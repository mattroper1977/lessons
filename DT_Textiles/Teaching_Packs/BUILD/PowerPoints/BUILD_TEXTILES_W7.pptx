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70935bb324361" /><Relationship Type="http://schemas.openxmlformats.org/officeDocument/2006/relationships/extended-properties" Target="/docProps/app.xml" Id="Re33d05d67d56431d" /><Relationship Type="http://schemas.openxmlformats.org/officeDocument/2006/relationships/officeDocument" Target="/ppt/presentation.xml" Id="R9af410b37cf3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10bcefc384d2a"/>
  </p:sldMasterIdLst>
  <p:notesMasterIdLst>
    <p:notesMasterId xmlns:r="http://schemas.openxmlformats.org/officeDocument/2006/relationships" r:id="R844ceb8541f94521"/>
  </p:notesMasterIdLst>
  <p:sldIdLst>
    <p:sldId xmlns:r="http://schemas.openxmlformats.org/officeDocument/2006/relationships" id="256" r:id="R96c8defacafa4287"/>
    <p:sldId xmlns:r="http://schemas.openxmlformats.org/officeDocument/2006/relationships" id="257" r:id="R74f97822c9c6402f"/>
    <p:sldId xmlns:r="http://schemas.openxmlformats.org/officeDocument/2006/relationships" id="258" r:id="R4b0cb6cbfc614098"/>
    <p:sldId xmlns:r="http://schemas.openxmlformats.org/officeDocument/2006/relationships" id="259" r:id="R6ac92a68dad442e1"/>
    <p:sldId xmlns:r="http://schemas.openxmlformats.org/officeDocument/2006/relationships" id="260" r:id="R22201cf870c84a70"/>
    <p:sldId xmlns:r="http://schemas.openxmlformats.org/officeDocument/2006/relationships" id="261" r:id="R0dcb502062a141fe"/>
    <p:sldId xmlns:r="http://schemas.openxmlformats.org/officeDocument/2006/relationships" id="262" r:id="R0ff8afed40014399"/>
    <p:sldId xmlns:r="http://schemas.openxmlformats.org/officeDocument/2006/relationships" id="263" r:id="R6ef9a768984f4a15"/>
    <p:sldId xmlns:r="http://schemas.openxmlformats.org/officeDocument/2006/relationships" id="264" r:id="R84d6dcb4d0484e19"/>
    <p:sldId xmlns:r="http://schemas.openxmlformats.org/officeDocument/2006/relationships" id="265" r:id="R2b1f543366d34b65"/>
    <p:sldId xmlns:r="http://schemas.openxmlformats.org/officeDocument/2006/relationships" id="266" r:id="Rd0c06b665b6b4b03"/>
    <p:sldId xmlns:r="http://schemas.openxmlformats.org/officeDocument/2006/relationships" id="267" r:id="R9c34ceec6431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8764624da419c" /><Relationship Type="http://schemas.openxmlformats.org/officeDocument/2006/relationships/slideMaster" Target="/ppt/slideMasters/slideMaster1.xml" Id="Rb1b10bcefc384d2a" /><Relationship Type="http://schemas.openxmlformats.org/officeDocument/2006/relationships/notesMaster" Target="/ppt/notesMasters/notesMaster1.xml" Id="R844ceb8541f94521" /><Relationship Type="http://schemas.openxmlformats.org/officeDocument/2006/relationships/presProps" Target="/ppt/presProps.xml" Id="Rde36673211564302" /><Relationship Type="http://schemas.openxmlformats.org/officeDocument/2006/relationships/tableStyles" Target="/ppt/tableStyles.xml" Id="R3ba1d8987e934caf" /><Relationship Type="http://schemas.openxmlformats.org/officeDocument/2006/relationships/slide" Target="/ppt/slides/slide1.xml" Id="R96c8defacafa4287" /><Relationship Type="http://schemas.openxmlformats.org/officeDocument/2006/relationships/slide" Target="/ppt/slides/slide2.xml" Id="R74f97822c9c6402f" /><Relationship Type="http://schemas.openxmlformats.org/officeDocument/2006/relationships/slide" Target="/ppt/slides/slide3.xml" Id="R4b0cb6cbfc614098" /><Relationship Type="http://schemas.openxmlformats.org/officeDocument/2006/relationships/slide" Target="/ppt/slides/slide4.xml" Id="R6ac92a68dad442e1" /><Relationship Type="http://schemas.openxmlformats.org/officeDocument/2006/relationships/slide" Target="/ppt/slides/slide5.xml" Id="R22201cf870c84a70" /><Relationship Type="http://schemas.openxmlformats.org/officeDocument/2006/relationships/slide" Target="/ppt/slides/slide6.xml" Id="R0dcb502062a141fe" /><Relationship Type="http://schemas.openxmlformats.org/officeDocument/2006/relationships/slide" Target="/ppt/slides/slide7.xml" Id="R0ff8afed40014399" /><Relationship Type="http://schemas.openxmlformats.org/officeDocument/2006/relationships/slide" Target="/ppt/slides/slide8.xml" Id="R6ef9a768984f4a15" /><Relationship Type="http://schemas.openxmlformats.org/officeDocument/2006/relationships/slide" Target="/ppt/slides/slide9.xml" Id="R84d6dcb4d0484e19" /><Relationship Type="http://schemas.openxmlformats.org/officeDocument/2006/relationships/slide" Target="/ppt/slides/slide10.xml" Id="R2b1f543366d34b65" /><Relationship Type="http://schemas.openxmlformats.org/officeDocument/2006/relationships/slide" Target="/ppt/slides/slide11.xml" Id="Rd0c06b665b6b4b03" /><Relationship Type="http://schemas.openxmlformats.org/officeDocument/2006/relationships/slide" Target="/ppt/slides/slide12.xml" Id="R9c34ceec6431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e970542c5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48a46aea84761" /><Relationship Type="http://schemas.openxmlformats.org/officeDocument/2006/relationships/notesMaster" Target="/ppt/notesMasters/notesMaster1.xml" Id="R40e17ad98c66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c82539a3642f4" /><Relationship Type="http://schemas.openxmlformats.org/officeDocument/2006/relationships/notesMaster" Target="/ppt/notesMasters/notesMaster1.xml" Id="R0467b2c3383040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5e25fc99a84d53" /><Relationship Type="http://schemas.openxmlformats.org/officeDocument/2006/relationships/notesMaster" Target="/ppt/notesMasters/notesMaster1.xml" Id="R0b2eb119c3ab42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24ba51f00342c3" /><Relationship Type="http://schemas.openxmlformats.org/officeDocument/2006/relationships/notesMaster" Target="/ppt/notesMasters/notesMaster1.xml" Id="R1f279f2b536f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40f93e8d44488" /><Relationship Type="http://schemas.openxmlformats.org/officeDocument/2006/relationships/notesMaster" Target="/ppt/notesMasters/notesMaster1.xml" Id="Ra0a2772ab91e41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b2c387fa84e16" /><Relationship Type="http://schemas.openxmlformats.org/officeDocument/2006/relationships/notesMaster" Target="/ppt/notesMasters/notesMaster1.xml" Id="Rbba13df3902544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522c9021bd4403" /><Relationship Type="http://schemas.openxmlformats.org/officeDocument/2006/relationships/notesMaster" Target="/ppt/notesMasters/notesMaster1.xml" Id="Rfb7f2daa4e0c46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72dff5c2449b8" /><Relationship Type="http://schemas.openxmlformats.org/officeDocument/2006/relationships/notesMaster" Target="/ppt/notesMasters/notesMaster1.xml" Id="Rd1b92863aac24d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a8f4b82b784182" /><Relationship Type="http://schemas.openxmlformats.org/officeDocument/2006/relationships/notesMaster" Target="/ppt/notesMasters/notesMaster1.xml" Id="R9e3fbd76cc9f40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1d6097a704c19" /><Relationship Type="http://schemas.openxmlformats.org/officeDocument/2006/relationships/notesMaster" Target="/ppt/notesMasters/notesMaster1.xml" Id="Rb8498d6c793547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08f81d96c42ab" /><Relationship Type="http://schemas.openxmlformats.org/officeDocument/2006/relationships/notesMaster" Target="/ppt/notesMasters/notesMaster1.xml" Id="R389d7b9674504d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15cae4513b451e" /><Relationship Type="http://schemas.openxmlformats.org/officeDocument/2006/relationships/notesMaster" Target="/ppt/notesMasters/notesMaster1.xml" Id="R72c1d8f869f1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Newly authored Week 7 completion from GROW Autumn SOW row 165: make/evaluate a textile item. No uploaded Week 7 textile deck was supplied; uploaded Week 5–Week 6 provide the precursor work. BUILD adaptation uses reduced choices, pre-cut/pre-marked components and supported observation while preserving the same practical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two checks matter most for the pocket?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60 × 50 mm card fits and both side joins hold through three gentle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Never shorten manufacturer preparation/cure requirements to fit the timetable.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if the adhesive cannot be tested before the lesson ends?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Record not yet tested, let it cure and use the supplied fictional record or ready paper model for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 visible step at a time; adult-positioned strips or directing the maker are valid supported routes. This slide models the pocket. Flat-decoration makers centre the smaller panel instead of folding; use the alternative construction card.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Should tape cover the middle opening?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The card needs an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construction card. For the decoration route, follow its two-panel construction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the checker confirm before the join is fixed?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side joins and edge or panel alignment match the chosen pattern. A pocket’s opening remains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 construction card. For the decoration route, follow its two-panel construction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the checker confirm before the join is fixed?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side joins and edge or panel alignment match the chosen pattern. A pocket’s opening remains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 is limited to the card-pocket purpose. Flat decoration uses three gentle lifts from the desk, checking both panel joins.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result would show the side-join check is met?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Both joins remain attached through all three gentle checks for the chosen item. These results apply only to this limited classroom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 is limited to the card-pocket purpose. Flat decoration uses three gentle lifts from the desk, checking both panel joins.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result would show the side-join check is met?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Both joins remain attached through all three gentle checks for the chosen item. These results apply only to this limited classroom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fictional record and point to left/right on a model; no actual failed join needs staging.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Has the side join passed all three checks?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It needs a repair or change, then another check when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repairs within the approved method. If time/cure is insufficient, record the next step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Would adding a larger symbol repair an opening side join?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Repair or redesign the join under adult direction, then retest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records the link to met/not yet/need evidence; do not require written sentences.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you record if the join still needs to cure?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Not checked yet. Leave it for the required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BUILD_TEXTILES_W7 | Make my item and check it</a:t>
            </a:r>
          </a:p>
          <a:p xmlns:a="http://schemas.openxmlformats.org/drawingml/2006/main">
            <a:r>
              <a:t>Follow a supported making plan, check the item against its purpose and name a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individual response using speech, pointing, drawing or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neat photograph prove every check passed?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It cannot establish test cycles, cure time or the original material/tool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BUILD: pre-cut and premark all parts; offer one demonstrated action, then pause for a check. Accept a maker-director role, a paper model, pointing to results or adult scribing. Adult support is agreed and recorded without claiming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Retrieve plan and choose role/material route.</a:t>
            </a:r>
          </a:p>
          <a:p xmlns:a="http://schemas.openxmlformats.org/drawingml/2006/main">
            <a:r>
              <a:t>5 min: Adult approval and model folds/joins.</a:t>
            </a:r>
          </a:p>
          <a:p xmlns:a="http://schemas.openxmlformats.org/drawingml/2006/main">
            <a:r>
              <a:t>17 min: Construct planned prototype or paper model.</a:t>
            </a:r>
          </a:p>
          <a:p xmlns:a="http://schemas.openxmlformats.org/drawingml/2006/main">
            <a:r>
              <a:t>7 min: Record function evidence and targeted improvement/retest or sample verdict.</a:t>
            </a:r>
          </a:p>
          <a:p xmlns:a="http://schemas.openxmlformats.org/drawingml/2006/main">
            <a:r>
              <a:t>6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design-cycle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1010098f2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e715173c684fac" /><Relationship Type="http://schemas.openxmlformats.org/officeDocument/2006/relationships/slideLayout" Target="/ppt/slideLayouts/slideLayout1.xml" Id="R80b1d26d9c2349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1d26d9c23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dbf2d1c9e4e7b" /><Relationship Type="http://schemas.openxmlformats.org/officeDocument/2006/relationships/image" Target="/ppt/media/image.jpeg" Id="Re9ba1727c4c84689" /><Relationship Type="http://schemas.openxmlformats.org/officeDocument/2006/relationships/notesSlide" Target="/ppt/notesSlides/notesSlide1.xml" Id="R513e7c62f591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0eeaccabd4407" /><Relationship Type="http://schemas.openxmlformats.org/officeDocument/2006/relationships/image" Target="/ppt/media/image.jpeg" Id="Re6f1dcc6dad3461a" /><Relationship Type="http://schemas.openxmlformats.org/officeDocument/2006/relationships/notesSlide" Target="/ppt/notesSlides/notesSlide2.xml" Id="R118b48a9ac2145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e5e6c8e474ab1" /><Relationship Type="http://schemas.openxmlformats.org/officeDocument/2006/relationships/image" Target="/ppt/media/image.jpeg" Id="R2c7d6caccaf74a48" /><Relationship Type="http://schemas.openxmlformats.org/officeDocument/2006/relationships/notesSlide" Target="/ppt/notesSlides/notesSlide3.xml" Id="R526e1d3e586a4b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ff14f0aa4f16" /><Relationship Type="http://schemas.openxmlformats.org/officeDocument/2006/relationships/image" Target="/ppt/media/image.jpeg" Id="R629a021fe6344d30" /><Relationship Type="http://schemas.openxmlformats.org/officeDocument/2006/relationships/notesSlide" Target="/ppt/notesSlides/notesSlide4.xml" Id="R2ef5452e2a4d40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f8322f7ff4c9b" /><Relationship Type="http://schemas.openxmlformats.org/officeDocument/2006/relationships/image" Target="/ppt/media/image.jpeg" Id="Re676db660e3240e7" /><Relationship Type="http://schemas.openxmlformats.org/officeDocument/2006/relationships/notesSlide" Target="/ppt/notesSlides/notesSlide5.xml" Id="R9a30f813096c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d11a17cea4fce" /><Relationship Type="http://schemas.openxmlformats.org/officeDocument/2006/relationships/image" Target="/ppt/media/image.jpeg" Id="Re0de6b873a6c4058" /><Relationship Type="http://schemas.openxmlformats.org/officeDocument/2006/relationships/notesSlide" Target="/ppt/notesSlides/notesSlide6.xml" Id="Rd00fbd50577f4b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cdb6160434369" /><Relationship Type="http://schemas.openxmlformats.org/officeDocument/2006/relationships/image" Target="/ppt/media/image.jpeg" Id="Rfce4a7a3366941a9" /><Relationship Type="http://schemas.openxmlformats.org/officeDocument/2006/relationships/notesSlide" Target="/ppt/notesSlides/notesSlide7.xml" Id="R12f18483163b4e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ae94ecfbd41ee" /><Relationship Type="http://schemas.openxmlformats.org/officeDocument/2006/relationships/image" Target="/ppt/media/image.jpeg" Id="R8f80e30e86454148" /><Relationship Type="http://schemas.openxmlformats.org/officeDocument/2006/relationships/notesSlide" Target="/ppt/notesSlides/notesSlide8.xml" Id="R9126615750054c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9177afe764457" /><Relationship Type="http://schemas.openxmlformats.org/officeDocument/2006/relationships/image" Target="/ppt/media/image.jpeg" Id="R5069e5996cd0496a" /><Relationship Type="http://schemas.openxmlformats.org/officeDocument/2006/relationships/notesSlide" Target="/ppt/notesSlides/notesSlide9.xml" Id="R279e31b2bc184d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4731cd5644ca9" /><Relationship Type="http://schemas.openxmlformats.org/officeDocument/2006/relationships/image" Target="/ppt/media/image.jpeg" Id="Rde0d024989c14dbb" /><Relationship Type="http://schemas.openxmlformats.org/officeDocument/2006/relationships/notesSlide" Target="/ppt/notesSlides/notesSlide10.xml" Id="Rb09ff43d5f8f4b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4023410064fbf" /><Relationship Type="http://schemas.openxmlformats.org/officeDocument/2006/relationships/image" Target="/ppt/media/image.jpeg" Id="Rdf7c83277fa64eda" /><Relationship Type="http://schemas.openxmlformats.org/officeDocument/2006/relationships/notesSlide" Target="/ppt/notesSlides/notesSlide11.xml" Id="R99e194f611fe42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82815aacc46e8" /><Relationship Type="http://schemas.openxmlformats.org/officeDocument/2006/relationships/image" Target="/ppt/media/image.jpeg" Id="Rbc25b27341a542e6" /><Relationship Type="http://schemas.openxmlformats.org/officeDocument/2006/relationships/notesSlide" Target="/ppt/notesSlides/notesSlide12.xml" Id="R0e1eb01adfa7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a1727c4c8468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 my item and check it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Bring back your Week 6 plan. Build the pocket or agreed flat decoration.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Record what you actually make, inspect or model.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two checks matter most for the pocket?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1dcc6dad3461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CONSTRUCT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CRITERION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Put the planned parts together.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check in the design brief.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d6caccaf74a4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before making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Adult confirms the actual material, cold tape and tool arrangements.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your prepared blank and fold marks against the pattern.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Know the tape’s required pressing and handling/cure time.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if the adhesive cannot be tested before the lesson ends?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a021fe6344d3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Fold first, then join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Match the pre-marked blank to the model.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Fold the bottom up; fold the flap down.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Open it again and point to the two side-tape places.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Should tape cover the middle opening?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6db660e3240e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Construct from your plan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Pocket: join the two side strips, fold up and press as directed.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Decoration: centre the small panel and join its two side strips; no folding is needed.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Add the planned symbol after checking preparation and handling times.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e6b873a6c405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Construct from your plan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can the checker confirm before the join is fixed?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4a7a3366941a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controlled function check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When ready: pocket—insert and remove the card three times; decoration—lift gently from the desk three times.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 both side joins after each cycle and record what happened.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Keep a pocket’s opening upwards. Do not shake, swing or overload either item.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e30e8645414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controlled function check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result would show the side-join check is met?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9e5996cd0496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happened to Pocket B?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paper card fits.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On the second gentle check, the left side opens.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front stripe is clear.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Has the side join passed all three checks?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d024989c14dbb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Improve one useful thing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the specific issue and ask before repairing a join.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Change one thing that addresses that issue.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Repeat the relevant check when the repair is ready to handle.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Would adding a larger symbol repair an opening side join?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c83277fa64ed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one result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Say or point: worked / not yet / not checked.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the job you did and any help you used.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Store your item, collect scraps and return tools.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should you record if the join still needs to cure?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5b27341a542e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the design cycle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“I checked ___; the evidence was ___; next I will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Does a neat photograph prove every check passed?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2026-09-07T13:16:12.2870000Z</dcterms:created>
  <dcterms:modified xsi:type="dcterms:W3CDTF">2026-09-07T13:16:12.2870000Z</dcterms:modified>
</coreProperties>
</file>