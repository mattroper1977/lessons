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9693a96a5948dd" /><Relationship Type="http://schemas.openxmlformats.org/officeDocument/2006/relationships/extended-properties" Target="/docProps/app.xml" Id="Rf95f2a8da6834f7b" /><Relationship Type="http://schemas.openxmlformats.org/officeDocument/2006/relationships/officeDocument" Target="/ppt/presentation.xml" Id="R36ff39ab84df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77ffa0901d4992"/>
  </p:sldMasterIdLst>
  <p:notesMasterIdLst>
    <p:notesMasterId xmlns:r="http://schemas.openxmlformats.org/officeDocument/2006/relationships" r:id="R6c6549cbf4a54958"/>
  </p:notesMasterIdLst>
  <p:sldIdLst>
    <p:sldId xmlns:r="http://schemas.openxmlformats.org/officeDocument/2006/relationships" id="256" r:id="Ref3e13752d7b4249"/>
    <p:sldId xmlns:r="http://schemas.openxmlformats.org/officeDocument/2006/relationships" id="257" r:id="R89e2e34257bf4863"/>
    <p:sldId xmlns:r="http://schemas.openxmlformats.org/officeDocument/2006/relationships" id="258" r:id="R1a67de3343e3485b"/>
    <p:sldId xmlns:r="http://schemas.openxmlformats.org/officeDocument/2006/relationships" id="259" r:id="R5eed7e1e85c54e17"/>
    <p:sldId xmlns:r="http://schemas.openxmlformats.org/officeDocument/2006/relationships" id="260" r:id="R71f2ede0df5f4e2f"/>
    <p:sldId xmlns:r="http://schemas.openxmlformats.org/officeDocument/2006/relationships" id="261" r:id="R2c21a7ce87a84f4a"/>
    <p:sldId xmlns:r="http://schemas.openxmlformats.org/officeDocument/2006/relationships" id="262" r:id="Rdbe8a901afd44b2b"/>
    <p:sldId xmlns:r="http://schemas.openxmlformats.org/officeDocument/2006/relationships" id="263" r:id="Rd061a73e571649ec"/>
    <p:sldId xmlns:r="http://schemas.openxmlformats.org/officeDocument/2006/relationships" id="264" r:id="Rece7c38d96814dc7"/>
    <p:sldId xmlns:r="http://schemas.openxmlformats.org/officeDocument/2006/relationships" id="265" r:id="R6c34c3b99e444189"/>
    <p:sldId xmlns:r="http://schemas.openxmlformats.org/officeDocument/2006/relationships" id="266" r:id="R56913857c6d64095"/>
    <p:sldId xmlns:r="http://schemas.openxmlformats.org/officeDocument/2006/relationships" id="267" r:id="Ra3e60df49cfa4c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c80c4c2ee14bf9" /><Relationship Type="http://schemas.openxmlformats.org/officeDocument/2006/relationships/slideMaster" Target="/ppt/slideMasters/slideMaster1.xml" Id="R2f77ffa0901d4992" /><Relationship Type="http://schemas.openxmlformats.org/officeDocument/2006/relationships/notesMaster" Target="/ppt/notesMasters/notesMaster1.xml" Id="R6c6549cbf4a54958" /><Relationship Type="http://schemas.openxmlformats.org/officeDocument/2006/relationships/presProps" Target="/ppt/presProps.xml" Id="R25820d5f013846f4" /><Relationship Type="http://schemas.openxmlformats.org/officeDocument/2006/relationships/tableStyles" Target="/ppt/tableStyles.xml" Id="R83a4c6dc3d84493e" /><Relationship Type="http://schemas.openxmlformats.org/officeDocument/2006/relationships/slide" Target="/ppt/slides/slide1.xml" Id="Ref3e13752d7b4249" /><Relationship Type="http://schemas.openxmlformats.org/officeDocument/2006/relationships/slide" Target="/ppt/slides/slide2.xml" Id="R89e2e34257bf4863" /><Relationship Type="http://schemas.openxmlformats.org/officeDocument/2006/relationships/slide" Target="/ppt/slides/slide3.xml" Id="R1a67de3343e3485b" /><Relationship Type="http://schemas.openxmlformats.org/officeDocument/2006/relationships/slide" Target="/ppt/slides/slide4.xml" Id="R5eed7e1e85c54e17" /><Relationship Type="http://schemas.openxmlformats.org/officeDocument/2006/relationships/slide" Target="/ppt/slides/slide5.xml" Id="R71f2ede0df5f4e2f" /><Relationship Type="http://schemas.openxmlformats.org/officeDocument/2006/relationships/slide" Target="/ppt/slides/slide6.xml" Id="R2c21a7ce87a84f4a" /><Relationship Type="http://schemas.openxmlformats.org/officeDocument/2006/relationships/slide" Target="/ppt/slides/slide7.xml" Id="Rdbe8a901afd44b2b" /><Relationship Type="http://schemas.openxmlformats.org/officeDocument/2006/relationships/slide" Target="/ppt/slides/slide8.xml" Id="Rd061a73e571649ec" /><Relationship Type="http://schemas.openxmlformats.org/officeDocument/2006/relationships/slide" Target="/ppt/slides/slide9.xml" Id="Rece7c38d96814dc7" /><Relationship Type="http://schemas.openxmlformats.org/officeDocument/2006/relationships/slide" Target="/ppt/slides/slide10.xml" Id="R6c34c3b99e444189" /><Relationship Type="http://schemas.openxmlformats.org/officeDocument/2006/relationships/slide" Target="/ppt/slides/slide11.xml" Id="R56913857c6d64095" /><Relationship Type="http://schemas.openxmlformats.org/officeDocument/2006/relationships/slide" Target="/ppt/slides/slide12.xml" Id="Ra3e60df49cfa4c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9760947c46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b5a17f53d4992" /><Relationship Type="http://schemas.openxmlformats.org/officeDocument/2006/relationships/notesMaster" Target="/ppt/notesMasters/notesMaster1.xml" Id="R451fad18a62a40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6d9e1f36bf4ee0" /><Relationship Type="http://schemas.openxmlformats.org/officeDocument/2006/relationships/notesMaster" Target="/ppt/notesMasters/notesMaster1.xml" Id="Rcd4b255c67d541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845f7ccae64109" /><Relationship Type="http://schemas.openxmlformats.org/officeDocument/2006/relationships/notesMaster" Target="/ppt/notesMasters/notesMaster1.xml" Id="Rbdf8fb7582394c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4e1f86ae394b2f" /><Relationship Type="http://schemas.openxmlformats.org/officeDocument/2006/relationships/notesMaster" Target="/ppt/notesMasters/notesMaster1.xml" Id="Rb78c98027d2044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30f9a6338d44fb" /><Relationship Type="http://schemas.openxmlformats.org/officeDocument/2006/relationships/notesMaster" Target="/ppt/notesMasters/notesMaster1.xml" Id="R3fe1f4bd95d143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e3d4aec68e4522" /><Relationship Type="http://schemas.openxmlformats.org/officeDocument/2006/relationships/notesMaster" Target="/ppt/notesMasters/notesMaster1.xml" Id="R143824e9a91141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223094315f4814" /><Relationship Type="http://schemas.openxmlformats.org/officeDocument/2006/relationships/notesMaster" Target="/ppt/notesMasters/notesMaster1.xml" Id="R34cdf236da604c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3a4fd2ab0445f0" /><Relationship Type="http://schemas.openxmlformats.org/officeDocument/2006/relationships/notesMaster" Target="/ppt/notesMasters/notesMaster1.xml" Id="R55817346942546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7249e11b6746e0" /><Relationship Type="http://schemas.openxmlformats.org/officeDocument/2006/relationships/notesMaster" Target="/ppt/notesMasters/notesMaster1.xml" Id="Rf38ac16a06d441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31656e007c46c1" /><Relationship Type="http://schemas.openxmlformats.org/officeDocument/2006/relationships/notesMaster" Target="/ppt/notesMasters/notesMaster1.xml" Id="R43928603b5434e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dbe790d7484bd1" /><Relationship Type="http://schemas.openxmlformats.org/officeDocument/2006/relationships/notesMaster" Target="/ppt/notesMasters/notesMaster1.xml" Id="R99793b48680f49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4697f8405e43ad" /><Relationship Type="http://schemas.openxmlformats.org/officeDocument/2006/relationships/notesMaster" Target="/ppt/notesMasters/notesMaster1.xml" Id="Re35d79e74ef4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Adapts uploaded Week 6. Supplies the missing design sheet, exact pattern and printed original inspiration. Preserves an accessible decoration alternative. BUILD adaptation uses reduced choices, pre-cut/pre-marked components and supported observation while preserving the same practical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should the drawing tell the maker?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Purpose, material, join, dimensions, decoration position and ordered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word aloud and link it to a concrete example. Revisit these words during the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supplied card and a dry-fold model to show function. Flat decoration remains an equally valid simpler item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edge must stay open for the card?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top opening under the flap.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internet search needed. Credit a feature taken from the idea card and the learner’s deliberate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would you change for Rowan, who wants a quiet, simple design?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One broad stripe or another simple agreed symbol, while preserving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internet search needed. Credit a feature taken from the idea card and the learner’s deliberate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would you change for Rowan, who wants a quiet, simple design?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One broad stripe or another simple agreed symbol, while preserving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Adult can measure and premark; BUILD pupils can locate, trace or verify one chosen dimension.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way does the bottom panel fold?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Upwards along the lower fold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side join and one label; leave the learner a decision to make.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is missing from “Use felt because it is good”?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A relevant observed property, such as flexible/opaque with an edge that stayed together in the sample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paper folds to make the functional problem visible; no adhesive needs to be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must change before making?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Keep the pocket opening clear; place tape only on the two planned side strips.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two choices available; the exact dimensions remain in the pattern and full resource.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can you label so your partner knows the material?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Write, select or dictate the chosen material name; add one useful property if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 checklist. Store the plan with a prepared blank; collect resources and reset. For the flat-decoration route, check panel centring and side joins rather than folds or an opening.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change made your plan more usable?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For example: adding fold measurements, marking the opening or naming the approved cold tape.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 checklist. Store the plan with a prepared blank; collect resources and reset. For the flat-decoration route, check panel centring and side joins rather than folds or an opening.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change made your plan more usable?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For example: adding fold measurements, marking the opening or naming the approved cold tape.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BUILD_TEXTILES_W6 | Design my card pocket</a:t>
            </a:r>
          </a:p>
          <a:p xmlns:a="http://schemas.openxmlformats.org/drawingml/2006/main">
            <a:r>
              <a:t>Choose a user, material and decoration, then communicate a simple labelled plan using the supplied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practical design reasoning, not artistic drawing skill or a promised award.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Does a clear drawing prove the finished join will hold?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The actual material, approved adhesive preparation and finished join still need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offer two user/symbol choices, a pre-marked blank and ready-made labels. Show one fold at a time. Pupils can trace, point, dry-fold, direct a partner or dictate a plan. Maintain the same respectful purpose; do not judge artistic neatness.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Recall one useful property and introduce user choice.</a:t>
            </a:r>
          </a:p>
          <a:p xmlns:a="http://schemas.openxmlformats.org/drawingml/2006/main">
            <a:r>
              <a:t>6 min: Read brief and compare original ideas.</a:t>
            </a:r>
          </a:p>
          <a:p xmlns:a="http://schemas.openxmlformats.org/drawingml/2006/main">
            <a:r>
              <a:t>7 min: Model dimensions, joins and a labelled drawing.</a:t>
            </a:r>
          </a:p>
          <a:p xmlns:a="http://schemas.openxmlformats.org/drawingml/2006/main">
            <a:r>
              <a:t>13 min: Create a labelled plan and dry-fold paper model.</a:t>
            </a:r>
          </a:p>
          <a:p xmlns:a="http://schemas.openxmlformats.org/drawingml/2006/main">
            <a:r>
              <a:t>6 min: Peer check, improve and sequence making steps.</a:t>
            </a:r>
          </a:p>
          <a:p xmlns:a="http://schemas.openxmlformats.org/drawingml/2006/main">
            <a:r>
              <a:t>3 min: Store plans, collect pattern pieces and reset.</a:t>
            </a:r>
          </a:p>
          <a:p xmlns:a="http://schemas.openxmlformats.org/drawingml/2006/main">
            <a:r>
              <a:t>2 min: Individual first-check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DT_Aut1_W6_Textiles_Design_My_Item.pptx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919b8c7654f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1d53907f2546c4" /><Relationship Type="http://schemas.openxmlformats.org/officeDocument/2006/relationships/slideLayout" Target="/ppt/slideLayouts/slideLayout1.xml" Id="R7d4b4d693ee648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4b4d693ee648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e7551637a476e" /><Relationship Type="http://schemas.openxmlformats.org/officeDocument/2006/relationships/image" Target="/ppt/media/image.jpeg" Id="Ra992167811554da0" /><Relationship Type="http://schemas.openxmlformats.org/officeDocument/2006/relationships/notesSlide" Target="/ppt/notesSlides/notesSlide1.xml" Id="Rdbba7cae4da047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202916176488e" /><Relationship Type="http://schemas.openxmlformats.org/officeDocument/2006/relationships/image" Target="/ppt/media/image.jpeg" Id="R53d81865ec784bd0" /><Relationship Type="http://schemas.openxmlformats.org/officeDocument/2006/relationships/notesSlide" Target="/ppt/notesSlides/notesSlide2.xml" Id="R64ce3886220044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bb2b914fa41b1" /><Relationship Type="http://schemas.openxmlformats.org/officeDocument/2006/relationships/image" Target="/ppt/media/image.jpeg" Id="R9e5400828c9e477d" /><Relationship Type="http://schemas.openxmlformats.org/officeDocument/2006/relationships/notesSlide" Target="/ppt/notesSlides/notesSlide3.xml" Id="Rb60bd1263617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da95b8dc8490a" /><Relationship Type="http://schemas.openxmlformats.org/officeDocument/2006/relationships/image" Target="/ppt/media/image.jpeg" Id="R4fb578fcf9dd49a6" /><Relationship Type="http://schemas.openxmlformats.org/officeDocument/2006/relationships/notesSlide" Target="/ppt/notesSlides/notesSlide4.xml" Id="R5505a28c94f9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9c984f2f94320" /><Relationship Type="http://schemas.openxmlformats.org/officeDocument/2006/relationships/image" Target="/ppt/media/image.jpeg" Id="Rd82b8917223a483d" /><Relationship Type="http://schemas.openxmlformats.org/officeDocument/2006/relationships/notesSlide" Target="/ppt/notesSlides/notesSlide5.xml" Id="R782e8c5c9f0b48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291e667d14132" /><Relationship Type="http://schemas.openxmlformats.org/officeDocument/2006/relationships/image" Target="/ppt/media/image.jpeg" Id="R32e164ad46de4b4d" /><Relationship Type="http://schemas.openxmlformats.org/officeDocument/2006/relationships/notesSlide" Target="/ppt/notesSlides/notesSlide6.xml" Id="R66d2574484c842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8a44f52d04b39" /><Relationship Type="http://schemas.openxmlformats.org/officeDocument/2006/relationships/image" Target="/ppt/media/image.jpeg" Id="R22cfad497de64cd1" /><Relationship Type="http://schemas.openxmlformats.org/officeDocument/2006/relationships/notesSlide" Target="/ppt/notesSlides/notesSlide7.xml" Id="R4cf64da1958e48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d641e31004e74" /><Relationship Type="http://schemas.openxmlformats.org/officeDocument/2006/relationships/image" Target="/ppt/media/image.jpeg" Id="R53df162f469f423a" /><Relationship Type="http://schemas.openxmlformats.org/officeDocument/2006/relationships/notesSlide" Target="/ppt/notesSlides/notesSlide8.xml" Id="Rb7e32077f07d41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879c0ddc4993" /><Relationship Type="http://schemas.openxmlformats.org/officeDocument/2006/relationships/image" Target="/ppt/media/image.jpeg" Id="R1223f13991ec4e59" /><Relationship Type="http://schemas.openxmlformats.org/officeDocument/2006/relationships/notesSlide" Target="/ppt/notesSlides/notesSlide9.xml" Id="R7158b52960f64c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259e676fd4918" /><Relationship Type="http://schemas.openxmlformats.org/officeDocument/2006/relationships/image" Target="/ppt/media/image.jpeg" Id="Rb143013471744ef8" /><Relationship Type="http://schemas.openxmlformats.org/officeDocument/2006/relationships/notesSlide" Target="/ppt/notesSlides/notesSlide10.xml" Id="R3b2a84b737ea40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007d1460440da" /><Relationship Type="http://schemas.openxmlformats.org/officeDocument/2006/relationships/image" Target="/ppt/media/image.jpeg" Id="R942ddad75b974283" /><Relationship Type="http://schemas.openxmlformats.org/officeDocument/2006/relationships/notesSlide" Target="/ppt/notesSlides/notesSlide11.xml" Id="R9df4f8930d5743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1c6ee87ff4bf2" /><Relationship Type="http://schemas.openxmlformats.org/officeDocument/2006/relationships/image" Target="/ppt/media/image.jpeg" Id="R4ad990782b074fd8" /><Relationship Type="http://schemas.openxmlformats.org/officeDocument/2006/relationships/notesSlide" Target="/ppt/notesSlides/notesSlide12.xml" Id="Ra9019a099dd9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2167811554da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Design my card pocket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Plan a small card pocket, with a flat-decoration alternative.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a fictional user or keep your idea impersonal.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83C46BCB-BF61-4D42-8073-2594DB10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should the drawing tell the maker?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E7DE0724-EA72-4F4B-B4C5-B086810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2C8DF0-0717-4986-97B7-E014DEB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81865ec784bd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E6C87B-5402-4355-B222-E838F90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EB7DC22-E996-4F55-8E5D-48916DE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248D2E-0CDA-4C72-92DC-B76196C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D3A6E0D-EE9E-4262-B0CE-A580D9B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37F6565-5B9A-4055-8435-0E500C2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08214FC-397C-48F0-80E6-30DF7D9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65D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65D25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8518DEF3-2872-4279-B7C8-6D183115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job and checks that a design must satisfy.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626E5754-F079-4A02-978E-4F8A55C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5010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first version made to explore and test a design.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A34E-60B9-43D9-A2D4-72E80AF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3D05-6E36-4FEA-8679-B336442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0140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400828c9e477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is the pocket for?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club helper needs a small desk pocket for a paper task card.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card must go in and come out.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Both sides must stay joined during three gentle checks.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edge must stay open for the card?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578fcf9dd49a6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Compare two original ideas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Signal pocket: a large triangle on the front.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Stripe pocket: two broad drawn stripes.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Both keep the opening and side joins clear.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b8917223a483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Compare two original ideas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would you change for Rowan, who wants a quiet, simple design?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164ad46de4b4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Use the ready pattern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One blank: 100 mm wide and 170 mm high.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two fold lines are already marked at 30 mm and 100 mm from the top.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Match your paper card to the pocket before adding any tape.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way does the bottom panel fold?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fad497de64cd1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Model the labelled plan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Name the actual sample and the property evidence behind its choice.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Show where each cold join goes and which edge stays open.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Place a symbol on the outside front, away from joins.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is missing from “Use felt because it is good”?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f162f469f423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plan with a flaw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drawing marks tape across all four edges.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It says “card pocket”, but no edge is left open.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must change before making?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3f13991ec4e59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Make the choices visible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Alex or Rowan, then choose a felt sample or paper model.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Point to where the two side joins go.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Add a large triangle or broad stripe outside the front.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can you label so your partner knows the material?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3013471744ef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Peer check: could I make it?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Find user/purpose, material, join, size and decoration.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the making order for your item: pocket folds and opening, or a flat panel join.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Add one missing detail before saving the plan for Week 7.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ddad75b97428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Peer check: could I make it?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Which change made your plan more usable?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990782b074fd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Plan the first safe step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6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Finish: “Before I make, I need to check ___.”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Does a clear drawing prove the finished join will hold?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2026-09-07T13:16:02.2320000Z</dcterms:created>
  <dcterms:modified xsi:type="dcterms:W3CDTF">2026-09-07T13:16:02.2320000Z</dcterms:modified>
</coreProperties>
</file>