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20792034f4a09" /><Relationship Type="http://schemas.openxmlformats.org/officeDocument/2006/relationships/extended-properties" Target="/docProps/app.xml" Id="R4bc523c2ddc84fc4" /><Relationship Type="http://schemas.openxmlformats.org/officeDocument/2006/relationships/officeDocument" Target="/ppt/presentation.xml" Id="Ra183545d9169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84fac5d3974b80"/>
  </p:sldMasterIdLst>
  <p:notesMasterIdLst>
    <p:notesMasterId xmlns:r="http://schemas.openxmlformats.org/officeDocument/2006/relationships" r:id="R3afa0fab8b2344ab"/>
  </p:notesMasterIdLst>
  <p:sldIdLst>
    <p:sldId xmlns:r="http://schemas.openxmlformats.org/officeDocument/2006/relationships" id="256" r:id="Re76d1b8bb1e04865"/>
    <p:sldId xmlns:r="http://schemas.openxmlformats.org/officeDocument/2006/relationships" id="257" r:id="Re24abb2c110944b3"/>
    <p:sldId xmlns:r="http://schemas.openxmlformats.org/officeDocument/2006/relationships" id="258" r:id="Rb6a5a2d629f14e47"/>
    <p:sldId xmlns:r="http://schemas.openxmlformats.org/officeDocument/2006/relationships" id="259" r:id="Rec053337a4ed4401"/>
    <p:sldId xmlns:r="http://schemas.openxmlformats.org/officeDocument/2006/relationships" id="260" r:id="R6f62e42b8c0e4b10"/>
    <p:sldId xmlns:r="http://schemas.openxmlformats.org/officeDocument/2006/relationships" id="261" r:id="R1f044f8463d340ae"/>
    <p:sldId xmlns:r="http://schemas.openxmlformats.org/officeDocument/2006/relationships" id="262" r:id="Ra0f75b9c359c4039"/>
    <p:sldId xmlns:r="http://schemas.openxmlformats.org/officeDocument/2006/relationships" id="263" r:id="R32d32a481fb7445a"/>
    <p:sldId xmlns:r="http://schemas.openxmlformats.org/officeDocument/2006/relationships" id="264" r:id="R38ffb12d4bcf4a34"/>
    <p:sldId xmlns:r="http://schemas.openxmlformats.org/officeDocument/2006/relationships" id="265" r:id="Rd2f9a9b0b61040f7"/>
    <p:sldId xmlns:r="http://schemas.openxmlformats.org/officeDocument/2006/relationships" id="266" r:id="Re8cd4c2280254a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018959c724eb9" /><Relationship Type="http://schemas.openxmlformats.org/officeDocument/2006/relationships/slideMaster" Target="/ppt/slideMasters/slideMaster1.xml" Id="R4484fac5d3974b80" /><Relationship Type="http://schemas.openxmlformats.org/officeDocument/2006/relationships/notesMaster" Target="/ppt/notesMasters/notesMaster1.xml" Id="R3afa0fab8b2344ab" /><Relationship Type="http://schemas.openxmlformats.org/officeDocument/2006/relationships/presProps" Target="/ppt/presProps.xml" Id="Rb5144528b66f4abc" /><Relationship Type="http://schemas.openxmlformats.org/officeDocument/2006/relationships/tableStyles" Target="/ppt/tableStyles.xml" Id="Rac73765420794e8e" /><Relationship Type="http://schemas.openxmlformats.org/officeDocument/2006/relationships/slide" Target="/ppt/slides/slide1.xml" Id="Re76d1b8bb1e04865" /><Relationship Type="http://schemas.openxmlformats.org/officeDocument/2006/relationships/slide" Target="/ppt/slides/slide2.xml" Id="Re24abb2c110944b3" /><Relationship Type="http://schemas.openxmlformats.org/officeDocument/2006/relationships/slide" Target="/ppt/slides/slide3.xml" Id="Rb6a5a2d629f14e47" /><Relationship Type="http://schemas.openxmlformats.org/officeDocument/2006/relationships/slide" Target="/ppt/slides/slide4.xml" Id="Rec053337a4ed4401" /><Relationship Type="http://schemas.openxmlformats.org/officeDocument/2006/relationships/slide" Target="/ppt/slides/slide5.xml" Id="R6f62e42b8c0e4b10" /><Relationship Type="http://schemas.openxmlformats.org/officeDocument/2006/relationships/slide" Target="/ppt/slides/slide6.xml" Id="R1f044f8463d340ae" /><Relationship Type="http://schemas.openxmlformats.org/officeDocument/2006/relationships/slide" Target="/ppt/slides/slide7.xml" Id="Ra0f75b9c359c4039" /><Relationship Type="http://schemas.openxmlformats.org/officeDocument/2006/relationships/slide" Target="/ppt/slides/slide8.xml" Id="R32d32a481fb7445a" /><Relationship Type="http://schemas.openxmlformats.org/officeDocument/2006/relationships/slide" Target="/ppt/slides/slide9.xml" Id="R38ffb12d4bcf4a34" /><Relationship Type="http://schemas.openxmlformats.org/officeDocument/2006/relationships/slide" Target="/ppt/slides/slide10.xml" Id="Rd2f9a9b0b61040f7" /><Relationship Type="http://schemas.openxmlformats.org/officeDocument/2006/relationships/slide" Target="/ppt/slides/slide11.xml" Id="Re8cd4c228025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194de3d7d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ae858ce09f4534" /><Relationship Type="http://schemas.openxmlformats.org/officeDocument/2006/relationships/notesMaster" Target="/ppt/notesMasters/notesMaster1.xml" Id="R0cb23a06bcef4b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484d9dc8b44640" /><Relationship Type="http://schemas.openxmlformats.org/officeDocument/2006/relationships/notesMaster" Target="/ppt/notesMasters/notesMaster1.xml" Id="R5956d4f9da8a4f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e0b4bf12704ec1" /><Relationship Type="http://schemas.openxmlformats.org/officeDocument/2006/relationships/notesMaster" Target="/ppt/notesMasters/notesMaster1.xml" Id="R55f04f365b6247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123251f914642" /><Relationship Type="http://schemas.openxmlformats.org/officeDocument/2006/relationships/notesMaster" Target="/ppt/notesMasters/notesMaster1.xml" Id="Rc8db8ba35689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720bc4be164111" /><Relationship Type="http://schemas.openxmlformats.org/officeDocument/2006/relationships/notesMaster" Target="/ppt/notesMasters/notesMaster1.xml" Id="R27ee5dc961de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7a6c806e3a48a8" /><Relationship Type="http://schemas.openxmlformats.org/officeDocument/2006/relationships/notesMaster" Target="/ppt/notesMasters/notesMaster1.xml" Id="Raa01a8afddc9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dbd8e9bf7c4dac" /><Relationship Type="http://schemas.openxmlformats.org/officeDocument/2006/relationships/notesMaster" Target="/ppt/notesMasters/notesMaster1.xml" Id="R3ffe59217b4e41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80f75f67a64ddf" /><Relationship Type="http://schemas.openxmlformats.org/officeDocument/2006/relationships/notesMaster" Target="/ppt/notesMasters/notesMaster1.xml" Id="Raf300a6bfc0e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7b9d7ded2d4440" /><Relationship Type="http://schemas.openxmlformats.org/officeDocument/2006/relationships/notesMaster" Target="/ppt/notesMasters/notesMaster1.xml" Id="Rba24d04ae5e444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40669b76824ca1" /><Relationship Type="http://schemas.openxmlformats.org/officeDocument/2006/relationships/notesMaster" Target="/ppt/notesMasters/notesMaster1.xml" Id="R58b08e40db6447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5526dc98ab4eea" /><Relationship Type="http://schemas.openxmlformats.org/officeDocument/2006/relationships/notesMaster" Target="/ppt/notesMasters/notesMaster1.xml" Id="R1b5194d8bbf7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Adapts uploaded Week 5 PPTX, log and worksheet. Removes the assumed “thread wins” outcome, hidden feely-bag requirement and compulsory needle task. BUILD adaptation uses reduced choices, pre-cut/pre-marked components and supported observation while preserving the same practical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How could we check a claim about a material?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Observe or test the actual sample and record what happens.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two specimens first; read the full property cards aloud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a fabric bend without stretching?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Yes. These are different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 initial choice to two; accept pointing and explain the choice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could hold a paper card without the card showing through?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 is the better starting choice from this evidence. Its join still needs a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Adults prepare stitched specimens before the lesson; no pupil needles, pins or heat are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we test fresh glue as though it has already cured?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Use properly prepared samples or the labelled sample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teach a fixed curing time; follow the approved product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Test it now, or leave it to cure?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Leave it to cure. Use prepared samples or the printed results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can direct or use a paper model. Adult follows product instructions and supervises tool use; use supplied data for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record say if you observed the stitch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“Inspected a stitched join”, not “made a stitch”.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can direct or use a paper model. Adult follows product instructions and supervises tool use; use supplied data for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record say if you observed the stitch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“Inspected a stitched join”, not “made a stitch”.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full card retains three repeats for extension. BUILD core identifies one result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two joins held in Repeat 1?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Glue and stitch. One test does not prove which join is always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reasoned choices, then return samples and tools and reset the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this 100 g test certify a bag handle?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Its real load, repeated use, material and design need appropriate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BUILD_TEXTILES_W5 | Meet the materials and joins</a:t>
            </a:r>
          </a:p>
          <a:p xmlns:a="http://schemas.openxmlformats.org/drawingml/2006/main">
            <a:r>
              <a:t>Describe two fabric samples, recognise three joining methods and record a supported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pointed evidence card or short oral response; record real support given.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Name one condition that should stay the same in the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Fabric, strip dimensions, overlap, load, time or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BUILD core uses two samples, one property contrast at a time and one test row. Offer pre-cut strips, adult-positioned tape and a paper alternative. The pupil can read, point, direct, make or record. Record the actual support and keep inspection distinct from making.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one property or join choice using a because sentence, then name one check still needed. Extend only after the core practical or paper-model task is secure.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d1635ad8b45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7c9e21dfa34b9c" /><Relationship Type="http://schemas.openxmlformats.org/officeDocument/2006/relationships/slideLayout" Target="/ppt/slideLayouts/slideLayout1.xml" Id="R3a38ce0fe846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38ce0fe846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5bed82134c88" /><Relationship Type="http://schemas.openxmlformats.org/officeDocument/2006/relationships/image" Target="/ppt/media/image.jpeg" Id="Rb23f8414b2c14c48" /><Relationship Type="http://schemas.openxmlformats.org/officeDocument/2006/relationships/notesSlide" Target="/ppt/notesSlides/notesSlide1.xml" Id="R654aaed80b92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ce98899324bee" /><Relationship Type="http://schemas.openxmlformats.org/officeDocument/2006/relationships/image" Target="/ppt/media/image.jpeg" Id="R516cf3daa17e4eff" /><Relationship Type="http://schemas.openxmlformats.org/officeDocument/2006/relationships/notesSlide" Target="/ppt/notesSlides/notesSlide2.xml" Id="Re0a2d1d6b64c4f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24f2d84e4ef5" /><Relationship Type="http://schemas.openxmlformats.org/officeDocument/2006/relationships/image" Target="/ppt/media/image.jpeg" Id="R8a4e656c5eeb4d82" /><Relationship Type="http://schemas.openxmlformats.org/officeDocument/2006/relationships/notesSlide" Target="/ppt/notesSlides/notesSlide3.xml" Id="Rae74d3c2f85f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04ec2a253410e" /><Relationship Type="http://schemas.openxmlformats.org/officeDocument/2006/relationships/image" Target="/ppt/media/image.jpeg" Id="Re5eb80202a7443d1" /><Relationship Type="http://schemas.openxmlformats.org/officeDocument/2006/relationships/notesSlide" Target="/ppt/notesSlides/notesSlide4.xml" Id="Rdaae98881033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c925d9ab54ebb" /><Relationship Type="http://schemas.openxmlformats.org/officeDocument/2006/relationships/image" Target="/ppt/media/image.jpeg" Id="Rd9a862e6392043cf" /><Relationship Type="http://schemas.openxmlformats.org/officeDocument/2006/relationships/notesSlide" Target="/ppt/notesSlides/notesSlide5.xml" Id="R85b46c02f11b4b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4c95524824364" /><Relationship Type="http://schemas.openxmlformats.org/officeDocument/2006/relationships/image" Target="/ppt/media/image.jpeg" Id="R81e6baa85ef74b95" /><Relationship Type="http://schemas.openxmlformats.org/officeDocument/2006/relationships/notesSlide" Target="/ppt/notesSlides/notesSlide6.xml" Id="R22e414bb6d774e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21c6ae08c4353" /><Relationship Type="http://schemas.openxmlformats.org/officeDocument/2006/relationships/image" Target="/ppt/media/image.jpeg" Id="R549b134f5dde49fe" /><Relationship Type="http://schemas.openxmlformats.org/officeDocument/2006/relationships/notesSlide" Target="/ppt/notesSlides/notesSlide7.xml" Id="R51175d9d6a9e40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ac07e36e46b6" /><Relationship Type="http://schemas.openxmlformats.org/officeDocument/2006/relationships/image" Target="/ppt/media/image.jpeg" Id="Re03ae311dcf24468" /><Relationship Type="http://schemas.openxmlformats.org/officeDocument/2006/relationships/notesSlide" Target="/ppt/notesSlides/notesSlide8.xml" Id="R3e91e908c39f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e16e0fec443b7" /><Relationship Type="http://schemas.openxmlformats.org/officeDocument/2006/relationships/image" Target="/ppt/media/image.jpeg" Id="Rf1080cfcfa95447c" /><Relationship Type="http://schemas.openxmlformats.org/officeDocument/2006/relationships/notesSlide" Target="/ppt/notesSlides/notesSlide9.xml" Id="Rb59ad0378c0f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acdfaa5314979" /><Relationship Type="http://schemas.openxmlformats.org/officeDocument/2006/relationships/image" Target="/ppt/media/image.jpeg" Id="R22e6b28b68a44abd" /><Relationship Type="http://schemas.openxmlformats.org/officeDocument/2006/relationships/notesSlide" Target="/ppt/notesSlides/notesSlide10.xml" Id="Ra76c67b3acac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ac0c215d842b8" /><Relationship Type="http://schemas.openxmlformats.org/officeDocument/2006/relationships/image" Target="/ppt/media/image.jpeg" Id="R36489d4437304240" /><Relationship Type="http://schemas.openxmlformats.org/officeDocument/2006/relationships/notesSlide" Target="/ppt/notesSlides/notesSlide11.xml" Id="R342d329d6f3b4e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f8414b2c14c4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Meet the materials and joins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Today: inspect samples, try a cold join and read test evidence.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handling, looking, reading or recording. You do not have to touch a fabric.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How could we check a claim about a material?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cf3daa17e4ef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feature of a material that can be observed or tested.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connection between two pieces.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e656c5eeb4d82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Bend, stretch, see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Flexible: bends. Stretchy: gets longer under a gentle pull.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Opaque: you cannot see the card through it.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to look, point or handle a sample.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a fabric bend without stretching?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80202a7443d1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between two samples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B: soft felt; it bends and you cannot see through it.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E: net; it bends and has see-through holes.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could hold a paper card without the card showing through?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862e6392043c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Three ways to connect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Glue needs the amount and curing time on its label.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Cold fabric tape is pressed; we are not using iron-on tape.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prepared stitch sample shows thread joining the layers.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we test fresh glue as though it has already cured?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6baa85ef74b95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Ready to test?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glue sample is still wet.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label says it must finish curing first.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Test it now, or leave it to cure?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b134f5dde49f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Make, label, leave to cure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Join two prepared strips using approved cold tape, then make a glue sample if approved.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Label the method and record whether you made or only inspected it.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Leave wet glue to cure; inspect the adult’s prepared stitch sample.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ae311dcf2446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Make, label, leave to cure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should the record say if you observed the stitch sample?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80cfcfa95447c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one sample test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In Repeat 1: glue held; tape opened; stitch held.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These are invented results from the same load and time.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two joins held in Repeat 1?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6b28b68a44ab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Match the join to the job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quick display repair, consider time and surface.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hem, consider fabric, movement and washing.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bag handle, further load and reinforcement checks are needed.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this 100 g test certify a bag handle?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89d443730424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claim, one limit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“In this test ___ because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one condition that should stay the same in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2026-09-07T13:15:53.2800000Z</dcterms:created>
  <dcterms:modified xsi:type="dcterms:W3CDTF">2026-09-07T13:15:53.2800000Z</dcterms:modified>
</coreProperties>
</file>