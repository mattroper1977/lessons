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a066af82b4d07" /><Relationship Type="http://schemas.openxmlformats.org/officeDocument/2006/relationships/extended-properties" Target="/docProps/app.xml" Id="R7224a41b99864d55" /><Relationship Type="http://schemas.openxmlformats.org/officeDocument/2006/relationships/officeDocument" Target="/ppt/presentation.xml" Id="Re81ad8800abb4b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ce1291e7734b9f"/>
  </p:sldMasterIdLst>
  <p:notesMasterIdLst>
    <p:notesMasterId xmlns:r="http://schemas.openxmlformats.org/officeDocument/2006/relationships" r:id="Rd0ba155df0204e0d"/>
  </p:notesMasterIdLst>
  <p:sldIdLst>
    <p:sldId xmlns:r="http://schemas.openxmlformats.org/officeDocument/2006/relationships" id="256" r:id="R1e2db2aad7f246f3"/>
    <p:sldId xmlns:r="http://schemas.openxmlformats.org/officeDocument/2006/relationships" id="257" r:id="Raf71797894d14d93"/>
    <p:sldId xmlns:r="http://schemas.openxmlformats.org/officeDocument/2006/relationships" id="258" r:id="R104c065699714097"/>
    <p:sldId xmlns:r="http://schemas.openxmlformats.org/officeDocument/2006/relationships" id="259" r:id="R7ef9b56c6f8b44d3"/>
    <p:sldId xmlns:r="http://schemas.openxmlformats.org/officeDocument/2006/relationships" id="260" r:id="R394e579b6a7d4f10"/>
    <p:sldId xmlns:r="http://schemas.openxmlformats.org/officeDocument/2006/relationships" id="261" r:id="R03c8a556bda14cfe"/>
    <p:sldId xmlns:r="http://schemas.openxmlformats.org/officeDocument/2006/relationships" id="262" r:id="R92b055bc4b154c73"/>
    <p:sldId xmlns:r="http://schemas.openxmlformats.org/officeDocument/2006/relationships" id="263" r:id="R427b9ebf0f9e4316"/>
    <p:sldId xmlns:r="http://schemas.openxmlformats.org/officeDocument/2006/relationships" id="264" r:id="Ra8e775e7ec7b4b16"/>
    <p:sldId xmlns:r="http://schemas.openxmlformats.org/officeDocument/2006/relationships" id="265" r:id="R1c41aa879b5d4f90"/>
    <p:sldId xmlns:r="http://schemas.openxmlformats.org/officeDocument/2006/relationships" id="266" r:id="R1f59ae480bd9410e"/>
    <p:sldId xmlns:r="http://schemas.openxmlformats.org/officeDocument/2006/relationships" id="267" r:id="R29f9ed633d7040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244ebd1644c4e" /><Relationship Type="http://schemas.openxmlformats.org/officeDocument/2006/relationships/slideMaster" Target="/ppt/slideMasters/slideMaster1.xml" Id="R45ce1291e7734b9f" /><Relationship Type="http://schemas.openxmlformats.org/officeDocument/2006/relationships/notesMaster" Target="/ppt/notesMasters/notesMaster1.xml" Id="Rd0ba155df0204e0d" /><Relationship Type="http://schemas.openxmlformats.org/officeDocument/2006/relationships/presProps" Target="/ppt/presProps.xml" Id="Rd15c2b16e7d44f88" /><Relationship Type="http://schemas.openxmlformats.org/officeDocument/2006/relationships/tableStyles" Target="/ppt/tableStyles.xml" Id="Rc3baed0fd06843bc" /><Relationship Type="http://schemas.openxmlformats.org/officeDocument/2006/relationships/slide" Target="/ppt/slides/slide1.xml" Id="R1e2db2aad7f246f3" /><Relationship Type="http://schemas.openxmlformats.org/officeDocument/2006/relationships/slide" Target="/ppt/slides/slide2.xml" Id="Raf71797894d14d93" /><Relationship Type="http://schemas.openxmlformats.org/officeDocument/2006/relationships/slide" Target="/ppt/slides/slide3.xml" Id="R104c065699714097" /><Relationship Type="http://schemas.openxmlformats.org/officeDocument/2006/relationships/slide" Target="/ppt/slides/slide4.xml" Id="R7ef9b56c6f8b44d3" /><Relationship Type="http://schemas.openxmlformats.org/officeDocument/2006/relationships/slide" Target="/ppt/slides/slide5.xml" Id="R394e579b6a7d4f10" /><Relationship Type="http://schemas.openxmlformats.org/officeDocument/2006/relationships/slide" Target="/ppt/slides/slide6.xml" Id="R03c8a556bda14cfe" /><Relationship Type="http://schemas.openxmlformats.org/officeDocument/2006/relationships/slide" Target="/ppt/slides/slide7.xml" Id="R92b055bc4b154c73" /><Relationship Type="http://schemas.openxmlformats.org/officeDocument/2006/relationships/slide" Target="/ppt/slides/slide8.xml" Id="R427b9ebf0f9e4316" /><Relationship Type="http://schemas.openxmlformats.org/officeDocument/2006/relationships/slide" Target="/ppt/slides/slide9.xml" Id="Ra8e775e7ec7b4b16" /><Relationship Type="http://schemas.openxmlformats.org/officeDocument/2006/relationships/slide" Target="/ppt/slides/slide10.xml" Id="R1c41aa879b5d4f90" /><Relationship Type="http://schemas.openxmlformats.org/officeDocument/2006/relationships/slide" Target="/ppt/slides/slide11.xml" Id="R1f59ae480bd9410e" /><Relationship Type="http://schemas.openxmlformats.org/officeDocument/2006/relationships/slide" Target="/ppt/slides/slide12.xml" Id="R29f9ed633d7040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ad0e1b935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09e8f7dfc41b3" /><Relationship Type="http://schemas.openxmlformats.org/officeDocument/2006/relationships/notesMaster" Target="/ppt/notesMasters/notesMaster1.xml" Id="Rf6c51a15c5784f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4d99e091f41ee" /><Relationship Type="http://schemas.openxmlformats.org/officeDocument/2006/relationships/notesMaster" Target="/ppt/notesMasters/notesMaster1.xml" Id="R0ce4a9299362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5b7a390b7a4861" /><Relationship Type="http://schemas.openxmlformats.org/officeDocument/2006/relationships/notesMaster" Target="/ppt/notesMasters/notesMaster1.xml" Id="Raffd6e42689244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09b4459e4b4602" /><Relationship Type="http://schemas.openxmlformats.org/officeDocument/2006/relationships/notesMaster" Target="/ppt/notesMasters/notesMaster1.xml" Id="R2b2a4cf964c1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79733a321d4dea" /><Relationship Type="http://schemas.openxmlformats.org/officeDocument/2006/relationships/notesMaster" Target="/ppt/notesMasters/notesMaster1.xml" Id="R25b96ed0c60848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e13eee4154141" /><Relationship Type="http://schemas.openxmlformats.org/officeDocument/2006/relationships/notesMaster" Target="/ppt/notesMasters/notesMaster1.xml" Id="Rf239038ee9e0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ae09f19854c6b" /><Relationship Type="http://schemas.openxmlformats.org/officeDocument/2006/relationships/notesMaster" Target="/ppt/notesMasters/notesMaster1.xml" Id="R7f8fd59753f9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ffe7db0664249" /><Relationship Type="http://schemas.openxmlformats.org/officeDocument/2006/relationships/notesMaster" Target="/ppt/notesMasters/notesMaster1.xml" Id="R0063acb2448446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05b24b9d2342d2" /><Relationship Type="http://schemas.openxmlformats.org/officeDocument/2006/relationships/notesMaster" Target="/ppt/notesMasters/notesMaster1.xml" Id="R6a1a3c9c79494b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53a64597164242" /><Relationship Type="http://schemas.openxmlformats.org/officeDocument/2006/relationships/notesMaster" Target="/ppt/notesMasters/notesMaster1.xml" Id="Rb34c9b7ccb2145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bd96ec82774c6e" /><Relationship Type="http://schemas.openxmlformats.org/officeDocument/2006/relationships/notesMaster" Target="/ppt/notesMasters/notesMaster1.xml" Id="R716d74958d6c49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c7dfec735b4a6c" /><Relationship Type="http://schemas.openxmlformats.org/officeDocument/2006/relationships/notesMaster" Target="/ppt/notesMasters/notesMaster1.xml" Id="Rc7b83c010904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Adapts uploaded Week 5 PPTX, log and worksheet. Removes the assumed “thread wins” outcome, hidden feely-bag requirement and compulsory needle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How could we check a claim about a material?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Observe or test the actual sample and record what happens.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word aloud and link it to a concrete example. Revisit these words during the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known clean samples or use the full fictional specimen cards; do not infer fibre composition from appearance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fabric that bends have to stretch?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Bending and changing length are different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Show known clean samples or use the full fictional specimen cards; do not infer fibre composition from appearance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Does a fabric that bends have to stretch?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Bending and changing length are different properties.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alternatives supported by actual evidence. No forced tactile contact or personal sensory disclosure.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Which sample is a better starting point for a card pocket,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B: soft, flexible and opaque; its cut edge stayed together. The join still needs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Adults prepare stitched specimens before the lesson; no pupil needles, pins or heat are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we test fresh glue as though it has already cured?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Use properly prepared samples or the labelled sample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full test-method resource. Do not conduct an uncontrolled pupil tug-of-war.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they claim one method is stronger from this comparison?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Preparation, fabric dimensions and overlap differ; the test needs consistent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can direct or use a paper model. Adult follows product instructions and supervises tool use; use supplied data for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record say if you observed the stitch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“Inspected a stitched join”, not “made a stitch”.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Pupils can direct or use a paper model. Adult follows product instructions and supervises tool use; use supplied data for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should the record say if you observed the stitch sample?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“Inspected a stitched join”, not “made a stitch”.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adult may demonstrate the prepared test just above a tray if approved; no live weight testing is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What claim is supported?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Glue held most consistently in these three sample tests. It is not proof that glue is always strongest.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reasoned choices, then return samples and tools and reset the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Can this 100 g test certify a bag handle?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No. Its real load, repeated use, material and design need appropriate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GROW_TEXTILES_W5 | Test materials and joins</a:t>
            </a:r>
          </a:p>
          <a:p xmlns:a="http://schemas.openxmlformats.org/drawingml/2006/main">
            <a:r>
              <a:t>Compare fabric properties and joining methods using observations and a fair-test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 a pointed evidence card or short oral response; record real support given.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Pupil prompt: Name one condition that should stay the same in the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answer / acceptable response: Fabric, strip dimensions, overlap, load, time or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Support: Offer two named samples and one property contrast first. Read the cards aloud, accept pointing/drawing/scribing and allow a paper joining sample. Keep made/inspected/simulated records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Stretch: Explain why repeats improve the evidence, identify one remaining limitation and design a safer fair comparison for an intended desk use without running an extra practical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Safeguarding / safety: Follow the school practical-work risk assessment and individual access plans. The default lessons use no needles, pins, irons, hot glue, cord loops or loose buttons/beads. Adults control, count and return scissors and any small test equipment; pre-cut pieces are available. Use only school-approved cold adhesives according to the actual product instructions, check skin/material sensitivities privately, and keep glue away from eyes and mouths. Touching fabric, wearing an item or accepting physical guidance is never required. Agree support; use demonstration, pointing, an observer role or a paper/card model. Keep personal identifiers and pupil photos off public website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40-minute lesson flow (total for the whole lesson, not each slide):</a:t>
            </a:r>
          </a:p>
          <a:p xmlns:a="http://schemas.openxmlformats.org/drawingml/2006/main">
            <a:r>
              <a:t>3 min: Arrive, choose role and introduce the question.</a:t>
            </a:r>
          </a:p>
          <a:p xmlns:a="http://schemas.openxmlformats.org/drawingml/2006/main">
            <a:r>
              <a:t>6 min: Observe or read material properties.</a:t>
            </a:r>
          </a:p>
          <a:p xmlns:a="http://schemas.openxmlformats.org/drawingml/2006/main">
            <a:r>
              <a:t>6 min: Model three join methods and fair comparison.</a:t>
            </a:r>
          </a:p>
          <a:p xmlns:a="http://schemas.openxmlformats.org/drawingml/2006/main">
            <a:r>
              <a:t>12 min: Make/inspect joins and label a drying sample.</a:t>
            </a:r>
          </a:p>
          <a:p xmlns:a="http://schemas.openxmlformats.org/drawingml/2006/main">
            <a:r>
              <a:t>7 min: Interpret sample results and match a join to a job.</a:t>
            </a:r>
          </a:p>
          <a:p xmlns:a="http://schemas.openxmlformats.org/drawingml/2006/main">
            <a:r>
              <a:t>4 min: Count and return scissors, tools and sample pieces; close approved adhesive containers, collect tape backings and scraps, wipe the work surface as directed and wash hands if needed.</a:t>
            </a:r>
          </a:p>
          <a:p xmlns:a="http://schemas.openxmlformats.org/drawingml/2006/main">
            <a:r>
              <a:t>2 min: Individual evidence-and-limit exit.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Adaptation: New Made by Matt pupil wording and tasks based on the listed uploaded teaching materials. Full lesson preparation, fallback, answers and resource sheets are in the Teacher Guide.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Uploaded teaching source: DT_Aut1_W5_Textiles_Fabrics_and_Joining.pptx</a:t>
            </a:r>
          </a:p>
          <a:p xmlns:a="http://schemas.openxmlformats.org/drawingml/2006/main">
            <a:r>
              <a:t>Uploaded teaching source: DT_Aut1_W5_Log_My_Fabric_Lab.docx</a:t>
            </a:r>
          </a:p>
          <a:p xmlns:a="http://schemas.openxmlformats.org/drawingml/2006/main">
            <a:r>
              <a:t>Uploaded teaching source: DT_Aut1_W5_My_Fabric_Lab_Worksheet.docx</a:t>
            </a:r>
          </a:p>
          <a:p xmlns:a="http://schemas.openxmlformats.org/drawingml/2006/main">
            <a:r>
              <a:t>Uploaded Textiles Week 5 teaching and process resources —  — DT_Aut1_W5_Textiles_Fabrics_and_Joining.pptx; DT_Aut1_W5_Log_My_Fabric_Lab.docx; DT_Aut1_W5_My_Fabric_Lab_Worksheet.docx. Adapted with optional sensory contact, prepared stitch inspection and fair test evidence; removes claims that one join always wins.</a:t>
            </a:r>
          </a:p>
          <a:p xmlns:a="http://schemas.openxmlformats.org/drawingml/2006/main">
            <a:r>
              <a:t>Uploaded Textiles Week 6 design lesson —  — DT_Aut1_W6_Textiles_Design_My_Item.pptx. Original new brief, inspiration cards, dimensioned pattern and construction method make the design task self-contained. The uploaded bag/decoration choice is represented by a small card pocket and a flat-decoration alternative.</a:t>
            </a:r>
          </a:p>
          <a:p xmlns:a="http://schemas.openxmlformats.org/drawingml/2006/main">
            <a:r>
              <a:t>GROW Autumn scheme of work — Textiles Weeks 5–7 — https://madebymatt.uk/Lessons/_next6/sow/GROW.json — Read reference/_next6/sow/GROW.json: sheet GROW Weekly - Autumn, rows 163, 164, 165. Week 5 explores fabrics/joins; Week 6 designs an item; Week 7 makes/evaluates. Week 7 in this pack is newly authored from that sequence; no Week 7 textile deck was supplied. BUILD adaptations use the shared BUILD/GROW labels in the uploaded Week 5–Week 6 decks, not a claimed independent BUILD SOW verification.</a:t>
            </a:r>
          </a:p>
          <a:p xmlns:a="http://schemas.openxmlformats.org/drawingml/2006/main">
            <a:r>
              <a:t>Original classroom pattern and sample data —  — All designs, exact dimensions, fictional users and sample join/prototype records were authored for this pack. Data are illustrative, not test certificates. Actual material, adhesive, tool and handling/cure instructions require school approval. No formal ASDAN/AQA attainment or award is promised.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ab9a67e3c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6d58ead19f4cd9" /><Relationship Type="http://schemas.openxmlformats.org/officeDocument/2006/relationships/slideLayout" Target="/ppt/slideLayouts/slideLayout1.xml" Id="R117720dea78f43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720dea78f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b493c278486f" /><Relationship Type="http://schemas.openxmlformats.org/officeDocument/2006/relationships/image" Target="/ppt/media/image.jpeg" Id="Rab3b7ef8f9b14d94" /><Relationship Type="http://schemas.openxmlformats.org/officeDocument/2006/relationships/notesSlide" Target="/ppt/notesSlides/notesSlide1.xml" Id="R90c695f6c3b1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a414f1e194436" /><Relationship Type="http://schemas.openxmlformats.org/officeDocument/2006/relationships/image" Target="/ppt/media/image.jpeg" Id="Rd7f28347e3df41f3" /><Relationship Type="http://schemas.openxmlformats.org/officeDocument/2006/relationships/notesSlide" Target="/ppt/notesSlides/notesSlide2.xml" Id="R84603fe2b4cb47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61f52b42646c0" /><Relationship Type="http://schemas.openxmlformats.org/officeDocument/2006/relationships/image" Target="/ppt/media/image.jpeg" Id="Rcbdcd2ab5b924518" /><Relationship Type="http://schemas.openxmlformats.org/officeDocument/2006/relationships/notesSlide" Target="/ppt/notesSlides/notesSlide3.xml" Id="R3a5c03d6e39d4d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87819fb3048ce" /><Relationship Type="http://schemas.openxmlformats.org/officeDocument/2006/relationships/image" Target="/ppt/media/image.jpeg" Id="Ra69d9e5dd9e1441c" /><Relationship Type="http://schemas.openxmlformats.org/officeDocument/2006/relationships/notesSlide" Target="/ppt/notesSlides/notesSlide4.xml" Id="R2a92257f3cf64c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fa967266447e" /><Relationship Type="http://schemas.openxmlformats.org/officeDocument/2006/relationships/image" Target="/ppt/media/image.jpeg" Id="R2ff9e5ff30924cff" /><Relationship Type="http://schemas.openxmlformats.org/officeDocument/2006/relationships/notesSlide" Target="/ppt/notesSlides/notesSlide5.xml" Id="Rde581a49d5d647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c05ca8ff44387" /><Relationship Type="http://schemas.openxmlformats.org/officeDocument/2006/relationships/image" Target="/ppt/media/image.jpeg" Id="R6ae15617d1754aaa" /><Relationship Type="http://schemas.openxmlformats.org/officeDocument/2006/relationships/notesSlide" Target="/ppt/notesSlides/notesSlide6.xml" Id="R2fd73e2cff514b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7cf35e32e48bd" /><Relationship Type="http://schemas.openxmlformats.org/officeDocument/2006/relationships/image" Target="/ppt/media/image.jpeg" Id="Rcc94808be1b141e2" /><Relationship Type="http://schemas.openxmlformats.org/officeDocument/2006/relationships/notesSlide" Target="/ppt/notesSlides/notesSlide7.xml" Id="R8cf16b85f3b048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9b243be8e4af4" /><Relationship Type="http://schemas.openxmlformats.org/officeDocument/2006/relationships/image" Target="/ppt/media/image.jpeg" Id="R58892507fed34acf" /><Relationship Type="http://schemas.openxmlformats.org/officeDocument/2006/relationships/notesSlide" Target="/ppt/notesSlides/notesSlide8.xml" Id="R3a9331fb2e8c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21143ec054756" /><Relationship Type="http://schemas.openxmlformats.org/officeDocument/2006/relationships/image" Target="/ppt/media/image.jpeg" Id="Raa3dc57ca16a4dbe" /><Relationship Type="http://schemas.openxmlformats.org/officeDocument/2006/relationships/notesSlide" Target="/ppt/notesSlides/notesSlide9.xml" Id="R87581b076c10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7d1e6a65c45ce" /><Relationship Type="http://schemas.openxmlformats.org/officeDocument/2006/relationships/image" Target="/ppt/media/image.jpeg" Id="Re6e0afd8c84d48be" /><Relationship Type="http://schemas.openxmlformats.org/officeDocument/2006/relationships/notesSlide" Target="/ppt/notesSlides/notesSlide10.xml" Id="R873de3073ec7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59a22fe894392" /><Relationship Type="http://schemas.openxmlformats.org/officeDocument/2006/relationships/image" Target="/ppt/media/image.jpeg" Id="R05790fccdf6d47e3" /><Relationship Type="http://schemas.openxmlformats.org/officeDocument/2006/relationships/notesSlide" Target="/ppt/notesSlides/notesSlide11.xml" Id="Rae88240b2ee14f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6bd087468410c" /><Relationship Type="http://schemas.openxmlformats.org/officeDocument/2006/relationships/image" Target="/ppt/media/image.jpeg" Id="Rde4a7aba66f4438d" /><Relationship Type="http://schemas.openxmlformats.org/officeDocument/2006/relationships/notesSlide" Target="/ppt/notesSlides/notesSlide12.xml" Id="R864654d878094a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b7ef8f9b14d94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Test materials and joins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Today: inspect samples, try a cold join and read test evidence.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handling, looking, reading or recording. You do not have to touch a fabric.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83C46BCB-BF61-4D42-8073-2594DB10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How could we check a claim about a material?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E7DE0724-EA72-4F4B-B4C5-B086810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2C8DF0-0717-4986-97B7-E014DEBC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28347e3df41f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E6C87B-5402-4355-B222-E838F90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EB7DC22-E996-4F55-8E5D-48916DE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248D2E-0CDA-4C72-92DC-B76196C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3A6E0D-EE9E-4262-B0CE-A580D9BE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237F6565-5B9A-4055-8435-0E500C2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9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A08214FC-397C-48F0-80E6-30DF7D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57425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A65D2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D25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10" name="left">
            <a:extLst xmlns:a="http://schemas.openxmlformats.org/drawingml/2006/main">
              <a:ext uri="{FF2B5EF4-FFF2-40B4-BE49-F238E27FC236}">
                <a16:creationId xmlns:a16="http://schemas.microsoft.com/office/drawing/2014/main" id="{8518DEF3-2872-4279-B7C8-6D18311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feature of a material that can be observed or tested.</a:t>
            </a:r>
          </a:p>
        </p:txBody>
      </p:sp>
      <p:sp>
        <p:nvSpPr>
          <p:cNvPr id="11" name="right">
            <a:extLst xmlns:a="http://schemas.openxmlformats.org/drawingml/2006/main">
              <a:ext uri="{FF2B5EF4-FFF2-40B4-BE49-F238E27FC236}">
                <a16:creationId xmlns:a16="http://schemas.microsoft.com/office/drawing/2014/main" id="{626E5754-F079-4A02-978E-4F8A55C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5010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0"/>
              </a:spcAft>
              <a:buNone/>
            </a:pPr>
            <a:r>
              <a:rPr sz="240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connection between two pieces.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7A34E-60B9-43D9-A2D4-72E80AF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D3D05-6E36-4FEA-8679-B336442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86075"/>
            <a:ext cx="501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7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0140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cd2ab5b92451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Property plus evidence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“Flexible” means it bends. “Stretchy” means its length changes under a gentle pull.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“This cut edge stays together” is an observation about this sample.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A material’s name does not prove every property.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9e5dd9e1441c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Property plus evidence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Does a fabric that bends have to stretch?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9e5ff30924cf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Compare two samples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Inspect felt sample B and net sample E, or read their property cards.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Choose two property words for each.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Link a choice to the card-pocket job.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Which sample is a better starting point for a card pocket, and why?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15617d1754aaa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Three ways to connect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Glue needs the amount and curing time on its label.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Cold fabric tape is pressed; we are not using iron-on tape.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prepared stitch sample shows thread joining the layers.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we test fresh glue as though it has already cured?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808be1b141e2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fair comparison?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Team A tests fresh glue. Team B tests tape that is ready to handle.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Their strip sizes and overlaps are also different.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they claim one method is stronger from this comparison?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92507fed34ac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Make, label, leave to cure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Join two prepared strips using approved cold tape, then make a glue sample if approved.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Label the method and record whether you made or only inspected it.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E91EC5A-D5D3-4A7F-B366-363E94E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Leave wet glue to cure; inspect the adult’s prepared stitch sample.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dc57ca16a4db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Make, label, leave to cure — continued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should the record say if you observed the stitch sample?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0afd8c84d48be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Read the sample results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At the same 100 g load for 10 seconds: glue held 3/3, tape 1/3, stitch 2/3.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These are invented class results.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A holding test at one load does not find the maximum strength.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What claim is supported?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AC36C9DA-4E70-4CC2-832A-638F33CF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2B621CA2-1E2F-4522-BE84-6130E41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90fccdf6d47e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ECA8C6-1679-4927-9628-13381B8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Match the join to the job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E48676-E6C8-4862-87D8-F9575AB0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C6C9AB5-F8AE-4FC1-B494-5FDE450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013F926-89F5-443E-8D42-FFB28F81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6EE58552-675C-48BC-812E-F1FAE5D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quick display repair, consider time and surface.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A355BD32-E3FF-40A0-81DD-AE60722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hem, consider fabric, movement and washing.</a:t>
            </a:r>
          </a:p>
        </p:txBody>
      </p:sp>
      <p:sp>
        <p:nvSpPr>
          <p:cNvPr id="10" name="line-2">
            <a:extLst xmlns:a="http://schemas.openxmlformats.org/drawingml/2006/main">
              <a:ext uri="{FF2B5EF4-FFF2-40B4-BE49-F238E27FC236}">
                <a16:creationId xmlns:a16="http://schemas.microsoft.com/office/drawing/2014/main" id="{D2D25638-6343-4898-B8CB-94E2C6C4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For a bag handle, further load and reinforcement checks are needed.</a:t>
            </a:r>
          </a:p>
        </p:txBody>
      </p:sp>
      <p:sp>
        <p:nvSpPr>
          <p:cNvPr id="11" name="line-3">
            <a:extLst xmlns:a="http://schemas.openxmlformats.org/drawingml/2006/main">
              <a:ext uri="{FF2B5EF4-FFF2-40B4-BE49-F238E27FC236}">
                <a16:creationId xmlns:a16="http://schemas.microsoft.com/office/drawing/2014/main" id="{40F602E6-C104-4075-B81C-17CC05E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Can this 100 g test certify a bag handle?</a:t>
            </a:r>
          </a:p>
        </p:txBody>
      </p:sp>
    </p:spTree>
    <p:extLst>
      <p:ext uri="{BB962C8B-B14F-4D97-AF65-F5344CB8AC3E}">
        <p14:creationId xmlns:p14="http://schemas.microsoft.com/office/powerpoint/2010/main" val="173234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32FC33A1-19E9-485D-B622-53CFE200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C0A2927-4B06-4B12-827A-74854258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TEXTILES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7aba66f4438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90C2AB-A585-439A-A531-4819FD44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One claim, one limit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9BB920-4327-4B67-BA9F-1733E9B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4C09-C878-403A-8175-3E536C0D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5 · Textiles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DD965AFA-C423-4657-BE3B-3CA14C5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8DDAA2C7-8457-4D52-80C0-C0381F7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Finish: “In this test ___ because ___.”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4D03E454-F87E-4932-9ED2-E68D36E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Name one condition that should stay the same in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28992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2026-09-07T13:17:25.1400000Z</dcterms:created>
  <dcterms:modified xsi:type="dcterms:W3CDTF">2026-09-07T13:17:25.1400000Z</dcterms:modified>
</coreProperties>
</file>