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9e07c2b7e422b" /><Relationship Type="http://schemas.openxmlformats.org/officeDocument/2006/relationships/extended-properties" Target="/docProps/app.xml" Id="R8d411efd89d544a9" /><Relationship Type="http://schemas.openxmlformats.org/officeDocument/2006/relationships/officeDocument" Target="/ppt/presentation.xml" Id="R5bedb5f9d64849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f0aaa26bc4d6f"/>
  </p:sldMasterIdLst>
  <p:notesMasterIdLst>
    <p:notesMasterId xmlns:r="http://schemas.openxmlformats.org/officeDocument/2006/relationships" r:id="R102d66cc7bc4438b"/>
  </p:notesMasterIdLst>
  <p:sldIdLst>
    <p:sldId xmlns:r="http://schemas.openxmlformats.org/officeDocument/2006/relationships" id="256" r:id="R5ae557f9bb87442a"/>
    <p:sldId xmlns:r="http://schemas.openxmlformats.org/officeDocument/2006/relationships" id="257" r:id="Rbb9bc590f27b477f"/>
    <p:sldId xmlns:r="http://schemas.openxmlformats.org/officeDocument/2006/relationships" id="258" r:id="R44ecf10e6a1d4599"/>
    <p:sldId xmlns:r="http://schemas.openxmlformats.org/officeDocument/2006/relationships" id="259" r:id="R8e08be71b0774598"/>
    <p:sldId xmlns:r="http://schemas.openxmlformats.org/officeDocument/2006/relationships" id="260" r:id="R40af0ff9b8034d11"/>
    <p:sldId xmlns:r="http://schemas.openxmlformats.org/officeDocument/2006/relationships" id="261" r:id="R1c0c40dd98a747ca"/>
    <p:sldId xmlns:r="http://schemas.openxmlformats.org/officeDocument/2006/relationships" id="262" r:id="R8f6fa545c1dc4026"/>
    <p:sldId xmlns:r="http://schemas.openxmlformats.org/officeDocument/2006/relationships" id="263" r:id="Rc9f24aab29a3426f"/>
    <p:sldId xmlns:r="http://schemas.openxmlformats.org/officeDocument/2006/relationships" id="264" r:id="R18550c39e7c04b2c"/>
    <p:sldId xmlns:r="http://schemas.openxmlformats.org/officeDocument/2006/relationships" id="265" r:id="Ref0af2de00a74d82"/>
    <p:sldId xmlns:r="http://schemas.openxmlformats.org/officeDocument/2006/relationships" id="266" r:id="R24d3fae5d4b84f9d"/>
    <p:sldId xmlns:r="http://schemas.openxmlformats.org/officeDocument/2006/relationships" id="267" r:id="R5f983bb4468d44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50bb4fc2124bc6" /><Relationship Type="http://schemas.openxmlformats.org/officeDocument/2006/relationships/slideMaster" Target="/ppt/slideMasters/slideMaster1.xml" Id="R954f0aaa26bc4d6f" /><Relationship Type="http://schemas.openxmlformats.org/officeDocument/2006/relationships/notesMaster" Target="/ppt/notesMasters/notesMaster1.xml" Id="R102d66cc7bc4438b" /><Relationship Type="http://schemas.openxmlformats.org/officeDocument/2006/relationships/presProps" Target="/ppt/presProps.xml" Id="R396c8749ac754297" /><Relationship Type="http://schemas.openxmlformats.org/officeDocument/2006/relationships/tableStyles" Target="/ppt/tableStyles.xml" Id="R6125df7ef5884c75" /><Relationship Type="http://schemas.openxmlformats.org/officeDocument/2006/relationships/slide" Target="/ppt/slides/slide1.xml" Id="R5ae557f9bb87442a" /><Relationship Type="http://schemas.openxmlformats.org/officeDocument/2006/relationships/slide" Target="/ppt/slides/slide2.xml" Id="Rbb9bc590f27b477f" /><Relationship Type="http://schemas.openxmlformats.org/officeDocument/2006/relationships/slide" Target="/ppt/slides/slide3.xml" Id="R44ecf10e6a1d4599" /><Relationship Type="http://schemas.openxmlformats.org/officeDocument/2006/relationships/slide" Target="/ppt/slides/slide4.xml" Id="R8e08be71b0774598" /><Relationship Type="http://schemas.openxmlformats.org/officeDocument/2006/relationships/slide" Target="/ppt/slides/slide5.xml" Id="R40af0ff9b8034d11" /><Relationship Type="http://schemas.openxmlformats.org/officeDocument/2006/relationships/slide" Target="/ppt/slides/slide6.xml" Id="R1c0c40dd98a747ca" /><Relationship Type="http://schemas.openxmlformats.org/officeDocument/2006/relationships/slide" Target="/ppt/slides/slide7.xml" Id="R8f6fa545c1dc4026" /><Relationship Type="http://schemas.openxmlformats.org/officeDocument/2006/relationships/slide" Target="/ppt/slides/slide8.xml" Id="Rc9f24aab29a3426f" /><Relationship Type="http://schemas.openxmlformats.org/officeDocument/2006/relationships/slide" Target="/ppt/slides/slide9.xml" Id="R18550c39e7c04b2c" /><Relationship Type="http://schemas.openxmlformats.org/officeDocument/2006/relationships/slide" Target="/ppt/slides/slide10.xml" Id="Ref0af2de00a74d82" /><Relationship Type="http://schemas.openxmlformats.org/officeDocument/2006/relationships/slide" Target="/ppt/slides/slide11.xml" Id="R24d3fae5d4b84f9d" /><Relationship Type="http://schemas.openxmlformats.org/officeDocument/2006/relationships/slide" Target="/ppt/slides/slide12.xml" Id="R5f983bb4468d44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ad7b2470ec42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75ea98a0534183" /><Relationship Type="http://schemas.openxmlformats.org/officeDocument/2006/relationships/notesMaster" Target="/ppt/notesMasters/notesMaster1.xml" Id="R2ebf1caa50cb45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7e273b24f246af" /><Relationship Type="http://schemas.openxmlformats.org/officeDocument/2006/relationships/notesMaster" Target="/ppt/notesMasters/notesMaster1.xml" Id="R2f92b890712349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92f818946a42e9" /><Relationship Type="http://schemas.openxmlformats.org/officeDocument/2006/relationships/notesMaster" Target="/ppt/notesMasters/notesMaster1.xml" Id="R7db45f395cae4c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2f4070a694feb" /><Relationship Type="http://schemas.openxmlformats.org/officeDocument/2006/relationships/notesMaster" Target="/ppt/notesMasters/notesMaster1.xml" Id="R2e05e868e01b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6bfc58fddc42d8" /><Relationship Type="http://schemas.openxmlformats.org/officeDocument/2006/relationships/notesMaster" Target="/ppt/notesMasters/notesMaster1.xml" Id="R01ab95aea30c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967b67a0094efa" /><Relationship Type="http://schemas.openxmlformats.org/officeDocument/2006/relationships/notesMaster" Target="/ppt/notesMasters/notesMaster1.xml" Id="R57335c1c27b946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902b9acd0547c6" /><Relationship Type="http://schemas.openxmlformats.org/officeDocument/2006/relationships/notesMaster" Target="/ppt/notesMasters/notesMaster1.xml" Id="R3a33873412f24b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278791115f437f" /><Relationship Type="http://schemas.openxmlformats.org/officeDocument/2006/relationships/notesMaster" Target="/ppt/notesMasters/notesMaster1.xml" Id="Rdb61609d399a43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48d60b8a594dc4" /><Relationship Type="http://schemas.openxmlformats.org/officeDocument/2006/relationships/notesMaster" Target="/ppt/notesMasters/notesMaster1.xml" Id="R727173248b2c48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7e649ea96641aa" /><Relationship Type="http://schemas.openxmlformats.org/officeDocument/2006/relationships/notesMaster" Target="/ppt/notesMasters/notesMaster1.xml" Id="Rcf7df6c3de664e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c28d8d88fa49cd" /><Relationship Type="http://schemas.openxmlformats.org/officeDocument/2006/relationships/notesMaster" Target="/ppt/notesMasters/notesMaster1.xml" Id="Rf51dae26c15d46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83cd1248314616" /><Relationship Type="http://schemas.openxmlformats.org/officeDocument/2006/relationships/notesMaster" Target="/ppt/notesMasters/notesMaster1.xml" Id="Ra5ec9312b24a4c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Newly authored Week 7 completion from GROW Autumn SOW row 165: make/evaluate a textile item. No uploaded Week 7 textile deck was supplied; uploaded Week 5–Week 6 provide the precursor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two checks matter most for the pocket?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60 × 50 mm card fits and both side joins hold through three gentle cycles.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word aloud and link it to a concrete example. Revisit these words during the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Never shorten manufacturer preparation/cure requirements to fit the timetable.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if the adhesive cannot be tested before the lesson ends?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Record not yet tested, let it cure and use the supplied fictional record or ready paper model for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exact fold direction with paper; an adult can position the material if agreed. This slide models the pocket. Flat-decoration makers centre the smaller panel instead of folding; use the alternative construction card.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Where do the two tape strips go?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Along the bottom panel’s outer 10 mm side strips, from 100 mm down to 170 mm.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 construction card. For the decoration route, follow its two-panel construction instead.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can the checker confirm before the join is fixed?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side joins and edge or panel alignment match the chosen pattern. A pocket’s opening remains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 construction card. For the decoration route, follow its two-panel construction instead.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can the checker confirm before the join is fixed?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side joins and edge or panel alignment match the chosen pattern. A pocket’s opening remains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 is limited to the card-pocket purpose. Flat decoration uses three gentle lifts from the desk, checking both panel joins.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result would show the side-join check is met?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Both joins remain attached through all three gentle checks for the chosen item. These results apply only to this limited classroom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 is limited to the card-pocket purpose. Flat decoration uses three gentle lifts from the desk, checking both panel joins.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result would show the side-join check is met?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Both joins remain attached through all three gentle checks for the chosen item. These results apply only to this limited classroom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full fictional records if live handling is not possible; do not pass sample results off as a pupil’s practical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criterion is not yet met?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side join staying closed through three cycles. The record supports the other stated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repairs within the approved method. If time/cure is insufficient, record the next step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Would adding a larger symbol repair an opening side join?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Repair or redesign the join under adult direction, then retest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Assess practical process, reasoning and improvement. No personal-disclosure, touch or artistic-neatness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can you truthfully record if you only made the paper model?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A paper construction/fit model was made; fabric-join performance still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GROW_TEXTILES_W7 | Make, test and improve</a:t>
            </a:r>
          </a:p>
          <a:p xmlns:a="http://schemas.openxmlformats.org/drawingml/2006/main">
            <a:r>
              <a:t>Follow the plan to assemble a prototype, evaluate its function using evidence and make a targeted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individual response using speech, pointing, drawing or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Does a neat photograph prove every check passed?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It cannot establish test cycles, cure time or the original material/tool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premade fold marks, pre-cut strips and one visible construction step at a time. Learners may direct a maker, point to a check or use paper. Adult support is agreed; no forced physical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Separate size, initial fit and repeated-join evidence; justify a targeted change and identify what an additional long-term test would need to investigate without claiming it has been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5287c509e49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db3069ce024b5f" /><Relationship Type="http://schemas.openxmlformats.org/officeDocument/2006/relationships/slideLayout" Target="/ppt/slideLayouts/slideLayout1.xml" Id="R8a285750d25842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85750d25842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13b7e0c8e4175" /><Relationship Type="http://schemas.openxmlformats.org/officeDocument/2006/relationships/image" Target="/ppt/media/image.jpeg" Id="R59a20c19771e4d5c" /><Relationship Type="http://schemas.openxmlformats.org/officeDocument/2006/relationships/notesSlide" Target="/ppt/notesSlides/notesSlide1.xml" Id="R3abeb66c4b2e4f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58a12ea06445a" /><Relationship Type="http://schemas.openxmlformats.org/officeDocument/2006/relationships/image" Target="/ppt/media/image.jpeg" Id="Rd96fc64704ba4eed" /><Relationship Type="http://schemas.openxmlformats.org/officeDocument/2006/relationships/notesSlide" Target="/ppt/notesSlides/notesSlide2.xml" Id="R87610d2e062d43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7e10b12814938" /><Relationship Type="http://schemas.openxmlformats.org/officeDocument/2006/relationships/image" Target="/ppt/media/image.jpeg" Id="Ra7fe5dfdb07144e7" /><Relationship Type="http://schemas.openxmlformats.org/officeDocument/2006/relationships/notesSlide" Target="/ppt/notesSlides/notesSlide3.xml" Id="Ra71f15e065fa40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8ab66af984463" /><Relationship Type="http://schemas.openxmlformats.org/officeDocument/2006/relationships/image" Target="/ppt/media/image.jpeg" Id="R32786a7b47824460" /><Relationship Type="http://schemas.openxmlformats.org/officeDocument/2006/relationships/notesSlide" Target="/ppt/notesSlides/notesSlide4.xml" Id="Rd7044902d7a44e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16b41de0149b5" /><Relationship Type="http://schemas.openxmlformats.org/officeDocument/2006/relationships/image" Target="/ppt/media/image.jpeg" Id="R69bd8dce8bc74a4f" /><Relationship Type="http://schemas.openxmlformats.org/officeDocument/2006/relationships/notesSlide" Target="/ppt/notesSlides/notesSlide5.xml" Id="Re91072152b1640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cf1e5ea4e4ccb" /><Relationship Type="http://schemas.openxmlformats.org/officeDocument/2006/relationships/image" Target="/ppt/media/image.jpeg" Id="Rf9d5e52bea914b79" /><Relationship Type="http://schemas.openxmlformats.org/officeDocument/2006/relationships/notesSlide" Target="/ppt/notesSlides/notesSlide6.xml" Id="R08c0114dcc674c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94ba4a1404714" /><Relationship Type="http://schemas.openxmlformats.org/officeDocument/2006/relationships/image" Target="/ppt/media/image.jpeg" Id="R4909efb3fb1f4663" /><Relationship Type="http://schemas.openxmlformats.org/officeDocument/2006/relationships/notesSlide" Target="/ppt/notesSlides/notesSlide7.xml" Id="R826be3925d1a4d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c1d7db4b542a7" /><Relationship Type="http://schemas.openxmlformats.org/officeDocument/2006/relationships/image" Target="/ppt/media/image.jpeg" Id="R0f50280eb40a4441" /><Relationship Type="http://schemas.openxmlformats.org/officeDocument/2006/relationships/notesSlide" Target="/ppt/notesSlides/notesSlide8.xml" Id="R70ef815e40614e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cb86da5af4fff" /><Relationship Type="http://schemas.openxmlformats.org/officeDocument/2006/relationships/image" Target="/ppt/media/image.jpeg" Id="R2e123703036b4fc7" /><Relationship Type="http://schemas.openxmlformats.org/officeDocument/2006/relationships/notesSlide" Target="/ppt/notesSlides/notesSlide9.xml" Id="Rc638d1a5f98842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4e153871a44be" /><Relationship Type="http://schemas.openxmlformats.org/officeDocument/2006/relationships/image" Target="/ppt/media/image.jpeg" Id="Rde9ab5f24adb4f23" /><Relationship Type="http://schemas.openxmlformats.org/officeDocument/2006/relationships/notesSlide" Target="/ppt/notesSlides/notesSlide10.xml" Id="Refce00c6ba8543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8870e1b8a466d" /><Relationship Type="http://schemas.openxmlformats.org/officeDocument/2006/relationships/image" Target="/ppt/media/image.jpeg" Id="R16d6a45211214399" /><Relationship Type="http://schemas.openxmlformats.org/officeDocument/2006/relationships/notesSlide" Target="/ppt/notesSlides/notesSlide11.xml" Id="R813f8321f65449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e6de535854628" /><Relationship Type="http://schemas.openxmlformats.org/officeDocument/2006/relationships/image" Target="/ppt/media/image.jpeg" Id="R2c50dc47bdf04e28" /><Relationship Type="http://schemas.openxmlformats.org/officeDocument/2006/relationships/notesSlide" Target="/ppt/notesSlides/notesSlide12.xml" Id="R35c1f2e50cf043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20c19771e4d5c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Make, test and improve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Bring back your Week 6 plan. Build the pocket or agreed flat decoration.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Record what you actually make, inspect or model.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83C46BCB-BF61-4D42-8073-2594DB10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two checks matter most for the pocket?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E7DE0724-EA72-4F4B-B4C5-B086810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2C8DF0-0717-4986-97B7-E014DEB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fc64704ba4ee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E6C87B-5402-4355-B222-E838F90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EB7DC22-E996-4F55-8E5D-48916DE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248D2E-0CDA-4C72-92DC-B76196C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D3A6E0D-EE9E-4262-B0CE-A580D9B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37F6565-5B9A-4055-8435-0E500C2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CONSTRUCT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08214FC-397C-48F0-80E6-30DF7D9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65D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65D25"/>
                </a:solidFill>
                <a:latin typeface="Arial"/>
                <a:ea typeface="Arial"/>
                <a:cs typeface="Arial"/>
              </a:rPr>
              <a:t>CRITERION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8518DEF3-2872-4279-B7C8-6D183115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Put the planned parts together.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626E5754-F079-4A02-978E-4F8A55C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5010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One check in the design brief.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A34E-60B9-43D9-A2D4-72E80AF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3D05-6E36-4FEA-8679-B336442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0140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e5dfdb07144e7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before making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Adult confirms the actual material, cold tape and tool arrangements.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your prepared blank and fold marks against the pattern.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Know the tape’s required pressing and handling/cure time.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if the adhesive cannot be tested before the lesson ends?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86a7b4782446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Dry-fold first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Short edge at the top. Bottom panel folds up at 100 mm.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Top 30 mm flap folds down. Reopen the blank before adding side tape.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the test card has space; keep the opening clear.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Where do the two tape strips go?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d8dce8bc74a4f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Construct from your plan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Pocket: join the two side strips, fold up and press as directed.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Decoration: centre the small panel and join its two side strips; no folding is needed.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Add the planned symbol after checking preparation and handling times.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5e52bea914b79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Construct from your plan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can the checker confirm before the join is fixed?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9efb3fb1f466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controlled function check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When ready: pocket—insert and remove the card three times; decoration—lift gently from the desk three times.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both side joins after each cycle and record what happened.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Keep a pocket’s opening upwards. Do not shake, swing or overload either item.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0280eb40a4441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controlled function check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result would show the side-join check is met?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23703036b4fc7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Read a prototype record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Sample Pocket B: correct size; card fits at first; left join opens on cycle 2.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front stripe is clear and the approved preparation was completed.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criterion is not yet met?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ab5f24adb4f2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Improve one useful thing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Name the specific issue and ask before repairing a join.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Change one thing that addresses that issue.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Repeat the relevant check when the repair is ready to handle.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Would adding a larger symbol repair an opening side join?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6a45211214399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Give the evidence-based verdict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Use met, not yet or need evidence for each brief check.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Say what you made and the support you used.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Store the item safely; return tools, collect scraps and reset.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can you truthfully record if you only made the paper model?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0dc47bdf04e2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Show the design cycle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Finish: “I checked ___; the evidence was ___; next I will ___.”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Does a neat photograph prove every check passed?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2026-09-07T13:17:42.2920000Z</dcterms:created>
  <dcterms:modified xsi:type="dcterms:W3CDTF">2026-09-07T13:17:42.2920000Z</dcterms:modified>
</coreProperties>
</file>