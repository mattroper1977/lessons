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4cc6a02a9a4aa4" /><Relationship Type="http://schemas.openxmlformats.org/officeDocument/2006/relationships/extended-properties" Target="/docProps/app.xml" Id="R3385fa0c7904469a" /><Relationship Type="http://schemas.openxmlformats.org/officeDocument/2006/relationships/officeDocument" Target="/ppt/presentation.xml" Id="R4f3fba2d47f949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e068de96df4c36"/>
  </p:sldMasterIdLst>
  <p:notesMasterIdLst>
    <p:notesMasterId xmlns:r="http://schemas.openxmlformats.org/officeDocument/2006/relationships" r:id="Re2c9f657a7c04635"/>
  </p:notesMasterIdLst>
  <p:sldIdLst>
    <p:sldId xmlns:r="http://schemas.openxmlformats.org/officeDocument/2006/relationships" id="256" r:id="R86b26b8384424cdb"/>
    <p:sldId xmlns:r="http://schemas.openxmlformats.org/officeDocument/2006/relationships" id="257" r:id="Rb2d9bcbc35264e39"/>
    <p:sldId xmlns:r="http://schemas.openxmlformats.org/officeDocument/2006/relationships" id="258" r:id="R636b75d813ff4c19"/>
    <p:sldId xmlns:r="http://schemas.openxmlformats.org/officeDocument/2006/relationships" id="259" r:id="R1997ba67cd3f4ba6"/>
    <p:sldId xmlns:r="http://schemas.openxmlformats.org/officeDocument/2006/relationships" id="260" r:id="R1397879355f54aeb"/>
    <p:sldId xmlns:r="http://schemas.openxmlformats.org/officeDocument/2006/relationships" id="261" r:id="R80d7e669169447e2"/>
    <p:sldId xmlns:r="http://schemas.openxmlformats.org/officeDocument/2006/relationships" id="262" r:id="Ra4bf8b420d204f54"/>
    <p:sldId xmlns:r="http://schemas.openxmlformats.org/officeDocument/2006/relationships" id="263" r:id="R3fb1858e923644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d2947571fa4f31" /><Relationship Type="http://schemas.openxmlformats.org/officeDocument/2006/relationships/slideMaster" Target="/ppt/slideMasters/slideMaster1.xml" Id="Rc0e068de96df4c36" /><Relationship Type="http://schemas.openxmlformats.org/officeDocument/2006/relationships/notesMaster" Target="/ppt/notesMasters/notesMaster1.xml" Id="Re2c9f657a7c04635" /><Relationship Type="http://schemas.openxmlformats.org/officeDocument/2006/relationships/presProps" Target="/ppt/presProps.xml" Id="R1b6e96f2b2984dc4" /><Relationship Type="http://schemas.openxmlformats.org/officeDocument/2006/relationships/tableStyles" Target="/ppt/tableStyles.xml" Id="Ra39afd46aefb45d0" /><Relationship Type="http://schemas.openxmlformats.org/officeDocument/2006/relationships/slide" Target="/ppt/slides/slide1.xml" Id="R86b26b8384424cdb" /><Relationship Type="http://schemas.openxmlformats.org/officeDocument/2006/relationships/slide" Target="/ppt/slides/slide2.xml" Id="Rb2d9bcbc35264e39" /><Relationship Type="http://schemas.openxmlformats.org/officeDocument/2006/relationships/slide" Target="/ppt/slides/slide3.xml" Id="R636b75d813ff4c19" /><Relationship Type="http://schemas.openxmlformats.org/officeDocument/2006/relationships/slide" Target="/ppt/slides/slide4.xml" Id="R1997ba67cd3f4ba6" /><Relationship Type="http://schemas.openxmlformats.org/officeDocument/2006/relationships/slide" Target="/ppt/slides/slide5.xml" Id="R1397879355f54aeb" /><Relationship Type="http://schemas.openxmlformats.org/officeDocument/2006/relationships/slide" Target="/ppt/slides/slide6.xml" Id="R80d7e669169447e2" /><Relationship Type="http://schemas.openxmlformats.org/officeDocument/2006/relationships/slide" Target="/ppt/slides/slide7.xml" Id="Ra4bf8b420d204f54" /><Relationship Type="http://schemas.openxmlformats.org/officeDocument/2006/relationships/slide" Target="/ppt/slides/slide8.xml" Id="R3fb1858e923644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257e28dd754d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de073de93044b3" /><Relationship Type="http://schemas.openxmlformats.org/officeDocument/2006/relationships/notesMaster" Target="/ppt/notesMasters/notesMaster1.xml" Id="Rda114030954941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8d1f9e11d84b08" /><Relationship Type="http://schemas.openxmlformats.org/officeDocument/2006/relationships/notesMaster" Target="/ppt/notesMasters/notesMaster1.xml" Id="R8138aacebae748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97c55a1b9b43cf" /><Relationship Type="http://schemas.openxmlformats.org/officeDocument/2006/relationships/notesMaster" Target="/ppt/notesMasters/notesMaster1.xml" Id="R0f2d736be85f40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1f9767ec304c85" /><Relationship Type="http://schemas.openxmlformats.org/officeDocument/2006/relationships/notesMaster" Target="/ppt/notesMasters/notesMaster1.xml" Id="Red44b491c36a47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d32c5e40954006" /><Relationship Type="http://schemas.openxmlformats.org/officeDocument/2006/relationships/notesMaster" Target="/ppt/notesMasters/notesMaster1.xml" Id="R024243f81e254b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023b6c995243ae" /><Relationship Type="http://schemas.openxmlformats.org/officeDocument/2006/relationships/notesMaster" Target="/ppt/notesMasters/notesMaster1.xml" Id="R8b7d97fd91124d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14e02410e34542" /><Relationship Type="http://schemas.openxmlformats.org/officeDocument/2006/relationships/notesMaster" Target="/ppt/notesMasters/notesMaster1.xml" Id="R25351fbc78414f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2083fec63b4e3b" /><Relationship Type="http://schemas.openxmlformats.org/officeDocument/2006/relationships/notesMaster" Target="/ppt/notesMasters/notesMaster1.xml" Id="Ra6003cb42a084d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Arrival; elapsed minutes 0-3.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 each pupil’s own Week 7 game and the five-check record. The teacher bug-hunt project has three deliberate faults. A pupil’s game may already pass. All checks passing is valid; a fault is not required by AQA outcome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W08_Final.sb3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Starter; elapsed minutes 3-6.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report another person could reproduce. A useful report identifies setup, action, expected result and actual result. Pupils may give this orally, by pointing or through an adult scribe. Avoid public comparison of whose game has faults.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W08_Final.sb3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Do; elapsed minutes 6-11.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 the Week 8 teacher bug hunt. The supplied safe start is (-180,-120). After one down press expected y is -130; the bug produces -110 because it adds 10. The x coordinate remains -180. Read the actual position in Scratch. Reset before repeating. The worked result belongs to this example; pupils must observe their own games.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W08_Final.sb3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Do; elapsed minutes 11-18.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the five named checks on the shared model. Bug results: down goes up; both wall contacts fail; Finish still produces one response; Hazard journey and contact pass; restart retains the old bubble and the unfixed wall rule still fails. The HTML log keeps the before/after history. These are shared rehearsal results, not evidence that the pupil tested their own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W08_Final.sb3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 2; elapsed minutes 18-21.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Repair only the down-key script first: change y by -10. Repeat the same known start and one-key action. Expected and actual now match. Then inspect and repair the other faults: wall if inside forever; say [blank] at the beginning of the win stack. Finish with the same five checks. The provided teacher model has all three correct.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W08_Final.sb3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2 · Task; elapsed minutes 21-25.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feedback such as “I did not know which keys to use”. A useful response is adding or clarifying the playing instructions, then asking the tester to try them. If no repair is needed, record all passes and agree a useful improvement or next step. The five checks and improvement are teaching scaffolds, not additional official AQA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W08_Final.sb3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Task; elapsed minutes 25-35.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25–32: use the own-game five-check record. Step by step may use pointing and a scribe; Main records all expected and actual results; Challenge adds one edge case after the core checks. Retest after a change; if there was no code change, say so honestly. 32–35: gather tester feedback and pupil voice. If the activity needs more time, save a checkpoint and agree an extension in advance.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W08_Final.sb3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Exit; elapsed minutes 35-40.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Save the pupil project and observed test evidence. Use the final evidence check to review all six outcomes across the course. A completed eight-week timetable is not proof that all outcomes have been achieved. Record support and missing evidence honestly, and use the centre’s official AQA summary sheet. A quiet individual demonstration is sufficient for classroom sharing; public performance is not a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W08_Final.sb3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ad5a007ed4f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0772866d174275" /><Relationship Type="http://schemas.openxmlformats.org/officeDocument/2006/relationships/slideLayout" Target="/ppt/slideLayouts/slideLayout1.xml" Id="R78e138970cb243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e138970cb243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5ff2d0a144aab" /><Relationship Type="http://schemas.openxmlformats.org/officeDocument/2006/relationships/notesSlide" Target="/ppt/notesSlides/notesSlide1.xml" Id="R48c0092593da42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de65c74b34606" /><Relationship Type="http://schemas.openxmlformats.org/officeDocument/2006/relationships/notesSlide" Target="/ppt/notesSlides/notesSlide2.xml" Id="R56c3af1f671543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573d803e94c1b" /><Relationship Type="http://schemas.openxmlformats.org/officeDocument/2006/relationships/notesSlide" Target="/ppt/notesSlides/notesSlide3.xml" Id="Rc8cc85fcc04546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19505931349e3" /><Relationship Type="http://schemas.openxmlformats.org/officeDocument/2006/relationships/notesSlide" Target="/ppt/notesSlides/notesSlide4.xml" Id="R2326cb51134a48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4ec367ff14154" /><Relationship Type="http://schemas.openxmlformats.org/officeDocument/2006/relationships/notesSlide" Target="/ppt/notesSlides/notesSlide5.xml" Id="R8ec32a248d1342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f00477f8247ac" /><Relationship Type="http://schemas.openxmlformats.org/officeDocument/2006/relationships/notesSlide" Target="/ppt/notesSlides/notesSlide6.xml" Id="Rd3a96d40ed3646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0c3c8a9c447e8" /><Relationship Type="http://schemas.openxmlformats.org/officeDocument/2006/relationships/notesSlide" Target="/ppt/notesSlides/notesSlide7.xml" Id="R90191055908344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06ad37f6741ba" /><Relationship Type="http://schemas.openxmlformats.org/officeDocument/2006/relationships/notesSlide" Target="/ppt/notesSlides/notesSlide8.xml" Id="Rb4a72a2a27344e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25B332-001C-4AA5-AD93-E6D88AAF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8149B-52EF-4D35-8BFB-BA902DB8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Arrival     0-3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BC154-C568-4A3F-A173-3E793997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 game ready to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27C35-9EC9-432A-B495-0CE78EF7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477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I can test my game against clear expectations and explain one improvement.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09D9B-770D-4223-A3C4-10E4F616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47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Open your own W07_Challenge.sb3.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EF7A9-93DC-44CD-B19D-052AC555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You can point, say or write. Quiet working is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30B06-5F03-4977-9235-976FA3BE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C80AD-D906-4390-8618-7070B495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3AFE3-3630-4FD0-8221-CF4BAFA0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08817-E74D-4D91-83E8-31FE2483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35AEC-DAAE-468C-A02F-7F17DC98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07FCA-347D-4EE3-B8A7-10BA3D35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F971B-0313-4288-960F-A59BC8E1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AF876-0C0E-4BF6-A709-D3F3DB45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A1A19-5F47-4B91-A77F-A40FAD3C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11E8B-CEB5-4327-97EB-C145559C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09F81-E4AB-42CF-9C49-270A5A2D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48484C-6397-4954-985E-F56A98CB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17919794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989EF-E5E8-4A4F-A4C0-DE2C2D30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4D289-8B27-4074-AC94-C7B4A430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Starter     3-6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230BE-8E66-4FB2-B370-8DD3995C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Which report helps?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0A5E6-47B7-43DA-A0AD-ED3EA378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“It is broken” does not help.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96C45-B23A-4D41-BEC5-C987EC7E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“The down arrow moves Player up” does help.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E901C-0478-4990-8CC6-34CF9869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 fault report names the test and the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1F0EE-C599-4355-A813-EEFC32D9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5010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A useful test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36A94-211A-4F54-9FBD-50FBB6F4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Where did you start?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25939-D058-4335-AFBE-A3810D7D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What did you press or 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7F738-0D56-4CFE-9BED-09754C15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62450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What should happen?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0EE26-F400-42A1-9676-64A99F12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What actually happened?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785C2-9671-4727-A76B-783DA0DD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DBEA0-C668-4B24-A1BC-991E6C5B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D0342-7BE5-49E3-9595-6CC46C78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E078F-4A39-4003-87FC-BADABE25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457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0ECE9-2324-4490-BBE8-15883F5F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8717F-E44E-4ED8-A031-1107B850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11C63-94C6-403B-919E-5BFFEC11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B8B4E-2F5B-4CDE-9951-65FD3437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9B07C-D4E6-4D44-8880-2090B730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DDC14-95C1-4F82-9049-B109B069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08632-D8D5-45AB-8216-2DC3A774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DE3764-2234-478B-8691-798CB9A0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526063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B4EF1D-6CCA-485C-8E17-6B0D60B6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2241A-9DD9-479A-B72F-CE701E9B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 Do     6-11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B5615-D30A-4057-8E25-FDA44E69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 test with a clear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458A5-12C5-41B3-AC2E-5FF606B4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Reset Player to the safe start.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E6A06-C51B-4EB8-BC1A-04168BF0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Predict one down-key press, then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67054-2380-46AA-AFA8-D16DE4EA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Record the position you actually see.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BC265-EE55-4202-84FE-A6660291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71675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E9400-4CC4-4318-AA60-BD9F6B23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Start: x -180, y -120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308EC-7AEA-4582-B3D6-F33F7060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865E1-F1B7-43DB-9C6F-9CC7F5A2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Press down once.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FDFAD-0251-4176-BCC0-BD6B83C2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Expected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D9CE9-59C8-406B-9EDF-9480C1FB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00525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x -180, y -130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9DA87-391F-468D-82ED-714944E4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72025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Bug-hunt actual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7AE44-2F71-4E02-9224-BDF78E0E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33975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x -180, y -110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89C53-E9E5-4FCF-BE29-268202A5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56774-E279-41EE-B4A4-DDE8C799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417F5-6B15-4AFE-A51E-CB7A3D01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6010B-CA9D-4758-9AAA-94CFAF1C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830E5-5D5C-4086-8318-41701080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579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191BE-971E-4B08-A13C-A30FD318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4FD007-CF24-4C87-9190-AB94EAC4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AD07DF-EB62-47A4-AFB4-54736F65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A5560-AB22-4AE4-87D6-85C10BE9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0A2F0D-EC61-40AC-97D6-CCCE3729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79BF83-9517-4421-A08C-552A91BE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00B9F2-EA2B-40C6-9484-3C972EE1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483564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F525F3-E33C-47AF-ABE0-01A66B8F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CE71F-482C-4740-A0C2-B21F352B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We Do     11-18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4A277-EFC4-4C48-A091-D62DD633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Five checks for the game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7F080-D620-4CF1-81C1-257891B9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524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1  Arrows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92441-88F7-486C-AB5B-64991079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0025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Reset, then try each of the four keys.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FAA23-9B1D-4042-98AC-01ED2124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524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2  Walls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6EADB-E532-48F1-A5C6-D2A73FC3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2415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Try clear space and two different walls.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DC598-2304-463C-81CE-8B082BB2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24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3  Finish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8A5DA-5672-47A0-896C-3B131500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4805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Start away, make contact, then stay there.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CE0E5-8B79-441E-A185-FC9F4DB9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2524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4  Feature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13D31-60DA-4BF1-AD84-7CA2C661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7195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Watch a full journey; avoid it, then touch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681DC-ACF3-4A47-A9AE-CACAB9C9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2524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5  Restart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AC447-403F-4A9F-98C1-8E4177B2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9585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Win, click the flag, check start and play again.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5324C-589D-415D-B521-83E0A21E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Record passes too. Compare expected and actual results.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91D64-2165-4741-8507-9D8894C6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AC333-0D68-4794-B904-C46FF796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AEE4A-4C6F-461F-B787-6FB1F743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B34F4-C7DF-49A3-ACE5-43A076EE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2F4E7-6824-45BB-8885-B18EB927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AB20A-4D56-484D-B80C-FB7720DC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457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90A00-4B4F-465D-BC84-BC8E4B66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4DE42-AC39-43E4-936B-5F5C9D33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82821-E2CD-4F43-94C4-620C5536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B2CBC-5719-4AA0-BD47-83A5C7A1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AA9E82-7AF3-465D-A215-70B828E6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7229FA-BFAB-41C6-AD4E-5B40DFDC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457632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48A36F-E315-4D43-9C55-6A72702D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A103C-1F44-4401-98C5-A277621D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 Do 2     18-21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645E7-8114-460B-A0E3-01C946E2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One repair, then retest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05356-5FBD-41B0-A332-4C1D66AD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5381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Change y by 10 to change y by -10 on the down-key script.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63461-E9BC-40EB-B7AA-B2131D41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381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Repeat the same down-key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560D6-6D65-4553-95D2-90EFBA9C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5381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Then check the other controls and game rules.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D4E3A-A54C-4D99-9BB1-7B96351C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71675"/>
            <a:ext cx="501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On Player: repair the down key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A5434-1C8D-476F-892F-6AF9823C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5010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73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E81C8-6E6D-42EB-A126-0760FCB9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4781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when down arrow key pressed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4E6B0-E075-48A2-8590-E1B45195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5010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81465-31AB-4C27-9E46-F35133A0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86175"/>
            <a:ext cx="4781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change y by -10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8E246-1008-4590-A64A-D1FCB259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5010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Retest from (-180, -120).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82E9C-6D0D-4F9A-8E89-FEEA61DF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72100"/>
            <a:ext cx="501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After one press: (-180, -130)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11E4C-A8B2-4AE6-BF9C-66756D98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35083-B36A-414F-B55D-782BCADC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E40F4-4598-40CA-9D8E-2138BF98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02561-BA3E-440A-B0FA-49DA7281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0D2FC7-B150-423E-96F7-7FF0088F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2DF60-2574-45A4-883F-CA3FB2A3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D7AFF-2FAF-478A-BAA7-F099E3AD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4579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8DF719-B7B3-4AF1-8844-924140B0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C46E4-2E8E-4858-88E9-CCB6ED1E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EC42DF-9BE3-4A88-9A75-FA78BB0A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B3107-B0CD-48BA-8F0A-158DC29B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B35C4C-2907-4ECE-8D30-818074CF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14497152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2CAB6-4F11-4127-93D9-0FA5DFC3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373CE-EB96-48E5-A106-A71723B2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We Do 2 · Task     21-25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E1A9F-67E1-4F03-BE87-D2AFE30F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Useful tester feedback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1F934-7D0C-4F2C-BDF5-068CEE8B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5381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Choose a peer or teacher tester. Agree a quiet way to respond.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0E590-3315-490C-B301-293CF56A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5381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Ask which check they ran and what happened.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D0A72-9F13-41D3-BD3F-B95682AB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5381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If all checks pass, test a clearer instruction or harder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1E571-4261-4886-BD96-E03D04FC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50101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“I did not know which keys to use.”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B7A70-DB06-43ED-8610-4A1989AB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5010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Add a clear playing instruction.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D9A9B-C3AA-4240-BD58-77F91410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62525"/>
            <a:ext cx="5010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Ask the tester to try it again.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DEA25-BF46-454F-906F-6BB91910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FC4C4-957F-46EC-9924-C34E6BA8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97501-DDBA-4785-A9A7-A0456FF6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3190F-E96F-4DE7-A26B-1ACC8859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04191-1FE3-4BA4-8822-6D36ADFF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5C9CA-4F2E-4AE1-B645-F7717DED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4D44E-5387-4D5A-A990-3F6DE59F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39901-15AF-4A8B-A2EB-684FB2AC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5795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77D97E-888E-44BA-8A7E-AE7D70CA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DCB18-99F2-433E-A68B-2ACE135A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A5B697-2F2C-4B3B-8B70-8F38EBB4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6475D3-D4AF-49B7-904E-75A7B84B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1326861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C2DA3-E3C9-4175-9B6A-7756AE65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6D369-00C8-425E-96AB-7E47E73C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Independent Task     25-35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3ABDE-C9EE-438D-9F60-8DB8FDF6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Test, improve, retest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58732-C6C8-4906-B2B5-1B1653C8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Step by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44B6B-9686-4B30-A1B2-A9D58DC8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Use the five-check record. Say or point to each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86D12-99B5-41A4-9C50-689717BC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Main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B80C7-FDE3-4B70-8DD5-9FCC823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Run all five checks. Record results and retest any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E76E9-494D-4AF5-A1CD-FEE7E287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Challenge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D522A-975E-4B8E-86EB-299832B7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After the core checks, investigate a corner or contact during a glide.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26D6C-8804-4BAA-8FDD-4941A2AE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32–35: Show a test and what your idea or feedback changed.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323B4-6666-4204-8AD3-885FBE7C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9824A-3047-4B0C-955E-48BBC2E9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5AF4B-F5CB-4A44-9356-B927A63A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654AE-2496-454B-B968-C0DA2FA6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803A6-C60B-4AF8-A4F3-034CF90B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14691-16D0-4A95-93B3-9444E2D6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747C3-65CC-4D6D-9FF6-7C468F0B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039A0-826C-4A43-9779-45502F2D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0992A-680E-4F2D-B839-396F4C11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5795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330E0-2C99-43B7-88C3-C818BFC3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2B27E3-E89C-4FAD-9DF7-3986E45B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D55BCD-B490-474C-8569-45A872DE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9543332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C022A-A97D-4D4D-BE0F-D3229460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8CAD1-EEC4-41E3-95A2-4E5E952C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Exit     35-40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E95E2-F63E-4979-9BED-2D353BD1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 finished, tested game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C5440-D69A-4F72-A8B8-F7CCD272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Save as W08_Final.sb3.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54884-39FF-4E84-9EEA-1F1594FB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Show your test record and a repair, improvement or agreed next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85D1A-81CA-4FFD-B76D-9334BA32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Review your six-outcome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7314B-27F7-4930-AAF9-C6135F9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What I said, and what it changed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C8CFC-4280-4B1B-82F4-3FADB897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F03C2-FDB6-4AFC-8718-66689BA9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25967-5CE1-45A6-9699-A0E9226A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946A3-5038-4D69-8D87-92D7C5B0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F5614-3D48-48EC-84A4-03A47767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3A57C-D1BB-4D8D-94FC-41C09054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14F20-3F16-4040-89A3-1B4AF4F0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7603E-FCA9-47B0-9717-E8B1E711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6DBD5-1560-4037-A1EC-5CAC17E3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F9B09-10A9-4C88-962F-12904344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543C8-E0EA-4C77-A375-93363CDA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B26114-CB40-4F28-895B-A94FB7B7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363758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2026-09-10T09:32:23.7690000Z</dcterms:created>
  <dcterms:modified xsi:type="dcterms:W3CDTF">2026-09-10T09:32:23.7690000Z</dcterms:modified>
</coreProperties>
</file>