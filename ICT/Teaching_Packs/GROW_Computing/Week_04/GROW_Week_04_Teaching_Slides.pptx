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43993382824aac" /><Relationship Type="http://schemas.openxmlformats.org/officeDocument/2006/relationships/extended-properties" Target="/docProps/app.xml" Id="Rdfcdaa6b0dc64e97" /><Relationship Type="http://schemas.openxmlformats.org/officeDocument/2006/relationships/officeDocument" Target="/ppt/presentation.xml" Id="R9e7d4f1aebf64c11" /></Relationships>
</file>

<file path=ppt/presentation.xml><?xml version="1.0" encoding="utf-8"?>
<p:presentation xmlns:p="http://schemas.openxmlformats.org/presentationml/2006/main">
  <p:sldMasterIdLst>
    <p:sldMasterId xmlns:r="http://schemas.openxmlformats.org/officeDocument/2006/relationships" id="2147483648" r:id="R31afb380ae334f5b"/>
  </p:sldMasterIdLst>
  <p:notesMasterIdLst>
    <p:notesMasterId xmlns:r="http://schemas.openxmlformats.org/officeDocument/2006/relationships" r:id="R5f89428ae74c424a"/>
  </p:notesMasterIdLst>
  <p:sldIdLst>
    <p:sldId xmlns:r="http://schemas.openxmlformats.org/officeDocument/2006/relationships" id="256" r:id="Rb7eb63c6c8c14a52"/>
    <p:sldId xmlns:r="http://schemas.openxmlformats.org/officeDocument/2006/relationships" id="257" r:id="R011f07e85c39486b"/>
    <p:sldId xmlns:r="http://schemas.openxmlformats.org/officeDocument/2006/relationships" id="258" r:id="R7b64a6444735407b"/>
    <p:sldId xmlns:r="http://schemas.openxmlformats.org/officeDocument/2006/relationships" id="259" r:id="Rdc4d0f223edd454d"/>
    <p:sldId xmlns:r="http://schemas.openxmlformats.org/officeDocument/2006/relationships" id="260" r:id="R96562e9effb24347"/>
    <p:sldId xmlns:r="http://schemas.openxmlformats.org/officeDocument/2006/relationships" id="261" r:id="R82ccc44e324543a0"/>
    <p:sldId xmlns:r="http://schemas.openxmlformats.org/officeDocument/2006/relationships" id="262" r:id="R6317f52c881b418e"/>
    <p:sldId xmlns:r="http://schemas.openxmlformats.org/officeDocument/2006/relationships" id="263" r:id="Re6ea1d4c906041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e0b699dfe349c0" /><Relationship Type="http://schemas.openxmlformats.org/officeDocument/2006/relationships/slideMaster" Target="/ppt/slideMasters/slideMaster1.xml" Id="R31afb380ae334f5b" /><Relationship Type="http://schemas.openxmlformats.org/officeDocument/2006/relationships/notesMaster" Target="/ppt/notesMasters/notesMaster1.xml" Id="R5f89428ae74c424a" /><Relationship Type="http://schemas.openxmlformats.org/officeDocument/2006/relationships/presProps" Target="/ppt/presProps.xml" Id="R2d5227c31af24fad" /><Relationship Type="http://schemas.openxmlformats.org/officeDocument/2006/relationships/tableStyles" Target="/ppt/tableStyles.xml" Id="Rf176a179e1914f08" /><Relationship Type="http://schemas.openxmlformats.org/officeDocument/2006/relationships/slide" Target="/ppt/slides/slide1.xml" Id="Rb7eb63c6c8c14a52" /><Relationship Type="http://schemas.openxmlformats.org/officeDocument/2006/relationships/slide" Target="/ppt/slides/slide2.xml" Id="R011f07e85c39486b" /><Relationship Type="http://schemas.openxmlformats.org/officeDocument/2006/relationships/slide" Target="/ppt/slides/slide3.xml" Id="R7b64a6444735407b" /><Relationship Type="http://schemas.openxmlformats.org/officeDocument/2006/relationships/slide" Target="/ppt/slides/slide4.xml" Id="Rdc4d0f223edd454d" /><Relationship Type="http://schemas.openxmlformats.org/officeDocument/2006/relationships/slide" Target="/ppt/slides/slide5.xml" Id="R96562e9effb24347" /><Relationship Type="http://schemas.openxmlformats.org/officeDocument/2006/relationships/slide" Target="/ppt/slides/slide6.xml" Id="R82ccc44e324543a0" /><Relationship Type="http://schemas.openxmlformats.org/officeDocument/2006/relationships/slide" Target="/ppt/slides/slide7.xml" Id="R6317f52c881b418e" /><Relationship Type="http://schemas.openxmlformats.org/officeDocument/2006/relationships/slide" Target="/ppt/slides/slide8.xml" Id="Re6ea1d4c906041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99089d1dbc41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941acc67424a88" /><Relationship Type="http://schemas.openxmlformats.org/officeDocument/2006/relationships/notesMaster" Target="/ppt/notesMasters/notesMaster1.xml" Id="Rc6b8019795cf4c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1330be540d4ccb" /><Relationship Type="http://schemas.openxmlformats.org/officeDocument/2006/relationships/notesMaster" Target="/ppt/notesMasters/notesMaster1.xml" Id="Rdb99a4db7a144a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4eb5267bf34ef2" /><Relationship Type="http://schemas.openxmlformats.org/officeDocument/2006/relationships/notesMaster" Target="/ppt/notesMasters/notesMaster1.xml" Id="R4eb41d12d3f64a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693d0bfa274046" /><Relationship Type="http://schemas.openxmlformats.org/officeDocument/2006/relationships/notesMaster" Target="/ppt/notesMasters/notesMaster1.xml" Id="R06043968ca604d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ceeff62d6148a2" /><Relationship Type="http://schemas.openxmlformats.org/officeDocument/2006/relationships/notesMaster" Target="/ppt/notesMasters/notesMaster1.xml" Id="Ra072c457120748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b09cdf55b946db" /><Relationship Type="http://schemas.openxmlformats.org/officeDocument/2006/relationships/notesMaster" Target="/ppt/notesMasters/notesMaster1.xml" Id="Ref53ae248ba74a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bd5f4c27e34ef3" /><Relationship Type="http://schemas.openxmlformats.org/officeDocument/2006/relationships/notesMaster" Target="/ppt/notesMasters/notesMaster1.xml" Id="R60b26acbd06842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742dbc59d04283" /><Relationship Type="http://schemas.openxmlformats.org/officeDocument/2006/relationships/notesMaster" Target="/ppt/notesMasters/notesMaster1.xml" Id="R10db3a8f3f7049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Arrival, elapsed minutes 0-3.</a:t>
            </a:r>
          </a:p>
          <a:p xmlns:a="http://schemas.openxmlformats.org/drawingml/2006/main">
            <a:r>
              <a:t/>
            </a:r>
          </a:p>
          <a:p xmlns:a="http://schemas.openxmlformats.org/drawingml/2006/main">
            <a:r>
              <a:t>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Starter, elapsed minutes 3-6.</a:t>
            </a:r>
          </a:p>
          <a:p xmlns:a="http://schemas.openxmlformats.org/drawingml/2006/main">
            <a:r>
              <a:t/>
            </a:r>
          </a:p>
          <a:p xmlns:a="http://schemas.openxmlformats.org/drawingml/2006/main">
            <a:r>
              <a:t>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elapsed minutes 6-11.</a:t>
            </a:r>
          </a:p>
          <a:p xmlns:a="http://schemas.openxmlformats.org/drawingml/2006/main">
            <a:r>
              <a:t/>
            </a:r>
          </a:p>
          <a:p xmlns:a="http://schemas.openxmlformats.org/drawingml/2006/main">
            <a:r>
              <a:t> 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elapsed minutes 11-18.</a:t>
            </a:r>
          </a:p>
          <a:p xmlns:a="http://schemas.openxmlformats.org/drawingml/2006/main">
            <a:r>
              <a:t/>
            </a:r>
          </a:p>
          <a:p xmlns:a="http://schemas.openxmlformats.org/drawingml/2006/main">
            <a:r>
              <a:t>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Take a prediction from each pupil by speech, pointing or writing. Share the test action, compare the result, then let a pupil explain or direct a repair. 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2, elapsed minutes 18-21.</a:t>
            </a:r>
          </a:p>
          <a:p xmlns:a="http://schemas.openxmlformats.org/drawingml/2006/main">
            <a:r>
              <a:t/>
            </a:r>
          </a:p>
          <a:p xmlns:a="http://schemas.openxmlformats.org/drawingml/2006/main">
            <a:r>
              <a:t>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2 · Task, elapsed minutes 21-25.</a:t>
            </a:r>
          </a:p>
          <a:p xmlns:a="http://schemas.openxmlformats.org/drawingml/2006/main">
            <a:r>
              <a:t/>
            </a:r>
          </a:p>
          <a:p xmlns:a="http://schemas.openxmlformats.org/drawingml/2006/main">
            <a:r>
              <a:t>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Take a prediction from each pupil by speech, pointing or writing. Share the test action, compare the result, then let a pupil explain or direct a repair. 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Task, elapsed minutes 25-35.</a:t>
            </a:r>
          </a:p>
          <a:p xmlns:a="http://schemas.openxmlformats.org/drawingml/2006/main">
            <a:r>
              <a:t/>
            </a:r>
          </a:p>
          <a:p xmlns:a="http://schemas.openxmlformats.org/drawingml/2006/main">
            <a:r>
              <a:t>25-32: build using the chosen route. 32-35: show an individual test and close the voice loop. Which key or action needs clearer help? Choose a useful support or step-size change and test it. Ask “What I said, and what it changed”. Listen and reply: use it, adapt it, or defer with a reason. A pupil may answer privately or have exact words scribed. No signature gate.</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elapsed minutes 35-40.</a:t>
            </a:r>
          </a:p>
          <a:p xmlns:a="http://schemas.openxmlformats.org/drawingml/2006/main">
            <a:r>
              <a:t/>
            </a:r>
          </a:p>
          <a:p xmlns:a="http://schemas.openxmlformats.org/drawingml/2006/main">
            <a:r>
              <a:t>Use the pupil’s own Week 3 maze. A recovery maze is supplied with no scripts; it supports access but cannot retrospectively prove creation of its sprites. Select Player before building. Model Events &gt; when space key pressed and use the dropdown for each arrow. Use change x/change y, not set x/set y. Record the pupil’s actual safe start; (-180,-120) is the supplied model example only. Keep steps at 10 for the shared tests. Test each key after reset using press and release. All four controls remain the target for every route; two keys are partial progress.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2: Observe pupil creation of all four arrow scripts and a practical demonstration. Check any previously inherited controls by having the pupil construct the relevant script.</a:t>
            </a:r>
          </a:p>
          <a:p xmlns:a="http://schemas.openxmlformats.org/drawingml/2006/main">
            <a:r>
              <a:t>W04_Controls.sb3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23f4bc0de64c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f4afc6749f447c" /><Relationship Type="http://schemas.openxmlformats.org/officeDocument/2006/relationships/slideLayout" Target="/ppt/slideLayouts/slideLayout1.xml" Id="Re691c1b30bef4a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91c1b30bef4a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6d2a0817ed4889" /><Relationship Type="http://schemas.openxmlformats.org/officeDocument/2006/relationships/notesSlide" Target="/ppt/notesSlides/notesSlide1.xml" Id="Rd62339890ad04b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1b262dadbe4da3" /><Relationship Type="http://schemas.openxmlformats.org/officeDocument/2006/relationships/notesSlide" Target="/ppt/notesSlides/notesSlide2.xml" Id="R81dd1a66595049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ca607fac124e41" /><Relationship Type="http://schemas.openxmlformats.org/officeDocument/2006/relationships/notesSlide" Target="/ppt/notesSlides/notesSlide3.xml" Id="R5a99267f89ce46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841e8cad51483e" /><Relationship Type="http://schemas.openxmlformats.org/officeDocument/2006/relationships/notesSlide" Target="/ppt/notesSlides/notesSlide4.xml" Id="R14d085d9d43a40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9afba301a347d6" /><Relationship Type="http://schemas.openxmlformats.org/officeDocument/2006/relationships/notesSlide" Target="/ppt/notesSlides/notesSlide5.xml" Id="Rebe21f944a4845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2d591d8ab3488a" /><Relationship Type="http://schemas.openxmlformats.org/officeDocument/2006/relationships/notesSlide" Target="/ppt/notesSlides/notesSlide6.xml" Id="Rb700a6a238434f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43407aeebf41d8" /><Relationship Type="http://schemas.openxmlformats.org/officeDocument/2006/relationships/notesSlide" Target="/ppt/notesSlides/notesSlide7.xml" Id="R82831568e3324f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f504cd1a20447c" /><Relationship Type="http://schemas.openxmlformats.org/officeDocument/2006/relationships/notesSlide" Target="/ppt/notesSlides/notesSlide8.xml" Id="Rd432f54077d94c14" /></Relationships>
</file>

<file path=ppt/slides/slide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E920CA0-D1FF-4180-B239-00B915A602D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482E22-83E9-46E7-A163-81563E298B5C}"/>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Arrival     0-3 minutes</a:t>
            </a:r>
          </a:p>
        </p:txBody>
      </p:sp>
      <p:sp>
        <p:nvSpPr>
          <p:cNvPr id="3" name="">
            <a:extLst xmlns:a="http://schemas.openxmlformats.org/drawingml/2006/main">
              <a:ext uri="{FF2B5EF4-FFF2-40B4-BE49-F238E27FC236}">
                <a16:creationId xmlns:a16="http://schemas.microsoft.com/office/drawing/2014/main" id="{E2F56B74-FA86-4448-9EAB-7AB2F71D6022}"/>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42E25"/>
                </a:solidFill>
                <a:latin typeface="DejaVu Sans"/>
                <a:ea typeface="DejaVu Sans"/>
                <a:cs typeface="DejaVu Sans"/>
              </a:defRPr>
            </a:pPr>
            <a:r>
              <a:rPr sz="4050" b="1">
                <a:solidFill>
                  <a:srgbClr val="142E25"/>
                </a:solidFill>
                <a:latin typeface="DejaVu Sans"/>
                <a:ea typeface="DejaVu Sans"/>
                <a:cs typeface="DejaVu Sans"/>
              </a:rPr>
              <a:t>The maze gets controls</a:t>
            </a:r>
          </a:p>
        </p:txBody>
      </p:sp>
      <p:sp>
        <p:nvSpPr>
          <p:cNvPr id="4" name="">
            <a:extLst xmlns:a="http://schemas.openxmlformats.org/drawingml/2006/main">
              <a:ext uri="{FF2B5EF4-FFF2-40B4-BE49-F238E27FC236}">
                <a16:creationId xmlns:a16="http://schemas.microsoft.com/office/drawing/2014/main" id="{438CBD58-B54E-45F6-98D2-1B586EBC6E55}"/>
              </a:ext>
            </a:extLst>
          </p:cNvPr>
          <p:cNvSpPr>
            <a:spLocks xmlns:a="http://schemas.openxmlformats.org/drawingml/2006/main" noGrp="1"/>
          </p:cNvSpPr>
          <p:nvPr/>
        </p:nvSpPr>
        <p:spPr>
          <a:xfrm xmlns:a="http://schemas.openxmlformats.org/drawingml/2006/main">
            <a:off x="609600" y="197167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2E25"/>
                </a:solidFill>
                <a:latin typeface="DejaVu Sans"/>
                <a:ea typeface="DejaVu Sans"/>
                <a:cs typeface="DejaVu Sans"/>
              </a:defRPr>
            </a:pPr>
            <a:r>
              <a:rPr sz="2775" b="1">
                <a:solidFill>
                  <a:srgbClr val="142E25"/>
                </a:solidFill>
                <a:latin typeface="DejaVu Sans"/>
                <a:ea typeface="DejaVu Sans"/>
                <a:cs typeface="DejaVu Sans"/>
              </a:rPr>
              <a:t>I can create and test all four arrow controls in my maze.</a:t>
            </a:r>
          </a:p>
        </p:txBody>
      </p:sp>
      <p:sp>
        <p:nvSpPr>
          <p:cNvPr id="5" name="">
            <a:extLst xmlns:a="http://schemas.openxmlformats.org/drawingml/2006/main">
              <a:ext uri="{FF2B5EF4-FFF2-40B4-BE49-F238E27FC236}">
                <a16:creationId xmlns:a16="http://schemas.microsoft.com/office/drawing/2014/main" id="{B4300625-A6F1-4729-8D4E-74ADEDB7CAC4}"/>
              </a:ext>
            </a:extLst>
          </p:cNvPr>
          <p:cNvSpPr>
            <a:spLocks xmlns:a="http://schemas.openxmlformats.org/drawingml/2006/main" noGrp="1"/>
          </p:cNvSpPr>
          <p:nvPr/>
        </p:nvSpPr>
        <p:spPr>
          <a:xfrm xmlns:a="http://schemas.openxmlformats.org/drawingml/2006/main">
            <a:off x="609600" y="3714750"/>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Open your own W03_Maze.sb3.</a:t>
            </a:r>
          </a:p>
        </p:txBody>
      </p:sp>
      <p:sp>
        <p:nvSpPr>
          <p:cNvPr id="6" name="">
            <a:extLst xmlns:a="http://schemas.openxmlformats.org/drawingml/2006/main">
              <a:ext uri="{FF2B5EF4-FFF2-40B4-BE49-F238E27FC236}">
                <a16:creationId xmlns:a16="http://schemas.microsoft.com/office/drawing/2014/main" id="{6F11FE22-E4A5-4A9D-B2E2-825211CCAB15}"/>
              </a:ext>
            </a:extLst>
          </p:cNvPr>
          <p:cNvSpPr>
            <a:spLocks xmlns:a="http://schemas.openxmlformats.org/drawingml/2006/main" noGrp="1"/>
          </p:cNvSpPr>
          <p:nvPr/>
        </p:nvSpPr>
        <p:spPr>
          <a:xfrm xmlns:a="http://schemas.openxmlformats.org/drawingml/2006/main">
            <a:off x="609600" y="54959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 can point, say or write. Quiet working is available.</a:t>
            </a:r>
          </a:p>
        </p:txBody>
      </p:sp>
      <p:sp>
        <p:nvSpPr>
          <p:cNvPr id="7" name="">
            <a:extLst xmlns:a="http://schemas.openxmlformats.org/drawingml/2006/main">
              <a:ext uri="{FF2B5EF4-FFF2-40B4-BE49-F238E27FC236}">
                <a16:creationId xmlns:a16="http://schemas.microsoft.com/office/drawing/2014/main" id="{DEBF5434-B21C-4604-93F6-3C5AFD37C249}"/>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1C1559-8171-449D-8161-FAB475D7712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Arrival</a:t>
            </a:r>
          </a:p>
        </p:txBody>
      </p:sp>
      <p:sp>
        <p:nvSpPr>
          <p:cNvPr id="9" name="">
            <a:extLst xmlns:a="http://schemas.openxmlformats.org/drawingml/2006/main">
              <a:ext uri="{FF2B5EF4-FFF2-40B4-BE49-F238E27FC236}">
                <a16:creationId xmlns:a16="http://schemas.microsoft.com/office/drawing/2014/main" id="{0D4EA8DC-FFB5-4E3F-AC90-7AD8FF6A6ED9}"/>
              </a:ext>
            </a:extLst>
          </p:cNvPr>
          <p:cNvSpPr>
            <a:spLocks xmlns:a="http://schemas.openxmlformats.org/drawingml/2006/main" noGrp="1"/>
          </p:cNvSpPr>
          <p:nvPr/>
        </p:nvSpPr>
        <p:spPr>
          <a:xfrm xmlns:a="http://schemas.openxmlformats.org/drawingml/2006/main">
            <a:off x="6096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B88031F-AA7C-4D66-B556-2D40815937FB}"/>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A72F3CF0-7591-4C60-BA25-9BB19E81F9B5}"/>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E031B637-0086-4900-B83F-D43696AC0F13}"/>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B00A9188-B66E-4905-9C99-7F14E5BD6031}"/>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12725631-C1C8-4E42-AA7C-F4A77ACF8024}"/>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F2C1FB57-6F4D-4B5B-BAA0-02EDAAD37117}"/>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A15ED719-125C-47DC-8E2C-00364A9C598D}"/>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5D5A446E-77FC-4AA4-B58E-89982E3AD6FD}"/>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18" name="">
            <a:extLst xmlns:a="http://schemas.openxmlformats.org/drawingml/2006/main">
              <a:ext uri="{FF2B5EF4-FFF2-40B4-BE49-F238E27FC236}">
                <a16:creationId xmlns:a16="http://schemas.microsoft.com/office/drawing/2014/main" id="{E671C17E-9054-48E4-B14D-2A600035F9FB}"/>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 / 8</a:t>
            </a:r>
          </a:p>
        </p:txBody>
      </p:sp>
    </p:spTree>
    <p:extLst>
      <p:ext uri="{BB962C8B-B14F-4D97-AF65-F5344CB8AC3E}">
        <p14:creationId xmlns:p14="http://schemas.microsoft.com/office/powerpoint/2010/main" val="1499238087"/>
      </p:ext>
    </p:extLst>
  </p:cSld>
</p:sld>
</file>

<file path=ppt/slides/slide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BF87376-D1E9-4779-B423-4D7011EACC3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DB8F18-2896-472D-BBCC-3EFA2FE808BF}"/>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Starter     3-6 minutes</a:t>
            </a:r>
          </a:p>
        </p:txBody>
      </p:sp>
      <p:sp>
        <p:nvSpPr>
          <p:cNvPr id="3" name="">
            <a:extLst xmlns:a="http://schemas.openxmlformats.org/drawingml/2006/main">
              <a:ext uri="{FF2B5EF4-FFF2-40B4-BE49-F238E27FC236}">
                <a16:creationId xmlns:a16="http://schemas.microsoft.com/office/drawing/2014/main" id="{F728590E-85D3-4293-BAB1-3B7CF22D6E14}"/>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up-key mystery</a:t>
            </a:r>
          </a:p>
        </p:txBody>
      </p:sp>
      <p:sp>
        <p:nvSpPr>
          <p:cNvPr id="4" name="">
            <a:extLst xmlns:a="http://schemas.openxmlformats.org/drawingml/2006/main">
              <a:ext uri="{FF2B5EF4-FFF2-40B4-BE49-F238E27FC236}">
                <a16:creationId xmlns:a16="http://schemas.microsoft.com/office/drawing/2014/main" id="{935865C4-B9C4-4DBD-998A-A06C75CACAD3}"/>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The up key changes x by 10.</a:t>
            </a:r>
          </a:p>
        </p:txBody>
      </p:sp>
      <p:sp>
        <p:nvSpPr>
          <p:cNvPr id="5" name="">
            <a:extLst xmlns:a="http://schemas.openxmlformats.org/drawingml/2006/main">
              <a:ext uri="{FF2B5EF4-FFF2-40B4-BE49-F238E27FC236}">
                <a16:creationId xmlns:a16="http://schemas.microsoft.com/office/drawing/2014/main" id="{6C0AA8B4-5018-4CF6-B8C6-45C2EA41C28D}"/>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the direction Player moves.</a:t>
            </a:r>
          </a:p>
        </p:txBody>
      </p:sp>
      <p:sp>
        <p:nvSpPr>
          <p:cNvPr id="6" name="">
            <a:extLst xmlns:a="http://schemas.openxmlformats.org/drawingml/2006/main">
              <a:ext uri="{FF2B5EF4-FFF2-40B4-BE49-F238E27FC236}">
                <a16:creationId xmlns:a16="http://schemas.microsoft.com/office/drawing/2014/main" id="{0C73D293-761A-4C23-9274-465310D414E5}"/>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Which block would you inspect?</a:t>
            </a:r>
          </a:p>
        </p:txBody>
      </p:sp>
      <p:sp>
        <p:nvSpPr>
          <p:cNvPr id="7" name="">
            <a:extLst xmlns:a="http://schemas.openxmlformats.org/drawingml/2006/main">
              <a:ext uri="{FF2B5EF4-FFF2-40B4-BE49-F238E27FC236}">
                <a16:creationId xmlns:a16="http://schemas.microsoft.com/office/drawing/2014/main" id="{8E4EF946-34CB-443B-9E30-BD9357DBEBB6}"/>
              </a:ext>
            </a:extLst>
          </p:cNvPr>
          <p:cNvSpPr>
            <a:spLocks xmlns:a="http://schemas.openxmlformats.org/drawingml/2006/main" noGrp="1"/>
          </p:cNvSpPr>
          <p:nvPr/>
        </p:nvSpPr>
        <p:spPr>
          <a:xfrm xmlns:a="http://schemas.openxmlformats.org/drawingml/2006/main">
            <a:off x="6572250" y="2457450"/>
            <a:ext cx="5010150" cy="59055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01996A-0108-4005-BECF-963F07B15DDB}"/>
              </a:ext>
            </a:extLst>
          </p:cNvPr>
          <p:cNvSpPr>
            <a:spLocks xmlns:a="http://schemas.openxmlformats.org/drawingml/2006/main" noGrp="1"/>
          </p:cNvSpPr>
          <p:nvPr/>
        </p:nvSpPr>
        <p:spPr>
          <a:xfrm xmlns:a="http://schemas.openxmlformats.org/drawingml/2006/main">
            <a:off x="6686550" y="2524125"/>
            <a:ext cx="4781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E25"/>
                </a:solidFill>
                <a:latin typeface="DejaVu Sans"/>
                <a:ea typeface="DejaVu Sans"/>
                <a:cs typeface="DejaVu Sans"/>
              </a:defRPr>
            </a:pPr>
            <a:r>
              <a:rPr sz="1950" b="1">
                <a:solidFill>
                  <a:srgbClr val="142E25"/>
                </a:solidFill>
                <a:latin typeface="DejaVu Sans"/>
                <a:ea typeface="DejaVu Sans"/>
                <a:cs typeface="DejaVu Sans"/>
              </a:rPr>
              <a:t>when up arrow key pressed</a:t>
            </a:r>
          </a:p>
        </p:txBody>
      </p:sp>
      <p:sp>
        <p:nvSpPr>
          <p:cNvPr id="9" name="">
            <a:extLst xmlns:a="http://schemas.openxmlformats.org/drawingml/2006/main">
              <a:ext uri="{FF2B5EF4-FFF2-40B4-BE49-F238E27FC236}">
                <a16:creationId xmlns:a16="http://schemas.microsoft.com/office/drawing/2014/main" id="{ACE16B48-A141-4FF4-8FE0-AD76FC81E2A9}"/>
              </a:ext>
            </a:extLst>
          </p:cNvPr>
          <p:cNvSpPr>
            <a:spLocks xmlns:a="http://schemas.openxmlformats.org/drawingml/2006/main" noGrp="1"/>
          </p:cNvSpPr>
          <p:nvPr/>
        </p:nvSpPr>
        <p:spPr>
          <a:xfrm xmlns:a="http://schemas.openxmlformats.org/drawingml/2006/main">
            <a:off x="6572250" y="3076575"/>
            <a:ext cx="5010150" cy="5905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E8BE9C1-09D5-4160-B8C6-FC5E494C3A9D}"/>
              </a:ext>
            </a:extLst>
          </p:cNvPr>
          <p:cNvSpPr>
            <a:spLocks xmlns:a="http://schemas.openxmlformats.org/drawingml/2006/main" noGrp="1"/>
          </p:cNvSpPr>
          <p:nvPr/>
        </p:nvSpPr>
        <p:spPr>
          <a:xfrm xmlns:a="http://schemas.openxmlformats.org/drawingml/2006/main">
            <a:off x="6686550" y="3143250"/>
            <a:ext cx="4781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change x by 10</a:t>
            </a:r>
          </a:p>
        </p:txBody>
      </p:sp>
      <p:sp>
        <p:nvSpPr>
          <p:cNvPr id="11" name="">
            <a:extLst xmlns:a="http://schemas.openxmlformats.org/drawingml/2006/main">
              <a:ext uri="{FF2B5EF4-FFF2-40B4-BE49-F238E27FC236}">
                <a16:creationId xmlns:a16="http://schemas.microsoft.com/office/drawing/2014/main" id="{A72FC5C9-16AE-4457-B6B8-07B1B6BE1FEC}"/>
              </a:ext>
            </a:extLst>
          </p:cNvPr>
          <p:cNvSpPr>
            <a:spLocks xmlns:a="http://schemas.openxmlformats.org/drawingml/2006/main" noGrp="1"/>
          </p:cNvSpPr>
          <p:nvPr/>
        </p:nvSpPr>
        <p:spPr>
          <a:xfrm xmlns:a="http://schemas.openxmlformats.org/drawingml/2006/main">
            <a:off x="6572250" y="4324350"/>
            <a:ext cx="5010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624A"/>
                </a:solidFill>
                <a:latin typeface="DejaVu Sans"/>
                <a:ea typeface="DejaVu Sans"/>
                <a:cs typeface="DejaVu Sans"/>
              </a:defRPr>
            </a:pPr>
            <a:r>
              <a:rPr sz="2175" b="1">
                <a:solidFill>
                  <a:srgbClr val="19624A"/>
                </a:solidFill>
                <a:latin typeface="DejaVu Sans"/>
                <a:ea typeface="DejaVu Sans"/>
                <a:cs typeface="DejaVu Sans"/>
              </a:rPr>
              <a:t>Predict the result before repairing.</a:t>
            </a:r>
          </a:p>
        </p:txBody>
      </p:sp>
      <p:sp>
        <p:nvSpPr>
          <p:cNvPr id="12" name="">
            <a:extLst xmlns:a="http://schemas.openxmlformats.org/drawingml/2006/main">
              <a:ext uri="{FF2B5EF4-FFF2-40B4-BE49-F238E27FC236}">
                <a16:creationId xmlns:a16="http://schemas.microsoft.com/office/drawing/2014/main" id="{4E03C30D-FB03-4F10-9C3A-859EA5F6B017}"/>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9C1E30C-6F59-413F-900D-2C7B52A680BD}"/>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4" name="">
            <a:extLst xmlns:a="http://schemas.openxmlformats.org/drawingml/2006/main">
              <a:ext uri="{FF2B5EF4-FFF2-40B4-BE49-F238E27FC236}">
                <a16:creationId xmlns:a16="http://schemas.microsoft.com/office/drawing/2014/main" id="{30A9E6B6-F730-44B9-8D9F-1B80AE60751E}"/>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Starter</a:t>
            </a:r>
          </a:p>
        </p:txBody>
      </p:sp>
      <p:sp>
        <p:nvSpPr>
          <p:cNvPr id="15" name="">
            <a:extLst xmlns:a="http://schemas.openxmlformats.org/drawingml/2006/main">
              <a:ext uri="{FF2B5EF4-FFF2-40B4-BE49-F238E27FC236}">
                <a16:creationId xmlns:a16="http://schemas.microsoft.com/office/drawing/2014/main" id="{B56528CD-15DE-422F-B448-4E381235E7D8}"/>
              </a:ext>
            </a:extLst>
          </p:cNvPr>
          <p:cNvSpPr>
            <a:spLocks xmlns:a="http://schemas.openxmlformats.org/drawingml/2006/main" noGrp="1"/>
          </p:cNvSpPr>
          <p:nvPr/>
        </p:nvSpPr>
        <p:spPr>
          <a:xfrm xmlns:a="http://schemas.openxmlformats.org/drawingml/2006/main">
            <a:off x="17145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167408B-047C-4BB8-A03E-AEB2B87C77EE}"/>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7" name="">
            <a:extLst xmlns:a="http://schemas.openxmlformats.org/drawingml/2006/main">
              <a:ext uri="{FF2B5EF4-FFF2-40B4-BE49-F238E27FC236}">
                <a16:creationId xmlns:a16="http://schemas.microsoft.com/office/drawing/2014/main" id="{B6F90ACB-4EF5-4FC6-B1C6-F6CD71FB6A1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8" name="">
            <a:extLst xmlns:a="http://schemas.openxmlformats.org/drawingml/2006/main">
              <a:ext uri="{FF2B5EF4-FFF2-40B4-BE49-F238E27FC236}">
                <a16:creationId xmlns:a16="http://schemas.microsoft.com/office/drawing/2014/main" id="{31F05D22-1D8D-4708-B9D4-FE74B2DED66B}"/>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9" name="">
            <a:extLst xmlns:a="http://schemas.openxmlformats.org/drawingml/2006/main">
              <a:ext uri="{FF2B5EF4-FFF2-40B4-BE49-F238E27FC236}">
                <a16:creationId xmlns:a16="http://schemas.microsoft.com/office/drawing/2014/main" id="{9D2C7BDB-DAF5-47A2-9DCC-ED2E8FF581A0}"/>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0" name="">
            <a:extLst xmlns:a="http://schemas.openxmlformats.org/drawingml/2006/main">
              <a:ext uri="{FF2B5EF4-FFF2-40B4-BE49-F238E27FC236}">
                <a16:creationId xmlns:a16="http://schemas.microsoft.com/office/drawing/2014/main" id="{C063AD92-C059-47DD-925E-A4430EED10E3}"/>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1" name="">
            <a:extLst xmlns:a="http://schemas.openxmlformats.org/drawingml/2006/main">
              <a:ext uri="{FF2B5EF4-FFF2-40B4-BE49-F238E27FC236}">
                <a16:creationId xmlns:a16="http://schemas.microsoft.com/office/drawing/2014/main" id="{C109D03B-6BF5-4BD4-BE9A-AEA87B9FF297}"/>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2" name="">
            <a:extLst xmlns:a="http://schemas.openxmlformats.org/drawingml/2006/main">
              <a:ext uri="{FF2B5EF4-FFF2-40B4-BE49-F238E27FC236}">
                <a16:creationId xmlns:a16="http://schemas.microsoft.com/office/drawing/2014/main" id="{77873CCB-4519-4FCD-A598-D8683E6885E4}"/>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23" name="">
            <a:extLst xmlns:a="http://schemas.openxmlformats.org/drawingml/2006/main">
              <a:ext uri="{FF2B5EF4-FFF2-40B4-BE49-F238E27FC236}">
                <a16:creationId xmlns:a16="http://schemas.microsoft.com/office/drawing/2014/main" id="{10BBB40E-840B-4FCF-B510-ADD25EB727C3}"/>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2 / 8</a:t>
            </a:r>
          </a:p>
        </p:txBody>
      </p:sp>
    </p:spTree>
    <p:extLst>
      <p:ext uri="{BB962C8B-B14F-4D97-AF65-F5344CB8AC3E}">
        <p14:creationId xmlns:p14="http://schemas.microsoft.com/office/powerpoint/2010/main" val="263578507"/>
      </p:ext>
    </p:extLst>
  </p:cSld>
</p:sld>
</file>

<file path=ppt/slides/slide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88995FB-1550-4516-875D-B84CFF774BC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8F34D6-0EA9-4F61-9BC7-C3011C25D100}"/>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6-11 minutes</a:t>
            </a:r>
          </a:p>
        </p:txBody>
      </p:sp>
      <p:sp>
        <p:nvSpPr>
          <p:cNvPr id="3" name="">
            <a:extLst xmlns:a="http://schemas.openxmlformats.org/drawingml/2006/main">
              <a:ext uri="{FF2B5EF4-FFF2-40B4-BE49-F238E27FC236}">
                <a16:creationId xmlns:a16="http://schemas.microsoft.com/office/drawing/2014/main" id="{71F5D7AA-B37E-4946-9665-1F60E7907B17}"/>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Horizontal controls</a:t>
            </a:r>
          </a:p>
        </p:txBody>
      </p:sp>
      <p:sp>
        <p:nvSpPr>
          <p:cNvPr id="4" name="">
            <a:extLst xmlns:a="http://schemas.openxmlformats.org/drawingml/2006/main">
              <a:ext uri="{FF2B5EF4-FFF2-40B4-BE49-F238E27FC236}">
                <a16:creationId xmlns:a16="http://schemas.microsoft.com/office/drawing/2014/main" id="{560D769B-668B-448D-BD1F-3A844B8BFD34}"/>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Right and left use x.</a:t>
            </a:r>
          </a:p>
        </p:txBody>
      </p:sp>
      <p:sp>
        <p:nvSpPr>
          <p:cNvPr id="5" name="">
            <a:extLst xmlns:a="http://schemas.openxmlformats.org/drawingml/2006/main">
              <a:ext uri="{FF2B5EF4-FFF2-40B4-BE49-F238E27FC236}">
                <a16:creationId xmlns:a16="http://schemas.microsoft.com/office/drawing/2014/main" id="{F124F2B0-DF57-469B-90F0-F57D24468ED3}"/>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Use a separate event for each key.</a:t>
            </a:r>
          </a:p>
        </p:txBody>
      </p:sp>
      <p:sp>
        <p:nvSpPr>
          <p:cNvPr id="6" name="">
            <a:extLst xmlns:a="http://schemas.openxmlformats.org/drawingml/2006/main">
              <a:ext uri="{FF2B5EF4-FFF2-40B4-BE49-F238E27FC236}">
                <a16:creationId xmlns:a16="http://schemas.microsoft.com/office/drawing/2014/main" id="{0E705E97-1261-4CC2-A1E2-39122C847EFF}"/>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Set a clear green-flag start.</a:t>
            </a:r>
          </a:p>
        </p:txBody>
      </p:sp>
      <p:sp>
        <p:nvSpPr>
          <p:cNvPr id="7" name="">
            <a:extLst xmlns:a="http://schemas.openxmlformats.org/drawingml/2006/main">
              <a:ext uri="{FF2B5EF4-FFF2-40B4-BE49-F238E27FC236}">
                <a16:creationId xmlns:a16="http://schemas.microsoft.com/office/drawing/2014/main" id="{101FD358-B220-4AFF-862E-7C3E26ABDE82}"/>
              </a:ext>
            </a:extLst>
          </p:cNvPr>
          <p:cNvSpPr>
            <a:spLocks xmlns:a="http://schemas.openxmlformats.org/drawingml/2006/main" noGrp="1"/>
          </p:cNvSpPr>
          <p:nvPr/>
        </p:nvSpPr>
        <p:spPr>
          <a:xfrm xmlns:a="http://schemas.openxmlformats.org/drawingml/2006/main">
            <a:off x="6572250" y="2257425"/>
            <a:ext cx="5010150" cy="5715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75472DC-FE44-46D8-9F62-18EE914B0239}"/>
              </a:ext>
            </a:extLst>
          </p:cNvPr>
          <p:cNvSpPr>
            <a:spLocks xmlns:a="http://schemas.openxmlformats.org/drawingml/2006/main" noGrp="1"/>
          </p:cNvSpPr>
          <p:nvPr/>
        </p:nvSpPr>
        <p:spPr>
          <a:xfrm xmlns:a="http://schemas.openxmlformats.org/drawingml/2006/main">
            <a:off x="6686550" y="2324100"/>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right arrow key pressed</a:t>
            </a:r>
          </a:p>
        </p:txBody>
      </p:sp>
      <p:sp>
        <p:nvSpPr>
          <p:cNvPr id="9" name="">
            <a:extLst xmlns:a="http://schemas.openxmlformats.org/drawingml/2006/main">
              <a:ext uri="{FF2B5EF4-FFF2-40B4-BE49-F238E27FC236}">
                <a16:creationId xmlns:a16="http://schemas.microsoft.com/office/drawing/2014/main" id="{5003553F-BC36-457D-B59C-6F48F4860D24}"/>
              </a:ext>
            </a:extLst>
          </p:cNvPr>
          <p:cNvSpPr>
            <a:spLocks xmlns:a="http://schemas.openxmlformats.org/drawingml/2006/main" noGrp="1"/>
          </p:cNvSpPr>
          <p:nvPr/>
        </p:nvSpPr>
        <p:spPr>
          <a:xfrm xmlns:a="http://schemas.openxmlformats.org/drawingml/2006/main">
            <a:off x="6572250" y="2857500"/>
            <a:ext cx="5010150" cy="5715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FB3BF80-7ADB-4028-9125-5CAF02F66B34}"/>
              </a:ext>
            </a:extLst>
          </p:cNvPr>
          <p:cNvSpPr>
            <a:spLocks xmlns:a="http://schemas.openxmlformats.org/drawingml/2006/main" noGrp="1"/>
          </p:cNvSpPr>
          <p:nvPr/>
        </p:nvSpPr>
        <p:spPr>
          <a:xfrm xmlns:a="http://schemas.openxmlformats.org/drawingml/2006/main">
            <a:off x="6686550" y="2924175"/>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change x by 10</a:t>
            </a:r>
          </a:p>
        </p:txBody>
      </p:sp>
      <p:sp>
        <p:nvSpPr>
          <p:cNvPr id="11" name="">
            <a:extLst xmlns:a="http://schemas.openxmlformats.org/drawingml/2006/main">
              <a:ext uri="{FF2B5EF4-FFF2-40B4-BE49-F238E27FC236}">
                <a16:creationId xmlns:a16="http://schemas.microsoft.com/office/drawing/2014/main" id="{DD789D6D-0D65-432B-B20B-CE25D31B6969}"/>
              </a:ext>
            </a:extLst>
          </p:cNvPr>
          <p:cNvSpPr>
            <a:spLocks xmlns:a="http://schemas.openxmlformats.org/drawingml/2006/main" noGrp="1"/>
          </p:cNvSpPr>
          <p:nvPr/>
        </p:nvSpPr>
        <p:spPr>
          <a:xfrm xmlns:a="http://schemas.openxmlformats.org/drawingml/2006/main">
            <a:off x="6572250" y="4010025"/>
            <a:ext cx="5010150" cy="5715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D16839-7829-41FA-880F-A84BCE222BD0}"/>
              </a:ext>
            </a:extLst>
          </p:cNvPr>
          <p:cNvSpPr>
            <a:spLocks xmlns:a="http://schemas.openxmlformats.org/drawingml/2006/main" noGrp="1"/>
          </p:cNvSpPr>
          <p:nvPr/>
        </p:nvSpPr>
        <p:spPr>
          <a:xfrm xmlns:a="http://schemas.openxmlformats.org/drawingml/2006/main">
            <a:off x="6686550" y="4076700"/>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left arrow key pressed</a:t>
            </a:r>
          </a:p>
        </p:txBody>
      </p:sp>
      <p:sp>
        <p:nvSpPr>
          <p:cNvPr id="13" name="">
            <a:extLst xmlns:a="http://schemas.openxmlformats.org/drawingml/2006/main">
              <a:ext uri="{FF2B5EF4-FFF2-40B4-BE49-F238E27FC236}">
                <a16:creationId xmlns:a16="http://schemas.microsoft.com/office/drawing/2014/main" id="{36128770-4971-4F13-9AEA-4B2B8D831344}"/>
              </a:ext>
            </a:extLst>
          </p:cNvPr>
          <p:cNvSpPr>
            <a:spLocks xmlns:a="http://schemas.openxmlformats.org/drawingml/2006/main" noGrp="1"/>
          </p:cNvSpPr>
          <p:nvPr/>
        </p:nvSpPr>
        <p:spPr>
          <a:xfrm xmlns:a="http://schemas.openxmlformats.org/drawingml/2006/main">
            <a:off x="6572250" y="4610100"/>
            <a:ext cx="5010150" cy="5715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848B16-22D8-4A5F-B5C7-795A0336C385}"/>
              </a:ext>
            </a:extLst>
          </p:cNvPr>
          <p:cNvSpPr>
            <a:spLocks xmlns:a="http://schemas.openxmlformats.org/drawingml/2006/main" noGrp="1"/>
          </p:cNvSpPr>
          <p:nvPr/>
        </p:nvSpPr>
        <p:spPr>
          <a:xfrm xmlns:a="http://schemas.openxmlformats.org/drawingml/2006/main">
            <a:off x="6686550" y="4676775"/>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change x by -10</a:t>
            </a:r>
          </a:p>
        </p:txBody>
      </p:sp>
      <p:sp>
        <p:nvSpPr>
          <p:cNvPr id="15" name="">
            <a:extLst xmlns:a="http://schemas.openxmlformats.org/drawingml/2006/main">
              <a:ext uri="{FF2B5EF4-FFF2-40B4-BE49-F238E27FC236}">
                <a16:creationId xmlns:a16="http://schemas.microsoft.com/office/drawing/2014/main" id="{412409F1-E5CD-42C3-B067-2A6A4AC4D070}"/>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BA4ED74-529E-4319-9A7E-9B9A6AA20AC3}"/>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7" name="">
            <a:extLst xmlns:a="http://schemas.openxmlformats.org/drawingml/2006/main">
              <a:ext uri="{FF2B5EF4-FFF2-40B4-BE49-F238E27FC236}">
                <a16:creationId xmlns:a16="http://schemas.microsoft.com/office/drawing/2014/main" id="{0DBF36A5-1BB3-43F2-9611-13F1628BDCCF}"/>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8" name="">
            <a:extLst xmlns:a="http://schemas.openxmlformats.org/drawingml/2006/main">
              <a:ext uri="{FF2B5EF4-FFF2-40B4-BE49-F238E27FC236}">
                <a16:creationId xmlns:a16="http://schemas.microsoft.com/office/drawing/2014/main" id="{97AF86E8-A6DE-4D7F-9232-E972677B0415}"/>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a:t>
            </a:r>
          </a:p>
        </p:txBody>
      </p:sp>
      <p:sp>
        <p:nvSpPr>
          <p:cNvPr id="19" name="">
            <a:extLst xmlns:a="http://schemas.openxmlformats.org/drawingml/2006/main">
              <a:ext uri="{FF2B5EF4-FFF2-40B4-BE49-F238E27FC236}">
                <a16:creationId xmlns:a16="http://schemas.microsoft.com/office/drawing/2014/main" id="{5D915553-C723-44C8-AC44-AD2E69E85A50}"/>
              </a:ext>
            </a:extLst>
          </p:cNvPr>
          <p:cNvSpPr>
            <a:spLocks xmlns:a="http://schemas.openxmlformats.org/drawingml/2006/main" noGrp="1"/>
          </p:cNvSpPr>
          <p:nvPr/>
        </p:nvSpPr>
        <p:spPr>
          <a:xfrm xmlns:a="http://schemas.openxmlformats.org/drawingml/2006/main">
            <a:off x="2819400" y="6457950"/>
            <a:ext cx="742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ECF76A9-CDAC-4D21-AC4A-1A73CA4323DB}"/>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1" name="">
            <a:extLst xmlns:a="http://schemas.openxmlformats.org/drawingml/2006/main">
              <a:ext uri="{FF2B5EF4-FFF2-40B4-BE49-F238E27FC236}">
                <a16:creationId xmlns:a16="http://schemas.microsoft.com/office/drawing/2014/main" id="{C3E7A21E-72C8-41BB-AD52-F4B53E1E3C7E}"/>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2" name="">
            <a:extLst xmlns:a="http://schemas.openxmlformats.org/drawingml/2006/main">
              <a:ext uri="{FF2B5EF4-FFF2-40B4-BE49-F238E27FC236}">
                <a16:creationId xmlns:a16="http://schemas.microsoft.com/office/drawing/2014/main" id="{551BB0B3-2E6C-4DDA-A098-FA92404BE5FC}"/>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3" name="">
            <a:extLst xmlns:a="http://schemas.openxmlformats.org/drawingml/2006/main">
              <a:ext uri="{FF2B5EF4-FFF2-40B4-BE49-F238E27FC236}">
                <a16:creationId xmlns:a16="http://schemas.microsoft.com/office/drawing/2014/main" id="{FE4BBF3D-C4DB-40C0-9F91-1C9351107BD8}"/>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4" name="">
            <a:extLst xmlns:a="http://schemas.openxmlformats.org/drawingml/2006/main">
              <a:ext uri="{FF2B5EF4-FFF2-40B4-BE49-F238E27FC236}">
                <a16:creationId xmlns:a16="http://schemas.microsoft.com/office/drawing/2014/main" id="{2D71E58F-58E1-4AEE-A013-1DDC27710041}"/>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5" name="">
            <a:extLst xmlns:a="http://schemas.openxmlformats.org/drawingml/2006/main">
              <a:ext uri="{FF2B5EF4-FFF2-40B4-BE49-F238E27FC236}">
                <a16:creationId xmlns:a16="http://schemas.microsoft.com/office/drawing/2014/main" id="{E9DB5D34-51CD-436F-AC15-20417BE37ECF}"/>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26" name="">
            <a:extLst xmlns:a="http://schemas.openxmlformats.org/drawingml/2006/main">
              <a:ext uri="{FF2B5EF4-FFF2-40B4-BE49-F238E27FC236}">
                <a16:creationId xmlns:a16="http://schemas.microsoft.com/office/drawing/2014/main" id="{7E23F900-5D58-49FC-AA18-323DDEE893CC}"/>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3 / 8</a:t>
            </a:r>
          </a:p>
        </p:txBody>
      </p:sp>
    </p:spTree>
    <p:extLst>
      <p:ext uri="{BB962C8B-B14F-4D97-AF65-F5344CB8AC3E}">
        <p14:creationId xmlns:p14="http://schemas.microsoft.com/office/powerpoint/2010/main" val="2001835842"/>
      </p:ext>
    </p:extLst>
  </p:cSld>
</p:sld>
</file>

<file path=ppt/slides/slide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54A3551-C2F8-4823-9DA9-5C01650BFBD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9EB553-69C8-49AB-864E-3543D7AE1FF0}"/>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11-18 minutes</a:t>
            </a:r>
          </a:p>
        </p:txBody>
      </p:sp>
      <p:sp>
        <p:nvSpPr>
          <p:cNvPr id="3" name="">
            <a:extLst xmlns:a="http://schemas.openxmlformats.org/drawingml/2006/main">
              <a:ext uri="{FF2B5EF4-FFF2-40B4-BE49-F238E27FC236}">
                <a16:creationId xmlns:a16="http://schemas.microsoft.com/office/drawing/2014/main" id="{FF81411E-94BD-4ECB-BD88-CA35956B4CFB}"/>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repaired direction</a:t>
            </a:r>
          </a:p>
        </p:txBody>
      </p:sp>
      <p:sp>
        <p:nvSpPr>
          <p:cNvPr id="4" name="">
            <a:extLst xmlns:a="http://schemas.openxmlformats.org/drawingml/2006/main">
              <a:ext uri="{FF2B5EF4-FFF2-40B4-BE49-F238E27FC236}">
                <a16:creationId xmlns:a16="http://schemas.microsoft.com/office/drawing/2014/main" id="{70A3184C-DF13-4251-B906-5921B4C322FA}"/>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the correct axis for up.</a:t>
            </a:r>
          </a:p>
        </p:txBody>
      </p:sp>
      <p:sp>
        <p:nvSpPr>
          <p:cNvPr id="5" name="">
            <a:extLst xmlns:a="http://schemas.openxmlformats.org/drawingml/2006/main">
              <a:ext uri="{FF2B5EF4-FFF2-40B4-BE49-F238E27FC236}">
                <a16:creationId xmlns:a16="http://schemas.microsoft.com/office/drawing/2014/main" id="{2699BA7A-BC35-480E-A6E6-21D99C7ADD46}"/>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then test the repair.</a:t>
            </a:r>
          </a:p>
        </p:txBody>
      </p:sp>
      <p:sp>
        <p:nvSpPr>
          <p:cNvPr id="6" name="">
            <a:extLst xmlns:a="http://schemas.openxmlformats.org/drawingml/2006/main">
              <a:ext uri="{FF2B5EF4-FFF2-40B4-BE49-F238E27FC236}">
                <a16:creationId xmlns:a16="http://schemas.microsoft.com/office/drawing/2014/main" id="{8F963F76-D3B6-497B-A20D-35921EF3F3F7}"/>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Reset before each new test.</a:t>
            </a:r>
          </a:p>
        </p:txBody>
      </p:sp>
      <p:sp>
        <p:nvSpPr>
          <p:cNvPr id="7" name="">
            <a:extLst xmlns:a="http://schemas.openxmlformats.org/drawingml/2006/main">
              <a:ext uri="{FF2B5EF4-FFF2-40B4-BE49-F238E27FC236}">
                <a16:creationId xmlns:a16="http://schemas.microsoft.com/office/drawing/2014/main" id="{EF8F63C6-6551-405B-BA29-865AAD9D0306}"/>
              </a:ext>
            </a:extLst>
          </p:cNvPr>
          <p:cNvSpPr>
            <a:spLocks xmlns:a="http://schemas.openxmlformats.org/drawingml/2006/main" noGrp="1"/>
          </p:cNvSpPr>
          <p:nvPr/>
        </p:nvSpPr>
        <p:spPr>
          <a:xfrm xmlns:a="http://schemas.openxmlformats.org/drawingml/2006/main">
            <a:off x="6572250" y="2133600"/>
            <a:ext cx="5010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9624A"/>
                </a:solidFill>
                <a:latin typeface="DejaVu Sans"/>
                <a:ea typeface="DejaVu Sans"/>
                <a:cs typeface="DejaVu Sans"/>
              </a:defRPr>
            </a:pPr>
            <a:r>
              <a:rPr sz="2625" b="1">
                <a:solidFill>
                  <a:srgbClr val="19624A"/>
                </a:solidFill>
                <a:latin typeface="DejaVu Sans"/>
                <a:ea typeface="DejaVu Sans"/>
                <a:cs typeface="DejaVu Sans"/>
              </a:rPr>
              <a:t>Up: x or y?</a:t>
            </a:r>
          </a:p>
        </p:txBody>
      </p:sp>
      <p:sp>
        <p:nvSpPr>
          <p:cNvPr id="8" name="">
            <a:extLst xmlns:a="http://schemas.openxmlformats.org/drawingml/2006/main">
              <a:ext uri="{FF2B5EF4-FFF2-40B4-BE49-F238E27FC236}">
                <a16:creationId xmlns:a16="http://schemas.microsoft.com/office/drawing/2014/main" id="{62D0E6F6-AAEA-4CD1-94BD-077871C2F8DF}"/>
              </a:ext>
            </a:extLst>
          </p:cNvPr>
          <p:cNvSpPr>
            <a:spLocks xmlns:a="http://schemas.openxmlformats.org/drawingml/2006/main" noGrp="1"/>
          </p:cNvSpPr>
          <p:nvPr/>
        </p:nvSpPr>
        <p:spPr>
          <a:xfrm xmlns:a="http://schemas.openxmlformats.org/drawingml/2006/main">
            <a:off x="6572250" y="3543300"/>
            <a:ext cx="5010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Model start: x -180, y -120</a:t>
            </a:r>
          </a:p>
        </p:txBody>
      </p:sp>
      <p:sp>
        <p:nvSpPr>
          <p:cNvPr id="9" name="">
            <a:extLst xmlns:a="http://schemas.openxmlformats.org/drawingml/2006/main">
              <a:ext uri="{FF2B5EF4-FFF2-40B4-BE49-F238E27FC236}">
                <a16:creationId xmlns:a16="http://schemas.microsoft.com/office/drawing/2014/main" id="{110DFDE6-6F4C-4485-9A08-71FB305EF381}"/>
              </a:ext>
            </a:extLst>
          </p:cNvPr>
          <p:cNvSpPr>
            <a:spLocks xmlns:a="http://schemas.openxmlformats.org/drawingml/2006/main" noGrp="1"/>
          </p:cNvSpPr>
          <p:nvPr/>
        </p:nvSpPr>
        <p:spPr>
          <a:xfrm xmlns:a="http://schemas.openxmlformats.org/drawingml/2006/main">
            <a:off x="6572250" y="4886325"/>
            <a:ext cx="5010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Reset before a fresh test.</a:t>
            </a:r>
          </a:p>
        </p:txBody>
      </p:sp>
      <p:sp>
        <p:nvSpPr>
          <p:cNvPr id="10" name="">
            <a:extLst xmlns:a="http://schemas.openxmlformats.org/drawingml/2006/main">
              <a:ext uri="{FF2B5EF4-FFF2-40B4-BE49-F238E27FC236}">
                <a16:creationId xmlns:a16="http://schemas.microsoft.com/office/drawing/2014/main" id="{C0EFEF2A-14F9-424A-8A55-74427F70F57A}"/>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8E4610-5BD1-42AA-861B-D1BED1D994AC}"/>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2" name="">
            <a:extLst xmlns:a="http://schemas.openxmlformats.org/drawingml/2006/main">
              <a:ext uri="{FF2B5EF4-FFF2-40B4-BE49-F238E27FC236}">
                <a16:creationId xmlns:a16="http://schemas.microsoft.com/office/drawing/2014/main" id="{611D90B0-7FA1-4510-8359-E2CBE2A5492E}"/>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3" name="">
            <a:extLst xmlns:a="http://schemas.openxmlformats.org/drawingml/2006/main">
              <a:ext uri="{FF2B5EF4-FFF2-40B4-BE49-F238E27FC236}">
                <a16:creationId xmlns:a16="http://schemas.microsoft.com/office/drawing/2014/main" id="{8E032679-FBBE-4041-B829-46E6BAE11820}"/>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4" name="">
            <a:extLst xmlns:a="http://schemas.openxmlformats.org/drawingml/2006/main">
              <a:ext uri="{FF2B5EF4-FFF2-40B4-BE49-F238E27FC236}">
                <a16:creationId xmlns:a16="http://schemas.microsoft.com/office/drawing/2014/main" id="{C08E60FF-A66B-4ED1-8622-CFC407C42C4A}"/>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15" name="">
            <a:extLst xmlns:a="http://schemas.openxmlformats.org/drawingml/2006/main">
              <a:ext uri="{FF2B5EF4-FFF2-40B4-BE49-F238E27FC236}">
                <a16:creationId xmlns:a16="http://schemas.microsoft.com/office/drawing/2014/main" id="{B097B212-116E-4E75-BC25-A7168B316340}"/>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183D95-4D2C-4569-BDA4-78FF099A4E18}"/>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52F14FA8-EFA1-492B-9FF8-899B0DD64FDB}"/>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16A265DB-867B-49C5-820B-82AE30B88F6B}"/>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EF66431A-9332-44BC-AD1B-53CF53D14D32}"/>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0" name="">
            <a:extLst xmlns:a="http://schemas.openxmlformats.org/drawingml/2006/main">
              <a:ext uri="{FF2B5EF4-FFF2-40B4-BE49-F238E27FC236}">
                <a16:creationId xmlns:a16="http://schemas.microsoft.com/office/drawing/2014/main" id="{536F7FF5-CC5C-4B29-8FFE-5D871BEF7C2F}"/>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21" name="">
            <a:extLst xmlns:a="http://schemas.openxmlformats.org/drawingml/2006/main">
              <a:ext uri="{FF2B5EF4-FFF2-40B4-BE49-F238E27FC236}">
                <a16:creationId xmlns:a16="http://schemas.microsoft.com/office/drawing/2014/main" id="{DA07E92E-51B7-4982-BAA7-2ECE7B01890D}"/>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4 / 8</a:t>
            </a:r>
          </a:p>
        </p:txBody>
      </p:sp>
    </p:spTree>
    <p:extLst>
      <p:ext uri="{BB962C8B-B14F-4D97-AF65-F5344CB8AC3E}">
        <p14:creationId xmlns:p14="http://schemas.microsoft.com/office/powerpoint/2010/main" val="256458991"/>
      </p:ext>
    </p:extLst>
  </p:cSld>
</p:sld>
</file>

<file path=ppt/slides/slide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DBE4DB5-7515-42A9-8892-A73B715E3D4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F4F605-240E-4AF4-862B-C555F3869261}"/>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2     18-21 minutes</a:t>
            </a:r>
          </a:p>
        </p:txBody>
      </p:sp>
      <p:sp>
        <p:nvSpPr>
          <p:cNvPr id="3" name="">
            <a:extLst xmlns:a="http://schemas.openxmlformats.org/drawingml/2006/main">
              <a:ext uri="{FF2B5EF4-FFF2-40B4-BE49-F238E27FC236}">
                <a16:creationId xmlns:a16="http://schemas.microsoft.com/office/drawing/2014/main" id="{3DF72A9C-72DE-4A0C-AD02-2D4B069145F6}"/>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Vertical controls</a:t>
            </a:r>
          </a:p>
        </p:txBody>
      </p:sp>
      <p:sp>
        <p:nvSpPr>
          <p:cNvPr id="4" name="">
            <a:extLst xmlns:a="http://schemas.openxmlformats.org/drawingml/2006/main">
              <a:ext uri="{FF2B5EF4-FFF2-40B4-BE49-F238E27FC236}">
                <a16:creationId xmlns:a16="http://schemas.microsoft.com/office/drawing/2014/main" id="{02CC8926-5BC9-4C95-8A82-FE9B481D99E0}"/>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Up and down use y.</a:t>
            </a:r>
          </a:p>
        </p:txBody>
      </p:sp>
      <p:sp>
        <p:nvSpPr>
          <p:cNvPr id="5" name="">
            <a:extLst xmlns:a="http://schemas.openxmlformats.org/drawingml/2006/main">
              <a:ext uri="{FF2B5EF4-FFF2-40B4-BE49-F238E27FC236}">
                <a16:creationId xmlns:a16="http://schemas.microsoft.com/office/drawing/2014/main" id="{FA581FC2-60A4-4F4B-A79F-B2A35A59AA1F}"/>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Up adds 10. Down adds -10.</a:t>
            </a:r>
          </a:p>
        </p:txBody>
      </p:sp>
      <p:sp>
        <p:nvSpPr>
          <p:cNvPr id="6" name="">
            <a:extLst xmlns:a="http://schemas.openxmlformats.org/drawingml/2006/main">
              <a:ext uri="{FF2B5EF4-FFF2-40B4-BE49-F238E27FC236}">
                <a16:creationId xmlns:a16="http://schemas.microsoft.com/office/drawing/2014/main" id="{897818C1-58D2-41C0-838E-F9B451BE55CB}"/>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Use change y in each script.</a:t>
            </a:r>
          </a:p>
        </p:txBody>
      </p:sp>
      <p:sp>
        <p:nvSpPr>
          <p:cNvPr id="7" name="">
            <a:extLst xmlns:a="http://schemas.openxmlformats.org/drawingml/2006/main">
              <a:ext uri="{FF2B5EF4-FFF2-40B4-BE49-F238E27FC236}">
                <a16:creationId xmlns:a16="http://schemas.microsoft.com/office/drawing/2014/main" id="{19F47A01-CEB9-4420-8589-BE39CB913073}"/>
              </a:ext>
            </a:extLst>
          </p:cNvPr>
          <p:cNvSpPr>
            <a:spLocks xmlns:a="http://schemas.openxmlformats.org/drawingml/2006/main" noGrp="1"/>
          </p:cNvSpPr>
          <p:nvPr/>
        </p:nvSpPr>
        <p:spPr>
          <a:xfrm xmlns:a="http://schemas.openxmlformats.org/drawingml/2006/main">
            <a:off x="6572250" y="2257425"/>
            <a:ext cx="5010150" cy="5715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A7EBCD-96CC-451E-9BEA-57CA284A22E3}"/>
              </a:ext>
            </a:extLst>
          </p:cNvPr>
          <p:cNvSpPr>
            <a:spLocks xmlns:a="http://schemas.openxmlformats.org/drawingml/2006/main" noGrp="1"/>
          </p:cNvSpPr>
          <p:nvPr/>
        </p:nvSpPr>
        <p:spPr>
          <a:xfrm xmlns:a="http://schemas.openxmlformats.org/drawingml/2006/main">
            <a:off x="6686550" y="2324100"/>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up arrow key pressed</a:t>
            </a:r>
          </a:p>
        </p:txBody>
      </p:sp>
      <p:sp>
        <p:nvSpPr>
          <p:cNvPr id="9" name="">
            <a:extLst xmlns:a="http://schemas.openxmlformats.org/drawingml/2006/main">
              <a:ext uri="{FF2B5EF4-FFF2-40B4-BE49-F238E27FC236}">
                <a16:creationId xmlns:a16="http://schemas.microsoft.com/office/drawing/2014/main" id="{104F1FA5-302F-409C-BB6C-8960AFDEA6D6}"/>
              </a:ext>
            </a:extLst>
          </p:cNvPr>
          <p:cNvSpPr>
            <a:spLocks xmlns:a="http://schemas.openxmlformats.org/drawingml/2006/main" noGrp="1"/>
          </p:cNvSpPr>
          <p:nvPr/>
        </p:nvSpPr>
        <p:spPr>
          <a:xfrm xmlns:a="http://schemas.openxmlformats.org/drawingml/2006/main">
            <a:off x="6572250" y="2857500"/>
            <a:ext cx="5010150" cy="5715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45F19E-957C-446F-9B44-FAED002CA766}"/>
              </a:ext>
            </a:extLst>
          </p:cNvPr>
          <p:cNvSpPr>
            <a:spLocks xmlns:a="http://schemas.openxmlformats.org/drawingml/2006/main" noGrp="1"/>
          </p:cNvSpPr>
          <p:nvPr/>
        </p:nvSpPr>
        <p:spPr>
          <a:xfrm xmlns:a="http://schemas.openxmlformats.org/drawingml/2006/main">
            <a:off x="6686550" y="2924175"/>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change y by 10</a:t>
            </a:r>
          </a:p>
        </p:txBody>
      </p:sp>
      <p:sp>
        <p:nvSpPr>
          <p:cNvPr id="11" name="">
            <a:extLst xmlns:a="http://schemas.openxmlformats.org/drawingml/2006/main">
              <a:ext uri="{FF2B5EF4-FFF2-40B4-BE49-F238E27FC236}">
                <a16:creationId xmlns:a16="http://schemas.microsoft.com/office/drawing/2014/main" id="{B0DCC0E0-8C71-49DC-B24B-70E83D1073E5}"/>
              </a:ext>
            </a:extLst>
          </p:cNvPr>
          <p:cNvSpPr>
            <a:spLocks xmlns:a="http://schemas.openxmlformats.org/drawingml/2006/main" noGrp="1"/>
          </p:cNvSpPr>
          <p:nvPr/>
        </p:nvSpPr>
        <p:spPr>
          <a:xfrm xmlns:a="http://schemas.openxmlformats.org/drawingml/2006/main">
            <a:off x="6572250" y="4010025"/>
            <a:ext cx="5010150" cy="5715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B58D16-BFFC-40A1-BDCD-E58B7B223A3D}"/>
              </a:ext>
            </a:extLst>
          </p:cNvPr>
          <p:cNvSpPr>
            <a:spLocks xmlns:a="http://schemas.openxmlformats.org/drawingml/2006/main" noGrp="1"/>
          </p:cNvSpPr>
          <p:nvPr/>
        </p:nvSpPr>
        <p:spPr>
          <a:xfrm xmlns:a="http://schemas.openxmlformats.org/drawingml/2006/main">
            <a:off x="6686550" y="4076700"/>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down arrow key pressed</a:t>
            </a:r>
          </a:p>
        </p:txBody>
      </p:sp>
      <p:sp>
        <p:nvSpPr>
          <p:cNvPr id="13" name="">
            <a:extLst xmlns:a="http://schemas.openxmlformats.org/drawingml/2006/main">
              <a:ext uri="{FF2B5EF4-FFF2-40B4-BE49-F238E27FC236}">
                <a16:creationId xmlns:a16="http://schemas.microsoft.com/office/drawing/2014/main" id="{C2F4CD10-172E-4AE6-9E1F-1823F600AD64}"/>
              </a:ext>
            </a:extLst>
          </p:cNvPr>
          <p:cNvSpPr>
            <a:spLocks xmlns:a="http://schemas.openxmlformats.org/drawingml/2006/main" noGrp="1"/>
          </p:cNvSpPr>
          <p:nvPr/>
        </p:nvSpPr>
        <p:spPr>
          <a:xfrm xmlns:a="http://schemas.openxmlformats.org/drawingml/2006/main">
            <a:off x="6572250" y="4610100"/>
            <a:ext cx="5010150" cy="5715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456BEE2-8A02-42DC-874A-98ABAF9F3C5A}"/>
              </a:ext>
            </a:extLst>
          </p:cNvPr>
          <p:cNvSpPr>
            <a:spLocks xmlns:a="http://schemas.openxmlformats.org/drawingml/2006/main" noGrp="1"/>
          </p:cNvSpPr>
          <p:nvPr/>
        </p:nvSpPr>
        <p:spPr>
          <a:xfrm xmlns:a="http://schemas.openxmlformats.org/drawingml/2006/main">
            <a:off x="6686550" y="4676775"/>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change y by -10</a:t>
            </a:r>
          </a:p>
        </p:txBody>
      </p:sp>
      <p:sp>
        <p:nvSpPr>
          <p:cNvPr id="15" name="">
            <a:extLst xmlns:a="http://schemas.openxmlformats.org/drawingml/2006/main">
              <a:ext uri="{FF2B5EF4-FFF2-40B4-BE49-F238E27FC236}">
                <a16:creationId xmlns:a16="http://schemas.microsoft.com/office/drawing/2014/main" id="{8BF5D3AB-1446-48B0-92A2-34725D6CB48B}"/>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AF75E9E-E057-4C5F-9E6A-ADC3450F8FB0}"/>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7" name="">
            <a:extLst xmlns:a="http://schemas.openxmlformats.org/drawingml/2006/main">
              <a:ext uri="{FF2B5EF4-FFF2-40B4-BE49-F238E27FC236}">
                <a16:creationId xmlns:a16="http://schemas.microsoft.com/office/drawing/2014/main" id="{637D153A-55FE-48E2-800C-31168CFBE03B}"/>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8" name="">
            <a:extLst xmlns:a="http://schemas.openxmlformats.org/drawingml/2006/main">
              <a:ext uri="{FF2B5EF4-FFF2-40B4-BE49-F238E27FC236}">
                <a16:creationId xmlns:a16="http://schemas.microsoft.com/office/drawing/2014/main" id="{B19662F2-1358-4D61-BC30-FEED8E881555}"/>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9" name="">
            <a:extLst xmlns:a="http://schemas.openxmlformats.org/drawingml/2006/main">
              <a:ext uri="{FF2B5EF4-FFF2-40B4-BE49-F238E27FC236}">
                <a16:creationId xmlns:a16="http://schemas.microsoft.com/office/drawing/2014/main" id="{AA6AFD8B-76C9-47F1-BF2C-EB3E07C37AF0}"/>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0" name="">
            <a:extLst xmlns:a="http://schemas.openxmlformats.org/drawingml/2006/main">
              <a:ext uri="{FF2B5EF4-FFF2-40B4-BE49-F238E27FC236}">
                <a16:creationId xmlns:a16="http://schemas.microsoft.com/office/drawing/2014/main" id="{C1DBF7B5-6F42-4C6E-8AEA-A932B48700B3}"/>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 2</a:t>
            </a:r>
          </a:p>
        </p:txBody>
      </p:sp>
      <p:sp>
        <p:nvSpPr>
          <p:cNvPr id="21" name="">
            <a:extLst xmlns:a="http://schemas.openxmlformats.org/drawingml/2006/main">
              <a:ext uri="{FF2B5EF4-FFF2-40B4-BE49-F238E27FC236}">
                <a16:creationId xmlns:a16="http://schemas.microsoft.com/office/drawing/2014/main" id="{645FAF4D-F2CB-4ED7-A815-D4E27AD83298}"/>
              </a:ext>
            </a:extLst>
          </p:cNvPr>
          <p:cNvSpPr>
            <a:spLocks xmlns:a="http://schemas.openxmlformats.org/drawingml/2006/main" noGrp="1"/>
          </p:cNvSpPr>
          <p:nvPr/>
        </p:nvSpPr>
        <p:spPr>
          <a:xfrm xmlns:a="http://schemas.openxmlformats.org/drawingml/2006/main">
            <a:off x="49339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B1C79D7-4DE0-4341-BB4B-A8F40C16B15C}"/>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3" name="">
            <a:extLst xmlns:a="http://schemas.openxmlformats.org/drawingml/2006/main">
              <a:ext uri="{FF2B5EF4-FFF2-40B4-BE49-F238E27FC236}">
                <a16:creationId xmlns:a16="http://schemas.microsoft.com/office/drawing/2014/main" id="{39B5ADA6-010C-42F9-8D97-EFA545078BE3}"/>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4" name="">
            <a:extLst xmlns:a="http://schemas.openxmlformats.org/drawingml/2006/main">
              <a:ext uri="{FF2B5EF4-FFF2-40B4-BE49-F238E27FC236}">
                <a16:creationId xmlns:a16="http://schemas.microsoft.com/office/drawing/2014/main" id="{620EAE05-71CE-4BD5-885E-6FF727FAE1EC}"/>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5" name="">
            <a:extLst xmlns:a="http://schemas.openxmlformats.org/drawingml/2006/main">
              <a:ext uri="{FF2B5EF4-FFF2-40B4-BE49-F238E27FC236}">
                <a16:creationId xmlns:a16="http://schemas.microsoft.com/office/drawing/2014/main" id="{8AC530E6-36CE-4406-9748-0ED30CB7BCB1}"/>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26" name="">
            <a:extLst xmlns:a="http://schemas.openxmlformats.org/drawingml/2006/main">
              <a:ext uri="{FF2B5EF4-FFF2-40B4-BE49-F238E27FC236}">
                <a16:creationId xmlns:a16="http://schemas.microsoft.com/office/drawing/2014/main" id="{D4CE8CB3-C051-4E64-BCF9-53978DC8C058}"/>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5 / 8</a:t>
            </a:r>
          </a:p>
        </p:txBody>
      </p:sp>
    </p:spTree>
    <p:extLst>
      <p:ext uri="{BB962C8B-B14F-4D97-AF65-F5344CB8AC3E}">
        <p14:creationId xmlns:p14="http://schemas.microsoft.com/office/powerpoint/2010/main" val="1232491106"/>
      </p:ext>
    </p:extLst>
  </p:cSld>
</p:sld>
</file>

<file path=ppt/slides/slide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AF06193-6701-40EF-8934-606439FAD58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C3E4FE-9835-457F-8FFF-11200D651F78}"/>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2 · Task     21-25 minutes</a:t>
            </a:r>
          </a:p>
        </p:txBody>
      </p:sp>
      <p:sp>
        <p:nvSpPr>
          <p:cNvPr id="3" name="">
            <a:extLst xmlns:a="http://schemas.openxmlformats.org/drawingml/2006/main">
              <a:ext uri="{FF2B5EF4-FFF2-40B4-BE49-F238E27FC236}">
                <a16:creationId xmlns:a16="http://schemas.microsoft.com/office/drawing/2014/main" id="{437A36F7-B890-4A3C-956C-8F21B72FBDFB}"/>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Back to the start</a:t>
            </a:r>
          </a:p>
        </p:txBody>
      </p:sp>
      <p:sp>
        <p:nvSpPr>
          <p:cNvPr id="4" name="">
            <a:extLst xmlns:a="http://schemas.openxmlformats.org/drawingml/2006/main">
              <a:ext uri="{FF2B5EF4-FFF2-40B4-BE49-F238E27FC236}">
                <a16:creationId xmlns:a16="http://schemas.microsoft.com/office/drawing/2014/main" id="{45186964-2FB7-4F1B-BA34-D157D9E1086E}"/>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Reset Player.</a:t>
            </a:r>
          </a:p>
        </p:txBody>
      </p:sp>
      <p:sp>
        <p:nvSpPr>
          <p:cNvPr id="5" name="">
            <a:extLst xmlns:a="http://schemas.openxmlformats.org/drawingml/2006/main">
              <a:ext uri="{FF2B5EF4-FFF2-40B4-BE49-F238E27FC236}">
                <a16:creationId xmlns:a16="http://schemas.microsoft.com/office/drawing/2014/main" id="{5A72B02D-77DD-4E01-BE71-9742AC6B4D6E}"/>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right, up, left, down.</a:t>
            </a:r>
          </a:p>
        </p:txBody>
      </p:sp>
      <p:sp>
        <p:nvSpPr>
          <p:cNvPr id="6" name="">
            <a:extLst xmlns:a="http://schemas.openxmlformats.org/drawingml/2006/main">
              <a:ext uri="{FF2B5EF4-FFF2-40B4-BE49-F238E27FC236}">
                <a16:creationId xmlns:a16="http://schemas.microsoft.com/office/drawing/2014/main" id="{9B9B5109-3669-4034-9B4A-D38E3D0C521E}"/>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and check the final position.</a:t>
            </a:r>
          </a:p>
        </p:txBody>
      </p:sp>
      <p:sp>
        <p:nvSpPr>
          <p:cNvPr id="7" name="">
            <a:extLst xmlns:a="http://schemas.openxmlformats.org/drawingml/2006/main">
              <a:ext uri="{FF2B5EF4-FFF2-40B4-BE49-F238E27FC236}">
                <a16:creationId xmlns:a16="http://schemas.microsoft.com/office/drawing/2014/main" id="{DCEEA208-97B4-4D6E-A552-6E87B06C963C}"/>
              </a:ext>
            </a:extLst>
          </p:cNvPr>
          <p:cNvSpPr>
            <a:spLocks xmlns:a="http://schemas.openxmlformats.org/drawingml/2006/main" noGrp="1"/>
          </p:cNvSpPr>
          <p:nvPr/>
        </p:nvSpPr>
        <p:spPr>
          <a:xfrm xmlns:a="http://schemas.openxmlformats.org/drawingml/2006/main">
            <a:off x="6572250" y="2133600"/>
            <a:ext cx="5010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9624A"/>
                </a:solidFill>
                <a:latin typeface="DejaVu Sans"/>
                <a:ea typeface="DejaVu Sans"/>
                <a:cs typeface="DejaVu Sans"/>
              </a:defRPr>
            </a:pPr>
            <a:r>
              <a:rPr sz="2625" b="1">
                <a:solidFill>
                  <a:srgbClr val="19624A"/>
                </a:solidFill>
                <a:latin typeface="DejaVu Sans"/>
                <a:ea typeface="DejaVu Sans"/>
                <a:cs typeface="DejaVu Sans"/>
              </a:rPr>
              <a:t>Right, up, left, down</a:t>
            </a:r>
          </a:p>
        </p:txBody>
      </p:sp>
      <p:sp>
        <p:nvSpPr>
          <p:cNvPr id="8" name="">
            <a:extLst xmlns:a="http://schemas.openxmlformats.org/drawingml/2006/main">
              <a:ext uri="{FF2B5EF4-FFF2-40B4-BE49-F238E27FC236}">
                <a16:creationId xmlns:a16="http://schemas.microsoft.com/office/drawing/2014/main" id="{9D0DE6BC-62E5-4FA1-A8D9-C0F83286E89B}"/>
              </a:ext>
            </a:extLst>
          </p:cNvPr>
          <p:cNvSpPr>
            <a:spLocks xmlns:a="http://schemas.openxmlformats.org/drawingml/2006/main" noGrp="1"/>
          </p:cNvSpPr>
          <p:nvPr/>
        </p:nvSpPr>
        <p:spPr>
          <a:xfrm xmlns:a="http://schemas.openxmlformats.org/drawingml/2006/main">
            <a:off x="6572250" y="3543300"/>
            <a:ext cx="5010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Model start: x -180, y -120</a:t>
            </a:r>
          </a:p>
        </p:txBody>
      </p:sp>
      <p:sp>
        <p:nvSpPr>
          <p:cNvPr id="9" name="">
            <a:extLst xmlns:a="http://schemas.openxmlformats.org/drawingml/2006/main">
              <a:ext uri="{FF2B5EF4-FFF2-40B4-BE49-F238E27FC236}">
                <a16:creationId xmlns:a16="http://schemas.microsoft.com/office/drawing/2014/main" id="{D2A73977-6084-4FFD-BD7D-9DDCF53CAA08}"/>
              </a:ext>
            </a:extLst>
          </p:cNvPr>
          <p:cNvSpPr>
            <a:spLocks xmlns:a="http://schemas.openxmlformats.org/drawingml/2006/main" noGrp="1"/>
          </p:cNvSpPr>
          <p:nvPr/>
        </p:nvSpPr>
        <p:spPr>
          <a:xfrm xmlns:a="http://schemas.openxmlformats.org/drawingml/2006/main">
            <a:off x="6572250" y="4886325"/>
            <a:ext cx="5010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Reset before a fresh test.</a:t>
            </a:r>
          </a:p>
        </p:txBody>
      </p:sp>
      <p:sp>
        <p:nvSpPr>
          <p:cNvPr id="10" name="">
            <a:extLst xmlns:a="http://schemas.openxmlformats.org/drawingml/2006/main">
              <a:ext uri="{FF2B5EF4-FFF2-40B4-BE49-F238E27FC236}">
                <a16:creationId xmlns:a16="http://schemas.microsoft.com/office/drawing/2014/main" id="{402A510F-30EC-4541-BD5E-721888A9622E}"/>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B1BCF6-69B4-47D5-A2D1-3933BDAFB23B}"/>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2" name="">
            <a:extLst xmlns:a="http://schemas.openxmlformats.org/drawingml/2006/main">
              <a:ext uri="{FF2B5EF4-FFF2-40B4-BE49-F238E27FC236}">
                <a16:creationId xmlns:a16="http://schemas.microsoft.com/office/drawing/2014/main" id="{0A35B6B0-AC72-4E4E-9BE9-2615953D5E11}"/>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3" name="">
            <a:extLst xmlns:a="http://schemas.openxmlformats.org/drawingml/2006/main">
              <a:ext uri="{FF2B5EF4-FFF2-40B4-BE49-F238E27FC236}">
                <a16:creationId xmlns:a16="http://schemas.microsoft.com/office/drawing/2014/main" id="{9DADE618-0C78-4DC0-9447-1AD3291241A6}"/>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4" name="">
            <a:extLst xmlns:a="http://schemas.openxmlformats.org/drawingml/2006/main">
              <a:ext uri="{FF2B5EF4-FFF2-40B4-BE49-F238E27FC236}">
                <a16:creationId xmlns:a16="http://schemas.microsoft.com/office/drawing/2014/main" id="{8B5B0569-B062-461F-B942-A42C117DA50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5" name="">
            <a:extLst xmlns:a="http://schemas.openxmlformats.org/drawingml/2006/main">
              <a:ext uri="{FF2B5EF4-FFF2-40B4-BE49-F238E27FC236}">
                <a16:creationId xmlns:a16="http://schemas.microsoft.com/office/drawing/2014/main" id="{950A5970-3A20-4091-A6D4-33537307A5EF}"/>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6" name="">
            <a:extLst xmlns:a="http://schemas.openxmlformats.org/drawingml/2006/main">
              <a:ext uri="{FF2B5EF4-FFF2-40B4-BE49-F238E27FC236}">
                <a16:creationId xmlns:a16="http://schemas.microsoft.com/office/drawing/2014/main" id="{ACA78F75-ADED-4400-B9BC-D1187D309DAB}"/>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 2 · Task</a:t>
            </a:r>
          </a:p>
        </p:txBody>
      </p:sp>
      <p:sp>
        <p:nvSpPr>
          <p:cNvPr id="17" name="">
            <a:extLst xmlns:a="http://schemas.openxmlformats.org/drawingml/2006/main">
              <a:ext uri="{FF2B5EF4-FFF2-40B4-BE49-F238E27FC236}">
                <a16:creationId xmlns:a16="http://schemas.microsoft.com/office/drawing/2014/main" id="{2840E14A-6EC6-42CD-998F-C2FB11EA0C0A}"/>
              </a:ext>
            </a:extLst>
          </p:cNvPr>
          <p:cNvSpPr>
            <a:spLocks xmlns:a="http://schemas.openxmlformats.org/drawingml/2006/main" noGrp="1"/>
          </p:cNvSpPr>
          <p:nvPr/>
        </p:nvSpPr>
        <p:spPr>
          <a:xfrm xmlns:a="http://schemas.openxmlformats.org/drawingml/2006/main">
            <a:off x="6134100" y="6457950"/>
            <a:ext cx="1600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C3CE08-CB33-4D59-BB6D-B925AB316341}"/>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22CA3ECC-B5A4-4F02-8F8F-16FA498BB5A0}"/>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0" name="">
            <a:extLst xmlns:a="http://schemas.openxmlformats.org/drawingml/2006/main">
              <a:ext uri="{FF2B5EF4-FFF2-40B4-BE49-F238E27FC236}">
                <a16:creationId xmlns:a16="http://schemas.microsoft.com/office/drawing/2014/main" id="{F52F4FE5-5379-4477-AF2F-4AD2237D9C36}"/>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21" name="">
            <a:extLst xmlns:a="http://schemas.openxmlformats.org/drawingml/2006/main">
              <a:ext uri="{FF2B5EF4-FFF2-40B4-BE49-F238E27FC236}">
                <a16:creationId xmlns:a16="http://schemas.microsoft.com/office/drawing/2014/main" id="{1AB842A1-6911-4BCE-89F2-01B39FAFF2E6}"/>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6 / 8</a:t>
            </a:r>
          </a:p>
        </p:txBody>
      </p:sp>
    </p:spTree>
    <p:extLst>
      <p:ext uri="{BB962C8B-B14F-4D97-AF65-F5344CB8AC3E}">
        <p14:creationId xmlns:p14="http://schemas.microsoft.com/office/powerpoint/2010/main" val="1827195476"/>
      </p:ext>
    </p:extLst>
  </p:cSld>
</p:sld>
</file>

<file path=ppt/slides/slide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5401FC5-F9E4-4226-8B72-9AAD8326A45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564C1C-C2F9-4A9C-AADA-3998C232C3B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25-35 minutes</a:t>
            </a:r>
          </a:p>
        </p:txBody>
      </p:sp>
      <p:sp>
        <p:nvSpPr>
          <p:cNvPr id="3" name="">
            <a:extLst xmlns:a="http://schemas.openxmlformats.org/drawingml/2006/main">
              <a:ext uri="{FF2B5EF4-FFF2-40B4-BE49-F238E27FC236}">
                <a16:creationId xmlns:a16="http://schemas.microsoft.com/office/drawing/2014/main" id="{3127C9EA-AB55-4C76-8F5D-4B978C901A86}"/>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Four reliable controls</a:t>
            </a:r>
          </a:p>
        </p:txBody>
      </p:sp>
      <p:sp>
        <p:nvSpPr>
          <p:cNvPr id="4" name="">
            <a:extLst xmlns:a="http://schemas.openxmlformats.org/drawingml/2006/main">
              <a:ext uri="{FF2B5EF4-FFF2-40B4-BE49-F238E27FC236}">
                <a16:creationId xmlns:a16="http://schemas.microsoft.com/office/drawing/2014/main" id="{5CF0EE0F-FA1E-4BD0-9189-DADE958EA940}"/>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Step by step</a:t>
            </a:r>
          </a:p>
        </p:txBody>
      </p:sp>
      <p:sp>
        <p:nvSpPr>
          <p:cNvPr id="5" name="">
            <a:extLst xmlns:a="http://schemas.openxmlformats.org/drawingml/2006/main">
              <a:ext uri="{FF2B5EF4-FFF2-40B4-BE49-F238E27FC236}">
                <a16:creationId xmlns:a16="http://schemas.microsoft.com/office/drawing/2014/main" id="{AFDB5655-F875-4BA8-8986-EA28C6844559}"/>
              </a:ext>
            </a:extLst>
          </p:cNvPr>
          <p:cNvSpPr>
            <a:spLocks xmlns:a="http://schemas.openxmlformats.org/drawingml/2006/main" noGrp="1"/>
          </p:cNvSpPr>
          <p:nvPr/>
        </p:nvSpPr>
        <p:spPr>
          <a:xfrm xmlns:a="http://schemas.openxmlformats.org/drawingml/2006/main">
            <a:off x="609600" y="23907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Build and test one key at a time.</a:t>
            </a:r>
          </a:p>
        </p:txBody>
      </p:sp>
      <p:sp>
        <p:nvSpPr>
          <p:cNvPr id="6" name="">
            <a:extLst xmlns:a="http://schemas.openxmlformats.org/drawingml/2006/main">
              <a:ext uri="{FF2B5EF4-FFF2-40B4-BE49-F238E27FC236}">
                <a16:creationId xmlns:a16="http://schemas.microsoft.com/office/drawing/2014/main" id="{525E7EF6-5B41-4BA1-9920-8B175B6D8854}"/>
              </a:ext>
            </a:extLst>
          </p:cNvPr>
          <p:cNvSpPr>
            <a:spLocks xmlns:a="http://schemas.openxmlformats.org/drawingml/2006/main" noGrp="1"/>
          </p:cNvSpPr>
          <p:nvPr/>
        </p:nvSpPr>
        <p:spPr>
          <a:xfrm xmlns:a="http://schemas.openxmlformats.org/drawingml/2006/main">
            <a:off x="609600" y="3105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Main task</a:t>
            </a:r>
          </a:p>
        </p:txBody>
      </p:sp>
      <p:sp>
        <p:nvSpPr>
          <p:cNvPr id="7" name="">
            <a:extLst xmlns:a="http://schemas.openxmlformats.org/drawingml/2006/main">
              <a:ext uri="{FF2B5EF4-FFF2-40B4-BE49-F238E27FC236}">
                <a16:creationId xmlns:a16="http://schemas.microsoft.com/office/drawing/2014/main" id="{5CD26DDA-425C-47D7-881F-D1FAEB7DCD91}"/>
              </a:ext>
            </a:extLst>
          </p:cNvPr>
          <p:cNvSpPr>
            <a:spLocks xmlns:a="http://schemas.openxmlformats.org/drawingml/2006/main" noGrp="1"/>
          </p:cNvSpPr>
          <p:nvPr/>
        </p:nvSpPr>
        <p:spPr>
          <a:xfrm xmlns:a="http://schemas.openxmlformats.org/drawingml/2006/main">
            <a:off x="609600" y="3524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Build four keys and test a return to the start.</a:t>
            </a:r>
          </a:p>
        </p:txBody>
      </p:sp>
      <p:sp>
        <p:nvSpPr>
          <p:cNvPr id="8" name="">
            <a:extLst xmlns:a="http://schemas.openxmlformats.org/drawingml/2006/main">
              <a:ext uri="{FF2B5EF4-FFF2-40B4-BE49-F238E27FC236}">
                <a16:creationId xmlns:a16="http://schemas.microsoft.com/office/drawing/2014/main" id="{F9BFCB28-5429-4CD0-83A8-6F37F7F58AE1}"/>
              </a:ext>
            </a:extLst>
          </p:cNvPr>
          <p:cNvSpPr>
            <a:spLocks xmlns:a="http://schemas.openxmlformats.org/drawingml/2006/main" noGrp="1"/>
          </p:cNvSpPr>
          <p:nvPr/>
        </p:nvSpPr>
        <p:spPr>
          <a:xfrm xmlns:a="http://schemas.openxmlformats.org/drawingml/2006/main">
            <a:off x="609600" y="4238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Challenge</a:t>
            </a:r>
          </a:p>
        </p:txBody>
      </p:sp>
      <p:sp>
        <p:nvSpPr>
          <p:cNvPr id="9" name="">
            <a:extLst xmlns:a="http://schemas.openxmlformats.org/drawingml/2006/main">
              <a:ext uri="{FF2B5EF4-FFF2-40B4-BE49-F238E27FC236}">
                <a16:creationId xmlns:a16="http://schemas.microsoft.com/office/drawing/2014/main" id="{62ADC145-BB2F-4A61-B1E5-7B888371D7BC}"/>
              </a:ext>
            </a:extLst>
          </p:cNvPr>
          <p:cNvSpPr>
            <a:spLocks xmlns:a="http://schemas.openxmlformats.org/drawingml/2006/main" noGrp="1"/>
          </p:cNvSpPr>
          <p:nvPr/>
        </p:nvSpPr>
        <p:spPr>
          <a:xfrm xmlns:a="http://schemas.openxmlformats.org/drawingml/2006/main">
            <a:off x="609600" y="46577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Test whether sprite direction changes x/y controls.</a:t>
            </a:r>
          </a:p>
        </p:txBody>
      </p:sp>
      <p:sp>
        <p:nvSpPr>
          <p:cNvPr id="10" name="">
            <a:extLst xmlns:a="http://schemas.openxmlformats.org/drawingml/2006/main">
              <a:ext uri="{FF2B5EF4-FFF2-40B4-BE49-F238E27FC236}">
                <a16:creationId xmlns:a16="http://schemas.microsoft.com/office/drawing/2014/main" id="{0F6EF245-D1F4-4ADC-960E-3F28252E5D8F}"/>
              </a:ext>
            </a:extLst>
          </p:cNvPr>
          <p:cNvSpPr>
            <a:spLocks xmlns:a="http://schemas.openxmlformats.org/drawingml/2006/main" noGrp="1"/>
          </p:cNvSpPr>
          <p:nvPr/>
        </p:nvSpPr>
        <p:spPr>
          <a:xfrm xmlns:a="http://schemas.openxmlformats.org/drawingml/2006/main">
            <a:off x="609600" y="5610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5D"/>
                </a:solidFill>
                <a:latin typeface="DejaVu Sans"/>
                <a:ea typeface="DejaVu Sans"/>
                <a:cs typeface="DejaVu Sans"/>
              </a:defRPr>
            </a:pPr>
            <a:r>
              <a:rPr sz="1725" b="0">
                <a:solidFill>
                  <a:srgbClr val="536A5D"/>
                </a:solidFill>
                <a:latin typeface="DejaVu Sans"/>
                <a:ea typeface="DejaVu Sans"/>
                <a:cs typeface="DejaVu Sans"/>
              </a:rPr>
              <a:t>32-35: Show your test and what your idea changed.</a:t>
            </a:r>
          </a:p>
        </p:txBody>
      </p:sp>
      <p:sp>
        <p:nvSpPr>
          <p:cNvPr id="11" name="">
            <a:extLst xmlns:a="http://schemas.openxmlformats.org/drawingml/2006/main">
              <a:ext uri="{FF2B5EF4-FFF2-40B4-BE49-F238E27FC236}">
                <a16:creationId xmlns:a16="http://schemas.microsoft.com/office/drawing/2014/main" id="{CF358A72-08D1-419F-8FFE-E4CA53AF67C8}"/>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6F6AD5-C4B4-4DD6-94B2-F00A2413CB95}"/>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7F05CAD9-6F0A-4FA9-A431-76FD47BE4632}"/>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B9A969F9-2267-4CB6-9467-296734852488}"/>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316EF36F-CB1E-4162-9B41-9CDE419C3F26}"/>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B966EC58-B1A9-42DD-A8C1-0A2C7C81C8B7}"/>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F7F0FD89-12FF-4DE0-B63D-E742292A763C}"/>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5B5F4ADA-AC68-4B9C-8E34-6930626E6E50}"/>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400DCF23-CF05-4C78-ADE5-D4C0EFDAB586}"/>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301EF55-CD0C-4121-B391-B1855DF3B0A3}"/>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0B83926F-860B-413F-9F67-219FFF7F62A7}"/>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22" name="">
            <a:extLst xmlns:a="http://schemas.openxmlformats.org/drawingml/2006/main">
              <a:ext uri="{FF2B5EF4-FFF2-40B4-BE49-F238E27FC236}">
                <a16:creationId xmlns:a16="http://schemas.microsoft.com/office/drawing/2014/main" id="{2576EA00-BAEA-40EC-B679-3B36C40CF715}"/>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7 / 8</a:t>
            </a:r>
          </a:p>
        </p:txBody>
      </p:sp>
    </p:spTree>
    <p:extLst>
      <p:ext uri="{BB962C8B-B14F-4D97-AF65-F5344CB8AC3E}">
        <p14:creationId xmlns:p14="http://schemas.microsoft.com/office/powerpoint/2010/main" val="446966142"/>
      </p:ext>
    </p:extLst>
  </p:cSld>
</p:sld>
</file>

<file path=ppt/slides/slide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D356B2-7DDA-4D14-90BF-DBFFAB9DFB7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86417D-03B8-4A6F-B677-D3D75FB13624}"/>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Exit     35-40 minutes</a:t>
            </a:r>
          </a:p>
        </p:txBody>
      </p:sp>
      <p:sp>
        <p:nvSpPr>
          <p:cNvPr id="3" name="">
            <a:extLst xmlns:a="http://schemas.openxmlformats.org/drawingml/2006/main">
              <a:ext uri="{FF2B5EF4-FFF2-40B4-BE49-F238E27FC236}">
                <a16:creationId xmlns:a16="http://schemas.microsoft.com/office/drawing/2014/main" id="{2B3EDAC2-4472-46AE-9E7C-E70DB4C37FE0}"/>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fresh controls test</a:t>
            </a:r>
          </a:p>
        </p:txBody>
      </p:sp>
      <p:sp>
        <p:nvSpPr>
          <p:cNvPr id="4" name="">
            <a:extLst xmlns:a="http://schemas.openxmlformats.org/drawingml/2006/main">
              <a:ext uri="{FF2B5EF4-FFF2-40B4-BE49-F238E27FC236}">
                <a16:creationId xmlns:a16="http://schemas.microsoft.com/office/drawing/2014/main" id="{CFBCADDC-22F8-4B70-8B96-6A0F2DE7BC46}"/>
              </a:ext>
            </a:extLst>
          </p:cNvPr>
          <p:cNvSpPr>
            <a:spLocks xmlns:a="http://schemas.openxmlformats.org/drawingml/2006/main" noGrp="1"/>
          </p:cNvSpPr>
          <p:nvPr/>
        </p:nvSpPr>
        <p:spPr>
          <a:xfrm xmlns:a="http://schemas.openxmlformats.org/drawingml/2006/main">
            <a:off x="609600" y="20288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Save as W04_Controls.sb3.</a:t>
            </a:r>
          </a:p>
        </p:txBody>
      </p:sp>
      <p:sp>
        <p:nvSpPr>
          <p:cNvPr id="5" name="">
            <a:extLst xmlns:a="http://schemas.openxmlformats.org/drawingml/2006/main">
              <a:ext uri="{FF2B5EF4-FFF2-40B4-BE49-F238E27FC236}">
                <a16:creationId xmlns:a16="http://schemas.microsoft.com/office/drawing/2014/main" id="{2B08CC79-F14F-46BA-8519-86DB402E7325}"/>
              </a:ext>
            </a:extLst>
          </p:cNvPr>
          <p:cNvSpPr>
            <a:spLocks xmlns:a="http://schemas.openxmlformats.org/drawingml/2006/main" noGrp="1"/>
          </p:cNvSpPr>
          <p:nvPr/>
        </p:nvSpPr>
        <p:spPr>
          <a:xfrm xmlns:a="http://schemas.openxmlformats.org/drawingml/2006/main">
            <a:off x="609600" y="31146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Load it and test all four directions.</a:t>
            </a:r>
          </a:p>
        </p:txBody>
      </p:sp>
      <p:sp>
        <p:nvSpPr>
          <p:cNvPr id="6" name="">
            <a:extLst xmlns:a="http://schemas.openxmlformats.org/drawingml/2006/main">
              <a:ext uri="{FF2B5EF4-FFF2-40B4-BE49-F238E27FC236}">
                <a16:creationId xmlns:a16="http://schemas.microsoft.com/office/drawing/2014/main" id="{6B81329A-1322-48F2-A894-04B85BF6A391}"/>
              </a:ext>
            </a:extLst>
          </p:cNvPr>
          <p:cNvSpPr>
            <a:spLocks xmlns:a="http://schemas.openxmlformats.org/drawingml/2006/main" noGrp="1"/>
          </p:cNvSpPr>
          <p:nvPr/>
        </p:nvSpPr>
        <p:spPr>
          <a:xfrm xmlns:a="http://schemas.openxmlformats.org/drawingml/2006/main">
            <a:off x="609600" y="42005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Show which support or idea helped.</a:t>
            </a:r>
          </a:p>
        </p:txBody>
      </p:sp>
      <p:sp>
        <p:nvSpPr>
          <p:cNvPr id="7" name="">
            <a:extLst xmlns:a="http://schemas.openxmlformats.org/drawingml/2006/main">
              <a:ext uri="{FF2B5EF4-FFF2-40B4-BE49-F238E27FC236}">
                <a16:creationId xmlns:a16="http://schemas.microsoft.com/office/drawing/2014/main" id="{BA328788-7ADB-4EF6-8354-924FCC9F748B}"/>
              </a:ext>
            </a:extLst>
          </p:cNvPr>
          <p:cNvSpPr>
            <a:spLocks xmlns:a="http://schemas.openxmlformats.org/drawingml/2006/main" noGrp="1"/>
          </p:cNvSpPr>
          <p:nvPr/>
        </p:nvSpPr>
        <p:spPr>
          <a:xfrm xmlns:a="http://schemas.openxmlformats.org/drawingml/2006/main">
            <a:off x="609600" y="5524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624A"/>
                </a:solidFill>
                <a:latin typeface="DejaVu Sans"/>
                <a:ea typeface="DejaVu Sans"/>
                <a:cs typeface="DejaVu Sans"/>
              </a:defRPr>
            </a:pPr>
            <a:r>
              <a:rPr sz="2100" b="1">
                <a:solidFill>
                  <a:srgbClr val="19624A"/>
                </a:solidFill>
                <a:latin typeface="DejaVu Sans"/>
                <a:ea typeface="DejaVu Sans"/>
                <a:cs typeface="DejaVu Sans"/>
              </a:rPr>
              <a:t>What I said, and what it changed</a:t>
            </a:r>
          </a:p>
        </p:txBody>
      </p:sp>
      <p:sp>
        <p:nvSpPr>
          <p:cNvPr id="8" name="">
            <a:extLst xmlns:a="http://schemas.openxmlformats.org/drawingml/2006/main">
              <a:ext uri="{FF2B5EF4-FFF2-40B4-BE49-F238E27FC236}">
                <a16:creationId xmlns:a16="http://schemas.microsoft.com/office/drawing/2014/main" id="{7F581B7E-E900-4A0F-BD91-1743777445D9}"/>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2C9D89-AABA-4484-9052-54BFBA40ACC2}"/>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540BB754-04C4-40E5-8F18-E1FEBB51AF6C}"/>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5BF25E2C-CDCC-4CDB-B9F6-FF467B3CC6DB}"/>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31218ED2-BC39-4820-9F3E-409264CA45C6}"/>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3A21628F-7993-4424-8A0F-F462E1F3D38D}"/>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84F9F204-F5BE-4A4E-81EB-676790DAE5BE}"/>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882DFDAE-9D7E-415A-A08F-2AFA8AF67813}"/>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AB0F91F0-2F5C-490B-B11C-2CE2ADC88BB8}"/>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BC5D0C57-04CA-463E-BA97-1C3CB1850439}"/>
              </a:ext>
            </a:extLst>
          </p:cNvPr>
          <p:cNvSpPr>
            <a:spLocks xmlns:a="http://schemas.openxmlformats.org/drawingml/2006/main" noGrp="1"/>
          </p:cNvSpPr>
          <p:nvPr/>
        </p:nvSpPr>
        <p:spPr>
          <a:xfrm xmlns:a="http://schemas.openxmlformats.org/drawingml/2006/main">
            <a:off x="105346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E7A7152-A32C-4985-8C72-2DC761172DC7}"/>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4</a:t>
            </a:r>
          </a:p>
        </p:txBody>
      </p:sp>
      <p:sp>
        <p:nvSpPr>
          <p:cNvPr id="19" name="">
            <a:extLst xmlns:a="http://schemas.openxmlformats.org/drawingml/2006/main">
              <a:ext uri="{FF2B5EF4-FFF2-40B4-BE49-F238E27FC236}">
                <a16:creationId xmlns:a16="http://schemas.microsoft.com/office/drawing/2014/main" id="{EAB86CA3-0AF1-49D6-B3C1-EAA0C98B6032}"/>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8 / 8</a:t>
            </a:r>
          </a:p>
        </p:txBody>
      </p:sp>
    </p:spTree>
    <p:extLst>
      <p:ext uri="{BB962C8B-B14F-4D97-AF65-F5344CB8AC3E}">
        <p14:creationId xmlns:p14="http://schemas.microsoft.com/office/powerpoint/2010/main" val="662224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2026-09-09T16:43:24.8700000Z</dcterms:created>
  <dcterms:modified xsi:type="dcterms:W3CDTF">2026-09-09T16:43:24.8700000Z</dcterms:modified>
</coreProperties>
</file>