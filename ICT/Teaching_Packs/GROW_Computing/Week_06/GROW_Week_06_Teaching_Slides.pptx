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2c7f71f6164978" /><Relationship Type="http://schemas.openxmlformats.org/officeDocument/2006/relationships/extended-properties" Target="/docProps/app.xml" Id="Rf5b3ee01773248ff" /><Relationship Type="http://schemas.openxmlformats.org/officeDocument/2006/relationships/officeDocument" Target="/ppt/presentation.xml" Id="R5f3d1c6494db454a" /></Relationships>
</file>

<file path=ppt/presentation.xml><?xml version="1.0" encoding="utf-8"?>
<p:presentation xmlns:p="http://schemas.openxmlformats.org/presentationml/2006/main">
  <p:sldMasterIdLst>
    <p:sldMasterId xmlns:r="http://schemas.openxmlformats.org/officeDocument/2006/relationships" id="2147483648" r:id="R5be3b66567444fd1"/>
  </p:sldMasterIdLst>
  <p:notesMasterIdLst>
    <p:notesMasterId xmlns:r="http://schemas.openxmlformats.org/officeDocument/2006/relationships" r:id="R1e955ed6ea114bb7"/>
  </p:notesMasterIdLst>
  <p:sldIdLst>
    <p:sldId xmlns:r="http://schemas.openxmlformats.org/officeDocument/2006/relationships" id="256" r:id="Ra587d4f58e7c42a0"/>
    <p:sldId xmlns:r="http://schemas.openxmlformats.org/officeDocument/2006/relationships" id="257" r:id="R6ff9e2112a484556"/>
    <p:sldId xmlns:r="http://schemas.openxmlformats.org/officeDocument/2006/relationships" id="258" r:id="Rda1d26a6048b48bb"/>
    <p:sldId xmlns:r="http://schemas.openxmlformats.org/officeDocument/2006/relationships" id="259" r:id="R7d021fb75a0b44e9"/>
    <p:sldId xmlns:r="http://schemas.openxmlformats.org/officeDocument/2006/relationships" id="260" r:id="Rac3f116d26254547"/>
    <p:sldId xmlns:r="http://schemas.openxmlformats.org/officeDocument/2006/relationships" id="261" r:id="Rc30425e009664245"/>
    <p:sldId xmlns:r="http://schemas.openxmlformats.org/officeDocument/2006/relationships" id="262" r:id="Rcad034de507140ea"/>
    <p:sldId xmlns:r="http://schemas.openxmlformats.org/officeDocument/2006/relationships" id="263" r:id="Rebc4ad13f15d40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4e8e20f30145ca" /><Relationship Type="http://schemas.openxmlformats.org/officeDocument/2006/relationships/slideMaster" Target="/ppt/slideMasters/slideMaster1.xml" Id="R5be3b66567444fd1" /><Relationship Type="http://schemas.openxmlformats.org/officeDocument/2006/relationships/notesMaster" Target="/ppt/notesMasters/notesMaster1.xml" Id="R1e955ed6ea114bb7" /><Relationship Type="http://schemas.openxmlformats.org/officeDocument/2006/relationships/presProps" Target="/ppt/presProps.xml" Id="R2fe3bebbfb0f46f4" /><Relationship Type="http://schemas.openxmlformats.org/officeDocument/2006/relationships/tableStyles" Target="/ppt/tableStyles.xml" Id="R3835fbde8efd4efd" /><Relationship Type="http://schemas.openxmlformats.org/officeDocument/2006/relationships/slide" Target="/ppt/slides/slide1.xml" Id="Ra587d4f58e7c42a0" /><Relationship Type="http://schemas.openxmlformats.org/officeDocument/2006/relationships/slide" Target="/ppt/slides/slide2.xml" Id="R6ff9e2112a484556" /><Relationship Type="http://schemas.openxmlformats.org/officeDocument/2006/relationships/slide" Target="/ppt/slides/slide3.xml" Id="Rda1d26a6048b48bb" /><Relationship Type="http://schemas.openxmlformats.org/officeDocument/2006/relationships/slide" Target="/ppt/slides/slide4.xml" Id="R7d021fb75a0b44e9" /><Relationship Type="http://schemas.openxmlformats.org/officeDocument/2006/relationships/slide" Target="/ppt/slides/slide5.xml" Id="Rac3f116d26254547" /><Relationship Type="http://schemas.openxmlformats.org/officeDocument/2006/relationships/slide" Target="/ppt/slides/slide6.xml" Id="Rc30425e009664245" /><Relationship Type="http://schemas.openxmlformats.org/officeDocument/2006/relationships/slide" Target="/ppt/slides/slide7.xml" Id="Rcad034de507140ea" /><Relationship Type="http://schemas.openxmlformats.org/officeDocument/2006/relationships/slide" Target="/ppt/slides/slide8.xml" Id="Rebc4ad13f15d40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4b5dfd72ae4a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5eb4fdcae24e66" /><Relationship Type="http://schemas.openxmlformats.org/officeDocument/2006/relationships/notesMaster" Target="/ppt/notesMasters/notesMaster1.xml" Id="R9d0bb052255440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e6b52515424aaf" /><Relationship Type="http://schemas.openxmlformats.org/officeDocument/2006/relationships/notesMaster" Target="/ppt/notesMasters/notesMaster1.xml" Id="Rd849c7549ab54c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8153274f88410b" /><Relationship Type="http://schemas.openxmlformats.org/officeDocument/2006/relationships/notesMaster" Target="/ppt/notesMasters/notesMaster1.xml" Id="R1fd953c1f8e84c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a97051380c4229" /><Relationship Type="http://schemas.openxmlformats.org/officeDocument/2006/relationships/notesMaster" Target="/ppt/notesMasters/notesMaster1.xml" Id="Rde933ffb7b6e4c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6061973cc64608" /><Relationship Type="http://schemas.openxmlformats.org/officeDocument/2006/relationships/notesMaster" Target="/ppt/notesMasters/notesMaster1.xml" Id="R53713520a9934c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5c25f21fa7413d" /><Relationship Type="http://schemas.openxmlformats.org/officeDocument/2006/relationships/notesMaster" Target="/ppt/notesMasters/notesMaster1.xml" Id="R4f7d628ab1bc48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d2e32bb31545ce" /><Relationship Type="http://schemas.openxmlformats.org/officeDocument/2006/relationships/notesMaster" Target="/ppt/notesMasters/notesMaster1.xml" Id="R7ef75ed2cede4d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f3ff3a75f54053" /><Relationship Type="http://schemas.openxmlformats.org/officeDocument/2006/relationships/notesMaster" Target="/ppt/notesMasters/notesMaster1.xml" Id="Re4833955166c4f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elapsed minutes 0-3.</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Starter, elapsed minutes 3-6.</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elapsed minutes 6-11.</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elapsed minutes 11-18.</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2, elapsed minutes 18-21.</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Task, elapsed minutes 21-25.</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Task, elapsed minutes 25-35.</a:t>
            </a:r>
          </a:p>
          <a:p xmlns:a="http://schemas.openxmlformats.org/drawingml/2006/main">
            <a:r>
              <a:t/>
            </a:r>
          </a:p>
          <a:p xmlns:a="http://schemas.openxmlformats.org/drawingml/2006/main">
            <a:r>
              <a:t>25-32: build using the chosen route. 32-35: show an individual test and close the voice loop. Choose a short win message or a quiet visual signal. Test whether it is clear and comfortable. Ask “What I said, and what it changed”. Listen and reply: use it, adapt it, or defer with a reason. A pupil may answer privately or have exact words scribed. No signature gate.</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elapsed minutes 35-40.</a:t>
            </a:r>
          </a:p>
          <a:p xmlns:a="http://schemas.openxmlformats.org/drawingml/2006/main">
            <a:r>
              <a:t/>
            </a:r>
          </a:p>
          <a:p xmlns:a="http://schemas.openxmlformats.org/drawingml/2006/main">
            <a:r>
              <a:t>The recovery supplies controls and a wall rule but no win script. Select Player. Add a new flag script with say [empty text], go to the safe start, wait until touching Finish, then say [Made it!]. The wait block comes from Control; its condition comes from Sensing. Put the start blocks in this same script before the wait so the order is explicit. Keep other start blocks at the same coordinates. The win script ends after one say. The key scripts and wall rule remain active. The bug example loops two timed messages. Use the HTML counter or let the bug remain at Finish long enough to see the repeating messages. After a fresh flag, test a wall and a new win. Review unfinished construction now and agree extra sessions before Week 7 complexity.</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4: Observe pupil construction and demonstration of the win script. Record a win and a restarted run. Audit outcomes 1-4 individually; do not claim outcomes 5-6 from the teacher model.</a:t>
            </a:r>
          </a:p>
          <a:p xmlns:a="http://schemas.openxmlformats.org/drawingml/2006/main">
            <a:r>
              <a:t>W06_Win.sb3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f93b814f324d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f6a6f159954383" /><Relationship Type="http://schemas.openxmlformats.org/officeDocument/2006/relationships/slideLayout" Target="/ppt/slideLayouts/slideLayout1.xml" Id="Rd7c66164076e4b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c66164076e4b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3b7949359d43a6" /><Relationship Type="http://schemas.openxmlformats.org/officeDocument/2006/relationships/notesSlide" Target="/ppt/notesSlides/notesSlide1.xml" Id="R0398fafda8e74a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9ec7e869c74060" /><Relationship Type="http://schemas.openxmlformats.org/officeDocument/2006/relationships/notesSlide" Target="/ppt/notesSlides/notesSlide2.xml" Id="Rb73d7b11786a44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97a2faf15a4a24" /><Relationship Type="http://schemas.openxmlformats.org/officeDocument/2006/relationships/notesSlide" Target="/ppt/notesSlides/notesSlide3.xml" Id="R385a72ae723d44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81dfe419894f8c" /><Relationship Type="http://schemas.openxmlformats.org/officeDocument/2006/relationships/notesSlide" Target="/ppt/notesSlides/notesSlide4.xml" Id="R110bb0b816194a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ee71a2938e43be" /><Relationship Type="http://schemas.openxmlformats.org/officeDocument/2006/relationships/notesSlide" Target="/ppt/notesSlides/notesSlide5.xml" Id="R3b38f7be12b24d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f74644308949f5" /><Relationship Type="http://schemas.openxmlformats.org/officeDocument/2006/relationships/notesSlide" Target="/ppt/notesSlides/notesSlide6.xml" Id="R6a6e69476db148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8daf6ae047496d" /><Relationship Type="http://schemas.openxmlformats.org/officeDocument/2006/relationships/notesSlide" Target="/ppt/notesSlides/notesSlide7.xml" Id="R238e749fd6e948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447e26434b466d" /><Relationship Type="http://schemas.openxmlformats.org/officeDocument/2006/relationships/notesSlide" Target="/ppt/notesSlides/notesSlide8.xml" Id="R0584c6c016d14470"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D6E3A13-8975-4A82-A7BA-E066D5BBB61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271E55-A643-4578-8B70-42AA4D667C69}"/>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Arrival     0-3 minutes</a:t>
            </a:r>
          </a:p>
        </p:txBody>
      </p:sp>
      <p:sp>
        <p:nvSpPr>
          <p:cNvPr id="3" name="">
            <a:extLst xmlns:a="http://schemas.openxmlformats.org/drawingml/2006/main">
              <a:ext uri="{FF2B5EF4-FFF2-40B4-BE49-F238E27FC236}">
                <a16:creationId xmlns:a16="http://schemas.microsoft.com/office/drawing/2014/main" id="{56C1EE75-DFF4-4634-9D41-A8D43BB68D8D}"/>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2E25"/>
                </a:solidFill>
                <a:latin typeface="DejaVu Sans"/>
                <a:ea typeface="DejaVu Sans"/>
                <a:cs typeface="DejaVu Sans"/>
              </a:defRPr>
            </a:pPr>
            <a:r>
              <a:rPr sz="4050" b="1">
                <a:solidFill>
                  <a:srgbClr val="142E25"/>
                </a:solidFill>
                <a:latin typeface="DejaVu Sans"/>
                <a:ea typeface="DejaVu Sans"/>
                <a:cs typeface="DejaVu Sans"/>
              </a:rPr>
              <a:t>A finish that responds</a:t>
            </a:r>
          </a:p>
        </p:txBody>
      </p:sp>
      <p:sp>
        <p:nvSpPr>
          <p:cNvPr id="4" name="">
            <a:extLst xmlns:a="http://schemas.openxmlformats.org/drawingml/2006/main">
              <a:ext uri="{FF2B5EF4-FFF2-40B4-BE49-F238E27FC236}">
                <a16:creationId xmlns:a16="http://schemas.microsoft.com/office/drawing/2014/main" id="{0CB0DE60-6EF7-4591-928B-FCEAF362F49A}"/>
              </a:ext>
            </a:extLst>
          </p:cNvPr>
          <p:cNvSpPr>
            <a:spLocks xmlns:a="http://schemas.openxmlformats.org/drawingml/2006/main" noGrp="1"/>
          </p:cNvSpPr>
          <p:nvPr/>
        </p:nvSpPr>
        <p:spPr>
          <a:xfrm xmlns:a="http://schemas.openxmlformats.org/drawingml/2006/main">
            <a:off x="609600" y="197167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I can create a win response and start a fresh game.</a:t>
            </a:r>
          </a:p>
        </p:txBody>
      </p:sp>
      <p:sp>
        <p:nvSpPr>
          <p:cNvPr id="5" name="">
            <a:extLst xmlns:a="http://schemas.openxmlformats.org/drawingml/2006/main">
              <a:ext uri="{FF2B5EF4-FFF2-40B4-BE49-F238E27FC236}">
                <a16:creationId xmlns:a16="http://schemas.microsoft.com/office/drawing/2014/main" id="{8E503F51-0E06-4AE3-9700-ACA9E53B5DE7}"/>
              </a:ext>
            </a:extLst>
          </p:cNvPr>
          <p:cNvSpPr>
            <a:spLocks xmlns:a="http://schemas.openxmlformats.org/drawingml/2006/main" noGrp="1"/>
          </p:cNvSpPr>
          <p:nvPr/>
        </p:nvSpPr>
        <p:spPr>
          <a:xfrm xmlns:a="http://schemas.openxmlformats.org/drawingml/2006/main">
            <a:off x="609600" y="37147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Open your own W05_Walls.sb3.</a:t>
            </a:r>
          </a:p>
        </p:txBody>
      </p:sp>
      <p:sp>
        <p:nvSpPr>
          <p:cNvPr id="6" name="">
            <a:extLst xmlns:a="http://schemas.openxmlformats.org/drawingml/2006/main">
              <a:ext uri="{FF2B5EF4-FFF2-40B4-BE49-F238E27FC236}">
                <a16:creationId xmlns:a16="http://schemas.microsoft.com/office/drawing/2014/main" id="{2B32D00F-E13D-4A46-842D-BC48D7C6D28B}"/>
              </a:ext>
            </a:extLst>
          </p:cNvPr>
          <p:cNvSpPr>
            <a:spLocks xmlns:a="http://schemas.openxmlformats.org/drawingml/2006/main" noGrp="1"/>
          </p:cNvSpPr>
          <p:nvPr/>
        </p:nvSpPr>
        <p:spPr>
          <a:xfrm xmlns:a="http://schemas.openxmlformats.org/drawingml/2006/main">
            <a:off x="609600" y="54959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 can point, say or write. Quiet working is available.</a:t>
            </a:r>
          </a:p>
        </p:txBody>
      </p:sp>
      <p:sp>
        <p:nvSpPr>
          <p:cNvPr id="7" name="">
            <a:extLst xmlns:a="http://schemas.openxmlformats.org/drawingml/2006/main">
              <a:ext uri="{FF2B5EF4-FFF2-40B4-BE49-F238E27FC236}">
                <a16:creationId xmlns:a16="http://schemas.microsoft.com/office/drawing/2014/main" id="{7ABF7505-2DE3-4248-ABEF-C5D9698B4B14}"/>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2B94E2-168D-44E3-928D-6DD54529AB77}"/>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Arrival</a:t>
            </a:r>
          </a:p>
        </p:txBody>
      </p:sp>
      <p:sp>
        <p:nvSpPr>
          <p:cNvPr id="9" name="">
            <a:extLst xmlns:a="http://schemas.openxmlformats.org/drawingml/2006/main">
              <a:ext uri="{FF2B5EF4-FFF2-40B4-BE49-F238E27FC236}">
                <a16:creationId xmlns:a16="http://schemas.microsoft.com/office/drawing/2014/main" id="{D8312DA1-CC22-423F-A3E5-AD21BF4BD0DB}"/>
              </a:ext>
            </a:extLst>
          </p:cNvPr>
          <p:cNvSpPr>
            <a:spLocks xmlns:a="http://schemas.openxmlformats.org/drawingml/2006/main" noGrp="1"/>
          </p:cNvSpPr>
          <p:nvPr/>
        </p:nvSpPr>
        <p:spPr>
          <a:xfrm xmlns:a="http://schemas.openxmlformats.org/drawingml/2006/main">
            <a:off x="6096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320220-6FB5-479D-AE61-CAB56C0B0259}"/>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E91BBA3B-255F-4F32-8E3D-40E1A99C7B76}"/>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246E24C9-78F4-4E3A-860F-1F9913F32E41}"/>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85F4148F-DB6E-4EF3-8BD4-21032FEF0AB9}"/>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921A9D6C-5797-47AA-880E-C3E645F30763}"/>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9629CE99-8992-44D2-A3ED-0D2041989CF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70133CB7-CD99-4609-90FB-056B8767DF41}"/>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F1E7242C-2951-417C-8907-EEFED62C5285}"/>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18" name="">
            <a:extLst xmlns:a="http://schemas.openxmlformats.org/drawingml/2006/main">
              <a:ext uri="{FF2B5EF4-FFF2-40B4-BE49-F238E27FC236}">
                <a16:creationId xmlns:a16="http://schemas.microsoft.com/office/drawing/2014/main" id="{6E538A3D-3170-45BB-B4EF-0233F5A8B020}"/>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 / 8</a:t>
            </a:r>
          </a:p>
        </p:txBody>
      </p:sp>
    </p:spTree>
    <p:extLst>
      <p:ext uri="{BB962C8B-B14F-4D97-AF65-F5344CB8AC3E}">
        <p14:creationId xmlns:p14="http://schemas.microsoft.com/office/powerpoint/2010/main" val="1534946739"/>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E0F7E30-2041-4C42-8690-64C2A8F7C78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5DE6B3-AB2F-4EB0-9F71-40F71D09B657}"/>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Starter     3-6 minutes</a:t>
            </a:r>
          </a:p>
        </p:txBody>
      </p:sp>
      <p:sp>
        <p:nvSpPr>
          <p:cNvPr id="3" name="">
            <a:extLst xmlns:a="http://schemas.openxmlformats.org/drawingml/2006/main">
              <a:ext uri="{FF2B5EF4-FFF2-40B4-BE49-F238E27FC236}">
                <a16:creationId xmlns:a16="http://schemas.microsoft.com/office/drawing/2014/main" id="{C2EA7EB1-82DF-41EB-BE85-2F5ABDF25038}"/>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At the finish</a:t>
            </a:r>
          </a:p>
        </p:txBody>
      </p:sp>
      <p:sp>
        <p:nvSpPr>
          <p:cNvPr id="4" name="">
            <a:extLst xmlns:a="http://schemas.openxmlformats.org/drawingml/2006/main">
              <a:ext uri="{FF2B5EF4-FFF2-40B4-BE49-F238E27FC236}">
                <a16:creationId xmlns:a16="http://schemas.microsoft.com/office/drawing/2014/main" id="{BE3B7011-FC8B-4A50-BE5C-3320B5FE35BE}"/>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Player reaches Finish.</a:t>
            </a:r>
          </a:p>
        </p:txBody>
      </p:sp>
      <p:sp>
        <p:nvSpPr>
          <p:cNvPr id="5" name="">
            <a:extLst xmlns:a="http://schemas.openxmlformats.org/drawingml/2006/main">
              <a:ext uri="{FF2B5EF4-FFF2-40B4-BE49-F238E27FC236}">
                <a16:creationId xmlns:a16="http://schemas.microsoft.com/office/drawing/2014/main" id="{DE5A69BB-FC6D-40A0-AF14-D87F0B638CCA}"/>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What should the game do?</a:t>
            </a:r>
          </a:p>
        </p:txBody>
      </p:sp>
      <p:sp>
        <p:nvSpPr>
          <p:cNvPr id="6" name="">
            <a:extLst xmlns:a="http://schemas.openxmlformats.org/drawingml/2006/main">
              <a:ext uri="{FF2B5EF4-FFF2-40B4-BE49-F238E27FC236}">
                <a16:creationId xmlns:a16="http://schemas.microsoft.com/office/drawing/2014/main" id="{5D2AF6A0-88F3-4B42-8EC4-FBE610E7500C}"/>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a clear, quiet win signal.</a:t>
            </a:r>
          </a:p>
        </p:txBody>
      </p:sp>
      <p:sp>
        <p:nvSpPr>
          <p:cNvPr id="7" name="">
            <a:extLst xmlns:a="http://schemas.openxmlformats.org/drawingml/2006/main">
              <a:ext uri="{FF2B5EF4-FFF2-40B4-BE49-F238E27FC236}">
                <a16:creationId xmlns:a16="http://schemas.microsoft.com/office/drawing/2014/main" id="{E98E0CD0-1A09-4FE7-B531-C674C8E87E8F}"/>
              </a:ext>
            </a:extLst>
          </p:cNvPr>
          <p:cNvSpPr>
            <a:spLocks xmlns:a="http://schemas.openxmlformats.org/drawingml/2006/main" noGrp="1"/>
          </p:cNvSpPr>
          <p:nvPr/>
        </p:nvSpPr>
        <p:spPr>
          <a:xfrm xmlns:a="http://schemas.openxmlformats.org/drawingml/2006/main">
            <a:off x="6572250" y="20288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2E25"/>
                </a:solidFill>
                <a:latin typeface="DejaVu Sans"/>
                <a:ea typeface="DejaVu Sans"/>
                <a:cs typeface="DejaVu Sans"/>
              </a:defRPr>
            </a:pPr>
            <a:r>
              <a:rPr sz="2475" b="1">
                <a:solidFill>
                  <a:srgbClr val="142E25"/>
                </a:solidFill>
                <a:latin typeface="DejaVu Sans"/>
                <a:ea typeface="DejaVu Sans"/>
                <a:cs typeface="DejaVu Sans"/>
              </a:rPr>
              <a:t>Away from Finish</a:t>
            </a:r>
          </a:p>
        </p:txBody>
      </p:sp>
      <p:sp>
        <p:nvSpPr>
          <p:cNvPr id="8" name="">
            <a:extLst xmlns:a="http://schemas.openxmlformats.org/drawingml/2006/main">
              <a:ext uri="{FF2B5EF4-FFF2-40B4-BE49-F238E27FC236}">
                <a16:creationId xmlns:a16="http://schemas.microsoft.com/office/drawing/2014/main" id="{AC6F1AAD-45A0-4891-AD79-36D398999F92}"/>
              </a:ext>
            </a:extLst>
          </p:cNvPr>
          <p:cNvSpPr>
            <a:spLocks xmlns:a="http://schemas.openxmlformats.org/drawingml/2006/main" noGrp="1"/>
          </p:cNvSpPr>
          <p:nvPr/>
        </p:nvSpPr>
        <p:spPr>
          <a:xfrm xmlns:a="http://schemas.openxmlformats.org/drawingml/2006/main">
            <a:off x="6572250" y="2914650"/>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9624A"/>
                </a:solidFill>
                <a:latin typeface="DejaVu Sans"/>
                <a:ea typeface="DejaVu Sans"/>
                <a:cs typeface="DejaVu Sans"/>
              </a:defRPr>
            </a:pPr>
            <a:r>
              <a:rPr sz="2475" b="1">
                <a:solidFill>
                  <a:srgbClr val="19624A"/>
                </a:solidFill>
                <a:latin typeface="DejaVu Sans"/>
                <a:ea typeface="DejaVu Sans"/>
                <a:cs typeface="DejaVu Sans"/>
              </a:rPr>
              <a:t>At Finish</a:t>
            </a:r>
          </a:p>
        </p:txBody>
      </p:sp>
      <p:sp>
        <p:nvSpPr>
          <p:cNvPr id="9" name="">
            <a:extLst xmlns:a="http://schemas.openxmlformats.org/drawingml/2006/main">
              <a:ext uri="{FF2B5EF4-FFF2-40B4-BE49-F238E27FC236}">
                <a16:creationId xmlns:a16="http://schemas.microsoft.com/office/drawing/2014/main" id="{7B556E51-0525-467A-8F77-5D76019BA0A1}"/>
              </a:ext>
            </a:extLst>
          </p:cNvPr>
          <p:cNvSpPr>
            <a:spLocks xmlns:a="http://schemas.openxmlformats.org/drawingml/2006/main" noGrp="1"/>
          </p:cNvSpPr>
          <p:nvPr/>
        </p:nvSpPr>
        <p:spPr>
          <a:xfrm xmlns:a="http://schemas.openxmlformats.org/drawingml/2006/main">
            <a:off x="6572250" y="4124325"/>
            <a:ext cx="5010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Win, then a fresh green flag</a:t>
            </a:r>
          </a:p>
        </p:txBody>
      </p:sp>
      <p:sp>
        <p:nvSpPr>
          <p:cNvPr id="10" name="">
            <a:extLst xmlns:a="http://schemas.openxmlformats.org/drawingml/2006/main">
              <a:ext uri="{FF2B5EF4-FFF2-40B4-BE49-F238E27FC236}">
                <a16:creationId xmlns:a16="http://schemas.microsoft.com/office/drawing/2014/main" id="{8763128E-9023-480E-8E91-E3698EBE04C7}"/>
              </a:ext>
            </a:extLst>
          </p:cNvPr>
          <p:cNvSpPr>
            <a:spLocks xmlns:a="http://schemas.openxmlformats.org/drawingml/2006/main" noGrp="1"/>
          </p:cNvSpPr>
          <p:nvPr/>
        </p:nvSpPr>
        <p:spPr>
          <a:xfrm xmlns:a="http://schemas.openxmlformats.org/drawingml/2006/main">
            <a:off x="6572250" y="540067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5D"/>
                </a:solidFill>
                <a:latin typeface="DejaVu Sans"/>
                <a:ea typeface="DejaVu Sans"/>
                <a:cs typeface="DejaVu Sans"/>
              </a:defRPr>
            </a:pPr>
            <a:r>
              <a:rPr sz="1950" b="0">
                <a:solidFill>
                  <a:srgbClr val="536A5D"/>
                </a:solidFill>
                <a:latin typeface="DejaVu Sans"/>
                <a:ea typeface="DejaVu Sans"/>
                <a:cs typeface="DejaVu Sans"/>
              </a:rPr>
              <a:t>Check the wall rule again.</a:t>
            </a:r>
          </a:p>
        </p:txBody>
      </p:sp>
      <p:sp>
        <p:nvSpPr>
          <p:cNvPr id="11" name="">
            <a:extLst xmlns:a="http://schemas.openxmlformats.org/drawingml/2006/main">
              <a:ext uri="{FF2B5EF4-FFF2-40B4-BE49-F238E27FC236}">
                <a16:creationId xmlns:a16="http://schemas.microsoft.com/office/drawing/2014/main" id="{B7049A1F-FFF8-48F2-ACCC-6A14859B6E9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541856-CA87-4C64-A473-5106E6AE126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A3604BF9-1666-4683-BF66-8571AECB29F8}"/>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38F99017-5AB3-4500-B2DD-D6FB0FE563EB}"/>
              </a:ext>
            </a:extLst>
          </p:cNvPr>
          <p:cNvSpPr>
            <a:spLocks xmlns:a="http://schemas.openxmlformats.org/drawingml/2006/main" noGrp="1"/>
          </p:cNvSpPr>
          <p:nvPr/>
        </p:nvSpPr>
        <p:spPr>
          <a:xfrm xmlns:a="http://schemas.openxmlformats.org/drawingml/2006/main">
            <a:off x="17145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AE28656-0A01-42AE-959B-731C2E4BFBEA}"/>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6" name="">
            <a:extLst xmlns:a="http://schemas.openxmlformats.org/drawingml/2006/main">
              <a:ext uri="{FF2B5EF4-FFF2-40B4-BE49-F238E27FC236}">
                <a16:creationId xmlns:a16="http://schemas.microsoft.com/office/drawing/2014/main" id="{8939340F-EB21-4E6B-B689-EA24636D3488}"/>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7" name="">
            <a:extLst xmlns:a="http://schemas.openxmlformats.org/drawingml/2006/main">
              <a:ext uri="{FF2B5EF4-FFF2-40B4-BE49-F238E27FC236}">
                <a16:creationId xmlns:a16="http://schemas.microsoft.com/office/drawing/2014/main" id="{4AF091D2-7D7A-407E-B3A0-167681F722D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8" name="">
            <a:extLst xmlns:a="http://schemas.openxmlformats.org/drawingml/2006/main">
              <a:ext uri="{FF2B5EF4-FFF2-40B4-BE49-F238E27FC236}">
                <a16:creationId xmlns:a16="http://schemas.microsoft.com/office/drawing/2014/main" id="{3BE20607-5216-4B68-8674-040A8D34B242}"/>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9" name="">
            <a:extLst xmlns:a="http://schemas.openxmlformats.org/drawingml/2006/main">
              <a:ext uri="{FF2B5EF4-FFF2-40B4-BE49-F238E27FC236}">
                <a16:creationId xmlns:a16="http://schemas.microsoft.com/office/drawing/2014/main" id="{5BB03D4A-FF88-43D0-B189-D7F6DF7D8086}"/>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0" name="">
            <a:extLst xmlns:a="http://schemas.openxmlformats.org/drawingml/2006/main">
              <a:ext uri="{FF2B5EF4-FFF2-40B4-BE49-F238E27FC236}">
                <a16:creationId xmlns:a16="http://schemas.microsoft.com/office/drawing/2014/main" id="{1330BC2E-25D0-4798-BD17-5E41C634D1B5}"/>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1ADA862E-476D-4059-B2B3-DE1E27C3CF45}"/>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2" name="">
            <a:extLst xmlns:a="http://schemas.openxmlformats.org/drawingml/2006/main">
              <a:ext uri="{FF2B5EF4-FFF2-40B4-BE49-F238E27FC236}">
                <a16:creationId xmlns:a16="http://schemas.microsoft.com/office/drawing/2014/main" id="{DAE6DBAF-C7A7-4D50-A7DF-7BA463296B95}"/>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2 / 8</a:t>
            </a:r>
          </a:p>
        </p:txBody>
      </p:sp>
    </p:spTree>
    <p:extLst>
      <p:ext uri="{BB962C8B-B14F-4D97-AF65-F5344CB8AC3E}">
        <p14:creationId xmlns:p14="http://schemas.microsoft.com/office/powerpoint/2010/main" val="765365892"/>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4D7BFF6-E3EF-4089-8ADF-578DD873CB3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C6621-69E2-4623-A12A-B03DDD3639C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6-11 minutes</a:t>
            </a:r>
          </a:p>
        </p:txBody>
      </p:sp>
      <p:sp>
        <p:nvSpPr>
          <p:cNvPr id="3" name="">
            <a:extLst xmlns:a="http://schemas.openxmlformats.org/drawingml/2006/main">
              <a:ext uri="{FF2B5EF4-FFF2-40B4-BE49-F238E27FC236}">
                <a16:creationId xmlns:a16="http://schemas.microsoft.com/office/drawing/2014/main" id="{E764E95E-35EB-4FFA-9982-1D5AF4BD0F9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win condition</a:t>
            </a:r>
          </a:p>
        </p:txBody>
      </p:sp>
      <p:sp>
        <p:nvSpPr>
          <p:cNvPr id="4" name="">
            <a:extLst xmlns:a="http://schemas.openxmlformats.org/drawingml/2006/main">
              <a:ext uri="{FF2B5EF4-FFF2-40B4-BE49-F238E27FC236}">
                <a16:creationId xmlns:a16="http://schemas.microsoft.com/office/drawing/2014/main" id="{6D03D861-6472-4C53-AD85-F16B7CA624D3}"/>
              </a:ext>
            </a:extLst>
          </p:cNvPr>
          <p:cNvSpPr>
            <a:spLocks xmlns:a="http://schemas.openxmlformats.org/drawingml/2006/main" noGrp="1"/>
          </p:cNvSpPr>
          <p:nvPr/>
        </p:nvSpPr>
        <p:spPr>
          <a:xfrm xmlns:a="http://schemas.openxmlformats.org/drawingml/2006/main">
            <a:off x="609600" y="2009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Wait until Player touches Finish.</a:t>
            </a:r>
          </a:p>
        </p:txBody>
      </p:sp>
      <p:sp>
        <p:nvSpPr>
          <p:cNvPr id="5" name="">
            <a:extLst xmlns:a="http://schemas.openxmlformats.org/drawingml/2006/main">
              <a:ext uri="{FF2B5EF4-FFF2-40B4-BE49-F238E27FC236}">
                <a16:creationId xmlns:a16="http://schemas.microsoft.com/office/drawing/2014/main" id="{AE534ED4-52D3-4DBA-9590-C85F0DF10B16}"/>
              </a:ext>
            </a:extLst>
          </p:cNvPr>
          <p:cNvSpPr>
            <a:spLocks xmlns:a="http://schemas.openxmlformats.org/drawingml/2006/main" noGrp="1"/>
          </p:cNvSpPr>
          <p:nvPr/>
        </p:nvSpPr>
        <p:spPr>
          <a:xfrm xmlns:a="http://schemas.openxmlformats.org/drawingml/2006/main">
            <a:off x="609600" y="30384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Show a short win message.</a:t>
            </a:r>
          </a:p>
        </p:txBody>
      </p:sp>
      <p:sp>
        <p:nvSpPr>
          <p:cNvPr id="6" name="">
            <a:extLst xmlns:a="http://schemas.openxmlformats.org/drawingml/2006/main">
              <a:ext uri="{FF2B5EF4-FFF2-40B4-BE49-F238E27FC236}">
                <a16:creationId xmlns:a16="http://schemas.microsoft.com/office/drawing/2014/main" id="{86257BC7-95F3-41D5-8651-AA751D132432}"/>
              </a:ext>
            </a:extLst>
          </p:cNvPr>
          <p:cNvSpPr>
            <a:spLocks xmlns:a="http://schemas.openxmlformats.org/drawingml/2006/main" noGrp="1"/>
          </p:cNvSpPr>
          <p:nvPr/>
        </p:nvSpPr>
        <p:spPr>
          <a:xfrm xmlns:a="http://schemas.openxmlformats.org/drawingml/2006/main">
            <a:off x="609600" y="40671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This win script then reaches its end.</a:t>
            </a:r>
          </a:p>
        </p:txBody>
      </p:sp>
      <p:sp>
        <p:nvSpPr>
          <p:cNvPr id="7" name="">
            <a:extLst xmlns:a="http://schemas.openxmlformats.org/drawingml/2006/main">
              <a:ext uri="{FF2B5EF4-FFF2-40B4-BE49-F238E27FC236}">
                <a16:creationId xmlns:a16="http://schemas.microsoft.com/office/drawing/2014/main" id="{FE75F787-C937-4843-BBA0-A4DB5789FD52}"/>
              </a:ext>
            </a:extLst>
          </p:cNvPr>
          <p:cNvSpPr>
            <a:spLocks xmlns:a="http://schemas.openxmlformats.org/drawingml/2006/main" noGrp="1"/>
          </p:cNvSpPr>
          <p:nvPr/>
        </p:nvSpPr>
        <p:spPr>
          <a:xfrm xmlns:a="http://schemas.openxmlformats.org/drawingml/2006/main">
            <a:off x="6572250" y="2076450"/>
            <a:ext cx="5010150" cy="4286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38E909-74B0-402D-99FD-238F1F29B44A}"/>
              </a:ext>
            </a:extLst>
          </p:cNvPr>
          <p:cNvSpPr>
            <a:spLocks xmlns:a="http://schemas.openxmlformats.org/drawingml/2006/main" noGrp="1"/>
          </p:cNvSpPr>
          <p:nvPr/>
        </p:nvSpPr>
        <p:spPr>
          <a:xfrm xmlns:a="http://schemas.openxmlformats.org/drawingml/2006/main">
            <a:off x="6686550" y="21431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E25"/>
                </a:solidFill>
                <a:latin typeface="DejaVu Sans"/>
                <a:ea typeface="DejaVu Sans"/>
                <a:cs typeface="DejaVu Sans"/>
              </a:defRPr>
            </a:pPr>
            <a:r>
              <a:rPr sz="172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0F0FE4DE-EF6D-417E-8AE8-4242274C4FFD}"/>
              </a:ext>
            </a:extLst>
          </p:cNvPr>
          <p:cNvSpPr>
            <a:spLocks xmlns:a="http://schemas.openxmlformats.org/drawingml/2006/main" noGrp="1"/>
          </p:cNvSpPr>
          <p:nvPr/>
        </p:nvSpPr>
        <p:spPr>
          <a:xfrm xmlns:a="http://schemas.openxmlformats.org/drawingml/2006/main">
            <a:off x="6572250" y="2533650"/>
            <a:ext cx="5010150" cy="42862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EC3D98-FA9E-4E96-B4B3-EEFCDAFDB5F8}"/>
              </a:ext>
            </a:extLst>
          </p:cNvPr>
          <p:cNvSpPr>
            <a:spLocks xmlns:a="http://schemas.openxmlformats.org/drawingml/2006/main" noGrp="1"/>
          </p:cNvSpPr>
          <p:nvPr/>
        </p:nvSpPr>
        <p:spPr>
          <a:xfrm xmlns:a="http://schemas.openxmlformats.org/drawingml/2006/main">
            <a:off x="6686550" y="26003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say [blank]</a:t>
            </a:r>
          </a:p>
        </p:txBody>
      </p:sp>
      <p:sp>
        <p:nvSpPr>
          <p:cNvPr id="11" name="">
            <a:extLst xmlns:a="http://schemas.openxmlformats.org/drawingml/2006/main">
              <a:ext uri="{FF2B5EF4-FFF2-40B4-BE49-F238E27FC236}">
                <a16:creationId xmlns:a16="http://schemas.microsoft.com/office/drawing/2014/main" id="{3ED14A47-4194-430A-8F65-AA9815D30BD5}"/>
              </a:ext>
            </a:extLst>
          </p:cNvPr>
          <p:cNvSpPr>
            <a:spLocks xmlns:a="http://schemas.openxmlformats.org/drawingml/2006/main" noGrp="1"/>
          </p:cNvSpPr>
          <p:nvPr/>
        </p:nvSpPr>
        <p:spPr>
          <a:xfrm xmlns:a="http://schemas.openxmlformats.org/drawingml/2006/main">
            <a:off x="6572250" y="2990850"/>
            <a:ext cx="5010150" cy="4286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8AE087-B663-4074-85D6-17AA4445D7D3}"/>
              </a:ext>
            </a:extLst>
          </p:cNvPr>
          <p:cNvSpPr>
            <a:spLocks xmlns:a="http://schemas.openxmlformats.org/drawingml/2006/main" noGrp="1"/>
          </p:cNvSpPr>
          <p:nvPr/>
        </p:nvSpPr>
        <p:spPr>
          <a:xfrm xmlns:a="http://schemas.openxmlformats.org/drawingml/2006/main">
            <a:off x="6686550" y="30575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go to x: start x  y: start y</a:t>
            </a:r>
          </a:p>
        </p:txBody>
      </p:sp>
      <p:sp>
        <p:nvSpPr>
          <p:cNvPr id="13" name="">
            <a:extLst xmlns:a="http://schemas.openxmlformats.org/drawingml/2006/main">
              <a:ext uri="{FF2B5EF4-FFF2-40B4-BE49-F238E27FC236}">
                <a16:creationId xmlns:a16="http://schemas.microsoft.com/office/drawing/2014/main" id="{B0E1ED81-7700-448E-81E3-6A47A550A51A}"/>
              </a:ext>
            </a:extLst>
          </p:cNvPr>
          <p:cNvSpPr>
            <a:spLocks xmlns:a="http://schemas.openxmlformats.org/drawingml/2006/main" noGrp="1"/>
          </p:cNvSpPr>
          <p:nvPr/>
        </p:nvSpPr>
        <p:spPr>
          <a:xfrm xmlns:a="http://schemas.openxmlformats.org/drawingml/2006/main">
            <a:off x="6572250" y="3448050"/>
            <a:ext cx="5010150" cy="428625"/>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E78E16-2584-4BBF-8D30-5504A248F108}"/>
              </a:ext>
            </a:extLst>
          </p:cNvPr>
          <p:cNvSpPr>
            <a:spLocks xmlns:a="http://schemas.openxmlformats.org/drawingml/2006/main" noGrp="1"/>
          </p:cNvSpPr>
          <p:nvPr/>
        </p:nvSpPr>
        <p:spPr>
          <a:xfrm xmlns:a="http://schemas.openxmlformats.org/drawingml/2006/main">
            <a:off x="6686550" y="35147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wait until &lt;touching Finish?&gt;</a:t>
            </a:r>
          </a:p>
        </p:txBody>
      </p:sp>
      <p:sp>
        <p:nvSpPr>
          <p:cNvPr id="15" name="">
            <a:extLst xmlns:a="http://schemas.openxmlformats.org/drawingml/2006/main">
              <a:ext uri="{FF2B5EF4-FFF2-40B4-BE49-F238E27FC236}">
                <a16:creationId xmlns:a16="http://schemas.microsoft.com/office/drawing/2014/main" id="{8A78B7DB-321A-4514-8675-5AB5ED934398}"/>
              </a:ext>
            </a:extLst>
          </p:cNvPr>
          <p:cNvSpPr>
            <a:spLocks xmlns:a="http://schemas.openxmlformats.org/drawingml/2006/main" noGrp="1"/>
          </p:cNvSpPr>
          <p:nvPr/>
        </p:nvSpPr>
        <p:spPr>
          <a:xfrm xmlns:a="http://schemas.openxmlformats.org/drawingml/2006/main">
            <a:off x="6572250" y="3905250"/>
            <a:ext cx="5010150" cy="42862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0512BE-DD2B-47F3-AC24-8BB389D9CEB7}"/>
              </a:ext>
            </a:extLst>
          </p:cNvPr>
          <p:cNvSpPr>
            <a:spLocks xmlns:a="http://schemas.openxmlformats.org/drawingml/2006/main" noGrp="1"/>
          </p:cNvSpPr>
          <p:nvPr/>
        </p:nvSpPr>
        <p:spPr>
          <a:xfrm xmlns:a="http://schemas.openxmlformats.org/drawingml/2006/main">
            <a:off x="6686550" y="39719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say [Made it!]</a:t>
            </a:r>
          </a:p>
        </p:txBody>
      </p:sp>
      <p:sp>
        <p:nvSpPr>
          <p:cNvPr id="17" name="">
            <a:extLst xmlns:a="http://schemas.openxmlformats.org/drawingml/2006/main">
              <a:ext uri="{FF2B5EF4-FFF2-40B4-BE49-F238E27FC236}">
                <a16:creationId xmlns:a16="http://schemas.microsoft.com/office/drawing/2014/main" id="{E3A4CA25-6E04-4214-AF28-EBB13345AA88}"/>
              </a:ext>
            </a:extLst>
          </p:cNvPr>
          <p:cNvSpPr>
            <a:spLocks xmlns:a="http://schemas.openxmlformats.org/drawingml/2006/main" noGrp="1"/>
          </p:cNvSpPr>
          <p:nvPr/>
        </p:nvSpPr>
        <p:spPr>
          <a:xfrm xmlns:a="http://schemas.openxmlformats.org/drawingml/2006/main">
            <a:off x="6572250" y="552450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Use your own safe start.</a:t>
            </a:r>
          </a:p>
        </p:txBody>
      </p:sp>
      <p:sp>
        <p:nvSpPr>
          <p:cNvPr id="18" name="">
            <a:extLst xmlns:a="http://schemas.openxmlformats.org/drawingml/2006/main">
              <a:ext uri="{FF2B5EF4-FFF2-40B4-BE49-F238E27FC236}">
                <a16:creationId xmlns:a16="http://schemas.microsoft.com/office/drawing/2014/main" id="{7D5E0A04-4A56-4288-A6E0-A1E6DAFF46C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675BE28-B344-41BE-921F-E1FE58C1D05D}"/>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20" name="">
            <a:extLst xmlns:a="http://schemas.openxmlformats.org/drawingml/2006/main">
              <a:ext uri="{FF2B5EF4-FFF2-40B4-BE49-F238E27FC236}">
                <a16:creationId xmlns:a16="http://schemas.microsoft.com/office/drawing/2014/main" id="{ACB3FFEF-FCB6-47AF-9FCF-F9BDF6D9F93D}"/>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1" name="">
            <a:extLst xmlns:a="http://schemas.openxmlformats.org/drawingml/2006/main">
              <a:ext uri="{FF2B5EF4-FFF2-40B4-BE49-F238E27FC236}">
                <a16:creationId xmlns:a16="http://schemas.microsoft.com/office/drawing/2014/main" id="{2723B568-9FA4-4521-B208-E69C66FDDC3A}"/>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a:t>
            </a:r>
          </a:p>
        </p:txBody>
      </p:sp>
      <p:sp>
        <p:nvSpPr>
          <p:cNvPr id="22" name="">
            <a:extLst xmlns:a="http://schemas.openxmlformats.org/drawingml/2006/main">
              <a:ext uri="{FF2B5EF4-FFF2-40B4-BE49-F238E27FC236}">
                <a16:creationId xmlns:a16="http://schemas.microsoft.com/office/drawing/2014/main" id="{2256209B-CE1F-48CA-8368-1AE6E7FE8C38}"/>
              </a:ext>
            </a:extLst>
          </p:cNvPr>
          <p:cNvSpPr>
            <a:spLocks xmlns:a="http://schemas.openxmlformats.org/drawingml/2006/main" noGrp="1"/>
          </p:cNvSpPr>
          <p:nvPr/>
        </p:nvSpPr>
        <p:spPr>
          <a:xfrm xmlns:a="http://schemas.openxmlformats.org/drawingml/2006/main">
            <a:off x="2819400" y="6457950"/>
            <a:ext cx="742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52871AF-F6C5-4D41-8525-FAE7AD7A5D99}"/>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4" name="">
            <a:extLst xmlns:a="http://schemas.openxmlformats.org/drawingml/2006/main">
              <a:ext uri="{FF2B5EF4-FFF2-40B4-BE49-F238E27FC236}">
                <a16:creationId xmlns:a16="http://schemas.microsoft.com/office/drawing/2014/main" id="{663B49BF-D8B9-481C-B98E-633B4B1952D8}"/>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5" name="">
            <a:extLst xmlns:a="http://schemas.openxmlformats.org/drawingml/2006/main">
              <a:ext uri="{FF2B5EF4-FFF2-40B4-BE49-F238E27FC236}">
                <a16:creationId xmlns:a16="http://schemas.microsoft.com/office/drawing/2014/main" id="{D022EDBC-FB72-42E3-92F3-74AB617A7302}"/>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6" name="">
            <a:extLst xmlns:a="http://schemas.openxmlformats.org/drawingml/2006/main">
              <a:ext uri="{FF2B5EF4-FFF2-40B4-BE49-F238E27FC236}">
                <a16:creationId xmlns:a16="http://schemas.microsoft.com/office/drawing/2014/main" id="{CEDCA67E-3FCF-496B-801A-9F09AB0958CB}"/>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7" name="">
            <a:extLst xmlns:a="http://schemas.openxmlformats.org/drawingml/2006/main">
              <a:ext uri="{FF2B5EF4-FFF2-40B4-BE49-F238E27FC236}">
                <a16:creationId xmlns:a16="http://schemas.microsoft.com/office/drawing/2014/main" id="{B077DB79-642F-41DD-9F47-04AA7F47FCDC}"/>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8" name="">
            <a:extLst xmlns:a="http://schemas.openxmlformats.org/drawingml/2006/main">
              <a:ext uri="{FF2B5EF4-FFF2-40B4-BE49-F238E27FC236}">
                <a16:creationId xmlns:a16="http://schemas.microsoft.com/office/drawing/2014/main" id="{ACFFA03C-7027-4189-BF88-465268DA95D8}"/>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9" name="">
            <a:extLst xmlns:a="http://schemas.openxmlformats.org/drawingml/2006/main">
              <a:ext uri="{FF2B5EF4-FFF2-40B4-BE49-F238E27FC236}">
                <a16:creationId xmlns:a16="http://schemas.microsoft.com/office/drawing/2014/main" id="{52996A7F-C3EF-4832-880F-361A05CA3F50}"/>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3 / 8</a:t>
            </a:r>
          </a:p>
        </p:txBody>
      </p:sp>
    </p:spTree>
    <p:extLst>
      <p:ext uri="{BB962C8B-B14F-4D97-AF65-F5344CB8AC3E}">
        <p14:creationId xmlns:p14="http://schemas.microsoft.com/office/powerpoint/2010/main" val="379536064"/>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16D13C2-9863-487F-842C-710632E01CF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E3777F-1BD8-4EF4-A1D5-E0C67A91CFF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11-18 minutes</a:t>
            </a:r>
          </a:p>
        </p:txBody>
      </p:sp>
      <p:sp>
        <p:nvSpPr>
          <p:cNvPr id="3" name="">
            <a:extLst xmlns:a="http://schemas.openxmlformats.org/drawingml/2006/main">
              <a:ext uri="{FF2B5EF4-FFF2-40B4-BE49-F238E27FC236}">
                <a16:creationId xmlns:a16="http://schemas.microsoft.com/office/drawing/2014/main" id="{A9A5206C-485A-4220-B56E-EC3977C60980}"/>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Win or keep playing</a:t>
            </a:r>
          </a:p>
        </p:txBody>
      </p:sp>
      <p:sp>
        <p:nvSpPr>
          <p:cNvPr id="4" name="">
            <a:extLst xmlns:a="http://schemas.openxmlformats.org/drawingml/2006/main">
              <a:ext uri="{FF2B5EF4-FFF2-40B4-BE49-F238E27FC236}">
                <a16:creationId xmlns:a16="http://schemas.microsoft.com/office/drawing/2014/main" id="{D95BB3DB-D5F1-4BB4-937A-890A9A4676B2}"/>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away from Finish and at Finish.</a:t>
            </a:r>
          </a:p>
        </p:txBody>
      </p:sp>
      <p:sp>
        <p:nvSpPr>
          <p:cNvPr id="5" name="">
            <a:extLst xmlns:a="http://schemas.openxmlformats.org/drawingml/2006/main">
              <a:ext uri="{FF2B5EF4-FFF2-40B4-BE49-F238E27FC236}">
                <a16:creationId xmlns:a16="http://schemas.microsoft.com/office/drawing/2014/main" id="{C85A19ED-90D2-4919-915D-01892EF72A5F}"/>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the win, then check again.</a:t>
            </a:r>
          </a:p>
        </p:txBody>
      </p:sp>
      <p:sp>
        <p:nvSpPr>
          <p:cNvPr id="6" name="">
            <a:extLst xmlns:a="http://schemas.openxmlformats.org/drawingml/2006/main">
              <a:ext uri="{FF2B5EF4-FFF2-40B4-BE49-F238E27FC236}">
                <a16:creationId xmlns:a16="http://schemas.microsoft.com/office/drawing/2014/main" id="{4638825E-D4A4-4AFB-9A99-1218C5AF0275}"/>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Compare one response with repeated messages.</a:t>
            </a:r>
          </a:p>
        </p:txBody>
      </p:sp>
      <p:sp>
        <p:nvSpPr>
          <p:cNvPr id="7" name="">
            <a:extLst xmlns:a="http://schemas.openxmlformats.org/drawingml/2006/main">
              <a:ext uri="{FF2B5EF4-FFF2-40B4-BE49-F238E27FC236}">
                <a16:creationId xmlns:a16="http://schemas.microsoft.com/office/drawing/2014/main" id="{530C3470-902A-4458-8E78-265323909878}"/>
              </a:ext>
            </a:extLst>
          </p:cNvPr>
          <p:cNvSpPr>
            <a:spLocks xmlns:a="http://schemas.openxmlformats.org/drawingml/2006/main" noGrp="1"/>
          </p:cNvSpPr>
          <p:nvPr/>
        </p:nvSpPr>
        <p:spPr>
          <a:xfrm xmlns:a="http://schemas.openxmlformats.org/drawingml/2006/main">
            <a:off x="6572250" y="20288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2E25"/>
                </a:solidFill>
                <a:latin typeface="DejaVu Sans"/>
                <a:ea typeface="DejaVu Sans"/>
                <a:cs typeface="DejaVu Sans"/>
              </a:defRPr>
            </a:pPr>
            <a:r>
              <a:rPr sz="2475" b="1">
                <a:solidFill>
                  <a:srgbClr val="142E25"/>
                </a:solidFill>
                <a:latin typeface="DejaVu Sans"/>
                <a:ea typeface="DejaVu Sans"/>
                <a:cs typeface="DejaVu Sans"/>
              </a:rPr>
              <a:t>Away from Finish</a:t>
            </a:r>
          </a:p>
        </p:txBody>
      </p:sp>
      <p:sp>
        <p:nvSpPr>
          <p:cNvPr id="8" name="">
            <a:extLst xmlns:a="http://schemas.openxmlformats.org/drawingml/2006/main">
              <a:ext uri="{FF2B5EF4-FFF2-40B4-BE49-F238E27FC236}">
                <a16:creationId xmlns:a16="http://schemas.microsoft.com/office/drawing/2014/main" id="{55318FBD-D1B8-47C0-A9FB-57332DCDCC53}"/>
              </a:ext>
            </a:extLst>
          </p:cNvPr>
          <p:cNvSpPr>
            <a:spLocks xmlns:a="http://schemas.openxmlformats.org/drawingml/2006/main" noGrp="1"/>
          </p:cNvSpPr>
          <p:nvPr/>
        </p:nvSpPr>
        <p:spPr>
          <a:xfrm xmlns:a="http://schemas.openxmlformats.org/drawingml/2006/main">
            <a:off x="6572250" y="2914650"/>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9624A"/>
                </a:solidFill>
                <a:latin typeface="DejaVu Sans"/>
                <a:ea typeface="DejaVu Sans"/>
                <a:cs typeface="DejaVu Sans"/>
              </a:defRPr>
            </a:pPr>
            <a:r>
              <a:rPr sz="2475" b="1">
                <a:solidFill>
                  <a:srgbClr val="19624A"/>
                </a:solidFill>
                <a:latin typeface="DejaVu Sans"/>
                <a:ea typeface="DejaVu Sans"/>
                <a:cs typeface="DejaVu Sans"/>
              </a:rPr>
              <a:t>At Finish</a:t>
            </a:r>
          </a:p>
        </p:txBody>
      </p:sp>
      <p:sp>
        <p:nvSpPr>
          <p:cNvPr id="9" name="">
            <a:extLst xmlns:a="http://schemas.openxmlformats.org/drawingml/2006/main">
              <a:ext uri="{FF2B5EF4-FFF2-40B4-BE49-F238E27FC236}">
                <a16:creationId xmlns:a16="http://schemas.microsoft.com/office/drawing/2014/main" id="{613C5EB2-2BAB-4A07-A519-86FE0A8CF08D}"/>
              </a:ext>
            </a:extLst>
          </p:cNvPr>
          <p:cNvSpPr>
            <a:spLocks xmlns:a="http://schemas.openxmlformats.org/drawingml/2006/main" noGrp="1"/>
          </p:cNvSpPr>
          <p:nvPr/>
        </p:nvSpPr>
        <p:spPr>
          <a:xfrm xmlns:a="http://schemas.openxmlformats.org/drawingml/2006/main">
            <a:off x="6572250" y="4124325"/>
            <a:ext cx="5010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Win, then a fresh green flag</a:t>
            </a:r>
          </a:p>
        </p:txBody>
      </p:sp>
      <p:sp>
        <p:nvSpPr>
          <p:cNvPr id="10" name="">
            <a:extLst xmlns:a="http://schemas.openxmlformats.org/drawingml/2006/main">
              <a:ext uri="{FF2B5EF4-FFF2-40B4-BE49-F238E27FC236}">
                <a16:creationId xmlns:a16="http://schemas.microsoft.com/office/drawing/2014/main" id="{13BC1E30-60BC-4096-8FB9-17676B27DEB2}"/>
              </a:ext>
            </a:extLst>
          </p:cNvPr>
          <p:cNvSpPr>
            <a:spLocks xmlns:a="http://schemas.openxmlformats.org/drawingml/2006/main" noGrp="1"/>
          </p:cNvSpPr>
          <p:nvPr/>
        </p:nvSpPr>
        <p:spPr>
          <a:xfrm xmlns:a="http://schemas.openxmlformats.org/drawingml/2006/main">
            <a:off x="6572250" y="540067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5D"/>
                </a:solidFill>
                <a:latin typeface="DejaVu Sans"/>
                <a:ea typeface="DejaVu Sans"/>
                <a:cs typeface="DejaVu Sans"/>
              </a:defRPr>
            </a:pPr>
            <a:r>
              <a:rPr sz="1950" b="0">
                <a:solidFill>
                  <a:srgbClr val="536A5D"/>
                </a:solidFill>
                <a:latin typeface="DejaVu Sans"/>
                <a:ea typeface="DejaVu Sans"/>
                <a:cs typeface="DejaVu Sans"/>
              </a:rPr>
              <a:t>Check the wall rule again.</a:t>
            </a:r>
          </a:p>
        </p:txBody>
      </p:sp>
      <p:sp>
        <p:nvSpPr>
          <p:cNvPr id="11" name="">
            <a:extLst xmlns:a="http://schemas.openxmlformats.org/drawingml/2006/main">
              <a:ext uri="{FF2B5EF4-FFF2-40B4-BE49-F238E27FC236}">
                <a16:creationId xmlns:a16="http://schemas.microsoft.com/office/drawing/2014/main" id="{3E1E87BE-E99F-4957-A3D9-2B88BD43168C}"/>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2F0F7D-C233-41F3-BBC0-0DEE3884A87C}"/>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545F6832-20E1-4584-8E82-C28A184B8827}"/>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114788D7-E008-4A02-B1BE-EF7B3E7B720E}"/>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FE349A00-07E5-4429-9C8C-F9B169CF96C2}"/>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1A07F14E-6415-4749-8544-48DE84F170B7}"/>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210ABE-5789-4745-ABC6-9FBDDE25A75B}"/>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8" name="">
            <a:extLst xmlns:a="http://schemas.openxmlformats.org/drawingml/2006/main">
              <a:ext uri="{FF2B5EF4-FFF2-40B4-BE49-F238E27FC236}">
                <a16:creationId xmlns:a16="http://schemas.microsoft.com/office/drawing/2014/main" id="{C5CABDF8-0A5E-4459-897A-DAA513A8EB2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9" name="">
            <a:extLst xmlns:a="http://schemas.openxmlformats.org/drawingml/2006/main">
              <a:ext uri="{FF2B5EF4-FFF2-40B4-BE49-F238E27FC236}">
                <a16:creationId xmlns:a16="http://schemas.microsoft.com/office/drawing/2014/main" id="{F9E792D4-1D5B-48C5-B710-10F79A0B02A1}"/>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0" name="">
            <a:extLst xmlns:a="http://schemas.openxmlformats.org/drawingml/2006/main">
              <a:ext uri="{FF2B5EF4-FFF2-40B4-BE49-F238E27FC236}">
                <a16:creationId xmlns:a16="http://schemas.microsoft.com/office/drawing/2014/main" id="{FDB00838-54C1-411D-BDEC-609DAAE57D4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4F722BC1-9D57-45D2-87F1-E0DA34281580}"/>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2" name="">
            <a:extLst xmlns:a="http://schemas.openxmlformats.org/drawingml/2006/main">
              <a:ext uri="{FF2B5EF4-FFF2-40B4-BE49-F238E27FC236}">
                <a16:creationId xmlns:a16="http://schemas.microsoft.com/office/drawing/2014/main" id="{15F32A4C-220B-4923-BCD9-9824716AA01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4 / 8</a:t>
            </a:r>
          </a:p>
        </p:txBody>
      </p:sp>
    </p:spTree>
    <p:extLst>
      <p:ext uri="{BB962C8B-B14F-4D97-AF65-F5344CB8AC3E}">
        <p14:creationId xmlns:p14="http://schemas.microsoft.com/office/powerpoint/2010/main" val="1523942338"/>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2A11FF9-A897-4570-84E7-34022931FAE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A9D6E0-474A-49D7-A027-62D1A9B6641C}"/>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2     18-21 minutes</a:t>
            </a:r>
          </a:p>
        </p:txBody>
      </p:sp>
      <p:sp>
        <p:nvSpPr>
          <p:cNvPr id="3" name="">
            <a:extLst xmlns:a="http://schemas.openxmlformats.org/drawingml/2006/main">
              <a:ext uri="{FF2B5EF4-FFF2-40B4-BE49-F238E27FC236}">
                <a16:creationId xmlns:a16="http://schemas.microsoft.com/office/drawing/2014/main" id="{91375434-A4BE-40ED-B75C-3E73A1F9ACBE}"/>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fresh game</a:t>
            </a:r>
          </a:p>
        </p:txBody>
      </p:sp>
      <p:sp>
        <p:nvSpPr>
          <p:cNvPr id="4" name="">
            <a:extLst xmlns:a="http://schemas.openxmlformats.org/drawingml/2006/main">
              <a:ext uri="{FF2B5EF4-FFF2-40B4-BE49-F238E27FC236}">
                <a16:creationId xmlns:a16="http://schemas.microsoft.com/office/drawing/2014/main" id="{41F2D0FE-8FFF-4842-AC51-27B719B8AB4C}"/>
              </a:ext>
            </a:extLst>
          </p:cNvPr>
          <p:cNvSpPr>
            <a:spLocks xmlns:a="http://schemas.openxmlformats.org/drawingml/2006/main" noGrp="1"/>
          </p:cNvSpPr>
          <p:nvPr/>
        </p:nvSpPr>
        <p:spPr>
          <a:xfrm xmlns:a="http://schemas.openxmlformats.org/drawingml/2006/main">
            <a:off x="609600" y="2009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First clear the old message.</a:t>
            </a:r>
          </a:p>
        </p:txBody>
      </p:sp>
      <p:sp>
        <p:nvSpPr>
          <p:cNvPr id="5" name="">
            <a:extLst xmlns:a="http://schemas.openxmlformats.org/drawingml/2006/main">
              <a:ext uri="{FF2B5EF4-FFF2-40B4-BE49-F238E27FC236}">
                <a16:creationId xmlns:a16="http://schemas.microsoft.com/office/drawing/2014/main" id="{9D2C2EDC-806C-49DC-9110-19A2B75C74CD}"/>
              </a:ext>
            </a:extLst>
          </p:cNvPr>
          <p:cNvSpPr>
            <a:spLocks xmlns:a="http://schemas.openxmlformats.org/drawingml/2006/main" noGrp="1"/>
          </p:cNvSpPr>
          <p:nvPr/>
        </p:nvSpPr>
        <p:spPr>
          <a:xfrm xmlns:a="http://schemas.openxmlformats.org/drawingml/2006/main">
            <a:off x="609600" y="30384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Go to a safe start before waiting for Finish.</a:t>
            </a:r>
          </a:p>
        </p:txBody>
      </p:sp>
      <p:sp>
        <p:nvSpPr>
          <p:cNvPr id="6" name="">
            <a:extLst xmlns:a="http://schemas.openxmlformats.org/drawingml/2006/main">
              <a:ext uri="{FF2B5EF4-FFF2-40B4-BE49-F238E27FC236}">
                <a16:creationId xmlns:a16="http://schemas.microsoft.com/office/drawing/2014/main" id="{57BD8D0F-971D-42BC-827B-48F7B2D01ED5}"/>
              </a:ext>
            </a:extLst>
          </p:cNvPr>
          <p:cNvSpPr>
            <a:spLocks xmlns:a="http://schemas.openxmlformats.org/drawingml/2006/main" noGrp="1"/>
          </p:cNvSpPr>
          <p:nvPr/>
        </p:nvSpPr>
        <p:spPr>
          <a:xfrm xmlns:a="http://schemas.openxmlformats.org/drawingml/2006/main">
            <a:off x="609600" y="40671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The green flag begins a new run.</a:t>
            </a:r>
          </a:p>
        </p:txBody>
      </p:sp>
      <p:sp>
        <p:nvSpPr>
          <p:cNvPr id="7" name="">
            <a:extLst xmlns:a="http://schemas.openxmlformats.org/drawingml/2006/main">
              <a:ext uri="{FF2B5EF4-FFF2-40B4-BE49-F238E27FC236}">
                <a16:creationId xmlns:a16="http://schemas.microsoft.com/office/drawing/2014/main" id="{506ED09D-D1F3-481F-ACF8-0695D6365688}"/>
              </a:ext>
            </a:extLst>
          </p:cNvPr>
          <p:cNvSpPr>
            <a:spLocks xmlns:a="http://schemas.openxmlformats.org/drawingml/2006/main" noGrp="1"/>
          </p:cNvSpPr>
          <p:nvPr/>
        </p:nvSpPr>
        <p:spPr>
          <a:xfrm xmlns:a="http://schemas.openxmlformats.org/drawingml/2006/main">
            <a:off x="6572250" y="2076450"/>
            <a:ext cx="5010150" cy="4286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44668D-023E-4F1C-B4E4-7E68B924C3E1}"/>
              </a:ext>
            </a:extLst>
          </p:cNvPr>
          <p:cNvSpPr>
            <a:spLocks xmlns:a="http://schemas.openxmlformats.org/drawingml/2006/main" noGrp="1"/>
          </p:cNvSpPr>
          <p:nvPr/>
        </p:nvSpPr>
        <p:spPr>
          <a:xfrm xmlns:a="http://schemas.openxmlformats.org/drawingml/2006/main">
            <a:off x="6686550" y="21431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E25"/>
                </a:solidFill>
                <a:latin typeface="DejaVu Sans"/>
                <a:ea typeface="DejaVu Sans"/>
                <a:cs typeface="DejaVu Sans"/>
              </a:defRPr>
            </a:pPr>
            <a:r>
              <a:rPr sz="172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2A5C1CFC-7428-47F1-84D9-BF8DB9AEC7BF}"/>
              </a:ext>
            </a:extLst>
          </p:cNvPr>
          <p:cNvSpPr>
            <a:spLocks xmlns:a="http://schemas.openxmlformats.org/drawingml/2006/main" noGrp="1"/>
          </p:cNvSpPr>
          <p:nvPr/>
        </p:nvSpPr>
        <p:spPr>
          <a:xfrm xmlns:a="http://schemas.openxmlformats.org/drawingml/2006/main">
            <a:off x="6572250" y="2533650"/>
            <a:ext cx="5010150" cy="42862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766E66-288E-4B32-B5C7-D5F07AB4A3F7}"/>
              </a:ext>
            </a:extLst>
          </p:cNvPr>
          <p:cNvSpPr>
            <a:spLocks xmlns:a="http://schemas.openxmlformats.org/drawingml/2006/main" noGrp="1"/>
          </p:cNvSpPr>
          <p:nvPr/>
        </p:nvSpPr>
        <p:spPr>
          <a:xfrm xmlns:a="http://schemas.openxmlformats.org/drawingml/2006/main">
            <a:off x="6686550" y="26003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say [blank]</a:t>
            </a:r>
          </a:p>
        </p:txBody>
      </p:sp>
      <p:sp>
        <p:nvSpPr>
          <p:cNvPr id="11" name="">
            <a:extLst xmlns:a="http://schemas.openxmlformats.org/drawingml/2006/main">
              <a:ext uri="{FF2B5EF4-FFF2-40B4-BE49-F238E27FC236}">
                <a16:creationId xmlns:a16="http://schemas.microsoft.com/office/drawing/2014/main" id="{39D1D2E8-4584-487D-9B9D-306F7851C1E2}"/>
              </a:ext>
            </a:extLst>
          </p:cNvPr>
          <p:cNvSpPr>
            <a:spLocks xmlns:a="http://schemas.openxmlformats.org/drawingml/2006/main" noGrp="1"/>
          </p:cNvSpPr>
          <p:nvPr/>
        </p:nvSpPr>
        <p:spPr>
          <a:xfrm xmlns:a="http://schemas.openxmlformats.org/drawingml/2006/main">
            <a:off x="6572250" y="2990850"/>
            <a:ext cx="5010150" cy="4286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6E0E42-443A-4854-A88B-689AD2D2A442}"/>
              </a:ext>
            </a:extLst>
          </p:cNvPr>
          <p:cNvSpPr>
            <a:spLocks xmlns:a="http://schemas.openxmlformats.org/drawingml/2006/main" noGrp="1"/>
          </p:cNvSpPr>
          <p:nvPr/>
        </p:nvSpPr>
        <p:spPr>
          <a:xfrm xmlns:a="http://schemas.openxmlformats.org/drawingml/2006/main">
            <a:off x="6686550" y="30575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go to x: start x  y: start y</a:t>
            </a:r>
          </a:p>
        </p:txBody>
      </p:sp>
      <p:sp>
        <p:nvSpPr>
          <p:cNvPr id="13" name="">
            <a:extLst xmlns:a="http://schemas.openxmlformats.org/drawingml/2006/main">
              <a:ext uri="{FF2B5EF4-FFF2-40B4-BE49-F238E27FC236}">
                <a16:creationId xmlns:a16="http://schemas.microsoft.com/office/drawing/2014/main" id="{6DE30409-482A-4E2D-AA9A-AE049BC5DD0F}"/>
              </a:ext>
            </a:extLst>
          </p:cNvPr>
          <p:cNvSpPr>
            <a:spLocks xmlns:a="http://schemas.openxmlformats.org/drawingml/2006/main" noGrp="1"/>
          </p:cNvSpPr>
          <p:nvPr/>
        </p:nvSpPr>
        <p:spPr>
          <a:xfrm xmlns:a="http://schemas.openxmlformats.org/drawingml/2006/main">
            <a:off x="6572250" y="3448050"/>
            <a:ext cx="5010150" cy="428625"/>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94F674-E1C4-49CD-BF54-1A2A1D4CDE48}"/>
              </a:ext>
            </a:extLst>
          </p:cNvPr>
          <p:cNvSpPr>
            <a:spLocks xmlns:a="http://schemas.openxmlformats.org/drawingml/2006/main" noGrp="1"/>
          </p:cNvSpPr>
          <p:nvPr/>
        </p:nvSpPr>
        <p:spPr>
          <a:xfrm xmlns:a="http://schemas.openxmlformats.org/drawingml/2006/main">
            <a:off x="6686550" y="35147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wait until &lt;touching Finish?&gt;</a:t>
            </a:r>
          </a:p>
        </p:txBody>
      </p:sp>
      <p:sp>
        <p:nvSpPr>
          <p:cNvPr id="15" name="">
            <a:extLst xmlns:a="http://schemas.openxmlformats.org/drawingml/2006/main">
              <a:ext uri="{FF2B5EF4-FFF2-40B4-BE49-F238E27FC236}">
                <a16:creationId xmlns:a16="http://schemas.microsoft.com/office/drawing/2014/main" id="{DC0E7249-EAE1-4955-BC94-EDA595D3BE8C}"/>
              </a:ext>
            </a:extLst>
          </p:cNvPr>
          <p:cNvSpPr>
            <a:spLocks xmlns:a="http://schemas.openxmlformats.org/drawingml/2006/main" noGrp="1"/>
          </p:cNvSpPr>
          <p:nvPr/>
        </p:nvSpPr>
        <p:spPr>
          <a:xfrm xmlns:a="http://schemas.openxmlformats.org/drawingml/2006/main">
            <a:off x="6572250" y="3905250"/>
            <a:ext cx="5010150" cy="42862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872C351-8F8A-451D-AC14-E66CFA4AD26D}"/>
              </a:ext>
            </a:extLst>
          </p:cNvPr>
          <p:cNvSpPr>
            <a:spLocks xmlns:a="http://schemas.openxmlformats.org/drawingml/2006/main" noGrp="1"/>
          </p:cNvSpPr>
          <p:nvPr/>
        </p:nvSpPr>
        <p:spPr>
          <a:xfrm xmlns:a="http://schemas.openxmlformats.org/drawingml/2006/main">
            <a:off x="6686550" y="3971925"/>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say [Made it!]</a:t>
            </a:r>
          </a:p>
        </p:txBody>
      </p:sp>
      <p:sp>
        <p:nvSpPr>
          <p:cNvPr id="17" name="">
            <a:extLst xmlns:a="http://schemas.openxmlformats.org/drawingml/2006/main">
              <a:ext uri="{FF2B5EF4-FFF2-40B4-BE49-F238E27FC236}">
                <a16:creationId xmlns:a16="http://schemas.microsoft.com/office/drawing/2014/main" id="{49D56F8A-8C26-4FEE-8725-9639977B262D}"/>
              </a:ext>
            </a:extLst>
          </p:cNvPr>
          <p:cNvSpPr>
            <a:spLocks xmlns:a="http://schemas.openxmlformats.org/drawingml/2006/main" noGrp="1"/>
          </p:cNvSpPr>
          <p:nvPr/>
        </p:nvSpPr>
        <p:spPr>
          <a:xfrm xmlns:a="http://schemas.openxmlformats.org/drawingml/2006/main">
            <a:off x="6572250" y="552450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Use your own safe start.</a:t>
            </a:r>
          </a:p>
        </p:txBody>
      </p:sp>
      <p:sp>
        <p:nvSpPr>
          <p:cNvPr id="18" name="">
            <a:extLst xmlns:a="http://schemas.openxmlformats.org/drawingml/2006/main">
              <a:ext uri="{FF2B5EF4-FFF2-40B4-BE49-F238E27FC236}">
                <a16:creationId xmlns:a16="http://schemas.microsoft.com/office/drawing/2014/main" id="{4368C86B-5736-4908-B7A9-F57715FD802B}"/>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288A1C-70DC-4E1D-AF23-E9C3276BD093}"/>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20" name="">
            <a:extLst xmlns:a="http://schemas.openxmlformats.org/drawingml/2006/main">
              <a:ext uri="{FF2B5EF4-FFF2-40B4-BE49-F238E27FC236}">
                <a16:creationId xmlns:a16="http://schemas.microsoft.com/office/drawing/2014/main" id="{1D10CC09-B3BE-40D3-A9E5-5D7A30CCE27E}"/>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1" name="">
            <a:extLst xmlns:a="http://schemas.openxmlformats.org/drawingml/2006/main">
              <a:ext uri="{FF2B5EF4-FFF2-40B4-BE49-F238E27FC236}">
                <a16:creationId xmlns:a16="http://schemas.microsoft.com/office/drawing/2014/main" id="{B9FDE72A-0560-409D-A48A-4AF724636839}"/>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2" name="">
            <a:extLst xmlns:a="http://schemas.openxmlformats.org/drawingml/2006/main">
              <a:ext uri="{FF2B5EF4-FFF2-40B4-BE49-F238E27FC236}">
                <a16:creationId xmlns:a16="http://schemas.microsoft.com/office/drawing/2014/main" id="{A3700F86-C080-4DE4-9561-18E2340C6E2C}"/>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3" name="">
            <a:extLst xmlns:a="http://schemas.openxmlformats.org/drawingml/2006/main">
              <a:ext uri="{FF2B5EF4-FFF2-40B4-BE49-F238E27FC236}">
                <a16:creationId xmlns:a16="http://schemas.microsoft.com/office/drawing/2014/main" id="{13225701-4516-44B8-8D13-C2625BAE43C4}"/>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 2</a:t>
            </a:r>
          </a:p>
        </p:txBody>
      </p:sp>
      <p:sp>
        <p:nvSpPr>
          <p:cNvPr id="24" name="">
            <a:extLst xmlns:a="http://schemas.openxmlformats.org/drawingml/2006/main">
              <a:ext uri="{FF2B5EF4-FFF2-40B4-BE49-F238E27FC236}">
                <a16:creationId xmlns:a16="http://schemas.microsoft.com/office/drawing/2014/main" id="{1755F1E2-47DB-4492-9FB2-49388E652101}"/>
              </a:ext>
            </a:extLst>
          </p:cNvPr>
          <p:cNvSpPr>
            <a:spLocks xmlns:a="http://schemas.openxmlformats.org/drawingml/2006/main" noGrp="1"/>
          </p:cNvSpPr>
          <p:nvPr/>
        </p:nvSpPr>
        <p:spPr>
          <a:xfrm xmlns:a="http://schemas.openxmlformats.org/drawingml/2006/main">
            <a:off x="49339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2D243ED-23A4-4342-AA3D-24BCB0F4F093}"/>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6" name="">
            <a:extLst xmlns:a="http://schemas.openxmlformats.org/drawingml/2006/main">
              <a:ext uri="{FF2B5EF4-FFF2-40B4-BE49-F238E27FC236}">
                <a16:creationId xmlns:a16="http://schemas.microsoft.com/office/drawing/2014/main" id="{EEDF33E6-7C86-4B21-A3CF-CD6AE59ED5D4}"/>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7" name="">
            <a:extLst xmlns:a="http://schemas.openxmlformats.org/drawingml/2006/main">
              <a:ext uri="{FF2B5EF4-FFF2-40B4-BE49-F238E27FC236}">
                <a16:creationId xmlns:a16="http://schemas.microsoft.com/office/drawing/2014/main" id="{7E651A52-6031-4DC6-B0B5-34C3575DFC76}"/>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8" name="">
            <a:extLst xmlns:a="http://schemas.openxmlformats.org/drawingml/2006/main">
              <a:ext uri="{FF2B5EF4-FFF2-40B4-BE49-F238E27FC236}">
                <a16:creationId xmlns:a16="http://schemas.microsoft.com/office/drawing/2014/main" id="{C0CD1AFA-D0AE-4256-A446-4DE88BF21DFB}"/>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9" name="">
            <a:extLst xmlns:a="http://schemas.openxmlformats.org/drawingml/2006/main">
              <a:ext uri="{FF2B5EF4-FFF2-40B4-BE49-F238E27FC236}">
                <a16:creationId xmlns:a16="http://schemas.microsoft.com/office/drawing/2014/main" id="{A9E14473-EF52-43C5-BEBB-A8FF678CF873}"/>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5 / 8</a:t>
            </a:r>
          </a:p>
        </p:txBody>
      </p:sp>
    </p:spTree>
    <p:extLst>
      <p:ext uri="{BB962C8B-B14F-4D97-AF65-F5344CB8AC3E}">
        <p14:creationId xmlns:p14="http://schemas.microsoft.com/office/powerpoint/2010/main" val="1055552484"/>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04A9E53-B535-4477-AD22-05DDD5F8E78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23ED66-C1EC-4DA3-9C43-ED03E14A51A8}"/>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2 · Task     21-25 minutes</a:t>
            </a:r>
          </a:p>
        </p:txBody>
      </p:sp>
      <p:sp>
        <p:nvSpPr>
          <p:cNvPr id="3" name="">
            <a:extLst xmlns:a="http://schemas.openxmlformats.org/drawingml/2006/main">
              <a:ext uri="{FF2B5EF4-FFF2-40B4-BE49-F238E27FC236}">
                <a16:creationId xmlns:a16="http://schemas.microsoft.com/office/drawing/2014/main" id="{BF425E50-02E0-4DDD-957E-3072C11C9B19}"/>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Our restart check</a:t>
            </a:r>
          </a:p>
        </p:txBody>
      </p:sp>
      <p:sp>
        <p:nvSpPr>
          <p:cNvPr id="4" name="">
            <a:extLst xmlns:a="http://schemas.openxmlformats.org/drawingml/2006/main">
              <a:ext uri="{FF2B5EF4-FFF2-40B4-BE49-F238E27FC236}">
                <a16:creationId xmlns:a16="http://schemas.microsoft.com/office/drawing/2014/main" id="{19FDB471-5A53-4A05-B172-83FE598DD479}"/>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Win once. Click the green flag.</a:t>
            </a:r>
          </a:p>
        </p:txBody>
      </p:sp>
      <p:sp>
        <p:nvSpPr>
          <p:cNvPr id="5" name="">
            <a:extLst xmlns:a="http://schemas.openxmlformats.org/drawingml/2006/main">
              <a:ext uri="{FF2B5EF4-FFF2-40B4-BE49-F238E27FC236}">
                <a16:creationId xmlns:a16="http://schemas.microsoft.com/office/drawing/2014/main" id="{263303D8-C8F5-45DE-B932-CD5748106911}"/>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Check the message clears.</a:t>
            </a:r>
          </a:p>
        </p:txBody>
      </p:sp>
      <p:sp>
        <p:nvSpPr>
          <p:cNvPr id="6" name="">
            <a:extLst xmlns:a="http://schemas.openxmlformats.org/drawingml/2006/main">
              <a:ext uri="{FF2B5EF4-FFF2-40B4-BE49-F238E27FC236}">
                <a16:creationId xmlns:a16="http://schemas.microsoft.com/office/drawing/2014/main" id="{0CF2EBF1-144A-401A-AA13-8E6563A711A7}"/>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the wall rule and win again.</a:t>
            </a:r>
          </a:p>
        </p:txBody>
      </p:sp>
      <p:sp>
        <p:nvSpPr>
          <p:cNvPr id="7" name="">
            <a:extLst xmlns:a="http://schemas.openxmlformats.org/drawingml/2006/main">
              <a:ext uri="{FF2B5EF4-FFF2-40B4-BE49-F238E27FC236}">
                <a16:creationId xmlns:a16="http://schemas.microsoft.com/office/drawing/2014/main" id="{96D99946-A9CF-48E1-9073-AC70FCA4FABA}"/>
              </a:ext>
            </a:extLst>
          </p:cNvPr>
          <p:cNvSpPr>
            <a:spLocks xmlns:a="http://schemas.openxmlformats.org/drawingml/2006/main" noGrp="1"/>
          </p:cNvSpPr>
          <p:nvPr/>
        </p:nvSpPr>
        <p:spPr>
          <a:xfrm xmlns:a="http://schemas.openxmlformats.org/drawingml/2006/main">
            <a:off x="6572250" y="20288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2E25"/>
                </a:solidFill>
                <a:latin typeface="DejaVu Sans"/>
                <a:ea typeface="DejaVu Sans"/>
                <a:cs typeface="DejaVu Sans"/>
              </a:defRPr>
            </a:pPr>
            <a:r>
              <a:rPr sz="2475" b="1">
                <a:solidFill>
                  <a:srgbClr val="142E25"/>
                </a:solidFill>
                <a:latin typeface="DejaVu Sans"/>
                <a:ea typeface="DejaVu Sans"/>
                <a:cs typeface="DejaVu Sans"/>
              </a:rPr>
              <a:t>Away from Finish</a:t>
            </a:r>
          </a:p>
        </p:txBody>
      </p:sp>
      <p:sp>
        <p:nvSpPr>
          <p:cNvPr id="8" name="">
            <a:extLst xmlns:a="http://schemas.openxmlformats.org/drawingml/2006/main">
              <a:ext uri="{FF2B5EF4-FFF2-40B4-BE49-F238E27FC236}">
                <a16:creationId xmlns:a16="http://schemas.microsoft.com/office/drawing/2014/main" id="{086241AC-6497-4E6C-A224-80D0F63956ED}"/>
              </a:ext>
            </a:extLst>
          </p:cNvPr>
          <p:cNvSpPr>
            <a:spLocks xmlns:a="http://schemas.openxmlformats.org/drawingml/2006/main" noGrp="1"/>
          </p:cNvSpPr>
          <p:nvPr/>
        </p:nvSpPr>
        <p:spPr>
          <a:xfrm xmlns:a="http://schemas.openxmlformats.org/drawingml/2006/main">
            <a:off x="6572250" y="2914650"/>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9624A"/>
                </a:solidFill>
                <a:latin typeface="DejaVu Sans"/>
                <a:ea typeface="DejaVu Sans"/>
                <a:cs typeface="DejaVu Sans"/>
              </a:defRPr>
            </a:pPr>
            <a:r>
              <a:rPr sz="2475" b="1">
                <a:solidFill>
                  <a:srgbClr val="19624A"/>
                </a:solidFill>
                <a:latin typeface="DejaVu Sans"/>
                <a:ea typeface="DejaVu Sans"/>
                <a:cs typeface="DejaVu Sans"/>
              </a:rPr>
              <a:t>At Finish</a:t>
            </a:r>
          </a:p>
        </p:txBody>
      </p:sp>
      <p:sp>
        <p:nvSpPr>
          <p:cNvPr id="9" name="">
            <a:extLst xmlns:a="http://schemas.openxmlformats.org/drawingml/2006/main">
              <a:ext uri="{FF2B5EF4-FFF2-40B4-BE49-F238E27FC236}">
                <a16:creationId xmlns:a16="http://schemas.microsoft.com/office/drawing/2014/main" id="{D633B1B7-7428-4F1B-A694-551A5D40F240}"/>
              </a:ext>
            </a:extLst>
          </p:cNvPr>
          <p:cNvSpPr>
            <a:spLocks xmlns:a="http://schemas.openxmlformats.org/drawingml/2006/main" noGrp="1"/>
          </p:cNvSpPr>
          <p:nvPr/>
        </p:nvSpPr>
        <p:spPr>
          <a:xfrm xmlns:a="http://schemas.openxmlformats.org/drawingml/2006/main">
            <a:off x="6572250" y="4124325"/>
            <a:ext cx="5010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Win, then a fresh green flag</a:t>
            </a:r>
          </a:p>
        </p:txBody>
      </p:sp>
      <p:sp>
        <p:nvSpPr>
          <p:cNvPr id="10" name="">
            <a:extLst xmlns:a="http://schemas.openxmlformats.org/drawingml/2006/main">
              <a:ext uri="{FF2B5EF4-FFF2-40B4-BE49-F238E27FC236}">
                <a16:creationId xmlns:a16="http://schemas.microsoft.com/office/drawing/2014/main" id="{F28D7515-0552-4BB5-905C-A9B036762DD2}"/>
              </a:ext>
            </a:extLst>
          </p:cNvPr>
          <p:cNvSpPr>
            <a:spLocks xmlns:a="http://schemas.openxmlformats.org/drawingml/2006/main" noGrp="1"/>
          </p:cNvSpPr>
          <p:nvPr/>
        </p:nvSpPr>
        <p:spPr>
          <a:xfrm xmlns:a="http://schemas.openxmlformats.org/drawingml/2006/main">
            <a:off x="6572250" y="540067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5D"/>
                </a:solidFill>
                <a:latin typeface="DejaVu Sans"/>
                <a:ea typeface="DejaVu Sans"/>
                <a:cs typeface="DejaVu Sans"/>
              </a:defRPr>
            </a:pPr>
            <a:r>
              <a:rPr sz="1950" b="0">
                <a:solidFill>
                  <a:srgbClr val="536A5D"/>
                </a:solidFill>
                <a:latin typeface="DejaVu Sans"/>
                <a:ea typeface="DejaVu Sans"/>
                <a:cs typeface="DejaVu Sans"/>
              </a:rPr>
              <a:t>Check the wall rule again.</a:t>
            </a:r>
          </a:p>
        </p:txBody>
      </p:sp>
      <p:sp>
        <p:nvSpPr>
          <p:cNvPr id="11" name="">
            <a:extLst xmlns:a="http://schemas.openxmlformats.org/drawingml/2006/main">
              <a:ext uri="{FF2B5EF4-FFF2-40B4-BE49-F238E27FC236}">
                <a16:creationId xmlns:a16="http://schemas.microsoft.com/office/drawing/2014/main" id="{20134048-D2BB-4896-819A-50DDE781AD25}"/>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3C978D-FCD7-4011-A4BD-070DF556D9A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FCD2628F-92FC-4CA2-9AD2-70A02A57B8F1}"/>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AA507846-DBF1-416E-AA4C-687FF44BF5CF}"/>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5871F81C-8EC7-4A32-A4CC-7971F6EB5C42}"/>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1227B811-840F-40A9-8E92-718234120666}"/>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1ED945D4-3320-4401-8B09-866443244374}"/>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9086216C-2BC0-40E9-805B-5EA1C35226BA}"/>
              </a:ext>
            </a:extLst>
          </p:cNvPr>
          <p:cNvSpPr>
            <a:spLocks xmlns:a="http://schemas.openxmlformats.org/drawingml/2006/main" noGrp="1"/>
          </p:cNvSpPr>
          <p:nvPr/>
        </p:nvSpPr>
        <p:spPr>
          <a:xfrm xmlns:a="http://schemas.openxmlformats.org/drawingml/2006/main">
            <a:off x="6134100" y="6457950"/>
            <a:ext cx="1600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D4BBCFA-73A7-4EAF-9092-28262561D99F}"/>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0" name="">
            <a:extLst xmlns:a="http://schemas.openxmlformats.org/drawingml/2006/main">
              <a:ext uri="{FF2B5EF4-FFF2-40B4-BE49-F238E27FC236}">
                <a16:creationId xmlns:a16="http://schemas.microsoft.com/office/drawing/2014/main" id="{53BE95AD-D97C-4BF5-B781-1C87512CD370}"/>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3ECDA8CB-9A2D-4FA7-B724-8162928E890B}"/>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2" name="">
            <a:extLst xmlns:a="http://schemas.openxmlformats.org/drawingml/2006/main">
              <a:ext uri="{FF2B5EF4-FFF2-40B4-BE49-F238E27FC236}">
                <a16:creationId xmlns:a16="http://schemas.microsoft.com/office/drawing/2014/main" id="{2A1D9677-8192-4ACC-86F5-11DF7C82AB88}"/>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6 / 8</a:t>
            </a:r>
          </a:p>
        </p:txBody>
      </p:sp>
    </p:spTree>
    <p:extLst>
      <p:ext uri="{BB962C8B-B14F-4D97-AF65-F5344CB8AC3E}">
        <p14:creationId xmlns:p14="http://schemas.microsoft.com/office/powerpoint/2010/main" val="2096236336"/>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E51C31C-5F7C-4B3C-8D71-D10403B5DB2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35E02D-1CBA-4959-9A06-D5B977B0100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25-35 minutes</a:t>
            </a:r>
          </a:p>
        </p:txBody>
      </p:sp>
      <p:sp>
        <p:nvSpPr>
          <p:cNvPr id="3" name="">
            <a:extLst xmlns:a="http://schemas.openxmlformats.org/drawingml/2006/main">
              <a:ext uri="{FF2B5EF4-FFF2-40B4-BE49-F238E27FC236}">
                <a16:creationId xmlns:a16="http://schemas.microsoft.com/office/drawing/2014/main" id="{CF13617D-E6FC-45DC-9FFB-5DE97EC8AD1E}"/>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win response</a:t>
            </a:r>
          </a:p>
        </p:txBody>
      </p:sp>
      <p:sp>
        <p:nvSpPr>
          <p:cNvPr id="4" name="">
            <a:extLst xmlns:a="http://schemas.openxmlformats.org/drawingml/2006/main">
              <a:ext uri="{FF2B5EF4-FFF2-40B4-BE49-F238E27FC236}">
                <a16:creationId xmlns:a16="http://schemas.microsoft.com/office/drawing/2014/main" id="{9F181C57-9B05-47D9-AC3F-3BF62226A25F}"/>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Step by step</a:t>
            </a:r>
          </a:p>
        </p:txBody>
      </p:sp>
      <p:sp>
        <p:nvSpPr>
          <p:cNvPr id="5" name="">
            <a:extLst xmlns:a="http://schemas.openxmlformats.org/drawingml/2006/main">
              <a:ext uri="{FF2B5EF4-FFF2-40B4-BE49-F238E27FC236}">
                <a16:creationId xmlns:a16="http://schemas.microsoft.com/office/drawing/2014/main" id="{4A0874A6-1C69-47AC-926F-7786E6C195BF}"/>
              </a:ext>
            </a:extLst>
          </p:cNvPr>
          <p:cNvSpPr>
            <a:spLocks xmlns:a="http://schemas.openxmlformats.org/drawingml/2006/main" noGrp="1"/>
          </p:cNvSpPr>
          <p:nvPr/>
        </p:nvSpPr>
        <p:spPr>
          <a:xfrm xmlns:a="http://schemas.openxmlformats.org/drawingml/2006/main">
            <a:off x="609600" y="23907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Use the win reference and build one part at a time.</a:t>
            </a:r>
          </a:p>
        </p:txBody>
      </p:sp>
      <p:sp>
        <p:nvSpPr>
          <p:cNvPr id="6" name="">
            <a:extLst xmlns:a="http://schemas.openxmlformats.org/drawingml/2006/main">
              <a:ext uri="{FF2B5EF4-FFF2-40B4-BE49-F238E27FC236}">
                <a16:creationId xmlns:a16="http://schemas.microsoft.com/office/drawing/2014/main" id="{68195485-7476-41E6-BDE5-F5544D1A70D0}"/>
              </a:ext>
            </a:extLst>
          </p:cNvPr>
          <p:cNvSpPr>
            <a:spLocks xmlns:a="http://schemas.openxmlformats.org/drawingml/2006/main" noGrp="1"/>
          </p:cNvSpPr>
          <p:nvPr/>
        </p:nvSpPr>
        <p:spPr>
          <a:xfrm xmlns:a="http://schemas.openxmlformats.org/drawingml/2006/main">
            <a:off x="609600" y="3105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Main task</a:t>
            </a:r>
          </a:p>
        </p:txBody>
      </p:sp>
      <p:sp>
        <p:nvSpPr>
          <p:cNvPr id="7" name="">
            <a:extLst xmlns:a="http://schemas.openxmlformats.org/drawingml/2006/main">
              <a:ext uri="{FF2B5EF4-FFF2-40B4-BE49-F238E27FC236}">
                <a16:creationId xmlns:a16="http://schemas.microsoft.com/office/drawing/2014/main" id="{A0E0EB1F-E18C-43C1-BAB8-3D814B62FA07}"/>
              </a:ext>
            </a:extLst>
          </p:cNvPr>
          <p:cNvSpPr>
            <a:spLocks xmlns:a="http://schemas.openxmlformats.org/drawingml/2006/main" noGrp="1"/>
          </p:cNvSpPr>
          <p:nvPr/>
        </p:nvSpPr>
        <p:spPr>
          <a:xfrm xmlns:a="http://schemas.openxmlformats.org/drawingml/2006/main">
            <a:off x="609600" y="3524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Build a win response and test a fresh run.</a:t>
            </a:r>
          </a:p>
        </p:txBody>
      </p:sp>
      <p:sp>
        <p:nvSpPr>
          <p:cNvPr id="8" name="">
            <a:extLst xmlns:a="http://schemas.openxmlformats.org/drawingml/2006/main">
              <a:ext uri="{FF2B5EF4-FFF2-40B4-BE49-F238E27FC236}">
                <a16:creationId xmlns:a16="http://schemas.microsoft.com/office/drawing/2014/main" id="{59FD3740-8CFB-4CF7-9841-1F958FFAC687}"/>
              </a:ext>
            </a:extLst>
          </p:cNvPr>
          <p:cNvSpPr>
            <a:spLocks xmlns:a="http://schemas.openxmlformats.org/drawingml/2006/main" noGrp="1"/>
          </p:cNvSpPr>
          <p:nvPr/>
        </p:nvSpPr>
        <p:spPr>
          <a:xfrm xmlns:a="http://schemas.openxmlformats.org/drawingml/2006/main">
            <a:off x="609600" y="4238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Challenge</a:t>
            </a:r>
          </a:p>
        </p:txBody>
      </p:sp>
      <p:sp>
        <p:nvSpPr>
          <p:cNvPr id="9" name="">
            <a:extLst xmlns:a="http://schemas.openxmlformats.org/drawingml/2006/main">
              <a:ext uri="{FF2B5EF4-FFF2-40B4-BE49-F238E27FC236}">
                <a16:creationId xmlns:a16="http://schemas.microsoft.com/office/drawing/2014/main" id="{53833212-AEC8-49F4-8117-8144B7641F94}"/>
              </a:ext>
            </a:extLst>
          </p:cNvPr>
          <p:cNvSpPr>
            <a:spLocks xmlns:a="http://schemas.openxmlformats.org/drawingml/2006/main" noGrp="1"/>
          </p:cNvSpPr>
          <p:nvPr/>
        </p:nvSpPr>
        <p:spPr>
          <a:xfrm xmlns:a="http://schemas.openxmlformats.org/drawingml/2006/main">
            <a:off x="609600" y="4657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Repair repeated win behaviour and retest the game.</a:t>
            </a:r>
          </a:p>
        </p:txBody>
      </p:sp>
      <p:sp>
        <p:nvSpPr>
          <p:cNvPr id="10" name="">
            <a:extLst xmlns:a="http://schemas.openxmlformats.org/drawingml/2006/main">
              <a:ext uri="{FF2B5EF4-FFF2-40B4-BE49-F238E27FC236}">
                <a16:creationId xmlns:a16="http://schemas.microsoft.com/office/drawing/2014/main" id="{A4EAB078-BD92-4A3E-BAEC-FA94F9A18619}"/>
              </a:ext>
            </a:extLst>
          </p:cNvPr>
          <p:cNvSpPr>
            <a:spLocks xmlns:a="http://schemas.openxmlformats.org/drawingml/2006/main" noGrp="1"/>
          </p:cNvSpPr>
          <p:nvPr/>
        </p:nvSpPr>
        <p:spPr>
          <a:xfrm xmlns:a="http://schemas.openxmlformats.org/drawingml/2006/main">
            <a:off x="609600" y="5610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5D"/>
                </a:solidFill>
                <a:latin typeface="DejaVu Sans"/>
                <a:ea typeface="DejaVu Sans"/>
                <a:cs typeface="DejaVu Sans"/>
              </a:defRPr>
            </a:pPr>
            <a:r>
              <a:rPr sz="1725" b="0">
                <a:solidFill>
                  <a:srgbClr val="536A5D"/>
                </a:solidFill>
                <a:latin typeface="DejaVu Sans"/>
                <a:ea typeface="DejaVu Sans"/>
                <a:cs typeface="DejaVu Sans"/>
              </a:rPr>
              <a:t>32-35: Show your test and what your idea changed.</a:t>
            </a:r>
          </a:p>
        </p:txBody>
      </p:sp>
      <p:sp>
        <p:nvSpPr>
          <p:cNvPr id="11" name="">
            <a:extLst xmlns:a="http://schemas.openxmlformats.org/drawingml/2006/main">
              <a:ext uri="{FF2B5EF4-FFF2-40B4-BE49-F238E27FC236}">
                <a16:creationId xmlns:a16="http://schemas.microsoft.com/office/drawing/2014/main" id="{1A21DF56-0769-4571-881C-1DA1935FC953}"/>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5425EE-0971-40E4-BDE7-2C2B45EEB3B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69787408-09AE-4200-858A-117128B17A49}"/>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FAD1F407-CE01-407E-8483-6A8B366E1D29}"/>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08EF9A91-1145-4C12-AFD9-05E64CDE8FEA}"/>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96FE6A0E-18B5-4848-B596-937696289EA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21851D40-663A-42B1-824F-58762D7BED1D}"/>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631D828C-2CC2-4F8C-A490-E50B7BA09A82}"/>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E86C089F-EDAD-4893-98D3-33A8A027E66B}"/>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89F963-EF15-4CD3-9330-605E701CBF6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7644058C-25CD-4FF5-A471-35A3AE4119B8}"/>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22" name="">
            <a:extLst xmlns:a="http://schemas.openxmlformats.org/drawingml/2006/main">
              <a:ext uri="{FF2B5EF4-FFF2-40B4-BE49-F238E27FC236}">
                <a16:creationId xmlns:a16="http://schemas.microsoft.com/office/drawing/2014/main" id="{AD489D24-7AEB-4F96-B609-B19BE76CAEA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7 / 8</a:t>
            </a:r>
          </a:p>
        </p:txBody>
      </p:sp>
    </p:spTree>
    <p:extLst>
      <p:ext uri="{BB962C8B-B14F-4D97-AF65-F5344CB8AC3E}">
        <p14:creationId xmlns:p14="http://schemas.microsoft.com/office/powerpoint/2010/main" val="1107318015"/>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A668395-7211-452C-8C8F-54ABDD05303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CA86BF-B003-4DCF-8B9C-0C1EA196742C}"/>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Exit     35-40 minutes</a:t>
            </a:r>
          </a:p>
        </p:txBody>
      </p:sp>
      <p:sp>
        <p:nvSpPr>
          <p:cNvPr id="3" name="">
            <a:extLst xmlns:a="http://schemas.openxmlformats.org/drawingml/2006/main">
              <a:ext uri="{FF2B5EF4-FFF2-40B4-BE49-F238E27FC236}">
                <a16:creationId xmlns:a16="http://schemas.microsoft.com/office/drawing/2014/main" id="{9EF61504-32D3-4597-A36F-23B4CE8222DF}"/>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saved playable game</a:t>
            </a:r>
          </a:p>
        </p:txBody>
      </p:sp>
      <p:sp>
        <p:nvSpPr>
          <p:cNvPr id="4" name="">
            <a:extLst xmlns:a="http://schemas.openxmlformats.org/drawingml/2006/main">
              <a:ext uri="{FF2B5EF4-FFF2-40B4-BE49-F238E27FC236}">
                <a16:creationId xmlns:a16="http://schemas.microsoft.com/office/drawing/2014/main" id="{328C7E34-B41F-45B0-84F5-9B0B78423814}"/>
              </a:ext>
            </a:extLst>
          </p:cNvPr>
          <p:cNvSpPr>
            <a:spLocks xmlns:a="http://schemas.openxmlformats.org/drawingml/2006/main" noGrp="1"/>
          </p:cNvSpPr>
          <p:nvPr/>
        </p:nvSpPr>
        <p:spPr>
          <a:xfrm xmlns:a="http://schemas.openxmlformats.org/drawingml/2006/main">
            <a:off x="609600" y="20288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Save as W06_Win.sb3.</a:t>
            </a:r>
          </a:p>
        </p:txBody>
      </p:sp>
      <p:sp>
        <p:nvSpPr>
          <p:cNvPr id="5" name="">
            <a:extLst xmlns:a="http://schemas.openxmlformats.org/drawingml/2006/main">
              <a:ext uri="{FF2B5EF4-FFF2-40B4-BE49-F238E27FC236}">
                <a16:creationId xmlns:a16="http://schemas.microsoft.com/office/drawing/2014/main" id="{D9B24338-5177-42DC-9A50-54B40AAF0BCD}"/>
              </a:ext>
            </a:extLst>
          </p:cNvPr>
          <p:cNvSpPr>
            <a:spLocks xmlns:a="http://schemas.openxmlformats.org/drawingml/2006/main" noGrp="1"/>
          </p:cNvSpPr>
          <p:nvPr/>
        </p:nvSpPr>
        <p:spPr>
          <a:xfrm xmlns:a="http://schemas.openxmlformats.org/drawingml/2006/main">
            <a:off x="609600" y="31146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it and show a win or restart test.</a:t>
            </a:r>
          </a:p>
        </p:txBody>
      </p:sp>
      <p:sp>
        <p:nvSpPr>
          <p:cNvPr id="6" name="">
            <a:extLst xmlns:a="http://schemas.openxmlformats.org/drawingml/2006/main">
              <a:ext uri="{FF2B5EF4-FFF2-40B4-BE49-F238E27FC236}">
                <a16:creationId xmlns:a16="http://schemas.microsoft.com/office/drawing/2014/main" id="{73C47DC7-2ABE-44C8-965C-32583A1A0210}"/>
              </a:ext>
            </a:extLst>
          </p:cNvPr>
          <p:cNvSpPr>
            <a:spLocks xmlns:a="http://schemas.openxmlformats.org/drawingml/2006/main" noGrp="1"/>
          </p:cNvSpPr>
          <p:nvPr/>
        </p:nvSpPr>
        <p:spPr>
          <a:xfrm xmlns:a="http://schemas.openxmlformats.org/drawingml/2006/main">
            <a:off x="609600" y="42005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Agree the next step with your teacher.</a:t>
            </a:r>
          </a:p>
        </p:txBody>
      </p:sp>
      <p:sp>
        <p:nvSpPr>
          <p:cNvPr id="7" name="">
            <a:extLst xmlns:a="http://schemas.openxmlformats.org/drawingml/2006/main">
              <a:ext uri="{FF2B5EF4-FFF2-40B4-BE49-F238E27FC236}">
                <a16:creationId xmlns:a16="http://schemas.microsoft.com/office/drawing/2014/main" id="{D0403CA5-192E-491E-B36F-160F2A462A65}"/>
              </a:ext>
            </a:extLst>
          </p:cNvPr>
          <p:cNvSpPr>
            <a:spLocks xmlns:a="http://schemas.openxmlformats.org/drawingml/2006/main" noGrp="1"/>
          </p:cNvSpPr>
          <p:nvPr/>
        </p:nvSpPr>
        <p:spPr>
          <a:xfrm xmlns:a="http://schemas.openxmlformats.org/drawingml/2006/main">
            <a:off x="609600" y="5524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624A"/>
                </a:solidFill>
                <a:latin typeface="DejaVu Sans"/>
                <a:ea typeface="DejaVu Sans"/>
                <a:cs typeface="DejaVu Sans"/>
              </a:defRPr>
            </a:pPr>
            <a:r>
              <a:rPr sz="2100" b="1">
                <a:solidFill>
                  <a:srgbClr val="19624A"/>
                </a:solidFill>
                <a:latin typeface="DejaVu Sans"/>
                <a:ea typeface="DejaVu Sans"/>
                <a:cs typeface="DejaVu Sans"/>
              </a:rPr>
              <a:t>What I said, and what it changed</a:t>
            </a:r>
          </a:p>
        </p:txBody>
      </p:sp>
      <p:sp>
        <p:nvSpPr>
          <p:cNvPr id="8" name="">
            <a:extLst xmlns:a="http://schemas.openxmlformats.org/drawingml/2006/main">
              <a:ext uri="{FF2B5EF4-FFF2-40B4-BE49-F238E27FC236}">
                <a16:creationId xmlns:a16="http://schemas.microsoft.com/office/drawing/2014/main" id="{D1835513-0416-4B4D-AB9D-0BA2A0EC9E39}"/>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CC4754-AABE-4B86-AE46-7C650AA1B1A0}"/>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AB0BFE3B-CB05-412A-A8DB-9968CCAB239F}"/>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451BB37F-6507-40D9-86A6-C5955855AD1C}"/>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8FDCCB92-6434-4C06-BA8D-62F272C7096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D32CB1D9-3AE6-4D62-8AA1-27AF8A67B551}"/>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B254F47B-F78B-405D-9F05-FBF2BFA3CA32}"/>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F9D339B4-AB11-41AB-9B91-EDC8929C51A0}"/>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DF0A4CEC-72D0-4B73-A309-AF41CD773DD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E3D26EF0-A86A-4697-9D8E-D8258FF3778C}"/>
              </a:ext>
            </a:extLst>
          </p:cNvPr>
          <p:cNvSpPr>
            <a:spLocks xmlns:a="http://schemas.openxmlformats.org/drawingml/2006/main" noGrp="1"/>
          </p:cNvSpPr>
          <p:nvPr/>
        </p:nvSpPr>
        <p:spPr>
          <a:xfrm xmlns:a="http://schemas.openxmlformats.org/drawingml/2006/main">
            <a:off x="105346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695AF15-03DE-42DC-8214-AA5A482EF3BC}"/>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6</a:t>
            </a:r>
          </a:p>
        </p:txBody>
      </p:sp>
      <p:sp>
        <p:nvSpPr>
          <p:cNvPr id="19" name="">
            <a:extLst xmlns:a="http://schemas.openxmlformats.org/drawingml/2006/main">
              <a:ext uri="{FF2B5EF4-FFF2-40B4-BE49-F238E27FC236}">
                <a16:creationId xmlns:a16="http://schemas.microsoft.com/office/drawing/2014/main" id="{36E04F97-464F-4A5B-B14D-7447D4EDFC26}"/>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8 / 8</a:t>
            </a:r>
          </a:p>
        </p:txBody>
      </p:sp>
    </p:spTree>
    <p:extLst>
      <p:ext uri="{BB962C8B-B14F-4D97-AF65-F5344CB8AC3E}">
        <p14:creationId xmlns:p14="http://schemas.microsoft.com/office/powerpoint/2010/main" val="591082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2026-09-09T16:43:43.8100000Z</dcterms:created>
  <dcterms:modified xsi:type="dcterms:W3CDTF">2026-09-09T16:43:43.8100000Z</dcterms:modified>
</coreProperties>
</file>