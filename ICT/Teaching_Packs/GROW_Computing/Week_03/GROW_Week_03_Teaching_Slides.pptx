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bcfffdc76f411f" /><Relationship Type="http://schemas.openxmlformats.org/officeDocument/2006/relationships/extended-properties" Target="/docProps/app.xml" Id="Re92801a1871f4473" /><Relationship Type="http://schemas.openxmlformats.org/officeDocument/2006/relationships/officeDocument" Target="/ppt/presentation.xml" Id="R56f4cba76f964b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98e6c35444c35"/>
  </p:sldMasterIdLst>
  <p:notesMasterIdLst>
    <p:notesMasterId xmlns:r="http://schemas.openxmlformats.org/officeDocument/2006/relationships" r:id="R2fff3718791f4b9b"/>
  </p:notesMasterIdLst>
  <p:sldIdLst>
    <p:sldId xmlns:r="http://schemas.openxmlformats.org/officeDocument/2006/relationships" id="256" r:id="R4548352e483146b1"/>
    <p:sldId xmlns:r="http://schemas.openxmlformats.org/officeDocument/2006/relationships" id="257" r:id="R3a3f751b8dcc4598"/>
    <p:sldId xmlns:r="http://schemas.openxmlformats.org/officeDocument/2006/relationships" id="258" r:id="R70b471480ef0436f"/>
    <p:sldId xmlns:r="http://schemas.openxmlformats.org/officeDocument/2006/relationships" id="259" r:id="R1ab1aba745bf4406"/>
    <p:sldId xmlns:r="http://schemas.openxmlformats.org/officeDocument/2006/relationships" id="260" r:id="R99a2e95d1a2341dd"/>
    <p:sldId xmlns:r="http://schemas.openxmlformats.org/officeDocument/2006/relationships" id="261" r:id="Ra6b140ae214c4bc6"/>
    <p:sldId xmlns:r="http://schemas.openxmlformats.org/officeDocument/2006/relationships" id="262" r:id="R08d42c5817ff4736"/>
    <p:sldId xmlns:r="http://schemas.openxmlformats.org/officeDocument/2006/relationships" id="263" r:id="R1ffac0f4174e4e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6931d283b4b59" /><Relationship Type="http://schemas.openxmlformats.org/officeDocument/2006/relationships/slideMaster" Target="/ppt/slideMasters/slideMaster1.xml" Id="Rfe098e6c35444c35" /><Relationship Type="http://schemas.openxmlformats.org/officeDocument/2006/relationships/notesMaster" Target="/ppt/notesMasters/notesMaster1.xml" Id="R2fff3718791f4b9b" /><Relationship Type="http://schemas.openxmlformats.org/officeDocument/2006/relationships/presProps" Target="/ppt/presProps.xml" Id="Rc287aee9b6fb4e0f" /><Relationship Type="http://schemas.openxmlformats.org/officeDocument/2006/relationships/tableStyles" Target="/ppt/tableStyles.xml" Id="R70071580776b4174" /><Relationship Type="http://schemas.openxmlformats.org/officeDocument/2006/relationships/slide" Target="/ppt/slides/slide1.xml" Id="R4548352e483146b1" /><Relationship Type="http://schemas.openxmlformats.org/officeDocument/2006/relationships/slide" Target="/ppt/slides/slide2.xml" Id="R3a3f751b8dcc4598" /><Relationship Type="http://schemas.openxmlformats.org/officeDocument/2006/relationships/slide" Target="/ppt/slides/slide3.xml" Id="R70b471480ef0436f" /><Relationship Type="http://schemas.openxmlformats.org/officeDocument/2006/relationships/slide" Target="/ppt/slides/slide4.xml" Id="R1ab1aba745bf4406" /><Relationship Type="http://schemas.openxmlformats.org/officeDocument/2006/relationships/slide" Target="/ppt/slides/slide5.xml" Id="R99a2e95d1a2341dd" /><Relationship Type="http://schemas.openxmlformats.org/officeDocument/2006/relationships/slide" Target="/ppt/slides/slide6.xml" Id="Ra6b140ae214c4bc6" /><Relationship Type="http://schemas.openxmlformats.org/officeDocument/2006/relationships/slide" Target="/ppt/slides/slide7.xml" Id="R08d42c5817ff4736" /><Relationship Type="http://schemas.openxmlformats.org/officeDocument/2006/relationships/slide" Target="/ppt/slides/slide8.xml" Id="R1ffac0f4174e4e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263256228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ec70c4710c4d0d" /><Relationship Type="http://schemas.openxmlformats.org/officeDocument/2006/relationships/notesMaster" Target="/ppt/notesMasters/notesMaster1.xml" Id="R5b5eeb8622a4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4c2c2af7494335" /><Relationship Type="http://schemas.openxmlformats.org/officeDocument/2006/relationships/notesMaster" Target="/ppt/notesMasters/notesMaster1.xml" Id="R98820c384aee49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63186540d344d3" /><Relationship Type="http://schemas.openxmlformats.org/officeDocument/2006/relationships/notesMaster" Target="/ppt/notesMasters/notesMaster1.xml" Id="Re0ed34e7d6bf49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03e865b2944999" /><Relationship Type="http://schemas.openxmlformats.org/officeDocument/2006/relationships/notesMaster" Target="/ppt/notesMasters/notesMaster1.xml" Id="Rf2a7956121d24d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d64affecb46d3" /><Relationship Type="http://schemas.openxmlformats.org/officeDocument/2006/relationships/notesMaster" Target="/ppt/notesMasters/notesMaster1.xml" Id="R07ba43ac67f548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e8348fd5844b40" /><Relationship Type="http://schemas.openxmlformats.org/officeDocument/2006/relationships/notesMaster" Target="/ppt/notesMasters/notesMaster1.xml" Id="R611f4cfedec044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12f0547194de3" /><Relationship Type="http://schemas.openxmlformats.org/officeDocument/2006/relationships/notesMaster" Target="/ppt/notesMasters/notesMaster1.xml" Id="Ra396faba5b4746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2ddb097814eb9" /><Relationship Type="http://schemas.openxmlformats.org/officeDocument/2006/relationships/notesMaster" Target="/ppt/notesMasters/notesMaster1.xml" Id="R4386934fb5a0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Arrival, elapsed minutes 0-3.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Starter, elapsed minutes 3-6.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Do, elapsed minutes 6-11.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Choose a Sprite &gt; Paint, then the name box. Paint the maze on a transparent costume, not on the backdrop. 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Do, elapsed minutes 11-18.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a prediction from each pupil by speech, pointing or writing. Share the test action, compare the result, then let a pupil explain or direct a repair. 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2, elapsed minutes 18-21.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· Task, elapsed minutes 21-25.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a prediction from each pupil by speech, pointing or writing. Share the test action, compare the result, then let a pupil explain or direct a repair. 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Task, elapsed minutes 25-35.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25-32: build using the chosen route. 32-35: show an individual test and close the voice loop. Which passage, object or mission detail should change? Choose one useful layout change. Ask “What I said, and what it changed”. Listen and reply: use it, adapt it, or defer with a reason. A pupil may answer privately or have exact words scribed. No signature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Exit, elapsed minutes 35-40.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Week 2 mission choice. Pupils create all three sprites themselves. The blank starter supplies only a plain backdrop. A simple maze with one inner wall is enough for this first layout. Paint walls as a Maze sprite on a transparent costume; do not fill the whole costume with an opaque background. Name all three sprites exactly when using the later block references. Position a custom Maze before programming it, then leave it fixed. Show the x/y boxes so pupils can record their own safe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HTML model or the separate teacher Scratch example for shared rehearsal. Return to the pupil’s own saved project for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71638 outcome 1: Observe each pupil creating and selecting all three sprites. Record what they did and the support used. A downloaded finished maze does not establish creation.</a:t>
            </a:r>
          </a:p>
          <a:p xmlns:a="http://schemas.openxmlformats.org/drawingml/2006/main">
            <a:r>
              <a:t>W03_Maze.sb3 is the pupil save filename. Recovery files contain inherited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 code diagrams use editable native objects. Indentation represents nesting.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b7a4a9333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9fc1150134f3c" /><Relationship Type="http://schemas.openxmlformats.org/officeDocument/2006/relationships/slideLayout" Target="/ppt/slideLayouts/slideLayout1.xml" Id="R281dc921b3ff47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dc921b3ff47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27d46ea1640dd" /><Relationship Type="http://schemas.openxmlformats.org/officeDocument/2006/relationships/notesSlide" Target="/ppt/notesSlides/notesSlide1.xml" Id="R1a831ab26d5e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16fe005114d80" /><Relationship Type="http://schemas.openxmlformats.org/officeDocument/2006/relationships/notesSlide" Target="/ppt/notesSlides/notesSlide2.xml" Id="R1b5153c3f82641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c5bac9de427e" /><Relationship Type="http://schemas.openxmlformats.org/officeDocument/2006/relationships/notesSlide" Target="/ppt/notesSlides/notesSlide3.xml" Id="Rec780f4827d444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dcb169b2646f3" /><Relationship Type="http://schemas.openxmlformats.org/officeDocument/2006/relationships/notesSlide" Target="/ppt/notesSlides/notesSlide4.xml" Id="R0ad41ed91e87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7760e10e448f" /><Relationship Type="http://schemas.openxmlformats.org/officeDocument/2006/relationships/notesSlide" Target="/ppt/notesSlides/notesSlide5.xml" Id="R64869a4dab6e42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ccc7b07f64f4d" /><Relationship Type="http://schemas.openxmlformats.org/officeDocument/2006/relationships/notesSlide" Target="/ppt/notesSlides/notesSlide6.xml" Id="R914add390446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2fa477e94535" /><Relationship Type="http://schemas.openxmlformats.org/officeDocument/2006/relationships/notesSlide" Target="/ppt/notesSlides/notesSlide7.xml" Id="R810674a9816648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9b4df2dbe4161" /><Relationship Type="http://schemas.openxmlformats.org/officeDocument/2006/relationships/notesSlide" Target="/ppt/notesSlides/notesSlide8.xml" Id="Rda6d4dfd702d4a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A42BF-E8B2-4BEB-A967-0EA10267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2360D-22FC-4163-BB3E-BF6B043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     0-3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0F0BB-79EA-454C-8E0E-DF2ED78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Our maze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69618-2EB0-4379-9788-264945D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I can create a maze, a player and a finish as three sprites.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3C925-DEB4-4230-BEDC-0C9B890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 a new project with W03_Blank.sb3.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D64C4-C599-4AB6-BE0A-7259793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You can point, say or write. Quiet working is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B0F81-5925-4464-A2DA-4B61140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5D1A-6208-42A5-B4E2-74BE6CDB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A3EC0-7674-46F2-A083-C56438E4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C446D-705F-4265-8BD1-B34B28C8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E7572-0F10-4F12-9F57-09791C3D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EEE17-40CC-4709-B571-5AA1810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A88DD-A51F-4525-AC7B-54E1C93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FCE27-148A-4F14-91BC-2E0AE47C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F791B-A3C5-4D9F-9388-4833C549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6A243-6570-42E4-BB53-22AF3DC0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97AA7-89AE-406F-B8D3-740D14C9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67C00-95D1-4DA5-A8B3-B497782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138174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38AD6-8778-43AB-A15D-CF3EE60E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C4915-E49E-40AD-9DAC-474BB3A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     3-6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EE5A1-3FAA-47B1-9188-6D28365A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route that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C6611-8137-4817-B1C6-E103EA9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Look at the small player and the large player.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F5D79-C935-486E-BB6F-3C250F8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Which can fit through the gap?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E170A-4420-4DDA-847B-2095043B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Point to what you would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49678-8539-4AB1-9941-9B5ECB56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38750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D21D2-4136-4AF0-8310-072482C8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38375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D62D3-130D-40EA-A356-03FC3B10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97C95-D3ED-4620-B2E9-938A3D3F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5555F-E911-46F5-9102-74C12A0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3038475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E2FEE-C3EE-4EFB-9D6E-91A72CF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2438400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1F4F4-2B51-454E-AE27-DDDDBD4A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060" y="2518410"/>
            <a:ext cx="240030" cy="240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2F4A4-C674-4346-8F49-84F9B187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765" y="2658428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282E5-917C-463A-B769-33EA8A7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547878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C9138-ACF8-4B80-880A-C9BEF759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94" y="19050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4FD91-2B0E-417F-A3E1-A206C8D3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900C7-6D24-428B-BCC7-9B0A523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5777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AB367-1F48-44B1-A27C-1C08665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16 units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6FC19-7696-4B88-B775-63ED0AC1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76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80 units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A0F72-11B7-47CE-B325-13C41DD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A9589-3B2F-4E69-967D-8B82E4D0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E84A7-34CA-4211-AC65-0A7F2CD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B5734-F013-4402-AA1D-83B9B5D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A1C16-B103-4FE2-A778-45A7347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AE808-D0E9-4BB4-9820-8068F007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4E11C-F35A-4B83-8267-25B1A6C9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A6982-9AD6-4ED0-A1C6-1A6A5A7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74FB6-B100-4299-8585-302B65E9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40D29-DD7D-4423-94C0-47B8D6C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DBF91-5DB6-4726-9FE3-0706DED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58F7F-F2B4-4F65-8693-B40F022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682182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21710-1DB0-40B4-8F2A-A31112D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F3C9A-F1DA-4F07-B7B4-2123D1A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    6-11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6A998-4DC6-4366-80F0-6C2753B2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Three sprites with three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DE60-96DC-4A33-B4D6-5142E9DC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Maze holds the walls.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DEA95-5FCB-4871-9ECC-C4C3623F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Player moves around the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85B2E-7867-4720-880D-4A75CE2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Finish marks the goal.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69659-0626-4287-BC7A-C0B9AE9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193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Maze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E1E21-6D4D-4348-BC33-F4014BFF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2840F-C9E8-4F88-82C4-0B8CBC02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289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E0D6F-F47A-4AA4-AFD8-D6C350D9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moving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C99E0-0FA4-4B8E-A2C1-E4231DD8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386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Finish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0C360-79C4-43E6-A706-835BDB0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7E029-F7A5-433E-A408-2625CD81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ED45D-0F2D-4CFA-95CE-7A713FD0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B68D3-25C5-42CF-B29D-BC64A563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E6999-7EE9-4365-9E41-F1C6B700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F825C-CE6E-4E2E-BFDC-EFB04B18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579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02398-AA88-4901-B9B4-8EC5549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AF08A-9EA4-4ADB-8728-54D1D90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61858-EFE2-4046-B5D9-6B905EE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5715F-EF9B-4C52-8F89-BA6D973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694CB-0987-4627-8B30-25D87D3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EAA33-DEBC-4E94-A490-AB3BA51C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C10BB-2751-4E8D-9D36-237DF80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474743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68F95-37A5-4B97-8485-A47956DB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E3BB4-E669-4D1A-AB3D-4C71B5E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    11-18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1A78E-4753-47F2-92E2-01C84D5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gap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22F06-70A7-4461-AE12-807B04C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Trace a route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FBC41-169E-4D14-B39F-932F87C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Try a larger player. Predict the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86658-210D-413C-B7FD-D1152F19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 one repair and test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EA698-8686-45F6-A2DE-8424223A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38750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48595-7DA8-4650-BED0-83A93C6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38375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049E5-4FB9-4307-BD02-C4CA658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94683-BB4D-4EA1-8ED7-2750B50F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8DB89-D992-4299-B904-49F6A5C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3038475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AAD1B-7BC5-48DB-AC0D-0C7FEF07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2438400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21439-A80F-4C28-8A33-BD7B50A8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060" y="2518410"/>
            <a:ext cx="240030" cy="240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8CDAC-D3CB-412B-942E-0C84617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615" y="495871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11B40-2132-4BB7-87FB-B679B81C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547878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3FF18-0C70-4A98-86C2-2F6B9DD3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94" y="19050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6C22A-8517-42CE-8C45-E04A0A8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AC561-BB8E-4387-BD2C-087C8A86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D9F05-0142-464C-8B77-19AA72D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99FB2-B742-41B9-8116-9E340F79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366A1-0E58-4F00-8DAE-D5E41BF6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730E6-17DA-4A62-BAF1-E5F4270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B75BB-E475-4221-90A9-BB081A59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AAB32-49E7-4DF3-B136-96F83DE9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AEC00-4B72-4807-A3BD-B7151E1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617C2-CFEC-462A-B0AB-EEA3AB8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45ED4-A76A-4426-8383-7EF0E42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A6F53-D1CE-46A7-8782-4019242F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3516163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4D74F-4C68-49BE-A2D6-5A3E7B7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9CBF-DEB0-42B0-8DBE-FC129010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     18-21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E0109-7D07-4A39-9D68-1963C3A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clear start and finish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363D0-784E-43FA-8744-EDC2DD85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Place Player away from a wall.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752CD-6C0D-423B-ADB9-7A96FA8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Place Finish where Player can reach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F509E-A237-4A04-8591-186DECCF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Look at the start x and 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B08E-8E10-4973-8C17-7AE8299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38750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1807C-76DD-4CF1-A21C-D43F8F1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38375"/>
            <a:ext cx="440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6361F-90C5-42A7-B0B4-10E59B9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7CD87-2BC7-478D-824F-8DCE206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438400"/>
            <a:ext cx="2000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5CD08-EB93-4573-8B80-AEE479D5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3038475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6DBE0-7569-4D82-959A-5BAFCE7B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2438400"/>
            <a:ext cx="2000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B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5FC88-6F72-479D-8A11-3F60298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060" y="2518410"/>
            <a:ext cx="240030" cy="240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F4F32-C948-41EA-B77B-4A24803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615" y="4958715"/>
            <a:ext cx="160020" cy="160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FB356-CA16-47FF-9704-EDAF53FC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547878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9A4C1-E529-4077-A8DA-E57BFCB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94" y="1905000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A4AE-67DE-4D0A-AD0F-EC37390F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05D72-FE10-4C2E-A5F6-62231D4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BC825-4EA5-454F-B184-287EDA38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8268-D045-4887-8B6A-878A8BF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6A9D5-808A-42DD-81B0-444CA7D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04263-BE6F-4D35-B704-1019D7E0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BABCE-5D09-4071-9A33-C58B97A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A3339-823C-458C-9FD5-4F9D53AB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D7075-7ABE-4E0E-9BEE-AD4F186E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BE1BD-B66C-4C0A-BA86-6EE626C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25AAD-C2BC-4A74-8CE8-D4D1D32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32CCC-D46C-4A83-A1A0-65A214A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391500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B53A1-775B-4D35-900F-9A5345B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75792-6C88-4412-9DBC-F036381D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     21-25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D1AB6-31AC-464C-B797-3C6AEC21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Our design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0F938-3A21-416B-9C40-1AB191EC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Name each of the three sprites.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14844-1BFC-40C7-994A-4D22777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Check the first passage with a token.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EA81A-8831-41DD-BC51-616074FE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Agree one useful layout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C182C-A21B-4CE2-B9B7-5E8DD19C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193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Maze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D796-3CA1-4C84-A995-06C8506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C7791-63A6-49C1-9CCB-A02C5D2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289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E0E8E-316D-434D-AFF5-570D2C9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moving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53D75-5FAF-4BEF-8B0D-39ADEBE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386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Finish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551FB-88CB-43CF-9DA1-87FB16D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B9B1A-D48B-4C4C-B60D-0F0EB05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7B195-5BB8-4F59-986D-5E8422C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02A78-5E3A-4CF0-A876-F3872EE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A698B-D3B2-4E03-AC09-A8D82A7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20D19-1215-4618-B03A-BB5561E7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9CB72-3310-4881-8707-1963F3D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93644-278C-4167-B866-73F302B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F3A83-BA1F-4D8F-9F3E-09E9B80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579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251B4-81A4-4B27-8D52-AAB42A5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497C6-F46E-4134-B58B-8C4B76FC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C14CE-BA93-4527-AFFB-BB58567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CE38E-3950-4110-AF1C-6A4B1E79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920693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CABFC-C5E0-4235-970E-D71D4AA5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29D3F-1EE7-43BC-A368-18CB8E6F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     25-35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6203D-A575-4ED6-B3E1-C580068F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Your maze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5B3A7-3328-4617-9B2B-C434844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Step by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1350-BBE1-4D1C-B3D5-569C72F2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Create one sprite at a time using the role cards.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9EAFC-5FE0-424A-AACC-1D019E2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Main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91C10-C826-4812-BA12-530D864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Create three sprites and check a clear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34E90-E488-4043-B0A2-1C00EB4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9CA01-1531-4805-9230-3EFEB775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Compare player sizes and repair a narrow gap.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64046-AE64-4140-9B95-B3A8B1F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32-35: Show your test and what your idea 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EB5A7-EBFA-4F48-8B61-F70DE0DC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65EA3-A4F0-41AF-A415-A1D4C7C8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17A03-7EA0-4352-92D0-D30BFEAE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08E79-AEC4-4130-AC7D-E90F8A3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FEE8-19CA-4DB5-897E-AEE62106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8BD45-CB83-4964-B9E0-0FD0772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6CB82-F030-41D3-8CD6-6CD2A245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196F4-EFDC-4332-9BC3-A27DBF90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D6006-2512-4392-AB67-323A0154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57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5F15A-EFD6-42EF-9311-CE8F844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BCC64-976D-406D-9911-E728D470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4BE5F-C5ED-47D9-81BF-C16F984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273170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C414A-EEA5-4302-A3CF-A2001424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68286-39FF-4A52-97DB-88AC89E4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     35-40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27892-2ACC-412C-9FB8-0F0A793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saved maze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1C972-16AB-458A-8D9D-58860159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Save as W03_Maze.sb3.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F1778-B866-4ACF-8445-FA55E1DC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Load it and select each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38137-0EAB-40A9-890A-B8A89B6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Show what your design idea 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91EEF-46BC-4D9F-827B-660C4A7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What I said, and what it 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E074E-4CF5-48C5-ABED-B99FA43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38B11-01D3-46A8-B460-65D079D0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55781-EE15-4417-B1D1-09DEF5A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4727-7646-439A-B57B-D03637CB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D7B86-22D9-439D-914F-EFE1566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CD01D-2AE7-4CE9-B9B2-DA722C2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29A3D-89B1-4E36-ABA9-D618301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0E176-5170-4CC1-8DF8-BFDFF208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11D7B-CFF6-4EF4-A974-E94D32F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F5B3D-2FA1-488C-941A-4FBC23D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03AF5-2B37-4EE5-97F5-05414D7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0BE99-8C69-4B15-9C04-00354CF3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302667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2026-09-09T16:47:52.4920000Z</dcterms:created>
  <dcterms:modified xsi:type="dcterms:W3CDTF">2026-09-09T16:47:52.4920000Z</dcterms:modified>
</coreProperties>
</file>