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8c4e505fe322419b" /><Relationship Type="http://schemas.openxmlformats.org/officeDocument/2006/relationships/extended-properties" Target="/docProps/app.xml" Id="R285fd110c28240ee" /><Relationship Type="http://schemas.openxmlformats.org/officeDocument/2006/relationships/officeDocument" Target="/ppt/presentation.xml" Id="R9cf0edd2d4704882" /></Relationships>
</file>

<file path=ppt/presentation.xml><?xml version="1.0" encoding="utf-8"?>
<p:presentation xmlns:p="http://schemas.openxmlformats.org/presentationml/2006/main">
  <p:sldMasterIdLst>
    <p:sldMasterId xmlns:r="http://schemas.openxmlformats.org/officeDocument/2006/relationships" id="2147483648" r:id="R3840b0827f914572"/>
  </p:sldMasterIdLst>
  <p:notesMasterIdLst>
    <p:notesMasterId xmlns:r="http://schemas.openxmlformats.org/officeDocument/2006/relationships" r:id="R5d0d4a0ec86a4688"/>
  </p:notesMasterIdLst>
  <p:sldIdLst>
    <p:sldId xmlns:r="http://schemas.openxmlformats.org/officeDocument/2006/relationships" id="256" r:id="R493258476d7b4d37"/>
    <p:sldId xmlns:r="http://schemas.openxmlformats.org/officeDocument/2006/relationships" id="257" r:id="Rd7ced3a6057843b1"/>
    <p:sldId xmlns:r="http://schemas.openxmlformats.org/officeDocument/2006/relationships" id="258" r:id="R82935a16010c43c0"/>
    <p:sldId xmlns:r="http://schemas.openxmlformats.org/officeDocument/2006/relationships" id="259" r:id="R9c7427282e3c4b37"/>
    <p:sldId xmlns:r="http://schemas.openxmlformats.org/officeDocument/2006/relationships" id="260" r:id="Ra6644259a7a94ba1"/>
    <p:sldId xmlns:r="http://schemas.openxmlformats.org/officeDocument/2006/relationships" id="261" r:id="R5e1f84895c4149d6"/>
    <p:sldId xmlns:r="http://schemas.openxmlformats.org/officeDocument/2006/relationships" id="262" r:id="R294fa9d51366408a"/>
    <p:sldId xmlns:r="http://schemas.openxmlformats.org/officeDocument/2006/relationships" id="263" r:id="Rb13156c41419440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e71f14d2ed0b474b" /><Relationship Type="http://schemas.openxmlformats.org/officeDocument/2006/relationships/slideMaster" Target="/ppt/slideMasters/slideMaster1.xml" Id="R3840b0827f914572" /><Relationship Type="http://schemas.openxmlformats.org/officeDocument/2006/relationships/notesMaster" Target="/ppt/notesMasters/notesMaster1.xml" Id="R5d0d4a0ec86a4688" /><Relationship Type="http://schemas.openxmlformats.org/officeDocument/2006/relationships/presProps" Target="/ppt/presProps.xml" Id="R58db2e5e0d0741ac" /><Relationship Type="http://schemas.openxmlformats.org/officeDocument/2006/relationships/tableStyles" Target="/ppt/tableStyles.xml" Id="R66c53d70eabb49b4" /><Relationship Type="http://schemas.openxmlformats.org/officeDocument/2006/relationships/slide" Target="/ppt/slides/slide1.xml" Id="R493258476d7b4d37" /><Relationship Type="http://schemas.openxmlformats.org/officeDocument/2006/relationships/slide" Target="/ppt/slides/slide2.xml" Id="Rd7ced3a6057843b1" /><Relationship Type="http://schemas.openxmlformats.org/officeDocument/2006/relationships/slide" Target="/ppt/slides/slide3.xml" Id="R82935a16010c43c0" /><Relationship Type="http://schemas.openxmlformats.org/officeDocument/2006/relationships/slide" Target="/ppt/slides/slide4.xml" Id="R9c7427282e3c4b37" /><Relationship Type="http://schemas.openxmlformats.org/officeDocument/2006/relationships/slide" Target="/ppt/slides/slide5.xml" Id="Ra6644259a7a94ba1" /><Relationship Type="http://schemas.openxmlformats.org/officeDocument/2006/relationships/slide" Target="/ppt/slides/slide6.xml" Id="R5e1f84895c4149d6" /><Relationship Type="http://schemas.openxmlformats.org/officeDocument/2006/relationships/slide" Target="/ppt/slides/slide7.xml" Id="R294fa9d51366408a" /><Relationship Type="http://schemas.openxmlformats.org/officeDocument/2006/relationships/slide" Target="/ppt/slides/slide8.xml" Id="Rb13156c41419440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6cd0b1ce6144ba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94a427dab24e94" /><Relationship Type="http://schemas.openxmlformats.org/officeDocument/2006/relationships/notesMaster" Target="/ppt/notesMasters/notesMaster1.xml" Id="R06813f96585e4b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a1f806a8d3144bd3" /><Relationship Type="http://schemas.openxmlformats.org/officeDocument/2006/relationships/notesMaster" Target="/ppt/notesMasters/notesMaster1.xml" Id="Ra4573546f8a644fb" /></Relationships>
</file>

<file path=ppt/notesSlides/_rels/notesSlide3.xml.rels>&#65279;<?xml version="1.0" encoding="utf-8"?><Relationships xmlns="http://schemas.openxmlformats.org/package/2006/relationships"><Relationship Type="http://schemas.openxmlformats.org/officeDocument/2006/relationships/slide" Target="/ppt/slides/slide3.xml" Id="Rdf927353f69f408d" /><Relationship Type="http://schemas.openxmlformats.org/officeDocument/2006/relationships/notesMaster" Target="/ppt/notesMasters/notesMaster1.xml" Id="R681de2e7d7564e21" /></Relationships>
</file>

<file path=ppt/notesSlides/_rels/notesSlide4.xml.rels>&#65279;<?xml version="1.0" encoding="utf-8"?><Relationships xmlns="http://schemas.openxmlformats.org/package/2006/relationships"><Relationship Type="http://schemas.openxmlformats.org/officeDocument/2006/relationships/slide" Target="/ppt/slides/slide4.xml" Id="Rf348e520df264fe9" /><Relationship Type="http://schemas.openxmlformats.org/officeDocument/2006/relationships/notesMaster" Target="/ppt/notesMasters/notesMaster1.xml" Id="R28a7ebbbfacf4590"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5085470c3a40e2" /><Relationship Type="http://schemas.openxmlformats.org/officeDocument/2006/relationships/notesMaster" Target="/ppt/notesMasters/notesMaster1.xml" Id="R4f7e61e243224930" /></Relationships>
</file>

<file path=ppt/notesSlides/_rels/notesSlide6.xml.rels>&#65279;<?xml version="1.0" encoding="utf-8"?><Relationships xmlns="http://schemas.openxmlformats.org/package/2006/relationships"><Relationship Type="http://schemas.openxmlformats.org/officeDocument/2006/relationships/slide" Target="/ppt/slides/slide6.xml" Id="R8000c003bbaa4f02" /><Relationship Type="http://schemas.openxmlformats.org/officeDocument/2006/relationships/notesMaster" Target="/ppt/notesMasters/notesMaster1.xml" Id="R3f4c2790ccdf4d7c" /></Relationships>
</file>

<file path=ppt/notesSlides/_rels/notesSlide7.xml.rels>&#65279;<?xml version="1.0" encoding="utf-8"?><Relationships xmlns="http://schemas.openxmlformats.org/package/2006/relationships"><Relationship Type="http://schemas.openxmlformats.org/officeDocument/2006/relationships/slide" Target="/ppt/slides/slide7.xml" Id="R9373a6df40ed443d" /><Relationship Type="http://schemas.openxmlformats.org/officeDocument/2006/relationships/notesMaster" Target="/ppt/notesMasters/notesMaster1.xml" Id="Ra3f82512fdc34384" /></Relationships>
</file>

<file path=ppt/notesSlides/_rels/notesSlide8.xml.rels>&#65279;<?xml version="1.0" encoding="utf-8"?><Relationships xmlns="http://schemas.openxmlformats.org/package/2006/relationships"><Relationship Type="http://schemas.openxmlformats.org/officeDocument/2006/relationships/slide" Target="/ppt/slides/slide8.xml" Id="Rccfc867a40524ed8" /><Relationship Type="http://schemas.openxmlformats.org/officeDocument/2006/relationships/notesMaster" Target="/ppt/notesMasters/notesMaster1.xml" Id="R08da4aa914544f3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Arrival, elapsed minutes 0-3.</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Starter, elapsed minutes 3-6.</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elapsed minutes 6-11.</a:t>
            </a:r>
          </a:p>
          <a:p xmlns:a="http://schemas.openxmlformats.org/drawingml/2006/main">
            <a:r>
              <a:t/>
            </a:r>
          </a:p>
          <a:p xmlns:a="http://schemas.openxmlformats.org/drawingml/2006/main">
            <a:r>
              <a:t> 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elapsed minutes 11-18.</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Do 2, elapsed minutes 18-21.</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Do 2 · Task, elapsed minutes 21-25.</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Take a prediction from each pupil by speech, pointing or writing. Share the test action, compare the result, then let a pupil explain or direct a repair. 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Independent Task, elapsed minutes 25-35.</a:t>
            </a:r>
          </a:p>
          <a:p xmlns:a="http://schemas.openxmlformats.org/drawingml/2006/main">
            <a:r>
              <a:t/>
            </a:r>
          </a:p>
          <a:p xmlns:a="http://schemas.openxmlformats.org/drawingml/2006/main">
            <a:r>
              <a:t>25-32: build using the chosen route. 32-35: show an individual test and close the voice loop. Is the return point clear and comfortable to use? Suggest a fair response or a clearer way to show it. Ask “What I said, and what it changed”. Listen and reply: use it, adapt it, or defer with a reason. A pupil may answer privately or have exact words scribed. No signature gate.</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Exit, elapsed minutes 35-40.</a:t>
            </a:r>
          </a:p>
          <a:p xmlns:a="http://schemas.openxmlformats.org/drawingml/2006/main">
            <a:r>
              <a:t/>
            </a:r>
          </a:p>
          <a:p xmlns:a="http://schemas.openxmlformats.org/drawingml/2006/main">
            <a:r>
              <a:t>Before teaching, load the pupil’s controls and make sure Player can move. Keep a backup. The recovery supplies prior controls but no collision script. Build a new script on Player: flag, forever, if touching Maze then go to the pupil’s safe start. Show the nested spaces explicitly. Leave the separate key scripts attached to their own key events. The teacher bug example checks contact once without forever. Do not solve it by copying the complete teacher project. Custom maze costumes need transparent space between walls.</a:t>
            </a:r>
          </a:p>
          <a:p xmlns:a="http://schemas.openxmlformats.org/drawingml/2006/main">
            <a:r>
              <a:t/>
            </a:r>
          </a:p>
          <a:p xmlns:a="http://schemas.openxmlformats.org/drawingml/2006/main">
            <a:r>
              <a:t>Use the HTML model or the separate teacher Scratch example for shared rehearsal. Return to the pupil’s own saved project for construction.</a:t>
            </a:r>
          </a:p>
          <a:p xmlns:a="http://schemas.openxmlformats.org/drawingml/2006/main">
            <a:r>
              <a:t/>
            </a:r>
          </a:p>
          <a:p xmlns:a="http://schemas.openxmlformats.org/drawingml/2006/main">
            <a:r>
              <a:t>AQA 71638 outcome 3: Observe the pupil constructing the collision script, then demonstrate contact at two wall positions. Record the actual consequence and any prompts.</a:t>
            </a:r>
          </a:p>
          <a:p xmlns:a="http://schemas.openxmlformats.org/drawingml/2006/main">
            <a:r>
              <a:t>W05_Walls.sb3 is the pupil save filename. Recovery files contain inherited prior work.</a:t>
            </a:r>
          </a:p>
          <a:p xmlns:a="http://schemas.openxmlformats.org/drawingml/2006/main">
            <a:r>
              <a:t/>
            </a:r>
          </a:p>
          <a:p xmlns:a="http://schemas.openxmlformats.org/drawingml/2006/main">
            <a:r>
              <a:t>Reference: https://www.aqa.org.uk/programmes/unit-award-scheme/unit-details?unit=71638</a:t>
            </a:r>
          </a:p>
          <a:p xmlns:a="http://schemas.openxmlformats.org/drawingml/2006/main">
            <a:r>
              <a:t>Software: https://scratch.mit.edu/projects/editor/</a:t>
            </a:r>
          </a:p>
          <a:p xmlns:a="http://schemas.openxmlformats.org/drawingml/2006/main">
            <a:r>
              <a:t>The code diagrams use editable native objects. Indentation represents nesting.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c429e5d573d48c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a0dbb70de53420f" /><Relationship Type="http://schemas.openxmlformats.org/officeDocument/2006/relationships/slideLayout" Target="/ppt/slideLayouts/slideLayout1.xml" Id="Rd47084b10a8347f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47084b10a8347f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0b71857a341404b" /><Relationship Type="http://schemas.openxmlformats.org/officeDocument/2006/relationships/notesSlide" Target="/ppt/notesSlides/notesSlide1.xml" Id="R9569d5d3314849e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27e0708ae299401a" /><Relationship Type="http://schemas.openxmlformats.org/officeDocument/2006/relationships/notesSlide" Target="/ppt/notesSlides/notesSlide2.xml" Id="R9225a06f18b04032"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6fbb8b5c8ed646d9" /><Relationship Type="http://schemas.openxmlformats.org/officeDocument/2006/relationships/notesSlide" Target="/ppt/notesSlides/notesSlide3.xml" Id="R2d9d8bcdad8f406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0cc684d4d1c14d0b" /><Relationship Type="http://schemas.openxmlformats.org/officeDocument/2006/relationships/notesSlide" Target="/ppt/notesSlides/notesSlide4.xml" Id="R92dbba53b6b049f6"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015e4166bd64d30" /><Relationship Type="http://schemas.openxmlformats.org/officeDocument/2006/relationships/notesSlide" Target="/ppt/notesSlides/notesSlide5.xml" Id="R58cb8eda9c184a8e"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f4c83a13d7ab40a3" /><Relationship Type="http://schemas.openxmlformats.org/officeDocument/2006/relationships/notesSlide" Target="/ppt/notesSlides/notesSlide6.xml" Id="R1ad1be5416254f6e"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2031ec7468c4c90" /><Relationship Type="http://schemas.openxmlformats.org/officeDocument/2006/relationships/notesSlide" Target="/ppt/notesSlides/notesSlide7.xml" Id="R7ce7dfa3382c407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fb59f8fe46734f0b" /><Relationship Type="http://schemas.openxmlformats.org/officeDocument/2006/relationships/notesSlide" Target="/ppt/notesSlides/notesSlide8.xml" Id="Rc07b936b0a1b42bd" /></Relationships>
</file>

<file path=ppt/slides/slide1.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19" name="">
            <a:extLst xmlns:a="http://schemas.openxmlformats.org/drawingml/2006/main">
              <a:ext uri="{FF2B5EF4-FFF2-40B4-BE49-F238E27FC236}">
                <a16:creationId xmlns:a16="http://schemas.microsoft.com/office/drawing/2014/main" id="{AEE217A8-2C8E-4204-91B0-A4C8FF88AAB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5CC49FF7-9889-43DA-987B-7FB3899944F8}"/>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Arrival     0-3 minutes</a:t>
            </a:r>
          </a:p>
        </p:txBody>
      </p:sp>
      <p:sp>
        <p:nvSpPr>
          <p:cNvPr id="3" name="">
            <a:extLst xmlns:a="http://schemas.openxmlformats.org/drawingml/2006/main">
              <a:ext uri="{FF2B5EF4-FFF2-40B4-BE49-F238E27FC236}">
                <a16:creationId xmlns:a16="http://schemas.microsoft.com/office/drawing/2014/main" id="{B46BF366-0637-42CC-BD92-AA20F92518AA}"/>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050" b="1">
                <a:solidFill>
                  <a:srgbClr val="142E25"/>
                </a:solidFill>
                <a:latin typeface="DejaVu Sans"/>
                <a:ea typeface="DejaVu Sans"/>
                <a:cs typeface="DejaVu Sans"/>
              </a:defRPr>
            </a:pPr>
            <a:r>
              <a:rPr sz="4050" b="1">
                <a:solidFill>
                  <a:srgbClr val="142E25"/>
                </a:solidFill>
                <a:latin typeface="DejaVu Sans"/>
                <a:ea typeface="DejaVu Sans"/>
                <a:cs typeface="DejaVu Sans"/>
              </a:rPr>
              <a:t>A rule for the walls</a:t>
            </a:r>
          </a:p>
        </p:txBody>
      </p:sp>
      <p:sp>
        <p:nvSpPr>
          <p:cNvPr id="4" name="">
            <a:extLst xmlns:a="http://schemas.openxmlformats.org/drawingml/2006/main">
              <a:ext uri="{FF2B5EF4-FFF2-40B4-BE49-F238E27FC236}">
                <a16:creationId xmlns:a16="http://schemas.microsoft.com/office/drawing/2014/main" id="{A5B0F9D8-C13D-4947-965D-71742CBC52FF}"/>
              </a:ext>
            </a:extLst>
          </p:cNvPr>
          <p:cNvSpPr>
            <a:spLocks xmlns:a="http://schemas.openxmlformats.org/drawingml/2006/main" noGrp="1"/>
          </p:cNvSpPr>
          <p:nvPr/>
        </p:nvSpPr>
        <p:spPr>
          <a:xfrm xmlns:a="http://schemas.openxmlformats.org/drawingml/2006/main">
            <a:off x="609600" y="1971675"/>
            <a:ext cx="10477500" cy="1381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775" b="1">
                <a:solidFill>
                  <a:srgbClr val="142E25"/>
                </a:solidFill>
                <a:latin typeface="DejaVu Sans"/>
                <a:ea typeface="DejaVu Sans"/>
                <a:cs typeface="DejaVu Sans"/>
              </a:defRPr>
            </a:pPr>
            <a:r>
              <a:rPr sz="2775" b="1">
                <a:solidFill>
                  <a:srgbClr val="142E25"/>
                </a:solidFill>
                <a:latin typeface="DejaVu Sans"/>
                <a:ea typeface="DejaVu Sans"/>
                <a:cs typeface="DejaVu Sans"/>
              </a:rPr>
              <a:t>I can make Player return to the start when it touches Maze.</a:t>
            </a:r>
          </a:p>
        </p:txBody>
      </p:sp>
      <p:sp>
        <p:nvSpPr>
          <p:cNvPr id="5" name="">
            <a:extLst xmlns:a="http://schemas.openxmlformats.org/drawingml/2006/main">
              <a:ext uri="{FF2B5EF4-FFF2-40B4-BE49-F238E27FC236}">
                <a16:creationId xmlns:a16="http://schemas.microsoft.com/office/drawing/2014/main" id="{1956E471-B907-4148-9784-57E4FBB76538}"/>
              </a:ext>
            </a:extLst>
          </p:cNvPr>
          <p:cNvSpPr>
            <a:spLocks xmlns:a="http://schemas.openxmlformats.org/drawingml/2006/main" noGrp="1"/>
          </p:cNvSpPr>
          <p:nvPr/>
        </p:nvSpPr>
        <p:spPr>
          <a:xfrm xmlns:a="http://schemas.openxmlformats.org/drawingml/2006/main">
            <a:off x="609600" y="3714750"/>
            <a:ext cx="10810875"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0">
                <a:solidFill>
                  <a:srgbClr val="142E25"/>
                </a:solidFill>
                <a:latin typeface="DejaVu Sans"/>
                <a:ea typeface="DejaVu Sans"/>
                <a:cs typeface="DejaVu Sans"/>
              </a:defRPr>
            </a:pPr>
            <a:r>
              <a:rPr sz="2325" b="0">
                <a:solidFill>
                  <a:srgbClr val="142E25"/>
                </a:solidFill>
                <a:latin typeface="DejaVu Sans"/>
                <a:ea typeface="DejaVu Sans"/>
                <a:cs typeface="DejaVu Sans"/>
              </a:rPr>
              <a:t>Open your own W04_Controls.sb3.</a:t>
            </a:r>
          </a:p>
        </p:txBody>
      </p:sp>
      <p:sp>
        <p:nvSpPr>
          <p:cNvPr id="6" name="">
            <a:extLst xmlns:a="http://schemas.openxmlformats.org/drawingml/2006/main">
              <a:ext uri="{FF2B5EF4-FFF2-40B4-BE49-F238E27FC236}">
                <a16:creationId xmlns:a16="http://schemas.microsoft.com/office/drawing/2014/main" id="{1A953E76-2BEA-4AB2-A991-F47F8FB3B700}"/>
              </a:ext>
            </a:extLst>
          </p:cNvPr>
          <p:cNvSpPr>
            <a:spLocks xmlns:a="http://schemas.openxmlformats.org/drawingml/2006/main" noGrp="1"/>
          </p:cNvSpPr>
          <p:nvPr/>
        </p:nvSpPr>
        <p:spPr>
          <a:xfrm xmlns:a="http://schemas.openxmlformats.org/drawingml/2006/main">
            <a:off x="609600" y="5495925"/>
            <a:ext cx="10858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36A5D"/>
                </a:solidFill>
                <a:latin typeface="DejaVu Sans"/>
                <a:ea typeface="DejaVu Sans"/>
                <a:cs typeface="DejaVu Sans"/>
              </a:defRPr>
            </a:pPr>
            <a:r>
              <a:rPr sz="1800" b="0">
                <a:solidFill>
                  <a:srgbClr val="536A5D"/>
                </a:solidFill>
                <a:latin typeface="DejaVu Sans"/>
                <a:ea typeface="DejaVu Sans"/>
                <a:cs typeface="DejaVu Sans"/>
              </a:rPr>
              <a:t>You can point, say or write. Quiet working is available.</a:t>
            </a:r>
          </a:p>
        </p:txBody>
      </p:sp>
      <p:sp>
        <p:nvSpPr>
          <p:cNvPr id="7" name="">
            <a:extLst xmlns:a="http://schemas.openxmlformats.org/drawingml/2006/main">
              <a:ext uri="{FF2B5EF4-FFF2-40B4-BE49-F238E27FC236}">
                <a16:creationId xmlns:a16="http://schemas.microsoft.com/office/drawing/2014/main" id="{DE2689D5-1B0F-4D53-9468-3EE1004224DE}"/>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3714CA6-57E5-45CE-8E04-EC97225DFB97}"/>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Arrival</a:t>
            </a:r>
          </a:p>
        </p:txBody>
      </p:sp>
      <p:sp>
        <p:nvSpPr>
          <p:cNvPr id="9" name="">
            <a:extLst xmlns:a="http://schemas.openxmlformats.org/drawingml/2006/main">
              <a:ext uri="{FF2B5EF4-FFF2-40B4-BE49-F238E27FC236}">
                <a16:creationId xmlns:a16="http://schemas.microsoft.com/office/drawing/2014/main" id="{8C948E85-D632-480B-B1C5-11396B3AE284}"/>
              </a:ext>
            </a:extLst>
          </p:cNvPr>
          <p:cNvSpPr>
            <a:spLocks xmlns:a="http://schemas.openxmlformats.org/drawingml/2006/main" noGrp="1"/>
          </p:cNvSpPr>
          <p:nvPr/>
        </p:nvSpPr>
        <p:spPr>
          <a:xfrm xmlns:a="http://schemas.openxmlformats.org/drawingml/2006/main">
            <a:off x="6096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88FFE021-042A-4AD6-BCD9-A68C49F0D74D}"/>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373FCE3B-4D08-45CE-9D53-6581C68D4F94}"/>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AEA3F2CD-996F-4283-9E32-F4A45D9CC496}"/>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7A170C2E-8FF6-4DEE-8570-E8A811A585FE}"/>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9BAFEF9A-B096-4A77-879E-340B6DB8D4FB}"/>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BAA1716F-1133-4DD8-B6BC-66645B9280AE}"/>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D504BDC9-7B91-46F8-9759-53D2DA043FE3}"/>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C038F4F2-7245-41D1-9101-EAF133E948A9}"/>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18" name="">
            <a:extLst xmlns:a="http://schemas.openxmlformats.org/drawingml/2006/main">
              <a:ext uri="{FF2B5EF4-FFF2-40B4-BE49-F238E27FC236}">
                <a16:creationId xmlns:a16="http://schemas.microsoft.com/office/drawing/2014/main" id="{75EEAE8C-65A2-4F13-A15C-B2DDFE998794}"/>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1 / 8</a:t>
            </a:r>
          </a:p>
        </p:txBody>
      </p:sp>
    </p:spTree>
    <p:extLst>
      <p:ext uri="{BB962C8B-B14F-4D97-AF65-F5344CB8AC3E}">
        <p14:creationId xmlns:p14="http://schemas.microsoft.com/office/powerpoint/2010/main" val="19339221"/>
      </p:ext>
    </p:extLst>
  </p:cSld>
</p:sld>
</file>

<file path=ppt/slides/slide2.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C4D9DFAA-3C1C-42F4-B3CD-9222D76B8B7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63B125EB-B19E-4242-9D6F-EA4E62519E05}"/>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Starter     3-6 minutes</a:t>
            </a:r>
          </a:p>
        </p:txBody>
      </p:sp>
      <p:sp>
        <p:nvSpPr>
          <p:cNvPr id="3" name="">
            <a:extLst xmlns:a="http://schemas.openxmlformats.org/drawingml/2006/main">
              <a:ext uri="{FF2B5EF4-FFF2-40B4-BE49-F238E27FC236}">
                <a16:creationId xmlns:a16="http://schemas.microsoft.com/office/drawing/2014/main" id="{79E4A5C5-5272-4FE5-BD1B-544D1BEF8F47}"/>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check that comes too soon</a:t>
            </a:r>
          </a:p>
        </p:txBody>
      </p:sp>
      <p:sp>
        <p:nvSpPr>
          <p:cNvPr id="4" name="">
            <a:extLst xmlns:a="http://schemas.openxmlformats.org/drawingml/2006/main">
              <a:ext uri="{FF2B5EF4-FFF2-40B4-BE49-F238E27FC236}">
                <a16:creationId xmlns:a16="http://schemas.microsoft.com/office/drawing/2014/main" id="{4F6A4327-9A70-4710-8DE6-4044B25A51B2}"/>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The script checks only at the green flag.</a:t>
            </a:r>
          </a:p>
        </p:txBody>
      </p:sp>
      <p:sp>
        <p:nvSpPr>
          <p:cNvPr id="5" name="">
            <a:extLst xmlns:a="http://schemas.openxmlformats.org/drawingml/2006/main">
              <a:ext uri="{FF2B5EF4-FFF2-40B4-BE49-F238E27FC236}">
                <a16:creationId xmlns:a16="http://schemas.microsoft.com/office/drawing/2014/main" id="{CC7C69D2-782C-40E6-929E-B0B1F45D451C}"/>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Player touches a wall later.</a:t>
            </a:r>
          </a:p>
        </p:txBody>
      </p:sp>
      <p:sp>
        <p:nvSpPr>
          <p:cNvPr id="6" name="">
            <a:extLst xmlns:a="http://schemas.openxmlformats.org/drawingml/2006/main">
              <a:ext uri="{FF2B5EF4-FFF2-40B4-BE49-F238E27FC236}">
                <a16:creationId xmlns:a16="http://schemas.microsoft.com/office/drawing/2014/main" id="{DA348942-E8C4-4609-87BC-5098F39ADF08}"/>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Will the script check again?</a:t>
            </a:r>
          </a:p>
        </p:txBody>
      </p:sp>
      <p:sp>
        <p:nvSpPr>
          <p:cNvPr id="7" name="">
            <a:extLst xmlns:a="http://schemas.openxmlformats.org/drawingml/2006/main">
              <a:ext uri="{FF2B5EF4-FFF2-40B4-BE49-F238E27FC236}">
                <a16:creationId xmlns:a16="http://schemas.microsoft.com/office/drawing/2014/main" id="{B391F0DE-15DE-4495-9582-A9B919E9A34F}"/>
              </a:ext>
            </a:extLst>
          </p:cNvPr>
          <p:cNvSpPr>
            <a:spLocks xmlns:a="http://schemas.openxmlformats.org/drawingml/2006/main" noGrp="1"/>
          </p:cNvSpPr>
          <p:nvPr/>
        </p:nvSpPr>
        <p:spPr>
          <a:xfrm xmlns:a="http://schemas.openxmlformats.org/drawingml/2006/main">
            <a:off x="6572250" y="2333625"/>
            <a:ext cx="5010150" cy="5429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521CEF3-2DA6-4180-A1E5-F1B4F422C598}"/>
              </a:ext>
            </a:extLst>
          </p:cNvPr>
          <p:cNvSpPr>
            <a:spLocks xmlns:a="http://schemas.openxmlformats.org/drawingml/2006/main" noGrp="1"/>
          </p:cNvSpPr>
          <p:nvPr/>
        </p:nvSpPr>
        <p:spPr>
          <a:xfrm xmlns:a="http://schemas.openxmlformats.org/drawingml/2006/main">
            <a:off x="6686550" y="2400300"/>
            <a:ext cx="478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E25"/>
                </a:solidFill>
                <a:latin typeface="DejaVu Sans"/>
                <a:ea typeface="DejaVu Sans"/>
                <a:cs typeface="DejaVu Sans"/>
              </a:defRPr>
            </a:pPr>
            <a:r>
              <a:rPr sz="1800"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ABACCE31-3066-474F-9BA4-761AE04873FF}"/>
              </a:ext>
            </a:extLst>
          </p:cNvPr>
          <p:cNvSpPr>
            <a:spLocks xmlns:a="http://schemas.openxmlformats.org/drawingml/2006/main" noGrp="1"/>
          </p:cNvSpPr>
          <p:nvPr/>
        </p:nvSpPr>
        <p:spPr>
          <a:xfrm xmlns:a="http://schemas.openxmlformats.org/drawingml/2006/main">
            <a:off x="6572250" y="2905125"/>
            <a:ext cx="5010150" cy="542925"/>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25BF9826-D8E3-4A2E-8462-3231A70687CF}"/>
              </a:ext>
            </a:extLst>
          </p:cNvPr>
          <p:cNvSpPr>
            <a:spLocks xmlns:a="http://schemas.openxmlformats.org/drawingml/2006/main" noGrp="1"/>
          </p:cNvSpPr>
          <p:nvPr/>
        </p:nvSpPr>
        <p:spPr>
          <a:xfrm xmlns:a="http://schemas.openxmlformats.org/drawingml/2006/main">
            <a:off x="6686550" y="2971800"/>
            <a:ext cx="478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if &lt;touching Maze?&gt; then</a:t>
            </a:r>
          </a:p>
        </p:txBody>
      </p:sp>
      <p:sp>
        <p:nvSpPr>
          <p:cNvPr id="11" name="">
            <a:extLst xmlns:a="http://schemas.openxmlformats.org/drawingml/2006/main">
              <a:ext uri="{FF2B5EF4-FFF2-40B4-BE49-F238E27FC236}">
                <a16:creationId xmlns:a16="http://schemas.microsoft.com/office/drawing/2014/main" id="{414A6C73-89A8-42B9-B82E-BA85BFADA1FA}"/>
              </a:ext>
            </a:extLst>
          </p:cNvPr>
          <p:cNvSpPr>
            <a:spLocks xmlns:a="http://schemas.openxmlformats.org/drawingml/2006/main" noGrp="1"/>
          </p:cNvSpPr>
          <p:nvPr/>
        </p:nvSpPr>
        <p:spPr>
          <a:xfrm xmlns:a="http://schemas.openxmlformats.org/drawingml/2006/main">
            <a:off x="6810375" y="3476625"/>
            <a:ext cx="4772025" cy="5429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FB8B3CF-7960-49CB-BA26-5AAA8C750D26}"/>
              </a:ext>
            </a:extLst>
          </p:cNvPr>
          <p:cNvSpPr>
            <a:spLocks xmlns:a="http://schemas.openxmlformats.org/drawingml/2006/main" noGrp="1"/>
          </p:cNvSpPr>
          <p:nvPr/>
        </p:nvSpPr>
        <p:spPr>
          <a:xfrm xmlns:a="http://schemas.openxmlformats.org/drawingml/2006/main">
            <a:off x="6924675" y="3543300"/>
            <a:ext cx="4543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go to the start</a:t>
            </a:r>
          </a:p>
        </p:txBody>
      </p:sp>
      <p:sp>
        <p:nvSpPr>
          <p:cNvPr id="13" name="">
            <a:extLst xmlns:a="http://schemas.openxmlformats.org/drawingml/2006/main">
              <a:ext uri="{FF2B5EF4-FFF2-40B4-BE49-F238E27FC236}">
                <a16:creationId xmlns:a16="http://schemas.microsoft.com/office/drawing/2014/main" id="{797CB255-F779-4EC9-9EE2-9C726634FB23}"/>
              </a:ext>
            </a:extLst>
          </p:cNvPr>
          <p:cNvSpPr>
            <a:spLocks xmlns:a="http://schemas.openxmlformats.org/drawingml/2006/main" noGrp="1"/>
          </p:cNvSpPr>
          <p:nvPr/>
        </p:nvSpPr>
        <p:spPr>
          <a:xfrm xmlns:a="http://schemas.openxmlformats.org/drawingml/2006/main">
            <a:off x="6572250" y="52863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624A"/>
                </a:solidFill>
                <a:latin typeface="DejaVu Sans"/>
                <a:ea typeface="DejaVu Sans"/>
                <a:cs typeface="DejaVu Sans"/>
              </a:defRPr>
            </a:pPr>
            <a:r>
              <a:rPr sz="2025" b="1">
                <a:solidFill>
                  <a:srgbClr val="19624A"/>
                </a:solidFill>
                <a:latin typeface="DejaVu Sans"/>
                <a:ea typeface="DejaVu Sans"/>
                <a:cs typeface="DejaVu Sans"/>
              </a:rPr>
              <a:t>This example checks once.</a:t>
            </a:r>
          </a:p>
        </p:txBody>
      </p:sp>
      <p:sp>
        <p:nvSpPr>
          <p:cNvPr id="14" name="">
            <a:extLst xmlns:a="http://schemas.openxmlformats.org/drawingml/2006/main">
              <a:ext uri="{FF2B5EF4-FFF2-40B4-BE49-F238E27FC236}">
                <a16:creationId xmlns:a16="http://schemas.microsoft.com/office/drawing/2014/main" id="{7579FF26-D9BE-4A41-8833-F00ED3486886}"/>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5" name="">
            <a:extLst xmlns:a="http://schemas.openxmlformats.org/drawingml/2006/main">
              <a:ext uri="{FF2B5EF4-FFF2-40B4-BE49-F238E27FC236}">
                <a16:creationId xmlns:a16="http://schemas.microsoft.com/office/drawing/2014/main" id="{A281E37B-6A1B-4FDD-A90C-025C03471848}"/>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6" name="">
            <a:extLst xmlns:a="http://schemas.openxmlformats.org/drawingml/2006/main">
              <a:ext uri="{FF2B5EF4-FFF2-40B4-BE49-F238E27FC236}">
                <a16:creationId xmlns:a16="http://schemas.microsoft.com/office/drawing/2014/main" id="{E2D7A5F5-2615-47EB-B043-D7156AF30DC8}"/>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Starter</a:t>
            </a:r>
          </a:p>
        </p:txBody>
      </p:sp>
      <p:sp>
        <p:nvSpPr>
          <p:cNvPr id="17" name="">
            <a:extLst xmlns:a="http://schemas.openxmlformats.org/drawingml/2006/main">
              <a:ext uri="{FF2B5EF4-FFF2-40B4-BE49-F238E27FC236}">
                <a16:creationId xmlns:a16="http://schemas.microsoft.com/office/drawing/2014/main" id="{B2F08406-8469-4B3D-9916-6BC1A822D1FF}"/>
              </a:ext>
            </a:extLst>
          </p:cNvPr>
          <p:cNvSpPr>
            <a:spLocks xmlns:a="http://schemas.openxmlformats.org/drawingml/2006/main" noGrp="1"/>
          </p:cNvSpPr>
          <p:nvPr/>
        </p:nvSpPr>
        <p:spPr>
          <a:xfrm xmlns:a="http://schemas.openxmlformats.org/drawingml/2006/main">
            <a:off x="171450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6AF673AC-2DC7-4F91-8817-A5A49F173EED}"/>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9" name="">
            <a:extLst xmlns:a="http://schemas.openxmlformats.org/drawingml/2006/main">
              <a:ext uri="{FF2B5EF4-FFF2-40B4-BE49-F238E27FC236}">
                <a16:creationId xmlns:a16="http://schemas.microsoft.com/office/drawing/2014/main" id="{6B88C2A4-B386-41CC-BC2D-ABCADE63C4E2}"/>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0" name="">
            <a:extLst xmlns:a="http://schemas.openxmlformats.org/drawingml/2006/main">
              <a:ext uri="{FF2B5EF4-FFF2-40B4-BE49-F238E27FC236}">
                <a16:creationId xmlns:a16="http://schemas.microsoft.com/office/drawing/2014/main" id="{4A76C6B6-7F74-48FA-B7A0-4BE8BBF2A3D2}"/>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1" name="">
            <a:extLst xmlns:a="http://schemas.openxmlformats.org/drawingml/2006/main">
              <a:ext uri="{FF2B5EF4-FFF2-40B4-BE49-F238E27FC236}">
                <a16:creationId xmlns:a16="http://schemas.microsoft.com/office/drawing/2014/main" id="{C164BC54-4418-4B75-BC83-D5868F1B2C3F}"/>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2" name="">
            <a:extLst xmlns:a="http://schemas.openxmlformats.org/drawingml/2006/main">
              <a:ext uri="{FF2B5EF4-FFF2-40B4-BE49-F238E27FC236}">
                <a16:creationId xmlns:a16="http://schemas.microsoft.com/office/drawing/2014/main" id="{1EE4F7F5-90D2-4A0E-8615-5D62586A8313}"/>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3" name="">
            <a:extLst xmlns:a="http://schemas.openxmlformats.org/drawingml/2006/main">
              <a:ext uri="{FF2B5EF4-FFF2-40B4-BE49-F238E27FC236}">
                <a16:creationId xmlns:a16="http://schemas.microsoft.com/office/drawing/2014/main" id="{057D1F2C-3E2A-455E-A09B-B783683A5634}"/>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4" name="">
            <a:extLst xmlns:a="http://schemas.openxmlformats.org/drawingml/2006/main">
              <a:ext uri="{FF2B5EF4-FFF2-40B4-BE49-F238E27FC236}">
                <a16:creationId xmlns:a16="http://schemas.microsoft.com/office/drawing/2014/main" id="{4E2343C8-C09E-4C4A-85DE-5928C7E860F2}"/>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5" name="">
            <a:extLst xmlns:a="http://schemas.openxmlformats.org/drawingml/2006/main">
              <a:ext uri="{FF2B5EF4-FFF2-40B4-BE49-F238E27FC236}">
                <a16:creationId xmlns:a16="http://schemas.microsoft.com/office/drawing/2014/main" id="{1584C48E-6DAB-4666-A6B9-32749BAD352F}"/>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2 / 8</a:t>
            </a:r>
          </a:p>
        </p:txBody>
      </p:sp>
    </p:spTree>
    <p:extLst>
      <p:ext uri="{BB962C8B-B14F-4D97-AF65-F5344CB8AC3E}">
        <p14:creationId xmlns:p14="http://schemas.microsoft.com/office/powerpoint/2010/main" val="1617017483"/>
      </p:ext>
    </p:extLst>
  </p:cSld>
</p:sld>
</file>

<file path=ppt/slides/slide3.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BFF2C613-5B93-4BA0-82CC-F9FA211B6DB8}"/>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F295248C-A825-4118-BF69-1BCB588BCCE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6-11 minutes</a:t>
            </a:r>
          </a:p>
        </p:txBody>
      </p:sp>
      <p:sp>
        <p:nvSpPr>
          <p:cNvPr id="3" name="">
            <a:extLst xmlns:a="http://schemas.openxmlformats.org/drawingml/2006/main">
              <a:ext uri="{FF2B5EF4-FFF2-40B4-BE49-F238E27FC236}">
                <a16:creationId xmlns:a16="http://schemas.microsoft.com/office/drawing/2014/main" id="{D5583B57-C650-4FF4-BE22-9BA8645C2A88}"/>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wall rule</a:t>
            </a:r>
          </a:p>
        </p:txBody>
      </p:sp>
      <p:sp>
        <p:nvSpPr>
          <p:cNvPr id="4" name="">
            <a:extLst xmlns:a="http://schemas.openxmlformats.org/drawingml/2006/main">
              <a:ext uri="{FF2B5EF4-FFF2-40B4-BE49-F238E27FC236}">
                <a16:creationId xmlns:a16="http://schemas.microsoft.com/office/drawing/2014/main" id="{5B65D2B7-26DA-4222-98DC-577CE28F659A}"/>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Keep checking while the game runs.</a:t>
            </a:r>
          </a:p>
        </p:txBody>
      </p:sp>
      <p:sp>
        <p:nvSpPr>
          <p:cNvPr id="5" name="">
            <a:extLst xmlns:a="http://schemas.openxmlformats.org/drawingml/2006/main">
              <a:ext uri="{FF2B5EF4-FFF2-40B4-BE49-F238E27FC236}">
                <a16:creationId xmlns:a16="http://schemas.microsoft.com/office/drawing/2014/main" id="{9CF81F92-16B3-4553-BC8B-BE1DA37E3C38}"/>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Ask: touching Maze?</a:t>
            </a:r>
          </a:p>
        </p:txBody>
      </p:sp>
      <p:sp>
        <p:nvSpPr>
          <p:cNvPr id="6" name="">
            <a:extLst xmlns:a="http://schemas.openxmlformats.org/drawingml/2006/main">
              <a:ext uri="{FF2B5EF4-FFF2-40B4-BE49-F238E27FC236}">
                <a16:creationId xmlns:a16="http://schemas.microsoft.com/office/drawing/2014/main" id="{948267D3-AD52-4188-B129-802AE0BF8862}"/>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If true, go to the safe start.</a:t>
            </a:r>
          </a:p>
        </p:txBody>
      </p:sp>
      <p:sp>
        <p:nvSpPr>
          <p:cNvPr id="7" name="">
            <a:extLst xmlns:a="http://schemas.openxmlformats.org/drawingml/2006/main">
              <a:ext uri="{FF2B5EF4-FFF2-40B4-BE49-F238E27FC236}">
                <a16:creationId xmlns:a16="http://schemas.microsoft.com/office/drawing/2014/main" id="{58ED6973-3B8C-4E65-9574-0176518C63CE}"/>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A204FA58-51AC-4B8A-8A30-2656AE56DC1C}"/>
              </a:ext>
            </a:extLst>
          </p:cNvPr>
          <p:cNvSpPr>
            <a:spLocks xmlns:a="http://schemas.openxmlformats.org/drawingml/2006/main" noGrp="1"/>
          </p:cNvSpPr>
          <p:nvPr/>
        </p:nvSpPr>
        <p:spPr>
          <a:xfrm xmlns:a="http://schemas.openxmlformats.org/drawingml/2006/main">
            <a:off x="6686550" y="232410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E25"/>
                </a:solidFill>
                <a:latin typeface="DejaVu Sans"/>
                <a:ea typeface="DejaVu Sans"/>
                <a:cs typeface="DejaVu Sans"/>
              </a:defRPr>
            </a:pPr>
            <a:r>
              <a:rPr sz="172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2537E039-E29A-4B3F-8228-CCA711886FE6}"/>
              </a:ext>
            </a:extLst>
          </p:cNvPr>
          <p:cNvSpPr>
            <a:spLocks xmlns:a="http://schemas.openxmlformats.org/drawingml/2006/main" noGrp="1"/>
          </p:cNvSpPr>
          <p:nvPr/>
        </p:nvSpPr>
        <p:spPr>
          <a:xfrm xmlns:a="http://schemas.openxmlformats.org/drawingml/2006/main">
            <a:off x="6572250" y="2819400"/>
            <a:ext cx="5010150"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5D94804B-6DF9-446D-B4E2-C45452A1B2D6}"/>
              </a:ext>
            </a:extLst>
          </p:cNvPr>
          <p:cNvSpPr>
            <a:spLocks xmlns:a="http://schemas.openxmlformats.org/drawingml/2006/main" noGrp="1"/>
          </p:cNvSpPr>
          <p:nvPr/>
        </p:nvSpPr>
        <p:spPr>
          <a:xfrm xmlns:a="http://schemas.openxmlformats.org/drawingml/2006/main">
            <a:off x="6686550" y="2886075"/>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forever</a:t>
            </a:r>
          </a:p>
        </p:txBody>
      </p:sp>
      <p:sp>
        <p:nvSpPr>
          <p:cNvPr id="11" name="">
            <a:extLst xmlns:a="http://schemas.openxmlformats.org/drawingml/2006/main">
              <a:ext uri="{FF2B5EF4-FFF2-40B4-BE49-F238E27FC236}">
                <a16:creationId xmlns:a16="http://schemas.microsoft.com/office/drawing/2014/main" id="{704D9ADB-FDCE-4732-8864-8C137C66EF93}"/>
              </a:ext>
            </a:extLst>
          </p:cNvPr>
          <p:cNvSpPr>
            <a:spLocks xmlns:a="http://schemas.openxmlformats.org/drawingml/2006/main" noGrp="1"/>
          </p:cNvSpPr>
          <p:nvPr/>
        </p:nvSpPr>
        <p:spPr>
          <a:xfrm xmlns:a="http://schemas.openxmlformats.org/drawingml/2006/main">
            <a:off x="6810375" y="3381375"/>
            <a:ext cx="4772025"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2203226F-B50B-4A19-B93D-F72B8DFCB96C}"/>
              </a:ext>
            </a:extLst>
          </p:cNvPr>
          <p:cNvSpPr>
            <a:spLocks xmlns:a="http://schemas.openxmlformats.org/drawingml/2006/main" noGrp="1"/>
          </p:cNvSpPr>
          <p:nvPr/>
        </p:nvSpPr>
        <p:spPr>
          <a:xfrm xmlns:a="http://schemas.openxmlformats.org/drawingml/2006/main">
            <a:off x="6924675" y="3448050"/>
            <a:ext cx="4543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if &lt;touching Maze?&gt; then</a:t>
            </a:r>
          </a:p>
        </p:txBody>
      </p:sp>
      <p:sp>
        <p:nvSpPr>
          <p:cNvPr id="13" name="">
            <a:extLst xmlns:a="http://schemas.openxmlformats.org/drawingml/2006/main">
              <a:ext uri="{FF2B5EF4-FFF2-40B4-BE49-F238E27FC236}">
                <a16:creationId xmlns:a16="http://schemas.microsoft.com/office/drawing/2014/main" id="{79720A4B-C7AC-4967-B96A-107D542DF0AF}"/>
              </a:ext>
            </a:extLst>
          </p:cNvPr>
          <p:cNvSpPr>
            <a:spLocks xmlns:a="http://schemas.openxmlformats.org/drawingml/2006/main" noGrp="1"/>
          </p:cNvSpPr>
          <p:nvPr/>
        </p:nvSpPr>
        <p:spPr>
          <a:xfrm xmlns:a="http://schemas.openxmlformats.org/drawingml/2006/main">
            <a:off x="7048500" y="3943350"/>
            <a:ext cx="4533900" cy="5334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39A51F5-B3B3-48AA-8311-9ED4A001757D}"/>
              </a:ext>
            </a:extLst>
          </p:cNvPr>
          <p:cNvSpPr>
            <a:spLocks xmlns:a="http://schemas.openxmlformats.org/drawingml/2006/main" noGrp="1"/>
          </p:cNvSpPr>
          <p:nvPr/>
        </p:nvSpPr>
        <p:spPr>
          <a:xfrm xmlns:a="http://schemas.openxmlformats.org/drawingml/2006/main">
            <a:off x="7162800" y="4010025"/>
            <a:ext cx="4305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go to x: start x  y: start y</a:t>
            </a:r>
          </a:p>
        </p:txBody>
      </p:sp>
      <p:sp>
        <p:nvSpPr>
          <p:cNvPr id="15" name="">
            <a:extLst xmlns:a="http://schemas.openxmlformats.org/drawingml/2006/main">
              <a:ext uri="{FF2B5EF4-FFF2-40B4-BE49-F238E27FC236}">
                <a16:creationId xmlns:a16="http://schemas.microsoft.com/office/drawing/2014/main" id="{E7369951-D8C2-4338-97CC-53BF04DEEF2E}"/>
              </a:ext>
            </a:extLst>
          </p:cNvPr>
          <p:cNvSpPr>
            <a:spLocks xmlns:a="http://schemas.openxmlformats.org/drawingml/2006/main" noGrp="1"/>
          </p:cNvSpPr>
          <p:nvPr/>
        </p:nvSpPr>
        <p:spPr>
          <a:xfrm xmlns:a="http://schemas.openxmlformats.org/drawingml/2006/main">
            <a:off x="6572250" y="5057775"/>
            <a:ext cx="5010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5D"/>
                </a:solidFill>
                <a:latin typeface="DejaVu Sans"/>
                <a:ea typeface="DejaVu Sans"/>
                <a:cs typeface="DejaVu Sans"/>
              </a:defRPr>
            </a:pPr>
            <a:r>
              <a:rPr sz="1875" b="0">
                <a:solidFill>
                  <a:srgbClr val="536A5D"/>
                </a:solidFill>
                <a:latin typeface="DejaVu Sans"/>
                <a:ea typeface="DejaVu Sans"/>
                <a:cs typeface="DejaVu Sans"/>
              </a:rPr>
              <a:t>Indenting shows which blocks fit inside.</a:t>
            </a:r>
          </a:p>
        </p:txBody>
      </p:sp>
      <p:sp>
        <p:nvSpPr>
          <p:cNvPr id="16" name="">
            <a:extLst xmlns:a="http://schemas.openxmlformats.org/drawingml/2006/main">
              <a:ext uri="{FF2B5EF4-FFF2-40B4-BE49-F238E27FC236}">
                <a16:creationId xmlns:a16="http://schemas.microsoft.com/office/drawing/2014/main" id="{7B79B513-4736-444B-82EC-F70E4433CD57}"/>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2A35FC7C-4B85-4945-81BB-C96FE63499B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8" name="">
            <a:extLst xmlns:a="http://schemas.openxmlformats.org/drawingml/2006/main">
              <a:ext uri="{FF2B5EF4-FFF2-40B4-BE49-F238E27FC236}">
                <a16:creationId xmlns:a16="http://schemas.microsoft.com/office/drawing/2014/main" id="{EF73E8A2-09AB-4BD8-96A9-C4A6CE698372}"/>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9" name="">
            <a:extLst xmlns:a="http://schemas.openxmlformats.org/drawingml/2006/main">
              <a:ext uri="{FF2B5EF4-FFF2-40B4-BE49-F238E27FC236}">
                <a16:creationId xmlns:a16="http://schemas.microsoft.com/office/drawing/2014/main" id="{1C44393F-3D2B-42B0-90D3-8E58BA8321B1}"/>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a:t>
            </a:r>
          </a:p>
        </p:txBody>
      </p:sp>
      <p:sp>
        <p:nvSpPr>
          <p:cNvPr id="20" name="">
            <a:extLst xmlns:a="http://schemas.openxmlformats.org/drawingml/2006/main">
              <a:ext uri="{FF2B5EF4-FFF2-40B4-BE49-F238E27FC236}">
                <a16:creationId xmlns:a16="http://schemas.microsoft.com/office/drawing/2014/main" id="{C6538643-E2F7-48E0-94E7-34C5545D6193}"/>
              </a:ext>
            </a:extLst>
          </p:cNvPr>
          <p:cNvSpPr>
            <a:spLocks xmlns:a="http://schemas.openxmlformats.org/drawingml/2006/main" noGrp="1"/>
          </p:cNvSpPr>
          <p:nvPr/>
        </p:nvSpPr>
        <p:spPr>
          <a:xfrm xmlns:a="http://schemas.openxmlformats.org/drawingml/2006/main">
            <a:off x="2819400" y="6457950"/>
            <a:ext cx="742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1" name="">
            <a:extLst xmlns:a="http://schemas.openxmlformats.org/drawingml/2006/main">
              <a:ext uri="{FF2B5EF4-FFF2-40B4-BE49-F238E27FC236}">
                <a16:creationId xmlns:a16="http://schemas.microsoft.com/office/drawing/2014/main" id="{B7190E3E-5F72-416D-A644-0F392A59DF9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2" name="">
            <a:extLst xmlns:a="http://schemas.openxmlformats.org/drawingml/2006/main">
              <a:ext uri="{FF2B5EF4-FFF2-40B4-BE49-F238E27FC236}">
                <a16:creationId xmlns:a16="http://schemas.microsoft.com/office/drawing/2014/main" id="{2759AE86-136A-4260-9167-4D1F69D9B0C7}"/>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3" name="">
            <a:extLst xmlns:a="http://schemas.openxmlformats.org/drawingml/2006/main">
              <a:ext uri="{FF2B5EF4-FFF2-40B4-BE49-F238E27FC236}">
                <a16:creationId xmlns:a16="http://schemas.microsoft.com/office/drawing/2014/main" id="{0FA8B2AD-449F-4668-BA4A-7E80CA149756}"/>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4" name="">
            <a:extLst xmlns:a="http://schemas.openxmlformats.org/drawingml/2006/main">
              <a:ext uri="{FF2B5EF4-FFF2-40B4-BE49-F238E27FC236}">
                <a16:creationId xmlns:a16="http://schemas.microsoft.com/office/drawing/2014/main" id="{C72B0050-E017-486F-8FC7-1B289FF9EE18}"/>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5" name="">
            <a:extLst xmlns:a="http://schemas.openxmlformats.org/drawingml/2006/main">
              <a:ext uri="{FF2B5EF4-FFF2-40B4-BE49-F238E27FC236}">
                <a16:creationId xmlns:a16="http://schemas.microsoft.com/office/drawing/2014/main" id="{41EE36BB-6B32-49D5-9985-95F801CA7D92}"/>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6" name="">
            <a:extLst xmlns:a="http://schemas.openxmlformats.org/drawingml/2006/main">
              <a:ext uri="{FF2B5EF4-FFF2-40B4-BE49-F238E27FC236}">
                <a16:creationId xmlns:a16="http://schemas.microsoft.com/office/drawing/2014/main" id="{C8D15F70-C4FE-43CE-9A69-5DF74C2A8CDA}"/>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7" name="">
            <a:extLst xmlns:a="http://schemas.openxmlformats.org/drawingml/2006/main">
              <a:ext uri="{FF2B5EF4-FFF2-40B4-BE49-F238E27FC236}">
                <a16:creationId xmlns:a16="http://schemas.microsoft.com/office/drawing/2014/main" id="{AF9C82FD-AD1A-4C58-B097-64E2703005FC}"/>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3 / 8</a:t>
            </a:r>
          </a:p>
        </p:txBody>
      </p:sp>
    </p:spTree>
    <p:extLst>
      <p:ext uri="{BB962C8B-B14F-4D97-AF65-F5344CB8AC3E}">
        <p14:creationId xmlns:p14="http://schemas.microsoft.com/office/powerpoint/2010/main" val="879296169"/>
      </p:ext>
    </p:extLst>
  </p:cSld>
</p:sld>
</file>

<file path=ppt/slides/slide4.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DE705284-B39A-41D3-AE8C-26FA0306E21A}"/>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4C483EBC-D3F7-4DC7-83F1-0BC5883DB77B}"/>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11-18 minutes</a:t>
            </a:r>
          </a:p>
        </p:txBody>
      </p:sp>
      <p:sp>
        <p:nvSpPr>
          <p:cNvPr id="3" name="">
            <a:extLst xmlns:a="http://schemas.openxmlformats.org/drawingml/2006/main">
              <a:ext uri="{FF2B5EF4-FFF2-40B4-BE49-F238E27FC236}">
                <a16:creationId xmlns:a16="http://schemas.microsoft.com/office/drawing/2014/main" id="{B2DE0ED9-C85C-435C-9ED5-EBEFEA8A92F7}"/>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test with contact</a:t>
            </a:r>
          </a:p>
        </p:txBody>
      </p:sp>
      <p:sp>
        <p:nvSpPr>
          <p:cNvPr id="4" name="">
            <a:extLst xmlns:a="http://schemas.openxmlformats.org/drawingml/2006/main">
              <a:ext uri="{FF2B5EF4-FFF2-40B4-BE49-F238E27FC236}">
                <a16:creationId xmlns:a16="http://schemas.microsoft.com/office/drawing/2014/main" id="{B18BD8D8-A9F9-4AA5-AC70-0DEF0AA69CBB}"/>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Predict the result in clear space.</a:t>
            </a:r>
          </a:p>
        </p:txBody>
      </p:sp>
      <p:sp>
        <p:nvSpPr>
          <p:cNvPr id="5" name="">
            <a:extLst xmlns:a="http://schemas.openxmlformats.org/drawingml/2006/main">
              <a:ext uri="{FF2B5EF4-FFF2-40B4-BE49-F238E27FC236}">
                <a16:creationId xmlns:a16="http://schemas.microsoft.com/office/drawing/2014/main" id="{16EC3BC0-DEC6-4DC4-927C-1C00A95980C0}"/>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Test one wall, then a different wall.</a:t>
            </a:r>
          </a:p>
        </p:txBody>
      </p:sp>
      <p:sp>
        <p:nvSpPr>
          <p:cNvPr id="6" name="">
            <a:extLst xmlns:a="http://schemas.openxmlformats.org/drawingml/2006/main">
              <a:ext uri="{FF2B5EF4-FFF2-40B4-BE49-F238E27FC236}">
                <a16:creationId xmlns:a16="http://schemas.microsoft.com/office/drawing/2014/main" id="{E79D17F9-5608-4D95-AE8B-AD5271E8B794}"/>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Compare one check with repeated checks.</a:t>
            </a:r>
          </a:p>
        </p:txBody>
      </p:sp>
      <p:sp>
        <p:nvSpPr>
          <p:cNvPr id="7" name="">
            <a:extLst xmlns:a="http://schemas.openxmlformats.org/drawingml/2006/main">
              <a:ext uri="{FF2B5EF4-FFF2-40B4-BE49-F238E27FC236}">
                <a16:creationId xmlns:a16="http://schemas.microsoft.com/office/drawing/2014/main" id="{6D868184-0725-46D2-8F71-6C80C887420B}"/>
              </a:ext>
            </a:extLst>
          </p:cNvPr>
          <p:cNvSpPr>
            <a:spLocks xmlns:a="http://schemas.openxmlformats.org/drawingml/2006/main" noGrp="1"/>
          </p:cNvSpPr>
          <p:nvPr/>
        </p:nvSpPr>
        <p:spPr>
          <a:xfrm xmlns:a="http://schemas.openxmlformats.org/drawingml/2006/main">
            <a:off x="6572250" y="2333625"/>
            <a:ext cx="5010150" cy="542925"/>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57ACE3D0-0403-4C9E-A5BD-A89444596A3A}"/>
              </a:ext>
            </a:extLst>
          </p:cNvPr>
          <p:cNvSpPr>
            <a:spLocks xmlns:a="http://schemas.openxmlformats.org/drawingml/2006/main" noGrp="1"/>
          </p:cNvSpPr>
          <p:nvPr/>
        </p:nvSpPr>
        <p:spPr>
          <a:xfrm xmlns:a="http://schemas.openxmlformats.org/drawingml/2006/main">
            <a:off x="6686550" y="2400300"/>
            <a:ext cx="478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42E25"/>
                </a:solidFill>
                <a:latin typeface="DejaVu Sans"/>
                <a:ea typeface="DejaVu Sans"/>
                <a:cs typeface="DejaVu Sans"/>
              </a:defRPr>
            </a:pPr>
            <a:r>
              <a:rPr sz="1800"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3D3F31BC-A211-450F-A1C3-41727E1479BC}"/>
              </a:ext>
            </a:extLst>
          </p:cNvPr>
          <p:cNvSpPr>
            <a:spLocks xmlns:a="http://schemas.openxmlformats.org/drawingml/2006/main" noGrp="1"/>
          </p:cNvSpPr>
          <p:nvPr/>
        </p:nvSpPr>
        <p:spPr>
          <a:xfrm xmlns:a="http://schemas.openxmlformats.org/drawingml/2006/main">
            <a:off x="6572250" y="2905125"/>
            <a:ext cx="5010150" cy="542925"/>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DB5C296A-6CBF-409C-8EE6-F62C66192F5B}"/>
              </a:ext>
            </a:extLst>
          </p:cNvPr>
          <p:cNvSpPr>
            <a:spLocks xmlns:a="http://schemas.openxmlformats.org/drawingml/2006/main" noGrp="1"/>
          </p:cNvSpPr>
          <p:nvPr/>
        </p:nvSpPr>
        <p:spPr>
          <a:xfrm xmlns:a="http://schemas.openxmlformats.org/drawingml/2006/main">
            <a:off x="6686550" y="2971800"/>
            <a:ext cx="47815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forever</a:t>
            </a:r>
          </a:p>
        </p:txBody>
      </p:sp>
      <p:sp>
        <p:nvSpPr>
          <p:cNvPr id="11" name="">
            <a:extLst xmlns:a="http://schemas.openxmlformats.org/drawingml/2006/main">
              <a:ext uri="{FF2B5EF4-FFF2-40B4-BE49-F238E27FC236}">
                <a16:creationId xmlns:a16="http://schemas.microsoft.com/office/drawing/2014/main" id="{EB1256A4-A575-480F-A0D7-CC5372EE41FE}"/>
              </a:ext>
            </a:extLst>
          </p:cNvPr>
          <p:cNvSpPr>
            <a:spLocks xmlns:a="http://schemas.openxmlformats.org/drawingml/2006/main" noGrp="1"/>
          </p:cNvSpPr>
          <p:nvPr/>
        </p:nvSpPr>
        <p:spPr>
          <a:xfrm xmlns:a="http://schemas.openxmlformats.org/drawingml/2006/main">
            <a:off x="6810375" y="3476625"/>
            <a:ext cx="4772025" cy="542925"/>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90DA08F6-84E9-4ABE-BAED-8B53AB8E4FD5}"/>
              </a:ext>
            </a:extLst>
          </p:cNvPr>
          <p:cNvSpPr>
            <a:spLocks xmlns:a="http://schemas.openxmlformats.org/drawingml/2006/main" noGrp="1"/>
          </p:cNvSpPr>
          <p:nvPr/>
        </p:nvSpPr>
        <p:spPr>
          <a:xfrm xmlns:a="http://schemas.openxmlformats.org/drawingml/2006/main">
            <a:off x="6924675" y="3543300"/>
            <a:ext cx="454342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if &lt;touching Maze?&gt; then</a:t>
            </a:r>
          </a:p>
        </p:txBody>
      </p:sp>
      <p:sp>
        <p:nvSpPr>
          <p:cNvPr id="13" name="">
            <a:extLst xmlns:a="http://schemas.openxmlformats.org/drawingml/2006/main">
              <a:ext uri="{FF2B5EF4-FFF2-40B4-BE49-F238E27FC236}">
                <a16:creationId xmlns:a16="http://schemas.microsoft.com/office/drawing/2014/main" id="{404E9F93-A4FF-4E9D-B509-EBFE995F2AFB}"/>
              </a:ext>
            </a:extLst>
          </p:cNvPr>
          <p:cNvSpPr>
            <a:spLocks xmlns:a="http://schemas.openxmlformats.org/drawingml/2006/main" noGrp="1"/>
          </p:cNvSpPr>
          <p:nvPr/>
        </p:nvSpPr>
        <p:spPr>
          <a:xfrm xmlns:a="http://schemas.openxmlformats.org/drawingml/2006/main">
            <a:off x="7048500" y="4048125"/>
            <a:ext cx="4533900" cy="542925"/>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F25CEA58-A750-4000-B5B3-277BC63101F3}"/>
              </a:ext>
            </a:extLst>
          </p:cNvPr>
          <p:cNvSpPr>
            <a:spLocks xmlns:a="http://schemas.openxmlformats.org/drawingml/2006/main" noGrp="1"/>
          </p:cNvSpPr>
          <p:nvPr/>
        </p:nvSpPr>
        <p:spPr>
          <a:xfrm xmlns:a="http://schemas.openxmlformats.org/drawingml/2006/main">
            <a:off x="7162800" y="4114800"/>
            <a:ext cx="43053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FFFFFF"/>
                </a:solidFill>
                <a:latin typeface="DejaVu Sans"/>
                <a:ea typeface="DejaVu Sans"/>
                <a:cs typeface="DejaVu Sans"/>
              </a:defRPr>
            </a:pPr>
            <a:r>
              <a:rPr sz="1800" b="1">
                <a:solidFill>
                  <a:srgbClr val="FFFFFF"/>
                </a:solidFill>
                <a:latin typeface="DejaVu Sans"/>
                <a:ea typeface="DejaVu Sans"/>
                <a:cs typeface="DejaVu Sans"/>
              </a:rPr>
              <a:t>go to x: start x  y: start y</a:t>
            </a:r>
          </a:p>
        </p:txBody>
      </p:sp>
      <p:sp>
        <p:nvSpPr>
          <p:cNvPr id="15" name="">
            <a:extLst xmlns:a="http://schemas.openxmlformats.org/drawingml/2006/main">
              <a:ext uri="{FF2B5EF4-FFF2-40B4-BE49-F238E27FC236}">
                <a16:creationId xmlns:a16="http://schemas.microsoft.com/office/drawing/2014/main" id="{746C7D93-732E-4D9C-A76A-F4EB8DCEF809}"/>
              </a:ext>
            </a:extLst>
          </p:cNvPr>
          <p:cNvSpPr>
            <a:spLocks xmlns:a="http://schemas.openxmlformats.org/drawingml/2006/main" noGrp="1"/>
          </p:cNvSpPr>
          <p:nvPr/>
        </p:nvSpPr>
        <p:spPr>
          <a:xfrm xmlns:a="http://schemas.openxmlformats.org/drawingml/2006/main">
            <a:off x="6572250" y="5286375"/>
            <a:ext cx="50101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9624A"/>
                </a:solidFill>
                <a:latin typeface="DejaVu Sans"/>
                <a:ea typeface="DejaVu Sans"/>
                <a:cs typeface="DejaVu Sans"/>
              </a:defRPr>
            </a:pPr>
            <a:r>
              <a:rPr sz="2025" b="1">
                <a:solidFill>
                  <a:srgbClr val="19624A"/>
                </a:solidFill>
                <a:latin typeface="DejaVu Sans"/>
                <a:ea typeface="DejaVu Sans"/>
                <a:cs typeface="DejaVu Sans"/>
              </a:rPr>
              <a:t>Clear space, wall 1, wall 2</a:t>
            </a:r>
          </a:p>
        </p:txBody>
      </p:sp>
      <p:sp>
        <p:nvSpPr>
          <p:cNvPr id="16" name="">
            <a:extLst xmlns:a="http://schemas.openxmlformats.org/drawingml/2006/main">
              <a:ext uri="{FF2B5EF4-FFF2-40B4-BE49-F238E27FC236}">
                <a16:creationId xmlns:a16="http://schemas.microsoft.com/office/drawing/2014/main" id="{9E56ADBF-578D-4DBA-AFC1-306D9B426676}"/>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CC0B641-286F-47AF-B23E-2FA8DA776636}"/>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8" name="">
            <a:extLst xmlns:a="http://schemas.openxmlformats.org/drawingml/2006/main">
              <a:ext uri="{FF2B5EF4-FFF2-40B4-BE49-F238E27FC236}">
                <a16:creationId xmlns:a16="http://schemas.microsoft.com/office/drawing/2014/main" id="{C23481E3-9C91-4B6C-AFE3-8756CF14C1DC}"/>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9" name="">
            <a:extLst xmlns:a="http://schemas.openxmlformats.org/drawingml/2006/main">
              <a:ext uri="{FF2B5EF4-FFF2-40B4-BE49-F238E27FC236}">
                <a16:creationId xmlns:a16="http://schemas.microsoft.com/office/drawing/2014/main" id="{8DABA6F7-BD78-4C60-A759-905B95DACA4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0" name="">
            <a:extLst xmlns:a="http://schemas.openxmlformats.org/drawingml/2006/main">
              <a:ext uri="{FF2B5EF4-FFF2-40B4-BE49-F238E27FC236}">
                <a16:creationId xmlns:a16="http://schemas.microsoft.com/office/drawing/2014/main" id="{7AEE824C-7D3B-4D49-A875-A15556754A9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a:t>
            </a:r>
          </a:p>
        </p:txBody>
      </p:sp>
      <p:sp>
        <p:nvSpPr>
          <p:cNvPr id="21" name="">
            <a:extLst xmlns:a="http://schemas.openxmlformats.org/drawingml/2006/main">
              <a:ext uri="{FF2B5EF4-FFF2-40B4-BE49-F238E27FC236}">
                <a16:creationId xmlns:a16="http://schemas.microsoft.com/office/drawing/2014/main" id="{6D51149D-CADF-4B9E-BD8F-69AE3654984C}"/>
              </a:ext>
            </a:extLst>
          </p:cNvPr>
          <p:cNvSpPr>
            <a:spLocks xmlns:a="http://schemas.openxmlformats.org/drawingml/2006/main" noGrp="1"/>
          </p:cNvSpPr>
          <p:nvPr/>
        </p:nvSpPr>
        <p:spPr>
          <a:xfrm xmlns:a="http://schemas.openxmlformats.org/drawingml/2006/main">
            <a:off x="3829050" y="6457950"/>
            <a:ext cx="838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2" name="">
            <a:extLst xmlns:a="http://schemas.openxmlformats.org/drawingml/2006/main">
              <a:ext uri="{FF2B5EF4-FFF2-40B4-BE49-F238E27FC236}">
                <a16:creationId xmlns:a16="http://schemas.microsoft.com/office/drawing/2014/main" id="{9F45058A-FE55-4C6D-AC51-76725EBCCA2D}"/>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3" name="">
            <a:extLst xmlns:a="http://schemas.openxmlformats.org/drawingml/2006/main">
              <a:ext uri="{FF2B5EF4-FFF2-40B4-BE49-F238E27FC236}">
                <a16:creationId xmlns:a16="http://schemas.microsoft.com/office/drawing/2014/main" id="{96EC8FD8-5785-4AD9-AE99-CB78FD08E99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4" name="">
            <a:extLst xmlns:a="http://schemas.openxmlformats.org/drawingml/2006/main">
              <a:ext uri="{FF2B5EF4-FFF2-40B4-BE49-F238E27FC236}">
                <a16:creationId xmlns:a16="http://schemas.microsoft.com/office/drawing/2014/main" id="{2AF5553B-F80A-42EA-808A-6BAEEA326B3D}"/>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5" name="">
            <a:extLst xmlns:a="http://schemas.openxmlformats.org/drawingml/2006/main">
              <a:ext uri="{FF2B5EF4-FFF2-40B4-BE49-F238E27FC236}">
                <a16:creationId xmlns:a16="http://schemas.microsoft.com/office/drawing/2014/main" id="{99989B60-2822-47D2-9544-0344481CD5B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6" name="">
            <a:extLst xmlns:a="http://schemas.openxmlformats.org/drawingml/2006/main">
              <a:ext uri="{FF2B5EF4-FFF2-40B4-BE49-F238E27FC236}">
                <a16:creationId xmlns:a16="http://schemas.microsoft.com/office/drawing/2014/main" id="{39C2B3B5-AA7B-4AF7-B723-08909A8F2800}"/>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7" name="">
            <a:extLst xmlns:a="http://schemas.openxmlformats.org/drawingml/2006/main">
              <a:ext uri="{FF2B5EF4-FFF2-40B4-BE49-F238E27FC236}">
                <a16:creationId xmlns:a16="http://schemas.microsoft.com/office/drawing/2014/main" id="{47EFAFCC-7BED-4D97-9359-B46274F931F2}"/>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4 / 8</a:t>
            </a:r>
          </a:p>
        </p:txBody>
      </p:sp>
    </p:spTree>
    <p:extLst>
      <p:ext uri="{BB962C8B-B14F-4D97-AF65-F5344CB8AC3E}">
        <p14:creationId xmlns:p14="http://schemas.microsoft.com/office/powerpoint/2010/main" val="1791686780"/>
      </p:ext>
    </p:extLst>
  </p:cSld>
</p:sld>
</file>

<file path=ppt/slides/slide5.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1B19E76D-0258-4D7D-A598-F5001BB05F9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9847BC9C-9110-4323-9069-B46382392380}"/>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 Do 2     18-21 minutes</a:t>
            </a:r>
          </a:p>
        </p:txBody>
      </p:sp>
      <p:sp>
        <p:nvSpPr>
          <p:cNvPr id="3" name="">
            <a:extLst xmlns:a="http://schemas.openxmlformats.org/drawingml/2006/main">
              <a:ext uri="{FF2B5EF4-FFF2-40B4-BE49-F238E27FC236}">
                <a16:creationId xmlns:a16="http://schemas.microsoft.com/office/drawing/2014/main" id="{C8977D06-6E0F-4B25-92D1-A355560577E4}"/>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The blocks fit inside</a:t>
            </a:r>
          </a:p>
        </p:txBody>
      </p:sp>
      <p:sp>
        <p:nvSpPr>
          <p:cNvPr id="4" name="">
            <a:extLst xmlns:a="http://schemas.openxmlformats.org/drawingml/2006/main">
              <a:ext uri="{FF2B5EF4-FFF2-40B4-BE49-F238E27FC236}">
                <a16:creationId xmlns:a16="http://schemas.microsoft.com/office/drawing/2014/main" id="{CCA882D2-74DD-4E8B-A86C-230FE34B6196}"/>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Put if then inside forever.</a:t>
            </a:r>
          </a:p>
        </p:txBody>
      </p:sp>
      <p:sp>
        <p:nvSpPr>
          <p:cNvPr id="5" name="">
            <a:extLst xmlns:a="http://schemas.openxmlformats.org/drawingml/2006/main">
              <a:ext uri="{FF2B5EF4-FFF2-40B4-BE49-F238E27FC236}">
                <a16:creationId xmlns:a16="http://schemas.microsoft.com/office/drawing/2014/main" id="{9CB49DB4-E466-4F22-9CA4-3B2341AA893F}"/>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Put touching Maze? in its question space.</a:t>
            </a:r>
          </a:p>
        </p:txBody>
      </p:sp>
      <p:sp>
        <p:nvSpPr>
          <p:cNvPr id="6" name="">
            <a:extLst xmlns:a="http://schemas.openxmlformats.org/drawingml/2006/main">
              <a:ext uri="{FF2B5EF4-FFF2-40B4-BE49-F238E27FC236}">
                <a16:creationId xmlns:a16="http://schemas.microsoft.com/office/drawing/2014/main" id="{68B8494D-C025-40D7-81D3-DB3DBBA11430}"/>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Put the return action inside if then.</a:t>
            </a:r>
          </a:p>
        </p:txBody>
      </p:sp>
      <p:sp>
        <p:nvSpPr>
          <p:cNvPr id="7" name="">
            <a:extLst xmlns:a="http://schemas.openxmlformats.org/drawingml/2006/main">
              <a:ext uri="{FF2B5EF4-FFF2-40B4-BE49-F238E27FC236}">
                <a16:creationId xmlns:a16="http://schemas.microsoft.com/office/drawing/2014/main" id="{767508F3-F799-41EF-BB9B-D294CF145DD9}"/>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9F865BF0-6A4A-456E-B86E-9CD0E29BBABC}"/>
              </a:ext>
            </a:extLst>
          </p:cNvPr>
          <p:cNvSpPr>
            <a:spLocks xmlns:a="http://schemas.openxmlformats.org/drawingml/2006/main" noGrp="1"/>
          </p:cNvSpPr>
          <p:nvPr/>
        </p:nvSpPr>
        <p:spPr>
          <a:xfrm xmlns:a="http://schemas.openxmlformats.org/drawingml/2006/main">
            <a:off x="6686550" y="232410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E25"/>
                </a:solidFill>
                <a:latin typeface="DejaVu Sans"/>
                <a:ea typeface="DejaVu Sans"/>
                <a:cs typeface="DejaVu Sans"/>
              </a:defRPr>
            </a:pPr>
            <a:r>
              <a:rPr sz="172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9BB15B04-4293-458F-8425-ACE2C2DAAEF3}"/>
              </a:ext>
            </a:extLst>
          </p:cNvPr>
          <p:cNvSpPr>
            <a:spLocks xmlns:a="http://schemas.openxmlformats.org/drawingml/2006/main" noGrp="1"/>
          </p:cNvSpPr>
          <p:nvPr/>
        </p:nvSpPr>
        <p:spPr>
          <a:xfrm xmlns:a="http://schemas.openxmlformats.org/drawingml/2006/main">
            <a:off x="6572250" y="2819400"/>
            <a:ext cx="5010150"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1DF19206-7398-4A66-84D9-B14CF5499E91}"/>
              </a:ext>
            </a:extLst>
          </p:cNvPr>
          <p:cNvSpPr>
            <a:spLocks xmlns:a="http://schemas.openxmlformats.org/drawingml/2006/main" noGrp="1"/>
          </p:cNvSpPr>
          <p:nvPr/>
        </p:nvSpPr>
        <p:spPr>
          <a:xfrm xmlns:a="http://schemas.openxmlformats.org/drawingml/2006/main">
            <a:off x="6686550" y="2886075"/>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forever</a:t>
            </a:r>
          </a:p>
        </p:txBody>
      </p:sp>
      <p:sp>
        <p:nvSpPr>
          <p:cNvPr id="11" name="">
            <a:extLst xmlns:a="http://schemas.openxmlformats.org/drawingml/2006/main">
              <a:ext uri="{FF2B5EF4-FFF2-40B4-BE49-F238E27FC236}">
                <a16:creationId xmlns:a16="http://schemas.microsoft.com/office/drawing/2014/main" id="{B85A81BC-33B1-4C04-BCE8-369293D8EF79}"/>
              </a:ext>
            </a:extLst>
          </p:cNvPr>
          <p:cNvSpPr>
            <a:spLocks xmlns:a="http://schemas.openxmlformats.org/drawingml/2006/main" noGrp="1"/>
          </p:cNvSpPr>
          <p:nvPr/>
        </p:nvSpPr>
        <p:spPr>
          <a:xfrm xmlns:a="http://schemas.openxmlformats.org/drawingml/2006/main">
            <a:off x="6810375" y="3381375"/>
            <a:ext cx="4772025"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6610B7A2-7805-4742-8E10-CAC0900CB5FA}"/>
              </a:ext>
            </a:extLst>
          </p:cNvPr>
          <p:cNvSpPr>
            <a:spLocks xmlns:a="http://schemas.openxmlformats.org/drawingml/2006/main" noGrp="1"/>
          </p:cNvSpPr>
          <p:nvPr/>
        </p:nvSpPr>
        <p:spPr>
          <a:xfrm xmlns:a="http://schemas.openxmlformats.org/drawingml/2006/main">
            <a:off x="6924675" y="3448050"/>
            <a:ext cx="4543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if &lt;touching Maze?&gt; then</a:t>
            </a:r>
          </a:p>
        </p:txBody>
      </p:sp>
      <p:sp>
        <p:nvSpPr>
          <p:cNvPr id="13" name="">
            <a:extLst xmlns:a="http://schemas.openxmlformats.org/drawingml/2006/main">
              <a:ext uri="{FF2B5EF4-FFF2-40B4-BE49-F238E27FC236}">
                <a16:creationId xmlns:a16="http://schemas.microsoft.com/office/drawing/2014/main" id="{28247161-16D0-4482-880D-AC02F29B6799}"/>
              </a:ext>
            </a:extLst>
          </p:cNvPr>
          <p:cNvSpPr>
            <a:spLocks xmlns:a="http://schemas.openxmlformats.org/drawingml/2006/main" noGrp="1"/>
          </p:cNvSpPr>
          <p:nvPr/>
        </p:nvSpPr>
        <p:spPr>
          <a:xfrm xmlns:a="http://schemas.openxmlformats.org/drawingml/2006/main">
            <a:off x="7048500" y="3943350"/>
            <a:ext cx="4533900" cy="5334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BF2F40DB-0BBB-431D-A29D-4DB1903DCABE}"/>
              </a:ext>
            </a:extLst>
          </p:cNvPr>
          <p:cNvSpPr>
            <a:spLocks xmlns:a="http://schemas.openxmlformats.org/drawingml/2006/main" noGrp="1"/>
          </p:cNvSpPr>
          <p:nvPr/>
        </p:nvSpPr>
        <p:spPr>
          <a:xfrm xmlns:a="http://schemas.openxmlformats.org/drawingml/2006/main">
            <a:off x="7162800" y="4010025"/>
            <a:ext cx="4305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go to x: start x  y: start y</a:t>
            </a:r>
          </a:p>
        </p:txBody>
      </p:sp>
      <p:sp>
        <p:nvSpPr>
          <p:cNvPr id="15" name="">
            <a:extLst xmlns:a="http://schemas.openxmlformats.org/drawingml/2006/main">
              <a:ext uri="{FF2B5EF4-FFF2-40B4-BE49-F238E27FC236}">
                <a16:creationId xmlns:a16="http://schemas.microsoft.com/office/drawing/2014/main" id="{C3FAD38A-21D8-4FFA-BDE3-C282463EFFB4}"/>
              </a:ext>
            </a:extLst>
          </p:cNvPr>
          <p:cNvSpPr>
            <a:spLocks xmlns:a="http://schemas.openxmlformats.org/drawingml/2006/main" noGrp="1"/>
          </p:cNvSpPr>
          <p:nvPr/>
        </p:nvSpPr>
        <p:spPr>
          <a:xfrm xmlns:a="http://schemas.openxmlformats.org/drawingml/2006/main">
            <a:off x="6572250" y="5057775"/>
            <a:ext cx="5010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5D"/>
                </a:solidFill>
                <a:latin typeface="DejaVu Sans"/>
                <a:ea typeface="DejaVu Sans"/>
                <a:cs typeface="DejaVu Sans"/>
              </a:defRPr>
            </a:pPr>
            <a:r>
              <a:rPr sz="1875" b="0">
                <a:solidFill>
                  <a:srgbClr val="536A5D"/>
                </a:solidFill>
                <a:latin typeface="DejaVu Sans"/>
                <a:ea typeface="DejaVu Sans"/>
                <a:cs typeface="DejaVu Sans"/>
              </a:rPr>
              <a:t>Indenting shows which blocks fit inside.</a:t>
            </a:r>
          </a:p>
        </p:txBody>
      </p:sp>
      <p:sp>
        <p:nvSpPr>
          <p:cNvPr id="16" name="">
            <a:extLst xmlns:a="http://schemas.openxmlformats.org/drawingml/2006/main">
              <a:ext uri="{FF2B5EF4-FFF2-40B4-BE49-F238E27FC236}">
                <a16:creationId xmlns:a16="http://schemas.microsoft.com/office/drawing/2014/main" id="{D6269E76-74C9-46C8-9233-9F5CB38228DF}"/>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3E633135-A274-4838-A021-115A5B89C6BD}"/>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8" name="">
            <a:extLst xmlns:a="http://schemas.openxmlformats.org/drawingml/2006/main">
              <a:ext uri="{FF2B5EF4-FFF2-40B4-BE49-F238E27FC236}">
                <a16:creationId xmlns:a16="http://schemas.microsoft.com/office/drawing/2014/main" id="{EC84D958-C8C5-4561-8582-6AB22875A7F0}"/>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9" name="">
            <a:extLst xmlns:a="http://schemas.openxmlformats.org/drawingml/2006/main">
              <a:ext uri="{FF2B5EF4-FFF2-40B4-BE49-F238E27FC236}">
                <a16:creationId xmlns:a16="http://schemas.microsoft.com/office/drawing/2014/main" id="{AB8976DF-80E1-43E9-89DE-4DDBD9A833B7}"/>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0" name="">
            <a:extLst xmlns:a="http://schemas.openxmlformats.org/drawingml/2006/main">
              <a:ext uri="{FF2B5EF4-FFF2-40B4-BE49-F238E27FC236}">
                <a16:creationId xmlns:a16="http://schemas.microsoft.com/office/drawing/2014/main" id="{48A1F6AE-EE1B-4079-AE08-BF4D1CF9DCF2}"/>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1" name="">
            <a:extLst xmlns:a="http://schemas.openxmlformats.org/drawingml/2006/main">
              <a:ext uri="{FF2B5EF4-FFF2-40B4-BE49-F238E27FC236}">
                <a16:creationId xmlns:a16="http://schemas.microsoft.com/office/drawing/2014/main" id="{3D5F9561-E662-446C-978C-778C5AD1329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 Do 2</a:t>
            </a:r>
          </a:p>
        </p:txBody>
      </p:sp>
      <p:sp>
        <p:nvSpPr>
          <p:cNvPr id="22" name="">
            <a:extLst xmlns:a="http://schemas.openxmlformats.org/drawingml/2006/main">
              <a:ext uri="{FF2B5EF4-FFF2-40B4-BE49-F238E27FC236}">
                <a16:creationId xmlns:a16="http://schemas.microsoft.com/office/drawing/2014/main" id="{C6BA084B-E7F5-4CFA-8DC8-25B4DF254B08}"/>
              </a:ext>
            </a:extLst>
          </p:cNvPr>
          <p:cNvSpPr>
            <a:spLocks xmlns:a="http://schemas.openxmlformats.org/drawingml/2006/main" noGrp="1"/>
          </p:cNvSpPr>
          <p:nvPr/>
        </p:nvSpPr>
        <p:spPr>
          <a:xfrm xmlns:a="http://schemas.openxmlformats.org/drawingml/2006/main">
            <a:off x="49339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3" name="">
            <a:extLst xmlns:a="http://schemas.openxmlformats.org/drawingml/2006/main">
              <a:ext uri="{FF2B5EF4-FFF2-40B4-BE49-F238E27FC236}">
                <a16:creationId xmlns:a16="http://schemas.microsoft.com/office/drawing/2014/main" id="{1CB36A64-2A6F-43A1-80A6-6ACF8F0FDD9D}"/>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24" name="">
            <a:extLst xmlns:a="http://schemas.openxmlformats.org/drawingml/2006/main">
              <a:ext uri="{FF2B5EF4-FFF2-40B4-BE49-F238E27FC236}">
                <a16:creationId xmlns:a16="http://schemas.microsoft.com/office/drawing/2014/main" id="{409E29BB-705F-4351-B31F-FE913A2666F8}"/>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5" name="">
            <a:extLst xmlns:a="http://schemas.openxmlformats.org/drawingml/2006/main">
              <a:ext uri="{FF2B5EF4-FFF2-40B4-BE49-F238E27FC236}">
                <a16:creationId xmlns:a16="http://schemas.microsoft.com/office/drawing/2014/main" id="{A39053AD-D17D-40E6-85B6-3D7DD0056F38}"/>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6" name="">
            <a:extLst xmlns:a="http://schemas.openxmlformats.org/drawingml/2006/main">
              <a:ext uri="{FF2B5EF4-FFF2-40B4-BE49-F238E27FC236}">
                <a16:creationId xmlns:a16="http://schemas.microsoft.com/office/drawing/2014/main" id="{7CA0FD54-BD53-47B5-88BF-0DA6A890D9BF}"/>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7" name="">
            <a:extLst xmlns:a="http://schemas.openxmlformats.org/drawingml/2006/main">
              <a:ext uri="{FF2B5EF4-FFF2-40B4-BE49-F238E27FC236}">
                <a16:creationId xmlns:a16="http://schemas.microsoft.com/office/drawing/2014/main" id="{CCE2FB80-63CC-483E-B345-223127FA992F}"/>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5 / 8</a:t>
            </a:r>
          </a:p>
        </p:txBody>
      </p:sp>
    </p:spTree>
    <p:extLst>
      <p:ext uri="{BB962C8B-B14F-4D97-AF65-F5344CB8AC3E}">
        <p14:creationId xmlns:p14="http://schemas.microsoft.com/office/powerpoint/2010/main" val="366929046"/>
      </p:ext>
    </p:extLst>
  </p:cSld>
</p:sld>
</file>

<file path=ppt/slides/slide6.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8" name="">
            <a:extLst xmlns:a="http://schemas.openxmlformats.org/drawingml/2006/main">
              <a:ext uri="{FF2B5EF4-FFF2-40B4-BE49-F238E27FC236}">
                <a16:creationId xmlns:a16="http://schemas.microsoft.com/office/drawing/2014/main" id="{ECF99C52-B474-4169-9AA8-1BE730E09F57}"/>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06372B42-D919-472F-9FF5-DF4A1CC2B492}"/>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We Do 2 · Task     21-25 minutes</a:t>
            </a:r>
          </a:p>
        </p:txBody>
      </p:sp>
      <p:sp>
        <p:nvSpPr>
          <p:cNvPr id="3" name="">
            <a:extLst xmlns:a="http://schemas.openxmlformats.org/drawingml/2006/main">
              <a:ext uri="{FF2B5EF4-FFF2-40B4-BE49-F238E27FC236}">
                <a16:creationId xmlns:a16="http://schemas.microsoft.com/office/drawing/2014/main" id="{299F4C69-3AEA-4D9E-9413-7DBC919CAE69}"/>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Our script check</a:t>
            </a:r>
          </a:p>
        </p:txBody>
      </p:sp>
      <p:sp>
        <p:nvSpPr>
          <p:cNvPr id="4" name="">
            <a:extLst xmlns:a="http://schemas.openxmlformats.org/drawingml/2006/main">
              <a:ext uri="{FF2B5EF4-FFF2-40B4-BE49-F238E27FC236}">
                <a16:creationId xmlns:a16="http://schemas.microsoft.com/office/drawing/2014/main" id="{5DE4173B-D0C8-4004-9CEA-A21754291ADC}"/>
              </a:ext>
            </a:extLst>
          </p:cNvPr>
          <p:cNvSpPr>
            <a:spLocks xmlns:a="http://schemas.openxmlformats.org/drawingml/2006/main" noGrp="1"/>
          </p:cNvSpPr>
          <p:nvPr/>
        </p:nvSpPr>
        <p:spPr>
          <a:xfrm xmlns:a="http://schemas.openxmlformats.org/drawingml/2006/main">
            <a:off x="609600" y="20193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Point to the condition.</a:t>
            </a:r>
          </a:p>
        </p:txBody>
      </p:sp>
      <p:sp>
        <p:nvSpPr>
          <p:cNvPr id="5" name="">
            <a:extLst xmlns:a="http://schemas.openxmlformats.org/drawingml/2006/main">
              <a:ext uri="{FF2B5EF4-FFF2-40B4-BE49-F238E27FC236}">
                <a16:creationId xmlns:a16="http://schemas.microsoft.com/office/drawing/2014/main" id="{00165098-0F40-41BB-AA17-1AB75D903222}"/>
              </a:ext>
            </a:extLst>
          </p:cNvPr>
          <p:cNvSpPr>
            <a:spLocks xmlns:a="http://schemas.openxmlformats.org/drawingml/2006/main" noGrp="1"/>
          </p:cNvSpPr>
          <p:nvPr/>
        </p:nvSpPr>
        <p:spPr>
          <a:xfrm xmlns:a="http://schemas.openxmlformats.org/drawingml/2006/main">
            <a:off x="609600" y="30480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Point to the action that follows contact.</a:t>
            </a:r>
          </a:p>
        </p:txBody>
      </p:sp>
      <p:sp>
        <p:nvSpPr>
          <p:cNvPr id="6" name="">
            <a:extLst xmlns:a="http://schemas.openxmlformats.org/drawingml/2006/main">
              <a:ext uri="{FF2B5EF4-FFF2-40B4-BE49-F238E27FC236}">
                <a16:creationId xmlns:a16="http://schemas.microsoft.com/office/drawing/2014/main" id="{7726D35D-CB01-4348-AE0D-4DF46F4DA5E9}"/>
              </a:ext>
            </a:extLst>
          </p:cNvPr>
          <p:cNvSpPr>
            <a:spLocks xmlns:a="http://schemas.openxmlformats.org/drawingml/2006/main" noGrp="1"/>
          </p:cNvSpPr>
          <p:nvPr/>
        </p:nvSpPr>
        <p:spPr>
          <a:xfrm xmlns:a="http://schemas.openxmlformats.org/drawingml/2006/main">
            <a:off x="609600" y="4076700"/>
            <a:ext cx="5381625" cy="914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0">
                <a:solidFill>
                  <a:srgbClr val="142E25"/>
                </a:solidFill>
                <a:latin typeface="DejaVu Sans"/>
                <a:ea typeface="DejaVu Sans"/>
                <a:cs typeface="DejaVu Sans"/>
              </a:defRPr>
            </a:pPr>
            <a:r>
              <a:rPr sz="2250" b="0">
                <a:solidFill>
                  <a:srgbClr val="142E25"/>
                </a:solidFill>
                <a:latin typeface="DejaVu Sans"/>
                <a:ea typeface="DejaVu Sans"/>
                <a:cs typeface="DejaVu Sans"/>
              </a:rPr>
              <a:t>Check the chosen start is clear.</a:t>
            </a:r>
          </a:p>
        </p:txBody>
      </p:sp>
      <p:sp>
        <p:nvSpPr>
          <p:cNvPr id="7" name="">
            <a:extLst xmlns:a="http://schemas.openxmlformats.org/drawingml/2006/main">
              <a:ext uri="{FF2B5EF4-FFF2-40B4-BE49-F238E27FC236}">
                <a16:creationId xmlns:a16="http://schemas.microsoft.com/office/drawing/2014/main" id="{8FA02784-862F-4D52-A6ED-97BBA79A70DA}"/>
              </a:ext>
            </a:extLst>
          </p:cNvPr>
          <p:cNvSpPr>
            <a:spLocks xmlns:a="http://schemas.openxmlformats.org/drawingml/2006/main" noGrp="1"/>
          </p:cNvSpPr>
          <p:nvPr/>
        </p:nvSpPr>
        <p:spPr>
          <a:xfrm xmlns:a="http://schemas.openxmlformats.org/drawingml/2006/main">
            <a:off x="6572250" y="2257425"/>
            <a:ext cx="5010150" cy="533400"/>
          </a:xfrm>
          <a:prstGeom xmlns:a="http://schemas.openxmlformats.org/drawingml/2006/main" prst="rect">
            <a:avLst/>
          </a:prstGeom>
          <a:solidFill xmlns:a="http://schemas.openxmlformats.org/drawingml/2006/main">
            <a:srgbClr val="E4B736"/>
          </a:solidFill>
          <a:ln xmlns:a="http://schemas.openxmlformats.org/drawingml/2006/main" w="0">
            <a:noFill/>
          </a:ln>
        </p:spPr>
      </p:sp>
      <p:sp>
        <p:nvSpPr>
          <p:cNvPr id="8" name="">
            <a:extLst xmlns:a="http://schemas.openxmlformats.org/drawingml/2006/main">
              <a:ext uri="{FF2B5EF4-FFF2-40B4-BE49-F238E27FC236}">
                <a16:creationId xmlns:a16="http://schemas.microsoft.com/office/drawing/2014/main" id="{0097002A-52C0-4A5B-85D2-2CAA7CCB6EC2}"/>
              </a:ext>
            </a:extLst>
          </p:cNvPr>
          <p:cNvSpPr>
            <a:spLocks xmlns:a="http://schemas.openxmlformats.org/drawingml/2006/main" noGrp="1"/>
          </p:cNvSpPr>
          <p:nvPr/>
        </p:nvSpPr>
        <p:spPr>
          <a:xfrm xmlns:a="http://schemas.openxmlformats.org/drawingml/2006/main">
            <a:off x="6686550" y="2324100"/>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142E25"/>
                </a:solidFill>
                <a:latin typeface="DejaVu Sans"/>
                <a:ea typeface="DejaVu Sans"/>
                <a:cs typeface="DejaVu Sans"/>
              </a:defRPr>
            </a:pPr>
            <a:r>
              <a:rPr sz="1725" b="1">
                <a:solidFill>
                  <a:srgbClr val="142E25"/>
                </a:solidFill>
                <a:latin typeface="DejaVu Sans"/>
                <a:ea typeface="DejaVu Sans"/>
                <a:cs typeface="DejaVu Sans"/>
              </a:rPr>
              <a:t>when green flag clicked</a:t>
            </a:r>
          </a:p>
        </p:txBody>
      </p:sp>
      <p:sp>
        <p:nvSpPr>
          <p:cNvPr id="9" name="">
            <a:extLst xmlns:a="http://schemas.openxmlformats.org/drawingml/2006/main">
              <a:ext uri="{FF2B5EF4-FFF2-40B4-BE49-F238E27FC236}">
                <a16:creationId xmlns:a16="http://schemas.microsoft.com/office/drawing/2014/main" id="{9DF0D4E2-5651-4279-A69D-93D20D928E55}"/>
              </a:ext>
            </a:extLst>
          </p:cNvPr>
          <p:cNvSpPr>
            <a:spLocks xmlns:a="http://schemas.openxmlformats.org/drawingml/2006/main" noGrp="1"/>
          </p:cNvSpPr>
          <p:nvPr/>
        </p:nvSpPr>
        <p:spPr>
          <a:xfrm xmlns:a="http://schemas.openxmlformats.org/drawingml/2006/main">
            <a:off x="6572250" y="2819400"/>
            <a:ext cx="5010150"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0" name="">
            <a:extLst xmlns:a="http://schemas.openxmlformats.org/drawingml/2006/main">
              <a:ext uri="{FF2B5EF4-FFF2-40B4-BE49-F238E27FC236}">
                <a16:creationId xmlns:a16="http://schemas.microsoft.com/office/drawing/2014/main" id="{3C68944A-C3DD-444B-BD32-74E51E083AAC}"/>
              </a:ext>
            </a:extLst>
          </p:cNvPr>
          <p:cNvSpPr>
            <a:spLocks xmlns:a="http://schemas.openxmlformats.org/drawingml/2006/main" noGrp="1"/>
          </p:cNvSpPr>
          <p:nvPr/>
        </p:nvSpPr>
        <p:spPr>
          <a:xfrm xmlns:a="http://schemas.openxmlformats.org/drawingml/2006/main">
            <a:off x="6686550" y="2886075"/>
            <a:ext cx="47815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forever</a:t>
            </a:r>
          </a:p>
        </p:txBody>
      </p:sp>
      <p:sp>
        <p:nvSpPr>
          <p:cNvPr id="11" name="">
            <a:extLst xmlns:a="http://schemas.openxmlformats.org/drawingml/2006/main">
              <a:ext uri="{FF2B5EF4-FFF2-40B4-BE49-F238E27FC236}">
                <a16:creationId xmlns:a16="http://schemas.microsoft.com/office/drawing/2014/main" id="{B53D2897-E20E-48B5-9450-B90AE8AE93B7}"/>
              </a:ext>
            </a:extLst>
          </p:cNvPr>
          <p:cNvSpPr>
            <a:spLocks xmlns:a="http://schemas.openxmlformats.org/drawingml/2006/main" noGrp="1"/>
          </p:cNvSpPr>
          <p:nvPr/>
        </p:nvSpPr>
        <p:spPr>
          <a:xfrm xmlns:a="http://schemas.openxmlformats.org/drawingml/2006/main">
            <a:off x="6810375" y="3381375"/>
            <a:ext cx="4772025" cy="533400"/>
          </a:xfrm>
          <a:prstGeom xmlns:a="http://schemas.openxmlformats.org/drawingml/2006/main" prst="rect">
            <a:avLst/>
          </a:prstGeom>
          <a:solidFill xmlns:a="http://schemas.openxmlformats.org/drawingml/2006/main">
            <a:srgbClr val="B56B00"/>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D02BDD83-2E0D-4F93-AF62-8948E57E8C63}"/>
              </a:ext>
            </a:extLst>
          </p:cNvPr>
          <p:cNvSpPr>
            <a:spLocks xmlns:a="http://schemas.openxmlformats.org/drawingml/2006/main" noGrp="1"/>
          </p:cNvSpPr>
          <p:nvPr/>
        </p:nvSpPr>
        <p:spPr>
          <a:xfrm xmlns:a="http://schemas.openxmlformats.org/drawingml/2006/main">
            <a:off x="6924675" y="3448050"/>
            <a:ext cx="454342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if &lt;touching Maze?&gt; then</a:t>
            </a:r>
          </a:p>
        </p:txBody>
      </p:sp>
      <p:sp>
        <p:nvSpPr>
          <p:cNvPr id="13" name="">
            <a:extLst xmlns:a="http://schemas.openxmlformats.org/drawingml/2006/main">
              <a:ext uri="{FF2B5EF4-FFF2-40B4-BE49-F238E27FC236}">
                <a16:creationId xmlns:a16="http://schemas.microsoft.com/office/drawing/2014/main" id="{A92F2D77-DF4C-4B3B-8D52-E1842D4A3549}"/>
              </a:ext>
            </a:extLst>
          </p:cNvPr>
          <p:cNvSpPr>
            <a:spLocks xmlns:a="http://schemas.openxmlformats.org/drawingml/2006/main" noGrp="1"/>
          </p:cNvSpPr>
          <p:nvPr/>
        </p:nvSpPr>
        <p:spPr>
          <a:xfrm xmlns:a="http://schemas.openxmlformats.org/drawingml/2006/main">
            <a:off x="7048500" y="3943350"/>
            <a:ext cx="4533900" cy="533400"/>
          </a:xfrm>
          <a:prstGeom xmlns:a="http://schemas.openxmlformats.org/drawingml/2006/main" prst="rect">
            <a:avLst/>
          </a:prstGeom>
          <a:solidFill xmlns:a="http://schemas.openxmlformats.org/drawingml/2006/main">
            <a:srgbClr val="2873BD"/>
          </a:solidFill>
          <a:ln xmlns:a="http://schemas.openxmlformats.org/drawingml/2006/main" w="0">
            <a:noFill/>
          </a:ln>
        </p:spPr>
      </p:sp>
      <p:sp>
        <p:nvSpPr>
          <p:cNvPr id="14" name="">
            <a:extLst xmlns:a="http://schemas.openxmlformats.org/drawingml/2006/main">
              <a:ext uri="{FF2B5EF4-FFF2-40B4-BE49-F238E27FC236}">
                <a16:creationId xmlns:a16="http://schemas.microsoft.com/office/drawing/2014/main" id="{6C27733B-055B-43A3-B10E-AE49D5C8E809}"/>
              </a:ext>
            </a:extLst>
          </p:cNvPr>
          <p:cNvSpPr>
            <a:spLocks xmlns:a="http://schemas.openxmlformats.org/drawingml/2006/main" noGrp="1"/>
          </p:cNvSpPr>
          <p:nvPr/>
        </p:nvSpPr>
        <p:spPr>
          <a:xfrm xmlns:a="http://schemas.openxmlformats.org/drawingml/2006/main">
            <a:off x="7162800" y="4010025"/>
            <a:ext cx="43053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FFFFFF"/>
                </a:solidFill>
                <a:latin typeface="DejaVu Sans"/>
                <a:ea typeface="DejaVu Sans"/>
                <a:cs typeface="DejaVu Sans"/>
              </a:defRPr>
            </a:pPr>
            <a:r>
              <a:rPr sz="1725" b="1">
                <a:solidFill>
                  <a:srgbClr val="FFFFFF"/>
                </a:solidFill>
                <a:latin typeface="DejaVu Sans"/>
                <a:ea typeface="DejaVu Sans"/>
                <a:cs typeface="DejaVu Sans"/>
              </a:rPr>
              <a:t>go to x: start x  y: start y</a:t>
            </a:r>
          </a:p>
        </p:txBody>
      </p:sp>
      <p:sp>
        <p:nvSpPr>
          <p:cNvPr id="15" name="">
            <a:extLst xmlns:a="http://schemas.openxmlformats.org/drawingml/2006/main">
              <a:ext uri="{FF2B5EF4-FFF2-40B4-BE49-F238E27FC236}">
                <a16:creationId xmlns:a16="http://schemas.microsoft.com/office/drawing/2014/main" id="{566EEF0B-CD38-42E6-AE55-E5D654BE610F}"/>
              </a:ext>
            </a:extLst>
          </p:cNvPr>
          <p:cNvSpPr>
            <a:spLocks xmlns:a="http://schemas.openxmlformats.org/drawingml/2006/main" noGrp="1"/>
          </p:cNvSpPr>
          <p:nvPr/>
        </p:nvSpPr>
        <p:spPr>
          <a:xfrm xmlns:a="http://schemas.openxmlformats.org/drawingml/2006/main">
            <a:off x="6572250" y="5057775"/>
            <a:ext cx="501015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536A5D"/>
                </a:solidFill>
                <a:latin typeface="DejaVu Sans"/>
                <a:ea typeface="DejaVu Sans"/>
                <a:cs typeface="DejaVu Sans"/>
              </a:defRPr>
            </a:pPr>
            <a:r>
              <a:rPr sz="1875" b="0">
                <a:solidFill>
                  <a:srgbClr val="536A5D"/>
                </a:solidFill>
                <a:latin typeface="DejaVu Sans"/>
                <a:ea typeface="DejaVu Sans"/>
                <a:cs typeface="DejaVu Sans"/>
              </a:rPr>
              <a:t>Indenting shows which blocks fit inside.</a:t>
            </a:r>
          </a:p>
        </p:txBody>
      </p:sp>
      <p:sp>
        <p:nvSpPr>
          <p:cNvPr id="16" name="">
            <a:extLst xmlns:a="http://schemas.openxmlformats.org/drawingml/2006/main">
              <a:ext uri="{FF2B5EF4-FFF2-40B4-BE49-F238E27FC236}">
                <a16:creationId xmlns:a16="http://schemas.microsoft.com/office/drawing/2014/main" id="{2701E9C7-C9B1-4D89-8084-530D059CDC5D}"/>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7" name="">
            <a:extLst xmlns:a="http://schemas.openxmlformats.org/drawingml/2006/main">
              <a:ext uri="{FF2B5EF4-FFF2-40B4-BE49-F238E27FC236}">
                <a16:creationId xmlns:a16="http://schemas.microsoft.com/office/drawing/2014/main" id="{DFF2134A-4FFC-43CE-91AC-13144B2A92EE}"/>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8" name="">
            <a:extLst xmlns:a="http://schemas.openxmlformats.org/drawingml/2006/main">
              <a:ext uri="{FF2B5EF4-FFF2-40B4-BE49-F238E27FC236}">
                <a16:creationId xmlns:a16="http://schemas.microsoft.com/office/drawing/2014/main" id="{05D505CC-03D9-4EAD-B198-3C48FD1E5EE5}"/>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9" name="">
            <a:extLst xmlns:a="http://schemas.openxmlformats.org/drawingml/2006/main">
              <a:ext uri="{FF2B5EF4-FFF2-40B4-BE49-F238E27FC236}">
                <a16:creationId xmlns:a16="http://schemas.microsoft.com/office/drawing/2014/main" id="{EF18BA95-2FE5-43EF-ABD7-242C5154D736}"/>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20" name="">
            <a:extLst xmlns:a="http://schemas.openxmlformats.org/drawingml/2006/main">
              <a:ext uri="{FF2B5EF4-FFF2-40B4-BE49-F238E27FC236}">
                <a16:creationId xmlns:a16="http://schemas.microsoft.com/office/drawing/2014/main" id="{B6F0AF34-E917-461D-B999-E6A1000C6B18}"/>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21" name="">
            <a:extLst xmlns:a="http://schemas.openxmlformats.org/drawingml/2006/main">
              <a:ext uri="{FF2B5EF4-FFF2-40B4-BE49-F238E27FC236}">
                <a16:creationId xmlns:a16="http://schemas.microsoft.com/office/drawing/2014/main" id="{93FAB4C3-60FA-4658-AE7A-25DD2B70FEB2}"/>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22" name="">
            <a:extLst xmlns:a="http://schemas.openxmlformats.org/drawingml/2006/main">
              <a:ext uri="{FF2B5EF4-FFF2-40B4-BE49-F238E27FC236}">
                <a16:creationId xmlns:a16="http://schemas.microsoft.com/office/drawing/2014/main" id="{0BC08454-D1F1-4C84-AA94-CA5A1C32FE68}"/>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We Do 2 · Task</a:t>
            </a:r>
          </a:p>
        </p:txBody>
      </p:sp>
      <p:sp>
        <p:nvSpPr>
          <p:cNvPr id="23" name="">
            <a:extLst xmlns:a="http://schemas.openxmlformats.org/drawingml/2006/main">
              <a:ext uri="{FF2B5EF4-FFF2-40B4-BE49-F238E27FC236}">
                <a16:creationId xmlns:a16="http://schemas.microsoft.com/office/drawing/2014/main" id="{B5979099-1728-4386-A2AC-20BD0F9DFDB5}"/>
              </a:ext>
            </a:extLst>
          </p:cNvPr>
          <p:cNvSpPr>
            <a:spLocks xmlns:a="http://schemas.openxmlformats.org/drawingml/2006/main" noGrp="1"/>
          </p:cNvSpPr>
          <p:nvPr/>
        </p:nvSpPr>
        <p:spPr>
          <a:xfrm xmlns:a="http://schemas.openxmlformats.org/drawingml/2006/main">
            <a:off x="6134100" y="6457950"/>
            <a:ext cx="160020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4" name="">
            <a:extLst xmlns:a="http://schemas.openxmlformats.org/drawingml/2006/main">
              <a:ext uri="{FF2B5EF4-FFF2-40B4-BE49-F238E27FC236}">
                <a16:creationId xmlns:a16="http://schemas.microsoft.com/office/drawing/2014/main" id="{65686D5A-74C4-4F84-A802-15BDE63DFDC9}"/>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25" name="">
            <a:extLst xmlns:a="http://schemas.openxmlformats.org/drawingml/2006/main">
              <a:ext uri="{FF2B5EF4-FFF2-40B4-BE49-F238E27FC236}">
                <a16:creationId xmlns:a16="http://schemas.microsoft.com/office/drawing/2014/main" id="{42367651-F382-4F73-AED1-8E0FC55485DD}"/>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6" name="">
            <a:extLst xmlns:a="http://schemas.openxmlformats.org/drawingml/2006/main">
              <a:ext uri="{FF2B5EF4-FFF2-40B4-BE49-F238E27FC236}">
                <a16:creationId xmlns:a16="http://schemas.microsoft.com/office/drawing/2014/main" id="{B23CEEAA-96E0-419D-AF91-432322B90158}"/>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7" name="">
            <a:extLst xmlns:a="http://schemas.openxmlformats.org/drawingml/2006/main">
              <a:ext uri="{FF2B5EF4-FFF2-40B4-BE49-F238E27FC236}">
                <a16:creationId xmlns:a16="http://schemas.microsoft.com/office/drawing/2014/main" id="{FC71BAC0-89EE-4400-985C-C19C4FBF0495}"/>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6 / 8</a:t>
            </a:r>
          </a:p>
        </p:txBody>
      </p:sp>
    </p:spTree>
    <p:extLst>
      <p:ext uri="{BB962C8B-B14F-4D97-AF65-F5344CB8AC3E}">
        <p14:creationId xmlns:p14="http://schemas.microsoft.com/office/powerpoint/2010/main" val="723991976"/>
      </p:ext>
    </p:extLst>
  </p:cSld>
</p:sld>
</file>

<file path=ppt/slides/slide7.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6293F6B-1EE9-4816-BD9B-B112469D1753}"/>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E00D51FB-FCB5-4EAD-841A-196F4C1CAA72}"/>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Independent Task     25-35 minutes</a:t>
            </a:r>
          </a:p>
        </p:txBody>
      </p:sp>
      <p:sp>
        <p:nvSpPr>
          <p:cNvPr id="3" name="">
            <a:extLst xmlns:a="http://schemas.openxmlformats.org/drawingml/2006/main">
              <a:ext uri="{FF2B5EF4-FFF2-40B4-BE49-F238E27FC236}">
                <a16:creationId xmlns:a16="http://schemas.microsoft.com/office/drawing/2014/main" id="{BBE10BEF-720F-4DB2-9C01-F2939C6F61F2}"/>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Your wall consequence</a:t>
            </a:r>
          </a:p>
        </p:txBody>
      </p:sp>
      <p:sp>
        <p:nvSpPr>
          <p:cNvPr id="4" name="">
            <a:extLst xmlns:a="http://schemas.openxmlformats.org/drawingml/2006/main">
              <a:ext uri="{FF2B5EF4-FFF2-40B4-BE49-F238E27FC236}">
                <a16:creationId xmlns:a16="http://schemas.microsoft.com/office/drawing/2014/main" id="{DA4C7F7E-F002-4C99-BD5D-7AE976A45E9A}"/>
              </a:ext>
            </a:extLst>
          </p:cNvPr>
          <p:cNvSpPr>
            <a:spLocks xmlns:a="http://schemas.openxmlformats.org/drawingml/2006/main" noGrp="1"/>
          </p:cNvSpPr>
          <p:nvPr/>
        </p:nvSpPr>
        <p:spPr>
          <a:xfrm xmlns:a="http://schemas.openxmlformats.org/drawingml/2006/main">
            <a:off x="609600" y="197167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Step by step</a:t>
            </a:r>
          </a:p>
        </p:txBody>
      </p:sp>
      <p:sp>
        <p:nvSpPr>
          <p:cNvPr id="5" name="">
            <a:extLst xmlns:a="http://schemas.openxmlformats.org/drawingml/2006/main">
              <a:ext uri="{FF2B5EF4-FFF2-40B4-BE49-F238E27FC236}">
                <a16:creationId xmlns:a16="http://schemas.microsoft.com/office/drawing/2014/main" id="{FFBC3B5F-1659-4650-B69E-4C22A555B160}"/>
              </a:ext>
            </a:extLst>
          </p:cNvPr>
          <p:cNvSpPr>
            <a:spLocks xmlns:a="http://schemas.openxmlformats.org/drawingml/2006/main" noGrp="1"/>
          </p:cNvSpPr>
          <p:nvPr/>
        </p:nvSpPr>
        <p:spPr>
          <a:xfrm xmlns:a="http://schemas.openxmlformats.org/drawingml/2006/main">
            <a:off x="609600" y="23907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Use the nesting guide and build one block at a time.</a:t>
            </a:r>
          </a:p>
        </p:txBody>
      </p:sp>
      <p:sp>
        <p:nvSpPr>
          <p:cNvPr id="6" name="">
            <a:extLst xmlns:a="http://schemas.openxmlformats.org/drawingml/2006/main">
              <a:ext uri="{FF2B5EF4-FFF2-40B4-BE49-F238E27FC236}">
                <a16:creationId xmlns:a16="http://schemas.microsoft.com/office/drawing/2014/main" id="{8EF23670-51FC-4B24-BF7C-EC8D45CE4CE2}"/>
              </a:ext>
            </a:extLst>
          </p:cNvPr>
          <p:cNvSpPr>
            <a:spLocks xmlns:a="http://schemas.openxmlformats.org/drawingml/2006/main" noGrp="1"/>
          </p:cNvSpPr>
          <p:nvPr/>
        </p:nvSpPr>
        <p:spPr>
          <a:xfrm xmlns:a="http://schemas.openxmlformats.org/drawingml/2006/main">
            <a:off x="609600" y="3105150"/>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Main task</a:t>
            </a:r>
          </a:p>
        </p:txBody>
      </p:sp>
      <p:sp>
        <p:nvSpPr>
          <p:cNvPr id="7" name="">
            <a:extLst xmlns:a="http://schemas.openxmlformats.org/drawingml/2006/main">
              <a:ext uri="{FF2B5EF4-FFF2-40B4-BE49-F238E27FC236}">
                <a16:creationId xmlns:a16="http://schemas.microsoft.com/office/drawing/2014/main" id="{10BB18F7-A1A9-4849-B48A-60B6ACFB27E9}"/>
              </a:ext>
            </a:extLst>
          </p:cNvPr>
          <p:cNvSpPr>
            <a:spLocks xmlns:a="http://schemas.openxmlformats.org/drawingml/2006/main" noGrp="1"/>
          </p:cNvSpPr>
          <p:nvPr/>
        </p:nvSpPr>
        <p:spPr>
          <a:xfrm xmlns:a="http://schemas.openxmlformats.org/drawingml/2006/main">
            <a:off x="609600" y="352425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Build the repeated wall rule and test two walls.</a:t>
            </a:r>
          </a:p>
        </p:txBody>
      </p:sp>
      <p:sp>
        <p:nvSpPr>
          <p:cNvPr id="8" name="">
            <a:extLst xmlns:a="http://schemas.openxmlformats.org/drawingml/2006/main">
              <a:ext uri="{FF2B5EF4-FFF2-40B4-BE49-F238E27FC236}">
                <a16:creationId xmlns:a16="http://schemas.microsoft.com/office/drawing/2014/main" id="{02B1688F-AB68-4236-AAFB-92B658AC3852}"/>
              </a:ext>
            </a:extLst>
          </p:cNvPr>
          <p:cNvSpPr>
            <a:spLocks xmlns:a="http://schemas.openxmlformats.org/drawingml/2006/main" noGrp="1"/>
          </p:cNvSpPr>
          <p:nvPr/>
        </p:nvSpPr>
        <p:spPr>
          <a:xfrm xmlns:a="http://schemas.openxmlformats.org/drawingml/2006/main">
            <a:off x="609600" y="4238625"/>
            <a:ext cx="106680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325" b="1">
                <a:solidFill>
                  <a:srgbClr val="19624A"/>
                </a:solidFill>
                <a:latin typeface="DejaVu Sans"/>
                <a:ea typeface="DejaVu Sans"/>
                <a:cs typeface="DejaVu Sans"/>
              </a:defRPr>
            </a:pPr>
            <a:r>
              <a:rPr sz="2325" b="1">
                <a:solidFill>
                  <a:srgbClr val="19624A"/>
                </a:solidFill>
                <a:latin typeface="DejaVu Sans"/>
                <a:ea typeface="DejaVu Sans"/>
                <a:cs typeface="DejaVu Sans"/>
              </a:rPr>
              <a:t>Challenge</a:t>
            </a:r>
          </a:p>
        </p:txBody>
      </p:sp>
      <p:sp>
        <p:nvSpPr>
          <p:cNvPr id="9" name="">
            <a:extLst xmlns:a="http://schemas.openxmlformats.org/drawingml/2006/main">
              <a:ext uri="{FF2B5EF4-FFF2-40B4-BE49-F238E27FC236}">
                <a16:creationId xmlns:a16="http://schemas.microsoft.com/office/drawing/2014/main" id="{C1610079-94D0-47AC-8010-AB72C64AB6F8}"/>
              </a:ext>
            </a:extLst>
          </p:cNvPr>
          <p:cNvSpPr>
            <a:spLocks xmlns:a="http://schemas.openxmlformats.org/drawingml/2006/main" noGrp="1"/>
          </p:cNvSpPr>
          <p:nvPr/>
        </p:nvSpPr>
        <p:spPr>
          <a:xfrm xmlns:a="http://schemas.openxmlformats.org/drawingml/2006/main">
            <a:off x="609600" y="465772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42E25"/>
                </a:solidFill>
                <a:latin typeface="DejaVu Sans"/>
                <a:ea typeface="DejaVu Sans"/>
                <a:cs typeface="DejaVu Sans"/>
              </a:defRPr>
            </a:pPr>
            <a:r>
              <a:rPr sz="2100" b="0">
                <a:solidFill>
                  <a:srgbClr val="142E25"/>
                </a:solidFill>
                <a:latin typeface="DejaVu Sans"/>
                <a:ea typeface="DejaVu Sans"/>
                <a:cs typeface="DejaVu Sans"/>
              </a:rPr>
              <a:t>Investigate and repair a start inside a wall.</a:t>
            </a:r>
          </a:p>
        </p:txBody>
      </p:sp>
      <p:sp>
        <p:nvSpPr>
          <p:cNvPr id="10" name="">
            <a:extLst xmlns:a="http://schemas.openxmlformats.org/drawingml/2006/main">
              <a:ext uri="{FF2B5EF4-FFF2-40B4-BE49-F238E27FC236}">
                <a16:creationId xmlns:a16="http://schemas.microsoft.com/office/drawing/2014/main" id="{F4E60680-5F13-42FE-AEBD-0D02A043F43D}"/>
              </a:ext>
            </a:extLst>
          </p:cNvPr>
          <p:cNvSpPr>
            <a:spLocks xmlns:a="http://schemas.openxmlformats.org/drawingml/2006/main" noGrp="1"/>
          </p:cNvSpPr>
          <p:nvPr/>
        </p:nvSpPr>
        <p:spPr>
          <a:xfrm xmlns:a="http://schemas.openxmlformats.org/drawingml/2006/main">
            <a:off x="609600" y="5610225"/>
            <a:ext cx="109728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36A5D"/>
                </a:solidFill>
                <a:latin typeface="DejaVu Sans"/>
                <a:ea typeface="DejaVu Sans"/>
                <a:cs typeface="DejaVu Sans"/>
              </a:defRPr>
            </a:pPr>
            <a:r>
              <a:rPr sz="1725" b="0">
                <a:solidFill>
                  <a:srgbClr val="536A5D"/>
                </a:solidFill>
                <a:latin typeface="DejaVu Sans"/>
                <a:ea typeface="DejaVu Sans"/>
                <a:cs typeface="DejaVu Sans"/>
              </a:rPr>
              <a:t>32-35: Show your test and what your idea changed.</a:t>
            </a:r>
          </a:p>
        </p:txBody>
      </p:sp>
      <p:sp>
        <p:nvSpPr>
          <p:cNvPr id="11" name="">
            <a:extLst xmlns:a="http://schemas.openxmlformats.org/drawingml/2006/main">
              <a:ext uri="{FF2B5EF4-FFF2-40B4-BE49-F238E27FC236}">
                <a16:creationId xmlns:a16="http://schemas.microsoft.com/office/drawing/2014/main" id="{2D41657D-7B32-4A02-8EF1-20DE6BC243AA}"/>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12" name="">
            <a:extLst xmlns:a="http://schemas.openxmlformats.org/drawingml/2006/main">
              <a:ext uri="{FF2B5EF4-FFF2-40B4-BE49-F238E27FC236}">
                <a16:creationId xmlns:a16="http://schemas.microsoft.com/office/drawing/2014/main" id="{54BC778D-C962-4148-AC2E-36A6BA007184}"/>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3" name="">
            <a:extLst xmlns:a="http://schemas.openxmlformats.org/drawingml/2006/main">
              <a:ext uri="{FF2B5EF4-FFF2-40B4-BE49-F238E27FC236}">
                <a16:creationId xmlns:a16="http://schemas.microsoft.com/office/drawing/2014/main" id="{6F40FECB-8B20-4D1A-AC8F-618E4863934D}"/>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4" name="">
            <a:extLst xmlns:a="http://schemas.openxmlformats.org/drawingml/2006/main">
              <a:ext uri="{FF2B5EF4-FFF2-40B4-BE49-F238E27FC236}">
                <a16:creationId xmlns:a16="http://schemas.microsoft.com/office/drawing/2014/main" id="{4BB26B93-03E5-4D47-94CC-519476DEA885}"/>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5" name="">
            <a:extLst xmlns:a="http://schemas.openxmlformats.org/drawingml/2006/main">
              <a:ext uri="{FF2B5EF4-FFF2-40B4-BE49-F238E27FC236}">
                <a16:creationId xmlns:a16="http://schemas.microsoft.com/office/drawing/2014/main" id="{A4EDD92E-FD41-4C96-9464-C5DDE2081981}"/>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6" name="">
            <a:extLst xmlns:a="http://schemas.openxmlformats.org/drawingml/2006/main">
              <a:ext uri="{FF2B5EF4-FFF2-40B4-BE49-F238E27FC236}">
                <a16:creationId xmlns:a16="http://schemas.microsoft.com/office/drawing/2014/main" id="{BABBE5A3-0B82-4B69-8E71-1B71B75201C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7" name="">
            <a:extLst xmlns:a="http://schemas.openxmlformats.org/drawingml/2006/main">
              <a:ext uri="{FF2B5EF4-FFF2-40B4-BE49-F238E27FC236}">
                <a16:creationId xmlns:a16="http://schemas.microsoft.com/office/drawing/2014/main" id="{1D2D0539-D6C7-4C06-ABB8-E39CD43D0440}"/>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8" name="">
            <a:extLst xmlns:a="http://schemas.openxmlformats.org/drawingml/2006/main">
              <a:ext uri="{FF2B5EF4-FFF2-40B4-BE49-F238E27FC236}">
                <a16:creationId xmlns:a16="http://schemas.microsoft.com/office/drawing/2014/main" id="{B4E513E8-BC93-41CD-8C30-4132DCFA6D1D}"/>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Independent Task</a:t>
            </a:r>
          </a:p>
        </p:txBody>
      </p:sp>
      <p:sp>
        <p:nvSpPr>
          <p:cNvPr id="19" name="">
            <a:extLst xmlns:a="http://schemas.openxmlformats.org/drawingml/2006/main">
              <a:ext uri="{FF2B5EF4-FFF2-40B4-BE49-F238E27FC236}">
                <a16:creationId xmlns:a16="http://schemas.microsoft.com/office/drawing/2014/main" id="{58EE5D35-45AE-41B6-923A-4FD24FB83D22}"/>
              </a:ext>
            </a:extLst>
          </p:cNvPr>
          <p:cNvSpPr>
            <a:spLocks xmlns:a="http://schemas.openxmlformats.org/drawingml/2006/main" noGrp="1"/>
          </p:cNvSpPr>
          <p:nvPr/>
        </p:nvSpPr>
        <p:spPr>
          <a:xfrm xmlns:a="http://schemas.openxmlformats.org/drawingml/2006/main">
            <a:off x="8001000" y="6457950"/>
            <a:ext cx="22669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0" name="">
            <a:extLst xmlns:a="http://schemas.openxmlformats.org/drawingml/2006/main">
              <a:ext uri="{FF2B5EF4-FFF2-40B4-BE49-F238E27FC236}">
                <a16:creationId xmlns:a16="http://schemas.microsoft.com/office/drawing/2014/main" id="{C7D891F5-D7D8-4E18-A6C1-8D163E409429}"/>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Exit</a:t>
            </a:r>
          </a:p>
        </p:txBody>
      </p:sp>
      <p:sp>
        <p:nvSpPr>
          <p:cNvPr id="21" name="">
            <a:extLst xmlns:a="http://schemas.openxmlformats.org/drawingml/2006/main">
              <a:ext uri="{FF2B5EF4-FFF2-40B4-BE49-F238E27FC236}">
                <a16:creationId xmlns:a16="http://schemas.microsoft.com/office/drawing/2014/main" id="{7F355DF3-F611-4BE6-816A-1194F2E59616}"/>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22" name="">
            <a:extLst xmlns:a="http://schemas.openxmlformats.org/drawingml/2006/main">
              <a:ext uri="{FF2B5EF4-FFF2-40B4-BE49-F238E27FC236}">
                <a16:creationId xmlns:a16="http://schemas.microsoft.com/office/drawing/2014/main" id="{94D288D3-83EF-41DD-8FB7-2FD8583B6D2C}"/>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7 / 8</a:t>
            </a:r>
          </a:p>
        </p:txBody>
      </p:sp>
    </p:spTree>
    <p:extLst>
      <p:ext uri="{BB962C8B-B14F-4D97-AF65-F5344CB8AC3E}">
        <p14:creationId xmlns:p14="http://schemas.microsoft.com/office/powerpoint/2010/main" val="905035797"/>
      </p:ext>
    </p:extLst>
  </p:cSld>
</p:sld>
</file>

<file path=ppt/slides/slide8.xml><?xml version="1.0" encoding="utf-8"?>
<p:sld xmlns:p="http://schemas.openxmlformats.org/presentationml/2006/main">
  <p:cSld>
    <p:bg>
      <p:bgPr>
        <a:solidFill xmlns:a="http://schemas.openxmlformats.org/drawingml/2006/main">
          <a:srgbClr val="F6F8F2"/>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06741A75-6F52-491E-8DCE-AC69842BD922}"/>
              </a:ext>
            </a:extLst>
          </p:cNvPr>
          <p:cNvSpPr>
            <a:spLocks xmlns:a="http://schemas.openxmlformats.org/drawingml/2006/main" noGrp="1"/>
          </p:cNvSpPr>
          <p:nvPr/>
        </p:nvSpPr>
        <p:spPr>
          <a:xfrm xmlns:a="http://schemas.openxmlformats.org/drawingml/2006/main">
            <a:off x="0" y="0"/>
            <a:ext cx="12192000" cy="114300"/>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2" name="">
            <a:extLst xmlns:a="http://schemas.openxmlformats.org/drawingml/2006/main">
              <a:ext uri="{FF2B5EF4-FFF2-40B4-BE49-F238E27FC236}">
                <a16:creationId xmlns:a16="http://schemas.microsoft.com/office/drawing/2014/main" id="{214B33EA-07FE-4009-B525-A6C2246DAF4A}"/>
              </a:ext>
            </a:extLst>
          </p:cNvPr>
          <p:cNvSpPr>
            <a:spLocks xmlns:a="http://schemas.openxmlformats.org/drawingml/2006/main" noGrp="1"/>
          </p:cNvSpPr>
          <p:nvPr/>
        </p:nvSpPr>
        <p:spPr>
          <a:xfrm xmlns:a="http://schemas.openxmlformats.org/drawingml/2006/main">
            <a:off x="609600" y="342900"/>
            <a:ext cx="109728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9624A"/>
                </a:solidFill>
                <a:latin typeface="DejaVu Sans"/>
                <a:ea typeface="DejaVu Sans"/>
                <a:cs typeface="DejaVu Sans"/>
              </a:defRPr>
            </a:pPr>
            <a:r>
              <a:rPr sz="1575" b="1">
                <a:solidFill>
                  <a:srgbClr val="19624A"/>
                </a:solidFill>
                <a:latin typeface="DejaVu Sans"/>
                <a:ea typeface="DejaVu Sans"/>
                <a:cs typeface="DejaVu Sans"/>
              </a:rPr>
              <a:t>Exit     35-40 minutes</a:t>
            </a:r>
          </a:p>
        </p:txBody>
      </p:sp>
      <p:sp>
        <p:nvSpPr>
          <p:cNvPr id="3" name="">
            <a:extLst xmlns:a="http://schemas.openxmlformats.org/drawingml/2006/main">
              <a:ext uri="{FF2B5EF4-FFF2-40B4-BE49-F238E27FC236}">
                <a16:creationId xmlns:a16="http://schemas.microsoft.com/office/drawing/2014/main" id="{8F890BDE-C062-470C-B291-938C73CD113F}"/>
              </a:ext>
            </a:extLst>
          </p:cNvPr>
          <p:cNvSpPr>
            <a:spLocks xmlns:a="http://schemas.openxmlformats.org/drawingml/2006/main" noGrp="1"/>
          </p:cNvSpPr>
          <p:nvPr/>
        </p:nvSpPr>
        <p:spPr>
          <a:xfrm xmlns:a="http://schemas.openxmlformats.org/drawingml/2006/main">
            <a:off x="609600" y="828675"/>
            <a:ext cx="109728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450" b="1">
                <a:solidFill>
                  <a:srgbClr val="142E25"/>
                </a:solidFill>
                <a:latin typeface="DejaVu Sans"/>
                <a:ea typeface="DejaVu Sans"/>
                <a:cs typeface="DejaVu Sans"/>
              </a:defRPr>
            </a:pPr>
            <a:r>
              <a:rPr sz="3450" b="1">
                <a:solidFill>
                  <a:srgbClr val="142E25"/>
                </a:solidFill>
                <a:latin typeface="DejaVu Sans"/>
                <a:ea typeface="DejaVu Sans"/>
                <a:cs typeface="DejaVu Sans"/>
              </a:rPr>
              <a:t>A saved wall rule</a:t>
            </a:r>
          </a:p>
        </p:txBody>
      </p:sp>
      <p:sp>
        <p:nvSpPr>
          <p:cNvPr id="4" name="">
            <a:extLst xmlns:a="http://schemas.openxmlformats.org/drawingml/2006/main">
              <a:ext uri="{FF2B5EF4-FFF2-40B4-BE49-F238E27FC236}">
                <a16:creationId xmlns:a16="http://schemas.microsoft.com/office/drawing/2014/main" id="{6CEE08AD-84C8-4C36-BD4A-6C7157586AC0}"/>
              </a:ext>
            </a:extLst>
          </p:cNvPr>
          <p:cNvSpPr>
            <a:spLocks xmlns:a="http://schemas.openxmlformats.org/drawingml/2006/main" noGrp="1"/>
          </p:cNvSpPr>
          <p:nvPr/>
        </p:nvSpPr>
        <p:spPr>
          <a:xfrm xmlns:a="http://schemas.openxmlformats.org/drawingml/2006/main">
            <a:off x="609600" y="20288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Save as W05_Walls.sb3.</a:t>
            </a:r>
          </a:p>
        </p:txBody>
      </p:sp>
      <p:sp>
        <p:nvSpPr>
          <p:cNvPr id="5" name="">
            <a:extLst xmlns:a="http://schemas.openxmlformats.org/drawingml/2006/main">
              <a:ext uri="{FF2B5EF4-FFF2-40B4-BE49-F238E27FC236}">
                <a16:creationId xmlns:a16="http://schemas.microsoft.com/office/drawing/2014/main" id="{AA801BB2-2739-4892-A06E-F311948E3B76}"/>
              </a:ext>
            </a:extLst>
          </p:cNvPr>
          <p:cNvSpPr>
            <a:spLocks xmlns:a="http://schemas.openxmlformats.org/drawingml/2006/main" noGrp="1"/>
          </p:cNvSpPr>
          <p:nvPr/>
        </p:nvSpPr>
        <p:spPr>
          <a:xfrm xmlns:a="http://schemas.openxmlformats.org/drawingml/2006/main">
            <a:off x="609600" y="311467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Load it and test a wall again.</a:t>
            </a:r>
          </a:p>
        </p:txBody>
      </p:sp>
      <p:sp>
        <p:nvSpPr>
          <p:cNvPr id="6" name="">
            <a:extLst xmlns:a="http://schemas.openxmlformats.org/drawingml/2006/main">
              <a:ext uri="{FF2B5EF4-FFF2-40B4-BE49-F238E27FC236}">
                <a16:creationId xmlns:a16="http://schemas.microsoft.com/office/drawing/2014/main" id="{58EA3FCD-DDC2-4CD8-904A-631177FA2A58}"/>
              </a:ext>
            </a:extLst>
          </p:cNvPr>
          <p:cNvSpPr>
            <a:spLocks xmlns:a="http://schemas.openxmlformats.org/drawingml/2006/main" noGrp="1"/>
          </p:cNvSpPr>
          <p:nvPr/>
        </p:nvSpPr>
        <p:spPr>
          <a:xfrm xmlns:a="http://schemas.openxmlformats.org/drawingml/2006/main">
            <a:off x="609600" y="4200525"/>
            <a:ext cx="10668000" cy="971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400" b="0">
                <a:solidFill>
                  <a:srgbClr val="142E25"/>
                </a:solidFill>
                <a:latin typeface="DejaVu Sans"/>
                <a:ea typeface="DejaVu Sans"/>
                <a:cs typeface="DejaVu Sans"/>
              </a:defRPr>
            </a:pPr>
            <a:r>
              <a:rPr sz="2400" b="0">
                <a:solidFill>
                  <a:srgbClr val="142E25"/>
                </a:solidFill>
                <a:latin typeface="DejaVu Sans"/>
                <a:ea typeface="DejaVu Sans"/>
                <a:cs typeface="DejaVu Sans"/>
              </a:rPr>
              <a:t>Show a pupil idea and its effect.</a:t>
            </a:r>
          </a:p>
        </p:txBody>
      </p:sp>
      <p:sp>
        <p:nvSpPr>
          <p:cNvPr id="7" name="">
            <a:extLst xmlns:a="http://schemas.openxmlformats.org/drawingml/2006/main">
              <a:ext uri="{FF2B5EF4-FFF2-40B4-BE49-F238E27FC236}">
                <a16:creationId xmlns:a16="http://schemas.microsoft.com/office/drawing/2014/main" id="{84317D59-00FB-4DC9-B076-CADC07E70321}"/>
              </a:ext>
            </a:extLst>
          </p:cNvPr>
          <p:cNvSpPr>
            <a:spLocks xmlns:a="http://schemas.openxmlformats.org/drawingml/2006/main" noGrp="1"/>
          </p:cNvSpPr>
          <p:nvPr/>
        </p:nvSpPr>
        <p:spPr>
          <a:xfrm xmlns:a="http://schemas.openxmlformats.org/drawingml/2006/main">
            <a:off x="609600" y="5524500"/>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19624A"/>
                </a:solidFill>
                <a:latin typeface="DejaVu Sans"/>
                <a:ea typeface="DejaVu Sans"/>
                <a:cs typeface="DejaVu Sans"/>
              </a:defRPr>
            </a:pPr>
            <a:r>
              <a:rPr sz="2100" b="1">
                <a:solidFill>
                  <a:srgbClr val="19624A"/>
                </a:solidFill>
                <a:latin typeface="DejaVu Sans"/>
                <a:ea typeface="DejaVu Sans"/>
                <a:cs typeface="DejaVu Sans"/>
              </a:rPr>
              <a:t>What I said, and what it changed</a:t>
            </a:r>
          </a:p>
        </p:txBody>
      </p:sp>
      <p:sp>
        <p:nvSpPr>
          <p:cNvPr id="8" name="">
            <a:extLst xmlns:a="http://schemas.openxmlformats.org/drawingml/2006/main">
              <a:ext uri="{FF2B5EF4-FFF2-40B4-BE49-F238E27FC236}">
                <a16:creationId xmlns:a16="http://schemas.microsoft.com/office/drawing/2014/main" id="{1D293958-F5B4-4716-BBB8-0E5C8F42577A}"/>
              </a:ext>
            </a:extLst>
          </p:cNvPr>
          <p:cNvSpPr>
            <a:spLocks xmlns:a="http://schemas.openxmlformats.org/drawingml/2006/main" noGrp="1"/>
          </p:cNvSpPr>
          <p:nvPr/>
        </p:nvSpPr>
        <p:spPr>
          <a:xfrm xmlns:a="http://schemas.openxmlformats.org/drawingml/2006/main">
            <a:off x="609600" y="6086475"/>
            <a:ext cx="10972800" cy="19050"/>
          </a:xfrm>
          <a:prstGeom xmlns:a="http://schemas.openxmlformats.org/drawingml/2006/main" prst="rect">
            <a:avLst/>
          </a:prstGeom>
          <a:solidFill xmlns:a="http://schemas.openxmlformats.org/drawingml/2006/main">
            <a:srgbClr val="CDD9CD"/>
          </a:solidFill>
          <a:ln xmlns:a="http://schemas.openxmlformats.org/drawingml/2006/main" w="0">
            <a:noFill/>
          </a:ln>
        </p:spPr>
      </p:sp>
      <p:sp>
        <p:nvSpPr>
          <p:cNvPr id="9" name="">
            <a:extLst xmlns:a="http://schemas.openxmlformats.org/drawingml/2006/main">
              <a:ext uri="{FF2B5EF4-FFF2-40B4-BE49-F238E27FC236}">
                <a16:creationId xmlns:a16="http://schemas.microsoft.com/office/drawing/2014/main" id="{C78C146A-F524-489E-A215-D486E195C117}"/>
              </a:ext>
            </a:extLst>
          </p:cNvPr>
          <p:cNvSpPr>
            <a:spLocks xmlns:a="http://schemas.openxmlformats.org/drawingml/2006/main" noGrp="1"/>
          </p:cNvSpPr>
          <p:nvPr/>
        </p:nvSpPr>
        <p:spPr>
          <a:xfrm xmlns:a="http://schemas.openxmlformats.org/drawingml/2006/main">
            <a:off x="6096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Arrival</a:t>
            </a:r>
          </a:p>
        </p:txBody>
      </p:sp>
      <p:sp>
        <p:nvSpPr>
          <p:cNvPr id="10" name="">
            <a:extLst xmlns:a="http://schemas.openxmlformats.org/drawingml/2006/main">
              <a:ext uri="{FF2B5EF4-FFF2-40B4-BE49-F238E27FC236}">
                <a16:creationId xmlns:a16="http://schemas.microsoft.com/office/drawing/2014/main" id="{2FCDBA21-E866-4094-B318-118C51D8F660}"/>
              </a:ext>
            </a:extLst>
          </p:cNvPr>
          <p:cNvSpPr>
            <a:spLocks xmlns:a="http://schemas.openxmlformats.org/drawingml/2006/main" noGrp="1"/>
          </p:cNvSpPr>
          <p:nvPr/>
        </p:nvSpPr>
        <p:spPr>
          <a:xfrm xmlns:a="http://schemas.openxmlformats.org/drawingml/2006/main">
            <a:off x="171450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Starter</a:t>
            </a:r>
          </a:p>
        </p:txBody>
      </p:sp>
      <p:sp>
        <p:nvSpPr>
          <p:cNvPr id="11" name="">
            <a:extLst xmlns:a="http://schemas.openxmlformats.org/drawingml/2006/main">
              <a:ext uri="{FF2B5EF4-FFF2-40B4-BE49-F238E27FC236}">
                <a16:creationId xmlns:a16="http://schemas.microsoft.com/office/drawing/2014/main" id="{885B8E39-F5C3-4A5F-AA85-2D3BD2A6FE59}"/>
              </a:ext>
            </a:extLst>
          </p:cNvPr>
          <p:cNvSpPr>
            <a:spLocks xmlns:a="http://schemas.openxmlformats.org/drawingml/2006/main" noGrp="1"/>
          </p:cNvSpPr>
          <p:nvPr/>
        </p:nvSpPr>
        <p:spPr>
          <a:xfrm xmlns:a="http://schemas.openxmlformats.org/drawingml/2006/main">
            <a:off x="2819400" y="6191250"/>
            <a:ext cx="857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a:t>
            </a:r>
          </a:p>
        </p:txBody>
      </p:sp>
      <p:sp>
        <p:nvSpPr>
          <p:cNvPr id="12" name="">
            <a:extLst xmlns:a="http://schemas.openxmlformats.org/drawingml/2006/main">
              <a:ext uri="{FF2B5EF4-FFF2-40B4-BE49-F238E27FC236}">
                <a16:creationId xmlns:a16="http://schemas.microsoft.com/office/drawing/2014/main" id="{2F801ABD-C770-4930-B148-2882BCF59C70}"/>
              </a:ext>
            </a:extLst>
          </p:cNvPr>
          <p:cNvSpPr>
            <a:spLocks xmlns:a="http://schemas.openxmlformats.org/drawingml/2006/main" noGrp="1"/>
          </p:cNvSpPr>
          <p:nvPr/>
        </p:nvSpPr>
        <p:spPr>
          <a:xfrm xmlns:a="http://schemas.openxmlformats.org/drawingml/2006/main">
            <a:off x="3829050" y="6191250"/>
            <a:ext cx="95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a:t>
            </a:r>
          </a:p>
        </p:txBody>
      </p:sp>
      <p:sp>
        <p:nvSpPr>
          <p:cNvPr id="13" name="">
            <a:extLst xmlns:a="http://schemas.openxmlformats.org/drawingml/2006/main">
              <a:ext uri="{FF2B5EF4-FFF2-40B4-BE49-F238E27FC236}">
                <a16:creationId xmlns:a16="http://schemas.microsoft.com/office/drawing/2014/main" id="{1DA5B37C-D914-4F34-B93E-8C151014373A}"/>
              </a:ext>
            </a:extLst>
          </p:cNvPr>
          <p:cNvSpPr>
            <a:spLocks xmlns:a="http://schemas.openxmlformats.org/drawingml/2006/main" noGrp="1"/>
          </p:cNvSpPr>
          <p:nvPr/>
        </p:nvSpPr>
        <p:spPr>
          <a:xfrm xmlns:a="http://schemas.openxmlformats.org/drawingml/2006/main">
            <a:off x="49339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 Do 2</a:t>
            </a:r>
          </a:p>
        </p:txBody>
      </p:sp>
      <p:sp>
        <p:nvSpPr>
          <p:cNvPr id="14" name="">
            <a:extLst xmlns:a="http://schemas.openxmlformats.org/drawingml/2006/main">
              <a:ext uri="{FF2B5EF4-FFF2-40B4-BE49-F238E27FC236}">
                <a16:creationId xmlns:a16="http://schemas.microsoft.com/office/drawing/2014/main" id="{4F060694-FCBC-4288-97B7-C74029BADFAC}"/>
              </a:ext>
            </a:extLst>
          </p:cNvPr>
          <p:cNvSpPr>
            <a:spLocks xmlns:a="http://schemas.openxmlformats.org/drawingml/2006/main" noGrp="1"/>
          </p:cNvSpPr>
          <p:nvPr/>
        </p:nvSpPr>
        <p:spPr>
          <a:xfrm xmlns:a="http://schemas.openxmlformats.org/drawingml/2006/main">
            <a:off x="6134100" y="6191250"/>
            <a:ext cx="1714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We Do 2 · Task</a:t>
            </a:r>
          </a:p>
        </p:txBody>
      </p:sp>
      <p:sp>
        <p:nvSpPr>
          <p:cNvPr id="15" name="">
            <a:extLst xmlns:a="http://schemas.openxmlformats.org/drawingml/2006/main">
              <a:ext uri="{FF2B5EF4-FFF2-40B4-BE49-F238E27FC236}">
                <a16:creationId xmlns:a16="http://schemas.microsoft.com/office/drawing/2014/main" id="{5EEE28C4-CF0A-4E1A-A83F-7B347C1F541F}"/>
              </a:ext>
            </a:extLst>
          </p:cNvPr>
          <p:cNvSpPr>
            <a:spLocks xmlns:a="http://schemas.openxmlformats.org/drawingml/2006/main" noGrp="1"/>
          </p:cNvSpPr>
          <p:nvPr/>
        </p:nvSpPr>
        <p:spPr>
          <a:xfrm xmlns:a="http://schemas.openxmlformats.org/drawingml/2006/main">
            <a:off x="8001000" y="6191250"/>
            <a:ext cx="2381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Independent Task</a:t>
            </a:r>
          </a:p>
        </p:txBody>
      </p:sp>
      <p:sp>
        <p:nvSpPr>
          <p:cNvPr id="16" name="">
            <a:extLst xmlns:a="http://schemas.openxmlformats.org/drawingml/2006/main">
              <a:ext uri="{FF2B5EF4-FFF2-40B4-BE49-F238E27FC236}">
                <a16:creationId xmlns:a16="http://schemas.microsoft.com/office/drawing/2014/main" id="{2FEBD926-ABFB-4091-BD2E-629FF6E417C0}"/>
              </a:ext>
            </a:extLst>
          </p:cNvPr>
          <p:cNvSpPr>
            <a:spLocks xmlns:a="http://schemas.openxmlformats.org/drawingml/2006/main" noGrp="1"/>
          </p:cNvSpPr>
          <p:nvPr/>
        </p:nvSpPr>
        <p:spPr>
          <a:xfrm xmlns:a="http://schemas.openxmlformats.org/drawingml/2006/main">
            <a:off x="10534650" y="6191250"/>
            <a:ext cx="1047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19624A"/>
                </a:solidFill>
                <a:latin typeface="DejaVu Sans"/>
                <a:ea typeface="DejaVu Sans"/>
                <a:cs typeface="DejaVu Sans"/>
              </a:defRPr>
            </a:pPr>
            <a:r>
              <a:rPr sz="1200" b="1">
                <a:solidFill>
                  <a:srgbClr val="19624A"/>
                </a:solidFill>
                <a:latin typeface="DejaVu Sans"/>
                <a:ea typeface="DejaVu Sans"/>
                <a:cs typeface="DejaVu Sans"/>
              </a:rPr>
              <a:t>Exit</a:t>
            </a:r>
          </a:p>
        </p:txBody>
      </p:sp>
      <p:sp>
        <p:nvSpPr>
          <p:cNvPr id="17" name="">
            <a:extLst xmlns:a="http://schemas.openxmlformats.org/drawingml/2006/main">
              <a:ext uri="{FF2B5EF4-FFF2-40B4-BE49-F238E27FC236}">
                <a16:creationId xmlns:a16="http://schemas.microsoft.com/office/drawing/2014/main" id="{31B32F08-ADB5-4BE4-84DA-520C2F642C96}"/>
              </a:ext>
            </a:extLst>
          </p:cNvPr>
          <p:cNvSpPr>
            <a:spLocks xmlns:a="http://schemas.openxmlformats.org/drawingml/2006/main" noGrp="1"/>
          </p:cNvSpPr>
          <p:nvPr/>
        </p:nvSpPr>
        <p:spPr>
          <a:xfrm xmlns:a="http://schemas.openxmlformats.org/drawingml/2006/main">
            <a:off x="10534650" y="6457950"/>
            <a:ext cx="933450" cy="28575"/>
          </a:xfrm>
          <a:prstGeom xmlns:a="http://schemas.openxmlformats.org/drawingml/2006/main" prst="rect">
            <a:avLst/>
          </a:prstGeom>
          <a:solidFill xmlns:a="http://schemas.openxmlformats.org/drawingml/2006/main">
            <a:srgbClr val="19624A"/>
          </a:solidFill>
          <a:ln xmlns:a="http://schemas.openxmlformats.org/drawingml/2006/main" w="0">
            <a:noFill/>
          </a:ln>
        </p:spPr>
      </p:sp>
      <p:sp>
        <p:nvSpPr>
          <p:cNvPr id="18" name="">
            <a:extLst xmlns:a="http://schemas.openxmlformats.org/drawingml/2006/main">
              <a:ext uri="{FF2B5EF4-FFF2-40B4-BE49-F238E27FC236}">
                <a16:creationId xmlns:a16="http://schemas.microsoft.com/office/drawing/2014/main" id="{A2726DA3-4045-4E7E-8FB2-DBF610C47DE2}"/>
              </a:ext>
            </a:extLst>
          </p:cNvPr>
          <p:cNvSpPr>
            <a:spLocks xmlns:a="http://schemas.openxmlformats.org/drawingml/2006/main" noGrp="1"/>
          </p:cNvSpPr>
          <p:nvPr/>
        </p:nvSpPr>
        <p:spPr>
          <a:xfrm xmlns:a="http://schemas.openxmlformats.org/drawingml/2006/main">
            <a:off x="609600" y="6553200"/>
            <a:ext cx="5905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GROW computing    Week 5</a:t>
            </a:r>
          </a:p>
        </p:txBody>
      </p:sp>
      <p:sp>
        <p:nvSpPr>
          <p:cNvPr id="19" name="">
            <a:extLst xmlns:a="http://schemas.openxmlformats.org/drawingml/2006/main">
              <a:ext uri="{FF2B5EF4-FFF2-40B4-BE49-F238E27FC236}">
                <a16:creationId xmlns:a16="http://schemas.microsoft.com/office/drawing/2014/main" id="{C377F455-7644-4B1E-ACBD-F3EBF8A250BE}"/>
              </a:ext>
            </a:extLst>
          </p:cNvPr>
          <p:cNvSpPr>
            <a:spLocks xmlns:a="http://schemas.openxmlformats.org/drawingml/2006/main" noGrp="1"/>
          </p:cNvSpPr>
          <p:nvPr/>
        </p:nvSpPr>
        <p:spPr>
          <a:xfrm xmlns:a="http://schemas.openxmlformats.org/drawingml/2006/main">
            <a:off x="10477500" y="6553200"/>
            <a:ext cx="109537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36A5D"/>
                </a:solidFill>
                <a:latin typeface="DejaVu Sans"/>
                <a:ea typeface="DejaVu Sans"/>
                <a:cs typeface="DejaVu Sans"/>
              </a:defRPr>
            </a:pPr>
            <a:r>
              <a:rPr sz="1200" b="0">
                <a:solidFill>
                  <a:srgbClr val="536A5D"/>
                </a:solidFill>
                <a:latin typeface="DejaVu Sans"/>
                <a:ea typeface="DejaVu Sans"/>
                <a:cs typeface="DejaVu Sans"/>
              </a:rPr>
              <a:t>8 / 8</a:t>
            </a:r>
          </a:p>
        </p:txBody>
      </p:sp>
    </p:spTree>
    <p:extLst>
      <p:ext uri="{BB962C8B-B14F-4D97-AF65-F5344CB8AC3E}">
        <p14:creationId xmlns:p14="http://schemas.microsoft.com/office/powerpoint/2010/main" val="88120635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2026-09-09T16:43:35.2520000Z</dcterms:created>
  <dcterms:modified xsi:type="dcterms:W3CDTF">2026-09-09T16:43:35.2520000Z</dcterms:modified>
</coreProperties>
</file>