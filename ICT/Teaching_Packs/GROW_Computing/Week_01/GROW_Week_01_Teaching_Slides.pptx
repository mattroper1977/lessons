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676a9cfcfb4b41" /><Relationship Type="http://schemas.openxmlformats.org/officeDocument/2006/relationships/extended-properties" Target="/docProps/app.xml" Id="R8d36f5238ca34f6b" /><Relationship Type="http://schemas.openxmlformats.org/officeDocument/2006/relationships/officeDocument" Target="/ppt/presentation.xml" Id="R74bf8dfc1f5f4a6e" /></Relationships>
</file>

<file path=ppt/presentation.xml><?xml version="1.0" encoding="utf-8"?>
<p:presentation xmlns:p="http://schemas.openxmlformats.org/presentationml/2006/main">
  <p:sldMasterIdLst>
    <p:sldMasterId xmlns:r="http://schemas.openxmlformats.org/officeDocument/2006/relationships" id="2147483648" r:id="R90cdb51478d34a79"/>
  </p:sldMasterIdLst>
  <p:notesMasterIdLst>
    <p:notesMasterId xmlns:r="http://schemas.openxmlformats.org/officeDocument/2006/relationships" r:id="Reb68bf7e88d24c9d"/>
  </p:notesMasterIdLst>
  <p:sldIdLst>
    <p:sldId xmlns:r="http://schemas.openxmlformats.org/officeDocument/2006/relationships" id="256" r:id="R218a832891434007"/>
    <p:sldId xmlns:r="http://schemas.openxmlformats.org/officeDocument/2006/relationships" id="257" r:id="Rd092f50c96d54201"/>
    <p:sldId xmlns:r="http://schemas.openxmlformats.org/officeDocument/2006/relationships" id="258" r:id="Rc0febe01e1014a01"/>
    <p:sldId xmlns:r="http://schemas.openxmlformats.org/officeDocument/2006/relationships" id="259" r:id="Rb67e359316824551"/>
    <p:sldId xmlns:r="http://schemas.openxmlformats.org/officeDocument/2006/relationships" id="260" r:id="R8141aa9d936244a8"/>
    <p:sldId xmlns:r="http://schemas.openxmlformats.org/officeDocument/2006/relationships" id="261" r:id="R3e22b7785e2e4bbf"/>
    <p:sldId xmlns:r="http://schemas.openxmlformats.org/officeDocument/2006/relationships" id="262" r:id="Rf56e03add70b4293"/>
    <p:sldId xmlns:r="http://schemas.openxmlformats.org/officeDocument/2006/relationships" id="263" r:id="Rd059010e8e0048a5"/>
    <p:sldId xmlns:r="http://schemas.openxmlformats.org/officeDocument/2006/relationships" id="264" r:id="Rd2917fe0191c4f0a"/>
    <p:sldId xmlns:r="http://schemas.openxmlformats.org/officeDocument/2006/relationships" id="265" r:id="R2924a7f073a94b7a"/>
    <p:sldId xmlns:r="http://schemas.openxmlformats.org/officeDocument/2006/relationships" id="266" r:id="R23f165d6f8204e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5976cbdcda466b" /><Relationship Type="http://schemas.openxmlformats.org/officeDocument/2006/relationships/slideMaster" Target="/ppt/slideMasters/slideMaster1.xml" Id="R90cdb51478d34a79" /><Relationship Type="http://schemas.openxmlformats.org/officeDocument/2006/relationships/notesMaster" Target="/ppt/notesMasters/notesMaster1.xml" Id="Reb68bf7e88d24c9d" /><Relationship Type="http://schemas.openxmlformats.org/officeDocument/2006/relationships/presProps" Target="/ppt/presProps.xml" Id="R9fe3fa6d43c948c1" /><Relationship Type="http://schemas.openxmlformats.org/officeDocument/2006/relationships/tableStyles" Target="/ppt/tableStyles.xml" Id="R82362f3a1e21427e" /><Relationship Type="http://schemas.openxmlformats.org/officeDocument/2006/relationships/slide" Target="/ppt/slides/slide1.xml" Id="R218a832891434007" /><Relationship Type="http://schemas.openxmlformats.org/officeDocument/2006/relationships/slide" Target="/ppt/slides/slide2.xml" Id="Rd092f50c96d54201" /><Relationship Type="http://schemas.openxmlformats.org/officeDocument/2006/relationships/slide" Target="/ppt/slides/slide3.xml" Id="Rc0febe01e1014a01" /><Relationship Type="http://schemas.openxmlformats.org/officeDocument/2006/relationships/slide" Target="/ppt/slides/slide4.xml" Id="Rb67e359316824551" /><Relationship Type="http://schemas.openxmlformats.org/officeDocument/2006/relationships/slide" Target="/ppt/slides/slide5.xml" Id="R8141aa9d936244a8" /><Relationship Type="http://schemas.openxmlformats.org/officeDocument/2006/relationships/slide" Target="/ppt/slides/slide6.xml" Id="R3e22b7785e2e4bbf" /><Relationship Type="http://schemas.openxmlformats.org/officeDocument/2006/relationships/slide" Target="/ppt/slides/slide7.xml" Id="Rf56e03add70b4293" /><Relationship Type="http://schemas.openxmlformats.org/officeDocument/2006/relationships/slide" Target="/ppt/slides/slide8.xml" Id="Rd059010e8e0048a5" /><Relationship Type="http://schemas.openxmlformats.org/officeDocument/2006/relationships/slide" Target="/ppt/slides/slide9.xml" Id="Rd2917fe0191c4f0a" /><Relationship Type="http://schemas.openxmlformats.org/officeDocument/2006/relationships/slide" Target="/ppt/slides/slide10.xml" Id="R2924a7f073a94b7a" /><Relationship Type="http://schemas.openxmlformats.org/officeDocument/2006/relationships/slide" Target="/ppt/slides/slide11.xml" Id="R23f165d6f8204e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4d85590c4a45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ed3ae21eec42e5" /><Relationship Type="http://schemas.openxmlformats.org/officeDocument/2006/relationships/notesMaster" Target="/ppt/notesMasters/notesMaster1.xml" Id="Rf824e246b3f14f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dc3df19b524cc4" /><Relationship Type="http://schemas.openxmlformats.org/officeDocument/2006/relationships/notesMaster" Target="/ppt/notesMasters/notesMaster1.xml" Id="R54ea7f04dc6140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cf83d6283a41cb" /><Relationship Type="http://schemas.openxmlformats.org/officeDocument/2006/relationships/notesMaster" Target="/ppt/notesMasters/notesMaster1.xml" Id="R5ff0986598dd43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e37893e81b4e3b" /><Relationship Type="http://schemas.openxmlformats.org/officeDocument/2006/relationships/notesMaster" Target="/ppt/notesMasters/notesMaster1.xml" Id="R5a0ccd7f1d7749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4ce178149d4b72" /><Relationship Type="http://schemas.openxmlformats.org/officeDocument/2006/relationships/notesMaster" Target="/ppt/notesMasters/notesMaster1.xml" Id="R5ad5152c251644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0ebf7960bc488e" /><Relationship Type="http://schemas.openxmlformats.org/officeDocument/2006/relationships/notesMaster" Target="/ppt/notesMasters/notesMaster1.xml" Id="R0b06e8b5fc2d45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6f6edcd8684950" /><Relationship Type="http://schemas.openxmlformats.org/officeDocument/2006/relationships/notesMaster" Target="/ppt/notesMasters/notesMaster1.xml" Id="Rcbf3eb78779c4a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5124a624fe48ef" /><Relationship Type="http://schemas.openxmlformats.org/officeDocument/2006/relationships/notesMaster" Target="/ppt/notesMasters/notesMaster1.xml" Id="Rf8436140c1fe48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ec460f3bdb433e" /><Relationship Type="http://schemas.openxmlformats.org/officeDocument/2006/relationships/notesMaster" Target="/ppt/notesMasters/notesMaster1.xml" Id="R11dd4120a73c49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ac55daa59f4a27" /><Relationship Type="http://schemas.openxmlformats.org/officeDocument/2006/relationships/notesMaster" Target="/ppt/notesMasters/notesMaster1.xml" Id="R49952e79239a43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c73261f6774cc5" /><Relationship Type="http://schemas.openxmlformats.org/officeDocument/2006/relationships/notesMaster" Target="/ppt/notesMasters/notesMaster1.xml" Id="Rd412e98168e54b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Arrival, elapsed minutes 0-3.</a:t>
            </a:r>
          </a:p>
          <a:p xmlns:a="http://schemas.openxmlformats.org/drawingml/2006/main">
            <a:r>
              <a:t/>
            </a:r>
          </a:p>
          <a:p xmlns:a="http://schemas.openxmlformats.org/drawingml/2006/main">
            <a:r>
              <a:t>Use the pupil project, not the teacher model. In browser Scratch choose File &gt; Load from your computer. The sprite and practice script are supplied. Check every pupil can see the Courier sprite. Accept pointing or spoken responses. No sign-in or sharing is required.</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Starter, elapsed minutes 3-6.</a:t>
            </a:r>
          </a:p>
          <a:p xmlns:a="http://schemas.openxmlformats.org/drawingml/2006/main">
            <a:r>
              <a:t/>
            </a:r>
          </a:p>
          <a:p xmlns:a="http://schemas.openxmlformats.org/drawingml/2006/main">
            <a:r>
              <a:t>Ask pupils to predict before running the HTML model or changing the supplied Scratch block. B travels further: x becomes 100 rather than 40. A bigger move value changes distance, not a speed setting. Record starting ideas without grading them.</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I Do, elapsed minutes 6-11.</a:t>
            </a:r>
          </a:p>
          <a:p xmlns:a="http://schemas.openxmlformats.org/drawingml/2006/main">
            <a:r>
              <a:t/>
            </a:r>
          </a:p>
          <a:p xmlns:a="http://schemas.openxmlformats.org/drawingml/2006/main">
            <a:r>
              <a:t>Model the supplied script: green flag; go to x:0 y:0; point in direction 90; move 40 steps; say Arrived for 2 seconds. Point out the event hat and attached stack. 90 means right in Scratch. Do not explain all directions yet. Run twice: the position resets each time.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We Do, elapsed minutes 11-15.</a:t>
            </a:r>
          </a:p>
          <a:p xmlns:a="http://schemas.openxmlformats.org/drawingml/2006/main">
            <a:r>
              <a:t/>
            </a:r>
          </a:p>
          <a:p xmlns:a="http://schemas.openxmlformats.org/drawingml/2006/main">
            <a:r>
              <a:t>The starting position, direction and other blocks stay unchanged. Finish positions are x40 and x100. Use the lab or actual Scratch, then transfer to actual Scratch. Ask a pupil to describe the one changed value. Use booklet page 1. In We Do, collect every pupil’s prediction before running. Invite a pupil to identify or make the change. Use their reason to select what to inspect next, then compare the actual result with the class prediction. A pupil may direct an adult by pointing. This is active joint practice.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We Do, elapsed minutes 15-18.</a:t>
            </a:r>
          </a:p>
          <a:p xmlns:a="http://schemas.openxmlformats.org/drawingml/2006/main">
            <a:r>
              <a:t/>
            </a:r>
          </a:p>
          <a:p xmlns:a="http://schemas.openxmlformats.org/drawingml/2006/main">
            <a:r>
              <a:t>With the go-to block, both runs end at x100. Without it, movement can accumulate. Use the HTML reset option as a comparison, then restore reset on. This is a model variation, not an extra block pupils must master now. Ask pupils to commit a prediction using speech, pointing or a token. Give thinking time before asking for a reason. A partner may operate the demo, but every pupil predicts and checks a result.</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I Do 2, elapsed minutes 18-21.</a:t>
            </a:r>
          </a:p>
          <a:p xmlns:a="http://schemas.openxmlformats.org/drawingml/2006/main">
            <a:r>
              <a:t/>
            </a:r>
          </a:p>
          <a:p xmlns:a="http://schemas.openxmlformats.org/drawingml/2006/main">
            <a:r>
              <a:t>Model the exact school workflow. In browser Scratch, Save to your computer downloads a file. It may land in Downloads; move or save it to the approved pupil folder. Some installed versions label this Save to your computer or Save as. Reopen through File &gt; Load from your computer. Do not sign in to save.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We Do 2 · Task, elapsed minutes 21-25.</a:t>
            </a:r>
          </a:p>
          <a:p xmlns:a="http://schemas.openxmlformats.org/drawingml/2006/main">
            <a:r>
              <a:t/>
            </a:r>
          </a:p>
          <a:p xmlns:a="http://schemas.openxmlformats.org/drawingml/2006/main">
            <a:r>
              <a:t>Expected value is 120. Let pupils reason or count the scale before revealing. Use the actual project. If they change go-to as well, reset to x0 y0 and change only move. A successful run is a useful feedback point, not completion of the AQA unit. Use this as the handover check. If the pupil needs a repeated model or loses the next action, start with Step by step. If they choose the needed value or input and test it, use Main task. If they explain and transfer the idea to a new target, offer Challenge. Access support remains available in every route.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Independent Task, elapsed minutes 25-26.</a:t>
            </a:r>
          </a:p>
          <a:p xmlns:a="http://schemas.openxmlformats.org/drawingml/2006/main">
            <a:r>
              <a:t/>
            </a:r>
          </a:p>
          <a:p xmlns:a="http://schemas.openxmlformats.org/drawingml/2006/main">
            <a:r>
              <a:t>Use the response to We Do 2 to choose a starting route together. Routes describe current support, never fixed pupil groups. Pupils can switch route at any point. Give the named resource now, or pre-place it to keep this handover within one minute. Step by step uses one action at a time, reduced writing, pointing and short practical checks. Main task uses the pupil booklet. Challenge deepens prediction and explanation rather than increasing writing. All pupils keep the same lesson aim. Quiet working, spoken responses, pointing, a token and adult scribing are available on every route. If working in pairs, each pupil makes and demonstrates an individual change. Week 1 Step by step: keep the reference, choose between 40, 100 and 120, change one value, test to x120, choose a short message and repeat. Main: reach x120, choose a message and test twice. Challenge: predict and reach x160; explain why reset makes both runs finish in the same place. An optional comparison removes reset only in a spare copy or the HTML model and restores it before saving. Accept a spoken explanation.</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Independent Task, elapsed minutes 26-32.</a:t>
            </a:r>
          </a:p>
          <a:p xmlns:a="http://schemas.openxmlformats.org/drawingml/2006/main">
            <a:r>
              <a:t/>
            </a:r>
          </a:p>
          <a:p xmlns:a="http://schemas.openxmlformats.org/drawingml/2006/main">
            <a:r>
              <a:t>Core task is to modify the supplied practice program. Allow message choice from Ready, Delivery complete, or Made it. Support with booklet page 3 and a visual cue. Stretch: use a new target x160 and explain what changes. Never require typing a long sentence. Named route resources: GROW_Week_01_Step_by_Step.pdf, GROW_Week_01_Pupil_Booklet.pdf (Main task), and GROW_Week_01_Challenge.pdf. Editable Word copies are included. Keep the reference visible while a pupil works, then reduce prompts if the next action is secure.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Independent Task, elapsed minutes 32-35.</a:t>
            </a:r>
          </a:p>
          <a:p xmlns:a="http://schemas.openxmlformats.org/drawingml/2006/main">
            <a:r>
              <a:t/>
            </a:r>
          </a:p>
          <a:p xmlns:a="http://schemas.openxmlformats.org/drawingml/2006/main">
            <a:r>
              <a:t>Each pupil demonstrates their own change, including when working in a pair. Observation can capture a spoken explanation; the booklet is optional supporting evidence. Record support as well as achievement. This is baseline practice for later script work. Close the pupil voice loop within these three minutes: space to think privately; voice by speech, pointing, writing or an adult scribe; an audience who listens; influence through a visible decision. Ask “What I said, and what it changed”. Week 1: implement a pupil’s chosen message or a useful access adjustment now, and tell them its effect. Week 2: record mission/feature choice and reply adopt, adapt or defer with a short reason; revisit the decision at Week 3 or Week 7. A deferred idea is not a promise. Pupils may answer privately. No adult signature is a gate to the pupil saving work.</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Exit, elapsed minutes 35-40.</a:t>
            </a:r>
          </a:p>
          <a:p xmlns:a="http://schemas.openxmlformats.org/drawingml/2006/main">
            <a:r>
              <a:t/>
            </a:r>
          </a:p>
          <a:p xmlns:a="http://schemas.openxmlformats.org/drawingml/2006/main">
            <a:r>
              <a:t>Check pupils can locate the real .sb3 file, not just a screenshot or this HTML lesson. Save before loading because loading replaces the current project. Keep a staff backup through school systems. Ask one retrieval question next week: what starts the script?</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GROW_Week_01_Interactive.html,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Foundation practice for later movement and testing. No complete 71638 outcome is claimed from this lesson alone.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0fe958a0c47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a3ac66cf5548d0" /><Relationship Type="http://schemas.openxmlformats.org/officeDocument/2006/relationships/slideLayout" Target="/ppt/slideLayouts/slideLayout1.xml" Id="R739d3bcc9d134c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9d3bcc9d134c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9a5e871c3f466b" /><Relationship Type="http://schemas.openxmlformats.org/officeDocument/2006/relationships/notesSlide" Target="/ppt/notesSlides/notesSlide1.xml" Id="Rd7503dcc66e742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4a0dc181f6417b" /><Relationship Type="http://schemas.openxmlformats.org/officeDocument/2006/relationships/notesSlide" Target="/ppt/notesSlides/notesSlide2.xml" Id="R3a4b846c73e146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96a8eb66b54910" /><Relationship Type="http://schemas.openxmlformats.org/officeDocument/2006/relationships/notesSlide" Target="/ppt/notesSlides/notesSlide3.xml" Id="R7915a8ca17f546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cb48917d4e4a05" /><Relationship Type="http://schemas.openxmlformats.org/officeDocument/2006/relationships/notesSlide" Target="/ppt/notesSlides/notesSlide4.xml" Id="R0545059277544d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21f32121224a6a" /><Relationship Type="http://schemas.openxmlformats.org/officeDocument/2006/relationships/notesSlide" Target="/ppt/notesSlides/notesSlide5.xml" Id="R6e6a71f244014b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dd059269c84e38" /><Relationship Type="http://schemas.openxmlformats.org/officeDocument/2006/relationships/notesSlide" Target="/ppt/notesSlides/notesSlide6.xml" Id="R35e4f900b6394b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44333e78bd4f1f" /><Relationship Type="http://schemas.openxmlformats.org/officeDocument/2006/relationships/notesSlide" Target="/ppt/notesSlides/notesSlide7.xml" Id="R70e49590d6064c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ae78f93007409a" /><Relationship Type="http://schemas.openxmlformats.org/officeDocument/2006/relationships/notesSlide" Target="/ppt/notesSlides/notesSlide8.xml" Id="Rc1f0e951d71d49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59fe3a3fd04f48" /><Relationship Type="http://schemas.openxmlformats.org/officeDocument/2006/relationships/notesSlide" Target="/ppt/notesSlides/notesSlide9.xml" Id="Rcbfd4961d02d4e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67852ebf1942e7" /><Relationship Type="http://schemas.openxmlformats.org/officeDocument/2006/relationships/notesSlide" Target="/ppt/notesSlides/notesSlide10.xml" Id="Re6d17fa77d574f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f644ee623c4c0b" /><Relationship Type="http://schemas.openxmlformats.org/officeDocument/2006/relationships/notesSlide" Target="/ppt/notesSlides/notesSlide11.xml" Id="R964bdf46caa24721" /></Relationships>
</file>

<file path=ppt/slides/slide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3E80C86-A3FD-40F2-9450-F725C83D48D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41E4A1-0955-49DA-BA1B-54CE6170DD94}"/>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Arrival     0-3 minutes</a:t>
            </a:r>
          </a:p>
        </p:txBody>
      </p:sp>
      <p:sp>
        <p:nvSpPr>
          <p:cNvPr id="3" name="">
            <a:extLst xmlns:a="http://schemas.openxmlformats.org/drawingml/2006/main">
              <a:ext uri="{FF2B5EF4-FFF2-40B4-BE49-F238E27FC236}">
                <a16:creationId xmlns:a16="http://schemas.microsoft.com/office/drawing/2014/main" id="{3B5D11B1-1511-4A11-82D0-5EC9FE6F03A2}"/>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42E25"/>
                </a:solidFill>
                <a:latin typeface="DejaVu Sans"/>
                <a:ea typeface="DejaVu Sans"/>
                <a:cs typeface="DejaVu Sans"/>
              </a:defRPr>
            </a:pPr>
            <a:r>
              <a:rPr sz="4350" b="1">
                <a:solidFill>
                  <a:srgbClr val="142E25"/>
                </a:solidFill>
                <a:latin typeface="DejaVu Sans"/>
                <a:ea typeface="DejaVu Sans"/>
                <a:cs typeface="DejaVu Sans"/>
              </a:rPr>
              <a:t>Get a result</a:t>
            </a:r>
          </a:p>
        </p:txBody>
      </p:sp>
      <p:sp>
        <p:nvSpPr>
          <p:cNvPr id="4" name="">
            <a:extLst xmlns:a="http://schemas.openxmlformats.org/drawingml/2006/main">
              <a:ext uri="{FF2B5EF4-FFF2-40B4-BE49-F238E27FC236}">
                <a16:creationId xmlns:a16="http://schemas.microsoft.com/office/drawing/2014/main" id="{1D164930-4E2E-4CE8-9112-05AAC8071DE7}"/>
              </a:ext>
            </a:extLst>
          </p:cNvPr>
          <p:cNvSpPr>
            <a:spLocks xmlns:a="http://schemas.openxmlformats.org/drawingml/2006/main" noGrp="1"/>
          </p:cNvSpPr>
          <p:nvPr/>
        </p:nvSpPr>
        <p:spPr>
          <a:xfrm xmlns:a="http://schemas.openxmlformats.org/drawingml/2006/main">
            <a:off x="609600" y="1971675"/>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2E25"/>
                </a:solidFill>
                <a:latin typeface="DejaVu Sans"/>
                <a:ea typeface="DejaVu Sans"/>
                <a:cs typeface="DejaVu Sans"/>
              </a:defRPr>
            </a:pPr>
            <a:r>
              <a:rPr sz="2775" b="1">
                <a:solidFill>
                  <a:srgbClr val="142E25"/>
                </a:solidFill>
                <a:latin typeface="DejaVu Sans"/>
                <a:ea typeface="DejaVu Sans"/>
                <a:cs typeface="DejaVu Sans"/>
              </a:rPr>
              <a:t>I can run a program, change one value and save my work.</a:t>
            </a:r>
          </a:p>
        </p:txBody>
      </p:sp>
      <p:sp>
        <p:nvSpPr>
          <p:cNvPr id="5" name="">
            <a:extLst xmlns:a="http://schemas.openxmlformats.org/drawingml/2006/main">
              <a:ext uri="{FF2B5EF4-FFF2-40B4-BE49-F238E27FC236}">
                <a16:creationId xmlns:a16="http://schemas.microsoft.com/office/drawing/2014/main" id="{147A654E-8D7D-42CE-8692-7762B2E3B996}"/>
              </a:ext>
            </a:extLst>
          </p:cNvPr>
          <p:cNvSpPr>
            <a:spLocks xmlns:a="http://schemas.openxmlformats.org/drawingml/2006/main" noGrp="1"/>
          </p:cNvSpPr>
          <p:nvPr/>
        </p:nvSpPr>
        <p:spPr>
          <a:xfrm xmlns:a="http://schemas.openxmlformats.org/drawingml/2006/main">
            <a:off x="609600" y="36385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Today we will change what a program does.</a:t>
            </a:r>
          </a:p>
        </p:txBody>
      </p:sp>
      <p:sp>
        <p:nvSpPr>
          <p:cNvPr id="6" name="">
            <a:extLst xmlns:a="http://schemas.openxmlformats.org/drawingml/2006/main">
              <a:ext uri="{FF2B5EF4-FFF2-40B4-BE49-F238E27FC236}">
                <a16:creationId xmlns:a16="http://schemas.microsoft.com/office/drawing/2014/main" id="{4E0FCCDE-ADB7-4C2A-BC9B-6D3779B1C5B2}"/>
              </a:ext>
            </a:extLst>
          </p:cNvPr>
          <p:cNvSpPr>
            <a:spLocks xmlns:a="http://schemas.openxmlformats.org/drawingml/2006/main" noGrp="1"/>
          </p:cNvSpPr>
          <p:nvPr/>
        </p:nvSpPr>
        <p:spPr>
          <a:xfrm xmlns:a="http://schemas.openxmlformats.org/drawingml/2006/main">
            <a:off x="609600" y="45434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Open W01_Start.sb3 in Scratch.</a:t>
            </a:r>
          </a:p>
        </p:txBody>
      </p:sp>
      <p:sp>
        <p:nvSpPr>
          <p:cNvPr id="7" name="">
            <a:extLst xmlns:a="http://schemas.openxmlformats.org/drawingml/2006/main">
              <a:ext uri="{FF2B5EF4-FFF2-40B4-BE49-F238E27FC236}">
                <a16:creationId xmlns:a16="http://schemas.microsoft.com/office/drawing/2014/main" id="{6690AFDF-9229-4A60-AE5A-753454C9CF3A}"/>
              </a:ext>
            </a:extLst>
          </p:cNvPr>
          <p:cNvSpPr>
            <a:spLocks xmlns:a="http://schemas.openxmlformats.org/drawingml/2006/main" noGrp="1"/>
          </p:cNvSpPr>
          <p:nvPr/>
        </p:nvSpPr>
        <p:spPr>
          <a:xfrm xmlns:a="http://schemas.openxmlformats.org/drawingml/2006/main">
            <a:off x="609600" y="55816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 can point, say or write. Quiet working is available.</a:t>
            </a:r>
          </a:p>
        </p:txBody>
      </p:sp>
      <p:sp>
        <p:nvSpPr>
          <p:cNvPr id="8" name="">
            <a:extLst xmlns:a="http://schemas.openxmlformats.org/drawingml/2006/main">
              <a:ext uri="{FF2B5EF4-FFF2-40B4-BE49-F238E27FC236}">
                <a16:creationId xmlns:a16="http://schemas.microsoft.com/office/drawing/2014/main" id="{510BBD35-F20B-4D60-8713-62CAEEAEA584}"/>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7C54C43-6594-4A1B-93A7-AB2761A0D3C4}"/>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D3A89FF8-2E07-46F7-B927-4A4E879DCC25}"/>
              </a:ext>
            </a:extLst>
          </p:cNvPr>
          <p:cNvSpPr>
            <a:spLocks xmlns:a="http://schemas.openxmlformats.org/drawingml/2006/main" noGrp="1"/>
          </p:cNvSpPr>
          <p:nvPr/>
        </p:nvSpPr>
        <p:spPr>
          <a:xfrm xmlns:a="http://schemas.openxmlformats.org/drawingml/2006/main">
            <a:off x="6096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14767D-C073-4701-860E-4DE939F6296D}"/>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2" name="">
            <a:extLst xmlns:a="http://schemas.openxmlformats.org/drawingml/2006/main">
              <a:ext uri="{FF2B5EF4-FFF2-40B4-BE49-F238E27FC236}">
                <a16:creationId xmlns:a16="http://schemas.microsoft.com/office/drawing/2014/main" id="{65E8AAF7-0D7E-456E-B770-B5E884FA1243}"/>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3" name="">
            <a:extLst xmlns:a="http://schemas.openxmlformats.org/drawingml/2006/main">
              <a:ext uri="{FF2B5EF4-FFF2-40B4-BE49-F238E27FC236}">
                <a16:creationId xmlns:a16="http://schemas.microsoft.com/office/drawing/2014/main" id="{73C2BE07-5114-4E85-9012-AA8E3BA6559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4" name="">
            <a:extLst xmlns:a="http://schemas.openxmlformats.org/drawingml/2006/main">
              <a:ext uri="{FF2B5EF4-FFF2-40B4-BE49-F238E27FC236}">
                <a16:creationId xmlns:a16="http://schemas.microsoft.com/office/drawing/2014/main" id="{F97F2B58-E7F9-421A-8A88-A1A57B9FFA65}"/>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5" name="">
            <a:extLst xmlns:a="http://schemas.openxmlformats.org/drawingml/2006/main">
              <a:ext uri="{FF2B5EF4-FFF2-40B4-BE49-F238E27FC236}">
                <a16:creationId xmlns:a16="http://schemas.microsoft.com/office/drawing/2014/main" id="{EB144EAD-7A64-4DA4-920F-1ACE8F0F1F12}"/>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6" name="">
            <a:extLst xmlns:a="http://schemas.openxmlformats.org/drawingml/2006/main">
              <a:ext uri="{FF2B5EF4-FFF2-40B4-BE49-F238E27FC236}">
                <a16:creationId xmlns:a16="http://schemas.microsoft.com/office/drawing/2014/main" id="{6D6FAD5E-4186-4E56-AFDE-6ADD7813828D}"/>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7" name="">
            <a:extLst xmlns:a="http://schemas.openxmlformats.org/drawingml/2006/main">
              <a:ext uri="{FF2B5EF4-FFF2-40B4-BE49-F238E27FC236}">
                <a16:creationId xmlns:a16="http://schemas.microsoft.com/office/drawing/2014/main" id="{1A41F31D-E0E0-45CB-A917-149E69D1E368}"/>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8" name="">
            <a:extLst xmlns:a="http://schemas.openxmlformats.org/drawingml/2006/main">
              <a:ext uri="{FF2B5EF4-FFF2-40B4-BE49-F238E27FC236}">
                <a16:creationId xmlns:a16="http://schemas.microsoft.com/office/drawing/2014/main" id="{694BCFD3-D934-48BA-A8A2-B0F1C03EAB31}"/>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19" name="">
            <a:extLst xmlns:a="http://schemas.openxmlformats.org/drawingml/2006/main">
              <a:ext uri="{FF2B5EF4-FFF2-40B4-BE49-F238E27FC236}">
                <a16:creationId xmlns:a16="http://schemas.microsoft.com/office/drawing/2014/main" id="{74953B75-4C4D-4BB0-AF24-02FD943659AD}"/>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 / 11</a:t>
            </a:r>
          </a:p>
        </p:txBody>
      </p:sp>
    </p:spTree>
    <p:extLst>
      <p:ext uri="{BB962C8B-B14F-4D97-AF65-F5344CB8AC3E}">
        <p14:creationId xmlns:p14="http://schemas.microsoft.com/office/powerpoint/2010/main" val="1444351071"/>
      </p:ext>
    </p:extLst>
  </p:cSld>
</p:sld>
</file>

<file path=ppt/slides/slide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10CD014-8A1A-4D0C-A852-7FE5D77EF87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196B2F-1AA8-4AD1-BE16-6C69048322E2}"/>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Starter     3-6 minutes</a:t>
            </a:r>
          </a:p>
        </p:txBody>
      </p:sp>
      <p:sp>
        <p:nvSpPr>
          <p:cNvPr id="3" name="">
            <a:extLst xmlns:a="http://schemas.openxmlformats.org/drawingml/2006/main">
              <a:ext uri="{FF2B5EF4-FFF2-40B4-BE49-F238E27FC236}">
                <a16:creationId xmlns:a16="http://schemas.microsoft.com/office/drawing/2014/main" id="{2F2E0410-E89E-4230-9541-C4A621EF599E}"/>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prediction</a:t>
            </a:r>
          </a:p>
        </p:txBody>
      </p:sp>
      <p:sp>
        <p:nvSpPr>
          <p:cNvPr id="4" name="">
            <a:extLst xmlns:a="http://schemas.openxmlformats.org/drawingml/2006/main">
              <a:ext uri="{FF2B5EF4-FFF2-40B4-BE49-F238E27FC236}">
                <a16:creationId xmlns:a16="http://schemas.microsoft.com/office/drawing/2014/main" id="{866AD0C9-1B5E-413C-BD21-EF7C5FACE9B3}"/>
              </a:ext>
            </a:extLst>
          </p:cNvPr>
          <p:cNvSpPr>
            <a:spLocks xmlns:a="http://schemas.openxmlformats.org/drawingml/2006/main" noGrp="1"/>
          </p:cNvSpPr>
          <p:nvPr/>
        </p:nvSpPr>
        <p:spPr>
          <a:xfrm xmlns:a="http://schemas.openxmlformats.org/drawingml/2006/main">
            <a:off x="609600" y="17430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Both start at x = 0 and face right.</a:t>
            </a:r>
          </a:p>
        </p:txBody>
      </p:sp>
      <p:sp>
        <p:nvSpPr>
          <p:cNvPr id="5" name="">
            <a:extLst xmlns:a="http://schemas.openxmlformats.org/drawingml/2006/main">
              <a:ext uri="{FF2B5EF4-FFF2-40B4-BE49-F238E27FC236}">
                <a16:creationId xmlns:a16="http://schemas.microsoft.com/office/drawing/2014/main" id="{6D4A4CDE-E269-4DD1-9111-996CF066382B}"/>
              </a:ext>
            </a:extLst>
          </p:cNvPr>
          <p:cNvSpPr>
            <a:spLocks xmlns:a="http://schemas.openxmlformats.org/drawingml/2006/main" noGrp="1"/>
          </p:cNvSpPr>
          <p:nvPr/>
        </p:nvSpPr>
        <p:spPr>
          <a:xfrm xmlns:a="http://schemas.openxmlformats.org/drawingml/2006/main">
            <a:off x="609600" y="2238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624A"/>
                </a:solidFill>
                <a:latin typeface="DejaVu Sans"/>
                <a:ea typeface="DejaVu Sans"/>
                <a:cs typeface="DejaVu Sans"/>
              </a:defRPr>
            </a:pPr>
            <a:r>
              <a:rPr sz="2175" b="1">
                <a:solidFill>
                  <a:srgbClr val="19624A"/>
                </a:solidFill>
                <a:latin typeface="DejaVu Sans"/>
                <a:ea typeface="DejaVu Sans"/>
                <a:cs typeface="DejaVu Sans"/>
              </a:rPr>
              <a:t>A</a:t>
            </a:r>
          </a:p>
        </p:txBody>
      </p:sp>
      <p:sp>
        <p:nvSpPr>
          <p:cNvPr id="6" name="">
            <a:extLst xmlns:a="http://schemas.openxmlformats.org/drawingml/2006/main">
              <a:ext uri="{FF2B5EF4-FFF2-40B4-BE49-F238E27FC236}">
                <a16:creationId xmlns:a16="http://schemas.microsoft.com/office/drawing/2014/main" id="{F75A6FEE-714E-4162-8FD6-2FAE1AA72796}"/>
              </a:ext>
            </a:extLst>
          </p:cNvPr>
          <p:cNvSpPr>
            <a:spLocks xmlns:a="http://schemas.openxmlformats.org/drawingml/2006/main" noGrp="1"/>
          </p:cNvSpPr>
          <p:nvPr/>
        </p:nvSpPr>
        <p:spPr>
          <a:xfrm xmlns:a="http://schemas.openxmlformats.org/drawingml/2006/main">
            <a:off x="6286500" y="22383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624A"/>
                </a:solidFill>
                <a:latin typeface="DejaVu Sans"/>
                <a:ea typeface="DejaVu Sans"/>
                <a:cs typeface="DejaVu Sans"/>
              </a:defRPr>
            </a:pPr>
            <a:r>
              <a:rPr sz="2175" b="1">
                <a:solidFill>
                  <a:srgbClr val="19624A"/>
                </a:solidFill>
                <a:latin typeface="DejaVu Sans"/>
                <a:ea typeface="DejaVu Sans"/>
                <a:cs typeface="DejaVu Sans"/>
              </a:rPr>
              <a:t>B</a:t>
            </a:r>
          </a:p>
        </p:txBody>
      </p:sp>
      <p:sp>
        <p:nvSpPr>
          <p:cNvPr id="7" name="">
            <a:extLst xmlns:a="http://schemas.openxmlformats.org/drawingml/2006/main">
              <a:ext uri="{FF2B5EF4-FFF2-40B4-BE49-F238E27FC236}">
                <a16:creationId xmlns:a16="http://schemas.microsoft.com/office/drawing/2014/main" id="{4B16176A-81A8-43FC-B5BA-34672E391E17}"/>
              </a:ext>
            </a:extLst>
          </p:cNvPr>
          <p:cNvSpPr>
            <a:spLocks xmlns:a="http://schemas.openxmlformats.org/drawingml/2006/main" noGrp="1"/>
          </p:cNvSpPr>
          <p:nvPr/>
        </p:nvSpPr>
        <p:spPr>
          <a:xfrm xmlns:a="http://schemas.openxmlformats.org/drawingml/2006/main">
            <a:off x="609600" y="2705100"/>
            <a:ext cx="5257800" cy="44767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95BF1A-B50F-4035-BA64-D319D5E6147D}"/>
              </a:ext>
            </a:extLst>
          </p:cNvPr>
          <p:cNvSpPr>
            <a:spLocks xmlns:a="http://schemas.openxmlformats.org/drawingml/2006/main" noGrp="1"/>
          </p:cNvSpPr>
          <p:nvPr/>
        </p:nvSpPr>
        <p:spPr>
          <a:xfrm xmlns:a="http://schemas.openxmlformats.org/drawingml/2006/main">
            <a:off x="762000" y="278130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E25"/>
                </a:solidFill>
                <a:latin typeface="DejaVu Sans"/>
                <a:ea typeface="DejaVu Sans"/>
                <a:cs typeface="DejaVu Sans"/>
              </a:defRPr>
            </a:pPr>
            <a:r>
              <a:rPr sz="1800"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6BA12821-90A8-4B09-B181-8500C97A4802}"/>
              </a:ext>
            </a:extLst>
          </p:cNvPr>
          <p:cNvSpPr>
            <a:spLocks xmlns:a="http://schemas.openxmlformats.org/drawingml/2006/main" noGrp="1"/>
          </p:cNvSpPr>
          <p:nvPr/>
        </p:nvSpPr>
        <p:spPr>
          <a:xfrm xmlns:a="http://schemas.openxmlformats.org/drawingml/2006/main">
            <a:off x="609600" y="3181350"/>
            <a:ext cx="5257800" cy="44767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0B5AF2D-5ED8-4358-BAFB-954B0E2556E8}"/>
              </a:ext>
            </a:extLst>
          </p:cNvPr>
          <p:cNvSpPr>
            <a:spLocks xmlns:a="http://schemas.openxmlformats.org/drawingml/2006/main" noGrp="1"/>
          </p:cNvSpPr>
          <p:nvPr/>
        </p:nvSpPr>
        <p:spPr>
          <a:xfrm xmlns:a="http://schemas.openxmlformats.org/drawingml/2006/main">
            <a:off x="762000" y="325755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go to x: 0  y: 0</a:t>
            </a:r>
          </a:p>
        </p:txBody>
      </p:sp>
      <p:sp>
        <p:nvSpPr>
          <p:cNvPr id="11" name="">
            <a:extLst xmlns:a="http://schemas.openxmlformats.org/drawingml/2006/main">
              <a:ext uri="{FF2B5EF4-FFF2-40B4-BE49-F238E27FC236}">
                <a16:creationId xmlns:a16="http://schemas.microsoft.com/office/drawing/2014/main" id="{58AA815A-310A-45FE-9BB3-A1B23B3FEC99}"/>
              </a:ext>
            </a:extLst>
          </p:cNvPr>
          <p:cNvSpPr>
            <a:spLocks xmlns:a="http://schemas.openxmlformats.org/drawingml/2006/main" noGrp="1"/>
          </p:cNvSpPr>
          <p:nvPr/>
        </p:nvSpPr>
        <p:spPr>
          <a:xfrm xmlns:a="http://schemas.openxmlformats.org/drawingml/2006/main">
            <a:off x="609600" y="3657600"/>
            <a:ext cx="5257800" cy="44767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E49A24B-829B-4B2C-89E6-F70ECAE539DC}"/>
              </a:ext>
            </a:extLst>
          </p:cNvPr>
          <p:cNvSpPr>
            <a:spLocks xmlns:a="http://schemas.openxmlformats.org/drawingml/2006/main" noGrp="1"/>
          </p:cNvSpPr>
          <p:nvPr/>
        </p:nvSpPr>
        <p:spPr>
          <a:xfrm xmlns:a="http://schemas.openxmlformats.org/drawingml/2006/main">
            <a:off x="762000" y="373380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point in direction 90</a:t>
            </a:r>
          </a:p>
        </p:txBody>
      </p:sp>
      <p:sp>
        <p:nvSpPr>
          <p:cNvPr id="13" name="">
            <a:extLst xmlns:a="http://schemas.openxmlformats.org/drawingml/2006/main">
              <a:ext uri="{FF2B5EF4-FFF2-40B4-BE49-F238E27FC236}">
                <a16:creationId xmlns:a16="http://schemas.microsoft.com/office/drawing/2014/main" id="{DE3E7D98-30F7-490B-A7D6-BB0CEA9D52C1}"/>
              </a:ext>
            </a:extLst>
          </p:cNvPr>
          <p:cNvSpPr>
            <a:spLocks xmlns:a="http://schemas.openxmlformats.org/drawingml/2006/main" noGrp="1"/>
          </p:cNvSpPr>
          <p:nvPr/>
        </p:nvSpPr>
        <p:spPr>
          <a:xfrm xmlns:a="http://schemas.openxmlformats.org/drawingml/2006/main">
            <a:off x="609600" y="4133850"/>
            <a:ext cx="5257800" cy="44767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D68812-9E91-4A64-867C-E3099C8D20FB}"/>
              </a:ext>
            </a:extLst>
          </p:cNvPr>
          <p:cNvSpPr>
            <a:spLocks xmlns:a="http://schemas.openxmlformats.org/drawingml/2006/main" noGrp="1"/>
          </p:cNvSpPr>
          <p:nvPr/>
        </p:nvSpPr>
        <p:spPr>
          <a:xfrm xmlns:a="http://schemas.openxmlformats.org/drawingml/2006/main">
            <a:off x="762000" y="421005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move 40 steps</a:t>
            </a:r>
          </a:p>
        </p:txBody>
      </p:sp>
      <p:sp>
        <p:nvSpPr>
          <p:cNvPr id="15" name="">
            <a:extLst xmlns:a="http://schemas.openxmlformats.org/drawingml/2006/main">
              <a:ext uri="{FF2B5EF4-FFF2-40B4-BE49-F238E27FC236}">
                <a16:creationId xmlns:a16="http://schemas.microsoft.com/office/drawing/2014/main" id="{BAB779B1-DCEB-4D1A-8E1D-278211A87B12}"/>
              </a:ext>
            </a:extLst>
          </p:cNvPr>
          <p:cNvSpPr>
            <a:spLocks xmlns:a="http://schemas.openxmlformats.org/drawingml/2006/main" noGrp="1"/>
          </p:cNvSpPr>
          <p:nvPr/>
        </p:nvSpPr>
        <p:spPr>
          <a:xfrm xmlns:a="http://schemas.openxmlformats.org/drawingml/2006/main">
            <a:off x="609600" y="4610100"/>
            <a:ext cx="5257800" cy="447675"/>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E3883E-3A4F-454C-9E5E-CB2AA8ECB43F}"/>
              </a:ext>
            </a:extLst>
          </p:cNvPr>
          <p:cNvSpPr>
            <a:spLocks xmlns:a="http://schemas.openxmlformats.org/drawingml/2006/main" noGrp="1"/>
          </p:cNvSpPr>
          <p:nvPr/>
        </p:nvSpPr>
        <p:spPr>
          <a:xfrm xmlns:a="http://schemas.openxmlformats.org/drawingml/2006/main">
            <a:off x="762000" y="468630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say Arrived for 2 seconds</a:t>
            </a:r>
          </a:p>
        </p:txBody>
      </p:sp>
      <p:sp>
        <p:nvSpPr>
          <p:cNvPr id="17" name="">
            <a:extLst xmlns:a="http://schemas.openxmlformats.org/drawingml/2006/main">
              <a:ext uri="{FF2B5EF4-FFF2-40B4-BE49-F238E27FC236}">
                <a16:creationId xmlns:a16="http://schemas.microsoft.com/office/drawing/2014/main" id="{E24E18D4-A088-4096-A2FA-2F27FA99B83B}"/>
              </a:ext>
            </a:extLst>
          </p:cNvPr>
          <p:cNvSpPr>
            <a:spLocks xmlns:a="http://schemas.openxmlformats.org/drawingml/2006/main" noGrp="1"/>
          </p:cNvSpPr>
          <p:nvPr/>
        </p:nvSpPr>
        <p:spPr>
          <a:xfrm xmlns:a="http://schemas.openxmlformats.org/drawingml/2006/main">
            <a:off x="6286500" y="2705100"/>
            <a:ext cx="5257800" cy="44767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252E35-A1E5-4753-90EF-1F5D1628314E}"/>
              </a:ext>
            </a:extLst>
          </p:cNvPr>
          <p:cNvSpPr>
            <a:spLocks xmlns:a="http://schemas.openxmlformats.org/drawingml/2006/main" noGrp="1"/>
          </p:cNvSpPr>
          <p:nvPr/>
        </p:nvSpPr>
        <p:spPr>
          <a:xfrm xmlns:a="http://schemas.openxmlformats.org/drawingml/2006/main">
            <a:off x="6438900" y="278130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E25"/>
                </a:solidFill>
                <a:latin typeface="DejaVu Sans"/>
                <a:ea typeface="DejaVu Sans"/>
                <a:cs typeface="DejaVu Sans"/>
              </a:defRPr>
            </a:pPr>
            <a:r>
              <a:rPr sz="1800" b="1">
                <a:solidFill>
                  <a:srgbClr val="142E25"/>
                </a:solidFill>
                <a:latin typeface="DejaVu Sans"/>
                <a:ea typeface="DejaVu Sans"/>
                <a:cs typeface="DejaVu Sans"/>
              </a:rPr>
              <a:t>when green flag clicked</a:t>
            </a:r>
          </a:p>
        </p:txBody>
      </p:sp>
      <p:sp>
        <p:nvSpPr>
          <p:cNvPr id="19" name="">
            <a:extLst xmlns:a="http://schemas.openxmlformats.org/drawingml/2006/main">
              <a:ext uri="{FF2B5EF4-FFF2-40B4-BE49-F238E27FC236}">
                <a16:creationId xmlns:a16="http://schemas.microsoft.com/office/drawing/2014/main" id="{E293B78F-3472-4C08-9A82-4C4B57F6A93E}"/>
              </a:ext>
            </a:extLst>
          </p:cNvPr>
          <p:cNvSpPr>
            <a:spLocks xmlns:a="http://schemas.openxmlformats.org/drawingml/2006/main" noGrp="1"/>
          </p:cNvSpPr>
          <p:nvPr/>
        </p:nvSpPr>
        <p:spPr>
          <a:xfrm xmlns:a="http://schemas.openxmlformats.org/drawingml/2006/main">
            <a:off x="6286500" y="3181350"/>
            <a:ext cx="5257800" cy="44767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A0DA60-B03F-484D-9E68-8FA8483D686F}"/>
              </a:ext>
            </a:extLst>
          </p:cNvPr>
          <p:cNvSpPr>
            <a:spLocks xmlns:a="http://schemas.openxmlformats.org/drawingml/2006/main" noGrp="1"/>
          </p:cNvSpPr>
          <p:nvPr/>
        </p:nvSpPr>
        <p:spPr>
          <a:xfrm xmlns:a="http://schemas.openxmlformats.org/drawingml/2006/main">
            <a:off x="6438900" y="325755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go to x: 0  y: 0</a:t>
            </a:r>
          </a:p>
        </p:txBody>
      </p:sp>
      <p:sp>
        <p:nvSpPr>
          <p:cNvPr id="21" name="">
            <a:extLst xmlns:a="http://schemas.openxmlformats.org/drawingml/2006/main">
              <a:ext uri="{FF2B5EF4-FFF2-40B4-BE49-F238E27FC236}">
                <a16:creationId xmlns:a16="http://schemas.microsoft.com/office/drawing/2014/main" id="{C9E3FF55-3FD2-42D4-9D1C-141006EADE08}"/>
              </a:ext>
            </a:extLst>
          </p:cNvPr>
          <p:cNvSpPr>
            <a:spLocks xmlns:a="http://schemas.openxmlformats.org/drawingml/2006/main" noGrp="1"/>
          </p:cNvSpPr>
          <p:nvPr/>
        </p:nvSpPr>
        <p:spPr>
          <a:xfrm xmlns:a="http://schemas.openxmlformats.org/drawingml/2006/main">
            <a:off x="6286500" y="3657600"/>
            <a:ext cx="5257800" cy="44767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27E23B4-0971-4C34-A1F0-243A8695B5B0}"/>
              </a:ext>
            </a:extLst>
          </p:cNvPr>
          <p:cNvSpPr>
            <a:spLocks xmlns:a="http://schemas.openxmlformats.org/drawingml/2006/main" noGrp="1"/>
          </p:cNvSpPr>
          <p:nvPr/>
        </p:nvSpPr>
        <p:spPr>
          <a:xfrm xmlns:a="http://schemas.openxmlformats.org/drawingml/2006/main">
            <a:off x="6438900" y="373380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point in direction 90</a:t>
            </a:r>
          </a:p>
        </p:txBody>
      </p:sp>
      <p:sp>
        <p:nvSpPr>
          <p:cNvPr id="23" name="">
            <a:extLst xmlns:a="http://schemas.openxmlformats.org/drawingml/2006/main">
              <a:ext uri="{FF2B5EF4-FFF2-40B4-BE49-F238E27FC236}">
                <a16:creationId xmlns:a16="http://schemas.microsoft.com/office/drawing/2014/main" id="{B4028BBF-D829-4972-BE41-CECC2758196F}"/>
              </a:ext>
            </a:extLst>
          </p:cNvPr>
          <p:cNvSpPr>
            <a:spLocks xmlns:a="http://schemas.openxmlformats.org/drawingml/2006/main" noGrp="1"/>
          </p:cNvSpPr>
          <p:nvPr/>
        </p:nvSpPr>
        <p:spPr>
          <a:xfrm xmlns:a="http://schemas.openxmlformats.org/drawingml/2006/main">
            <a:off x="6286500" y="4133850"/>
            <a:ext cx="5257800" cy="44767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AB5F704-327D-4EE6-A233-6116A6D622D4}"/>
              </a:ext>
            </a:extLst>
          </p:cNvPr>
          <p:cNvSpPr>
            <a:spLocks xmlns:a="http://schemas.openxmlformats.org/drawingml/2006/main" noGrp="1"/>
          </p:cNvSpPr>
          <p:nvPr/>
        </p:nvSpPr>
        <p:spPr>
          <a:xfrm xmlns:a="http://schemas.openxmlformats.org/drawingml/2006/main">
            <a:off x="6438900" y="421005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move 100 steps</a:t>
            </a:r>
          </a:p>
        </p:txBody>
      </p:sp>
      <p:sp>
        <p:nvSpPr>
          <p:cNvPr id="25" name="">
            <a:extLst xmlns:a="http://schemas.openxmlformats.org/drawingml/2006/main">
              <a:ext uri="{FF2B5EF4-FFF2-40B4-BE49-F238E27FC236}">
                <a16:creationId xmlns:a16="http://schemas.microsoft.com/office/drawing/2014/main" id="{9233EC90-38CF-4FA6-B5BE-45AC4F86BEC8}"/>
              </a:ext>
            </a:extLst>
          </p:cNvPr>
          <p:cNvSpPr>
            <a:spLocks xmlns:a="http://schemas.openxmlformats.org/drawingml/2006/main" noGrp="1"/>
          </p:cNvSpPr>
          <p:nvPr/>
        </p:nvSpPr>
        <p:spPr>
          <a:xfrm xmlns:a="http://schemas.openxmlformats.org/drawingml/2006/main">
            <a:off x="6286500" y="4610100"/>
            <a:ext cx="5257800" cy="447675"/>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906393F-3E97-42A6-82F4-32798C1B1770}"/>
              </a:ext>
            </a:extLst>
          </p:cNvPr>
          <p:cNvSpPr>
            <a:spLocks xmlns:a="http://schemas.openxmlformats.org/drawingml/2006/main" noGrp="1"/>
          </p:cNvSpPr>
          <p:nvPr/>
        </p:nvSpPr>
        <p:spPr>
          <a:xfrm xmlns:a="http://schemas.openxmlformats.org/drawingml/2006/main">
            <a:off x="6438900" y="4686300"/>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say Arrived for 2 seconds</a:t>
            </a:r>
          </a:p>
        </p:txBody>
      </p:sp>
      <p:sp>
        <p:nvSpPr>
          <p:cNvPr id="27" name="">
            <a:extLst xmlns:a="http://schemas.openxmlformats.org/drawingml/2006/main">
              <a:ext uri="{FF2B5EF4-FFF2-40B4-BE49-F238E27FC236}">
                <a16:creationId xmlns:a16="http://schemas.microsoft.com/office/drawing/2014/main" id="{5638DCF1-A751-4ACA-B1E5-A34EA2815F3E}"/>
              </a:ext>
            </a:extLst>
          </p:cNvPr>
          <p:cNvSpPr>
            <a:spLocks xmlns:a="http://schemas.openxmlformats.org/drawingml/2006/main" noGrp="1"/>
          </p:cNvSpPr>
          <p:nvPr/>
        </p:nvSpPr>
        <p:spPr>
          <a:xfrm xmlns:a="http://schemas.openxmlformats.org/drawingml/2006/main">
            <a:off x="609600" y="54387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E25"/>
                </a:solidFill>
                <a:latin typeface="DejaVu Sans"/>
                <a:ea typeface="DejaVu Sans"/>
                <a:cs typeface="DejaVu Sans"/>
              </a:defRPr>
            </a:pPr>
            <a:r>
              <a:rPr sz="2100" b="1">
                <a:solidFill>
                  <a:srgbClr val="142E25"/>
                </a:solidFill>
                <a:latin typeface="DejaVu Sans"/>
                <a:ea typeface="DejaVu Sans"/>
                <a:cs typeface="DejaVu Sans"/>
              </a:rPr>
              <a:t>Which travels further right? Point to your prediction.</a:t>
            </a:r>
          </a:p>
        </p:txBody>
      </p:sp>
      <p:sp>
        <p:nvSpPr>
          <p:cNvPr id="28" name="">
            <a:extLst xmlns:a="http://schemas.openxmlformats.org/drawingml/2006/main">
              <a:ext uri="{FF2B5EF4-FFF2-40B4-BE49-F238E27FC236}">
                <a16:creationId xmlns:a16="http://schemas.microsoft.com/office/drawing/2014/main" id="{2077D7A6-583A-48A7-AA51-750B2F83DA1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3AF4947-32C9-443F-82D1-32A31D6FBD2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30" name="">
            <a:extLst xmlns:a="http://schemas.openxmlformats.org/drawingml/2006/main">
              <a:ext uri="{FF2B5EF4-FFF2-40B4-BE49-F238E27FC236}">
                <a16:creationId xmlns:a16="http://schemas.microsoft.com/office/drawing/2014/main" id="{3154D3D3-F8EC-4D12-904F-D158A6DD548E}"/>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Starter</a:t>
            </a:r>
          </a:p>
        </p:txBody>
      </p:sp>
      <p:sp>
        <p:nvSpPr>
          <p:cNvPr id="31" name="">
            <a:extLst xmlns:a="http://schemas.openxmlformats.org/drawingml/2006/main">
              <a:ext uri="{FF2B5EF4-FFF2-40B4-BE49-F238E27FC236}">
                <a16:creationId xmlns:a16="http://schemas.microsoft.com/office/drawing/2014/main" id="{05ACDA08-CB72-4DC5-BBF0-90197C9E0AC7}"/>
              </a:ext>
            </a:extLst>
          </p:cNvPr>
          <p:cNvSpPr>
            <a:spLocks xmlns:a="http://schemas.openxmlformats.org/drawingml/2006/main" noGrp="1"/>
          </p:cNvSpPr>
          <p:nvPr/>
        </p:nvSpPr>
        <p:spPr>
          <a:xfrm xmlns:a="http://schemas.openxmlformats.org/drawingml/2006/main">
            <a:off x="17145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516FF6C-D20C-43F3-ACC9-A39B8FA73EF4}"/>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33" name="">
            <a:extLst xmlns:a="http://schemas.openxmlformats.org/drawingml/2006/main">
              <a:ext uri="{FF2B5EF4-FFF2-40B4-BE49-F238E27FC236}">
                <a16:creationId xmlns:a16="http://schemas.microsoft.com/office/drawing/2014/main" id="{ABA9D67A-88B4-42D1-AA55-13218AB7745B}"/>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34" name="">
            <a:extLst xmlns:a="http://schemas.openxmlformats.org/drawingml/2006/main">
              <a:ext uri="{FF2B5EF4-FFF2-40B4-BE49-F238E27FC236}">
                <a16:creationId xmlns:a16="http://schemas.microsoft.com/office/drawing/2014/main" id="{55E81FCB-2581-4DF9-AAC0-5E3ADBE3DA54}"/>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35" name="">
            <a:extLst xmlns:a="http://schemas.openxmlformats.org/drawingml/2006/main">
              <a:ext uri="{FF2B5EF4-FFF2-40B4-BE49-F238E27FC236}">
                <a16:creationId xmlns:a16="http://schemas.microsoft.com/office/drawing/2014/main" id="{640FDED6-F0B1-4ECB-BD45-B4DF0AA321A8}"/>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36" name="">
            <a:extLst xmlns:a="http://schemas.openxmlformats.org/drawingml/2006/main">
              <a:ext uri="{FF2B5EF4-FFF2-40B4-BE49-F238E27FC236}">
                <a16:creationId xmlns:a16="http://schemas.microsoft.com/office/drawing/2014/main" id="{B45FEE8C-7114-4626-962E-0E094EA40F3F}"/>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37" name="">
            <a:extLst xmlns:a="http://schemas.openxmlformats.org/drawingml/2006/main">
              <a:ext uri="{FF2B5EF4-FFF2-40B4-BE49-F238E27FC236}">
                <a16:creationId xmlns:a16="http://schemas.microsoft.com/office/drawing/2014/main" id="{F0FA7669-1873-4A48-AC5F-8254B5EF2A4D}"/>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38" name="">
            <a:extLst xmlns:a="http://schemas.openxmlformats.org/drawingml/2006/main">
              <a:ext uri="{FF2B5EF4-FFF2-40B4-BE49-F238E27FC236}">
                <a16:creationId xmlns:a16="http://schemas.microsoft.com/office/drawing/2014/main" id="{F178001A-4F1C-434A-AF36-214BB96AA906}"/>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39" name="">
            <a:extLst xmlns:a="http://schemas.openxmlformats.org/drawingml/2006/main">
              <a:ext uri="{FF2B5EF4-FFF2-40B4-BE49-F238E27FC236}">
                <a16:creationId xmlns:a16="http://schemas.microsoft.com/office/drawing/2014/main" id="{DB1D1D3C-F8E1-4D7F-811A-387EFCC6FEBC}"/>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2 / 11</a:t>
            </a:r>
          </a:p>
        </p:txBody>
      </p:sp>
    </p:spTree>
    <p:extLst>
      <p:ext uri="{BB962C8B-B14F-4D97-AF65-F5344CB8AC3E}">
        <p14:creationId xmlns:p14="http://schemas.microsoft.com/office/powerpoint/2010/main" val="395143542"/>
      </p:ext>
    </p:extLst>
  </p:cSld>
</p:sld>
</file>

<file path=ppt/slides/slide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2543A23-5F3F-460F-8D13-7AAA1DFFF59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5F1AD7-286D-4B62-9117-CA7B50A3318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6-11 minutes</a:t>
            </a:r>
          </a:p>
        </p:txBody>
      </p:sp>
      <p:sp>
        <p:nvSpPr>
          <p:cNvPr id="3" name="">
            <a:extLst xmlns:a="http://schemas.openxmlformats.org/drawingml/2006/main">
              <a:ext uri="{FF2B5EF4-FFF2-40B4-BE49-F238E27FC236}">
                <a16:creationId xmlns:a16="http://schemas.microsoft.com/office/drawing/2014/main" id="{A405CFE7-158A-4BF5-B648-415A55C867E0}"/>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blocks have an order</a:t>
            </a:r>
          </a:p>
        </p:txBody>
      </p:sp>
      <p:sp>
        <p:nvSpPr>
          <p:cNvPr id="4" name="">
            <a:extLst xmlns:a="http://schemas.openxmlformats.org/drawingml/2006/main">
              <a:ext uri="{FF2B5EF4-FFF2-40B4-BE49-F238E27FC236}">
                <a16:creationId xmlns:a16="http://schemas.microsoft.com/office/drawing/2014/main" id="{96F8F9EF-05CF-4600-AA5B-253F534E7869}"/>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The green flag starts this script.</a:t>
            </a:r>
          </a:p>
        </p:txBody>
      </p:sp>
      <p:sp>
        <p:nvSpPr>
          <p:cNvPr id="5" name="">
            <a:extLst xmlns:a="http://schemas.openxmlformats.org/drawingml/2006/main">
              <a:ext uri="{FF2B5EF4-FFF2-40B4-BE49-F238E27FC236}">
                <a16:creationId xmlns:a16="http://schemas.microsoft.com/office/drawing/2014/main" id="{249F0A08-E68D-4ABE-A181-4A743CD8153A}"/>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The blue blocks set the start and direction.</a:t>
            </a:r>
          </a:p>
        </p:txBody>
      </p:sp>
      <p:sp>
        <p:nvSpPr>
          <p:cNvPr id="6" name="">
            <a:extLst xmlns:a="http://schemas.openxmlformats.org/drawingml/2006/main">
              <a:ext uri="{FF2B5EF4-FFF2-40B4-BE49-F238E27FC236}">
                <a16:creationId xmlns:a16="http://schemas.microsoft.com/office/drawing/2014/main" id="{D8ECF769-7713-4DBB-ABFE-4E4233491205}"/>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The next blue block moves the sprite.</a:t>
            </a:r>
          </a:p>
        </p:txBody>
      </p:sp>
      <p:sp>
        <p:nvSpPr>
          <p:cNvPr id="7" name="">
            <a:extLst xmlns:a="http://schemas.openxmlformats.org/drawingml/2006/main">
              <a:ext uri="{FF2B5EF4-FFF2-40B4-BE49-F238E27FC236}">
                <a16:creationId xmlns:a16="http://schemas.microsoft.com/office/drawing/2014/main" id="{6FEC9DA5-5E19-4150-88EE-514BBA236ADA}"/>
              </a:ext>
            </a:extLst>
          </p:cNvPr>
          <p:cNvSpPr>
            <a:spLocks xmlns:a="http://schemas.openxmlformats.org/drawingml/2006/main" noGrp="1"/>
          </p:cNvSpPr>
          <p:nvPr/>
        </p:nvSpPr>
        <p:spPr>
          <a:xfrm xmlns:a="http://schemas.openxmlformats.org/drawingml/2006/main">
            <a:off x="6572250" y="2047875"/>
            <a:ext cx="5010150" cy="51435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07F2F9-203E-4308-958C-5893E9085D15}"/>
              </a:ext>
            </a:extLst>
          </p:cNvPr>
          <p:cNvSpPr>
            <a:spLocks xmlns:a="http://schemas.openxmlformats.org/drawingml/2006/main" noGrp="1"/>
          </p:cNvSpPr>
          <p:nvPr/>
        </p:nvSpPr>
        <p:spPr>
          <a:xfrm xmlns:a="http://schemas.openxmlformats.org/drawingml/2006/main">
            <a:off x="6724650" y="21240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A6A732C7-5385-4A55-B53E-296B66E2C88F}"/>
              </a:ext>
            </a:extLst>
          </p:cNvPr>
          <p:cNvSpPr>
            <a:spLocks xmlns:a="http://schemas.openxmlformats.org/drawingml/2006/main" noGrp="1"/>
          </p:cNvSpPr>
          <p:nvPr/>
        </p:nvSpPr>
        <p:spPr>
          <a:xfrm xmlns:a="http://schemas.openxmlformats.org/drawingml/2006/main">
            <a:off x="6572250" y="259080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2FB26A-5A80-430D-B3DE-94056430323F}"/>
              </a:ext>
            </a:extLst>
          </p:cNvPr>
          <p:cNvSpPr>
            <a:spLocks xmlns:a="http://schemas.openxmlformats.org/drawingml/2006/main" noGrp="1"/>
          </p:cNvSpPr>
          <p:nvPr/>
        </p:nvSpPr>
        <p:spPr>
          <a:xfrm xmlns:a="http://schemas.openxmlformats.org/drawingml/2006/main">
            <a:off x="6724650" y="2667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go to x: 0  y: 0</a:t>
            </a:r>
          </a:p>
        </p:txBody>
      </p:sp>
      <p:sp>
        <p:nvSpPr>
          <p:cNvPr id="11" name="">
            <a:extLst xmlns:a="http://schemas.openxmlformats.org/drawingml/2006/main">
              <a:ext uri="{FF2B5EF4-FFF2-40B4-BE49-F238E27FC236}">
                <a16:creationId xmlns:a16="http://schemas.microsoft.com/office/drawing/2014/main" id="{EFCBE643-1DA0-4EB2-BD9B-E9D374E0AC20}"/>
              </a:ext>
            </a:extLst>
          </p:cNvPr>
          <p:cNvSpPr>
            <a:spLocks xmlns:a="http://schemas.openxmlformats.org/drawingml/2006/main" noGrp="1"/>
          </p:cNvSpPr>
          <p:nvPr/>
        </p:nvSpPr>
        <p:spPr>
          <a:xfrm xmlns:a="http://schemas.openxmlformats.org/drawingml/2006/main">
            <a:off x="6572250" y="3133725"/>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DC23DF-F078-48DF-A547-1111B345DCDF}"/>
              </a:ext>
            </a:extLst>
          </p:cNvPr>
          <p:cNvSpPr>
            <a:spLocks xmlns:a="http://schemas.openxmlformats.org/drawingml/2006/main" noGrp="1"/>
          </p:cNvSpPr>
          <p:nvPr/>
        </p:nvSpPr>
        <p:spPr>
          <a:xfrm xmlns:a="http://schemas.openxmlformats.org/drawingml/2006/main">
            <a:off x="6724650" y="32099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point in direction 90</a:t>
            </a:r>
          </a:p>
        </p:txBody>
      </p:sp>
      <p:sp>
        <p:nvSpPr>
          <p:cNvPr id="13" name="">
            <a:extLst xmlns:a="http://schemas.openxmlformats.org/drawingml/2006/main">
              <a:ext uri="{FF2B5EF4-FFF2-40B4-BE49-F238E27FC236}">
                <a16:creationId xmlns:a16="http://schemas.microsoft.com/office/drawing/2014/main" id="{31423840-B942-48DF-B3F4-1F640691033E}"/>
              </a:ext>
            </a:extLst>
          </p:cNvPr>
          <p:cNvSpPr>
            <a:spLocks xmlns:a="http://schemas.openxmlformats.org/drawingml/2006/main" noGrp="1"/>
          </p:cNvSpPr>
          <p:nvPr/>
        </p:nvSpPr>
        <p:spPr>
          <a:xfrm xmlns:a="http://schemas.openxmlformats.org/drawingml/2006/main">
            <a:off x="6572250" y="367665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70E051F-D9D2-418E-B69C-42D772B7398E}"/>
              </a:ext>
            </a:extLst>
          </p:cNvPr>
          <p:cNvSpPr>
            <a:spLocks xmlns:a="http://schemas.openxmlformats.org/drawingml/2006/main" noGrp="1"/>
          </p:cNvSpPr>
          <p:nvPr/>
        </p:nvSpPr>
        <p:spPr>
          <a:xfrm xmlns:a="http://schemas.openxmlformats.org/drawingml/2006/main">
            <a:off x="6724650" y="37528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move 40 steps</a:t>
            </a:r>
          </a:p>
        </p:txBody>
      </p:sp>
      <p:sp>
        <p:nvSpPr>
          <p:cNvPr id="15" name="">
            <a:extLst xmlns:a="http://schemas.openxmlformats.org/drawingml/2006/main">
              <a:ext uri="{FF2B5EF4-FFF2-40B4-BE49-F238E27FC236}">
                <a16:creationId xmlns:a16="http://schemas.microsoft.com/office/drawing/2014/main" id="{4DA4FB2B-3427-458B-9DCE-EABCA607CD40}"/>
              </a:ext>
            </a:extLst>
          </p:cNvPr>
          <p:cNvSpPr>
            <a:spLocks xmlns:a="http://schemas.openxmlformats.org/drawingml/2006/main" noGrp="1"/>
          </p:cNvSpPr>
          <p:nvPr/>
        </p:nvSpPr>
        <p:spPr>
          <a:xfrm xmlns:a="http://schemas.openxmlformats.org/drawingml/2006/main">
            <a:off x="6572250" y="4219575"/>
            <a:ext cx="5010150" cy="514350"/>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495403A-C319-4048-A643-72169A5172B3}"/>
              </a:ext>
            </a:extLst>
          </p:cNvPr>
          <p:cNvSpPr>
            <a:spLocks xmlns:a="http://schemas.openxmlformats.org/drawingml/2006/main" noGrp="1"/>
          </p:cNvSpPr>
          <p:nvPr/>
        </p:nvSpPr>
        <p:spPr>
          <a:xfrm xmlns:a="http://schemas.openxmlformats.org/drawingml/2006/main">
            <a:off x="6724650" y="42957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say Arrived for 2 seconds</a:t>
            </a:r>
          </a:p>
        </p:txBody>
      </p:sp>
      <p:sp>
        <p:nvSpPr>
          <p:cNvPr id="17" name="">
            <a:extLst xmlns:a="http://schemas.openxmlformats.org/drawingml/2006/main">
              <a:ext uri="{FF2B5EF4-FFF2-40B4-BE49-F238E27FC236}">
                <a16:creationId xmlns:a16="http://schemas.microsoft.com/office/drawing/2014/main" id="{DE4BB310-47D2-451C-A9B7-B70A3900CEF5}"/>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2BDC37-70A7-4EAB-844B-06E9B310BC3B}"/>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9" name="">
            <a:extLst xmlns:a="http://schemas.openxmlformats.org/drawingml/2006/main">
              <a:ext uri="{FF2B5EF4-FFF2-40B4-BE49-F238E27FC236}">
                <a16:creationId xmlns:a16="http://schemas.microsoft.com/office/drawing/2014/main" id="{47130075-55D8-48C5-BCD0-DB5BBCF34BAA}"/>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20" name="">
            <a:extLst xmlns:a="http://schemas.openxmlformats.org/drawingml/2006/main">
              <a:ext uri="{FF2B5EF4-FFF2-40B4-BE49-F238E27FC236}">
                <a16:creationId xmlns:a16="http://schemas.microsoft.com/office/drawing/2014/main" id="{AADBF2BD-FA01-4588-8694-BC00168F7FC1}"/>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a:t>
            </a:r>
          </a:p>
        </p:txBody>
      </p:sp>
      <p:sp>
        <p:nvSpPr>
          <p:cNvPr id="21" name="">
            <a:extLst xmlns:a="http://schemas.openxmlformats.org/drawingml/2006/main">
              <a:ext uri="{FF2B5EF4-FFF2-40B4-BE49-F238E27FC236}">
                <a16:creationId xmlns:a16="http://schemas.microsoft.com/office/drawing/2014/main" id="{8CBBDD8D-6EEB-4775-B390-CF474779AA97}"/>
              </a:ext>
            </a:extLst>
          </p:cNvPr>
          <p:cNvSpPr>
            <a:spLocks xmlns:a="http://schemas.openxmlformats.org/drawingml/2006/main" noGrp="1"/>
          </p:cNvSpPr>
          <p:nvPr/>
        </p:nvSpPr>
        <p:spPr>
          <a:xfrm xmlns:a="http://schemas.openxmlformats.org/drawingml/2006/main">
            <a:off x="2819400" y="6457950"/>
            <a:ext cx="742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6105C4D-7846-4C78-9D83-88C50600D720}"/>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3" name="">
            <a:extLst xmlns:a="http://schemas.openxmlformats.org/drawingml/2006/main">
              <a:ext uri="{FF2B5EF4-FFF2-40B4-BE49-F238E27FC236}">
                <a16:creationId xmlns:a16="http://schemas.microsoft.com/office/drawing/2014/main" id="{FA06ABF6-3293-4651-8BA5-45F804599C17}"/>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4" name="">
            <a:extLst xmlns:a="http://schemas.openxmlformats.org/drawingml/2006/main">
              <a:ext uri="{FF2B5EF4-FFF2-40B4-BE49-F238E27FC236}">
                <a16:creationId xmlns:a16="http://schemas.microsoft.com/office/drawing/2014/main" id="{A1D19C70-32B2-4989-A0D5-57724451B191}"/>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5" name="">
            <a:extLst xmlns:a="http://schemas.openxmlformats.org/drawingml/2006/main">
              <a:ext uri="{FF2B5EF4-FFF2-40B4-BE49-F238E27FC236}">
                <a16:creationId xmlns:a16="http://schemas.microsoft.com/office/drawing/2014/main" id="{97D21227-D0DF-419B-846D-634AEF61A47A}"/>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6" name="">
            <a:extLst xmlns:a="http://schemas.openxmlformats.org/drawingml/2006/main">
              <a:ext uri="{FF2B5EF4-FFF2-40B4-BE49-F238E27FC236}">
                <a16:creationId xmlns:a16="http://schemas.microsoft.com/office/drawing/2014/main" id="{95A6EF47-3465-4A3D-AF0A-43D3ABAEBFE3}"/>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7" name="">
            <a:extLst xmlns:a="http://schemas.openxmlformats.org/drawingml/2006/main">
              <a:ext uri="{FF2B5EF4-FFF2-40B4-BE49-F238E27FC236}">
                <a16:creationId xmlns:a16="http://schemas.microsoft.com/office/drawing/2014/main" id="{31EE676C-ADDF-4A10-9AF8-D645D973C05B}"/>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8" name="">
            <a:extLst xmlns:a="http://schemas.openxmlformats.org/drawingml/2006/main">
              <a:ext uri="{FF2B5EF4-FFF2-40B4-BE49-F238E27FC236}">
                <a16:creationId xmlns:a16="http://schemas.microsoft.com/office/drawing/2014/main" id="{F4BE5F2F-FAAC-42BE-91DA-20D808FDB803}"/>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3 / 11</a:t>
            </a:r>
          </a:p>
        </p:txBody>
      </p:sp>
    </p:spTree>
    <p:extLst>
      <p:ext uri="{BB962C8B-B14F-4D97-AF65-F5344CB8AC3E}">
        <p14:creationId xmlns:p14="http://schemas.microsoft.com/office/powerpoint/2010/main" val="129996172"/>
      </p:ext>
    </p:extLst>
  </p:cSld>
</p:sld>
</file>

<file path=ppt/slides/slide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BF90E27-C5D3-4F8E-A571-3BA23B312EF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494EEE-961D-4300-B219-3881D64D357A}"/>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11-15 minutes</a:t>
            </a:r>
          </a:p>
        </p:txBody>
      </p:sp>
      <p:sp>
        <p:nvSpPr>
          <p:cNvPr id="3" name="">
            <a:extLst xmlns:a="http://schemas.openxmlformats.org/drawingml/2006/main">
              <a:ext uri="{FF2B5EF4-FFF2-40B4-BE49-F238E27FC236}">
                <a16:creationId xmlns:a16="http://schemas.microsoft.com/office/drawing/2014/main" id="{EE12F6E0-0D1C-498B-B593-AA099A8A3CF5}"/>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fair comparison</a:t>
            </a:r>
          </a:p>
        </p:txBody>
      </p:sp>
      <p:sp>
        <p:nvSpPr>
          <p:cNvPr id="4" name="">
            <a:extLst xmlns:a="http://schemas.openxmlformats.org/drawingml/2006/main">
              <a:ext uri="{FF2B5EF4-FFF2-40B4-BE49-F238E27FC236}">
                <a16:creationId xmlns:a16="http://schemas.microsoft.com/office/drawing/2014/main" id="{22198593-670F-4CCD-B053-8D4893EED842}"/>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where 40 steps will finish.</a:t>
            </a:r>
          </a:p>
        </p:txBody>
      </p:sp>
      <p:sp>
        <p:nvSpPr>
          <p:cNvPr id="5" name="">
            <a:extLst xmlns:a="http://schemas.openxmlformats.org/drawingml/2006/main">
              <a:ext uri="{FF2B5EF4-FFF2-40B4-BE49-F238E27FC236}">
                <a16:creationId xmlns:a16="http://schemas.microsoft.com/office/drawing/2014/main" id="{7DC0C4D3-D1C4-41BB-AC7A-5074E2EB6483}"/>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the next value together: 100.</a:t>
            </a:r>
          </a:p>
        </p:txBody>
      </p:sp>
      <p:sp>
        <p:nvSpPr>
          <p:cNvPr id="6" name="">
            <a:extLst xmlns:a="http://schemas.openxmlformats.org/drawingml/2006/main">
              <a:ext uri="{FF2B5EF4-FFF2-40B4-BE49-F238E27FC236}">
                <a16:creationId xmlns:a16="http://schemas.microsoft.com/office/drawing/2014/main" id="{BB763289-A698-4995-9E64-64C4CFEE1E1B}"/>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it. Show what changed.</a:t>
            </a:r>
          </a:p>
        </p:txBody>
      </p:sp>
      <p:sp>
        <p:nvSpPr>
          <p:cNvPr id="7" name="">
            <a:extLst xmlns:a="http://schemas.openxmlformats.org/drawingml/2006/main">
              <a:ext uri="{FF2B5EF4-FFF2-40B4-BE49-F238E27FC236}">
                <a16:creationId xmlns:a16="http://schemas.microsoft.com/office/drawing/2014/main" id="{11EC516C-5D39-4E82-B6DA-59C2BECF7779}"/>
              </a:ext>
            </a:extLst>
          </p:cNvPr>
          <p:cNvSpPr>
            <a:spLocks xmlns:a="http://schemas.openxmlformats.org/drawingml/2006/main" noGrp="1"/>
          </p:cNvSpPr>
          <p:nvPr/>
        </p:nvSpPr>
        <p:spPr>
          <a:xfrm xmlns:a="http://schemas.openxmlformats.org/drawingml/2006/main">
            <a:off x="6572250" y="2047875"/>
            <a:ext cx="5010150" cy="51435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C0D684-75B5-49D9-8249-6DB04EC29E02}"/>
              </a:ext>
            </a:extLst>
          </p:cNvPr>
          <p:cNvSpPr>
            <a:spLocks xmlns:a="http://schemas.openxmlformats.org/drawingml/2006/main" noGrp="1"/>
          </p:cNvSpPr>
          <p:nvPr/>
        </p:nvSpPr>
        <p:spPr>
          <a:xfrm xmlns:a="http://schemas.openxmlformats.org/drawingml/2006/main">
            <a:off x="6724650" y="21240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50EDD66E-91BE-4854-AB8C-428B095415A4}"/>
              </a:ext>
            </a:extLst>
          </p:cNvPr>
          <p:cNvSpPr>
            <a:spLocks xmlns:a="http://schemas.openxmlformats.org/drawingml/2006/main" noGrp="1"/>
          </p:cNvSpPr>
          <p:nvPr/>
        </p:nvSpPr>
        <p:spPr>
          <a:xfrm xmlns:a="http://schemas.openxmlformats.org/drawingml/2006/main">
            <a:off x="6572250" y="259080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B586239-9BA6-497F-8B3E-268256826A50}"/>
              </a:ext>
            </a:extLst>
          </p:cNvPr>
          <p:cNvSpPr>
            <a:spLocks xmlns:a="http://schemas.openxmlformats.org/drawingml/2006/main" noGrp="1"/>
          </p:cNvSpPr>
          <p:nvPr/>
        </p:nvSpPr>
        <p:spPr>
          <a:xfrm xmlns:a="http://schemas.openxmlformats.org/drawingml/2006/main">
            <a:off x="6724650" y="2667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go to x: 0  y: 0</a:t>
            </a:r>
          </a:p>
        </p:txBody>
      </p:sp>
      <p:sp>
        <p:nvSpPr>
          <p:cNvPr id="11" name="">
            <a:extLst xmlns:a="http://schemas.openxmlformats.org/drawingml/2006/main">
              <a:ext uri="{FF2B5EF4-FFF2-40B4-BE49-F238E27FC236}">
                <a16:creationId xmlns:a16="http://schemas.microsoft.com/office/drawing/2014/main" id="{F0502BD3-45EF-475B-9568-ABEA97021991}"/>
              </a:ext>
            </a:extLst>
          </p:cNvPr>
          <p:cNvSpPr>
            <a:spLocks xmlns:a="http://schemas.openxmlformats.org/drawingml/2006/main" noGrp="1"/>
          </p:cNvSpPr>
          <p:nvPr/>
        </p:nvSpPr>
        <p:spPr>
          <a:xfrm xmlns:a="http://schemas.openxmlformats.org/drawingml/2006/main">
            <a:off x="6572250" y="3133725"/>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C13C1F-8483-4517-8BB9-C09C5DD0EC42}"/>
              </a:ext>
            </a:extLst>
          </p:cNvPr>
          <p:cNvSpPr>
            <a:spLocks xmlns:a="http://schemas.openxmlformats.org/drawingml/2006/main" noGrp="1"/>
          </p:cNvSpPr>
          <p:nvPr/>
        </p:nvSpPr>
        <p:spPr>
          <a:xfrm xmlns:a="http://schemas.openxmlformats.org/drawingml/2006/main">
            <a:off x="6724650" y="32099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point in direction 90</a:t>
            </a:r>
          </a:p>
        </p:txBody>
      </p:sp>
      <p:sp>
        <p:nvSpPr>
          <p:cNvPr id="13" name="">
            <a:extLst xmlns:a="http://schemas.openxmlformats.org/drawingml/2006/main">
              <a:ext uri="{FF2B5EF4-FFF2-40B4-BE49-F238E27FC236}">
                <a16:creationId xmlns:a16="http://schemas.microsoft.com/office/drawing/2014/main" id="{B31B8EA7-46FE-492E-9721-AF44783790FE}"/>
              </a:ext>
            </a:extLst>
          </p:cNvPr>
          <p:cNvSpPr>
            <a:spLocks xmlns:a="http://schemas.openxmlformats.org/drawingml/2006/main" noGrp="1"/>
          </p:cNvSpPr>
          <p:nvPr/>
        </p:nvSpPr>
        <p:spPr>
          <a:xfrm xmlns:a="http://schemas.openxmlformats.org/drawingml/2006/main">
            <a:off x="6572250" y="367665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0E2FC9-3FD2-4050-B923-73C760D50DCA}"/>
              </a:ext>
            </a:extLst>
          </p:cNvPr>
          <p:cNvSpPr>
            <a:spLocks xmlns:a="http://schemas.openxmlformats.org/drawingml/2006/main" noGrp="1"/>
          </p:cNvSpPr>
          <p:nvPr/>
        </p:nvSpPr>
        <p:spPr>
          <a:xfrm xmlns:a="http://schemas.openxmlformats.org/drawingml/2006/main">
            <a:off x="6724650" y="37528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move 40 steps</a:t>
            </a:r>
          </a:p>
        </p:txBody>
      </p:sp>
      <p:sp>
        <p:nvSpPr>
          <p:cNvPr id="15" name="">
            <a:extLst xmlns:a="http://schemas.openxmlformats.org/drawingml/2006/main">
              <a:ext uri="{FF2B5EF4-FFF2-40B4-BE49-F238E27FC236}">
                <a16:creationId xmlns:a16="http://schemas.microsoft.com/office/drawing/2014/main" id="{BD8C59C3-BCD9-47B5-914B-364B6E427AF6}"/>
              </a:ext>
            </a:extLst>
          </p:cNvPr>
          <p:cNvSpPr>
            <a:spLocks xmlns:a="http://schemas.openxmlformats.org/drawingml/2006/main" noGrp="1"/>
          </p:cNvSpPr>
          <p:nvPr/>
        </p:nvSpPr>
        <p:spPr>
          <a:xfrm xmlns:a="http://schemas.openxmlformats.org/drawingml/2006/main">
            <a:off x="6572250" y="4219575"/>
            <a:ext cx="5010150" cy="514350"/>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E808C2-48AB-4135-8F79-24F2BEC4A887}"/>
              </a:ext>
            </a:extLst>
          </p:cNvPr>
          <p:cNvSpPr>
            <a:spLocks xmlns:a="http://schemas.openxmlformats.org/drawingml/2006/main" noGrp="1"/>
          </p:cNvSpPr>
          <p:nvPr/>
        </p:nvSpPr>
        <p:spPr>
          <a:xfrm xmlns:a="http://schemas.openxmlformats.org/drawingml/2006/main">
            <a:off x="6724650" y="42957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say Arrived for 2 seconds</a:t>
            </a:r>
          </a:p>
        </p:txBody>
      </p:sp>
      <p:sp>
        <p:nvSpPr>
          <p:cNvPr id="17" name="">
            <a:extLst xmlns:a="http://schemas.openxmlformats.org/drawingml/2006/main">
              <a:ext uri="{FF2B5EF4-FFF2-40B4-BE49-F238E27FC236}">
                <a16:creationId xmlns:a16="http://schemas.microsoft.com/office/drawing/2014/main" id="{79B0B334-805C-4148-B286-D3AA7E153258}"/>
              </a:ext>
            </a:extLst>
          </p:cNvPr>
          <p:cNvSpPr>
            <a:spLocks xmlns:a="http://schemas.openxmlformats.org/drawingml/2006/main" noGrp="1"/>
          </p:cNvSpPr>
          <p:nvPr/>
        </p:nvSpPr>
        <p:spPr>
          <a:xfrm xmlns:a="http://schemas.openxmlformats.org/drawingml/2006/main">
            <a:off x="6572250" y="513397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9624A"/>
                </a:solidFill>
                <a:latin typeface="DejaVu Sans"/>
                <a:ea typeface="DejaVu Sans"/>
                <a:cs typeface="DejaVu Sans"/>
              </a:defRPr>
            </a:pPr>
            <a:r>
              <a:rPr sz="1950" b="1">
                <a:solidFill>
                  <a:srgbClr val="19624A"/>
                </a:solidFill>
                <a:latin typeface="DejaVu Sans"/>
                <a:ea typeface="DejaVu Sans"/>
                <a:cs typeface="DejaVu Sans"/>
              </a:rPr>
              <a:t>Change one value: 40 to 100</a:t>
            </a:r>
          </a:p>
        </p:txBody>
      </p:sp>
      <p:sp>
        <p:nvSpPr>
          <p:cNvPr id="18" name="">
            <a:extLst xmlns:a="http://schemas.openxmlformats.org/drawingml/2006/main">
              <a:ext uri="{FF2B5EF4-FFF2-40B4-BE49-F238E27FC236}">
                <a16:creationId xmlns:a16="http://schemas.microsoft.com/office/drawing/2014/main" id="{E99400B5-D8E6-49B7-84CE-53DA4531B048}"/>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1494B90-4C60-4E4B-A9B0-95346FA8CBBF}"/>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20" name="">
            <a:extLst xmlns:a="http://schemas.openxmlformats.org/drawingml/2006/main">
              <a:ext uri="{FF2B5EF4-FFF2-40B4-BE49-F238E27FC236}">
                <a16:creationId xmlns:a16="http://schemas.microsoft.com/office/drawing/2014/main" id="{FD0BBFF4-215D-4675-BA10-B15D777C7276}"/>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21" name="">
            <a:extLst xmlns:a="http://schemas.openxmlformats.org/drawingml/2006/main">
              <a:ext uri="{FF2B5EF4-FFF2-40B4-BE49-F238E27FC236}">
                <a16:creationId xmlns:a16="http://schemas.microsoft.com/office/drawing/2014/main" id="{A9372178-A433-4F1B-9EF5-F1899DA9CDB3}"/>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2" name="">
            <a:extLst xmlns:a="http://schemas.openxmlformats.org/drawingml/2006/main">
              <a:ext uri="{FF2B5EF4-FFF2-40B4-BE49-F238E27FC236}">
                <a16:creationId xmlns:a16="http://schemas.microsoft.com/office/drawing/2014/main" id="{6A539CE2-CE51-4281-A7CA-E0847DCF09DC}"/>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23" name="">
            <a:extLst xmlns:a="http://schemas.openxmlformats.org/drawingml/2006/main">
              <a:ext uri="{FF2B5EF4-FFF2-40B4-BE49-F238E27FC236}">
                <a16:creationId xmlns:a16="http://schemas.microsoft.com/office/drawing/2014/main" id="{53A02810-9092-45E4-BF2B-3E4595AAED3D}"/>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80656E3-3981-431D-816F-4062CD605943}"/>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5" name="">
            <a:extLst xmlns:a="http://schemas.openxmlformats.org/drawingml/2006/main">
              <a:ext uri="{FF2B5EF4-FFF2-40B4-BE49-F238E27FC236}">
                <a16:creationId xmlns:a16="http://schemas.microsoft.com/office/drawing/2014/main" id="{695DF830-51DE-4681-8D32-CF6A909D0825}"/>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6" name="">
            <a:extLst xmlns:a="http://schemas.openxmlformats.org/drawingml/2006/main">
              <a:ext uri="{FF2B5EF4-FFF2-40B4-BE49-F238E27FC236}">
                <a16:creationId xmlns:a16="http://schemas.microsoft.com/office/drawing/2014/main" id="{6627C89C-D203-4127-890E-ED67BEEB1569}"/>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7" name="">
            <a:extLst xmlns:a="http://schemas.openxmlformats.org/drawingml/2006/main">
              <a:ext uri="{FF2B5EF4-FFF2-40B4-BE49-F238E27FC236}">
                <a16:creationId xmlns:a16="http://schemas.microsoft.com/office/drawing/2014/main" id="{D3DCB5AA-BA20-4967-B46D-75B6DB43952C}"/>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8" name="">
            <a:extLst xmlns:a="http://schemas.openxmlformats.org/drawingml/2006/main">
              <a:ext uri="{FF2B5EF4-FFF2-40B4-BE49-F238E27FC236}">
                <a16:creationId xmlns:a16="http://schemas.microsoft.com/office/drawing/2014/main" id="{E6E0AE36-B107-4E28-A532-D13C096DD978}"/>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9" name="">
            <a:extLst xmlns:a="http://schemas.openxmlformats.org/drawingml/2006/main">
              <a:ext uri="{FF2B5EF4-FFF2-40B4-BE49-F238E27FC236}">
                <a16:creationId xmlns:a16="http://schemas.microsoft.com/office/drawing/2014/main" id="{D2AD7B48-5736-4AFF-B4D0-7FC95182742D}"/>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4 / 11</a:t>
            </a:r>
          </a:p>
        </p:txBody>
      </p:sp>
    </p:spTree>
    <p:extLst>
      <p:ext uri="{BB962C8B-B14F-4D97-AF65-F5344CB8AC3E}">
        <p14:creationId xmlns:p14="http://schemas.microsoft.com/office/powerpoint/2010/main" val="436252180"/>
      </p:ext>
    </p:extLst>
  </p:cSld>
</p:sld>
</file>

<file path=ppt/slides/slide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4B9EEE5-D77D-4E76-8C52-12120BC9871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88BD58-67C3-49CD-80BC-D18C937E2C79}"/>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15-18 minutes</a:t>
            </a:r>
          </a:p>
        </p:txBody>
      </p:sp>
      <p:sp>
        <p:nvSpPr>
          <p:cNvPr id="3" name="">
            <a:extLst xmlns:a="http://schemas.openxmlformats.org/drawingml/2006/main">
              <a:ext uri="{FF2B5EF4-FFF2-40B4-BE49-F238E27FC236}">
                <a16:creationId xmlns:a16="http://schemas.microsoft.com/office/drawing/2014/main" id="{468FBE51-443F-49C8-AD93-094F5912DE4D}"/>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same start each time</a:t>
            </a:r>
          </a:p>
        </p:txBody>
      </p:sp>
      <p:sp>
        <p:nvSpPr>
          <p:cNvPr id="4" name="">
            <a:extLst xmlns:a="http://schemas.openxmlformats.org/drawingml/2006/main">
              <a:ext uri="{FF2B5EF4-FFF2-40B4-BE49-F238E27FC236}">
                <a16:creationId xmlns:a16="http://schemas.microsoft.com/office/drawing/2014/main" id="{0DA5CA59-909C-497B-9E58-CF2D55788439}"/>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the finish after two runs.</a:t>
            </a:r>
          </a:p>
        </p:txBody>
      </p:sp>
      <p:sp>
        <p:nvSpPr>
          <p:cNvPr id="5" name="">
            <a:extLst xmlns:a="http://schemas.openxmlformats.org/drawingml/2006/main">
              <a:ext uri="{FF2B5EF4-FFF2-40B4-BE49-F238E27FC236}">
                <a16:creationId xmlns:a16="http://schemas.microsoft.com/office/drawing/2014/main" id="{A22DB2B2-E400-404C-813E-2250EBCC4DE7}"/>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100 or 200. Give a reason.</a:t>
            </a:r>
          </a:p>
        </p:txBody>
      </p:sp>
      <p:sp>
        <p:nvSpPr>
          <p:cNvPr id="6" name="">
            <a:extLst xmlns:a="http://schemas.openxmlformats.org/drawingml/2006/main">
              <a:ext uri="{FF2B5EF4-FFF2-40B4-BE49-F238E27FC236}">
                <a16:creationId xmlns:a16="http://schemas.microsoft.com/office/drawing/2014/main" id="{182AD809-C8FF-4DB8-923C-18D1F8F4C093}"/>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Run twice. Check the start block.</a:t>
            </a:r>
          </a:p>
        </p:txBody>
      </p:sp>
      <p:sp>
        <p:nvSpPr>
          <p:cNvPr id="7" name="">
            <a:extLst xmlns:a="http://schemas.openxmlformats.org/drawingml/2006/main">
              <a:ext uri="{FF2B5EF4-FFF2-40B4-BE49-F238E27FC236}">
                <a16:creationId xmlns:a16="http://schemas.microsoft.com/office/drawing/2014/main" id="{3EECADC3-133D-4C20-9D6E-FE4C531E4576}"/>
              </a:ext>
            </a:extLst>
          </p:cNvPr>
          <p:cNvSpPr>
            <a:spLocks xmlns:a="http://schemas.openxmlformats.org/drawingml/2006/main" noGrp="1"/>
          </p:cNvSpPr>
          <p:nvPr/>
        </p:nvSpPr>
        <p:spPr>
          <a:xfrm xmlns:a="http://schemas.openxmlformats.org/drawingml/2006/main">
            <a:off x="6572250" y="2047875"/>
            <a:ext cx="5010150" cy="51435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E27B95-5F20-4B9B-A980-3C1DA2B27BE7}"/>
              </a:ext>
            </a:extLst>
          </p:cNvPr>
          <p:cNvSpPr>
            <a:spLocks xmlns:a="http://schemas.openxmlformats.org/drawingml/2006/main" noGrp="1"/>
          </p:cNvSpPr>
          <p:nvPr/>
        </p:nvSpPr>
        <p:spPr>
          <a:xfrm xmlns:a="http://schemas.openxmlformats.org/drawingml/2006/main">
            <a:off x="6724650" y="21240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C6656FD9-C5DA-479D-941A-424FCA9C23D5}"/>
              </a:ext>
            </a:extLst>
          </p:cNvPr>
          <p:cNvSpPr>
            <a:spLocks xmlns:a="http://schemas.openxmlformats.org/drawingml/2006/main" noGrp="1"/>
          </p:cNvSpPr>
          <p:nvPr/>
        </p:nvSpPr>
        <p:spPr>
          <a:xfrm xmlns:a="http://schemas.openxmlformats.org/drawingml/2006/main">
            <a:off x="6572250" y="259080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4E8F0A-9941-4D74-8123-D6F7A797E54A}"/>
              </a:ext>
            </a:extLst>
          </p:cNvPr>
          <p:cNvSpPr>
            <a:spLocks xmlns:a="http://schemas.openxmlformats.org/drawingml/2006/main" noGrp="1"/>
          </p:cNvSpPr>
          <p:nvPr/>
        </p:nvSpPr>
        <p:spPr>
          <a:xfrm xmlns:a="http://schemas.openxmlformats.org/drawingml/2006/main">
            <a:off x="6724650" y="2667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go to x: 0  y: 0</a:t>
            </a:r>
          </a:p>
        </p:txBody>
      </p:sp>
      <p:sp>
        <p:nvSpPr>
          <p:cNvPr id="11" name="">
            <a:extLst xmlns:a="http://schemas.openxmlformats.org/drawingml/2006/main">
              <a:ext uri="{FF2B5EF4-FFF2-40B4-BE49-F238E27FC236}">
                <a16:creationId xmlns:a16="http://schemas.microsoft.com/office/drawing/2014/main" id="{7FE376CB-C13B-4533-8697-23CF8364C412}"/>
              </a:ext>
            </a:extLst>
          </p:cNvPr>
          <p:cNvSpPr>
            <a:spLocks xmlns:a="http://schemas.openxmlformats.org/drawingml/2006/main" noGrp="1"/>
          </p:cNvSpPr>
          <p:nvPr/>
        </p:nvSpPr>
        <p:spPr>
          <a:xfrm xmlns:a="http://schemas.openxmlformats.org/drawingml/2006/main">
            <a:off x="6572250" y="3133725"/>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C576EE-BA6D-48D2-8B9A-D0ABB6DB118B}"/>
              </a:ext>
            </a:extLst>
          </p:cNvPr>
          <p:cNvSpPr>
            <a:spLocks xmlns:a="http://schemas.openxmlformats.org/drawingml/2006/main" noGrp="1"/>
          </p:cNvSpPr>
          <p:nvPr/>
        </p:nvSpPr>
        <p:spPr>
          <a:xfrm xmlns:a="http://schemas.openxmlformats.org/drawingml/2006/main">
            <a:off x="6724650" y="32099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point in direction 90</a:t>
            </a:r>
          </a:p>
        </p:txBody>
      </p:sp>
      <p:sp>
        <p:nvSpPr>
          <p:cNvPr id="13" name="">
            <a:extLst xmlns:a="http://schemas.openxmlformats.org/drawingml/2006/main">
              <a:ext uri="{FF2B5EF4-FFF2-40B4-BE49-F238E27FC236}">
                <a16:creationId xmlns:a16="http://schemas.microsoft.com/office/drawing/2014/main" id="{CC119E74-AF34-43CC-99ED-2817707D0B31}"/>
              </a:ext>
            </a:extLst>
          </p:cNvPr>
          <p:cNvSpPr>
            <a:spLocks xmlns:a="http://schemas.openxmlformats.org/drawingml/2006/main" noGrp="1"/>
          </p:cNvSpPr>
          <p:nvPr/>
        </p:nvSpPr>
        <p:spPr>
          <a:xfrm xmlns:a="http://schemas.openxmlformats.org/drawingml/2006/main">
            <a:off x="6572250" y="367665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7D0C84C-73FD-4F5C-A291-9817E171053D}"/>
              </a:ext>
            </a:extLst>
          </p:cNvPr>
          <p:cNvSpPr>
            <a:spLocks xmlns:a="http://schemas.openxmlformats.org/drawingml/2006/main" noGrp="1"/>
          </p:cNvSpPr>
          <p:nvPr/>
        </p:nvSpPr>
        <p:spPr>
          <a:xfrm xmlns:a="http://schemas.openxmlformats.org/drawingml/2006/main">
            <a:off x="6724650" y="37528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move 100 steps</a:t>
            </a:r>
          </a:p>
        </p:txBody>
      </p:sp>
      <p:sp>
        <p:nvSpPr>
          <p:cNvPr id="15" name="">
            <a:extLst xmlns:a="http://schemas.openxmlformats.org/drawingml/2006/main">
              <a:ext uri="{FF2B5EF4-FFF2-40B4-BE49-F238E27FC236}">
                <a16:creationId xmlns:a16="http://schemas.microsoft.com/office/drawing/2014/main" id="{48E5D7BE-DADA-462A-84F9-964DFF7ED4E8}"/>
              </a:ext>
            </a:extLst>
          </p:cNvPr>
          <p:cNvSpPr>
            <a:spLocks xmlns:a="http://schemas.openxmlformats.org/drawingml/2006/main" noGrp="1"/>
          </p:cNvSpPr>
          <p:nvPr/>
        </p:nvSpPr>
        <p:spPr>
          <a:xfrm xmlns:a="http://schemas.openxmlformats.org/drawingml/2006/main">
            <a:off x="6572250" y="4219575"/>
            <a:ext cx="5010150" cy="514350"/>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772D140-410F-45BC-BE1A-3808744EC5CB}"/>
              </a:ext>
            </a:extLst>
          </p:cNvPr>
          <p:cNvSpPr>
            <a:spLocks xmlns:a="http://schemas.openxmlformats.org/drawingml/2006/main" noGrp="1"/>
          </p:cNvSpPr>
          <p:nvPr/>
        </p:nvSpPr>
        <p:spPr>
          <a:xfrm xmlns:a="http://schemas.openxmlformats.org/drawingml/2006/main">
            <a:off x="6724650" y="42957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say Arrived for 2 seconds</a:t>
            </a:r>
          </a:p>
        </p:txBody>
      </p:sp>
      <p:sp>
        <p:nvSpPr>
          <p:cNvPr id="17" name="">
            <a:extLst xmlns:a="http://schemas.openxmlformats.org/drawingml/2006/main">
              <a:ext uri="{FF2B5EF4-FFF2-40B4-BE49-F238E27FC236}">
                <a16:creationId xmlns:a16="http://schemas.microsoft.com/office/drawing/2014/main" id="{82262984-4C4B-4F82-B485-9ECC98FB5377}"/>
              </a:ext>
            </a:extLst>
          </p:cNvPr>
          <p:cNvSpPr>
            <a:spLocks xmlns:a="http://schemas.openxmlformats.org/drawingml/2006/main" noGrp="1"/>
          </p:cNvSpPr>
          <p:nvPr/>
        </p:nvSpPr>
        <p:spPr>
          <a:xfrm xmlns:a="http://schemas.openxmlformats.org/drawingml/2006/main">
            <a:off x="6572250" y="5133975"/>
            <a:ext cx="5010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9624A"/>
                </a:solidFill>
                <a:latin typeface="DejaVu Sans"/>
                <a:ea typeface="DejaVu Sans"/>
                <a:cs typeface="DejaVu Sans"/>
              </a:defRPr>
            </a:pPr>
            <a:r>
              <a:rPr sz="1950" b="1">
                <a:solidFill>
                  <a:srgbClr val="19624A"/>
                </a:solidFill>
                <a:latin typeface="DejaVu Sans"/>
                <a:ea typeface="DejaVu Sans"/>
                <a:cs typeface="DejaVu Sans"/>
              </a:rPr>
              <a:t>Our guess can change after a test.</a:t>
            </a:r>
          </a:p>
        </p:txBody>
      </p:sp>
      <p:sp>
        <p:nvSpPr>
          <p:cNvPr id="18" name="">
            <a:extLst xmlns:a="http://schemas.openxmlformats.org/drawingml/2006/main">
              <a:ext uri="{FF2B5EF4-FFF2-40B4-BE49-F238E27FC236}">
                <a16:creationId xmlns:a16="http://schemas.microsoft.com/office/drawing/2014/main" id="{2BAA80B4-81EE-47D9-914F-261F7C29162F}"/>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B135D70-476A-40C4-9D9D-B687779EC430}"/>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20" name="">
            <a:extLst xmlns:a="http://schemas.openxmlformats.org/drawingml/2006/main">
              <a:ext uri="{FF2B5EF4-FFF2-40B4-BE49-F238E27FC236}">
                <a16:creationId xmlns:a16="http://schemas.microsoft.com/office/drawing/2014/main" id="{CB3FAF20-3FF4-443F-9D1B-91F2C9620425}"/>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21" name="">
            <a:extLst xmlns:a="http://schemas.openxmlformats.org/drawingml/2006/main">
              <a:ext uri="{FF2B5EF4-FFF2-40B4-BE49-F238E27FC236}">
                <a16:creationId xmlns:a16="http://schemas.microsoft.com/office/drawing/2014/main" id="{2694DF92-1D0F-456C-828E-A02DFFE69CF4}"/>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2" name="">
            <a:extLst xmlns:a="http://schemas.openxmlformats.org/drawingml/2006/main">
              <a:ext uri="{FF2B5EF4-FFF2-40B4-BE49-F238E27FC236}">
                <a16:creationId xmlns:a16="http://schemas.microsoft.com/office/drawing/2014/main" id="{C8A6D3B0-2205-4ED0-AA24-79B2217727E4}"/>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23" name="">
            <a:extLst xmlns:a="http://schemas.openxmlformats.org/drawingml/2006/main">
              <a:ext uri="{FF2B5EF4-FFF2-40B4-BE49-F238E27FC236}">
                <a16:creationId xmlns:a16="http://schemas.microsoft.com/office/drawing/2014/main" id="{B0999CF2-3DC7-4963-AB49-AAAF49A8267B}"/>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A19095D-7C9F-4940-9561-4B1E5D7D58AB}"/>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5" name="">
            <a:extLst xmlns:a="http://schemas.openxmlformats.org/drawingml/2006/main">
              <a:ext uri="{FF2B5EF4-FFF2-40B4-BE49-F238E27FC236}">
                <a16:creationId xmlns:a16="http://schemas.microsoft.com/office/drawing/2014/main" id="{5D5CA5C5-6562-4577-92E0-0EE57A8D8F38}"/>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6" name="">
            <a:extLst xmlns:a="http://schemas.openxmlformats.org/drawingml/2006/main">
              <a:ext uri="{FF2B5EF4-FFF2-40B4-BE49-F238E27FC236}">
                <a16:creationId xmlns:a16="http://schemas.microsoft.com/office/drawing/2014/main" id="{101C031B-F04E-4693-A04A-99324BFE3440}"/>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7" name="">
            <a:extLst xmlns:a="http://schemas.openxmlformats.org/drawingml/2006/main">
              <a:ext uri="{FF2B5EF4-FFF2-40B4-BE49-F238E27FC236}">
                <a16:creationId xmlns:a16="http://schemas.microsoft.com/office/drawing/2014/main" id="{A074DF4F-4F50-4901-A056-4D92C6364E47}"/>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8" name="">
            <a:extLst xmlns:a="http://schemas.openxmlformats.org/drawingml/2006/main">
              <a:ext uri="{FF2B5EF4-FFF2-40B4-BE49-F238E27FC236}">
                <a16:creationId xmlns:a16="http://schemas.microsoft.com/office/drawing/2014/main" id="{3EF3FD29-8D14-4C22-AC70-D8677D7F8881}"/>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9" name="">
            <a:extLst xmlns:a="http://schemas.openxmlformats.org/drawingml/2006/main">
              <a:ext uri="{FF2B5EF4-FFF2-40B4-BE49-F238E27FC236}">
                <a16:creationId xmlns:a16="http://schemas.microsoft.com/office/drawing/2014/main" id="{9BF63480-0C64-4C79-A2E3-1BF0F73764A1}"/>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5 / 11</a:t>
            </a:r>
          </a:p>
        </p:txBody>
      </p:sp>
    </p:spTree>
    <p:extLst>
      <p:ext uri="{BB962C8B-B14F-4D97-AF65-F5344CB8AC3E}">
        <p14:creationId xmlns:p14="http://schemas.microsoft.com/office/powerpoint/2010/main" val="679967338"/>
      </p:ext>
    </p:extLst>
  </p:cSld>
</p:sld>
</file>

<file path=ppt/slides/slide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E3AD99D-3F3E-42BB-AF54-5BC8268FEFE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BE552B-483C-46C4-A46A-6DF50E03847D}"/>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2     18-21 minutes</a:t>
            </a:r>
          </a:p>
        </p:txBody>
      </p:sp>
      <p:sp>
        <p:nvSpPr>
          <p:cNvPr id="3" name="">
            <a:extLst xmlns:a="http://schemas.openxmlformats.org/drawingml/2006/main">
              <a:ext uri="{FF2B5EF4-FFF2-40B4-BE49-F238E27FC236}">
                <a16:creationId xmlns:a16="http://schemas.microsoft.com/office/drawing/2014/main" id="{17F0F9FB-8DAD-4E0B-B34B-559CE6B7C099}"/>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safe save</a:t>
            </a:r>
          </a:p>
        </p:txBody>
      </p:sp>
      <p:sp>
        <p:nvSpPr>
          <p:cNvPr id="4" name="">
            <a:extLst xmlns:a="http://schemas.openxmlformats.org/drawingml/2006/main">
              <a:ext uri="{FF2B5EF4-FFF2-40B4-BE49-F238E27FC236}">
                <a16:creationId xmlns:a16="http://schemas.microsoft.com/office/drawing/2014/main" id="{52E7D0DF-5145-4A2E-9029-3097FC68077D}"/>
              </a:ext>
            </a:extLst>
          </p:cNvPr>
          <p:cNvSpPr>
            <a:spLocks xmlns:a="http://schemas.openxmlformats.org/drawingml/2006/main" noGrp="1"/>
          </p:cNvSpPr>
          <p:nvPr/>
        </p:nvSpPr>
        <p:spPr>
          <a:xfrm xmlns:a="http://schemas.openxmlformats.org/drawingml/2006/main">
            <a:off x="609600" y="20383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624A"/>
                </a:solidFill>
                <a:latin typeface="DejaVu Sans"/>
                <a:ea typeface="DejaVu Sans"/>
                <a:cs typeface="DejaVu Sans"/>
              </a:defRPr>
            </a:pPr>
            <a:r>
              <a:rPr sz="3450" b="1">
                <a:solidFill>
                  <a:srgbClr val="19624A"/>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277FBBFA-CB2A-4E16-BE61-A7DB09B7752A}"/>
              </a:ext>
            </a:extLst>
          </p:cNvPr>
          <p:cNvSpPr>
            <a:spLocks xmlns:a="http://schemas.openxmlformats.org/drawingml/2006/main" noGrp="1"/>
          </p:cNvSpPr>
          <p:nvPr/>
        </p:nvSpPr>
        <p:spPr>
          <a:xfrm xmlns:a="http://schemas.openxmlformats.org/drawingml/2006/main">
            <a:off x="1524000" y="21240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File, then Save to your computer.</a:t>
            </a:r>
          </a:p>
        </p:txBody>
      </p:sp>
      <p:sp>
        <p:nvSpPr>
          <p:cNvPr id="6" name="">
            <a:extLst xmlns:a="http://schemas.openxmlformats.org/drawingml/2006/main">
              <a:ext uri="{FF2B5EF4-FFF2-40B4-BE49-F238E27FC236}">
                <a16:creationId xmlns:a16="http://schemas.microsoft.com/office/drawing/2014/main" id="{339C77FE-80E9-41B5-B3A7-D18A822CA4DE}"/>
              </a:ext>
            </a:extLst>
          </p:cNvPr>
          <p:cNvSpPr>
            <a:spLocks xmlns:a="http://schemas.openxmlformats.org/drawingml/2006/main" noGrp="1"/>
          </p:cNvSpPr>
          <p:nvPr/>
        </p:nvSpPr>
        <p:spPr>
          <a:xfrm xmlns:a="http://schemas.openxmlformats.org/drawingml/2006/main">
            <a:off x="609600" y="319087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624A"/>
                </a:solidFill>
                <a:latin typeface="DejaVu Sans"/>
                <a:ea typeface="DejaVu Sans"/>
                <a:cs typeface="DejaVu Sans"/>
              </a:defRPr>
            </a:pPr>
            <a:r>
              <a:rPr sz="3450" b="1">
                <a:solidFill>
                  <a:srgbClr val="19624A"/>
                </a:solidFill>
                <a:latin typeface="DejaVu Sans"/>
                <a:ea typeface="DejaVu Sans"/>
                <a:cs typeface="DejaVu Sans"/>
              </a:rPr>
              <a:t>2</a:t>
            </a:r>
          </a:p>
        </p:txBody>
      </p:sp>
      <p:sp>
        <p:nvSpPr>
          <p:cNvPr id="7" name="">
            <a:extLst xmlns:a="http://schemas.openxmlformats.org/drawingml/2006/main">
              <a:ext uri="{FF2B5EF4-FFF2-40B4-BE49-F238E27FC236}">
                <a16:creationId xmlns:a16="http://schemas.microsoft.com/office/drawing/2014/main" id="{ED06AAE2-D013-416F-B2CD-D999D608BC30}"/>
              </a:ext>
            </a:extLst>
          </p:cNvPr>
          <p:cNvSpPr>
            <a:spLocks xmlns:a="http://schemas.openxmlformats.org/drawingml/2006/main" noGrp="1"/>
          </p:cNvSpPr>
          <p:nvPr/>
        </p:nvSpPr>
        <p:spPr>
          <a:xfrm xmlns:a="http://schemas.openxmlformats.org/drawingml/2006/main">
            <a:off x="1524000" y="3276600"/>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Use W01_MyCode.sb3.</a:t>
            </a:r>
          </a:p>
        </p:txBody>
      </p:sp>
      <p:sp>
        <p:nvSpPr>
          <p:cNvPr id="8" name="">
            <a:extLst xmlns:a="http://schemas.openxmlformats.org/drawingml/2006/main">
              <a:ext uri="{FF2B5EF4-FFF2-40B4-BE49-F238E27FC236}">
                <a16:creationId xmlns:a16="http://schemas.microsoft.com/office/drawing/2014/main" id="{C5F1D6CB-F69B-4209-A9E6-8CFF0DDD5AB3}"/>
              </a:ext>
            </a:extLst>
          </p:cNvPr>
          <p:cNvSpPr>
            <a:spLocks xmlns:a="http://schemas.openxmlformats.org/drawingml/2006/main" noGrp="1"/>
          </p:cNvSpPr>
          <p:nvPr/>
        </p:nvSpPr>
        <p:spPr>
          <a:xfrm xmlns:a="http://schemas.openxmlformats.org/drawingml/2006/main">
            <a:off x="609600" y="43434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624A"/>
                </a:solidFill>
                <a:latin typeface="DejaVu Sans"/>
                <a:ea typeface="DejaVu Sans"/>
                <a:cs typeface="DejaVu Sans"/>
              </a:defRPr>
            </a:pPr>
            <a:r>
              <a:rPr sz="3450" b="1">
                <a:solidFill>
                  <a:srgbClr val="19624A"/>
                </a:solidFill>
                <a:latin typeface="DejaVu Sans"/>
                <a:ea typeface="DejaVu Sans"/>
                <a:cs typeface="DejaVu Sans"/>
              </a:rPr>
              <a:t>3</a:t>
            </a:r>
          </a:p>
        </p:txBody>
      </p:sp>
      <p:sp>
        <p:nvSpPr>
          <p:cNvPr id="9" name="">
            <a:extLst xmlns:a="http://schemas.openxmlformats.org/drawingml/2006/main">
              <a:ext uri="{FF2B5EF4-FFF2-40B4-BE49-F238E27FC236}">
                <a16:creationId xmlns:a16="http://schemas.microsoft.com/office/drawing/2014/main" id="{CA1326CD-D9DE-4781-B5B0-0231E8A734AF}"/>
              </a:ext>
            </a:extLst>
          </p:cNvPr>
          <p:cNvSpPr>
            <a:spLocks xmlns:a="http://schemas.openxmlformats.org/drawingml/2006/main" noGrp="1"/>
          </p:cNvSpPr>
          <p:nvPr/>
        </p:nvSpPr>
        <p:spPr>
          <a:xfrm xmlns:a="http://schemas.openxmlformats.org/drawingml/2006/main">
            <a:off x="1524000" y="442912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Load the saved file and run it again.</a:t>
            </a:r>
          </a:p>
        </p:txBody>
      </p:sp>
      <p:sp>
        <p:nvSpPr>
          <p:cNvPr id="10" name="">
            <a:extLst xmlns:a="http://schemas.openxmlformats.org/drawingml/2006/main">
              <a:ext uri="{FF2B5EF4-FFF2-40B4-BE49-F238E27FC236}">
                <a16:creationId xmlns:a16="http://schemas.microsoft.com/office/drawing/2014/main" id="{2FDE785D-CACF-4455-B341-3FFD4C358FF2}"/>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3F5B6B-1BDD-4C61-AB17-7A7F1D08684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2" name="">
            <a:extLst xmlns:a="http://schemas.openxmlformats.org/drawingml/2006/main">
              <a:ext uri="{FF2B5EF4-FFF2-40B4-BE49-F238E27FC236}">
                <a16:creationId xmlns:a16="http://schemas.microsoft.com/office/drawing/2014/main" id="{D8CD24A0-FD04-4405-AF54-AB862D7566CC}"/>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3" name="">
            <a:extLst xmlns:a="http://schemas.openxmlformats.org/drawingml/2006/main">
              <a:ext uri="{FF2B5EF4-FFF2-40B4-BE49-F238E27FC236}">
                <a16:creationId xmlns:a16="http://schemas.microsoft.com/office/drawing/2014/main" id="{8C9D9416-E299-4ED1-AD1D-3CE86C9029B7}"/>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4" name="">
            <a:extLst xmlns:a="http://schemas.openxmlformats.org/drawingml/2006/main">
              <a:ext uri="{FF2B5EF4-FFF2-40B4-BE49-F238E27FC236}">
                <a16:creationId xmlns:a16="http://schemas.microsoft.com/office/drawing/2014/main" id="{0D6D1486-0C90-421F-A69E-FD6CAE5CCFA7}"/>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5" name="">
            <a:extLst xmlns:a="http://schemas.openxmlformats.org/drawingml/2006/main">
              <a:ext uri="{FF2B5EF4-FFF2-40B4-BE49-F238E27FC236}">
                <a16:creationId xmlns:a16="http://schemas.microsoft.com/office/drawing/2014/main" id="{C65796D7-2B03-420A-A7B9-A6B160443AC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 2</a:t>
            </a:r>
          </a:p>
        </p:txBody>
      </p:sp>
      <p:sp>
        <p:nvSpPr>
          <p:cNvPr id="16" name="">
            <a:extLst xmlns:a="http://schemas.openxmlformats.org/drawingml/2006/main">
              <a:ext uri="{FF2B5EF4-FFF2-40B4-BE49-F238E27FC236}">
                <a16:creationId xmlns:a16="http://schemas.microsoft.com/office/drawing/2014/main" id="{ABA3BF03-0039-45F3-A908-88864E7895CC}"/>
              </a:ext>
            </a:extLst>
          </p:cNvPr>
          <p:cNvSpPr>
            <a:spLocks xmlns:a="http://schemas.openxmlformats.org/drawingml/2006/main" noGrp="1"/>
          </p:cNvSpPr>
          <p:nvPr/>
        </p:nvSpPr>
        <p:spPr>
          <a:xfrm xmlns:a="http://schemas.openxmlformats.org/drawingml/2006/main">
            <a:off x="49339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F51007-DA23-4533-9845-84F1AB192FC8}"/>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26AB23DB-30FB-41BD-8CEF-4C4B65EF7547}"/>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DA6CE69C-2B8A-4BA8-B687-A1563FBA9421}"/>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0" name="">
            <a:extLst xmlns:a="http://schemas.openxmlformats.org/drawingml/2006/main">
              <a:ext uri="{FF2B5EF4-FFF2-40B4-BE49-F238E27FC236}">
                <a16:creationId xmlns:a16="http://schemas.microsoft.com/office/drawing/2014/main" id="{D059B999-CABC-4FE8-8232-845ACF6FB28C}"/>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1" name="">
            <a:extLst xmlns:a="http://schemas.openxmlformats.org/drawingml/2006/main">
              <a:ext uri="{FF2B5EF4-FFF2-40B4-BE49-F238E27FC236}">
                <a16:creationId xmlns:a16="http://schemas.microsoft.com/office/drawing/2014/main" id="{CD13C346-1ADA-4D78-BC51-DB0DCA1D53BE}"/>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6 / 11</a:t>
            </a:r>
          </a:p>
        </p:txBody>
      </p:sp>
    </p:spTree>
    <p:extLst>
      <p:ext uri="{BB962C8B-B14F-4D97-AF65-F5344CB8AC3E}">
        <p14:creationId xmlns:p14="http://schemas.microsoft.com/office/powerpoint/2010/main" val="455195219"/>
      </p:ext>
    </p:extLst>
  </p:cSld>
</p:sld>
</file>

<file path=ppt/slides/slide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A319260-F7C4-47E5-AB1F-ED789FD7278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CDF73D-207F-4EAC-B3F5-D33F1470BBEC}"/>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2 · Task     21-25 minutes</a:t>
            </a:r>
          </a:p>
        </p:txBody>
      </p:sp>
      <p:sp>
        <p:nvSpPr>
          <p:cNvPr id="3" name="">
            <a:extLst xmlns:a="http://schemas.openxmlformats.org/drawingml/2006/main">
              <a:ext uri="{FF2B5EF4-FFF2-40B4-BE49-F238E27FC236}">
                <a16:creationId xmlns:a16="http://schemas.microsoft.com/office/drawing/2014/main" id="{697B3E28-14B7-44CF-B9DC-4DC3734BB3A6}"/>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delivery marker</a:t>
            </a:r>
          </a:p>
        </p:txBody>
      </p:sp>
      <p:sp>
        <p:nvSpPr>
          <p:cNvPr id="4" name="">
            <a:extLst xmlns:a="http://schemas.openxmlformats.org/drawingml/2006/main">
              <a:ext uri="{FF2B5EF4-FFF2-40B4-BE49-F238E27FC236}">
                <a16:creationId xmlns:a16="http://schemas.microsoft.com/office/drawing/2014/main" id="{0EE90D78-3E7B-40BE-8C96-2829AABBD610}"/>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Our start is x = 0. The target is 120.</a:t>
            </a:r>
          </a:p>
        </p:txBody>
      </p:sp>
      <p:sp>
        <p:nvSpPr>
          <p:cNvPr id="5" name="">
            <a:extLst xmlns:a="http://schemas.openxmlformats.org/drawingml/2006/main">
              <a:ext uri="{FF2B5EF4-FFF2-40B4-BE49-F238E27FC236}">
                <a16:creationId xmlns:a16="http://schemas.microsoft.com/office/drawing/2014/main" id="{F0A98F93-6253-4833-96D5-A7778111A8A9}"/>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a value. Point or say why.</a:t>
            </a:r>
          </a:p>
        </p:txBody>
      </p:sp>
      <p:sp>
        <p:nvSpPr>
          <p:cNvPr id="6" name="">
            <a:extLst xmlns:a="http://schemas.openxmlformats.org/drawingml/2006/main">
              <a:ext uri="{FF2B5EF4-FFF2-40B4-BE49-F238E27FC236}">
                <a16:creationId xmlns:a16="http://schemas.microsoft.com/office/drawing/2014/main" id="{A7A8CC48-5E75-4A2A-BA19-FEFF2A05E8BC}"/>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together. Repair if needed.</a:t>
            </a:r>
          </a:p>
        </p:txBody>
      </p:sp>
      <p:sp>
        <p:nvSpPr>
          <p:cNvPr id="7" name="">
            <a:extLst xmlns:a="http://schemas.openxmlformats.org/drawingml/2006/main">
              <a:ext uri="{FF2B5EF4-FFF2-40B4-BE49-F238E27FC236}">
                <a16:creationId xmlns:a16="http://schemas.microsoft.com/office/drawing/2014/main" id="{AF445190-2694-4F27-A316-4A96CB8B9934}"/>
              </a:ext>
            </a:extLst>
          </p:cNvPr>
          <p:cNvSpPr>
            <a:spLocks xmlns:a="http://schemas.openxmlformats.org/drawingml/2006/main" noGrp="1"/>
          </p:cNvSpPr>
          <p:nvPr/>
        </p:nvSpPr>
        <p:spPr>
          <a:xfrm xmlns:a="http://schemas.openxmlformats.org/drawingml/2006/main">
            <a:off x="6953250" y="207645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2E25"/>
                </a:solidFill>
                <a:latin typeface="DejaVu Sans"/>
                <a:ea typeface="DejaVu Sans"/>
                <a:cs typeface="DejaVu Sans"/>
              </a:defRPr>
            </a:pPr>
            <a:r>
              <a:rPr sz="2775" b="1">
                <a:solidFill>
                  <a:srgbClr val="142E25"/>
                </a:solidFill>
                <a:latin typeface="DejaVu Sans"/>
                <a:ea typeface="DejaVu Sans"/>
                <a:cs typeface="DejaVu Sans"/>
              </a:rPr>
              <a:t>Start x = 0</a:t>
            </a:r>
          </a:p>
        </p:txBody>
      </p:sp>
      <p:sp>
        <p:nvSpPr>
          <p:cNvPr id="8" name="">
            <a:extLst xmlns:a="http://schemas.openxmlformats.org/drawingml/2006/main">
              <a:ext uri="{FF2B5EF4-FFF2-40B4-BE49-F238E27FC236}">
                <a16:creationId xmlns:a16="http://schemas.microsoft.com/office/drawing/2014/main" id="{8EDB4FFA-4274-444A-92CE-AC3DB8A2993E}"/>
              </a:ext>
            </a:extLst>
          </p:cNvPr>
          <p:cNvSpPr>
            <a:spLocks xmlns:a="http://schemas.openxmlformats.org/drawingml/2006/main" noGrp="1"/>
          </p:cNvSpPr>
          <p:nvPr/>
        </p:nvSpPr>
        <p:spPr>
          <a:xfrm xmlns:a="http://schemas.openxmlformats.org/drawingml/2006/main">
            <a:off x="6953250" y="291465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9624A"/>
                </a:solidFill>
                <a:latin typeface="DejaVu Sans"/>
                <a:ea typeface="DejaVu Sans"/>
                <a:cs typeface="DejaVu Sans"/>
              </a:defRPr>
            </a:pPr>
            <a:r>
              <a:rPr sz="2775" b="1">
                <a:solidFill>
                  <a:srgbClr val="19624A"/>
                </a:solidFill>
                <a:latin typeface="DejaVu Sans"/>
                <a:ea typeface="DejaVu Sans"/>
                <a:cs typeface="DejaVu Sans"/>
              </a:rPr>
              <a:t>Target x = 120</a:t>
            </a:r>
          </a:p>
        </p:txBody>
      </p:sp>
      <p:sp>
        <p:nvSpPr>
          <p:cNvPr id="9" name="">
            <a:extLst xmlns:a="http://schemas.openxmlformats.org/drawingml/2006/main">
              <a:ext uri="{FF2B5EF4-FFF2-40B4-BE49-F238E27FC236}">
                <a16:creationId xmlns:a16="http://schemas.microsoft.com/office/drawing/2014/main" id="{2C0B3D80-8150-47AD-A3DC-AB1BADDB7C6D}"/>
              </a:ext>
            </a:extLst>
          </p:cNvPr>
          <p:cNvSpPr>
            <a:spLocks xmlns:a="http://schemas.openxmlformats.org/drawingml/2006/main" noGrp="1"/>
          </p:cNvSpPr>
          <p:nvPr/>
        </p:nvSpPr>
        <p:spPr>
          <a:xfrm xmlns:a="http://schemas.openxmlformats.org/drawingml/2006/main">
            <a:off x="6572250" y="4124325"/>
            <a:ext cx="5010150" cy="6572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2E164F-5D3B-4810-BE7D-7E4AB5BE5A91}"/>
              </a:ext>
            </a:extLst>
          </p:cNvPr>
          <p:cNvSpPr>
            <a:spLocks xmlns:a="http://schemas.openxmlformats.org/drawingml/2006/main" noGrp="1"/>
          </p:cNvSpPr>
          <p:nvPr/>
        </p:nvSpPr>
        <p:spPr>
          <a:xfrm xmlns:a="http://schemas.openxmlformats.org/drawingml/2006/main">
            <a:off x="6724650" y="4200525"/>
            <a:ext cx="4724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move your value steps</a:t>
            </a:r>
          </a:p>
        </p:txBody>
      </p:sp>
      <p:sp>
        <p:nvSpPr>
          <p:cNvPr id="11" name="">
            <a:extLst xmlns:a="http://schemas.openxmlformats.org/drawingml/2006/main">
              <a:ext uri="{FF2B5EF4-FFF2-40B4-BE49-F238E27FC236}">
                <a16:creationId xmlns:a16="http://schemas.microsoft.com/office/drawing/2014/main" id="{EB8318E5-4DEA-4214-82F6-27A067E7AD65}"/>
              </a:ext>
            </a:extLst>
          </p:cNvPr>
          <p:cNvSpPr>
            <a:spLocks xmlns:a="http://schemas.openxmlformats.org/drawingml/2006/main" noGrp="1"/>
          </p:cNvSpPr>
          <p:nvPr/>
        </p:nvSpPr>
        <p:spPr>
          <a:xfrm xmlns:a="http://schemas.openxmlformats.org/drawingml/2006/main">
            <a:off x="6572250" y="5133975"/>
            <a:ext cx="5010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A5D"/>
                </a:solidFill>
                <a:latin typeface="DejaVu Sans"/>
                <a:ea typeface="DejaVu Sans"/>
                <a:cs typeface="DejaVu Sans"/>
              </a:defRPr>
            </a:pPr>
            <a:r>
              <a:rPr sz="2025" b="0">
                <a:solidFill>
                  <a:srgbClr val="536A5D"/>
                </a:solidFill>
                <a:latin typeface="DejaVu Sans"/>
                <a:ea typeface="DejaVu Sans"/>
                <a:cs typeface="DejaVu Sans"/>
              </a:rPr>
              <a:t>Keep direction 90.</a:t>
            </a:r>
          </a:p>
        </p:txBody>
      </p:sp>
      <p:sp>
        <p:nvSpPr>
          <p:cNvPr id="12" name="">
            <a:extLst xmlns:a="http://schemas.openxmlformats.org/drawingml/2006/main">
              <a:ext uri="{FF2B5EF4-FFF2-40B4-BE49-F238E27FC236}">
                <a16:creationId xmlns:a16="http://schemas.microsoft.com/office/drawing/2014/main" id="{9586C906-8A69-4FDC-B92A-63512C7A82E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6162E6-10DC-4E76-A047-6A6DFD61F0DB}"/>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4" name="">
            <a:extLst xmlns:a="http://schemas.openxmlformats.org/drawingml/2006/main">
              <a:ext uri="{FF2B5EF4-FFF2-40B4-BE49-F238E27FC236}">
                <a16:creationId xmlns:a16="http://schemas.microsoft.com/office/drawing/2014/main" id="{2D21CFCB-8D61-401D-BC4F-5F6EC8519772}"/>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5" name="">
            <a:extLst xmlns:a="http://schemas.openxmlformats.org/drawingml/2006/main">
              <a:ext uri="{FF2B5EF4-FFF2-40B4-BE49-F238E27FC236}">
                <a16:creationId xmlns:a16="http://schemas.microsoft.com/office/drawing/2014/main" id="{1E841E13-95CD-4E3B-8CCA-E466ABD05A26}"/>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6" name="">
            <a:extLst xmlns:a="http://schemas.openxmlformats.org/drawingml/2006/main">
              <a:ext uri="{FF2B5EF4-FFF2-40B4-BE49-F238E27FC236}">
                <a16:creationId xmlns:a16="http://schemas.microsoft.com/office/drawing/2014/main" id="{87317130-62F3-4EE3-B79D-1A9D843F7EF9}"/>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7" name="">
            <a:extLst xmlns:a="http://schemas.openxmlformats.org/drawingml/2006/main">
              <a:ext uri="{FF2B5EF4-FFF2-40B4-BE49-F238E27FC236}">
                <a16:creationId xmlns:a16="http://schemas.microsoft.com/office/drawing/2014/main" id="{BFCCEE20-CF75-4C22-8BF8-25180CDDDCA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8" name="">
            <a:extLst xmlns:a="http://schemas.openxmlformats.org/drawingml/2006/main">
              <a:ext uri="{FF2B5EF4-FFF2-40B4-BE49-F238E27FC236}">
                <a16:creationId xmlns:a16="http://schemas.microsoft.com/office/drawing/2014/main" id="{F81F66BF-8E0A-490B-B4DF-FC27C953BE37}"/>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 2 · Task</a:t>
            </a:r>
          </a:p>
        </p:txBody>
      </p:sp>
      <p:sp>
        <p:nvSpPr>
          <p:cNvPr id="19" name="">
            <a:extLst xmlns:a="http://schemas.openxmlformats.org/drawingml/2006/main">
              <a:ext uri="{FF2B5EF4-FFF2-40B4-BE49-F238E27FC236}">
                <a16:creationId xmlns:a16="http://schemas.microsoft.com/office/drawing/2014/main" id="{39A97CD8-D6F4-4A04-AB70-4D80D76A3DC6}"/>
              </a:ext>
            </a:extLst>
          </p:cNvPr>
          <p:cNvSpPr>
            <a:spLocks xmlns:a="http://schemas.openxmlformats.org/drawingml/2006/main" noGrp="1"/>
          </p:cNvSpPr>
          <p:nvPr/>
        </p:nvSpPr>
        <p:spPr>
          <a:xfrm xmlns:a="http://schemas.openxmlformats.org/drawingml/2006/main">
            <a:off x="6134100" y="6457950"/>
            <a:ext cx="1600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DE91712-6B22-4A79-8183-AA414C9E2942}"/>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1" name="">
            <a:extLst xmlns:a="http://schemas.openxmlformats.org/drawingml/2006/main">
              <a:ext uri="{FF2B5EF4-FFF2-40B4-BE49-F238E27FC236}">
                <a16:creationId xmlns:a16="http://schemas.microsoft.com/office/drawing/2014/main" id="{FA311269-06CF-49AA-B807-1D3C51F14983}"/>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2" name="">
            <a:extLst xmlns:a="http://schemas.openxmlformats.org/drawingml/2006/main">
              <a:ext uri="{FF2B5EF4-FFF2-40B4-BE49-F238E27FC236}">
                <a16:creationId xmlns:a16="http://schemas.microsoft.com/office/drawing/2014/main" id="{CF66B9E3-D30A-48D1-AC82-32E9A3D7BD0E}"/>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3" name="">
            <a:extLst xmlns:a="http://schemas.openxmlformats.org/drawingml/2006/main">
              <a:ext uri="{FF2B5EF4-FFF2-40B4-BE49-F238E27FC236}">
                <a16:creationId xmlns:a16="http://schemas.microsoft.com/office/drawing/2014/main" id="{B9E392E1-8C10-462C-A395-477A330BFF30}"/>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7 / 11</a:t>
            </a:r>
          </a:p>
        </p:txBody>
      </p:sp>
    </p:spTree>
    <p:extLst>
      <p:ext uri="{BB962C8B-B14F-4D97-AF65-F5344CB8AC3E}">
        <p14:creationId xmlns:p14="http://schemas.microsoft.com/office/powerpoint/2010/main" val="1412312526"/>
      </p:ext>
    </p:extLst>
  </p:cSld>
</p:sld>
</file>

<file path=ppt/slides/slide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CBE231E-9051-4920-A152-51A1E991027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2F4344-CE37-4EE5-B574-2942AB7D467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25-26 minutes</a:t>
            </a:r>
          </a:p>
        </p:txBody>
      </p:sp>
      <p:sp>
        <p:nvSpPr>
          <p:cNvPr id="3" name="">
            <a:extLst xmlns:a="http://schemas.openxmlformats.org/drawingml/2006/main">
              <a:ext uri="{FF2B5EF4-FFF2-40B4-BE49-F238E27FC236}">
                <a16:creationId xmlns:a16="http://schemas.microsoft.com/office/drawing/2014/main" id="{334F7CE1-2FED-4171-9D14-A459969AC356}"/>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task route</a:t>
            </a:r>
          </a:p>
        </p:txBody>
      </p:sp>
      <p:sp>
        <p:nvSpPr>
          <p:cNvPr id="4" name="">
            <a:extLst xmlns:a="http://schemas.openxmlformats.org/drawingml/2006/main">
              <a:ext uri="{FF2B5EF4-FFF2-40B4-BE49-F238E27FC236}">
                <a16:creationId xmlns:a16="http://schemas.microsoft.com/office/drawing/2014/main" id="{CA7ABE6B-6D24-45DE-B708-AAFAF5425FA9}"/>
              </a:ext>
            </a:extLst>
          </p:cNvPr>
          <p:cNvSpPr>
            <a:spLocks xmlns:a="http://schemas.openxmlformats.org/drawingml/2006/main" noGrp="1"/>
          </p:cNvSpPr>
          <p:nvPr/>
        </p:nvSpPr>
        <p:spPr>
          <a:xfrm xmlns:a="http://schemas.openxmlformats.org/drawingml/2006/main">
            <a:off x="609600" y="19716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Step by step</a:t>
            </a:r>
          </a:p>
        </p:txBody>
      </p:sp>
      <p:sp>
        <p:nvSpPr>
          <p:cNvPr id="5" name="">
            <a:extLst xmlns:a="http://schemas.openxmlformats.org/drawingml/2006/main">
              <a:ext uri="{FF2B5EF4-FFF2-40B4-BE49-F238E27FC236}">
                <a16:creationId xmlns:a16="http://schemas.microsoft.com/office/drawing/2014/main" id="{E085ABE8-59CC-4ED8-BDFD-9BDE82EB80B2}"/>
              </a:ext>
            </a:extLst>
          </p:cNvPr>
          <p:cNvSpPr>
            <a:spLocks xmlns:a="http://schemas.openxmlformats.org/drawingml/2006/main" noGrp="1"/>
          </p:cNvSpPr>
          <p:nvPr/>
        </p:nvSpPr>
        <p:spPr>
          <a:xfrm xmlns:a="http://schemas.openxmlformats.org/drawingml/2006/main">
            <a:off x="609600" y="2428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Use each small step and the number choices.</a:t>
            </a:r>
          </a:p>
        </p:txBody>
      </p:sp>
      <p:sp>
        <p:nvSpPr>
          <p:cNvPr id="6" name="">
            <a:extLst xmlns:a="http://schemas.openxmlformats.org/drawingml/2006/main">
              <a:ext uri="{FF2B5EF4-FFF2-40B4-BE49-F238E27FC236}">
                <a16:creationId xmlns:a16="http://schemas.microsoft.com/office/drawing/2014/main" id="{3CF468D3-4949-40C5-A758-DA7E5D827FD5}"/>
              </a:ext>
            </a:extLst>
          </p:cNvPr>
          <p:cNvSpPr>
            <a:spLocks xmlns:a="http://schemas.openxmlformats.org/drawingml/2006/main" noGrp="1"/>
          </p:cNvSpPr>
          <p:nvPr/>
        </p:nvSpPr>
        <p:spPr>
          <a:xfrm xmlns:a="http://schemas.openxmlformats.org/drawingml/2006/main">
            <a:off x="609600" y="31337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Main task</a:t>
            </a:r>
          </a:p>
        </p:txBody>
      </p:sp>
      <p:sp>
        <p:nvSpPr>
          <p:cNvPr id="7" name="">
            <a:extLst xmlns:a="http://schemas.openxmlformats.org/drawingml/2006/main">
              <a:ext uri="{FF2B5EF4-FFF2-40B4-BE49-F238E27FC236}">
                <a16:creationId xmlns:a16="http://schemas.microsoft.com/office/drawing/2014/main" id="{BDB4218C-066C-48CB-9167-3DE6C81DA24E}"/>
              </a:ext>
            </a:extLst>
          </p:cNvPr>
          <p:cNvSpPr>
            <a:spLocks xmlns:a="http://schemas.openxmlformats.org/drawingml/2006/main" noGrp="1"/>
          </p:cNvSpPr>
          <p:nvPr/>
        </p:nvSpPr>
        <p:spPr>
          <a:xfrm xmlns:a="http://schemas.openxmlformats.org/drawingml/2006/main">
            <a:off x="609600" y="35909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Reach 120 and test your message twice.</a:t>
            </a:r>
          </a:p>
        </p:txBody>
      </p:sp>
      <p:sp>
        <p:nvSpPr>
          <p:cNvPr id="8" name="">
            <a:extLst xmlns:a="http://schemas.openxmlformats.org/drawingml/2006/main">
              <a:ext uri="{FF2B5EF4-FFF2-40B4-BE49-F238E27FC236}">
                <a16:creationId xmlns:a16="http://schemas.microsoft.com/office/drawing/2014/main" id="{422A9600-9F1B-4C57-9B51-5A3AE36E3B4E}"/>
              </a:ext>
            </a:extLst>
          </p:cNvPr>
          <p:cNvSpPr>
            <a:spLocks xmlns:a="http://schemas.openxmlformats.org/drawingml/2006/main" noGrp="1"/>
          </p:cNvSpPr>
          <p:nvPr/>
        </p:nvSpPr>
        <p:spPr>
          <a:xfrm xmlns:a="http://schemas.openxmlformats.org/drawingml/2006/main">
            <a:off x="609600" y="42957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Challenge</a:t>
            </a:r>
          </a:p>
        </p:txBody>
      </p:sp>
      <p:sp>
        <p:nvSpPr>
          <p:cNvPr id="9" name="">
            <a:extLst xmlns:a="http://schemas.openxmlformats.org/drawingml/2006/main">
              <a:ext uri="{FF2B5EF4-FFF2-40B4-BE49-F238E27FC236}">
                <a16:creationId xmlns:a16="http://schemas.microsoft.com/office/drawing/2014/main" id="{051E63FD-FDD4-4A9F-A25C-CF452B3B5E55}"/>
              </a:ext>
            </a:extLst>
          </p:cNvPr>
          <p:cNvSpPr>
            <a:spLocks xmlns:a="http://schemas.openxmlformats.org/drawingml/2006/main" noGrp="1"/>
          </p:cNvSpPr>
          <p:nvPr/>
        </p:nvSpPr>
        <p:spPr>
          <a:xfrm xmlns:a="http://schemas.openxmlformats.org/drawingml/2006/main">
            <a:off x="609600" y="47529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Reach 160. Explain the finish after two runs.</a:t>
            </a:r>
          </a:p>
        </p:txBody>
      </p:sp>
      <p:sp>
        <p:nvSpPr>
          <p:cNvPr id="10" name="">
            <a:extLst xmlns:a="http://schemas.openxmlformats.org/drawingml/2006/main">
              <a:ext uri="{FF2B5EF4-FFF2-40B4-BE49-F238E27FC236}">
                <a16:creationId xmlns:a16="http://schemas.microsoft.com/office/drawing/2014/main" id="{1DD27E82-C667-4CC5-A6D1-7458792756C2}"/>
              </a:ext>
            </a:extLst>
          </p:cNvPr>
          <p:cNvSpPr>
            <a:spLocks xmlns:a="http://schemas.openxmlformats.org/drawingml/2006/main" noGrp="1"/>
          </p:cNvSpPr>
          <p:nvPr/>
        </p:nvSpPr>
        <p:spPr>
          <a:xfrm xmlns:a="http://schemas.openxmlformats.org/drawingml/2006/main">
            <a:off x="609600" y="5638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5D"/>
                </a:solidFill>
                <a:latin typeface="DejaVu Sans"/>
                <a:ea typeface="DejaVu Sans"/>
                <a:cs typeface="DejaVu Sans"/>
              </a:defRPr>
            </a:pPr>
            <a:r>
              <a:rPr sz="1725" b="0">
                <a:solidFill>
                  <a:srgbClr val="536A5D"/>
                </a:solidFill>
                <a:latin typeface="DejaVu Sans"/>
                <a:ea typeface="DejaVu Sans"/>
                <a:cs typeface="DejaVu Sans"/>
              </a:rPr>
              <a:t>You can change route. Point, say or write on every route.</a:t>
            </a:r>
          </a:p>
        </p:txBody>
      </p:sp>
      <p:sp>
        <p:nvSpPr>
          <p:cNvPr id="11" name="">
            <a:extLst xmlns:a="http://schemas.openxmlformats.org/drawingml/2006/main">
              <a:ext uri="{FF2B5EF4-FFF2-40B4-BE49-F238E27FC236}">
                <a16:creationId xmlns:a16="http://schemas.microsoft.com/office/drawing/2014/main" id="{2C696E6B-CFDD-414A-A142-D64AA5D9FD3A}"/>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A3EC88-606C-42B2-A6DF-2461B0F5E381}"/>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B38FE262-034D-437F-9550-DF1899B3C458}"/>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717B6AB1-3002-4E55-A0BF-65A2578FE9AF}"/>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0E57C374-9571-467B-9B18-A701F9A89879}"/>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6E76618D-95ED-4BA0-8D29-F1B1D722AA0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C02F5CC8-CE61-4FBF-91A5-8DD26F7E835D}"/>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24A10D3F-F5E1-479D-9634-D4AC623F6185}"/>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A5435124-1706-4F8D-B104-B9E2BB57F352}"/>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90DC877-132D-4A5A-81A9-D7A981876387}"/>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04A77A33-29C7-45F4-80DC-8404AADBA5AE}"/>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2" name="">
            <a:extLst xmlns:a="http://schemas.openxmlformats.org/drawingml/2006/main">
              <a:ext uri="{FF2B5EF4-FFF2-40B4-BE49-F238E27FC236}">
                <a16:creationId xmlns:a16="http://schemas.microsoft.com/office/drawing/2014/main" id="{156C7D0A-B222-4DD5-8366-CB5DBF6EF874}"/>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8 / 11</a:t>
            </a:r>
          </a:p>
        </p:txBody>
      </p:sp>
    </p:spTree>
    <p:extLst>
      <p:ext uri="{BB962C8B-B14F-4D97-AF65-F5344CB8AC3E}">
        <p14:creationId xmlns:p14="http://schemas.microsoft.com/office/powerpoint/2010/main" val="1726215507"/>
      </p:ext>
    </p:extLst>
  </p:cSld>
</p:sld>
</file>

<file path=ppt/slides/slide9.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C9EE9A8-35F3-43BE-9A7A-41D6E7C3F00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BB61A3-52BD-4E6F-9CC2-1CE7132BD8E7}"/>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26-32 minutes</a:t>
            </a:r>
          </a:p>
        </p:txBody>
      </p:sp>
      <p:sp>
        <p:nvSpPr>
          <p:cNvPr id="3" name="">
            <a:extLst xmlns:a="http://schemas.openxmlformats.org/drawingml/2006/main">
              <a:ext uri="{FF2B5EF4-FFF2-40B4-BE49-F238E27FC236}">
                <a16:creationId xmlns:a16="http://schemas.microsoft.com/office/drawing/2014/main" id="{F9E913E7-BA0D-4A0F-9B55-D293839D4F84}"/>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delivery program</a:t>
            </a:r>
          </a:p>
        </p:txBody>
      </p:sp>
      <p:sp>
        <p:nvSpPr>
          <p:cNvPr id="4" name="">
            <a:extLst xmlns:a="http://schemas.openxmlformats.org/drawingml/2006/main">
              <a:ext uri="{FF2B5EF4-FFF2-40B4-BE49-F238E27FC236}">
                <a16:creationId xmlns:a16="http://schemas.microsoft.com/office/drawing/2014/main" id="{EDE5E283-1DA1-4CE4-847C-B24D880DDB42}"/>
              </a:ext>
            </a:extLst>
          </p:cNvPr>
          <p:cNvSpPr>
            <a:spLocks xmlns:a="http://schemas.openxmlformats.org/drawingml/2006/main" noGrp="1"/>
          </p:cNvSpPr>
          <p:nvPr/>
        </p:nvSpPr>
        <p:spPr>
          <a:xfrm xmlns:a="http://schemas.openxmlformats.org/drawingml/2006/main">
            <a:off x="609600" y="204787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Reach the marker at x = 120.</a:t>
            </a:r>
          </a:p>
        </p:txBody>
      </p:sp>
      <p:sp>
        <p:nvSpPr>
          <p:cNvPr id="5" name="">
            <a:extLst xmlns:a="http://schemas.openxmlformats.org/drawingml/2006/main">
              <a:ext uri="{FF2B5EF4-FFF2-40B4-BE49-F238E27FC236}">
                <a16:creationId xmlns:a16="http://schemas.microsoft.com/office/drawing/2014/main" id="{0EFDB400-1C97-4A18-863A-ADFC4C48FE9C}"/>
              </a:ext>
            </a:extLst>
          </p:cNvPr>
          <p:cNvSpPr>
            <a:spLocks xmlns:a="http://schemas.openxmlformats.org/drawingml/2006/main" noGrp="1"/>
          </p:cNvSpPr>
          <p:nvPr/>
        </p:nvSpPr>
        <p:spPr>
          <a:xfrm xmlns:a="http://schemas.openxmlformats.org/drawingml/2006/main">
            <a:off x="609600" y="307657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Courier’s message.</a:t>
            </a:r>
          </a:p>
        </p:txBody>
      </p:sp>
      <p:sp>
        <p:nvSpPr>
          <p:cNvPr id="6" name="">
            <a:extLst xmlns:a="http://schemas.openxmlformats.org/drawingml/2006/main">
              <a:ext uri="{FF2B5EF4-FFF2-40B4-BE49-F238E27FC236}">
                <a16:creationId xmlns:a16="http://schemas.microsoft.com/office/drawing/2014/main" id="{D615E04D-B61A-4059-8F8C-99575923CB12}"/>
              </a:ext>
            </a:extLst>
          </p:cNvPr>
          <p:cNvSpPr>
            <a:spLocks xmlns:a="http://schemas.openxmlformats.org/drawingml/2006/main" noGrp="1"/>
          </p:cNvSpPr>
          <p:nvPr/>
        </p:nvSpPr>
        <p:spPr>
          <a:xfrm xmlns:a="http://schemas.openxmlformats.org/drawingml/2006/main">
            <a:off x="609600" y="410527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Run twice. Check both finishes.</a:t>
            </a:r>
          </a:p>
        </p:txBody>
      </p:sp>
      <p:sp>
        <p:nvSpPr>
          <p:cNvPr id="7" name="">
            <a:extLst xmlns:a="http://schemas.openxmlformats.org/drawingml/2006/main">
              <a:ext uri="{FF2B5EF4-FFF2-40B4-BE49-F238E27FC236}">
                <a16:creationId xmlns:a16="http://schemas.microsoft.com/office/drawing/2014/main" id="{AFEB96BB-2477-44B9-9601-97985019ED64}"/>
              </a:ext>
            </a:extLst>
          </p:cNvPr>
          <p:cNvSpPr>
            <a:spLocks xmlns:a="http://schemas.openxmlformats.org/drawingml/2006/main" noGrp="1"/>
          </p:cNvSpPr>
          <p:nvPr/>
        </p:nvSpPr>
        <p:spPr>
          <a:xfrm xmlns:a="http://schemas.openxmlformats.org/drawingml/2006/main">
            <a:off x="6572250" y="2047875"/>
            <a:ext cx="5010150" cy="51435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EED1A7-0559-46F1-8497-235EB62DB520}"/>
              </a:ext>
            </a:extLst>
          </p:cNvPr>
          <p:cNvSpPr>
            <a:spLocks xmlns:a="http://schemas.openxmlformats.org/drawingml/2006/main" noGrp="1"/>
          </p:cNvSpPr>
          <p:nvPr/>
        </p:nvSpPr>
        <p:spPr>
          <a:xfrm xmlns:a="http://schemas.openxmlformats.org/drawingml/2006/main">
            <a:off x="6724650" y="21240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E25"/>
                </a:solidFill>
                <a:latin typeface="DejaVu Sans"/>
                <a:ea typeface="DejaVu Sans"/>
                <a:cs typeface="DejaVu Sans"/>
              </a:defRPr>
            </a:pPr>
            <a:r>
              <a:rPr sz="187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6DE80650-52DB-4F23-B2E9-C4B662DE0414}"/>
              </a:ext>
            </a:extLst>
          </p:cNvPr>
          <p:cNvSpPr>
            <a:spLocks xmlns:a="http://schemas.openxmlformats.org/drawingml/2006/main" noGrp="1"/>
          </p:cNvSpPr>
          <p:nvPr/>
        </p:nvSpPr>
        <p:spPr>
          <a:xfrm xmlns:a="http://schemas.openxmlformats.org/drawingml/2006/main">
            <a:off x="6572250" y="259080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29E4C6-E76C-4C5D-B527-09E68F604DCA}"/>
              </a:ext>
            </a:extLst>
          </p:cNvPr>
          <p:cNvSpPr>
            <a:spLocks xmlns:a="http://schemas.openxmlformats.org/drawingml/2006/main" noGrp="1"/>
          </p:cNvSpPr>
          <p:nvPr/>
        </p:nvSpPr>
        <p:spPr>
          <a:xfrm xmlns:a="http://schemas.openxmlformats.org/drawingml/2006/main">
            <a:off x="6724650" y="2667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go to x: 0  y: 0</a:t>
            </a:r>
          </a:p>
        </p:txBody>
      </p:sp>
      <p:sp>
        <p:nvSpPr>
          <p:cNvPr id="11" name="">
            <a:extLst xmlns:a="http://schemas.openxmlformats.org/drawingml/2006/main">
              <a:ext uri="{FF2B5EF4-FFF2-40B4-BE49-F238E27FC236}">
                <a16:creationId xmlns:a16="http://schemas.microsoft.com/office/drawing/2014/main" id="{67D84D6E-CC41-416F-92CD-9F70EF5903F1}"/>
              </a:ext>
            </a:extLst>
          </p:cNvPr>
          <p:cNvSpPr>
            <a:spLocks xmlns:a="http://schemas.openxmlformats.org/drawingml/2006/main" noGrp="1"/>
          </p:cNvSpPr>
          <p:nvPr/>
        </p:nvSpPr>
        <p:spPr>
          <a:xfrm xmlns:a="http://schemas.openxmlformats.org/drawingml/2006/main">
            <a:off x="6572250" y="3133725"/>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9C349D-68A3-4836-9139-C02B352959DE}"/>
              </a:ext>
            </a:extLst>
          </p:cNvPr>
          <p:cNvSpPr>
            <a:spLocks xmlns:a="http://schemas.openxmlformats.org/drawingml/2006/main" noGrp="1"/>
          </p:cNvSpPr>
          <p:nvPr/>
        </p:nvSpPr>
        <p:spPr>
          <a:xfrm xmlns:a="http://schemas.openxmlformats.org/drawingml/2006/main">
            <a:off x="6724650" y="32099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point in direction 90</a:t>
            </a:r>
          </a:p>
        </p:txBody>
      </p:sp>
      <p:sp>
        <p:nvSpPr>
          <p:cNvPr id="13" name="">
            <a:extLst xmlns:a="http://schemas.openxmlformats.org/drawingml/2006/main">
              <a:ext uri="{FF2B5EF4-FFF2-40B4-BE49-F238E27FC236}">
                <a16:creationId xmlns:a16="http://schemas.microsoft.com/office/drawing/2014/main" id="{794C0828-3FD3-41BA-B449-F091DE1D1427}"/>
              </a:ext>
            </a:extLst>
          </p:cNvPr>
          <p:cNvSpPr>
            <a:spLocks xmlns:a="http://schemas.openxmlformats.org/drawingml/2006/main" noGrp="1"/>
          </p:cNvSpPr>
          <p:nvPr/>
        </p:nvSpPr>
        <p:spPr>
          <a:xfrm xmlns:a="http://schemas.openxmlformats.org/drawingml/2006/main">
            <a:off x="6572250" y="3676650"/>
            <a:ext cx="5010150" cy="51435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1CAEE7-3595-4EF1-B1FD-6F15AF7EAFA4}"/>
              </a:ext>
            </a:extLst>
          </p:cNvPr>
          <p:cNvSpPr>
            <a:spLocks xmlns:a="http://schemas.openxmlformats.org/drawingml/2006/main" noGrp="1"/>
          </p:cNvSpPr>
          <p:nvPr/>
        </p:nvSpPr>
        <p:spPr>
          <a:xfrm xmlns:a="http://schemas.openxmlformats.org/drawingml/2006/main">
            <a:off x="6724650" y="37528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move your value steps</a:t>
            </a:r>
          </a:p>
        </p:txBody>
      </p:sp>
      <p:sp>
        <p:nvSpPr>
          <p:cNvPr id="15" name="">
            <a:extLst xmlns:a="http://schemas.openxmlformats.org/drawingml/2006/main">
              <a:ext uri="{FF2B5EF4-FFF2-40B4-BE49-F238E27FC236}">
                <a16:creationId xmlns:a16="http://schemas.microsoft.com/office/drawing/2014/main" id="{67A86B7A-8543-49DE-9725-DF4E5083B60C}"/>
              </a:ext>
            </a:extLst>
          </p:cNvPr>
          <p:cNvSpPr>
            <a:spLocks xmlns:a="http://schemas.openxmlformats.org/drawingml/2006/main" noGrp="1"/>
          </p:cNvSpPr>
          <p:nvPr/>
        </p:nvSpPr>
        <p:spPr>
          <a:xfrm xmlns:a="http://schemas.openxmlformats.org/drawingml/2006/main">
            <a:off x="6572250" y="4219575"/>
            <a:ext cx="5010150" cy="514350"/>
          </a:xfrm>
          <a:prstGeom xmlns:a="http://schemas.openxmlformats.org/drawingml/2006/main" prst="rect">
            <a:avLst/>
          </a:prstGeom>
          <a:solidFill xmlns:a="http://schemas.openxmlformats.org/drawingml/2006/main">
            <a:srgbClr val="7552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26CBEFA-1FD2-4B41-982B-23BCDC14FB40}"/>
              </a:ext>
            </a:extLst>
          </p:cNvPr>
          <p:cNvSpPr>
            <a:spLocks xmlns:a="http://schemas.openxmlformats.org/drawingml/2006/main" noGrp="1"/>
          </p:cNvSpPr>
          <p:nvPr/>
        </p:nvSpPr>
        <p:spPr>
          <a:xfrm xmlns:a="http://schemas.openxmlformats.org/drawingml/2006/main">
            <a:off x="6724650" y="42957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say Arrived for 2 seconds</a:t>
            </a:r>
          </a:p>
        </p:txBody>
      </p:sp>
      <p:sp>
        <p:nvSpPr>
          <p:cNvPr id="17" name="">
            <a:extLst xmlns:a="http://schemas.openxmlformats.org/drawingml/2006/main">
              <a:ext uri="{FF2B5EF4-FFF2-40B4-BE49-F238E27FC236}">
                <a16:creationId xmlns:a16="http://schemas.microsoft.com/office/drawing/2014/main" id="{EEEEDF8E-946C-4A36-B7D8-00A3FCDC1EE7}"/>
              </a:ext>
            </a:extLst>
          </p:cNvPr>
          <p:cNvSpPr>
            <a:spLocks xmlns:a="http://schemas.openxmlformats.org/drawingml/2006/main" noGrp="1"/>
          </p:cNvSpPr>
          <p:nvPr/>
        </p:nvSpPr>
        <p:spPr>
          <a:xfrm xmlns:a="http://schemas.openxmlformats.org/drawingml/2006/main">
            <a:off x="6572250" y="5143500"/>
            <a:ext cx="5010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9624A"/>
                </a:solidFill>
                <a:latin typeface="DejaVu Sans"/>
                <a:ea typeface="DejaVu Sans"/>
                <a:cs typeface="DejaVu Sans"/>
              </a:defRPr>
            </a:pPr>
            <a:r>
              <a:rPr sz="1950" b="1">
                <a:solidFill>
                  <a:srgbClr val="19624A"/>
                </a:solidFill>
                <a:latin typeface="DejaVu Sans"/>
                <a:ea typeface="DejaVu Sans"/>
                <a:cs typeface="DejaVu Sans"/>
              </a:rPr>
              <a:t>Use the help on your route sheet.</a:t>
            </a:r>
          </a:p>
        </p:txBody>
      </p:sp>
      <p:sp>
        <p:nvSpPr>
          <p:cNvPr id="18" name="">
            <a:extLst xmlns:a="http://schemas.openxmlformats.org/drawingml/2006/main">
              <a:ext uri="{FF2B5EF4-FFF2-40B4-BE49-F238E27FC236}">
                <a16:creationId xmlns:a16="http://schemas.microsoft.com/office/drawing/2014/main" id="{383932B5-DA96-415B-A8BA-866C6CDCA850}"/>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05C435-C931-465B-B9A3-AA8F59F5F378}"/>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20" name="">
            <a:extLst xmlns:a="http://schemas.openxmlformats.org/drawingml/2006/main">
              <a:ext uri="{FF2B5EF4-FFF2-40B4-BE49-F238E27FC236}">
                <a16:creationId xmlns:a16="http://schemas.microsoft.com/office/drawing/2014/main" id="{7830A162-017B-4811-A0A8-6B8909439256}"/>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21" name="">
            <a:extLst xmlns:a="http://schemas.openxmlformats.org/drawingml/2006/main">
              <a:ext uri="{FF2B5EF4-FFF2-40B4-BE49-F238E27FC236}">
                <a16:creationId xmlns:a16="http://schemas.microsoft.com/office/drawing/2014/main" id="{1B26CFAB-C80E-4165-BC25-78D87FE63FDC}"/>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2" name="">
            <a:extLst xmlns:a="http://schemas.openxmlformats.org/drawingml/2006/main">
              <a:ext uri="{FF2B5EF4-FFF2-40B4-BE49-F238E27FC236}">
                <a16:creationId xmlns:a16="http://schemas.microsoft.com/office/drawing/2014/main" id="{701882C6-3B40-4B6C-932D-AA95F2400DB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3" name="">
            <a:extLst xmlns:a="http://schemas.openxmlformats.org/drawingml/2006/main">
              <a:ext uri="{FF2B5EF4-FFF2-40B4-BE49-F238E27FC236}">
                <a16:creationId xmlns:a16="http://schemas.microsoft.com/office/drawing/2014/main" id="{5A80518F-D331-4BEC-86BC-34000FDC9DC1}"/>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4" name="">
            <a:extLst xmlns:a="http://schemas.openxmlformats.org/drawingml/2006/main">
              <a:ext uri="{FF2B5EF4-FFF2-40B4-BE49-F238E27FC236}">
                <a16:creationId xmlns:a16="http://schemas.microsoft.com/office/drawing/2014/main" id="{15C4A627-EB3D-4705-AB8D-36773F218664}"/>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5" name="">
            <a:extLst xmlns:a="http://schemas.openxmlformats.org/drawingml/2006/main">
              <a:ext uri="{FF2B5EF4-FFF2-40B4-BE49-F238E27FC236}">
                <a16:creationId xmlns:a16="http://schemas.microsoft.com/office/drawing/2014/main" id="{1C999CF8-62D7-489F-841F-D86849AEABA6}"/>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26" name="">
            <a:extLst xmlns:a="http://schemas.openxmlformats.org/drawingml/2006/main">
              <a:ext uri="{FF2B5EF4-FFF2-40B4-BE49-F238E27FC236}">
                <a16:creationId xmlns:a16="http://schemas.microsoft.com/office/drawing/2014/main" id="{60FC0D59-58CD-47DA-9D7C-A071357FC76F}"/>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A91E4E1-1129-45F1-980B-3BD6E29AAE30}"/>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8" name="">
            <a:extLst xmlns:a="http://schemas.openxmlformats.org/drawingml/2006/main">
              <a:ext uri="{FF2B5EF4-FFF2-40B4-BE49-F238E27FC236}">
                <a16:creationId xmlns:a16="http://schemas.microsoft.com/office/drawing/2014/main" id="{2D98CDD7-C2FA-418F-8E6B-CA57689421BC}"/>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9" name="">
            <a:extLst xmlns:a="http://schemas.openxmlformats.org/drawingml/2006/main">
              <a:ext uri="{FF2B5EF4-FFF2-40B4-BE49-F238E27FC236}">
                <a16:creationId xmlns:a16="http://schemas.microsoft.com/office/drawing/2014/main" id="{9C79E16B-D5B5-4981-AAA1-C1F646C1699D}"/>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9 / 11</a:t>
            </a:r>
          </a:p>
        </p:txBody>
      </p:sp>
    </p:spTree>
    <p:extLst>
      <p:ext uri="{BB962C8B-B14F-4D97-AF65-F5344CB8AC3E}">
        <p14:creationId xmlns:p14="http://schemas.microsoft.com/office/powerpoint/2010/main" val="1534768850"/>
      </p:ext>
    </p:extLst>
  </p:cSld>
</p:sld>
</file>

<file path=ppt/slides/slide10.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74C6D46-EFA3-4ACA-A190-8532F3281E4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B86135-2B2D-4D74-8DDF-37676BF415FB}"/>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32-35 minutes</a:t>
            </a:r>
          </a:p>
        </p:txBody>
      </p:sp>
      <p:sp>
        <p:nvSpPr>
          <p:cNvPr id="3" name="">
            <a:extLst xmlns:a="http://schemas.openxmlformats.org/drawingml/2006/main">
              <a:ext uri="{FF2B5EF4-FFF2-40B4-BE49-F238E27FC236}">
                <a16:creationId xmlns:a16="http://schemas.microsoft.com/office/drawing/2014/main" id="{2EEC796F-3ABE-4F29-A516-985616D86C19}"/>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choice and its effect</a:t>
            </a:r>
          </a:p>
        </p:txBody>
      </p:sp>
      <p:sp>
        <p:nvSpPr>
          <p:cNvPr id="4" name="">
            <a:extLst xmlns:a="http://schemas.openxmlformats.org/drawingml/2006/main">
              <a:ext uri="{FF2B5EF4-FFF2-40B4-BE49-F238E27FC236}">
                <a16:creationId xmlns:a16="http://schemas.microsoft.com/office/drawing/2014/main" id="{552490BC-1C80-4EDF-8303-B2C1F0695A09}"/>
              </a:ext>
            </a:extLst>
          </p:cNvPr>
          <p:cNvSpPr>
            <a:spLocks xmlns:a="http://schemas.openxmlformats.org/drawingml/2006/main" noGrp="1"/>
          </p:cNvSpPr>
          <p:nvPr/>
        </p:nvSpPr>
        <p:spPr>
          <a:xfrm xmlns:a="http://schemas.openxmlformats.org/drawingml/2006/main">
            <a:off x="609600" y="197167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Show the value you changed.</a:t>
            </a:r>
          </a:p>
        </p:txBody>
      </p:sp>
      <p:sp>
        <p:nvSpPr>
          <p:cNvPr id="5" name="">
            <a:extLst xmlns:a="http://schemas.openxmlformats.org/drawingml/2006/main">
              <a:ext uri="{FF2B5EF4-FFF2-40B4-BE49-F238E27FC236}">
                <a16:creationId xmlns:a16="http://schemas.microsoft.com/office/drawing/2014/main" id="{B6E8ADD4-D057-47E0-B49C-6432C7423206}"/>
              </a:ext>
            </a:extLst>
          </p:cNvPr>
          <p:cNvSpPr>
            <a:spLocks xmlns:a="http://schemas.openxmlformats.org/drawingml/2006/main" noGrp="1"/>
          </p:cNvSpPr>
          <p:nvPr/>
        </p:nvSpPr>
        <p:spPr>
          <a:xfrm xmlns:a="http://schemas.openxmlformats.org/drawingml/2006/main">
            <a:off x="609600" y="29146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Show or say what happened.</a:t>
            </a:r>
          </a:p>
        </p:txBody>
      </p:sp>
      <p:sp>
        <p:nvSpPr>
          <p:cNvPr id="6" name="">
            <a:extLst xmlns:a="http://schemas.openxmlformats.org/drawingml/2006/main">
              <a:ext uri="{FF2B5EF4-FFF2-40B4-BE49-F238E27FC236}">
                <a16:creationId xmlns:a16="http://schemas.microsoft.com/office/drawing/2014/main" id="{35AD5BA9-6118-4190-B482-389C0A367322}"/>
              </a:ext>
            </a:extLst>
          </p:cNvPr>
          <p:cNvSpPr>
            <a:spLocks xmlns:a="http://schemas.openxmlformats.org/drawingml/2006/main" noGrp="1"/>
          </p:cNvSpPr>
          <p:nvPr/>
        </p:nvSpPr>
        <p:spPr>
          <a:xfrm xmlns:a="http://schemas.openxmlformats.org/drawingml/2006/main">
            <a:off x="609600" y="38576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Choose a message or tell us what helped.</a:t>
            </a:r>
          </a:p>
        </p:txBody>
      </p:sp>
      <p:sp>
        <p:nvSpPr>
          <p:cNvPr id="7" name="">
            <a:extLst xmlns:a="http://schemas.openxmlformats.org/drawingml/2006/main">
              <a:ext uri="{FF2B5EF4-FFF2-40B4-BE49-F238E27FC236}">
                <a16:creationId xmlns:a16="http://schemas.microsoft.com/office/drawing/2014/main" id="{814667CE-F239-4AAF-A369-15CE8852E86D}"/>
              </a:ext>
            </a:extLst>
          </p:cNvPr>
          <p:cNvSpPr>
            <a:spLocks xmlns:a="http://schemas.openxmlformats.org/drawingml/2006/main" noGrp="1"/>
          </p:cNvSpPr>
          <p:nvPr/>
        </p:nvSpPr>
        <p:spPr>
          <a:xfrm xmlns:a="http://schemas.openxmlformats.org/drawingml/2006/main">
            <a:off x="609600" y="50387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624A"/>
                </a:solidFill>
                <a:latin typeface="DejaVu Sans"/>
                <a:ea typeface="DejaVu Sans"/>
                <a:cs typeface="DejaVu Sans"/>
              </a:defRPr>
            </a:pPr>
            <a:r>
              <a:rPr sz="2250" b="1">
                <a:solidFill>
                  <a:srgbClr val="19624A"/>
                </a:solidFill>
                <a:latin typeface="DejaVu Sans"/>
                <a:ea typeface="DejaVu Sans"/>
                <a:cs typeface="DejaVu Sans"/>
              </a:rPr>
              <a:t>What I said, and what it changed</a:t>
            </a:r>
          </a:p>
        </p:txBody>
      </p:sp>
      <p:sp>
        <p:nvSpPr>
          <p:cNvPr id="8" name="">
            <a:extLst xmlns:a="http://schemas.openxmlformats.org/drawingml/2006/main">
              <a:ext uri="{FF2B5EF4-FFF2-40B4-BE49-F238E27FC236}">
                <a16:creationId xmlns:a16="http://schemas.microsoft.com/office/drawing/2014/main" id="{94E9161C-C337-49D6-91CC-732DA45C0CBD}"/>
              </a:ext>
            </a:extLst>
          </p:cNvPr>
          <p:cNvSpPr>
            <a:spLocks xmlns:a="http://schemas.openxmlformats.org/drawingml/2006/main" noGrp="1"/>
          </p:cNvSpPr>
          <p:nvPr/>
        </p:nvSpPr>
        <p:spPr>
          <a:xfrm xmlns:a="http://schemas.openxmlformats.org/drawingml/2006/main">
            <a:off x="609600" y="5610225"/>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Your teacher will listen and reply.</a:t>
            </a:r>
          </a:p>
        </p:txBody>
      </p:sp>
      <p:sp>
        <p:nvSpPr>
          <p:cNvPr id="9" name="">
            <a:extLst xmlns:a="http://schemas.openxmlformats.org/drawingml/2006/main">
              <a:ext uri="{FF2B5EF4-FFF2-40B4-BE49-F238E27FC236}">
                <a16:creationId xmlns:a16="http://schemas.microsoft.com/office/drawing/2014/main" id="{804478DC-28F7-455F-833B-7F9973388719}"/>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9144EEA-BAC6-4D24-94FC-AED3FE485B38}"/>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1" name="">
            <a:extLst xmlns:a="http://schemas.openxmlformats.org/drawingml/2006/main">
              <a:ext uri="{FF2B5EF4-FFF2-40B4-BE49-F238E27FC236}">
                <a16:creationId xmlns:a16="http://schemas.microsoft.com/office/drawing/2014/main" id="{D4911666-08DE-4BC4-A237-F6B19C266F33}"/>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2" name="">
            <a:extLst xmlns:a="http://schemas.openxmlformats.org/drawingml/2006/main">
              <a:ext uri="{FF2B5EF4-FFF2-40B4-BE49-F238E27FC236}">
                <a16:creationId xmlns:a16="http://schemas.microsoft.com/office/drawing/2014/main" id="{0B90BBAE-2A80-4E5F-9260-779BE21917D9}"/>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3" name="">
            <a:extLst xmlns:a="http://schemas.openxmlformats.org/drawingml/2006/main">
              <a:ext uri="{FF2B5EF4-FFF2-40B4-BE49-F238E27FC236}">
                <a16:creationId xmlns:a16="http://schemas.microsoft.com/office/drawing/2014/main" id="{77E142E0-1B33-4AFD-ACC5-9F1A61784874}"/>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4" name="">
            <a:extLst xmlns:a="http://schemas.openxmlformats.org/drawingml/2006/main">
              <a:ext uri="{FF2B5EF4-FFF2-40B4-BE49-F238E27FC236}">
                <a16:creationId xmlns:a16="http://schemas.microsoft.com/office/drawing/2014/main" id="{FD264980-2055-47F2-86DE-3DA62F4A33A5}"/>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5" name="">
            <a:extLst xmlns:a="http://schemas.openxmlformats.org/drawingml/2006/main">
              <a:ext uri="{FF2B5EF4-FFF2-40B4-BE49-F238E27FC236}">
                <a16:creationId xmlns:a16="http://schemas.microsoft.com/office/drawing/2014/main" id="{AA5D41C3-3E43-48C1-8A52-F5FB8148E4C6}"/>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6" name="">
            <a:extLst xmlns:a="http://schemas.openxmlformats.org/drawingml/2006/main">
              <a:ext uri="{FF2B5EF4-FFF2-40B4-BE49-F238E27FC236}">
                <a16:creationId xmlns:a16="http://schemas.microsoft.com/office/drawing/2014/main" id="{434B707C-E8B0-481A-B83C-5ABEE1F37F29}"/>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7" name="">
            <a:extLst xmlns:a="http://schemas.openxmlformats.org/drawingml/2006/main">
              <a:ext uri="{FF2B5EF4-FFF2-40B4-BE49-F238E27FC236}">
                <a16:creationId xmlns:a16="http://schemas.microsoft.com/office/drawing/2014/main" id="{8786D713-8E1A-4E7A-86D9-905E5B812C12}"/>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11776A5-2C57-4E0C-A6DF-1DC9153DE4CD}"/>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9" name="">
            <a:extLst xmlns:a="http://schemas.openxmlformats.org/drawingml/2006/main">
              <a:ext uri="{FF2B5EF4-FFF2-40B4-BE49-F238E27FC236}">
                <a16:creationId xmlns:a16="http://schemas.microsoft.com/office/drawing/2014/main" id="{20793A2B-5162-4CA4-A71B-48E77EEB4983}"/>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20" name="">
            <a:extLst xmlns:a="http://schemas.openxmlformats.org/drawingml/2006/main">
              <a:ext uri="{FF2B5EF4-FFF2-40B4-BE49-F238E27FC236}">
                <a16:creationId xmlns:a16="http://schemas.microsoft.com/office/drawing/2014/main" id="{E0267D49-B4F4-4815-AF7B-024CA4DCA0B7}"/>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10 / 11</a:t>
            </a:r>
          </a:p>
        </p:txBody>
      </p:sp>
    </p:spTree>
    <p:extLst>
      <p:ext uri="{BB962C8B-B14F-4D97-AF65-F5344CB8AC3E}">
        <p14:creationId xmlns:p14="http://schemas.microsoft.com/office/powerpoint/2010/main" val="332713820"/>
      </p:ext>
    </p:extLst>
  </p:cSld>
</p:sld>
</file>

<file path=ppt/slides/slide1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2D8D094-EB01-4C92-8BE8-451FE14A926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E4111A-A10C-4365-9210-AC10CC28888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Exit     35-40 minutes</a:t>
            </a:r>
          </a:p>
        </p:txBody>
      </p:sp>
      <p:sp>
        <p:nvSpPr>
          <p:cNvPr id="3" name="">
            <a:extLst xmlns:a="http://schemas.openxmlformats.org/drawingml/2006/main">
              <a:ext uri="{FF2B5EF4-FFF2-40B4-BE49-F238E27FC236}">
                <a16:creationId xmlns:a16="http://schemas.microsoft.com/office/drawing/2014/main" id="{67F210B5-7F53-4816-AD29-5191723E4E8A}"/>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Save and reopen</a:t>
            </a:r>
          </a:p>
        </p:txBody>
      </p:sp>
      <p:sp>
        <p:nvSpPr>
          <p:cNvPr id="4" name="">
            <a:extLst xmlns:a="http://schemas.openxmlformats.org/drawingml/2006/main">
              <a:ext uri="{FF2B5EF4-FFF2-40B4-BE49-F238E27FC236}">
                <a16:creationId xmlns:a16="http://schemas.microsoft.com/office/drawing/2014/main" id="{00521566-186B-4BBC-AE51-DE9ED07679F7}"/>
              </a:ext>
            </a:extLst>
          </p:cNvPr>
          <p:cNvSpPr>
            <a:spLocks xmlns:a="http://schemas.openxmlformats.org/drawingml/2006/main" noGrp="1"/>
          </p:cNvSpPr>
          <p:nvPr/>
        </p:nvSpPr>
        <p:spPr>
          <a:xfrm xmlns:a="http://schemas.openxmlformats.org/drawingml/2006/main">
            <a:off x="609600" y="20097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Save your final Scratch file.</a:t>
            </a:r>
          </a:p>
        </p:txBody>
      </p:sp>
      <p:sp>
        <p:nvSpPr>
          <p:cNvPr id="5" name="">
            <a:extLst xmlns:a="http://schemas.openxmlformats.org/drawingml/2006/main">
              <a:ext uri="{FF2B5EF4-FFF2-40B4-BE49-F238E27FC236}">
                <a16:creationId xmlns:a16="http://schemas.microsoft.com/office/drawing/2014/main" id="{D49E3990-5A9B-484E-97A4-C068F244017D}"/>
              </a:ext>
            </a:extLst>
          </p:cNvPr>
          <p:cNvSpPr>
            <a:spLocks xmlns:a="http://schemas.openxmlformats.org/drawingml/2006/main" noGrp="1"/>
          </p:cNvSpPr>
          <p:nvPr/>
        </p:nvSpPr>
        <p:spPr>
          <a:xfrm xmlns:a="http://schemas.openxmlformats.org/drawingml/2006/main">
            <a:off x="609600" y="30956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Load it and run it once.</a:t>
            </a:r>
          </a:p>
        </p:txBody>
      </p:sp>
      <p:sp>
        <p:nvSpPr>
          <p:cNvPr id="6" name="">
            <a:extLst xmlns:a="http://schemas.openxmlformats.org/drawingml/2006/main">
              <a:ext uri="{FF2B5EF4-FFF2-40B4-BE49-F238E27FC236}">
                <a16:creationId xmlns:a16="http://schemas.microsoft.com/office/drawing/2014/main" id="{564AE981-8112-44E4-8E2A-6261F5924FB2}"/>
              </a:ext>
            </a:extLst>
          </p:cNvPr>
          <p:cNvSpPr>
            <a:spLocks xmlns:a="http://schemas.openxmlformats.org/drawingml/2006/main" noGrp="1"/>
          </p:cNvSpPr>
          <p:nvPr/>
        </p:nvSpPr>
        <p:spPr>
          <a:xfrm xmlns:a="http://schemas.openxmlformats.org/drawingml/2006/main">
            <a:off x="609600" y="41814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Show one change you made today.</a:t>
            </a:r>
          </a:p>
        </p:txBody>
      </p:sp>
      <p:sp>
        <p:nvSpPr>
          <p:cNvPr id="7" name="">
            <a:extLst xmlns:a="http://schemas.openxmlformats.org/drawingml/2006/main">
              <a:ext uri="{FF2B5EF4-FFF2-40B4-BE49-F238E27FC236}">
                <a16:creationId xmlns:a16="http://schemas.microsoft.com/office/drawing/2014/main" id="{725B3FCD-2757-4ACA-AB03-0A2B5E816837}"/>
              </a:ext>
            </a:extLst>
          </p:cNvPr>
          <p:cNvSpPr>
            <a:spLocks xmlns:a="http://schemas.openxmlformats.org/drawingml/2006/main" noGrp="1"/>
          </p:cNvSpPr>
          <p:nvPr/>
        </p:nvSpPr>
        <p:spPr>
          <a:xfrm xmlns:a="http://schemas.openxmlformats.org/drawingml/2006/main">
            <a:off x="609600" y="5524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624A"/>
                </a:solidFill>
                <a:latin typeface="DejaVu Sans"/>
                <a:ea typeface="DejaVu Sans"/>
                <a:cs typeface="DejaVu Sans"/>
              </a:defRPr>
            </a:pPr>
            <a:r>
              <a:rPr sz="2025" b="1">
                <a:solidFill>
                  <a:srgbClr val="19624A"/>
                </a:solidFill>
                <a:latin typeface="DejaVu Sans"/>
                <a:ea typeface="DejaVu Sans"/>
                <a:cs typeface="DejaVu Sans"/>
              </a:rPr>
              <a:t>Your Scratch file: W01_MyCode.sb3</a:t>
            </a:r>
          </a:p>
        </p:txBody>
      </p:sp>
      <p:sp>
        <p:nvSpPr>
          <p:cNvPr id="8" name="">
            <a:extLst xmlns:a="http://schemas.openxmlformats.org/drawingml/2006/main">
              <a:ext uri="{FF2B5EF4-FFF2-40B4-BE49-F238E27FC236}">
                <a16:creationId xmlns:a16="http://schemas.microsoft.com/office/drawing/2014/main" id="{00371F5C-2235-4DC6-8015-4ADC541F5F88}"/>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4D70963-D9DA-499B-A928-5F751B89D95B}"/>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73F65FBE-9018-4D30-895B-0BFCBEAA229B}"/>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F5745AAF-3ED5-4B0B-825D-0DD8DBE190F0}"/>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A0E94492-C1B6-46B7-9EBC-38C91B7C8E63}"/>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B4445AFD-6777-4234-926B-C721BF5A04AE}"/>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14ACA253-346F-426C-96CE-389EB2DBE3B5}"/>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E74FB342-1455-44E6-AD33-381869F42BB2}"/>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6043FF96-E66D-435C-A91A-72C39412B0BA}"/>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779130B0-4786-4797-BABA-9816CA0ADD0A}"/>
              </a:ext>
            </a:extLst>
          </p:cNvPr>
          <p:cNvSpPr>
            <a:spLocks xmlns:a="http://schemas.openxmlformats.org/drawingml/2006/main" noGrp="1"/>
          </p:cNvSpPr>
          <p:nvPr/>
        </p:nvSpPr>
        <p:spPr>
          <a:xfrm xmlns:a="http://schemas.openxmlformats.org/drawingml/2006/main">
            <a:off x="105346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BD1357-E9F4-46F7-8D05-5738AC1DC4A3}"/>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1</a:t>
            </a:r>
          </a:p>
        </p:txBody>
      </p:sp>
      <p:sp>
        <p:nvSpPr>
          <p:cNvPr id="19" name="">
            <a:extLst xmlns:a="http://schemas.openxmlformats.org/drawingml/2006/main">
              <a:ext uri="{FF2B5EF4-FFF2-40B4-BE49-F238E27FC236}">
                <a16:creationId xmlns:a16="http://schemas.microsoft.com/office/drawing/2014/main" id="{5DA19140-B388-430C-9384-541ECC42D107}"/>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11 / 11</a:t>
            </a:r>
          </a:p>
        </p:txBody>
      </p:sp>
    </p:spTree>
    <p:extLst>
      <p:ext uri="{BB962C8B-B14F-4D97-AF65-F5344CB8AC3E}">
        <p14:creationId xmlns:p14="http://schemas.microsoft.com/office/powerpoint/2010/main" val="13067525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2026-09-09T16:12:40.2740000Z</dcterms:created>
  <dcterms:modified xsi:type="dcterms:W3CDTF">2026-09-09T16:12:40.2740000Z</dcterms:modified>
</coreProperties>
</file>