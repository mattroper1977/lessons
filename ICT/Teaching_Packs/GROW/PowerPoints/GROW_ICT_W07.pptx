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cca83dbe3a4b3b" /><Relationship Type="http://schemas.openxmlformats.org/officeDocument/2006/relationships/extended-properties" Target="/docProps/app.xml" Id="R58b159bfa28b46ad" /><Relationship Type="http://schemas.openxmlformats.org/officeDocument/2006/relationships/officeDocument" Target="/ppt/presentation.xml" Id="R2b078a52ec43469b" /></Relationships>
</file>

<file path=ppt/presentation.xml><?xml version="1.0" encoding="utf-8"?>
<p:presentation xmlns:p="http://schemas.openxmlformats.org/presentationml/2006/main">
  <p:sldMasterIdLst>
    <p:sldMasterId xmlns:r="http://schemas.openxmlformats.org/officeDocument/2006/relationships" id="2147483648" r:id="R20238573f0d245d9"/>
  </p:sldMasterIdLst>
  <p:notesMasterIdLst>
    <p:notesMasterId xmlns:r="http://schemas.openxmlformats.org/officeDocument/2006/relationships" r:id="Rac4ffb4b054b4571"/>
  </p:notesMasterIdLst>
  <p:sldIdLst>
    <p:sldId xmlns:r="http://schemas.openxmlformats.org/officeDocument/2006/relationships" id="256" r:id="R199fd91914664ffe"/>
    <p:sldId xmlns:r="http://schemas.openxmlformats.org/officeDocument/2006/relationships" id="257" r:id="Rba44411f53524b8b"/>
    <p:sldId xmlns:r="http://schemas.openxmlformats.org/officeDocument/2006/relationships" id="258" r:id="Rf2ea1f041c9b4cd8"/>
    <p:sldId xmlns:r="http://schemas.openxmlformats.org/officeDocument/2006/relationships" id="259" r:id="R84805281b0b6446d"/>
    <p:sldId xmlns:r="http://schemas.openxmlformats.org/officeDocument/2006/relationships" id="260" r:id="Ree82a030c9f64659"/>
    <p:sldId xmlns:r="http://schemas.openxmlformats.org/officeDocument/2006/relationships" id="261" r:id="Rc79c4f70ae164598"/>
    <p:sldId xmlns:r="http://schemas.openxmlformats.org/officeDocument/2006/relationships" id="262" r:id="R98ae780c65c14195"/>
    <p:sldId xmlns:r="http://schemas.openxmlformats.org/officeDocument/2006/relationships" id="263" r:id="R516de1a7d58e479e"/>
    <p:sldId xmlns:r="http://schemas.openxmlformats.org/officeDocument/2006/relationships" id="264" r:id="R60638a786dcf4cab"/>
    <p:sldId xmlns:r="http://schemas.openxmlformats.org/officeDocument/2006/relationships" id="265" r:id="R00a6c1afdc13480e"/>
    <p:sldId xmlns:r="http://schemas.openxmlformats.org/officeDocument/2006/relationships" id="266" r:id="R7cb198f122ba49ba"/>
    <p:sldId xmlns:r="http://schemas.openxmlformats.org/officeDocument/2006/relationships" id="267" r:id="R2e4e78342af84c74"/>
    <p:sldId xmlns:r="http://schemas.openxmlformats.org/officeDocument/2006/relationships" id="268" r:id="Ra47957c471984cc1"/>
    <p:sldId xmlns:r="http://schemas.openxmlformats.org/officeDocument/2006/relationships" id="269" r:id="Raf2cbe95f85941ea"/>
    <p:sldId xmlns:r="http://schemas.openxmlformats.org/officeDocument/2006/relationships" id="270" r:id="R5ec543cd6bb94c8a"/>
    <p:sldId xmlns:r="http://schemas.openxmlformats.org/officeDocument/2006/relationships" id="271" r:id="Rf541f2e233f24718"/>
    <p:sldId xmlns:r="http://schemas.openxmlformats.org/officeDocument/2006/relationships" id="272" r:id="R43f28bb8b25e4cac"/>
    <p:sldId xmlns:r="http://schemas.openxmlformats.org/officeDocument/2006/relationships" id="273" r:id="Rad746b4ce49e4ed1"/>
    <p:sldId xmlns:r="http://schemas.openxmlformats.org/officeDocument/2006/relationships" id="274" r:id="R4097afdcefe24577"/>
    <p:sldId xmlns:r="http://schemas.openxmlformats.org/officeDocument/2006/relationships" id="275" r:id="R5eef574ba56348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6bfc9e8a3341c7" /><Relationship Type="http://schemas.openxmlformats.org/officeDocument/2006/relationships/slideMaster" Target="/ppt/slideMasters/slideMaster1.xml" Id="R20238573f0d245d9" /><Relationship Type="http://schemas.openxmlformats.org/officeDocument/2006/relationships/notesMaster" Target="/ppt/notesMasters/notesMaster1.xml" Id="Rac4ffb4b054b4571" /><Relationship Type="http://schemas.openxmlformats.org/officeDocument/2006/relationships/presProps" Target="/ppt/presProps.xml" Id="Re9bff669be254a50" /><Relationship Type="http://schemas.openxmlformats.org/officeDocument/2006/relationships/tableStyles" Target="/ppt/tableStyles.xml" Id="R1cb1eb5456b04971" /><Relationship Type="http://schemas.openxmlformats.org/officeDocument/2006/relationships/slide" Target="/ppt/slides/slide1.xml" Id="R199fd91914664ffe" /><Relationship Type="http://schemas.openxmlformats.org/officeDocument/2006/relationships/slide" Target="/ppt/slides/slide2.xml" Id="Rba44411f53524b8b" /><Relationship Type="http://schemas.openxmlformats.org/officeDocument/2006/relationships/slide" Target="/ppt/slides/slide3.xml" Id="Rf2ea1f041c9b4cd8" /><Relationship Type="http://schemas.openxmlformats.org/officeDocument/2006/relationships/slide" Target="/ppt/slides/slide4.xml" Id="R84805281b0b6446d" /><Relationship Type="http://schemas.openxmlformats.org/officeDocument/2006/relationships/slide" Target="/ppt/slides/slide5.xml" Id="Ree82a030c9f64659" /><Relationship Type="http://schemas.openxmlformats.org/officeDocument/2006/relationships/slide" Target="/ppt/slides/slide6.xml" Id="Rc79c4f70ae164598" /><Relationship Type="http://schemas.openxmlformats.org/officeDocument/2006/relationships/slide" Target="/ppt/slides/slide7.xml" Id="R98ae780c65c14195" /><Relationship Type="http://schemas.openxmlformats.org/officeDocument/2006/relationships/slide" Target="/ppt/slides/slide8.xml" Id="R516de1a7d58e479e" /><Relationship Type="http://schemas.openxmlformats.org/officeDocument/2006/relationships/slide" Target="/ppt/slides/slide9.xml" Id="R60638a786dcf4cab" /><Relationship Type="http://schemas.openxmlformats.org/officeDocument/2006/relationships/slide" Target="/ppt/slides/slide10.xml" Id="R00a6c1afdc13480e" /><Relationship Type="http://schemas.openxmlformats.org/officeDocument/2006/relationships/slide" Target="/ppt/slides/slide11.xml" Id="R7cb198f122ba49ba" /><Relationship Type="http://schemas.openxmlformats.org/officeDocument/2006/relationships/slide" Target="/ppt/slides/slide12.xml" Id="R2e4e78342af84c74" /><Relationship Type="http://schemas.openxmlformats.org/officeDocument/2006/relationships/slide" Target="/ppt/slides/slide13.xml" Id="Ra47957c471984cc1" /><Relationship Type="http://schemas.openxmlformats.org/officeDocument/2006/relationships/slide" Target="/ppt/slides/slide14.xml" Id="Raf2cbe95f85941ea" /><Relationship Type="http://schemas.openxmlformats.org/officeDocument/2006/relationships/slide" Target="/ppt/slides/slide15.xml" Id="R5ec543cd6bb94c8a" /><Relationship Type="http://schemas.openxmlformats.org/officeDocument/2006/relationships/slide" Target="/ppt/slides/slide16.xml" Id="Rf541f2e233f24718" /><Relationship Type="http://schemas.openxmlformats.org/officeDocument/2006/relationships/slide" Target="/ppt/slides/slide17.xml" Id="R43f28bb8b25e4cac" /><Relationship Type="http://schemas.openxmlformats.org/officeDocument/2006/relationships/slide" Target="/ppt/slides/slide18.xml" Id="Rad746b4ce49e4ed1" /><Relationship Type="http://schemas.openxmlformats.org/officeDocument/2006/relationships/slide" Target="/ppt/slides/slide19.xml" Id="R4097afdcefe24577" /><Relationship Type="http://schemas.openxmlformats.org/officeDocument/2006/relationships/slide" Target="/ppt/slides/slide20.xml" Id="R5eef574ba56348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035aeabab64e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501f997e62418c" /><Relationship Type="http://schemas.openxmlformats.org/officeDocument/2006/relationships/notesMaster" Target="/ppt/notesMasters/notesMaster1.xml" Id="R8bcac618c3d646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d2d1e785294397" /><Relationship Type="http://schemas.openxmlformats.org/officeDocument/2006/relationships/notesMaster" Target="/ppt/notesMasters/notesMaster1.xml" Id="R879742238b9d46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4fa258a3d84b50" /><Relationship Type="http://schemas.openxmlformats.org/officeDocument/2006/relationships/notesMaster" Target="/ppt/notesMasters/notesMaster1.xml" Id="Rc4dcbfc030ec43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551ccedab141ed" /><Relationship Type="http://schemas.openxmlformats.org/officeDocument/2006/relationships/notesMaster" Target="/ppt/notesMasters/notesMaster1.xml" Id="R9e74ce28ccca43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f0d78241cc498e" /><Relationship Type="http://schemas.openxmlformats.org/officeDocument/2006/relationships/notesMaster" Target="/ppt/notesMasters/notesMaster1.xml" Id="R00f12db3d02d4c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2aaa6454354fcf" /><Relationship Type="http://schemas.openxmlformats.org/officeDocument/2006/relationships/notesMaster" Target="/ppt/notesMasters/notesMaster1.xml" Id="Rbcd64eabf69f41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be0bca0bb94d39" /><Relationship Type="http://schemas.openxmlformats.org/officeDocument/2006/relationships/notesMaster" Target="/ppt/notesMasters/notesMaster1.xml" Id="R84273b0d38df41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f6fbd7b2fa401e" /><Relationship Type="http://schemas.openxmlformats.org/officeDocument/2006/relationships/notesMaster" Target="/ppt/notesMasters/notesMaster1.xml" Id="R1cbce35618d549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ce53aa6d9446ed" /><Relationship Type="http://schemas.openxmlformats.org/officeDocument/2006/relationships/notesMaster" Target="/ppt/notesMasters/notesMaster1.xml" Id="R4dc1e8ab8cce43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bfefddc01b4038" /><Relationship Type="http://schemas.openxmlformats.org/officeDocument/2006/relationships/notesMaster" Target="/ppt/notesMasters/notesMaster1.xml" Id="R5af457d9fd22417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81b27cd36f4cf2" /><Relationship Type="http://schemas.openxmlformats.org/officeDocument/2006/relationships/notesMaster" Target="/ppt/notesMasters/notesMaster1.xml" Id="R4a901dd497dc42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6c8c23260a14a07" /><Relationship Type="http://schemas.openxmlformats.org/officeDocument/2006/relationships/notesMaster" Target="/ppt/notesMasters/notesMaster1.xml" Id="Rf23227bc0a46482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b96b712115a482d" /><Relationship Type="http://schemas.openxmlformats.org/officeDocument/2006/relationships/notesMaster" Target="/ppt/notesMasters/notesMaster1.xml" Id="Rc15863dc83eb486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6fd19e020ff4de9" /><Relationship Type="http://schemas.openxmlformats.org/officeDocument/2006/relationships/notesMaster" Target="/ppt/notesMasters/notesMaster1.xml" Id="Rf96febad8cd64bc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d366887d3ec458f" /><Relationship Type="http://schemas.openxmlformats.org/officeDocument/2006/relationships/notesMaster" Target="/ppt/notesMasters/notesMaster1.xml" Id="R67e25a7cf1f14f6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3bc6b585ccd41cb" /><Relationship Type="http://schemas.openxmlformats.org/officeDocument/2006/relationships/notesMaster" Target="/ppt/notesMasters/notesMaster1.xml" Id="R9e3b860e2af3482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716181611c8459c" /><Relationship Type="http://schemas.openxmlformats.org/officeDocument/2006/relationships/notesMaster" Target="/ppt/notesMasters/notesMaster1.xml" Id="Re89463c014ee4fb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bd5c9643ab44839" /><Relationship Type="http://schemas.openxmlformats.org/officeDocument/2006/relationships/notesMaster" Target="/ppt/notesMasters/notesMaster1.xml" Id="R038a72ce9a6b477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ccc419ca35742f8" /><Relationship Type="http://schemas.openxmlformats.org/officeDocument/2006/relationships/notesMaster" Target="/ppt/notesMasters/notesMaster1.xml" Id="R4ffba6839f90463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598aa47c9ca4d1c" /><Relationship Type="http://schemas.openxmlformats.org/officeDocument/2006/relationships/notesMaster" Target="/ppt/notesMasters/notesMaster1.xml" Id="R97db005b023945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Adapted from Week 7 Digital Identity project/record. Removes real personal charts and automatic “banked UAS evidence” claims. This is a local formative review of taught skills, not accredited assessment.</a:t>
            </a:r>
          </a:p>
          <a:p xmlns:a="http://schemas.openxmlformats.org/drawingml/2006/main">
            <a:r>
              <a:t/>
            </a:r>
          </a:p>
          <a:p xmlns:a="http://schemas.openxmlformats.org/drawingml/2006/main">
            <a:r>
              <a:t>Pupil prompt: What will make this more than a decorated profile?</a:t>
            </a:r>
          </a:p>
          <a:p xmlns:a="http://schemas.openxmlformats.org/drawingml/2006/main">
            <a:r>
              <a:t/>
            </a:r>
          </a:p>
          <a:p xmlns:a="http://schemas.openxmlformats.org/drawingml/2006/main">
            <a:r>
              <a:t>Teacher answer / acceptable response: Accurate useful content, demonstrated editing, a checked chart, safer choices and a saved/reopened file.</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Do not infer all practical skills from an adult-completed template. Record the support provided and identify operations not yet observed.</a:t>
            </a:r>
          </a:p>
          <a:p xmlns:a="http://schemas.openxmlformats.org/drawingml/2006/main">
            <a:r>
              <a:t/>
            </a:r>
          </a:p>
          <a:p xmlns:a="http://schemas.openxmlformats.org/drawingml/2006/main">
            <a:r>
              <a:t>Pupil prompt: Which skills can the final file show, and which need a demonstration?</a:t>
            </a:r>
          </a:p>
          <a:p xmlns:a="http://schemas.openxmlformats.org/drawingml/2006/main">
            <a:r>
              <a:t/>
            </a:r>
          </a:p>
          <a:p xmlns:a="http://schemas.openxmlformats.org/drawingml/2006/main">
            <a:r>
              <a:t>Teacher answer / acceptable response: The file can show content/layout/chart; selecting, formatting, inserting and saving should also be observed or explained through a brief demonstration.</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Do not infer all practical skills from an adult-completed template. Record the support provided and identify operations not yet observed.</a:t>
            </a:r>
          </a:p>
          <a:p xmlns:a="http://schemas.openxmlformats.org/drawingml/2006/main">
            <a:r>
              <a:t/>
            </a:r>
          </a:p>
          <a:p xmlns:a="http://schemas.openxmlformats.org/drawingml/2006/main">
            <a:r>
              <a:t>Pupil prompt: Which skills can the final file show, and which need a demonstration?</a:t>
            </a:r>
          </a:p>
          <a:p xmlns:a="http://schemas.openxmlformats.org/drawingml/2006/main">
            <a:r>
              <a:t/>
            </a:r>
          </a:p>
          <a:p xmlns:a="http://schemas.openxmlformats.org/drawingml/2006/main">
            <a:r>
              <a:t>Teacher answer / acceptable response: The file can show content/layout/chart; selecting, formatting, inserting and saving should also be observed or explained through a brief demonstration.</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Both starter formats have matching sections. Provide the practical record and complete River/source cards. A teacher-approved native-format copy is acceptable.</a:t>
            </a:r>
          </a:p>
          <a:p xmlns:a="http://schemas.openxmlformats.org/drawingml/2006/main">
            <a:r>
              <a:t/>
            </a:r>
          </a:p>
          <a:p xmlns:a="http://schemas.openxmlformats.org/drawingml/2006/main">
            <a:r>
              <a:t>Pupil prompt: Does choosing a presentation mean you must speak to the class?</a:t>
            </a:r>
          </a:p>
          <a:p xmlns:a="http://schemas.openxmlformats.org/drawingml/2006/main">
            <a:r>
              <a:t/>
            </a:r>
          </a:p>
          <a:p xmlns:a="http://schemas.openxmlformats.org/drawingml/2006/main">
            <a:r>
              <a:t>Teacher answer / acceptable response: No. A private adult preview or written/pointed explanation is a valid review route.</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Both starter formats have matching sections. Provide the practical record and complete River/source cards. A teacher-approved native-format copy is acceptable.</a:t>
            </a:r>
          </a:p>
          <a:p xmlns:a="http://schemas.openxmlformats.org/drawingml/2006/main">
            <a:r>
              <a:t/>
            </a:r>
          </a:p>
          <a:p xmlns:a="http://schemas.openxmlformats.org/drawingml/2006/main">
            <a:r>
              <a:t>Pupil prompt: Does choosing a presentation mean you must speak to the class?</a:t>
            </a:r>
          </a:p>
          <a:p xmlns:a="http://schemas.openxmlformats.org/drawingml/2006/main">
            <a:r>
              <a:t/>
            </a:r>
          </a:p>
          <a:p xmlns:a="http://schemas.openxmlformats.org/drawingml/2006/main">
            <a:r>
              <a:t>Teacher answer / acceptable response: No. A private adult preview or written/pointed explanation is a valid review route.</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Do not invite pupils to swap in their own online identity. Educational reflections on digital actions are permitted without adding identifying personal details.</a:t>
            </a:r>
          </a:p>
          <a:p xmlns:a="http://schemas.openxmlformats.org/drawingml/2006/main">
            <a:r>
              <a:t/>
            </a:r>
          </a:p>
          <a:p xmlns:a="http://schemas.openxmlformats.org/drawingml/2006/main">
            <a:r>
              <a:t>Pupil prompt: Which information is enough for a general introduction?</a:t>
            </a:r>
          </a:p>
          <a:p xmlns:a="http://schemas.openxmlformats.org/drawingml/2006/main">
            <a:r>
              <a:t/>
            </a:r>
          </a:p>
          <a:p xmlns:a="http://schemas.openxmlformats.org/drawingml/2006/main">
            <a:r>
              <a:t>Teacher answer / acceptable response: The fictional display name, a classroom-simulation label and general interests.</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Do not invite pupils to swap in their own online identity. Educational reflections on digital actions are permitted without adding identifying personal details.</a:t>
            </a:r>
          </a:p>
          <a:p xmlns:a="http://schemas.openxmlformats.org/drawingml/2006/main">
            <a:r>
              <a:t/>
            </a:r>
          </a:p>
          <a:p xmlns:a="http://schemas.openxmlformats.org/drawingml/2006/main">
            <a:r>
              <a:t>Pupil prompt: Which information is enough for a general introduction?</a:t>
            </a:r>
          </a:p>
          <a:p xmlns:a="http://schemas.openxmlformats.org/drawingml/2006/main">
            <a:r>
              <a:t/>
            </a:r>
          </a:p>
          <a:p xmlns:a="http://schemas.openxmlformats.org/drawingml/2006/main">
            <a:r>
              <a:t>Teacher answer / acceptable response: The fictional display name, a classroom-simulation label and general interests.</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Display the supplied chart before the next teaching step. Read all four category/value pairs aloud. These are fictional votes: Drawing 7, Model making 9, Coding 3, Gardening 5; total 24. The chart uses a zero baseline. Model making leads Drawing by 2 votes; 9 is less than half of 24.</a:t>
            </a:r>
          </a:p>
          <a:p xmlns:a="http://schemas.openxmlformats.org/drawingml/2006/main">
            <a:r>
              <a:t/>
            </a:r>
          </a:p>
          <a:p xmlns:a="http://schemas.openxmlformats.org/drawingml/2006/main">
            <a:r>
              <a:t>Teacher answer / acceptable response: Model making has the most votes: 9. Drawing has 7, so the difference is 2. This is a plurality, not a majority.</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The supplied chart is a valid recovery resource. Record whether it was learner-created earlier or supplied. This review assesses accurate use/placement and reasoning, not unsupported claims of chart creation today.</a:t>
            </a:r>
          </a:p>
          <a:p xmlns:a="http://schemas.openxmlformats.org/drawingml/2006/main">
            <a:r>
              <a:t/>
            </a:r>
          </a:p>
          <a:p xmlns:a="http://schemas.openxmlformats.org/drawingml/2006/main">
            <a:r>
              <a:t>Pupil prompt: What evidence supports the comparison?</a:t>
            </a:r>
          </a:p>
          <a:p xmlns:a="http://schemas.openxmlformats.org/drawingml/2006/main">
            <a:r>
              <a:t/>
            </a:r>
          </a:p>
          <a:p xmlns:a="http://schemas.openxmlformats.org/drawingml/2006/main">
            <a:r>
              <a:t>Teacher answer / acceptable response: The chart/table shows Model making 9 and Drawing 7; 9 − 7 = 2.</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The supplied chart is a valid recovery resource. Record whether it was learner-created earlier or supplied. This review assesses accurate use/placement and reasoning, not unsupported claims of chart creation today.</a:t>
            </a:r>
          </a:p>
          <a:p xmlns:a="http://schemas.openxmlformats.org/drawingml/2006/main">
            <a:r>
              <a:t/>
            </a:r>
          </a:p>
          <a:p xmlns:a="http://schemas.openxmlformats.org/drawingml/2006/main">
            <a:r>
              <a:t>Pupil prompt: What evidence supports the comparison?</a:t>
            </a:r>
          </a:p>
          <a:p xmlns:a="http://schemas.openxmlformats.org/drawingml/2006/main">
            <a:r>
              <a:t/>
            </a:r>
          </a:p>
          <a:p xmlns:a="http://schemas.openxmlformats.org/drawingml/2006/main">
            <a:r>
              <a:t>Teacher answer / acceptable response: The chart/table shows Model making 9 and Drawing 7; 9 − 7 = 2.</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Do not ask for a pledge to publish positive posts. A valid project can recommend choosing not to post. No live report or safety investigation occurs.</a:t>
            </a:r>
          </a:p>
          <a:p xmlns:a="http://schemas.openxmlformats.org/drawingml/2006/main">
            <a:r>
              <a:t/>
            </a:r>
          </a:p>
          <a:p xmlns:a="http://schemas.openxmlformats.org/drawingml/2006/main">
            <a:r>
              <a:t>Pupil prompt: Improve: “My profile is private, so it is completely safe.”</a:t>
            </a:r>
          </a:p>
          <a:p xmlns:a="http://schemas.openxmlformats.org/drawingml/2006/main">
            <a:r>
              <a:t/>
            </a:r>
          </a:p>
          <a:p xmlns:a="http://schemas.openxmlformats.org/drawingml/2006/main">
            <a:r>
              <a:t>Teacher answer / acceptable response: “Privacy settings can limit who sees content, but viewers may copy it. I should avoid unnecessary personal details and ask for help if worried.”</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Do not ask for a pledge to publish positive posts. A valid project can recommend choosing not to post. No live report or safety investigation occurs.</a:t>
            </a:r>
          </a:p>
          <a:p xmlns:a="http://schemas.openxmlformats.org/drawingml/2006/main">
            <a:r>
              <a:t/>
            </a:r>
          </a:p>
          <a:p xmlns:a="http://schemas.openxmlformats.org/drawingml/2006/main">
            <a:r>
              <a:t>Pupil prompt: Improve: “My profile is private, so it is completely safe.”</a:t>
            </a:r>
          </a:p>
          <a:p xmlns:a="http://schemas.openxmlformats.org/drawingml/2006/main">
            <a:r>
              <a:t/>
            </a:r>
          </a:p>
          <a:p xmlns:a="http://schemas.openxmlformats.org/drawingml/2006/main">
            <a:r>
              <a:t>Teacher answer / acceptable response: “Privacy settings can limit who sees content, but viewers may copy it. I should avoid unnecessary personal details and ask for help if worried.”</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Core actions can be demonstrated with accessible support. Avoid a personal skill claim that was not observed; use “practised with support” where appropriate.</a:t>
            </a:r>
          </a:p>
          <a:p xmlns:a="http://schemas.openxmlformats.org/drawingml/2006/main">
            <a:r>
              <a:t/>
            </a:r>
          </a:p>
          <a:p xmlns:a="http://schemas.openxmlformats.org/drawingml/2006/main">
            <a:r>
              <a:t>Pupil prompt: What would count as two digital actions?</a:t>
            </a:r>
          </a:p>
          <a:p xmlns:a="http://schemas.openxmlformats.org/drawingml/2006/main">
            <a:r>
              <a:t/>
            </a:r>
          </a:p>
          <a:p xmlns:a="http://schemas.openxmlformats.org/drawingml/2006/main">
            <a:r>
              <a:t>Teacher answer / acceptable response: For example: “I changed the heading size to make it readable” and “I reopened the saved file to check the final chart.”</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Core actions can be demonstrated with accessible support. Avoid a personal skill claim that was not observed; use “practised with support” where appropriate.</a:t>
            </a:r>
          </a:p>
          <a:p xmlns:a="http://schemas.openxmlformats.org/drawingml/2006/main">
            <a:r>
              <a:t/>
            </a:r>
          </a:p>
          <a:p xmlns:a="http://schemas.openxmlformats.org/drawingml/2006/main">
            <a:r>
              <a:t>Pupil prompt: What would count as two digital actions?</a:t>
            </a:r>
          </a:p>
          <a:p xmlns:a="http://schemas.openxmlformats.org/drawingml/2006/main">
            <a:r>
              <a:t/>
            </a:r>
          </a:p>
          <a:p xmlns:a="http://schemas.openxmlformats.org/drawingml/2006/main">
            <a:r>
              <a:t>Teacher answer / acceptable response: For example: “I changed the heading size to make it readable” and “I reopened the saved file to check the final chart.”</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Teacher local rubric totals 12: six criteria × up to 2 points. Criteria are given in teacher guidance/resource answers. No mark depends on private disclosure, public speaking or refusal of support.</a:t>
            </a:r>
          </a:p>
          <a:p xmlns:a="http://schemas.openxmlformats.org/drawingml/2006/main">
            <a:r>
              <a:t/>
            </a:r>
          </a:p>
          <a:p xmlns:a="http://schemas.openxmlformats.org/drawingml/2006/main">
            <a:r>
              <a:t>Pupil prompt: Why is “I did everything independently” not a useful claim without evidence?</a:t>
            </a:r>
          </a:p>
          <a:p xmlns:a="http://schemas.openxmlformats.org/drawingml/2006/main">
            <a:r>
              <a:t/>
            </a:r>
          </a:p>
          <a:p xmlns:a="http://schemas.openxmlformats.org/drawingml/2006/main">
            <a:r>
              <a:t>Teacher answer / acceptable response: The practical actions and saved result need checking. Honest explanation of support helps identify a real next step.</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Teacher local rubric totals 12: six criteria × up to 2 points. Criteria are given in teacher guidance/resource answers. No mark depends on private disclosure, public speaking or refusal of support.</a:t>
            </a:r>
          </a:p>
          <a:p xmlns:a="http://schemas.openxmlformats.org/drawingml/2006/main">
            <a:r>
              <a:t/>
            </a:r>
          </a:p>
          <a:p xmlns:a="http://schemas.openxmlformats.org/drawingml/2006/main">
            <a:r>
              <a:t>Pupil prompt: Why is “I did everything independently” not a useful claim without evidence?</a:t>
            </a:r>
          </a:p>
          <a:p xmlns:a="http://schemas.openxmlformats.org/drawingml/2006/main">
            <a:r>
              <a:t/>
            </a:r>
          </a:p>
          <a:p xmlns:a="http://schemas.openxmlformats.org/drawingml/2006/main">
            <a:r>
              <a:t>Teacher answer / acceptable response: The practical actions and saved result need checking. Honest explanation of support helps identify a real next step.</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If the final format is ODT/ODP, use the same base name and approved extension. Do not overwrite the supplied starter. Record one next learning step after the observed review.</a:t>
            </a:r>
          </a:p>
          <a:p xmlns:a="http://schemas.openxmlformats.org/drawingml/2006/main">
            <a:r>
              <a:t/>
            </a:r>
          </a:p>
          <a:p xmlns:a="http://schemas.openxmlformats.org/drawingml/2006/main">
            <a:r>
              <a:t>Pupil prompt: What would be a meaningful final edit?</a:t>
            </a:r>
          </a:p>
          <a:p xmlns:a="http://schemas.openxmlformats.org/drawingml/2006/main">
            <a:r>
              <a:t/>
            </a:r>
          </a:p>
          <a:p xmlns:a="http://schemas.openxmlformats.org/drawingml/2006/main">
            <a:r>
              <a:t>Teacher answer / acceptable response: Correct an inaccurate comparison, enlarge unreadable chart labels, improve a heading or replace an unsafe privacy promise.</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If the final format is ODT/ODP, use the same base name and approved extension. Do not overwrite the supplied starter. Record one next learning step after the observed review.</a:t>
            </a:r>
          </a:p>
          <a:p xmlns:a="http://schemas.openxmlformats.org/drawingml/2006/main">
            <a:r>
              <a:t/>
            </a:r>
          </a:p>
          <a:p xmlns:a="http://schemas.openxmlformats.org/drawingml/2006/main">
            <a:r>
              <a:t>Pupil prompt: What would be a meaningful final edit?</a:t>
            </a:r>
          </a:p>
          <a:p xmlns:a="http://schemas.openxmlformats.org/drawingml/2006/main">
            <a:r>
              <a:t/>
            </a:r>
          </a:p>
          <a:p xmlns:a="http://schemas.openxmlformats.org/drawingml/2006/main">
            <a:r>
              <a:t>Teacher answer / acceptable response: Correct an inaccurate comparison, enlarge unreadable chart labels, improve a heading or replace an unsafe privacy promise.</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GROW_ICT_W07 | A digital identity project with safe choices</a:t>
            </a:r>
          </a:p>
          <a:p xmlns:a="http://schemas.openxmlformats.org/drawingml/2006/main">
            <a:r>
              <a:t>Create a document or presentation about fictional River, combining purposeful formatting, a checked chart, accurate data reasoning and safer online choices.</a:t>
            </a:r>
          </a:p>
          <a:p xmlns:a="http://schemas.openxmlformats.org/drawingml/2006/main">
            <a:r>
              <a:t/>
            </a:r>
          </a:p>
          <a:p xmlns:a="http://schemas.openxmlformats.org/drawingml/2006/main">
            <a:r>
              <a:t>Keep all work in approved classroom storage. No publishing, screenshots of accounts or automatic external evidence upload is part of this pack.</a:t>
            </a:r>
          </a:p>
          <a:p xmlns:a="http://schemas.openxmlformats.org/drawingml/2006/main">
            <a:r>
              <a:t/>
            </a:r>
          </a:p>
          <a:p xmlns:a="http://schemas.openxmlformats.org/drawingml/2006/main">
            <a:r>
              <a:t>Pupil prompt: What matters about the next step?</a:t>
            </a:r>
          </a:p>
          <a:p xmlns:a="http://schemas.openxmlformats.org/drawingml/2006/main">
            <a:r>
              <a:t/>
            </a:r>
          </a:p>
          <a:p xmlns:a="http://schemas.openxmlformats.org/drawingml/2006/main">
            <a:r>
              <a:t>Teacher answer / acceptable response: It should be a small digital skill or checking action that can be practised and observed, with appropriate support.</a:t>
            </a:r>
          </a:p>
          <a:p xmlns:a="http://schemas.openxmlformats.org/drawingml/2006/main">
            <a:r>
              <a:t/>
            </a:r>
          </a:p>
          <a:p xmlns:a="http://schemas.openxmlformats.org/drawingml/2006/main">
            <a:r>
              <a:t>Support: Offer the same five sections in the pupil’s preferred format, one section at a time. Use short source prompts and accessible input; adults may scribe explanations while observing the learner’s digital actions. Support does not automatically reduce concept marks.</a:t>
            </a:r>
          </a:p>
          <a:p xmlns:a="http://schemas.openxmlformats.org/drawingml/2006/main">
            <a:r>
              <a:t/>
            </a:r>
          </a:p>
          <a:p xmlns:a="http://schemas.openxmlformats.org/drawingml/2006/main">
            <a:r>
              <a:t>Stretch: Ask the learner to explain a misleading data claim or a privacy overpromise, improve the information order, or demonstrate how preserving the starter and choosing a version name supports later retrieval.</a:t>
            </a:r>
          </a:p>
          <a:p xmlns:a="http://schemas.openxmlformats.org/drawingml/2006/main">
            <a:r>
              <a:t/>
            </a:r>
          </a:p>
          <a:p xmlns:a="http://schemas.openxmlformats.org/drawingml/2006/main">
            <a:r>
              <a:t>Safeguarding / safety: Use fictional River and supplied counts only. Do not include real identifying details, account information, credentials or personal online experiences. Nothing is sent, published or uploaded. Handle any disclosure privately using the school safeguarding route.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chosen software and settle</a:t>
            </a:r>
          </a:p>
          <a:p xmlns:a="http://schemas.openxmlformats.org/drawingml/2006/main">
            <a:r>
              <a:t>4 min: Read brief, choose format and plan five sections</a:t>
            </a:r>
          </a:p>
          <a:p xmlns:a="http://schemas.openxmlformats.org/drawingml/2006/main">
            <a:r>
              <a:t>5 min: Model chart caption/comparison and review evidence</a:t>
            </a:r>
          </a:p>
          <a:p xmlns:a="http://schemas.openxmlformats.org/drawingml/2006/main">
            <a:r>
              <a:t>18 min: Complete the project with chosen support</a:t>
            </a:r>
          </a:p>
          <a:p xmlns:a="http://schemas.openxmlformats.org/drawingml/2006/main">
            <a:r>
              <a:t>6 min: Save/reopen, review and make one useful edit</a:t>
            </a:r>
          </a:p>
          <a:p xmlns:a="http://schemas.openxmlformats.org/drawingml/2006/main">
            <a:r>
              <a:t>2 min: Exit skill and next step</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GROW_ICT_Aut1_W7_My_Digital_Identity_Project_(UAS_Evidence).pptx</a:t>
            </a:r>
          </a:p>
          <a:p xmlns:a="http://schemas.openxmlformats.org/drawingml/2006/main">
            <a:r>
              <a:t>Uploaded teaching source: GROW_ICT_Aut1_W7_Worksheet_My_Digital_Identity_Project.docx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a3802648114d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3db568c54142d8" /><Relationship Type="http://schemas.openxmlformats.org/officeDocument/2006/relationships/slideLayout" Target="/ppt/slideLayouts/slideLayout1.xml" Id="R274fc5e7a9814f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4fc5e7a9814f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7c09621db74a29" /><Relationship Type="http://schemas.openxmlformats.org/officeDocument/2006/relationships/image" Target="/ppt/media/image.jpeg" Id="R5ae11dc293cf4021" /><Relationship Type="http://schemas.openxmlformats.org/officeDocument/2006/relationships/notesSlide" Target="/ppt/notesSlides/notesSlide1.xml" Id="R5d30492ae6b945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d448951a334178" /><Relationship Type="http://schemas.openxmlformats.org/officeDocument/2006/relationships/image" Target="/ppt/media/image.jpeg" Id="R1383ee1e14524f43" /><Relationship Type="http://schemas.openxmlformats.org/officeDocument/2006/relationships/notesSlide" Target="/ppt/notesSlides/notesSlide2.xml" Id="R8c4c729e31d04b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d73645829c94e46" /><Relationship Type="http://schemas.openxmlformats.org/officeDocument/2006/relationships/image" Target="/ppt/media/image.jpeg" Id="R467a7ccc261a4835" /><Relationship Type="http://schemas.openxmlformats.org/officeDocument/2006/relationships/notesSlide" Target="/ppt/notesSlides/notesSlide3.xml" Id="R4f16bc87e4ea4d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0f63a8c1894f9f" /><Relationship Type="http://schemas.openxmlformats.org/officeDocument/2006/relationships/image" Target="/ppt/media/image.jpeg" Id="R094d6ec325824820" /><Relationship Type="http://schemas.openxmlformats.org/officeDocument/2006/relationships/notesSlide" Target="/ppt/notesSlides/notesSlide4.xml" Id="Ra13591e474ee43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2172c75d7144b7" /><Relationship Type="http://schemas.openxmlformats.org/officeDocument/2006/relationships/image" Target="/ppt/media/image.jpeg" Id="R6cf222b2c56441a6" /><Relationship Type="http://schemas.openxmlformats.org/officeDocument/2006/relationships/notesSlide" Target="/ppt/notesSlides/notesSlide5.xml" Id="R46502b247c8144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0da618561254824" /><Relationship Type="http://schemas.openxmlformats.org/officeDocument/2006/relationships/image" Target="/ppt/media/image.jpeg" Id="Rd6165b8c0b2649e5" /><Relationship Type="http://schemas.openxmlformats.org/officeDocument/2006/relationships/notesSlide" Target="/ppt/notesSlides/notesSlide6.xml" Id="Ree98d3af616f42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48d80758eaa48f1" /><Relationship Type="http://schemas.openxmlformats.org/officeDocument/2006/relationships/image" Target="/ppt/media/image.jpeg" Id="R73243166ceea4d3f" /><Relationship Type="http://schemas.openxmlformats.org/officeDocument/2006/relationships/notesSlide" Target="/ppt/notesSlides/notesSlide7.xml" Id="R0be443dd6b5d4d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570a4f60a1c4bf3" /><Relationship Type="http://schemas.openxmlformats.org/officeDocument/2006/relationships/image" Target="/ppt/media/image.jpeg" Id="Ra8ac0cda42884981" /><Relationship Type="http://schemas.openxmlformats.org/officeDocument/2006/relationships/notesSlide" Target="/ppt/notesSlides/notesSlide8.xml" Id="R66965b01ce3c43f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df423e246014e43" /><Relationship Type="http://schemas.openxmlformats.org/officeDocument/2006/relationships/image" Target="/ppt/media/image.jpeg" Id="Rf7b0cdd099f94408" /><Relationship Type="http://schemas.openxmlformats.org/officeDocument/2006/relationships/image" Target="/ppt/media/image.png" Id="R16e7b8c8a22d497c" /><Relationship Type="http://schemas.openxmlformats.org/officeDocument/2006/relationships/notesSlide" Target="/ppt/notesSlides/notesSlide9.xml" Id="R64cc98bd443c4b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b12afe1b83c4f78" /><Relationship Type="http://schemas.openxmlformats.org/officeDocument/2006/relationships/image" Target="/ppt/media/image.jpeg" Id="Re2be9824394741bf" /><Relationship Type="http://schemas.openxmlformats.org/officeDocument/2006/relationships/notesSlide" Target="/ppt/notesSlides/notesSlide10.xml" Id="R6688ea8fdfdd459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0ddd5ada6ef40e6" /><Relationship Type="http://schemas.openxmlformats.org/officeDocument/2006/relationships/image" Target="/ppt/media/image.jpeg" Id="R59a912efcac74f5d" /><Relationship Type="http://schemas.openxmlformats.org/officeDocument/2006/relationships/notesSlide" Target="/ppt/notesSlides/notesSlide11.xml" Id="Re1c0fa5705e64d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b8104bb319349bd" /><Relationship Type="http://schemas.openxmlformats.org/officeDocument/2006/relationships/image" Target="/ppt/media/image.jpeg" Id="R41d05aca32a442e4" /><Relationship Type="http://schemas.openxmlformats.org/officeDocument/2006/relationships/notesSlide" Target="/ppt/notesSlides/notesSlide12.xml" Id="R529770b5900143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c10cade22df4f0b" /><Relationship Type="http://schemas.openxmlformats.org/officeDocument/2006/relationships/image" Target="/ppt/media/image.jpeg" Id="R7fa3f1686aa84272" /><Relationship Type="http://schemas.openxmlformats.org/officeDocument/2006/relationships/notesSlide" Target="/ppt/notesSlides/notesSlide13.xml" Id="R8030f6ddbce244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3bc47911a3d4390" /><Relationship Type="http://schemas.openxmlformats.org/officeDocument/2006/relationships/image" Target="/ppt/media/image.jpeg" Id="R068c83e15d514b3f" /><Relationship Type="http://schemas.openxmlformats.org/officeDocument/2006/relationships/notesSlide" Target="/ppt/notesSlides/notesSlide14.xml" Id="R87534725193a43e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2030c3378b841d6" /><Relationship Type="http://schemas.openxmlformats.org/officeDocument/2006/relationships/image" Target="/ppt/media/image.jpeg" Id="R5e78475aee6641d6" /><Relationship Type="http://schemas.openxmlformats.org/officeDocument/2006/relationships/notesSlide" Target="/ppt/notesSlides/notesSlide15.xml" Id="Rb0cbe6f8bdab458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1490b8453da4f3e" /><Relationship Type="http://schemas.openxmlformats.org/officeDocument/2006/relationships/image" Target="/ppt/media/image.jpeg" Id="R01e8f8a3339c460d" /><Relationship Type="http://schemas.openxmlformats.org/officeDocument/2006/relationships/notesSlide" Target="/ppt/notesSlides/notesSlide16.xml" Id="R96eb649944f9439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9bbbeb4571b4173" /><Relationship Type="http://schemas.openxmlformats.org/officeDocument/2006/relationships/image" Target="/ppt/media/image.jpeg" Id="Rbb554c66b1aa40b6" /><Relationship Type="http://schemas.openxmlformats.org/officeDocument/2006/relationships/notesSlide" Target="/ppt/notesSlides/notesSlide17.xml" Id="R17317186649549c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795431fc87e46c9" /><Relationship Type="http://schemas.openxmlformats.org/officeDocument/2006/relationships/image" Target="/ppt/media/image.jpeg" Id="R058beac753594c8e" /><Relationship Type="http://schemas.openxmlformats.org/officeDocument/2006/relationships/notesSlide" Target="/ppt/notesSlides/notesSlide18.xml" Id="Rfd82e9bb114d48c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beb0c85e0904cb9" /><Relationship Type="http://schemas.openxmlformats.org/officeDocument/2006/relationships/image" Target="/ppt/media/image.jpeg" Id="Re7d3822a9e2e41e2" /><Relationship Type="http://schemas.openxmlformats.org/officeDocument/2006/relationships/notesSlide" Target="/ppt/notesSlides/notesSlide19.xml" Id="R4dfb733f43e741f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65510d6dbb744d9" /><Relationship Type="http://schemas.openxmlformats.org/officeDocument/2006/relationships/image" Target="/ppt/media/image.jpeg" Id="R450c2e68d4ed41d4" /><Relationship Type="http://schemas.openxmlformats.org/officeDocument/2006/relationships/notesSlide" Target="/ppt/notesSlides/notesSlide20.xml" Id="R59c53ae3dadf4793"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ae11dc293cf402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digital identity project with safe choices</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make a document or five-slide presentation for fictional River.</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Bring together useful digital skills without publishing or revealing anyone’s personal details.</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will make this more than a decorated profile?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383ee1e14524f4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DIGITAL IDENTITY</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EVIDENCE</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Information and presentation connected with a person online.</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Something that demonstrates an action or supports a claim.</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67a7ccc261a483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The skills we can now combine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Open and use a suitable tool; format with purpose; name, save and retrieve files.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Insert a visual without distortion; check data and explain a comparison.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Reduce unnecessary exposure and get help with a concerning online request.</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94d6ec32582482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The skills we can now combine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skills can the final file show, and which need a demonstration?</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cf222b2c56441a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Choose one format and five sections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Choose GROW_W7_Digital_Identity_Starter.docx or the same-named .pptx starter.</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Complete: safe introduction; interests; digital skills; what the data says; safer choices.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a document or five-slide deck. Both formats are assessed on the same six criteria.</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6165b8c0b2649e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Choose one format and five sections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Does choosing a presentation mean you must speak to the class?</a:t>
            </a:r>
          </a:p>
        </p:txBody>
      </p:sp>
    </p:spTree>
    <p:extLst>
      <p:ext uri="{BB962C8B-B14F-4D97-AF65-F5344CB8AC3E}">
        <p14:creationId xmlns:p14="http://schemas.microsoft.com/office/powerpoint/2010/main" val="289928415"/>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3243166ceea4d3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What we know about River</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River is a fictional display name for this classroom project. River enjoys drawing and model making.</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No real surname, school, age, location, account or photograph is needed.</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The data is the fictional club vote: Drawing 7, Model making 9, Coding 3, Gardening 5.</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8ac0cda4288498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What we know about River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information is enough for a general introduction?</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0" name="top-rule">
            <a:extLst xmlns:a="http://schemas.openxmlformats.org/drawingml/2006/main">
              <a:ext uri="{FF2B5EF4-FFF2-40B4-BE49-F238E27FC236}">
                <a16:creationId xmlns:a16="http://schemas.microsoft.com/office/drawing/2014/main" id="{9DB8204C-8E23-4CD7-83FB-2204085E5E8D}"/>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BADF7A3E-0507-429F-BFC2-48CB68AC78F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7b0cdd099f9440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74837D2-0FEA-4EC8-AEE1-DB06D8937AD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Read the fictional votes</a:t>
            </a:r>
          </a:p>
        </p:txBody>
      </p:sp>
      <p:sp>
        <p:nvSpPr>
          <p:cNvPr id="5" name="footer-line">
            <a:extLst xmlns:a="http://schemas.openxmlformats.org/drawingml/2006/main">
              <a:ext uri="{FF2B5EF4-FFF2-40B4-BE49-F238E27FC236}">
                <a16:creationId xmlns:a16="http://schemas.microsoft.com/office/drawing/2014/main" id="{BAF715D0-0B4B-43DC-A9E0-8921D34428E1}"/>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02B58C95-D3A5-4D19-9AFD-294334D0E5C7}"/>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E8326B85-34E3-4AA0-87CA-53FBC7D14A28}"/>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6e7b8c8a22d497c"/>
          <a:stretch xmlns:a="http://schemas.openxmlformats.org/drawingml/2006/main"/>
        </p:blipFill>
        <p:spPr>
          <a:xfrm xmlns:a="http://schemas.openxmlformats.org/drawingml/2006/main">
            <a:off x="2608659" y="1952625"/>
            <a:ext cx="6974681" cy="4184809"/>
          </a:xfrm>
          <a:prstGeom xmlns:a="http://schemas.openxmlformats.org/drawingml/2006/main" prst="rect">
            <a:avLst/>
          </a:prstGeom>
        </p:spPr>
      </p:pic>
    </p:spTree>
    <p:extLst>
      <p:ext uri="{BB962C8B-B14F-4D97-AF65-F5344CB8AC3E}">
        <p14:creationId xmlns:p14="http://schemas.microsoft.com/office/powerpoint/2010/main" val="1259236864"/>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2be9824394741b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chart plus a useful sentence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Insert your checked Week 5 chart or assets/GROW_Club_Votes_Chart.png.</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its proportions and readable labels; add “Fictional Makers Club votes” as a caption.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Write: “Model making received 9 votes, 2 more than Drawing.”</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9a912efcac74f5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chart plus a useful sentence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evidence supports the comparison?</a:t>
            </a:r>
          </a:p>
        </p:txBody>
      </p:sp>
    </p:spTree>
    <p:extLst>
      <p:ext uri="{BB962C8B-B14F-4D97-AF65-F5344CB8AC3E}">
        <p14:creationId xmlns:p14="http://schemas.microsoft.com/office/powerpoint/2010/main" val="289928415"/>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1d05aca32a442e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Write safer choices that can be used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For the prize/password message: pause, do not reply or follow its link, and ask an available adult.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For privacy: settings reduce exposure, but someone with access may still copy content.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Explain one of these limits accurately; no real account setting needs changing.</a:t>
            </a:r>
          </a:p>
        </p:txBody>
      </p:sp>
    </p:spTree>
    <p:extLst>
      <p:ext uri="{BB962C8B-B14F-4D97-AF65-F5344CB8AC3E}">
        <p14:creationId xmlns:p14="http://schemas.microsoft.com/office/powerpoint/2010/main" val="289928415"/>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fa3f1686aa8427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Write safer choices that can be used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Improve: “My profile is private, so it is completely safe.”</a:t>
            </a:r>
          </a:p>
        </p:txBody>
      </p:sp>
    </p:spTree>
    <p:extLst>
      <p:ext uri="{BB962C8B-B14F-4D97-AF65-F5344CB8AC3E}">
        <p14:creationId xmlns:p14="http://schemas.microsoft.com/office/powerpoint/2010/main" val="289928415"/>
      </p:ext>
    </p:extLst>
  </p:cSld>
</p:sld>
</file>

<file path=ppt/slides/slide1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68c83e15d514b3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 do: complete and check the project</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Replace all starter prompts and complete the five sections.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Demonstrate one useful formatting change and insert the chart image.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Add two actual digital actions used, an accurate comparison and practical safer choices.</a:t>
            </a:r>
          </a:p>
        </p:txBody>
      </p:sp>
    </p:spTree>
    <p:extLst>
      <p:ext uri="{BB962C8B-B14F-4D97-AF65-F5344CB8AC3E}">
        <p14:creationId xmlns:p14="http://schemas.microsoft.com/office/powerpoint/2010/main" val="289928415"/>
      </p:ext>
    </p:extLst>
  </p:cSld>
</p:sld>
</file>

<file path=ppt/slides/slide1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e78475aee6641d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 do: complete and check the project</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would count as two digital actions?</a:t>
            </a:r>
          </a:p>
        </p:txBody>
      </p:sp>
    </p:spTree>
    <p:extLst>
      <p:ext uri="{BB962C8B-B14F-4D97-AF65-F5344CB8AC3E}">
        <p14:creationId xmlns:p14="http://schemas.microsoft.com/office/powerpoint/2010/main" val="289928415"/>
      </p:ext>
    </p:extLst>
  </p:cSld>
</p:sld>
</file>

<file path=ppt/slides/slide1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1e8f8a3339c460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Review the same six things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Content, purposeful formatting, chart placement, data reasoning, safer choices, and file/review habits.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Show the evidence in the project. Your teacher will record support separately.</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A supplied chart is allowed; say where it came from.</a:t>
            </a:r>
          </a:p>
        </p:txBody>
      </p:sp>
    </p:spTree>
    <p:extLst>
      <p:ext uri="{BB962C8B-B14F-4D97-AF65-F5344CB8AC3E}">
        <p14:creationId xmlns:p14="http://schemas.microsoft.com/office/powerpoint/2010/main" val="289928415"/>
      </p:ext>
    </p:extLst>
  </p:cSld>
</p:sld>
</file>

<file path=ppt/slides/slide1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b554c66b1aa40b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Review the same six things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Why is “I did everything independently” not a useful claim without evidence?</a:t>
            </a:r>
          </a:p>
        </p:txBody>
      </p:sp>
    </p:spTree>
    <p:extLst>
      <p:ext uri="{BB962C8B-B14F-4D97-AF65-F5344CB8AC3E}">
        <p14:creationId xmlns:p14="http://schemas.microsoft.com/office/powerpoint/2010/main" val="289928415"/>
      </p:ext>
    </p:extLst>
  </p:cSld>
</p:sld>
</file>

<file path=ppt/slides/slide1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58beac753594c8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reopen and improve one part</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Save as GROW_W7_River_Digital_Identity_v1.docx or .pptx in the approved task folder.</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Reopen the copy and check the five sections, chart and safer advice.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Make one useful edit, save again and explain its purpose.</a:t>
            </a:r>
          </a:p>
        </p:txBody>
      </p:sp>
    </p:spTree>
    <p:extLst>
      <p:ext uri="{BB962C8B-B14F-4D97-AF65-F5344CB8AC3E}">
        <p14:creationId xmlns:p14="http://schemas.microsoft.com/office/powerpoint/2010/main" val="289928415"/>
      </p:ext>
    </p:extLst>
  </p:cSld>
</p:sld>
</file>

<file path=ppt/slides/slide1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7d3822a9e2e41e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reopen and improve one part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would be a meaningful final edit?</a:t>
            </a:r>
          </a:p>
        </p:txBody>
      </p:sp>
    </p:spTree>
    <p:extLst>
      <p:ext uri="{BB962C8B-B14F-4D97-AF65-F5344CB8AC3E}">
        <p14:creationId xmlns:p14="http://schemas.microsoft.com/office/powerpoint/2010/main" val="289928415"/>
      </p:ext>
    </p:extLst>
  </p:cSld>
</p:sld>
</file>

<file path=ppt/slides/slide2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50c2e68d4ed41d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Show one skill and choose a next step</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20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Choose one part to show privately or explain in writing, by pointing or with a scribe.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Complete: “I can show ___. Next I will practise ___. Support that would help is ___.”</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matters about the next step?</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2026-09-07T13:28:28.6110000Z</dcterms:created>
  <dcterms:modified xsi:type="dcterms:W3CDTF">2026-09-07T13:28:28.6110000Z</dcterms:modified>
</coreProperties>
</file>