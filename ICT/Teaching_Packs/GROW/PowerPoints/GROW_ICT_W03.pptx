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d3fc5e69dd4506" /><Relationship Type="http://schemas.openxmlformats.org/officeDocument/2006/relationships/extended-properties" Target="/docProps/app.xml" Id="R767cd1e535e546d0" /><Relationship Type="http://schemas.openxmlformats.org/officeDocument/2006/relationships/officeDocument" Target="/ppt/presentation.xml" Id="R3243aa4a14b94f6e" /></Relationships>
</file>

<file path=ppt/presentation.xml><?xml version="1.0" encoding="utf-8"?>
<p:presentation xmlns:p="http://schemas.openxmlformats.org/presentationml/2006/main">
  <p:sldMasterIdLst>
    <p:sldMasterId xmlns:r="http://schemas.openxmlformats.org/officeDocument/2006/relationships" id="2147483648" r:id="R874ae4ec06e742bc"/>
  </p:sldMasterIdLst>
  <p:notesMasterIdLst>
    <p:notesMasterId xmlns:r="http://schemas.openxmlformats.org/officeDocument/2006/relationships" r:id="Re2f256bad2c54497"/>
  </p:notesMasterIdLst>
  <p:sldIdLst>
    <p:sldId xmlns:r="http://schemas.openxmlformats.org/officeDocument/2006/relationships" id="256" r:id="R2784cf8c70f9497a"/>
    <p:sldId xmlns:r="http://schemas.openxmlformats.org/officeDocument/2006/relationships" id="257" r:id="R5715980bd4a945c8"/>
    <p:sldId xmlns:r="http://schemas.openxmlformats.org/officeDocument/2006/relationships" id="258" r:id="R69eb6ad3f9a84964"/>
    <p:sldId xmlns:r="http://schemas.openxmlformats.org/officeDocument/2006/relationships" id="259" r:id="R021bcffb2aa84d30"/>
    <p:sldId xmlns:r="http://schemas.openxmlformats.org/officeDocument/2006/relationships" id="260" r:id="Re1576b5636194f4c"/>
    <p:sldId xmlns:r="http://schemas.openxmlformats.org/officeDocument/2006/relationships" id="261" r:id="R37b52282b94b42fd"/>
    <p:sldId xmlns:r="http://schemas.openxmlformats.org/officeDocument/2006/relationships" id="262" r:id="R99a1a85c460c4eae"/>
    <p:sldId xmlns:r="http://schemas.openxmlformats.org/officeDocument/2006/relationships" id="263" r:id="R36b2a3cd0f9d42b4"/>
    <p:sldId xmlns:r="http://schemas.openxmlformats.org/officeDocument/2006/relationships" id="264" r:id="R45a4c6f3067d4b85"/>
    <p:sldId xmlns:r="http://schemas.openxmlformats.org/officeDocument/2006/relationships" id="265" r:id="R4a1803fd2e324666"/>
    <p:sldId xmlns:r="http://schemas.openxmlformats.org/officeDocument/2006/relationships" id="266" r:id="R3f4bc331745c4943"/>
    <p:sldId xmlns:r="http://schemas.openxmlformats.org/officeDocument/2006/relationships" id="267" r:id="Rccb1f821fdb24f96"/>
    <p:sldId xmlns:r="http://schemas.openxmlformats.org/officeDocument/2006/relationships" id="268" r:id="Rab82f38e1d03420d"/>
    <p:sldId xmlns:r="http://schemas.openxmlformats.org/officeDocument/2006/relationships" id="269" r:id="Rf8dddfc8eb3f415f"/>
    <p:sldId xmlns:r="http://schemas.openxmlformats.org/officeDocument/2006/relationships" id="270" r:id="R5f2e0c28f4a745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52b5cdc49b4145" /><Relationship Type="http://schemas.openxmlformats.org/officeDocument/2006/relationships/slideMaster" Target="/ppt/slideMasters/slideMaster1.xml" Id="R874ae4ec06e742bc" /><Relationship Type="http://schemas.openxmlformats.org/officeDocument/2006/relationships/notesMaster" Target="/ppt/notesMasters/notesMaster1.xml" Id="Re2f256bad2c54497" /><Relationship Type="http://schemas.openxmlformats.org/officeDocument/2006/relationships/presProps" Target="/ppt/presProps.xml" Id="R6593164294b04015" /><Relationship Type="http://schemas.openxmlformats.org/officeDocument/2006/relationships/tableStyles" Target="/ppt/tableStyles.xml" Id="Re99095a31e974460" /><Relationship Type="http://schemas.openxmlformats.org/officeDocument/2006/relationships/slide" Target="/ppt/slides/slide1.xml" Id="R2784cf8c70f9497a" /><Relationship Type="http://schemas.openxmlformats.org/officeDocument/2006/relationships/slide" Target="/ppt/slides/slide2.xml" Id="R5715980bd4a945c8" /><Relationship Type="http://schemas.openxmlformats.org/officeDocument/2006/relationships/slide" Target="/ppt/slides/slide3.xml" Id="R69eb6ad3f9a84964" /><Relationship Type="http://schemas.openxmlformats.org/officeDocument/2006/relationships/slide" Target="/ppt/slides/slide4.xml" Id="R021bcffb2aa84d30" /><Relationship Type="http://schemas.openxmlformats.org/officeDocument/2006/relationships/slide" Target="/ppt/slides/slide5.xml" Id="Re1576b5636194f4c" /><Relationship Type="http://schemas.openxmlformats.org/officeDocument/2006/relationships/slide" Target="/ppt/slides/slide6.xml" Id="R37b52282b94b42fd" /><Relationship Type="http://schemas.openxmlformats.org/officeDocument/2006/relationships/slide" Target="/ppt/slides/slide7.xml" Id="R99a1a85c460c4eae" /><Relationship Type="http://schemas.openxmlformats.org/officeDocument/2006/relationships/slide" Target="/ppt/slides/slide8.xml" Id="R36b2a3cd0f9d42b4" /><Relationship Type="http://schemas.openxmlformats.org/officeDocument/2006/relationships/slide" Target="/ppt/slides/slide9.xml" Id="R45a4c6f3067d4b85" /><Relationship Type="http://schemas.openxmlformats.org/officeDocument/2006/relationships/slide" Target="/ppt/slides/slide10.xml" Id="R4a1803fd2e324666" /><Relationship Type="http://schemas.openxmlformats.org/officeDocument/2006/relationships/slide" Target="/ppt/slides/slide11.xml" Id="R3f4bc331745c4943" /><Relationship Type="http://schemas.openxmlformats.org/officeDocument/2006/relationships/slide" Target="/ppt/slides/slide12.xml" Id="Rccb1f821fdb24f96" /><Relationship Type="http://schemas.openxmlformats.org/officeDocument/2006/relationships/slide" Target="/ppt/slides/slide13.xml" Id="Rab82f38e1d03420d" /><Relationship Type="http://schemas.openxmlformats.org/officeDocument/2006/relationships/slide" Target="/ppt/slides/slide14.xml" Id="Rf8dddfc8eb3f415f" /><Relationship Type="http://schemas.openxmlformats.org/officeDocument/2006/relationships/slide" Target="/ppt/slides/slide15.xml" Id="R5f2e0c28f4a745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0efe844e3447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6507854944417b" /><Relationship Type="http://schemas.openxmlformats.org/officeDocument/2006/relationships/notesMaster" Target="/ppt/notesMasters/notesMaster1.xml" Id="R63c57618f18944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37b8e51ba349d6" /><Relationship Type="http://schemas.openxmlformats.org/officeDocument/2006/relationships/notesMaster" Target="/ppt/notesMasters/notesMaster1.xml" Id="R5199c137a1c64a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9659c6ff014058" /><Relationship Type="http://schemas.openxmlformats.org/officeDocument/2006/relationships/notesMaster" Target="/ppt/notesMasters/notesMaster1.xml" Id="Rc9c2e4cca66843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9ff919a80b4243" /><Relationship Type="http://schemas.openxmlformats.org/officeDocument/2006/relationships/notesMaster" Target="/ppt/notesMasters/notesMaster1.xml" Id="Rdc85df436cd74e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4d0fe7c71a45b0" /><Relationship Type="http://schemas.openxmlformats.org/officeDocument/2006/relationships/notesMaster" Target="/ppt/notesMasters/notesMaster1.xml" Id="Rcb19019297ae4f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e0155781ad4dea" /><Relationship Type="http://schemas.openxmlformats.org/officeDocument/2006/relationships/notesMaster" Target="/ppt/notesMasters/notesMaster1.xml" Id="R8f56713a52c544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81e671e545409d" /><Relationship Type="http://schemas.openxmlformats.org/officeDocument/2006/relationships/notesMaster" Target="/ppt/notesMasters/notesMaster1.xml" Id="Rcd4ceac9ebde47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f2de0b6a534a4f" /><Relationship Type="http://schemas.openxmlformats.org/officeDocument/2006/relationships/notesMaster" Target="/ppt/notesMasters/notesMaster1.xml" Id="Rb2e86e8497c943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f627a963a749dd" /><Relationship Type="http://schemas.openxmlformats.org/officeDocument/2006/relationships/notesMaster" Target="/ppt/notesMasters/notesMaster1.xml" Id="Ra90ce73e0b6a48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02f3b8e9114e8c" /><Relationship Type="http://schemas.openxmlformats.org/officeDocument/2006/relationships/notesMaster" Target="/ppt/notesMasters/notesMaster1.xml" Id="Rdd7adc55dd334c3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983841ce5264452" /><Relationship Type="http://schemas.openxmlformats.org/officeDocument/2006/relationships/notesMaster" Target="/ppt/notesMasters/notesMaster1.xml" Id="R79de42ee0e4241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b956757c074666" /><Relationship Type="http://schemas.openxmlformats.org/officeDocument/2006/relationships/notesMaster" Target="/ppt/notesMasters/notesMaster1.xml" Id="R946e0cb5b9bd4f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35a16148414971" /><Relationship Type="http://schemas.openxmlformats.org/officeDocument/2006/relationships/notesMaster" Target="/ppt/notesMasters/notesMaster1.xml" Id="R467328993b9b460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dd25367b1c4043" /><Relationship Type="http://schemas.openxmlformats.org/officeDocument/2006/relationships/notesMaster" Target="/ppt/notesMasters/notesMaster1.xml" Id="R76552979cdea4d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0ad911977e74918" /><Relationship Type="http://schemas.openxmlformats.org/officeDocument/2006/relationships/notesMaster" Target="/ppt/notesMasters/notesMaster1.xml" Id="Rc374571f60f74bf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Adapted from Week 3 file-management deck and record. Replaces a timed race and broad changes to pupils’ existing folders with a safe self-contained practice folder.</a:t>
            </a:r>
          </a:p>
          <a:p xmlns:a="http://schemas.openxmlformats.org/drawingml/2006/main">
            <a:r>
              <a:t/>
            </a:r>
          </a:p>
          <a:p xmlns:a="http://schemas.openxmlformats.org/drawingml/2006/main">
            <a:r>
              <a:t>Pupil prompt: What makes “Document1” hard to find later?</a:t>
            </a:r>
          </a:p>
          <a:p xmlns:a="http://schemas.openxmlformats.org/drawingml/2006/main">
            <a:r>
              <a:t/>
            </a:r>
          </a:p>
          <a:p xmlns:a="http://schemas.openxmlformats.org/drawingml/2006/main">
            <a:r>
              <a:t>Teacher answer / acceptable response: It gives little information about the subject, contents or stage of the work.</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Read the provided plain-text files. Explain that the extension identifies a file type; changing it is not a conversion. If extensions are hidden, leave that setting as configured.</a:t>
            </a:r>
          </a:p>
          <a:p xmlns:a="http://schemas.openxmlformats.org/drawingml/2006/main">
            <a:r>
              <a:t/>
            </a:r>
          </a:p>
          <a:p xmlns:a="http://schemas.openxmlformats.org/drawingml/2006/main">
            <a:r>
              <a:t>Pupil prompt: Suggest a useful name for the club plan.</a:t>
            </a:r>
          </a:p>
          <a:p xmlns:a="http://schemas.openxmlformats.org/drawingml/2006/main">
            <a:r>
              <a:t/>
            </a:r>
          </a:p>
          <a:p xmlns:a="http://schemas.openxmlformats.org/drawingml/2006/main">
            <a:r>
              <a:t>Teacher answer / acceptable response: Club_Plan_v1.txt: it names the content and version.</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The folder mapping is an exercise convention; other sensible mappings are possible if justified. Do not imply only one organisation scheme is universally correct.</a:t>
            </a:r>
          </a:p>
          <a:p xmlns:a="http://schemas.openxmlformats.org/drawingml/2006/main">
            <a:r>
              <a:t/>
            </a:r>
          </a:p>
          <a:p xmlns:a="http://schemas.openxmlformats.org/drawingml/2006/main">
            <a:r>
              <a:t>Pupil prompt: Would “final_final_reallyfinal” be a clear version plan?</a:t>
            </a:r>
          </a:p>
          <a:p xmlns:a="http://schemas.openxmlformats.org/drawingml/2006/main">
            <a:r>
              <a:t/>
            </a:r>
          </a:p>
          <a:p xmlns:a="http://schemas.openxmlformats.org/drawingml/2006/main">
            <a:r>
              <a:t>Teacher answer / acceptable response: No. A simple consistent stage or version label is easier to compare.</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The folder mapping is an exercise convention; other sensible mappings are possible if justified. Do not imply only one organisation scheme is universally correct.</a:t>
            </a:r>
          </a:p>
          <a:p xmlns:a="http://schemas.openxmlformats.org/drawingml/2006/main">
            <a:r>
              <a:t/>
            </a:r>
          </a:p>
          <a:p xmlns:a="http://schemas.openxmlformats.org/drawingml/2006/main">
            <a:r>
              <a:t>Pupil prompt: Would “final_final_reallyfinal” be a clear version plan?</a:t>
            </a:r>
          </a:p>
          <a:p xmlns:a="http://schemas.openxmlformats.org/drawingml/2006/main">
            <a:r>
              <a:t/>
            </a:r>
          </a:p>
          <a:p xmlns:a="http://schemas.openxmlformats.org/drawingml/2006/main">
            <a:r>
              <a:t>Teacher answer / acceptable response: No. A simple consistent stage or version label is easier to compare.</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Teacher distributes an individual writable copy. Copy creates an additional file; move changes its location. This activity preserves Inbox originals for recovery.</a:t>
            </a:r>
          </a:p>
          <a:p xmlns:a="http://schemas.openxmlformats.org/drawingml/2006/main">
            <a:r>
              <a:t/>
            </a:r>
          </a:p>
          <a:p xmlns:a="http://schemas.openxmlformats.org/drawingml/2006/main">
            <a:r>
              <a:t>Pupil prompt: Why check the contents instead of trusting a name?</a:t>
            </a:r>
          </a:p>
          <a:p xmlns:a="http://schemas.openxmlformats.org/drawingml/2006/main">
            <a:r>
              <a:t/>
            </a:r>
          </a:p>
          <a:p xmlns:a="http://schemas.openxmlformats.org/drawingml/2006/main">
            <a:r>
              <a:t>Teacher answer / acceptable response: A file can be renamed incorrectly. Opening it confirms that it is the plan.</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Teacher distributes an individual writable copy. Copy creates an additional file; move changes its location. This activity preserves Inbox originals for recovery.</a:t>
            </a:r>
          </a:p>
          <a:p xmlns:a="http://schemas.openxmlformats.org/drawingml/2006/main">
            <a:r>
              <a:t/>
            </a:r>
          </a:p>
          <a:p xmlns:a="http://schemas.openxmlformats.org/drawingml/2006/main">
            <a:r>
              <a:t>Pupil prompt: Why check the contents instead of trusting a name?</a:t>
            </a:r>
          </a:p>
          <a:p xmlns:a="http://schemas.openxmlformats.org/drawingml/2006/main">
            <a:r>
              <a:t/>
            </a:r>
          </a:p>
          <a:p xmlns:a="http://schemas.openxmlformats.org/drawingml/2006/main">
            <a:r>
              <a:t>Teacher answer / acceptable response: A file can be renamed incorrectly. Opening it confirms that it is the plan.</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Allow accessible copy/paste or equivalent controls; do not require drag-and-drop dexterity. Never tidy unrelated shared or personal folders.</a:t>
            </a:r>
          </a:p>
          <a:p xmlns:a="http://schemas.openxmlformats.org/drawingml/2006/main">
            <a:r>
              <a:t/>
            </a:r>
          </a:p>
          <a:p xmlns:a="http://schemas.openxmlformats.org/drawingml/2006/main">
            <a:r>
              <a:t>Pupil prompt: Which file belongs in Design in our agreed plan?</a:t>
            </a:r>
          </a:p>
          <a:p xmlns:a="http://schemas.openxmlformats.org/drawingml/2006/main">
            <a:r>
              <a:t/>
            </a:r>
          </a:p>
          <a:p xmlns:a="http://schemas.openxmlformats.org/drawingml/2006/main">
            <a:r>
              <a:t>Teacher answer / acceptable response: Garden_Notes_v1.txt, because it contains the garden design notes.</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Pupils can use the editor’s save-copy route or duplicate then edit. Model how to confirm the file name before an edit so the wrong version is not overwritten.</a:t>
            </a:r>
          </a:p>
          <a:p xmlns:a="http://schemas.openxmlformats.org/drawingml/2006/main">
            <a:r>
              <a:t/>
            </a:r>
          </a:p>
          <a:p xmlns:a="http://schemas.openxmlformats.org/drawingml/2006/main">
            <a:r>
              <a:t>Pupil prompt: What should remain in v1?</a:t>
            </a:r>
          </a:p>
          <a:p xmlns:a="http://schemas.openxmlformats.org/drawingml/2006/main">
            <a:r>
              <a:t/>
            </a:r>
          </a:p>
          <a:p xmlns:a="http://schemas.openxmlformats.org/drawingml/2006/main">
            <a:r>
              <a:t>Teacher answer / acceptable response: The original three-step plan without the added Check line.</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Do not promise cloud access on every device or imply local files are never backed up. Staff should explain the actual managed arrangement and recovery route.</a:t>
            </a:r>
          </a:p>
          <a:p xmlns:a="http://schemas.openxmlformats.org/drawingml/2006/main">
            <a:r>
              <a:t/>
            </a:r>
          </a:p>
          <a:p xmlns:a="http://schemas.openxmlformats.org/drawingml/2006/main">
            <a:r>
              <a:t>Pupil prompt: Does a cloud file always mean the latest edit is available everywhere?</a:t>
            </a:r>
          </a:p>
          <a:p xmlns:a="http://schemas.openxmlformats.org/drawingml/2006/main">
            <a:r>
              <a:t/>
            </a:r>
          </a:p>
          <a:p xmlns:a="http://schemas.openxmlformats.org/drawingml/2006/main">
            <a:r>
              <a:t>Teacher answer / acceptable response: No. Connection, sync status, permissions and the version opened can affect access.</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Do not promise cloud access on every device or imply local files are never backed up. Staff should explain the actual managed arrangement and recovery route.</a:t>
            </a:r>
          </a:p>
          <a:p xmlns:a="http://schemas.openxmlformats.org/drawingml/2006/main">
            <a:r>
              <a:t/>
            </a:r>
          </a:p>
          <a:p xmlns:a="http://schemas.openxmlformats.org/drawingml/2006/main">
            <a:r>
              <a:t>Pupil prompt: Does a cloud file always mean the latest edit is available everywhere?</a:t>
            </a:r>
          </a:p>
          <a:p xmlns:a="http://schemas.openxmlformats.org/drawingml/2006/main">
            <a:r>
              <a:t/>
            </a:r>
          </a:p>
          <a:p xmlns:a="http://schemas.openxmlformats.org/drawingml/2006/main">
            <a:r>
              <a:t>Teacher answer / acceptable response: No. Connection, sync status, permissions and the version opened can affect access.</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No timer or speed score is required. Observe the chosen retrieval strategy and provide a prompt route if needed.</a:t>
            </a:r>
          </a:p>
          <a:p xmlns:a="http://schemas.openxmlformats.org/drawingml/2006/main">
            <a:r>
              <a:t/>
            </a:r>
          </a:p>
          <a:p xmlns:a="http://schemas.openxmlformats.org/drawingml/2006/main">
            <a:r>
              <a:t>Pupil prompt: Why might opening the first recent file be insufficient?</a:t>
            </a:r>
          </a:p>
          <a:p xmlns:a="http://schemas.openxmlformats.org/drawingml/2006/main">
            <a:r>
              <a:t/>
            </a:r>
          </a:p>
          <a:p xmlns:a="http://schemas.openxmlformats.org/drawingml/2006/main">
            <a:r>
              <a:t>Teacher answer / acceptable response: It might be v1 or another copy. Check location, version and content.</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No timer or speed score is required. Observe the chosen retrieval strategy and provide a prompt route if needed.</a:t>
            </a:r>
          </a:p>
          <a:p xmlns:a="http://schemas.openxmlformats.org/drawingml/2006/main">
            <a:r>
              <a:t/>
            </a:r>
          </a:p>
          <a:p xmlns:a="http://schemas.openxmlformats.org/drawingml/2006/main">
            <a:r>
              <a:t>Pupil prompt: Why might opening the first recent file be insufficient?</a:t>
            </a:r>
          </a:p>
          <a:p xmlns:a="http://schemas.openxmlformats.org/drawingml/2006/main">
            <a:r>
              <a:t/>
            </a:r>
          </a:p>
          <a:p xmlns:a="http://schemas.openxmlformats.org/drawingml/2006/main">
            <a:r>
              <a:t>Teacher answer / acceptable response: It might be v1 or another copy. Check location, version and content.</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Support: organise one file with a model and compare two versions. Standard: complete all copies. Stretch: explain copy versus move and a risk of ambiguous version names.</a:t>
            </a:r>
          </a:p>
          <a:p xmlns:a="http://schemas.openxmlformats.org/drawingml/2006/main">
            <a:r>
              <a:t/>
            </a:r>
          </a:p>
          <a:p xmlns:a="http://schemas.openxmlformats.org/drawingml/2006/main">
            <a:r>
              <a:t>Pupil prompt: What evidence shows the correct version was found?</a:t>
            </a:r>
          </a:p>
          <a:p xmlns:a="http://schemas.openxmlformats.org/drawingml/2006/main">
            <a:r>
              <a:t/>
            </a:r>
          </a:p>
          <a:p xmlns:a="http://schemas.openxmlformats.org/drawingml/2006/main">
            <a:r>
              <a:t>Teacher answer / acceptable response: The file is in the intended ICT folder, named v2, and includes the new Check line.</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GROW_ICT_W03 | Save, organise and find your files</a:t>
            </a:r>
          </a:p>
          <a:p xmlns:a="http://schemas.openxmlformats.org/drawingml/2006/main">
            <a:r>
              <a:t>Organise supplied practice copies using meaningful names and folders, then retrieve and check the intended version.</a:t>
            </a:r>
          </a:p>
          <a:p xmlns:a="http://schemas.openxmlformats.org/drawingml/2006/main">
            <a:r>
              <a:t/>
            </a:r>
          </a:p>
          <a:p xmlns:a="http://schemas.openxmlformats.org/drawingml/2006/main">
            <a:r>
              <a:t>Losing work is not automatically a pupil’s fault. Faults, access and synchronisation may need staff help. End with safe saving and closing.</a:t>
            </a:r>
          </a:p>
          <a:p xmlns:a="http://schemas.openxmlformats.org/drawingml/2006/main">
            <a:r>
              <a:t/>
            </a:r>
          </a:p>
          <a:p xmlns:a="http://schemas.openxmlformats.org/drawingml/2006/main">
            <a:r>
              <a:t>Pupil prompt: Give a helpful habit.</a:t>
            </a:r>
          </a:p>
          <a:p xmlns:a="http://schemas.openxmlformats.org/drawingml/2006/main">
            <a:r>
              <a:t/>
            </a:r>
          </a:p>
          <a:p xmlns:a="http://schemas.openxmlformats.org/drawingml/2006/main">
            <a:r>
              <a:t>Teacher answer / acceptable response: Use consistent names, record the approved folder, save/check versions and ask for support when unsure.</a:t>
            </a:r>
          </a:p>
          <a:p xmlns:a="http://schemas.openxmlformats.org/drawingml/2006/main">
            <a:r>
              <a:t/>
            </a:r>
          </a:p>
          <a:p xmlns:a="http://schemas.openxmlformats.org/drawingml/2006/main">
            <a:r>
              <a:t>Support: Use a printed mapping and demonstrate one copy at a time. Keyboard copy/paste, large icons or staff-supported navigation can replace dragging. Observe one successful retrieval without grading speed.</a:t>
            </a:r>
          </a:p>
          <a:p xmlns:a="http://schemas.openxmlformats.org/drawingml/2006/main">
            <a:r>
              <a:t/>
            </a:r>
          </a:p>
          <a:p xmlns:a="http://schemas.openxmlformats.org/drawingml/2006/main">
            <a:r>
              <a:t>Stretch: Ask the pupil to explain copy versus move, detect a deliberately misnamed practice copy, or design a consistent version rule for future work without altering real existing folders.</a:t>
            </a:r>
          </a:p>
          <a:p xmlns:a="http://schemas.openxmlformats.org/drawingml/2006/main">
            <a:r>
              <a:t/>
            </a:r>
          </a:p>
          <a:p xmlns:a="http://schemas.openxmlformats.org/drawingml/2006/main">
            <a:r>
              <a:t>Safeguarding / safety: Operate only on supplied disposable copies in approved storage. No deletion, system-folder changes, access overrides or cloud-account changes. Do not record full paths containing personal account information. Ask staff about unexpected sync or permission prompts.</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only the approved practice copy</a:t>
            </a:r>
          </a:p>
          <a:p xmlns:a="http://schemas.openxmlformats.org/drawingml/2006/main">
            <a:r>
              <a:t>6 min: Model content-based names and folders</a:t>
            </a:r>
          </a:p>
          <a:p xmlns:a="http://schemas.openxmlformats.org/drawingml/2006/main">
            <a:r>
              <a:t>8 min: Copy and rename the three files</a:t>
            </a:r>
          </a:p>
          <a:p xmlns:a="http://schemas.openxmlformats.org/drawingml/2006/main">
            <a:r>
              <a:t>7 min: Create/check v2 while preserving v1</a:t>
            </a:r>
          </a:p>
          <a:p xmlns:a="http://schemas.openxmlformats.org/drawingml/2006/main">
            <a:r>
              <a:t>8 min: Retrieve the correct version and record evidence</a:t>
            </a:r>
          </a:p>
          <a:p xmlns:a="http://schemas.openxmlformats.org/drawingml/2006/main">
            <a:r>
              <a:t>4 min: Explain storage and a sensible recovery route</a:t>
            </a:r>
          </a:p>
          <a:p xmlns:a="http://schemas.openxmlformats.org/drawingml/2006/main">
            <a:r>
              <a:t>2 min: Exit check</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GROW_ICT_Aut1_W3_Save_Organise_and_Find_My_Files_(Functional_Skills).pptx</a:t>
            </a:r>
          </a:p>
          <a:p xmlns:a="http://schemas.openxmlformats.org/drawingml/2006/main">
            <a:r>
              <a:t>Uploaded teaching source: GROW_ICT_Aut1_W3_Worksheet_My_File_Organisation_Record.docx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53694d977340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b1d90e0162452a" /><Relationship Type="http://schemas.openxmlformats.org/officeDocument/2006/relationships/slideLayout" Target="/ppt/slideLayouts/slideLayout1.xml" Id="R8dcbc9eb4be849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cbc9eb4be849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dcf3a2be0240a7" /><Relationship Type="http://schemas.openxmlformats.org/officeDocument/2006/relationships/image" Target="/ppt/media/image.jpeg" Id="R37ba311613a34818" /><Relationship Type="http://schemas.openxmlformats.org/officeDocument/2006/relationships/notesSlide" Target="/ppt/notesSlides/notesSlide1.xml" Id="Rfa61ed3a145746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899c65226f4268" /><Relationship Type="http://schemas.openxmlformats.org/officeDocument/2006/relationships/image" Target="/ppt/media/image.jpeg" Id="R243ffa96e79547d7" /><Relationship Type="http://schemas.openxmlformats.org/officeDocument/2006/relationships/notesSlide" Target="/ppt/notesSlides/notesSlide2.xml" Id="Rb0f4dd44787940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30f5193224498f" /><Relationship Type="http://schemas.openxmlformats.org/officeDocument/2006/relationships/image" Target="/ppt/media/image.jpeg" Id="R053d8f4866824783" /><Relationship Type="http://schemas.openxmlformats.org/officeDocument/2006/relationships/notesSlide" Target="/ppt/notesSlides/notesSlide3.xml" Id="R4bbad7972ec747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207477cae944ef" /><Relationship Type="http://schemas.openxmlformats.org/officeDocument/2006/relationships/image" Target="/ppt/media/image.jpeg" Id="R607607e7c9334ebf" /><Relationship Type="http://schemas.openxmlformats.org/officeDocument/2006/relationships/notesSlide" Target="/ppt/notesSlides/notesSlide4.xml" Id="R79a44488946240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df69daf37548aa" /><Relationship Type="http://schemas.openxmlformats.org/officeDocument/2006/relationships/image" Target="/ppt/media/image.jpeg" Id="R38d59003dbe34e3e" /><Relationship Type="http://schemas.openxmlformats.org/officeDocument/2006/relationships/notesSlide" Target="/ppt/notesSlides/notesSlide5.xml" Id="Rbac79cefe18742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a43513320340f3" /><Relationship Type="http://schemas.openxmlformats.org/officeDocument/2006/relationships/image" Target="/ppt/media/image.jpeg" Id="R1d799b8dc0254f12" /><Relationship Type="http://schemas.openxmlformats.org/officeDocument/2006/relationships/notesSlide" Target="/ppt/notesSlides/notesSlide6.xml" Id="R6c42be2125464c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9aeb5b473745d7" /><Relationship Type="http://schemas.openxmlformats.org/officeDocument/2006/relationships/image" Target="/ppt/media/image.jpeg" Id="R38628ae15c7c48d7" /><Relationship Type="http://schemas.openxmlformats.org/officeDocument/2006/relationships/notesSlide" Target="/ppt/notesSlides/notesSlide7.xml" Id="R7ea3afd2ea5946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c2d5f0a5904d01" /><Relationship Type="http://schemas.openxmlformats.org/officeDocument/2006/relationships/image" Target="/ppt/media/image.jpeg" Id="Rf405da29525840e5" /><Relationship Type="http://schemas.openxmlformats.org/officeDocument/2006/relationships/notesSlide" Target="/ppt/notesSlides/notesSlide8.xml" Id="R7dd74b2a2dbb46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cb6cd93e6e48c0" /><Relationship Type="http://schemas.openxmlformats.org/officeDocument/2006/relationships/image" Target="/ppt/media/image.jpeg" Id="R6eb24567c1644579" /><Relationship Type="http://schemas.openxmlformats.org/officeDocument/2006/relationships/notesSlide" Target="/ppt/notesSlides/notesSlide9.xml" Id="Ree2b18b0a7d044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bd8183c5d04357" /><Relationship Type="http://schemas.openxmlformats.org/officeDocument/2006/relationships/image" Target="/ppt/media/image.jpeg" Id="R8650d44d8ec0412f" /><Relationship Type="http://schemas.openxmlformats.org/officeDocument/2006/relationships/notesSlide" Target="/ppt/notesSlides/notesSlide10.xml" Id="Rb0b474a4a42243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18ab3a46c324195" /><Relationship Type="http://schemas.openxmlformats.org/officeDocument/2006/relationships/image" Target="/ppt/media/image.jpeg" Id="R1b49aec597d04be2" /><Relationship Type="http://schemas.openxmlformats.org/officeDocument/2006/relationships/notesSlide" Target="/ppt/notesSlides/notesSlide11.xml" Id="Rb5169da28baf4d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22a2ab50e94970" /><Relationship Type="http://schemas.openxmlformats.org/officeDocument/2006/relationships/image" Target="/ppt/media/image.jpeg" Id="Rca82e9b696fe4719" /><Relationship Type="http://schemas.openxmlformats.org/officeDocument/2006/relationships/notesSlide" Target="/ppt/notesSlides/notesSlide12.xml" Id="Raf6ecd7a530a4f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59f016395248be" /><Relationship Type="http://schemas.openxmlformats.org/officeDocument/2006/relationships/image" Target="/ppt/media/image.jpeg" Id="R0fc34d799a144e94" /><Relationship Type="http://schemas.openxmlformats.org/officeDocument/2006/relationships/notesSlide" Target="/ppt/notesSlides/notesSlide13.xml" Id="R26a6c19419fe42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7845c70231492b" /><Relationship Type="http://schemas.openxmlformats.org/officeDocument/2006/relationships/image" Target="/ppt/media/image.jpeg" Id="R74fff21844214feb" /><Relationship Type="http://schemas.openxmlformats.org/officeDocument/2006/relationships/notesSlide" Target="/ppt/notesSlides/notesSlide14.xml" Id="Rfcf4f9f976c242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8f6e33429e43f4" /><Relationship Type="http://schemas.openxmlformats.org/officeDocument/2006/relationships/image" Target="/ppt/media/image.jpeg" Id="R385073332e984af3" /><Relationship Type="http://schemas.openxmlformats.org/officeDocument/2006/relationships/notesSlide" Target="/ppt/notesSlides/notesSlide15.xml" Id="R34806a19d65348ba"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7ba311613a3481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organise and find your files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organise a disposable practice folder and find the right version again.</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Only use the supplied copies. The task is about reliable finding, not a speed race.</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makes “Document1” hard to find later?</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243ffa96e79547d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FILE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FOLDER</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saved piece of digital work.</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container used to organise files.</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53d8f486682478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Three files need clearer names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Document1.txt contains a Makers Club session plan.</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notes.txt contains garden design notes.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Untitled2.txt contains Makers Club facts.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Suggest a useful name for the club plan.</a:t>
            </a:r>
          </a:p>
        </p:txBody>
      </p:sp>
    </p:spTree>
    <p:extLst>
      <p:ext uri="{BB962C8B-B14F-4D97-AF65-F5344CB8AC3E}">
        <p14:creationId xmlns:p14="http://schemas.microsoft.com/office/powerpoint/2010/main" val="1732344281"/>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07607e7c9334eb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Name, location and version work together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a meaningful base name, such as Club_Plan, plus v1 for the first saved stage.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ICT for the club plan/facts and Design for the garden notes in this exercise.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Keep a later draft as a new version when you need to preserve the earlier one.</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8d59003dbe34e3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Name, location and version work together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Would “final_final_reallyfinal” be a clear version plan?</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d799b8dc0254f1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organise a practice copy</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Work inside your supplied GROW_W3_File_Practice copy. Create ICT and Design folders.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Copy Document1.txt from Inbox into ICT, then rename the copy Club_Plan_v1.txt.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Open it and check that the contents match the name.</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8628ae15c7c48d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organise a practice copy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check the contents instead of trusting a name?</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405da29525840e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give each copy a home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Copy notes.txt into Design and name it Garden_Notes_v1.txt.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Copy Untitled2.txt into ICT and name it Club_Facts_v1.txt.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Check that the three names describe what is inside.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file belongs in Design in our agreed plan?</a:t>
            </a:r>
          </a:p>
        </p:txBody>
      </p:sp>
    </p:spTree>
    <p:extLst>
      <p:ext uri="{BB962C8B-B14F-4D97-AF65-F5344CB8AC3E}">
        <p14:creationId xmlns:p14="http://schemas.microsoft.com/office/powerpoint/2010/main" val="1732344281"/>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eb24567c164457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second version keeps an earlier stage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Make a copy of Club_Plan_v1.txt called Club_Plan_v2.txt inside ICT.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Add “Check: explain why the chosen design could work.” to v2, then save it.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Open v1 and v2 to check which one contains the new line.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should remain in v1?</a:t>
            </a:r>
          </a:p>
        </p:txBody>
      </p:sp>
    </p:spTree>
    <p:extLst>
      <p:ext uri="{BB962C8B-B14F-4D97-AF65-F5344CB8AC3E}">
        <p14:creationId xmlns:p14="http://schemas.microsoft.com/office/powerpoint/2010/main" val="1732344281"/>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650d44d8ec0412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Where does the work live?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file may be on the device, a school network drive or managed cloud storage.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folder called Documents does not by itself tell you which of these applies.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Ask about the approved location and check saving/sync status for your setup.</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b49aec597d04be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Where does the work live?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Does a cloud file always mean the latest edit is available everywhere?</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a82e9b696fe471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Find the intended version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Close the practice files after saving. Find ICT, then Club_Plan_v2.txt.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may browse the folder or search by its name. Recent files can be a starting point.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Check the version name and the added Check line.</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fc34d799a144e9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Find the intended version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might opening the first recent file be insufficient?</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4fff21844214fe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practical record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plan meaningful names and folders.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organise copies and preserve two plan versions.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retrieve v2 and explain where it is stored.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evidence shows the correct version was found?</a:t>
            </a:r>
          </a:p>
        </p:txBody>
      </p:sp>
    </p:spTree>
    <p:extLst>
      <p:ext uri="{BB962C8B-B14F-4D97-AF65-F5344CB8AC3E}">
        <p14:creationId xmlns:p14="http://schemas.microsoft.com/office/powerpoint/2010/main" val="1732344281"/>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85073332e984af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Reliable beats rushed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3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Show where you would look for the latest practice plan.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Explain one habit that would help if work is hard to find.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Give a helpful habit.</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2026-09-07T13:23:21.0300000Z</dcterms:created>
  <dcterms:modified xsi:type="dcterms:W3CDTF">2026-09-07T13:23:21.0300000Z</dcterms:modified>
</coreProperties>
</file>