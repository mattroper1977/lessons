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fbada6b6b04ffd" /><Relationship Type="http://schemas.openxmlformats.org/officeDocument/2006/relationships/extended-properties" Target="/docProps/app.xml" Id="R7a8dbeefa5364a7c" /><Relationship Type="http://schemas.openxmlformats.org/officeDocument/2006/relationships/officeDocument" Target="/ppt/presentation.xml" Id="R5c4dca203a1c4b84" /></Relationships>
</file>

<file path=ppt/presentation.xml><?xml version="1.0" encoding="utf-8"?>
<p:presentation xmlns:p="http://schemas.openxmlformats.org/presentationml/2006/main">
  <p:sldMasterIdLst>
    <p:sldMasterId xmlns:r="http://schemas.openxmlformats.org/officeDocument/2006/relationships" id="2147483648" r:id="R20166d49d32e4281"/>
  </p:sldMasterIdLst>
  <p:notesMasterIdLst>
    <p:notesMasterId xmlns:r="http://schemas.openxmlformats.org/officeDocument/2006/relationships" r:id="Rfa77d25fdf504f02"/>
  </p:notesMasterIdLst>
  <p:sldIdLst>
    <p:sldId xmlns:r="http://schemas.openxmlformats.org/officeDocument/2006/relationships" id="256" r:id="R22a7b81883f7487e"/>
    <p:sldId xmlns:r="http://schemas.openxmlformats.org/officeDocument/2006/relationships" id="257" r:id="R736f6967d4394bdd"/>
    <p:sldId xmlns:r="http://schemas.openxmlformats.org/officeDocument/2006/relationships" id="258" r:id="R73b9a2a70c794a14"/>
    <p:sldId xmlns:r="http://schemas.openxmlformats.org/officeDocument/2006/relationships" id="259" r:id="R6a7bee52bbc74c41"/>
    <p:sldId xmlns:r="http://schemas.openxmlformats.org/officeDocument/2006/relationships" id="260" r:id="R72306e33c33a4251"/>
    <p:sldId xmlns:r="http://schemas.openxmlformats.org/officeDocument/2006/relationships" id="261" r:id="R711cd61c7470419c"/>
    <p:sldId xmlns:r="http://schemas.openxmlformats.org/officeDocument/2006/relationships" id="262" r:id="Rb7a859f678604d33"/>
    <p:sldId xmlns:r="http://schemas.openxmlformats.org/officeDocument/2006/relationships" id="263" r:id="Ra239520a44bd492b"/>
    <p:sldId xmlns:r="http://schemas.openxmlformats.org/officeDocument/2006/relationships" id="264" r:id="Rb365d11cb8454486"/>
    <p:sldId xmlns:r="http://schemas.openxmlformats.org/officeDocument/2006/relationships" id="265" r:id="R9f238e39b63a4490"/>
    <p:sldId xmlns:r="http://schemas.openxmlformats.org/officeDocument/2006/relationships" id="266" r:id="R3be2b790e65747dc"/>
    <p:sldId xmlns:r="http://schemas.openxmlformats.org/officeDocument/2006/relationships" id="267" r:id="Rb2a86f44f04d455a"/>
    <p:sldId xmlns:r="http://schemas.openxmlformats.org/officeDocument/2006/relationships" id="268" r:id="R748872e4ab6e4714"/>
    <p:sldId xmlns:r="http://schemas.openxmlformats.org/officeDocument/2006/relationships" id="269" r:id="R4f07c801a2f744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c57119352641e2" /><Relationship Type="http://schemas.openxmlformats.org/officeDocument/2006/relationships/slideMaster" Target="/ppt/slideMasters/slideMaster1.xml" Id="R20166d49d32e4281" /><Relationship Type="http://schemas.openxmlformats.org/officeDocument/2006/relationships/notesMaster" Target="/ppt/notesMasters/notesMaster1.xml" Id="Rfa77d25fdf504f02" /><Relationship Type="http://schemas.openxmlformats.org/officeDocument/2006/relationships/presProps" Target="/ppt/presProps.xml" Id="Re31ac55f61f04161" /><Relationship Type="http://schemas.openxmlformats.org/officeDocument/2006/relationships/tableStyles" Target="/ppt/tableStyles.xml" Id="Rd5e27ad23fb24cff" /><Relationship Type="http://schemas.openxmlformats.org/officeDocument/2006/relationships/slide" Target="/ppt/slides/slide1.xml" Id="R22a7b81883f7487e" /><Relationship Type="http://schemas.openxmlformats.org/officeDocument/2006/relationships/slide" Target="/ppt/slides/slide2.xml" Id="R736f6967d4394bdd" /><Relationship Type="http://schemas.openxmlformats.org/officeDocument/2006/relationships/slide" Target="/ppt/slides/slide3.xml" Id="R73b9a2a70c794a14" /><Relationship Type="http://schemas.openxmlformats.org/officeDocument/2006/relationships/slide" Target="/ppt/slides/slide4.xml" Id="R6a7bee52bbc74c41" /><Relationship Type="http://schemas.openxmlformats.org/officeDocument/2006/relationships/slide" Target="/ppt/slides/slide5.xml" Id="R72306e33c33a4251" /><Relationship Type="http://schemas.openxmlformats.org/officeDocument/2006/relationships/slide" Target="/ppt/slides/slide6.xml" Id="R711cd61c7470419c" /><Relationship Type="http://schemas.openxmlformats.org/officeDocument/2006/relationships/slide" Target="/ppt/slides/slide7.xml" Id="Rb7a859f678604d33" /><Relationship Type="http://schemas.openxmlformats.org/officeDocument/2006/relationships/slide" Target="/ppt/slides/slide8.xml" Id="Ra239520a44bd492b" /><Relationship Type="http://schemas.openxmlformats.org/officeDocument/2006/relationships/slide" Target="/ppt/slides/slide9.xml" Id="Rb365d11cb8454486" /><Relationship Type="http://schemas.openxmlformats.org/officeDocument/2006/relationships/slide" Target="/ppt/slides/slide10.xml" Id="R9f238e39b63a4490" /><Relationship Type="http://schemas.openxmlformats.org/officeDocument/2006/relationships/slide" Target="/ppt/slides/slide11.xml" Id="R3be2b790e65747dc" /><Relationship Type="http://schemas.openxmlformats.org/officeDocument/2006/relationships/slide" Target="/ppt/slides/slide12.xml" Id="Rb2a86f44f04d455a" /><Relationship Type="http://schemas.openxmlformats.org/officeDocument/2006/relationships/slide" Target="/ppt/slides/slide13.xml" Id="R748872e4ab6e4714" /><Relationship Type="http://schemas.openxmlformats.org/officeDocument/2006/relationships/slide" Target="/ppt/slides/slide14.xml" Id="R4f07c801a2f744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e3eb774ee74d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694977ba9f4f55" /><Relationship Type="http://schemas.openxmlformats.org/officeDocument/2006/relationships/notesMaster" Target="/ppt/notesMasters/notesMaster1.xml" Id="R09063fad683d49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13b2d497464ff3" /><Relationship Type="http://schemas.openxmlformats.org/officeDocument/2006/relationships/notesMaster" Target="/ppt/notesMasters/notesMaster1.xml" Id="R1b2334ad9d124e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5831f7e7df4b0c" /><Relationship Type="http://schemas.openxmlformats.org/officeDocument/2006/relationships/notesMaster" Target="/ppt/notesMasters/notesMaster1.xml" Id="R3dc309fccce148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18a4151e114040" /><Relationship Type="http://schemas.openxmlformats.org/officeDocument/2006/relationships/notesMaster" Target="/ppt/notesMasters/notesMaster1.xml" Id="R4a30eb33470b4e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e5d7ef85b74717" /><Relationship Type="http://schemas.openxmlformats.org/officeDocument/2006/relationships/notesMaster" Target="/ppt/notesMasters/notesMaster1.xml" Id="R19d809109f8d43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1ca1370a0d4aa8" /><Relationship Type="http://schemas.openxmlformats.org/officeDocument/2006/relationships/notesMaster" Target="/ppt/notesMasters/notesMaster1.xml" Id="R6f713dabd2c546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328272a9e04871" /><Relationship Type="http://schemas.openxmlformats.org/officeDocument/2006/relationships/notesMaster" Target="/ppt/notesMasters/notesMaster1.xml" Id="R96b5ec6aa02e44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64c681b9b34f1f" /><Relationship Type="http://schemas.openxmlformats.org/officeDocument/2006/relationships/notesMaster" Target="/ppt/notesMasters/notesMaster1.xml" Id="R4c721a037cd940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280a53ce5b473b" /><Relationship Type="http://schemas.openxmlformats.org/officeDocument/2006/relationships/notesMaster" Target="/ppt/notesMasters/notesMaster1.xml" Id="Ra29a1125fde146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0ce55e75d94c5e" /><Relationship Type="http://schemas.openxmlformats.org/officeDocument/2006/relationships/notesMaster" Target="/ppt/notesMasters/notesMaster1.xml" Id="Rbd6769848f8b45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5901c816cf47ba" /><Relationship Type="http://schemas.openxmlformats.org/officeDocument/2006/relationships/notesMaster" Target="/ppt/notesMasters/notesMaster1.xml" Id="R1a04fd7ece4c47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5ccb716e564102" /><Relationship Type="http://schemas.openxmlformats.org/officeDocument/2006/relationships/notesMaster" Target="/ppt/notesMasters/notesMaster1.xml" Id="R3ef031d126dd44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217eb3efce45b3" /><Relationship Type="http://schemas.openxmlformats.org/officeDocument/2006/relationships/notesMaster" Target="/ppt/notesMasters/notesMaster1.xml" Id="R4990d6a0e97b4a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5d1cb9decf4b25" /><Relationship Type="http://schemas.openxmlformats.org/officeDocument/2006/relationships/notesMaster" Target="/ppt/notesMasters/notesMaster1.xml" Id="Rf2f16c54d5de4b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Adapted from uploaded GROW ICT Week 1 deck and record. NC Computing and AQA UAS labels are provisional source references only. Replaces public mood checks, required personal details and “try two fixes before help”.</a:t>
            </a:r>
          </a:p>
          <a:p xmlns:a="http://schemas.openxmlformats.org/drawingml/2006/main">
            <a:r>
              <a:t/>
            </a:r>
          </a:p>
          <a:p xmlns:a="http://schemas.openxmlformats.org/drawingml/2006/main">
            <a:r>
              <a:t>Pupil prompt: What would tell us the whole task is finished?</a:t>
            </a:r>
          </a:p>
          <a:p xmlns:a="http://schemas.openxmlformats.org/drawingml/2006/main">
            <a:r>
              <a:t/>
            </a:r>
          </a:p>
          <a:p xmlns:a="http://schemas.openxmlformats.org/drawingml/2006/main">
            <a:r>
              <a:t>Teacher answer / acceptable response: The plan is useful and accurate, and the saved file can be found and reopened.</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Do not demonstrate a real password on the projector. Adult verifies that the pupil reached the approved workspace, not the credential used. No repeated trial-and-error sign-ins.</a:t>
            </a:r>
          </a:p>
          <a:p xmlns:a="http://schemas.openxmlformats.org/drawingml/2006/main">
            <a:r>
              <a:t/>
            </a:r>
          </a:p>
          <a:p xmlns:a="http://schemas.openxmlformats.org/drawingml/2006/main">
            <a:r>
              <a:t>Pupil prompt: Should you tell a partner your password so they can help?</a:t>
            </a:r>
          </a:p>
          <a:p xmlns:a="http://schemas.openxmlformats.org/drawingml/2006/main">
            <a:r>
              <a:t/>
            </a:r>
          </a:p>
          <a:p xmlns:a="http://schemas.openxmlformats.org/drawingml/2006/main">
            <a:r>
              <a:t>Teacher answer / acceptable response: No. Ask an adult to support the approved login process without sharing secret details.</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Do not demonstrate a real password on the projector. Adult verifies that the pupil reached the approved workspace, not the credential used. No repeated trial-and-error sign-ins.</a:t>
            </a:r>
          </a:p>
          <a:p xmlns:a="http://schemas.openxmlformats.org/drawingml/2006/main">
            <a:r>
              <a:t/>
            </a:r>
          </a:p>
          <a:p xmlns:a="http://schemas.openxmlformats.org/drawingml/2006/main">
            <a:r>
              <a:t>Pupil prompt: Should you tell a partner your password so they can help?</a:t>
            </a:r>
          </a:p>
          <a:p xmlns:a="http://schemas.openxmlformats.org/drawingml/2006/main">
            <a:r>
              <a:t/>
            </a:r>
          </a:p>
          <a:p xmlns:a="http://schemas.openxmlformats.org/drawingml/2006/main">
            <a:r>
              <a:t>Teacher answer / acceptable response: No. Ask an adult to support the approved login process without sharing secret details.</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Use Word, Writer or the school-managed equivalent. No exact toolbar positions are assumed. Browser/email examples are discussion only, not sending or live research tasks.</a:t>
            </a:r>
          </a:p>
          <a:p xmlns:a="http://schemas.openxmlformats.org/drawingml/2006/main">
            <a:r>
              <a:t/>
            </a:r>
          </a:p>
          <a:p xmlns:a="http://schemas.openxmlformats.org/drawingml/2006/main">
            <a:r>
              <a:t>Pupil prompt: Which tool fits today’s three-step plan, and why?</a:t>
            </a:r>
          </a:p>
          <a:p xmlns:a="http://schemas.openxmlformats.org/drawingml/2006/main">
            <a:r>
              <a:t/>
            </a:r>
          </a:p>
          <a:p xmlns:a="http://schemas.openxmlformats.org/drawingml/2006/main">
            <a:r>
              <a:t>Teacher answer / acceptable response: A word processor can create and edit clear written instructions.</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If a learner cannot open DOCX locally, use a teacher-approved native copy or recreate the supplied text in a blank word processor. Do not penalise a compatibility problem.</a:t>
            </a:r>
          </a:p>
          <a:p xmlns:a="http://schemas.openxmlformats.org/drawingml/2006/main">
            <a:r>
              <a:t/>
            </a:r>
          </a:p>
          <a:p xmlns:a="http://schemas.openxmlformats.org/drawingml/2006/main">
            <a:r>
              <a:t>Pupil prompt: What must the helper be able to understand?</a:t>
            </a:r>
          </a:p>
          <a:p xmlns:a="http://schemas.openxmlformats.org/drawingml/2006/main">
            <a:r>
              <a:t/>
            </a:r>
          </a:p>
          <a:p xmlns:a="http://schemas.openxmlformats.org/drawingml/2006/main">
            <a:r>
              <a:t>Teacher answer / acceptable response: The order of the three actions and what to do at each step.</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If a learner cannot open DOCX locally, use a teacher-approved native copy or recreate the supplied text in a blank word processor. Do not penalise a compatibility problem.</a:t>
            </a:r>
          </a:p>
          <a:p xmlns:a="http://schemas.openxmlformats.org/drawingml/2006/main">
            <a:r>
              <a:t/>
            </a:r>
          </a:p>
          <a:p xmlns:a="http://schemas.openxmlformats.org/drawingml/2006/main">
            <a:r>
              <a:t>Pupil prompt: What must the helper be able to understand?</a:t>
            </a:r>
          </a:p>
          <a:p xmlns:a="http://schemas.openxmlformats.org/drawingml/2006/main">
            <a:r>
              <a:t/>
            </a:r>
          </a:p>
          <a:p xmlns:a="http://schemas.openxmlformats.org/drawingml/2006/main">
            <a:r>
              <a:t>Teacher answer / acceptable response: The order of the three actions and what to do at each step.</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Model selection slowly, then read back. Offer keyboard, mouse, touch or accessible input according to the pupil’s setup. Do not assume a shortcut works identically on every device.</a:t>
            </a:r>
          </a:p>
          <a:p xmlns:a="http://schemas.openxmlformats.org/drawingml/2006/main">
            <a:r>
              <a:t/>
            </a:r>
          </a:p>
          <a:p xmlns:a="http://schemas.openxmlformats.org/drawingml/2006/main">
            <a:r>
              <a:t>Pupil prompt: Why check the page after replacing text?</a:t>
            </a:r>
          </a:p>
          <a:p xmlns:a="http://schemas.openxmlformats.org/drawingml/2006/main">
            <a:r>
              <a:t/>
            </a:r>
          </a:p>
          <a:p xmlns:a="http://schemas.openxmlformats.org/drawingml/2006/main">
            <a:r>
              <a:t>Teacher answer / acceptable response: Selecting too much can replace other content; checking catches an unintended change early.</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Adults may scribe planning ideas, but observe the digital operation the pupil actually performs. Distinguish a completed template from independently demonstrated skills.</a:t>
            </a:r>
          </a:p>
          <a:p xmlns:a="http://schemas.openxmlformats.org/drawingml/2006/main">
            <a:r>
              <a:t/>
            </a:r>
          </a:p>
          <a:p xmlns:a="http://schemas.openxmlformats.org/drawingml/2006/main">
            <a:r>
              <a:t>Pupil prompt: Can someone follow the plan without asking what “do it” means?</a:t>
            </a:r>
          </a:p>
          <a:p xmlns:a="http://schemas.openxmlformats.org/drawingml/2006/main">
            <a:r>
              <a:t/>
            </a:r>
          </a:p>
          <a:p xmlns:a="http://schemas.openxmlformats.org/drawingml/2006/main">
            <a:r>
              <a:t>Teacher answer / acceptable response: Yes, if each step names a clear action and the order is explicit.</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Teacher may approve a native-format extension. Record only the task folder’s safe label, never a full path containing personal account details. Explain local saving versus managed cloud behaviour for this setup.</a:t>
            </a:r>
          </a:p>
          <a:p xmlns:a="http://schemas.openxmlformats.org/drawingml/2006/main">
            <a:r>
              <a:t/>
            </a:r>
          </a:p>
          <a:p xmlns:a="http://schemas.openxmlformats.org/drawingml/2006/main">
            <a:r>
              <a:t>Pupil prompt: Is seeing a file name enough to prove the last edit was saved?</a:t>
            </a:r>
          </a:p>
          <a:p xmlns:a="http://schemas.openxmlformats.org/drawingml/2006/main">
            <a:r>
              <a:t/>
            </a:r>
          </a:p>
          <a:p xmlns:a="http://schemas.openxmlformats.org/drawingml/2006/main">
            <a:r>
              <a:t>Teacher answer / acceptable response: No. Reopening and checking the final line gives better evidence that the intended version was saved.</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Teacher may approve a native-format extension. Record only the task folder’s safe label, never a full path containing personal account details. Explain local saving versus managed cloud behaviour for this setup.</a:t>
            </a:r>
          </a:p>
          <a:p xmlns:a="http://schemas.openxmlformats.org/drawingml/2006/main">
            <a:r>
              <a:t/>
            </a:r>
          </a:p>
          <a:p xmlns:a="http://schemas.openxmlformats.org/drawingml/2006/main">
            <a:r>
              <a:t>Pupil prompt: Is seeing a file name enough to prove the last edit was saved?</a:t>
            </a:r>
          </a:p>
          <a:p xmlns:a="http://schemas.openxmlformats.org/drawingml/2006/main">
            <a:r>
              <a:t/>
            </a:r>
          </a:p>
          <a:p xmlns:a="http://schemas.openxmlformats.org/drawingml/2006/main">
            <a:r>
              <a:t>Teacher answer / acceptable response: No. Reopening and checking the final line gives better evidence that the intended version was saved.</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A safe check is an option, not an entry requirement for help. Do not close an app without considering unsaved work or restart a device during the task without adult support.</a:t>
            </a:r>
          </a:p>
          <a:p xmlns:a="http://schemas.openxmlformats.org/drawingml/2006/main">
            <a:r>
              <a:t/>
            </a:r>
          </a:p>
          <a:p xmlns:a="http://schemas.openxmlformats.org/drawingml/2006/main">
            <a:r>
              <a:t>Pupil prompt: Which problem is safe to investigate with an open-app check?</a:t>
            </a:r>
          </a:p>
          <a:p xmlns:a="http://schemas.openxmlformats.org/drawingml/2006/main">
            <a:r>
              <a:t/>
            </a:r>
          </a:p>
          <a:p xmlns:a="http://schemas.openxmlformats.org/drawingml/2006/main">
            <a:r>
              <a:t>Teacher answer / acceptable response: A hidden window. Do not experiment with credentials, permissions or unknown downloads.</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Support: edit one line with a model. Standard: complete/save/reopen all three. Stretch: improve an unclear instruction and explain why it is better.</a:t>
            </a:r>
          </a:p>
          <a:p xmlns:a="http://schemas.openxmlformats.org/drawingml/2006/main">
            <a:r>
              <a:t/>
            </a:r>
          </a:p>
          <a:p xmlns:a="http://schemas.openxmlformats.org/drawingml/2006/main">
            <a:r>
              <a:t>Pupil prompt: Which evidence shows a completed digital action?</a:t>
            </a:r>
          </a:p>
          <a:p xmlns:a="http://schemas.openxmlformats.org/drawingml/2006/main">
            <a:r>
              <a:t/>
            </a:r>
          </a:p>
          <a:p xmlns:a="http://schemas.openxmlformats.org/drawingml/2006/main">
            <a:r>
              <a:t>Teacher answer / acceptable response: The reopened file and a demonstration of the action, with the support used recorded.</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GROW_ICT_W01 | Log on and complete a real task</a:t>
            </a:r>
          </a:p>
          <a:p xmlns:a="http://schemas.openxmlformats.org/drawingml/2006/main">
            <a:r>
              <a:t>Access the approved workspace, choose a suitable tool, complete a short club plan and save/reopen it safely.</a:t>
            </a:r>
          </a:p>
          <a:p xmlns:a="http://schemas.openxmlformats.org/drawingml/2006/main">
            <a:r>
              <a:t/>
            </a:r>
          </a:p>
          <a:p xmlns:a="http://schemas.openxmlformats.org/drawingml/2006/main">
            <a:r>
              <a:t>Do not collect passwords or screenshots of login screens. Finish with an accessible transition and adult assistance where needed.</a:t>
            </a:r>
          </a:p>
          <a:p xmlns:a="http://schemas.openxmlformats.org/drawingml/2006/main">
            <a:r>
              <a:t/>
            </a:r>
          </a:p>
          <a:p xmlns:a="http://schemas.openxmlformats.org/drawingml/2006/main">
            <a:r>
              <a:t>Pupil prompt: What will you do before leaving the device?</a:t>
            </a:r>
          </a:p>
          <a:p xmlns:a="http://schemas.openxmlformats.org/drawingml/2006/main">
            <a:r>
              <a:t/>
            </a:r>
          </a:p>
          <a:p xmlns:a="http://schemas.openxmlformats.org/drawingml/2006/main">
            <a:r>
              <a:t>Teacher answer / acceptable response: Check saving, close the task safely and lock or sign out according to the school routine.</a:t>
            </a:r>
          </a:p>
          <a:p xmlns:a="http://schemas.openxmlformats.org/drawingml/2006/main">
            <a:r>
              <a:t/>
            </a:r>
          </a:p>
          <a:p xmlns:a="http://schemas.openxmlformats.org/drawingml/2006/main">
            <a:r>
              <a:t>Support: Offer a one-line model, read the task aloud and provide selected-text practice. Let the learner choose keyboard, touch, mouse or accessible input. Record which operations they demonstrate and what support is used.</a:t>
            </a:r>
          </a:p>
          <a:p xmlns:a="http://schemas.openxmlformats.org/drawingml/2006/main">
            <a:r>
              <a:t/>
            </a:r>
          </a:p>
          <a:p xmlns:a="http://schemas.openxmlformats.org/drawingml/2006/main">
            <a:r>
              <a:t>Stretch: Ask the pupil to replace an unclear instruction such as “do the next bit” with a usable step, then explain how saving a copy protects the supplied starter.</a:t>
            </a:r>
          </a:p>
          <a:p xmlns:a="http://schemas.openxmlformats.org/drawingml/2006/main">
            <a:r>
              <a:t/>
            </a:r>
          </a:p>
          <a:p xmlns:a="http://schemas.openxmlformats.org/drawingml/2006/main">
            <a:r>
              <a:t>Safeguarding / safety: Use only school-approved accounts and task folders. Never request or record passwords, security codes, personal account names or login screenshots. Do not send the plan, make an account or change device permissions. Stop unusual prompts and involve staff.</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the approved workspace and settle</a:t>
            </a:r>
          </a:p>
          <a:p xmlns:a="http://schemas.openxmlformats.org/drawingml/2006/main">
            <a:r>
              <a:t>5 min: Match tool to purpose and read the brief</a:t>
            </a:r>
          </a:p>
          <a:p xmlns:a="http://schemas.openxmlformats.org/drawingml/2006/main">
            <a:r>
              <a:t>7 min: Model selection, editing and saving</a:t>
            </a:r>
          </a:p>
          <a:p xmlns:a="http://schemas.openxmlformats.org/drawingml/2006/main">
            <a:r>
              <a:t>14 min: Complete the plan and save a copy</a:t>
            </a:r>
          </a:p>
          <a:p xmlns:a="http://schemas.openxmlformats.org/drawingml/2006/main">
            <a:r>
              <a:t>5 min: Reopen and record the checks</a:t>
            </a:r>
          </a:p>
          <a:p xmlns:a="http://schemas.openxmlformats.org/drawingml/2006/main">
            <a:r>
              <a:t>4 min: Discuss a safe problem response and exit evidence</a:t>
            </a:r>
          </a:p>
          <a:p xmlns:a="http://schemas.openxmlformats.org/drawingml/2006/main">
            <a:r>
              <a:t>2 min: Close/lock or sign out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GROW_ICT_Aut1_W1_Log_On_and_Get_to_Work_(UAS_Using_a_Computer_Safely).pptx</a:t>
            </a:r>
          </a:p>
          <a:p xmlns:a="http://schemas.openxmlformats.org/drawingml/2006/main">
            <a:r>
              <a:t>Uploaded teaching source: GROW_ICT_Aut1_W1_Worksheet_My_Real_Task_Record.docx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7127a135fa4e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65be9b966b4fcc" /><Relationship Type="http://schemas.openxmlformats.org/officeDocument/2006/relationships/slideLayout" Target="/ppt/slideLayouts/slideLayout1.xml" Id="R8ea57db5fb2b4b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a57db5fb2b4b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5deda86c6647bf" /><Relationship Type="http://schemas.openxmlformats.org/officeDocument/2006/relationships/image" Target="/ppt/media/image.jpeg" Id="Rf6c87d2f493c4a0e" /><Relationship Type="http://schemas.openxmlformats.org/officeDocument/2006/relationships/notesSlide" Target="/ppt/notesSlides/notesSlide1.xml" Id="R8405e53e5dc640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9e4e86f6284a39" /><Relationship Type="http://schemas.openxmlformats.org/officeDocument/2006/relationships/image" Target="/ppt/media/image.jpeg" Id="R1c0eaf9b759449e6" /><Relationship Type="http://schemas.openxmlformats.org/officeDocument/2006/relationships/notesSlide" Target="/ppt/notesSlides/notesSlide2.xml" Id="R9658a4d8947a47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6ab9533098463c" /><Relationship Type="http://schemas.openxmlformats.org/officeDocument/2006/relationships/image" Target="/ppt/media/image.jpeg" Id="R43b8e3205dca4574" /><Relationship Type="http://schemas.openxmlformats.org/officeDocument/2006/relationships/notesSlide" Target="/ppt/notesSlides/notesSlide3.xml" Id="R7cf58ebc3dd34d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8df456d1bf4a47" /><Relationship Type="http://schemas.openxmlformats.org/officeDocument/2006/relationships/image" Target="/ppt/media/image.jpeg" Id="Rddca00cec66045c8" /><Relationship Type="http://schemas.openxmlformats.org/officeDocument/2006/relationships/notesSlide" Target="/ppt/notesSlides/notesSlide4.xml" Id="R9a3f8db0e93243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a9a87e2dd1454b" /><Relationship Type="http://schemas.openxmlformats.org/officeDocument/2006/relationships/image" Target="/ppt/media/image.jpeg" Id="Rcecb2443895f4bc7" /><Relationship Type="http://schemas.openxmlformats.org/officeDocument/2006/relationships/notesSlide" Target="/ppt/notesSlides/notesSlide5.xml" Id="Rd93d7122dba441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55dcba2cfc4e0c" /><Relationship Type="http://schemas.openxmlformats.org/officeDocument/2006/relationships/image" Target="/ppt/media/image.jpeg" Id="Rc8cce57a0256499b" /><Relationship Type="http://schemas.openxmlformats.org/officeDocument/2006/relationships/notesSlide" Target="/ppt/notesSlides/notesSlide6.xml" Id="R72c77025448c48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1a8bbe18714416" /><Relationship Type="http://schemas.openxmlformats.org/officeDocument/2006/relationships/image" Target="/ppt/media/image.jpeg" Id="R8cc15af3d55e402c" /><Relationship Type="http://schemas.openxmlformats.org/officeDocument/2006/relationships/notesSlide" Target="/ppt/notesSlides/notesSlide7.xml" Id="Rbf274fe1f0744a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31ffef720943ba" /><Relationship Type="http://schemas.openxmlformats.org/officeDocument/2006/relationships/image" Target="/ppt/media/image.jpeg" Id="R9fbbd25aa48e430a" /><Relationship Type="http://schemas.openxmlformats.org/officeDocument/2006/relationships/notesSlide" Target="/ppt/notesSlides/notesSlide8.xml" Id="R98d80c7260d142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ccc4a7197247f7" /><Relationship Type="http://schemas.openxmlformats.org/officeDocument/2006/relationships/image" Target="/ppt/media/image.jpeg" Id="R78d195fbaac84362" /><Relationship Type="http://schemas.openxmlformats.org/officeDocument/2006/relationships/notesSlide" Target="/ppt/notesSlides/notesSlide9.xml" Id="R8ae1187ed7a44c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19295ca29c4ebf" /><Relationship Type="http://schemas.openxmlformats.org/officeDocument/2006/relationships/image" Target="/ppt/media/image.jpeg" Id="Rd5c539616ccf4d00" /><Relationship Type="http://schemas.openxmlformats.org/officeDocument/2006/relationships/notesSlide" Target="/ppt/notesSlides/notesSlide10.xml" Id="Ra452b8ce6c3043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5b7d768a884e47" /><Relationship Type="http://schemas.openxmlformats.org/officeDocument/2006/relationships/image" Target="/ppt/media/image.jpeg" Id="R056f91db74284fcb" /><Relationship Type="http://schemas.openxmlformats.org/officeDocument/2006/relationships/notesSlide" Target="/ppt/notesSlides/notesSlide11.xml" Id="R1f4fbf06831143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a7d44ab77e4a7c" /><Relationship Type="http://schemas.openxmlformats.org/officeDocument/2006/relationships/image" Target="/ppt/media/image.jpeg" Id="Rd57c241c935a4b6c" /><Relationship Type="http://schemas.openxmlformats.org/officeDocument/2006/relationships/notesSlide" Target="/ppt/notesSlides/notesSlide12.xml" Id="R0d1ff6492ab649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9fbf44a32e469f" /><Relationship Type="http://schemas.openxmlformats.org/officeDocument/2006/relationships/image" Target="/ppt/media/image.jpeg" Id="R1d7f8adc83be4d04" /><Relationship Type="http://schemas.openxmlformats.org/officeDocument/2006/relationships/notesSlide" Target="/ppt/notesSlides/notesSlide13.xml" Id="R362e5fa8587643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7c1f66f8d2497b" /><Relationship Type="http://schemas.openxmlformats.org/officeDocument/2006/relationships/image" Target="/ppt/media/image.jpeg" Id="R2884d2875dc64ccc" /><Relationship Type="http://schemas.openxmlformats.org/officeDocument/2006/relationships/notesSlide" Target="/ppt/notesSlides/notesSlide14.xml" Id="Rce8e70105da04c84"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6c87d2f493c4a0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Log on and complete a real task</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make a short plan that a fictional Makers Club member could follow.</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We will open, do, save and check. Using support is allowed.</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would tell us the whole task is finished?</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c0eaf9b759449e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SOFTWARE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WORD PROCESSOR</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program used to carry out a task.</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Software for creating and editing written documents.</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3b8e3205dca457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with an approved workspace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school’s usual login route. Keep passwords and codes off worksheets, photographs and shared screens.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access fails or a prompt seems unusual, pause and ask an adult.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Adjust the display or input method so you can work comfortably.</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dca00cec66045c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with an approved workspace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Should you tell a partner your password so they can help?</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ecb2443895f4bc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the tool for the purpose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short written session plan needs a word processor.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set of slides needs presentation software.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table that calculates vote totals needs a spreadsheet.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tool fits today’s three-step plan, and why?</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cce57a0256499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real task: a usable club plan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club helper needs three steps: read the task card; draw two ideas; choose one and explain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Open GROW_W1_Session_Plan_Starter.docx from the supplied starter folder.</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details are fictional; the editing and saving skills are real.</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cc15af3d55e402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real task: a usable club plan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must the helper be able to understand?</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fbbd25aa48e430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edit one line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Select the first placeholder only. Replace it with: “First: read the task card.”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Check that the title and other lines are still present.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an accidental edit happens, use Undo or ask for help before continuing.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check the page after replacing text?</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8d195fbaac8436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finish the useful text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Next: draw two design ideas.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Finally: choose one idea and explain the choice.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three steps in order; check capitals, spaces and full stops.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someone follow the plan without asking what “do it” means?</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5c539616ccf4d0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a copy you can find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approved save/copy route. Name the file GROW_W1_Club_Plan_v1.docx.</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the school-approved working folder and check its displayed location.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Save changes, then reopen the saved copy and read the final line.</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6f91db74284fc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a copy you can find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Is seeing a file name enough to prove the last edit was saved?</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57c241c935a4b6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sensible pause can prevent a problem</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window is hidden: check the open apps before opening another copy.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login fails: ask an adult through the school route.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strange download or permission request appears: stop and check.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problem is safe to investigate with an open-app check?</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d7f8adc83be4d0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practical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explain the tool choice.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complete the three-step file and save it.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reopen, check and record a next step.</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evidence shows a completed digital action?</a:t>
            </a:r>
          </a:p>
        </p:txBody>
      </p:sp>
    </p:spTree>
    <p:extLst>
      <p:ext uri="{BB962C8B-B14F-4D97-AF65-F5344CB8AC3E}">
        <p14:creationId xmlns:p14="http://schemas.microsoft.com/office/powerpoint/2010/main" val="1732344281"/>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884d2875dc64cc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Show the whole job</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Point to the title and the final line in your reopened saved copy.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one place you can get help if access or saving is unclear.</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will you do before leaving the device?</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2026-09-07T13:23:13.2790000Z</dcterms:created>
  <dcterms:modified xsi:type="dcterms:W3CDTF">2026-09-07T13:23:13.2790000Z</dcterms:modified>
</coreProperties>
</file>