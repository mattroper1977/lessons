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79991e18874d9f" /><Relationship Type="http://schemas.openxmlformats.org/officeDocument/2006/relationships/extended-properties" Target="/docProps/app.xml" Id="R53633b4e775547a8" /><Relationship Type="http://schemas.openxmlformats.org/officeDocument/2006/relationships/officeDocument" Target="/ppt/presentation.xml" Id="R504b7524abb44c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313d210944e10"/>
  </p:sldMasterIdLst>
  <p:notesMasterIdLst>
    <p:notesMasterId xmlns:r="http://schemas.openxmlformats.org/officeDocument/2006/relationships" r:id="Rb718a54658b444ec"/>
  </p:notesMasterIdLst>
  <p:sldIdLst>
    <p:sldId xmlns:r="http://schemas.openxmlformats.org/officeDocument/2006/relationships" id="256" r:id="R0fc3c1b0034e4727"/>
    <p:sldId xmlns:r="http://schemas.openxmlformats.org/officeDocument/2006/relationships" id="257" r:id="Rf4cbb336d1bb4d5b"/>
    <p:sldId xmlns:r="http://schemas.openxmlformats.org/officeDocument/2006/relationships" id="258" r:id="Raf613f7d177446eb"/>
    <p:sldId xmlns:r="http://schemas.openxmlformats.org/officeDocument/2006/relationships" id="259" r:id="R0574fc6fccea40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22298db2b4144" /><Relationship Type="http://schemas.openxmlformats.org/officeDocument/2006/relationships/slideMaster" Target="/ppt/slideMasters/slideMaster1.xml" Id="R976313d210944e10" /><Relationship Type="http://schemas.openxmlformats.org/officeDocument/2006/relationships/notesMaster" Target="/ppt/notesMasters/notesMaster1.xml" Id="Rb718a54658b444ec" /><Relationship Type="http://schemas.openxmlformats.org/officeDocument/2006/relationships/presProps" Target="/ppt/presProps.xml" Id="Rb5eb2fddc65c40ff" /><Relationship Type="http://schemas.openxmlformats.org/officeDocument/2006/relationships/tableStyles" Target="/ppt/tableStyles.xml" Id="R0451e819397349a4" /><Relationship Type="http://schemas.openxmlformats.org/officeDocument/2006/relationships/slide" Target="/ppt/slides/slide1.xml" Id="R0fc3c1b0034e4727" /><Relationship Type="http://schemas.openxmlformats.org/officeDocument/2006/relationships/slide" Target="/ppt/slides/slide2.xml" Id="Rf4cbb336d1bb4d5b" /><Relationship Type="http://schemas.openxmlformats.org/officeDocument/2006/relationships/slide" Target="/ppt/slides/slide3.xml" Id="Raf613f7d177446eb" /><Relationship Type="http://schemas.openxmlformats.org/officeDocument/2006/relationships/slide" Target="/ppt/slides/slide4.xml" Id="R0574fc6fccea40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128864d74641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229133d89d4a8f" /><Relationship Type="http://schemas.openxmlformats.org/officeDocument/2006/relationships/notesMaster" Target="/ppt/notesMasters/notesMaster1.xml" Id="Rd9117c4ccbe6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1f2a13a9c4ed3" /><Relationship Type="http://schemas.openxmlformats.org/officeDocument/2006/relationships/notesMaster" Target="/ppt/notesMasters/notesMaster1.xml" Id="Rab509ea2596b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0dde5f21e84edb" /><Relationship Type="http://schemas.openxmlformats.org/officeDocument/2006/relationships/notesMaster" Target="/ppt/notesMasters/notesMaster1.xml" Id="Re1026042a148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782a5046474cf0" /><Relationship Type="http://schemas.openxmlformats.org/officeDocument/2006/relationships/notesMaster" Target="/ppt/notesMasters/notesMaster1.xml" Id="R07a9d6e8579a42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Four-slide editable outline with placeholders, not completed model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Four-slide editable outline with placeholders, not completed model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Four-slide editable outline with placeholders, not completed model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Four-slide editable outline with placeholders, not completed model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this slide editable. Replace the bracketed prompts. If a chart is requested, insert the supplied factual chart PNG or your own checked Week 5 chart, resize without stretching, then remove its instruction text. The chart has fictional practice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f692b646542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01cdb54ada44cd" /><Relationship Type="http://schemas.openxmlformats.org/officeDocument/2006/relationships/slideLayout" Target="/ppt/slideLayouts/slideLayout1.xml" Id="Rfdf53300723e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53300723e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00ad22e064865" /><Relationship Type="http://schemas.openxmlformats.org/officeDocument/2006/relationships/image" Target="/ppt/media/image.jpeg" Id="Rf48154ed57db460d" /><Relationship Type="http://schemas.openxmlformats.org/officeDocument/2006/relationships/notesSlide" Target="/ppt/notesSlides/notesSlide1.xml" Id="R5315f724708e4d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ab136f5b3447d" /><Relationship Type="http://schemas.openxmlformats.org/officeDocument/2006/relationships/image" Target="/ppt/media/image.jpeg" Id="R19a86f39dd014082" /><Relationship Type="http://schemas.openxmlformats.org/officeDocument/2006/relationships/notesSlide" Target="/ppt/notesSlides/notesSlide2.xml" Id="Rd82b4c6f80e74d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f4da119fc4f87" /><Relationship Type="http://schemas.openxmlformats.org/officeDocument/2006/relationships/image" Target="/ppt/media/image.jpeg" Id="R6c90ba2d41084aff" /><Relationship Type="http://schemas.openxmlformats.org/officeDocument/2006/relationships/notesSlide" Target="/ppt/notesSlides/notesSlide3.xml" Id="Rf9cfac6453d7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f78e8dc1e435f" /><Relationship Type="http://schemas.openxmlformats.org/officeDocument/2006/relationships/image" Target="/ppt/media/image.jpeg" Id="R84c81a92007c471d" /><Relationship Type="http://schemas.openxmlformats.org/officeDocument/2006/relationships/notesSlide" Target="/ppt/notesSlides/notesSlide4.xml" Id="Re27c4fc16436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154ed57db460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[Makers Club title]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4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[What the club offers]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86f39dd014082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[What you can do]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4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[Option 1]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[Option 2]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0ba2d41084aff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[Ways to join in]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4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[Spoken or written ideas]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[One access choice]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81a92007c471d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[What the fictional votes show]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4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[Insert GROW_Club_Votes_Chart.png]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[One accurate takeaway]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2026-09-07T13:23:39.0840000Z</dcterms:created>
  <dcterms:modified xsi:type="dcterms:W3CDTF">2026-09-07T13:23:39.0840000Z</dcterms:modified>
</coreProperties>
</file>