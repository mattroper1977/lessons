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18324c81a44fa2" /><Relationship Type="http://schemas.openxmlformats.org/officeDocument/2006/relationships/extended-properties" Target="/docProps/app.xml" Id="R1657032cf7424ab8" /><Relationship Type="http://schemas.openxmlformats.org/officeDocument/2006/relationships/officeDocument" Target="/ppt/presentation.xml" Id="R61f985bd11ac47dd" /></Relationships>
</file>

<file path=ppt/presentation.xml><?xml version="1.0" encoding="utf-8"?>
<p:presentation xmlns:p="http://schemas.openxmlformats.org/presentationml/2006/main">
  <p:sldMasterIdLst>
    <p:sldMasterId xmlns:r="http://schemas.openxmlformats.org/officeDocument/2006/relationships" id="2147483648" r:id="R450306d5cea54406"/>
  </p:sldMasterIdLst>
  <p:notesMasterIdLst>
    <p:notesMasterId xmlns:r="http://schemas.openxmlformats.org/officeDocument/2006/relationships" r:id="R54c7b6290d034ea5"/>
  </p:notesMasterIdLst>
  <p:sldIdLst>
    <p:sldId xmlns:r="http://schemas.openxmlformats.org/officeDocument/2006/relationships" id="256" r:id="Rb452f8a3da3c446c"/>
    <p:sldId xmlns:r="http://schemas.openxmlformats.org/officeDocument/2006/relationships" id="257" r:id="Rceeada88931447bc"/>
    <p:sldId xmlns:r="http://schemas.openxmlformats.org/officeDocument/2006/relationships" id="258" r:id="R8f60d856d35a4bdb"/>
    <p:sldId xmlns:r="http://schemas.openxmlformats.org/officeDocument/2006/relationships" id="259" r:id="R13a1f1ea71fc46d7"/>
    <p:sldId xmlns:r="http://schemas.openxmlformats.org/officeDocument/2006/relationships" id="260" r:id="R2495c51e0af24d33"/>
    <p:sldId xmlns:r="http://schemas.openxmlformats.org/officeDocument/2006/relationships" id="261" r:id="R954472be5bb94ec1"/>
    <p:sldId xmlns:r="http://schemas.openxmlformats.org/officeDocument/2006/relationships" id="262" r:id="R656939377cee402d"/>
    <p:sldId xmlns:r="http://schemas.openxmlformats.org/officeDocument/2006/relationships" id="263" r:id="R271cde3aa21146ee"/>
    <p:sldId xmlns:r="http://schemas.openxmlformats.org/officeDocument/2006/relationships" id="264" r:id="Rdc59bb9bf8314bf5"/>
    <p:sldId xmlns:r="http://schemas.openxmlformats.org/officeDocument/2006/relationships" id="265" r:id="Rc8250853d9e44b3b"/>
    <p:sldId xmlns:r="http://schemas.openxmlformats.org/officeDocument/2006/relationships" id="266" r:id="R55d7ee820def464a"/>
    <p:sldId xmlns:r="http://schemas.openxmlformats.org/officeDocument/2006/relationships" id="267" r:id="R84dbf759a02c4b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ad6dc6500f4520" /><Relationship Type="http://schemas.openxmlformats.org/officeDocument/2006/relationships/slideMaster" Target="/ppt/slideMasters/slideMaster1.xml" Id="R450306d5cea54406" /><Relationship Type="http://schemas.openxmlformats.org/officeDocument/2006/relationships/notesMaster" Target="/ppt/notesMasters/notesMaster1.xml" Id="R54c7b6290d034ea5" /><Relationship Type="http://schemas.openxmlformats.org/officeDocument/2006/relationships/presProps" Target="/ppt/presProps.xml" Id="R6f05cd2efa434563" /><Relationship Type="http://schemas.openxmlformats.org/officeDocument/2006/relationships/tableStyles" Target="/ppt/tableStyles.xml" Id="Rb37c8cb1cf1f424e" /><Relationship Type="http://schemas.openxmlformats.org/officeDocument/2006/relationships/slide" Target="/ppt/slides/slide1.xml" Id="Rb452f8a3da3c446c" /><Relationship Type="http://schemas.openxmlformats.org/officeDocument/2006/relationships/slide" Target="/ppt/slides/slide2.xml" Id="Rceeada88931447bc" /><Relationship Type="http://schemas.openxmlformats.org/officeDocument/2006/relationships/slide" Target="/ppt/slides/slide3.xml" Id="R8f60d856d35a4bdb" /><Relationship Type="http://schemas.openxmlformats.org/officeDocument/2006/relationships/slide" Target="/ppt/slides/slide4.xml" Id="R13a1f1ea71fc46d7" /><Relationship Type="http://schemas.openxmlformats.org/officeDocument/2006/relationships/slide" Target="/ppt/slides/slide5.xml" Id="R2495c51e0af24d33" /><Relationship Type="http://schemas.openxmlformats.org/officeDocument/2006/relationships/slide" Target="/ppt/slides/slide6.xml" Id="R954472be5bb94ec1" /><Relationship Type="http://schemas.openxmlformats.org/officeDocument/2006/relationships/slide" Target="/ppt/slides/slide7.xml" Id="R656939377cee402d" /><Relationship Type="http://schemas.openxmlformats.org/officeDocument/2006/relationships/slide" Target="/ppt/slides/slide8.xml" Id="R271cde3aa21146ee" /><Relationship Type="http://schemas.openxmlformats.org/officeDocument/2006/relationships/slide" Target="/ppt/slides/slide9.xml" Id="Rdc59bb9bf8314bf5" /><Relationship Type="http://schemas.openxmlformats.org/officeDocument/2006/relationships/slide" Target="/ppt/slides/slide10.xml" Id="Rc8250853d9e44b3b" /><Relationship Type="http://schemas.openxmlformats.org/officeDocument/2006/relationships/slide" Target="/ppt/slides/slide11.xml" Id="R55d7ee820def464a" /><Relationship Type="http://schemas.openxmlformats.org/officeDocument/2006/relationships/slide" Target="/ppt/slides/slide12.xml" Id="R84dbf759a02c4b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4c80f81ce54c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955fb070ee4d57" /><Relationship Type="http://schemas.openxmlformats.org/officeDocument/2006/relationships/notesMaster" Target="/ppt/notesMasters/notesMaster1.xml" Id="Rb059e024c18543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a1f1a52278443a" /><Relationship Type="http://schemas.openxmlformats.org/officeDocument/2006/relationships/notesMaster" Target="/ppt/notesMasters/notesMaster1.xml" Id="Re5caccf8a3544c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54e833a4e94d5d" /><Relationship Type="http://schemas.openxmlformats.org/officeDocument/2006/relationships/notesMaster" Target="/ppt/notesMasters/notesMaster1.xml" Id="Re6249b760a6e48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46042bc8e04ecb" /><Relationship Type="http://schemas.openxmlformats.org/officeDocument/2006/relationships/notesMaster" Target="/ppt/notesMasters/notesMaster1.xml" Id="Redcacf30e0984c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5fdbb6f35343be" /><Relationship Type="http://schemas.openxmlformats.org/officeDocument/2006/relationships/notesMaster" Target="/ppt/notesMasters/notesMaster1.xml" Id="Rc42bc45fbf6b41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aaabfead5d4ae4" /><Relationship Type="http://schemas.openxmlformats.org/officeDocument/2006/relationships/notesMaster" Target="/ppt/notesMasters/notesMaster1.xml" Id="R6265a4b71cb14a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fbb489c5ad4463" /><Relationship Type="http://schemas.openxmlformats.org/officeDocument/2006/relationships/notesMaster" Target="/ppt/notesMasters/notesMaster1.xml" Id="R05c0bf1248dc49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a1858627c745fd" /><Relationship Type="http://schemas.openxmlformats.org/officeDocument/2006/relationships/notesMaster" Target="/ppt/notesMasters/notesMaster1.xml" Id="Rc39b138ad1fd4e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d58401c7ee4f0c" /><Relationship Type="http://schemas.openxmlformats.org/officeDocument/2006/relationships/notesMaster" Target="/ppt/notesMasters/notesMaster1.xml" Id="R793a794083c84e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b29a92b0cc45b5" /><Relationship Type="http://schemas.openxmlformats.org/officeDocument/2006/relationships/notesMaster" Target="/ppt/notesMasters/notesMaster1.xml" Id="R09eaabe10e7049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c8a02745224bbf" /><Relationship Type="http://schemas.openxmlformats.org/officeDocument/2006/relationships/notesMaster" Target="/ppt/notesMasters/notesMaster1.xml" Id="Rffa7564422a14a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682794e5b849c6" /><Relationship Type="http://schemas.openxmlformats.org/officeDocument/2006/relationships/notesMaster" Target="/ppt/notesMasters/notesMaster1.xml" Id="R28c8fc7a01254a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GROW_FOOD_W2 | Make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Adapted from uploaded W2 and log. Replaces colour/food moralising and a missing blender recipe with a full cold method.</a:t>
            </a:r>
          </a:p>
          <a:p xmlns:a="http://schemas.openxmlformats.org/drawingml/2006/main">
            <a:r>
              <a:t/>
            </a:r>
          </a:p>
          <a:p xmlns:a="http://schemas.openxmlformats.org/drawingml/2006/main">
            <a:r>
              <a:t>Pupil prompt: What should happen before any food is opened?</a:t>
            </a:r>
          </a:p>
          <a:p xmlns:a="http://schemas.openxmlformats.org/drawingml/2006/main">
            <a:r>
              <a:t/>
            </a:r>
          </a:p>
          <a:p xmlns:a="http://schemas.openxmlformats.org/drawingml/2006/main">
            <a:r>
              <a:t>Teacher answer / acceptable response: Adult checks the actual labels and agreed plans; team completes the hygiene routine.</a:t>
            </a:r>
          </a:p>
          <a:p xmlns:a="http://schemas.openxmlformats.org/drawingml/2006/main">
            <a:r>
              <a:t/>
            </a:r>
          </a:p>
          <a:p xmlns:a="http://schemas.openxmlformats.org/drawingml/2006/main">
            <a:r>
              <a:t>Support: BUILD: supply pre-cut fruit, amount cards and one job at a time; accept directing a partner. GROW: share rotating maker/checker roles and explain a measurement correction.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GROW_FOOD_W2 | Make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BUILD: supply pre-cut fruit, amount cards and one job at a time; accept directing a partner. GROW: share rotating maker/checker roles and explain a measurement correction.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GROW_FOOD_W2 | Make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Use food-group terms neutrally; avoid comparison of pupils’ eating or family food.</a:t>
            </a:r>
          </a:p>
          <a:p xmlns:a="http://schemas.openxmlformats.org/drawingml/2006/main">
            <a:r>
              <a:t/>
            </a:r>
          </a:p>
          <a:p xmlns:a="http://schemas.openxmlformats.org/drawingml/2006/main">
            <a:r>
              <a:t>Pupil prompt: Does bright colour prove food is safe or suitable?</a:t>
            </a:r>
          </a:p>
          <a:p xmlns:a="http://schemas.openxmlformats.org/drawingml/2006/main">
            <a:r>
              <a:t/>
            </a:r>
          </a:p>
          <a:p xmlns:a="http://schemas.openxmlformats.org/drawingml/2006/main">
            <a:r>
              <a:t>Teacher answer / acceptable response: No. Check ingredients, storage and the agreed plan.</a:t>
            </a:r>
          </a:p>
          <a:p xmlns:a="http://schemas.openxmlformats.org/drawingml/2006/main">
            <a:r>
              <a:t/>
            </a:r>
          </a:p>
          <a:p xmlns:a="http://schemas.openxmlformats.org/drawingml/2006/main">
            <a:r>
              <a:t>Support: BUILD: supply pre-cut fruit, amount cards and one job at a time; accept directing a partner. GROW: share rotating maker/checker roles and explain a measurement correction.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GROW_FOOD_W2 | Make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Use food-group terms neutrally; avoid comparison of pupils’ eating or family food.</a:t>
            </a:r>
          </a:p>
          <a:p xmlns:a="http://schemas.openxmlformats.org/drawingml/2006/main">
            <a:r>
              <a:t/>
            </a:r>
          </a:p>
          <a:p xmlns:a="http://schemas.openxmlformats.org/drawingml/2006/main">
            <a:r>
              <a:t>Pupil prompt: Does bright colour prove food is safe or suitable?</a:t>
            </a:r>
          </a:p>
          <a:p xmlns:a="http://schemas.openxmlformats.org/drawingml/2006/main">
            <a:r>
              <a:t/>
            </a:r>
          </a:p>
          <a:p xmlns:a="http://schemas.openxmlformats.org/drawingml/2006/main">
            <a:r>
              <a:t>Teacher answer / acceptable response: No. Check ingredients, storage and the agreed plan.</a:t>
            </a:r>
          </a:p>
          <a:p xmlns:a="http://schemas.openxmlformats.org/drawingml/2006/main">
            <a:r>
              <a:t/>
            </a:r>
          </a:p>
          <a:p xmlns:a="http://schemas.openxmlformats.org/drawingml/2006/main">
            <a:r>
              <a:t>Support: BUILD: supply pre-cut fruit, amount cards and one job at a time; accept directing a partner. GROW: share rotating maker/checker roles and explain a measurement correction.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GROW_FOOD_W2 | Make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MILK and SOYA are examples of allergens; a substitution is not automatically suitable.</a:t>
            </a:r>
          </a:p>
          <a:p xmlns:a="http://schemas.openxmlformats.org/drawingml/2006/main">
            <a:r>
              <a:t/>
            </a:r>
          </a:p>
          <a:p xmlns:a="http://schemas.openxmlformats.org/drawingml/2006/main">
            <a:r>
              <a:t>Pupil prompt: What must happen before using the substitute?</a:t>
            </a:r>
          </a:p>
          <a:p xmlns:a="http://schemas.openxmlformats.org/drawingml/2006/main">
            <a:r>
              <a:t/>
            </a:r>
          </a:p>
          <a:p xmlns:a="http://schemas.openxmlformats.org/drawingml/2006/main">
            <a:r>
              <a:t>Teacher answer / acceptable response: Stop; the adult checks the full new label and the person’s agreed plan.</a:t>
            </a:r>
          </a:p>
          <a:p xmlns:a="http://schemas.openxmlformats.org/drawingml/2006/main">
            <a:r>
              <a:t/>
            </a:r>
          </a:p>
          <a:p xmlns:a="http://schemas.openxmlformats.org/drawingml/2006/main">
            <a:r>
              <a:t>Support: BUILD: supply pre-cut fruit, amount cards and one job at a time; accept directing a partner. GROW: share rotating maker/checker roles and explain a measurement correction.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GROW_FOOD_W2 | Make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Adult opens and drains tins in advance. Amounts are for a practice portion, not personal intake advice.</a:t>
            </a:r>
          </a:p>
          <a:p xmlns:a="http://schemas.openxmlformats.org/drawingml/2006/main">
            <a:r>
              <a:t/>
            </a:r>
          </a:p>
          <a:p xmlns:a="http://schemas.openxmlformats.org/drawingml/2006/main">
            <a:r>
              <a:t>Pupil prompt: Which unit measures the water?</a:t>
            </a:r>
          </a:p>
          <a:p xmlns:a="http://schemas.openxmlformats.org/drawingml/2006/main">
            <a:r>
              <a:t/>
            </a:r>
          </a:p>
          <a:p xmlns:a="http://schemas.openxmlformats.org/drawingml/2006/main">
            <a:r>
              <a:t>Teacher answer / acceptable response: Millilitres, written ml.</a:t>
            </a:r>
          </a:p>
          <a:p xmlns:a="http://schemas.openxmlformats.org/drawingml/2006/main">
            <a:r>
              <a:t/>
            </a:r>
          </a:p>
          <a:p xmlns:a="http://schemas.openxmlformats.org/drawingml/2006/main">
            <a:r>
              <a:t>Support: BUILD: supply pre-cut fruit, amount cards and one job at a time; accept directing a partner. GROW: share rotating maker/checker roles and explain a measurement correction.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GROW_FOOD_W2 | Make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Demonstrate one correct and one misread jug position without asking pupils to lift a jug to face height.</a:t>
            </a:r>
          </a:p>
          <a:p xmlns:a="http://schemas.openxmlformats.org/drawingml/2006/main">
            <a:r>
              <a:t/>
            </a:r>
          </a:p>
          <a:p xmlns:a="http://schemas.openxmlformats.org/drawingml/2006/main">
            <a:r>
              <a:t>Pupil prompt: Why do we zero the scales with the dish on them?</a:t>
            </a:r>
          </a:p>
          <a:p xmlns:a="http://schemas.openxmlformats.org/drawingml/2006/main">
            <a:r>
              <a:t/>
            </a:r>
          </a:p>
          <a:p xmlns:a="http://schemas.openxmlformats.org/drawingml/2006/main">
            <a:r>
              <a:t>Teacher answer / acceptable response: So we measure the ingredient, not the dish.</a:t>
            </a:r>
          </a:p>
          <a:p xmlns:a="http://schemas.openxmlformats.org/drawingml/2006/main">
            <a:r>
              <a:t/>
            </a:r>
          </a:p>
          <a:p xmlns:a="http://schemas.openxmlformats.org/drawingml/2006/main">
            <a:r>
              <a:t>Support: BUILD: supply pre-cut fruit, amount cards and one job at a time; accept directing a partner. GROW: share rotating maker/checker roles and explain a measurement correction.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GROW_FOOD_W2 | Make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Allow 14 minutes with pre-drained fruit. No shared tasting spoons, skewers or blender.</a:t>
            </a:r>
          </a:p>
          <a:p xmlns:a="http://schemas.openxmlformats.org/drawingml/2006/main">
            <a:r>
              <a:t/>
            </a:r>
          </a:p>
          <a:p xmlns:a="http://schemas.openxmlformats.org/drawingml/2006/main">
            <a:r>
              <a:t>Pupil prompt: What can a checker say that helps?</a:t>
            </a:r>
          </a:p>
          <a:p xmlns:a="http://schemas.openxmlformats.org/drawingml/2006/main">
            <a:r>
              <a:t/>
            </a:r>
          </a:p>
          <a:p xmlns:a="http://schemas.openxmlformats.org/drawingml/2006/main">
            <a:r>
              <a:t>Teacher answer / acceptable response: “The recipe says 50 g. Let’s check the display before moving on.”</a:t>
            </a:r>
          </a:p>
          <a:p xmlns:a="http://schemas.openxmlformats.org/drawingml/2006/main">
            <a:r>
              <a:t/>
            </a:r>
          </a:p>
          <a:p xmlns:a="http://schemas.openxmlformats.org/drawingml/2006/main">
            <a:r>
              <a:t>Support: BUILD: supply pre-cut fruit, amount cards and one job at a time; accept directing a partner. GROW: share rotating maker/checker roles and explain a measurement correction.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GROW_FOOD_W2 | Make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Never make eating, trying a new food or describing personal preferences a success condition.</a:t>
            </a:r>
          </a:p>
          <a:p xmlns:a="http://schemas.openxmlformats.org/drawingml/2006/main">
            <a:r>
              <a:t/>
            </a:r>
          </a:p>
          <a:p xmlns:a="http://schemas.openxmlformats.org/drawingml/2006/main">
            <a:r>
              <a:t>Pupil prompt: What could you improve without tasting?</a:t>
            </a:r>
          </a:p>
          <a:p xmlns:a="http://schemas.openxmlformats.org/drawingml/2006/main">
            <a:r>
              <a:t/>
            </a:r>
          </a:p>
          <a:p xmlns:a="http://schemas.openxmlformats.org/drawingml/2006/main">
            <a:r>
              <a:t>Teacher answer / acceptable response: Measure more accurately, keep oatcake separate, check steps or arrange the portion securely.</a:t>
            </a:r>
          </a:p>
          <a:p xmlns:a="http://schemas.openxmlformats.org/drawingml/2006/main">
            <a:r>
              <a:t/>
            </a:r>
          </a:p>
          <a:p xmlns:a="http://schemas.openxmlformats.org/drawingml/2006/main">
            <a:r>
              <a:t>Support: BUILD: supply pre-cut fruit, amount cards and one job at a time; accept directing a partner. GROW: share rotating maker/checker roles and explain a measurement correction.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GROW_FOOD_W2 | Make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Never make eating, trying a new food or describing personal preferences a success condition.</a:t>
            </a:r>
          </a:p>
          <a:p xmlns:a="http://schemas.openxmlformats.org/drawingml/2006/main">
            <a:r>
              <a:t/>
            </a:r>
          </a:p>
          <a:p xmlns:a="http://schemas.openxmlformats.org/drawingml/2006/main">
            <a:r>
              <a:t>Pupil prompt: What could you improve without tasting?</a:t>
            </a:r>
          </a:p>
          <a:p xmlns:a="http://schemas.openxmlformats.org/drawingml/2006/main">
            <a:r>
              <a:t/>
            </a:r>
          </a:p>
          <a:p xmlns:a="http://schemas.openxmlformats.org/drawingml/2006/main">
            <a:r>
              <a:t>Teacher answer / acceptable response: Measure more accurately, keep oatcake separate, check steps or arrange the portion securely.</a:t>
            </a:r>
          </a:p>
          <a:p xmlns:a="http://schemas.openxmlformats.org/drawingml/2006/main">
            <a:r>
              <a:t/>
            </a:r>
          </a:p>
          <a:p xmlns:a="http://schemas.openxmlformats.org/drawingml/2006/main">
            <a:r>
              <a:t>Support: BUILD: supply pre-cut fruit, amount cards and one job at a time; accept directing a partner. GROW: share rotating maker/checker roles and explain a measurement correction.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GROW_FOOD_W2 | Make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Protect reset time even when practical work is incomplete.</a:t>
            </a:r>
          </a:p>
          <a:p xmlns:a="http://schemas.openxmlformats.org/drawingml/2006/main">
            <a:r>
              <a:t/>
            </a:r>
          </a:p>
          <a:p xmlns:a="http://schemas.openxmlformats.org/drawingml/2006/main">
            <a:r>
              <a:t>Pupil prompt: How did your job help the next step?</a:t>
            </a:r>
          </a:p>
          <a:p xmlns:a="http://schemas.openxmlformats.org/drawingml/2006/main">
            <a:r>
              <a:t/>
            </a:r>
          </a:p>
          <a:p xmlns:a="http://schemas.openxmlformats.org/drawingml/2006/main">
            <a:r>
              <a:t>Teacher answer / acceptable response: For example: reading the amount helped the maker weigh the correct ingredient.</a:t>
            </a:r>
          </a:p>
          <a:p xmlns:a="http://schemas.openxmlformats.org/drawingml/2006/main">
            <a:r>
              <a:t/>
            </a:r>
          </a:p>
          <a:p xmlns:a="http://schemas.openxmlformats.org/drawingml/2006/main">
            <a:r>
              <a:t>Support: BUILD: supply pre-cut fruit, amount cards and one job at a time; accept directing a partner. GROW: share rotating maker/checker roles and explain a measurement correction.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GROW_FOOD_W2 | Make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Accept pointing to the jug/scales and ingredient card.</a:t>
            </a:r>
          </a:p>
          <a:p xmlns:a="http://schemas.openxmlformats.org/drawingml/2006/main">
            <a:r>
              <a:t/>
            </a:r>
          </a:p>
          <a:p xmlns:a="http://schemas.openxmlformats.org/drawingml/2006/main">
            <a:r>
              <a:t>Pupil prompt: What would you do if the food label were missing?</a:t>
            </a:r>
          </a:p>
          <a:p xmlns:a="http://schemas.openxmlformats.org/drawingml/2006/main">
            <a:r>
              <a:t/>
            </a:r>
          </a:p>
          <a:p xmlns:a="http://schemas.openxmlformats.org/drawingml/2006/main">
            <a:r>
              <a:t>Teacher answer / acceptable response: Stop and ask the adult; do not guess or taste to check.</a:t>
            </a:r>
          </a:p>
          <a:p xmlns:a="http://schemas.openxmlformats.org/drawingml/2006/main">
            <a:r>
              <a:t/>
            </a:r>
          </a:p>
          <a:p xmlns:a="http://schemas.openxmlformats.org/drawingml/2006/main">
            <a:r>
              <a:t>Support: BUILD: supply pre-cut fruit, amount cards and one job at a time; accept directing a partner. GROW: share rotating maker/checker roles and explain a measurement correction.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2277aa53a343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687ff3acbd49c5" /><Relationship Type="http://schemas.openxmlformats.org/officeDocument/2006/relationships/slideLayout" Target="/ppt/slideLayouts/slideLayout1.xml" Id="Rad1cffb424b148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1cffb424b148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2bd3faa36c4692" /><Relationship Type="http://schemas.openxmlformats.org/officeDocument/2006/relationships/image" Target="/ppt/media/image.jpeg" Id="R074d06a668a54edf" /><Relationship Type="http://schemas.openxmlformats.org/officeDocument/2006/relationships/notesSlide" Target="/ppt/notesSlides/notesSlide1.xml" Id="Rab2f62ff06a44a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aacbecfaa34ced" /><Relationship Type="http://schemas.openxmlformats.org/officeDocument/2006/relationships/image" Target="/ppt/media/image.jpeg" Id="R83250b1e5478486d" /><Relationship Type="http://schemas.openxmlformats.org/officeDocument/2006/relationships/notesSlide" Target="/ppt/notesSlides/notesSlide2.xml" Id="R13d02c5a91d040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9b741719694af7" /><Relationship Type="http://schemas.openxmlformats.org/officeDocument/2006/relationships/image" Target="/ppt/media/image.jpeg" Id="R71dfa010b0914ca7" /><Relationship Type="http://schemas.openxmlformats.org/officeDocument/2006/relationships/notesSlide" Target="/ppt/notesSlides/notesSlide3.xml" Id="Rfe2e0a216a634e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2fa10e25a14137" /><Relationship Type="http://schemas.openxmlformats.org/officeDocument/2006/relationships/image" Target="/ppt/media/image.jpeg" Id="Ref0108bfa8bf4c49" /><Relationship Type="http://schemas.openxmlformats.org/officeDocument/2006/relationships/notesSlide" Target="/ppt/notesSlides/notesSlide4.xml" Id="R91bfe656956c4b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4a8db08ed04fda" /><Relationship Type="http://schemas.openxmlformats.org/officeDocument/2006/relationships/image" Target="/ppt/media/image.jpeg" Id="R5a64aec3375447ff" /><Relationship Type="http://schemas.openxmlformats.org/officeDocument/2006/relationships/notesSlide" Target="/ppt/notesSlides/notesSlide5.xml" Id="R8c48abf41eda4a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76a51d732645a5" /><Relationship Type="http://schemas.openxmlformats.org/officeDocument/2006/relationships/image" Target="/ppt/media/image.jpeg" Id="Rac1fb69b435a4c70" /><Relationship Type="http://schemas.openxmlformats.org/officeDocument/2006/relationships/notesSlide" Target="/ppt/notesSlides/notesSlide6.xml" Id="Re94e5edff83549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81f44ff4a543c8" /><Relationship Type="http://schemas.openxmlformats.org/officeDocument/2006/relationships/image" Target="/ppt/media/image.jpeg" Id="Re5037db25e9846e1" /><Relationship Type="http://schemas.openxmlformats.org/officeDocument/2006/relationships/notesSlide" Target="/ppt/notesSlides/notesSlide7.xml" Id="Rbba3a03163ae44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0c56ce8ae54dc7" /><Relationship Type="http://schemas.openxmlformats.org/officeDocument/2006/relationships/image" Target="/ppt/media/image.jpeg" Id="R3c04dde4a9c64c66" /><Relationship Type="http://schemas.openxmlformats.org/officeDocument/2006/relationships/notesSlide" Target="/ppt/notesSlides/notesSlide8.xml" Id="R76eb3d00e05649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a99510b7fac4dc8" /><Relationship Type="http://schemas.openxmlformats.org/officeDocument/2006/relationships/image" Target="/ppt/media/image.jpeg" Id="R3560c3bae5ac4a0e" /><Relationship Type="http://schemas.openxmlformats.org/officeDocument/2006/relationships/notesSlide" Target="/ppt/notesSlides/notesSlide9.xml" Id="R49c67ed0f36340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e225ec3ff7f4542" /><Relationship Type="http://schemas.openxmlformats.org/officeDocument/2006/relationships/image" Target="/ppt/media/image.jpeg" Id="R8cd3c677510e4deb" /><Relationship Type="http://schemas.openxmlformats.org/officeDocument/2006/relationships/notesSlide" Target="/ppt/notesSlides/notesSlide10.xml" Id="R20e66d1714e941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4a43f137ce4091" /><Relationship Type="http://schemas.openxmlformats.org/officeDocument/2006/relationships/image" Target="/ppt/media/image.jpeg" Id="Rf71ed2ca1df94046" /><Relationship Type="http://schemas.openxmlformats.org/officeDocument/2006/relationships/notesSlide" Target="/ppt/notesSlides/notesSlide11.xml" Id="R32ed363655e840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91368af0b1448ca" /><Relationship Type="http://schemas.openxmlformats.org/officeDocument/2006/relationships/image" Target="/ppt/media/image.jpeg" Id="Rbf0b9a4dcc934213" /><Relationship Type="http://schemas.openxmlformats.org/officeDocument/2006/relationships/notesSlide" Target="/ppt/notesSlides/notesSlide12.xml" Id="Rfe532f1dd00c471c"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74d06a668a54ed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Make a snack and drink</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FoodWise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Our make: fruit pot, oatcake and measured water.</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making, reading, checking or recording. Tasting is optional.</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should happen before any food is opened?</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3250b1e5478486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FoodWise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ASSEMBLE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PORTION</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Put prepared parts together.</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amount served for one person or task.</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1dfa010b0914ca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Know what is in it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Fruit: banana and mandarin.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Oatcake: a starchy food. Yoghurt: dairy or an approved alternative.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This snack is one example. A single snack does not have to include every food group.</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f0108bfa8bf4c4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Know what is in it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Does bright colour prove food is safe or suitable?</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a64aec3375447f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 before you swap</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recipe uses plain yoghurt. A substitute pot says “contains SOYA”.</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pupil says, “It is a different yoghurt, so it must be fine.”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must happen before using the substitute?</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c1fb69b435a4c7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Our amounts for one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About 50 g banana, 50 g drained mandarin, 50 g yoghurt and 1 oatcake.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Measure 150 ml drinking water in a jug.</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full ingredient, tool and method card is on your table.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unit measures the water?</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5037db25e9846e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Watch the measuring</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Put the empty dish on the scales and press zero. Add the first ingredient.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Zero again before adding the next ingredient.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Read the water mark with the jug level and your eyes beside the mark.</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Why do we zero the scales with the dish on them?</a:t>
            </a:r>
          </a:p>
        </p:txBody>
      </p:sp>
    </p:spTree>
    <p:extLst>
      <p:ext uri="{BB962C8B-B14F-4D97-AF65-F5344CB8AC3E}">
        <p14:creationId xmlns:p14="http://schemas.microsoft.com/office/powerpoint/2010/main" val="1732344281"/>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c04dde4a9c64c6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 make, check</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Follow the recipe: routine, prepare fruit, weigh, assemble and pour.</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Stop at each step for your partner’s check. Keep the oatcake separate.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Return chilled ingredients promptly; use clean serving tools.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can a checker say that helps?</a:t>
            </a:r>
          </a:p>
        </p:txBody>
      </p:sp>
    </p:spTree>
    <p:extLst>
      <p:ext uri="{BB962C8B-B14F-4D97-AF65-F5344CB8AC3E}">
        <p14:creationId xmlns:p14="http://schemas.microsoft.com/office/powerpoint/2010/main" val="1732344281"/>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560c3bae5ac4a0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Look at the evidence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Find one correct amount and one safe action.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Compare the finished components with the recipe, using sight or the process record.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You may observe, describe or taste after adult approval.</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cd3c677510e4de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Look at the evidence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could you improve without tasting?</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71ed2ca1df9404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Record and reset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Record: what I measured, the unit and the tool.</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Name the job you did for the team.</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Clear waste, clean equipment, account for tools and wash hands.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How did your job help the next step?</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f0b9a4dcc93421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One amount, one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Finish: “I measured ___ using ___.”</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would you do if the food label were missing?</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2026-09-07T12:32:58.2110000Z</dcterms:created>
  <dcterms:modified xsi:type="dcterms:W3CDTF">2026-09-07T12:32:58.2110000Z</dcterms:modified>
</coreProperties>
</file>