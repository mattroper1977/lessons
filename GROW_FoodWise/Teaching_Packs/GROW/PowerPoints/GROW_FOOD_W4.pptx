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540bf01e104314" /><Relationship Type="http://schemas.openxmlformats.org/officeDocument/2006/relationships/extended-properties" Target="/docProps/app.xml" Id="R5b4d3e8b04dd4015" /><Relationship Type="http://schemas.openxmlformats.org/officeDocument/2006/relationships/officeDocument" Target="/ppt/presentation.xml" Id="R396d3cea8b7b4488" /></Relationships>
</file>

<file path=ppt/presentation.xml><?xml version="1.0" encoding="utf-8"?>
<p:presentation xmlns:p="http://schemas.openxmlformats.org/presentationml/2006/main">
  <p:sldMasterIdLst>
    <p:sldMasterId xmlns:r="http://schemas.openxmlformats.org/officeDocument/2006/relationships" id="2147483648" r:id="R9e2b93b517bf43a2"/>
  </p:sldMasterIdLst>
  <p:notesMasterIdLst>
    <p:notesMasterId xmlns:r="http://schemas.openxmlformats.org/officeDocument/2006/relationships" r:id="R7d454a2d407a46bc"/>
  </p:notesMasterIdLst>
  <p:sldIdLst>
    <p:sldId xmlns:r="http://schemas.openxmlformats.org/officeDocument/2006/relationships" id="256" r:id="R3be77dd4d1684313"/>
    <p:sldId xmlns:r="http://schemas.openxmlformats.org/officeDocument/2006/relationships" id="257" r:id="R1ff30fac4c0b46d7"/>
    <p:sldId xmlns:r="http://schemas.openxmlformats.org/officeDocument/2006/relationships" id="258" r:id="R18c54e28a11541c6"/>
    <p:sldId xmlns:r="http://schemas.openxmlformats.org/officeDocument/2006/relationships" id="259" r:id="Rc94388cdd2c94d2b"/>
    <p:sldId xmlns:r="http://schemas.openxmlformats.org/officeDocument/2006/relationships" id="260" r:id="Rcc90ec7333194a1b"/>
    <p:sldId xmlns:r="http://schemas.openxmlformats.org/officeDocument/2006/relationships" id="261" r:id="Ree3fa07495c145bd"/>
    <p:sldId xmlns:r="http://schemas.openxmlformats.org/officeDocument/2006/relationships" id="262" r:id="R2c33c0b9d84749aa"/>
    <p:sldId xmlns:r="http://schemas.openxmlformats.org/officeDocument/2006/relationships" id="263" r:id="R2d30a9735c064d57"/>
    <p:sldId xmlns:r="http://schemas.openxmlformats.org/officeDocument/2006/relationships" id="264" r:id="R8afaf34bc43d4ac8"/>
    <p:sldId xmlns:r="http://schemas.openxmlformats.org/officeDocument/2006/relationships" id="265" r:id="R18a58e6c9d96456f"/>
    <p:sldId xmlns:r="http://schemas.openxmlformats.org/officeDocument/2006/relationships" id="266" r:id="R8accebc700b74231"/>
    <p:sldId xmlns:r="http://schemas.openxmlformats.org/officeDocument/2006/relationships" id="267" r:id="R5144a0c6ec48479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355f70240a84b31" /><Relationship Type="http://schemas.openxmlformats.org/officeDocument/2006/relationships/slideMaster" Target="/ppt/slideMasters/slideMaster1.xml" Id="R9e2b93b517bf43a2" /><Relationship Type="http://schemas.openxmlformats.org/officeDocument/2006/relationships/notesMaster" Target="/ppt/notesMasters/notesMaster1.xml" Id="R7d454a2d407a46bc" /><Relationship Type="http://schemas.openxmlformats.org/officeDocument/2006/relationships/presProps" Target="/ppt/presProps.xml" Id="R5c304e576c744341" /><Relationship Type="http://schemas.openxmlformats.org/officeDocument/2006/relationships/tableStyles" Target="/ppt/tableStyles.xml" Id="Rf232325dd92b4401" /><Relationship Type="http://schemas.openxmlformats.org/officeDocument/2006/relationships/slide" Target="/ppt/slides/slide1.xml" Id="R3be77dd4d1684313" /><Relationship Type="http://schemas.openxmlformats.org/officeDocument/2006/relationships/slide" Target="/ppt/slides/slide2.xml" Id="R1ff30fac4c0b46d7" /><Relationship Type="http://schemas.openxmlformats.org/officeDocument/2006/relationships/slide" Target="/ppt/slides/slide3.xml" Id="R18c54e28a11541c6" /><Relationship Type="http://schemas.openxmlformats.org/officeDocument/2006/relationships/slide" Target="/ppt/slides/slide4.xml" Id="Rc94388cdd2c94d2b" /><Relationship Type="http://schemas.openxmlformats.org/officeDocument/2006/relationships/slide" Target="/ppt/slides/slide5.xml" Id="Rcc90ec7333194a1b" /><Relationship Type="http://schemas.openxmlformats.org/officeDocument/2006/relationships/slide" Target="/ppt/slides/slide6.xml" Id="Ree3fa07495c145bd" /><Relationship Type="http://schemas.openxmlformats.org/officeDocument/2006/relationships/slide" Target="/ppt/slides/slide7.xml" Id="R2c33c0b9d84749aa" /><Relationship Type="http://schemas.openxmlformats.org/officeDocument/2006/relationships/slide" Target="/ppt/slides/slide8.xml" Id="R2d30a9735c064d57" /><Relationship Type="http://schemas.openxmlformats.org/officeDocument/2006/relationships/slide" Target="/ppt/slides/slide9.xml" Id="R8afaf34bc43d4ac8" /><Relationship Type="http://schemas.openxmlformats.org/officeDocument/2006/relationships/slide" Target="/ppt/slides/slide10.xml" Id="R18a58e6c9d96456f" /><Relationship Type="http://schemas.openxmlformats.org/officeDocument/2006/relationships/slide" Target="/ppt/slides/slide11.xml" Id="R8accebc700b74231" /><Relationship Type="http://schemas.openxmlformats.org/officeDocument/2006/relationships/slide" Target="/ppt/slides/slide12.xml" Id="R5144a0c6ec48479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8addd56e6b44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dbea0fb61f40d9" /><Relationship Type="http://schemas.openxmlformats.org/officeDocument/2006/relationships/notesMaster" Target="/ppt/notesMasters/notesMaster1.xml" Id="R8e4ffd3f9c66416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7a2eb371c54b1b" /><Relationship Type="http://schemas.openxmlformats.org/officeDocument/2006/relationships/notesMaster" Target="/ppt/notesMasters/notesMaster1.xml" Id="Rf63ab7de80214b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9e955f70de405c" /><Relationship Type="http://schemas.openxmlformats.org/officeDocument/2006/relationships/notesMaster" Target="/ppt/notesMasters/notesMaster1.xml" Id="R5b6da45a463c46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50a2db5c9542b5" /><Relationship Type="http://schemas.openxmlformats.org/officeDocument/2006/relationships/notesMaster" Target="/ppt/notesMasters/notesMaster1.xml" Id="R5b0b1780df75487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240953153d4053" /><Relationship Type="http://schemas.openxmlformats.org/officeDocument/2006/relationships/notesMaster" Target="/ppt/notesMasters/notesMaster1.xml" Id="Rd937965275fc4d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caf5f80a4c4d59" /><Relationship Type="http://schemas.openxmlformats.org/officeDocument/2006/relationships/notesMaster" Target="/ppt/notesMasters/notesMaster1.xml" Id="R00376f5d918946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4cb8b41d6e8402f" /><Relationship Type="http://schemas.openxmlformats.org/officeDocument/2006/relationships/notesMaster" Target="/ppt/notesMasters/notesMaster1.xml" Id="R4e09b744f5b541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710b723653425c" /><Relationship Type="http://schemas.openxmlformats.org/officeDocument/2006/relationships/notesMaster" Target="/ppt/notesMasters/notesMaster1.xml" Id="R7503d8cd90b24f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d19ac6d936470e" /><Relationship Type="http://schemas.openxmlformats.org/officeDocument/2006/relationships/notesMaster" Target="/ppt/notesMasters/notesMaster1.xml" Id="R6382ebccfa33491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2924b062a44a61" /><Relationship Type="http://schemas.openxmlformats.org/officeDocument/2006/relationships/notesMaster" Target="/ppt/notesMasters/notesMaster1.xml" Id="R257760456d0948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6c4902a465419b" /><Relationship Type="http://schemas.openxmlformats.org/officeDocument/2006/relationships/notesMaster" Target="/ppt/notesMasters/notesMaster1.xml" Id="R06e6617804ea49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6ade60d79a1486b" /><Relationship Type="http://schemas.openxmlformats.org/officeDocument/2006/relationships/notesMaster" Target="/ppt/notesMasters/notesMaster1.xml" Id="R62053f50d1094b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Adapted from uploaded W4 evaluation/log. Replaces compulsory taste/star scoring with criteria and evidence. Upload W5 moves to textiles; no FoodWise W5–7 is invented for GROW.</a:t>
            </a:r>
          </a:p>
          <a:p xmlns:a="http://schemas.openxmlformats.org/drawingml/2006/main">
            <a:r>
              <a:t/>
            </a:r>
          </a:p>
          <a:p xmlns:a="http://schemas.openxmlformats.org/drawingml/2006/main">
            <a:r>
              <a:t>Pupil prompt: What counts as stronger evidence than “I like it”?</a:t>
            </a:r>
          </a:p>
          <a:p xmlns:a="http://schemas.openxmlformats.org/drawingml/2006/main">
            <a:r>
              <a:t/>
            </a:r>
          </a:p>
          <a:p xmlns:a="http://schemas.openxmlformats.org/drawingml/2006/main">
            <a:r>
              <a:t>Teacher answer / acceptable response: An observed check, measured amount, ingredient list or worked cost.</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Food-group identification is a recall activity rather than a claim that this snack must meet a universal group target.</a:t>
            </a:r>
          </a:p>
          <a:p xmlns:a="http://schemas.openxmlformats.org/drawingml/2006/main">
            <a:r>
              <a:t/>
            </a:r>
          </a:p>
          <a:p xmlns:a="http://schemas.openxmlformats.org/drawingml/2006/main">
            <a:r>
              <a:t>Pupil prompt: Name one check you can observe without eating.</a:t>
            </a:r>
          </a:p>
          <a:p xmlns:a="http://schemas.openxmlformats.org/drawingml/2006/main">
            <a:r>
              <a:t/>
            </a:r>
          </a:p>
          <a:p xmlns:a="http://schemas.openxmlformats.org/drawingml/2006/main">
            <a:r>
              <a:t>Teacher answer / acceptable response: Filling stays inside, time, completed routine, checked ingredients or cost.</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Distinguish an unrecorded action from proof of an unsafe action; both require a check before serving.</a:t>
            </a:r>
          </a:p>
          <a:p xmlns:a="http://schemas.openxmlformats.org/drawingml/2006/main">
            <a:r>
              <a:t/>
            </a:r>
          </a:p>
          <a:p xmlns:a="http://schemas.openxmlformats.org/drawingml/2006/main">
            <a:r>
              <a:t>Pupil prompt: No one recorded a label check. Can we assume it happened?</a:t>
            </a:r>
          </a:p>
          <a:p xmlns:a="http://schemas.openxmlformats.org/drawingml/2006/main">
            <a:r>
              <a:t/>
            </a:r>
          </a:p>
          <a:p xmlns:a="http://schemas.openxmlformats.org/drawingml/2006/main">
            <a:r>
              <a:t>Teacher answer / acceptable response: No. Mark need evidence and ask the adult; do not serve until safety is established.</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All prices are invented classroom data. Excludes packaging, labour, energy and equipment; do not describe as today’s shop price.</a:t>
            </a:r>
          </a:p>
          <a:p xmlns:a="http://schemas.openxmlformats.org/drawingml/2006/main">
            <a:r>
              <a:t/>
            </a:r>
          </a:p>
          <a:p xmlns:a="http://schemas.openxmlformats.org/drawingml/2006/main">
            <a:r>
              <a:t>Pupil prompt: Why is 70p different from £5.70?</a:t>
            </a:r>
          </a:p>
          <a:p xmlns:a="http://schemas.openxmlformats.org/drawingml/2006/main">
            <a:r>
              <a:t/>
            </a:r>
          </a:p>
          <a:p xmlns:a="http://schemas.openxmlformats.org/drawingml/2006/main">
            <a:r>
              <a:t>Teacher answer / acceptable response: 70p counts only ingredients used in one wrap; £5.70 buys whole packs with ingredients left over.</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All prices are invented classroom data. Excludes packaging, labour, energy and equipment; do not describe as today’s shop price.</a:t>
            </a:r>
          </a:p>
          <a:p xmlns:a="http://schemas.openxmlformats.org/drawingml/2006/main">
            <a:r>
              <a:t/>
            </a:r>
          </a:p>
          <a:p xmlns:a="http://schemas.openxmlformats.org/drawingml/2006/main">
            <a:r>
              <a:t>Pupil prompt: Why is 70p different from £5.70?</a:t>
            </a:r>
          </a:p>
          <a:p xmlns:a="http://schemas.openxmlformats.org/drawingml/2006/main">
            <a:r>
              <a:t/>
            </a:r>
          </a:p>
          <a:p xmlns:a="http://schemas.openxmlformats.org/drawingml/2006/main">
            <a:r>
              <a:t>Teacher answer / acceptable response: 70p counts only ingredients used in one wrap; £5.70 buys whole packs with ingredients left over.</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A simulated judgement does not establish the safety of any real food; actual products still require approval.</a:t>
            </a:r>
          </a:p>
          <a:p xmlns:a="http://schemas.openxmlformats.org/drawingml/2006/main">
            <a:r>
              <a:t/>
            </a:r>
          </a:p>
          <a:p xmlns:a="http://schemas.openxmlformats.org/drawingml/2006/main">
            <a:r>
              <a:t>Pupil prompt: Which brief checks does Product A meet?</a:t>
            </a:r>
          </a:p>
          <a:p xmlns:a="http://schemas.openxmlformats.org/drawingml/2006/main">
            <a:r>
              <a:t/>
            </a:r>
          </a:p>
          <a:p xmlns:a="http://schemas.openxmlformats.org/drawingml/2006/main">
            <a:r>
              <a:t>Teacher answer / acceptable response: All stated checks, based on the supplied record.</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Optional repeat make is 10 minutes with ingredients pre-portioned. If this cannot be achieved safely, use the paper evidence route; never rush tool work.</a:t>
            </a:r>
          </a:p>
          <a:p xmlns:a="http://schemas.openxmlformats.org/drawingml/2006/main">
            <a:r>
              <a:t/>
            </a:r>
          </a:p>
          <a:p xmlns:a="http://schemas.openxmlformats.org/drawingml/2006/main">
            <a:r>
              <a:t>Pupil prompt: What evidence will your recorder collect first?</a:t>
            </a:r>
          </a:p>
          <a:p xmlns:a="http://schemas.openxmlformats.org/drawingml/2006/main">
            <a:r>
              <a:t/>
            </a:r>
          </a:p>
          <a:p xmlns:a="http://schemas.openxmlformats.org/drawingml/2006/main">
            <a:r>
              <a:t>Teacher answer / acceptable response: Adult-confirmed ingredient/routine check before practical work; then process/time and finished function.</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Optional repeat make is 10 minutes with ingredients pre-portioned. If this cannot be achieved safely, use the paper evidence route; never rush tool work.</a:t>
            </a:r>
          </a:p>
          <a:p xmlns:a="http://schemas.openxmlformats.org/drawingml/2006/main">
            <a:r>
              <a:t/>
            </a:r>
          </a:p>
          <a:p xmlns:a="http://schemas.openxmlformats.org/drawingml/2006/main">
            <a:r>
              <a:t>Pupil prompt: What evidence will your recorder collect first?</a:t>
            </a:r>
          </a:p>
          <a:p xmlns:a="http://schemas.openxmlformats.org/drawingml/2006/main">
            <a:r>
              <a:t/>
            </a:r>
          </a:p>
          <a:p xmlns:a="http://schemas.openxmlformats.org/drawingml/2006/main">
            <a:r>
              <a:t>Teacher answer / acceptable response: Adult-confirmed ingredient/routine check before practical work; then process/time and finished function.</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Kind feedback describes the product and process. It never ranks the person or pressures them to taste.</a:t>
            </a:r>
          </a:p>
          <a:p xmlns:a="http://schemas.openxmlformats.org/drawingml/2006/main">
            <a:r>
              <a:t/>
            </a:r>
          </a:p>
          <a:p xmlns:a="http://schemas.openxmlformats.org/drawingml/2006/main">
            <a:r>
              <a:t>Pupil prompt: What would you change and recheck?</a:t>
            </a:r>
          </a:p>
          <a:p xmlns:a="http://schemas.openxmlformats.org/drawingml/2006/main">
            <a:r>
              <a:t/>
            </a:r>
          </a:p>
          <a:p xmlns:a="http://schemas.openxmlformats.org/drawingml/2006/main">
            <a:r>
              <a:t>Teacher answer / acceptable response: Use the stated 70p recipe amounts and/or practise the fold with a clear edge; recheck cost or whether filling stays inside.</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Value specific evidence; “make it nicer” is too vague to test.</a:t>
            </a:r>
          </a:p>
          <a:p xmlns:a="http://schemas.openxmlformats.org/drawingml/2006/main">
            <a:r>
              <a:t/>
            </a:r>
          </a:p>
          <a:p xmlns:a="http://schemas.openxmlformats.org/drawingml/2006/main">
            <a:r>
              <a:t>Pupil prompt: Does an improvement need a reason?</a:t>
            </a:r>
          </a:p>
          <a:p xmlns:a="http://schemas.openxmlformats.org/drawingml/2006/main">
            <a:r>
              <a:t/>
            </a:r>
          </a:p>
          <a:p xmlns:a="http://schemas.openxmlformats.org/drawingml/2006/main">
            <a:r>
              <a:t>Teacher answer / acceptable response: Yes: it should address a stated criterion or improve a safe process.</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GROW_FOOD_W4 | Judge it against the brief</a:t>
            </a:r>
          </a:p>
          <a:p xmlns:a="http://schemas.openxmlformats.org/drawingml/2006/main">
            <a:r>
              <a:t>Use observable evidence and illustrative cost data to evaluate a snack against a brief.</a:t>
            </a:r>
          </a:p>
          <a:p xmlns:a="http://schemas.openxmlformats.org/drawingml/2006/main">
            <a:r>
              <a:t/>
            </a:r>
          </a:p>
          <a:p xmlns:a="http://schemas.openxmlformats.org/drawingml/2006/main">
            <a:r>
              <a:t>Final assessment prioritises process, reasoning and safety; eating is never required.</a:t>
            </a:r>
          </a:p>
          <a:p xmlns:a="http://schemas.openxmlformats.org/drawingml/2006/main">
            <a:r>
              <a:t/>
            </a:r>
          </a:p>
          <a:p xmlns:a="http://schemas.openxmlformats.org/drawingml/2006/main">
            <a:r>
              <a:t>Pupil prompt: Can the photo prove every check is met?</a:t>
            </a:r>
          </a:p>
          <a:p xmlns:a="http://schemas.openxmlformats.org/drawingml/2006/main">
            <a:r>
              <a:t/>
            </a:r>
          </a:p>
          <a:p xmlns:a="http://schemas.openxmlformats.org/drawingml/2006/main">
            <a:r>
              <a:t>Teacher answer / acceptable response: No. It can show appearance/shape; safety, time and cost need other evidence.</a:t>
            </a:r>
          </a:p>
          <a:p xmlns:a="http://schemas.openxmlformats.org/drawingml/2006/main">
            <a:r>
              <a:t/>
            </a:r>
          </a:p>
          <a:p xmlns:a="http://schemas.openxmlformats.org/drawingml/2006/main">
            <a:r>
              <a:t>Support: BUILD: one criterion at a time; point to met/not yet/need evidence and use pre-added cost cards. GROW: justify all four verdicts and explain a targeted improvement.</a:t>
            </a:r>
          </a:p>
          <a:p xmlns:a="http://schemas.openxmlformats.org/drawingml/2006/main">
            <a:r>
              <a:t/>
            </a:r>
          </a:p>
          <a:p xmlns:a="http://schemas.openxmlformats.org/drawingml/2006/main">
            <a:r>
              <a:t>Stretch: Derive each used-ingredient cost from the whole-pack data, then explain an exclusion such as packaging before discussing a real selling price.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and define brief.</a:t>
            </a:r>
          </a:p>
          <a:p xmlns:a="http://schemas.openxmlformats.org/drawingml/2006/main">
            <a:r>
              <a:t>7 min: Model criteria, verdicts and 70p cost.</a:t>
            </a:r>
          </a:p>
          <a:p xmlns:a="http://schemas.openxmlformats.org/drawingml/2006/main">
            <a:r>
              <a:t>10 min: Optional repeat make or paper product inspection.</a:t>
            </a:r>
          </a:p>
          <a:p xmlns:a="http://schemas.openxmlformats.org/drawingml/2006/main">
            <a:r>
              <a:t>8 min: Evaluate evidence and complete cost task.</a:t>
            </a:r>
          </a:p>
          <a:p xmlns:a="http://schemas.openxmlformats.org/drawingml/2006/main">
            <a:r>
              <a:t>5 min: Compare verdicts and choose improvement.</a:t>
            </a:r>
          </a:p>
          <a:p xmlns:a="http://schemas.openxmlformats.org/drawingml/2006/main">
            <a:r>
              <a:t>5 min: Adult checks tools are accounted for and manages washing sharp items separately; pupils wash safe utensils, clear waste, clean the workspace as directed and wash hands.</a:t>
            </a:r>
          </a:p>
          <a:p xmlns:a="http://schemas.openxmlformats.org/drawingml/2006/main">
            <a:r>
              <a:t>2 min: Exit evidence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GROW kitchen programme handover — https://madebymatt.uk/Lessons/GROW_ASDAN/PEQ_L2_Kitchen/COOKING_HANDOVER.md — Source context read at repository snapshot 0e0cd7431974dc45f139aef0b3e428465db4e557. Preserves supervised practical work, teamwork emphasis, neutral food language and private school evidence.</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d605dfe398a45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11a3de61793407b" /><Relationship Type="http://schemas.openxmlformats.org/officeDocument/2006/relationships/slideLayout" Target="/ppt/slideLayouts/slideLayout1.xml" Id="Rcc77e29acafa43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77e29acafa43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ac6b232a65435b" /><Relationship Type="http://schemas.openxmlformats.org/officeDocument/2006/relationships/image" Target="/ppt/media/image.jpeg" Id="R94ddd349bfd041d3" /><Relationship Type="http://schemas.openxmlformats.org/officeDocument/2006/relationships/notesSlide" Target="/ppt/notesSlides/notesSlide1.xml" Id="R0ed1f0af96024f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9743f411a0e429d" /><Relationship Type="http://schemas.openxmlformats.org/officeDocument/2006/relationships/image" Target="/ppt/media/image.jpeg" Id="R9deb8937b90d4b85" /><Relationship Type="http://schemas.openxmlformats.org/officeDocument/2006/relationships/notesSlide" Target="/ppt/notesSlides/notesSlide2.xml" Id="R6bb05cb9090e4b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722270a70234f80" /><Relationship Type="http://schemas.openxmlformats.org/officeDocument/2006/relationships/image" Target="/ppt/media/image.jpeg" Id="R37904ba617584247" /><Relationship Type="http://schemas.openxmlformats.org/officeDocument/2006/relationships/notesSlide" Target="/ppt/notesSlides/notesSlide3.xml" Id="R9e29e35300584e5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ae0f0252464ae3" /><Relationship Type="http://schemas.openxmlformats.org/officeDocument/2006/relationships/image" Target="/ppt/media/image.jpeg" Id="R68d633db39e84343" /><Relationship Type="http://schemas.openxmlformats.org/officeDocument/2006/relationships/notesSlide" Target="/ppt/notesSlides/notesSlide4.xml" Id="R1ff275b7346648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8d234fba784279" /><Relationship Type="http://schemas.openxmlformats.org/officeDocument/2006/relationships/image" Target="/ppt/media/image.jpeg" Id="R93912ccd8b9d4e55" /><Relationship Type="http://schemas.openxmlformats.org/officeDocument/2006/relationships/notesSlide" Target="/ppt/notesSlides/notesSlide5.xml" Id="R825d992754b044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c03e9660714738" /><Relationship Type="http://schemas.openxmlformats.org/officeDocument/2006/relationships/image" Target="/ppt/media/image.jpeg" Id="Rb8e4850b052c45c9" /><Relationship Type="http://schemas.openxmlformats.org/officeDocument/2006/relationships/notesSlide" Target="/ppt/notesSlides/notesSlide6.xml" Id="R6c70f2381089478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596392a2e04db8" /><Relationship Type="http://schemas.openxmlformats.org/officeDocument/2006/relationships/image" Target="/ppt/media/image.jpeg" Id="Ra29a53d73e0a4bd8" /><Relationship Type="http://schemas.openxmlformats.org/officeDocument/2006/relationships/notesSlide" Target="/ppt/notesSlides/notesSlide7.xml" Id="R65b1e3f235554f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6674928745a4b97" /><Relationship Type="http://schemas.openxmlformats.org/officeDocument/2006/relationships/image" Target="/ppt/media/image.jpeg" Id="R7b876b2742714be9" /><Relationship Type="http://schemas.openxmlformats.org/officeDocument/2006/relationships/notesSlide" Target="/ppt/notesSlides/notesSlide8.xml" Id="Rd38d86aad87148f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bea3b993624e07" /><Relationship Type="http://schemas.openxmlformats.org/officeDocument/2006/relationships/image" Target="/ppt/media/image.jpeg" Id="Rb43c00b1871548bf" /><Relationship Type="http://schemas.openxmlformats.org/officeDocument/2006/relationships/notesSlide" Target="/ppt/notesSlides/notesSlide9.xml" Id="R57a4ee682af540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f4cb5d1993c4bad" /><Relationship Type="http://schemas.openxmlformats.org/officeDocument/2006/relationships/image" Target="/ppt/media/image.jpeg" Id="R634597440ee043ba" /><Relationship Type="http://schemas.openxmlformats.org/officeDocument/2006/relationships/notesSlide" Target="/ppt/notesSlides/notesSlide10.xml" Id="R81d2bae04ec44e9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34298d32b684d7e" /><Relationship Type="http://schemas.openxmlformats.org/officeDocument/2006/relationships/image" Target="/ppt/media/image.jpeg" Id="R08a0a440124c4026" /><Relationship Type="http://schemas.openxmlformats.org/officeDocument/2006/relationships/notesSlide" Target="/ppt/notesSlides/notesSlide11.xml" Id="Rd04db873488846f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197f9c702624542" /><Relationship Type="http://schemas.openxmlformats.org/officeDocument/2006/relationships/image" Target="/ppt/media/image.jpeg" Id="R02fc70bf2a0b4f52" /><Relationship Type="http://schemas.openxmlformats.org/officeDocument/2006/relationships/notesSlide" Target="/ppt/notesSlides/notesSlide12.xml" Id="R8cecafdb85514832"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4ddd349bfd041d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Judge it against the brief</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wrap recipe again, or evaluate the supplied fictional product record.</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Our question is: does the product meet its checks?</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counts as stronger evidence than “I like it”?</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9deb8937b90d4b8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BRIEF</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CRITERION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The job a product must do.</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One check in a brief.</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7904ba61758424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lunch-club brief</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Make one snack wrap using the agreed ingredients and safe routine.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must hold its filling and be ready within 15 minutes of making time.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Illustrative ingredient-used cost must be no more than £1 per wrap.</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Name one check you can observe without eating.</a:t>
            </a:r>
          </a:p>
        </p:txBody>
      </p:sp>
    </p:spTree>
    <p:extLst>
      <p:ext uri="{BB962C8B-B14F-4D97-AF65-F5344CB8AC3E}">
        <p14:creationId xmlns:p14="http://schemas.microsoft.com/office/powerpoint/2010/main" val="1732344281"/>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8d633db39e8434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Three possible verdicts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Met: the evidence shows the criterion was achieved.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Not yet: the evidence shows it was missed.</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Need evidence: we cannot tell from the record.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No one recorded a label check. Can we assume it happened?</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3912ccd8b9d4e5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did this portion cost?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Illustrative amounts used: tortilla 25p, chickpeas 20p, cucumber 10p, soft cheese 15p.</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25 + 20 + 10 + 15 = 70p.</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Buying all four packs would cost £5.70 in this example.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8e4850b052c45c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What did this portion cost?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Why is 70p different from £5.70?</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9a53d73e0a4bd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 fictional product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Product A: 12-minute make, filling stays inside, 70p ingredient-used cost.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Adult record: labels checked, routine followed, clean tools used and unused chilled food returned.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brief checks does Product A meet?</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b876b2742714be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or inspect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full wrap recipe with pre-prepared ingredients, or inspect the fictional evidence cards.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Assign maker/reader, checker and recorder roles.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Gather evidence for safety, function, time and cost.</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43c00b1871548b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or inspect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evidence will your recorder collect first?</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34597440ee043b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a useful improvement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Product B cost 110p and its filling spilled from the sides.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It was ready in 13 minutes and the adult confirmed the routine.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one change that addresses an unmet criterion.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would you change and recheck?</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8a0a440124c4026"/>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Write the verdict</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___ check is met / not yet / needs evidence because ___.”</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“Next time I will ___, then check ___.”</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Reset the station, or return evidence cards and clear the desk.</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Does an improvement need a reason?</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2fc70bf2a0b4f5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Evidence before judgement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4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photo shows a neat wrap. There is no ingredient or hygiene record.</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the photo prove every check is met?</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2026-09-07T12:33:14.4750000Z</dcterms:created>
  <dcterms:modified xsi:type="dcterms:W3CDTF">2026-09-07T12:33:14.4750000Z</dcterms:modified>
</coreProperties>
</file>