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196a08555f4d71" /><Relationship Type="http://schemas.openxmlformats.org/officeDocument/2006/relationships/extended-properties" Target="/docProps/app.xml" Id="Rb9da85f9159348ba" /><Relationship Type="http://schemas.openxmlformats.org/officeDocument/2006/relationships/officeDocument" Target="/ppt/presentation.xml" Id="Rbaee320d849f44fb" /></Relationships>
</file>

<file path=ppt/presentation.xml><?xml version="1.0" encoding="utf-8"?>
<p:presentation xmlns:p="http://schemas.openxmlformats.org/presentationml/2006/main">
  <p:sldMasterIdLst>
    <p:sldMasterId xmlns:r="http://schemas.openxmlformats.org/officeDocument/2006/relationships" id="2147483648" r:id="Reb26df0c7abb4fdc"/>
  </p:sldMasterIdLst>
  <p:notesMasterIdLst>
    <p:notesMasterId xmlns:r="http://schemas.openxmlformats.org/officeDocument/2006/relationships" r:id="R0803757659d94e23"/>
  </p:notesMasterIdLst>
  <p:sldIdLst>
    <p:sldId xmlns:r="http://schemas.openxmlformats.org/officeDocument/2006/relationships" id="256" r:id="Rfc9f225f65fc4d6c"/>
    <p:sldId xmlns:r="http://schemas.openxmlformats.org/officeDocument/2006/relationships" id="257" r:id="Rc6e3306fe13f42ef"/>
    <p:sldId xmlns:r="http://schemas.openxmlformats.org/officeDocument/2006/relationships" id="258" r:id="R289620fd64a14a20"/>
    <p:sldId xmlns:r="http://schemas.openxmlformats.org/officeDocument/2006/relationships" id="259" r:id="R0bc25b2815314ebe"/>
    <p:sldId xmlns:r="http://schemas.openxmlformats.org/officeDocument/2006/relationships" id="260" r:id="Rc56c03b345604e9d"/>
    <p:sldId xmlns:r="http://schemas.openxmlformats.org/officeDocument/2006/relationships" id="261" r:id="Rd1fdcda6a62c42fb"/>
    <p:sldId xmlns:r="http://schemas.openxmlformats.org/officeDocument/2006/relationships" id="262" r:id="R8633f1720b204070"/>
    <p:sldId xmlns:r="http://schemas.openxmlformats.org/officeDocument/2006/relationships" id="263" r:id="R55872acda7dd43d2"/>
    <p:sldId xmlns:r="http://schemas.openxmlformats.org/officeDocument/2006/relationships" id="264" r:id="R1ea23731399d4d5b"/>
    <p:sldId xmlns:r="http://schemas.openxmlformats.org/officeDocument/2006/relationships" id="265" r:id="R28ce47b18a55437e"/>
    <p:sldId xmlns:r="http://schemas.openxmlformats.org/officeDocument/2006/relationships" id="266" r:id="R0af1ff079ea54f92"/>
    <p:sldId xmlns:r="http://schemas.openxmlformats.org/officeDocument/2006/relationships" id="267" r:id="Reafed3c8054541e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fd64b3a976411b" /><Relationship Type="http://schemas.openxmlformats.org/officeDocument/2006/relationships/slideMaster" Target="/ppt/slideMasters/slideMaster1.xml" Id="Reb26df0c7abb4fdc" /><Relationship Type="http://schemas.openxmlformats.org/officeDocument/2006/relationships/notesMaster" Target="/ppt/notesMasters/notesMaster1.xml" Id="R0803757659d94e23" /><Relationship Type="http://schemas.openxmlformats.org/officeDocument/2006/relationships/presProps" Target="/ppt/presProps.xml" Id="R99b0e609309f4921" /><Relationship Type="http://schemas.openxmlformats.org/officeDocument/2006/relationships/tableStyles" Target="/ppt/tableStyles.xml" Id="R9ab82926e3374281" /><Relationship Type="http://schemas.openxmlformats.org/officeDocument/2006/relationships/slide" Target="/ppt/slides/slide1.xml" Id="Rfc9f225f65fc4d6c" /><Relationship Type="http://schemas.openxmlformats.org/officeDocument/2006/relationships/slide" Target="/ppt/slides/slide2.xml" Id="Rc6e3306fe13f42ef" /><Relationship Type="http://schemas.openxmlformats.org/officeDocument/2006/relationships/slide" Target="/ppt/slides/slide3.xml" Id="R289620fd64a14a20" /><Relationship Type="http://schemas.openxmlformats.org/officeDocument/2006/relationships/slide" Target="/ppt/slides/slide4.xml" Id="R0bc25b2815314ebe" /><Relationship Type="http://schemas.openxmlformats.org/officeDocument/2006/relationships/slide" Target="/ppt/slides/slide5.xml" Id="Rc56c03b345604e9d" /><Relationship Type="http://schemas.openxmlformats.org/officeDocument/2006/relationships/slide" Target="/ppt/slides/slide6.xml" Id="Rd1fdcda6a62c42fb" /><Relationship Type="http://schemas.openxmlformats.org/officeDocument/2006/relationships/slide" Target="/ppt/slides/slide7.xml" Id="R8633f1720b204070" /><Relationship Type="http://schemas.openxmlformats.org/officeDocument/2006/relationships/slide" Target="/ppt/slides/slide8.xml" Id="R55872acda7dd43d2" /><Relationship Type="http://schemas.openxmlformats.org/officeDocument/2006/relationships/slide" Target="/ppt/slides/slide9.xml" Id="R1ea23731399d4d5b" /><Relationship Type="http://schemas.openxmlformats.org/officeDocument/2006/relationships/slide" Target="/ppt/slides/slide10.xml" Id="R28ce47b18a55437e" /><Relationship Type="http://schemas.openxmlformats.org/officeDocument/2006/relationships/slide" Target="/ppt/slides/slide11.xml" Id="R0af1ff079ea54f92" /><Relationship Type="http://schemas.openxmlformats.org/officeDocument/2006/relationships/slide" Target="/ppt/slides/slide12.xml" Id="Reafed3c8054541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ebe0de58e54d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e8f7b083fc48b1" /><Relationship Type="http://schemas.openxmlformats.org/officeDocument/2006/relationships/notesMaster" Target="/ppt/notesMasters/notesMaster1.xml" Id="R9501cf9e76ef44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de92cdf86c4d15" /><Relationship Type="http://schemas.openxmlformats.org/officeDocument/2006/relationships/notesMaster" Target="/ppt/notesMasters/notesMaster1.xml" Id="Re0e507866f1440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c13d5c18f342ec" /><Relationship Type="http://schemas.openxmlformats.org/officeDocument/2006/relationships/notesMaster" Target="/ppt/notesMasters/notesMaster1.xml" Id="R2c6520a46353416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e1f66faecc443c" /><Relationship Type="http://schemas.openxmlformats.org/officeDocument/2006/relationships/notesMaster" Target="/ppt/notesMasters/notesMaster1.xml" Id="R8ca2a243f79643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eae7653f884820" /><Relationship Type="http://schemas.openxmlformats.org/officeDocument/2006/relationships/notesMaster" Target="/ppt/notesMasters/notesMaster1.xml" Id="R0ac223756f2a4c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f1573f6dee4204" /><Relationship Type="http://schemas.openxmlformats.org/officeDocument/2006/relationships/notesMaster" Target="/ppt/notesMasters/notesMaster1.xml" Id="Rfa0b071da1ca4a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1e458bca714ba0" /><Relationship Type="http://schemas.openxmlformats.org/officeDocument/2006/relationships/notesMaster" Target="/ppt/notesMasters/notesMaster1.xml" Id="Rb24c214c25e74b4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faaf15ef88c4be0" /><Relationship Type="http://schemas.openxmlformats.org/officeDocument/2006/relationships/notesMaster" Target="/ppt/notesMasters/notesMaster1.xml" Id="Rdf91307945064ec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f7819de306d4b36" /><Relationship Type="http://schemas.openxmlformats.org/officeDocument/2006/relationships/notesMaster" Target="/ppt/notesMasters/notesMaster1.xml" Id="R5fe04cbb3ccd4f6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ddbc0e112944c1" /><Relationship Type="http://schemas.openxmlformats.org/officeDocument/2006/relationships/notesMaster" Target="/ppt/notesMasters/notesMaster1.xml" Id="Rb9f2615fa2434cd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69d46bcaeb649f1" /><Relationship Type="http://schemas.openxmlformats.org/officeDocument/2006/relationships/notesMaster" Target="/ppt/notesMasters/notesMaster1.xml" Id="Rb1c69c8729504f3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fcf2e689e1f47c5" /><Relationship Type="http://schemas.openxmlformats.org/officeDocument/2006/relationships/notesMaster" Target="/ppt/notesMasters/notesMaster1.xml" Id="Rbb173f1869ac4a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GROW_FOOD_W3 | Read it, make it</a:t>
            </a:r>
          </a:p>
          <a:p xmlns:a="http://schemas.openxmlformats.org/drawingml/2006/main">
            <a:r>
              <a:t>Read, measure and follow a numbered cold recipe, checking each step.</a:t>
            </a:r>
          </a:p>
          <a:p xmlns:a="http://schemas.openxmlformats.org/drawingml/2006/main">
            <a:r>
              <a:t/>
            </a:r>
          </a:p>
          <a:p xmlns:a="http://schemas.openxmlformats.org/drawingml/2006/main">
            <a:r>
              <a:t>Adapted from uploaded W3 and recipe log. New full cold recipe replaces the missing recipe wall and photo.</a:t>
            </a:r>
          </a:p>
          <a:p xmlns:a="http://schemas.openxmlformats.org/drawingml/2006/main">
            <a:r>
              <a:t/>
            </a:r>
          </a:p>
          <a:p xmlns:a="http://schemas.openxmlformats.org/drawingml/2006/main">
            <a:r>
              <a:t>Pupil prompt: What information do we need before making?</a:t>
            </a:r>
          </a:p>
          <a:p xmlns:a="http://schemas.openxmlformats.org/drawingml/2006/main">
            <a:r>
              <a:t/>
            </a:r>
          </a:p>
          <a:p xmlns:a="http://schemas.openxmlformats.org/drawingml/2006/main">
            <a:r>
              <a:t>Teacher answer / acceptable response: Ingredients, amounts, tools, method and the adult-approved safety/allergy plan.</a:t>
            </a:r>
          </a:p>
          <a:p xmlns:a="http://schemas.openxmlformats.org/drawingml/2006/main">
            <a:r>
              <a:t/>
            </a:r>
          </a:p>
          <a:p xmlns:a="http://schemas.openxmlformats.org/drawingml/2006/main">
            <a:r>
              <a:t>Support: BUILD: adult-prepared cucumber, one step visible at a time, short verb/amount cards and paper fold rehearsal. GROW: prompt from the written recipe and ask the checker to explain any correction.</a:t>
            </a:r>
          </a:p>
          <a:p xmlns:a="http://schemas.openxmlformats.org/drawingml/2006/main">
            <a:r>
              <a:t/>
            </a:r>
          </a:p>
          <a:p xmlns:a="http://schemas.openxmlformats.org/drawingml/2006/main">
            <a:r>
              <a:t>Stretch: Scale all four ingredients for two wraps and explain which safety checks stay the same.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and roles.</a:t>
            </a:r>
          </a:p>
          <a:p xmlns:a="http://schemas.openxmlformats.org/drawingml/2006/main">
            <a:r>
              <a:t>6 min: Recipe structure and detective questions.</a:t>
            </a:r>
          </a:p>
          <a:p xmlns:a="http://schemas.openxmlformats.org/drawingml/2006/main">
            <a:r>
              <a:t>6 min: Model measures, mix and fold.</a:t>
            </a:r>
          </a:p>
          <a:p xmlns:a="http://schemas.openxmlformats.org/drawingml/2006/main">
            <a:r>
              <a:t>15 min: Follow the numbered recipe in pairs.</a:t>
            </a:r>
          </a:p>
          <a:p xmlns:a="http://schemas.openxmlformats.org/drawingml/2006/main">
            <a:r>
              <a:t>3 min: Record amounts and checked evidence.</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and double-amount challenge.</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GROW_FOOD_W3 | Read it, make it</a:t>
            </a:r>
          </a:p>
          <a:p xmlns:a="http://schemas.openxmlformats.org/drawingml/2006/main">
            <a:r>
              <a:t>Read, measure and follow a numbered cold recipe, checking each step.</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BUILD: adult-prepared cucumber, one step visible at a time, short verb/amount cards and paper fold rehearsal. GROW: prompt from the written recipe and ask the checker to explain any correction.</a:t>
            </a:r>
          </a:p>
          <a:p xmlns:a="http://schemas.openxmlformats.org/drawingml/2006/main">
            <a:r>
              <a:t/>
            </a:r>
          </a:p>
          <a:p xmlns:a="http://schemas.openxmlformats.org/drawingml/2006/main">
            <a:r>
              <a:t>Stretch: Scale all four ingredients for two wraps and explain which safety checks stay the same.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and roles.</a:t>
            </a:r>
          </a:p>
          <a:p xmlns:a="http://schemas.openxmlformats.org/drawingml/2006/main">
            <a:r>
              <a:t>6 min: Recipe structure and detective questions.</a:t>
            </a:r>
          </a:p>
          <a:p xmlns:a="http://schemas.openxmlformats.org/drawingml/2006/main">
            <a:r>
              <a:t>6 min: Model measures, mix and fold.</a:t>
            </a:r>
          </a:p>
          <a:p xmlns:a="http://schemas.openxmlformats.org/drawingml/2006/main">
            <a:r>
              <a:t>15 min: Follow the numbered recipe in pairs.</a:t>
            </a:r>
          </a:p>
          <a:p xmlns:a="http://schemas.openxmlformats.org/drawingml/2006/main">
            <a:r>
              <a:t>3 min: Record amounts and checked evidence.</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and double-amount challenge.</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GROW_FOOD_W3 | Read it, make it</a:t>
            </a:r>
          </a:p>
          <a:p xmlns:a="http://schemas.openxmlformats.org/drawingml/2006/main">
            <a:r>
              <a:t>Read, measure and follow a numbered cold recipe, checking each step.</a:t>
            </a:r>
          </a:p>
          <a:p xmlns:a="http://schemas.openxmlformats.org/drawingml/2006/main">
            <a:r>
              <a:t/>
            </a:r>
          </a:p>
          <a:p xmlns:a="http://schemas.openxmlformats.org/drawingml/2006/main">
            <a:r>
              <a:t>Explain g and ml with the equipment; do not conflate volume and mass.</a:t>
            </a:r>
          </a:p>
          <a:p xmlns:a="http://schemas.openxmlformats.org/drawingml/2006/main">
            <a:r>
              <a:t/>
            </a:r>
          </a:p>
          <a:p xmlns:a="http://schemas.openxmlformats.org/drawingml/2006/main">
            <a:r>
              <a:t>Pupil prompt: Is “40 g chickpeas” an ingredient amount or a method?</a:t>
            </a:r>
          </a:p>
          <a:p xmlns:a="http://schemas.openxmlformats.org/drawingml/2006/main">
            <a:r>
              <a:t/>
            </a:r>
          </a:p>
          <a:p xmlns:a="http://schemas.openxmlformats.org/drawingml/2006/main">
            <a:r>
              <a:t>Teacher answer / acceptable response: An ingredient amount.</a:t>
            </a:r>
          </a:p>
          <a:p xmlns:a="http://schemas.openxmlformats.org/drawingml/2006/main">
            <a:r>
              <a:t/>
            </a:r>
          </a:p>
          <a:p xmlns:a="http://schemas.openxmlformats.org/drawingml/2006/main">
            <a:r>
              <a:t>Support: BUILD: adult-prepared cucumber, one step visible at a time, short verb/amount cards and paper fold rehearsal. GROW: prompt from the written recipe and ask the checker to explain any correction.</a:t>
            </a:r>
          </a:p>
          <a:p xmlns:a="http://schemas.openxmlformats.org/drawingml/2006/main">
            <a:r>
              <a:t/>
            </a:r>
          </a:p>
          <a:p xmlns:a="http://schemas.openxmlformats.org/drawingml/2006/main">
            <a:r>
              <a:t>Stretch: Scale all four ingredients for two wraps and explain which safety checks stay the same.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and roles.</a:t>
            </a:r>
          </a:p>
          <a:p xmlns:a="http://schemas.openxmlformats.org/drawingml/2006/main">
            <a:r>
              <a:t>6 min: Recipe structure and detective questions.</a:t>
            </a:r>
          </a:p>
          <a:p xmlns:a="http://schemas.openxmlformats.org/drawingml/2006/main">
            <a:r>
              <a:t>6 min: Model measures, mix and fold.</a:t>
            </a:r>
          </a:p>
          <a:p xmlns:a="http://schemas.openxmlformats.org/drawingml/2006/main">
            <a:r>
              <a:t>15 min: Follow the numbered recipe in pairs.</a:t>
            </a:r>
          </a:p>
          <a:p xmlns:a="http://schemas.openxmlformats.org/drawingml/2006/main">
            <a:r>
              <a:t>3 min: Record amounts and checked evidence.</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and double-amount challenge.</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GROW_FOOD_W3 | Read it, make it</a:t>
            </a:r>
          </a:p>
          <a:p xmlns:a="http://schemas.openxmlformats.org/drawingml/2006/main">
            <a:r>
              <a:t>Read, measure and follow a numbered cold recipe, checking each step.</a:t>
            </a:r>
          </a:p>
          <a:p xmlns:a="http://schemas.openxmlformats.org/drawingml/2006/main">
            <a:r>
              <a:t/>
            </a:r>
          </a:p>
          <a:p xmlns:a="http://schemas.openxmlformats.org/drawingml/2006/main">
            <a:r>
              <a:t>Read the full resource aloud as required. Use ingredient and method headings as visual anchors.</a:t>
            </a:r>
          </a:p>
          <a:p xmlns:a="http://schemas.openxmlformats.org/drawingml/2006/main">
            <a:r>
              <a:t/>
            </a:r>
          </a:p>
          <a:p xmlns:a="http://schemas.openxmlformats.org/drawingml/2006/main">
            <a:r>
              <a:t>Pupil prompt: Which must happen before spreading the mixture?</a:t>
            </a:r>
          </a:p>
          <a:p xmlns:a="http://schemas.openxmlformats.org/drawingml/2006/main">
            <a:r>
              <a:t/>
            </a:r>
          </a:p>
          <a:p xmlns:a="http://schemas.openxmlformats.org/drawingml/2006/main">
            <a:r>
              <a:t>Teacher answer / acceptable response: Measure, mash and mix the filling; prepare the cucumber.</a:t>
            </a:r>
          </a:p>
          <a:p xmlns:a="http://schemas.openxmlformats.org/drawingml/2006/main">
            <a:r>
              <a:t/>
            </a:r>
          </a:p>
          <a:p xmlns:a="http://schemas.openxmlformats.org/drawingml/2006/main">
            <a:r>
              <a:t>Support: BUILD: adult-prepared cucumber, one step visible at a time, short verb/amount cards and paper fold rehearsal. GROW: prompt from the written recipe and ask the checker to explain any correction.</a:t>
            </a:r>
          </a:p>
          <a:p xmlns:a="http://schemas.openxmlformats.org/drawingml/2006/main">
            <a:r>
              <a:t/>
            </a:r>
          </a:p>
          <a:p xmlns:a="http://schemas.openxmlformats.org/drawingml/2006/main">
            <a:r>
              <a:t>Stretch: Scale all four ingredients for two wraps and explain which safety checks stay the same.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and roles.</a:t>
            </a:r>
          </a:p>
          <a:p xmlns:a="http://schemas.openxmlformats.org/drawingml/2006/main">
            <a:r>
              <a:t>6 min: Recipe structure and detective questions.</a:t>
            </a:r>
          </a:p>
          <a:p xmlns:a="http://schemas.openxmlformats.org/drawingml/2006/main">
            <a:r>
              <a:t>6 min: Model measures, mix and fold.</a:t>
            </a:r>
          </a:p>
          <a:p xmlns:a="http://schemas.openxmlformats.org/drawingml/2006/main">
            <a:r>
              <a:t>15 min: Follow the numbered recipe in pairs.</a:t>
            </a:r>
          </a:p>
          <a:p xmlns:a="http://schemas.openxmlformats.org/drawingml/2006/main">
            <a:r>
              <a:t>3 min: Record amounts and checked evidence.</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and double-amount challenge.</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GROW_FOOD_W3 | Read it, make it</a:t>
            </a:r>
          </a:p>
          <a:p xmlns:a="http://schemas.openxmlformats.org/drawingml/2006/main">
            <a:r>
              <a:t>Read, measure and follow a numbered cold recipe, checking each step.</a:t>
            </a:r>
          </a:p>
          <a:p xmlns:a="http://schemas.openxmlformats.org/drawingml/2006/main">
            <a:r>
              <a:t/>
            </a:r>
          </a:p>
          <a:p xmlns:a="http://schemas.openxmlformats.org/drawingml/2006/main">
            <a:r>
              <a:t>Differentiate total mass from using tare for each ingredient. BUILD can use two pre-measured bowls.</a:t>
            </a:r>
          </a:p>
          <a:p xmlns:a="http://schemas.openxmlformats.org/drawingml/2006/main">
            <a:r>
              <a:t/>
            </a:r>
          </a:p>
          <a:p xmlns:a="http://schemas.openxmlformats.org/drawingml/2006/main">
            <a:r>
              <a:t>Pupil prompt: A display reads 55 g after both ingredients, without re-zeroing. Could that total be right?</a:t>
            </a:r>
          </a:p>
          <a:p xmlns:a="http://schemas.openxmlformats.org/drawingml/2006/main">
            <a:r>
              <a:t/>
            </a:r>
          </a:p>
          <a:p xmlns:a="http://schemas.openxmlformats.org/drawingml/2006/main">
            <a:r>
              <a:t>Teacher answer / acceptable response: Yes: 40 g + 15 g = 55 g if the empty bowl was zeroed first.</a:t>
            </a:r>
          </a:p>
          <a:p xmlns:a="http://schemas.openxmlformats.org/drawingml/2006/main">
            <a:r>
              <a:t/>
            </a:r>
          </a:p>
          <a:p xmlns:a="http://schemas.openxmlformats.org/drawingml/2006/main">
            <a:r>
              <a:t>Support: BUILD: adult-prepared cucumber, one step visible at a time, short verb/amount cards and paper fold rehearsal. GROW: prompt from the written recipe and ask the checker to explain any correction.</a:t>
            </a:r>
          </a:p>
          <a:p xmlns:a="http://schemas.openxmlformats.org/drawingml/2006/main">
            <a:r>
              <a:t/>
            </a:r>
          </a:p>
          <a:p xmlns:a="http://schemas.openxmlformats.org/drawingml/2006/main">
            <a:r>
              <a:t>Stretch: Scale all four ingredients for two wraps and explain which safety checks stay the same.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and roles.</a:t>
            </a:r>
          </a:p>
          <a:p xmlns:a="http://schemas.openxmlformats.org/drawingml/2006/main">
            <a:r>
              <a:t>6 min: Recipe structure and detective questions.</a:t>
            </a:r>
          </a:p>
          <a:p xmlns:a="http://schemas.openxmlformats.org/drawingml/2006/main">
            <a:r>
              <a:t>6 min: Model measures, mix and fold.</a:t>
            </a:r>
          </a:p>
          <a:p xmlns:a="http://schemas.openxmlformats.org/drawingml/2006/main">
            <a:r>
              <a:t>15 min: Follow the numbered recipe in pairs.</a:t>
            </a:r>
          </a:p>
          <a:p xmlns:a="http://schemas.openxmlformats.org/drawingml/2006/main">
            <a:r>
              <a:t>3 min: Record amounts and checked evidence.</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and double-amount challenge.</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GROW_FOOD_W3 | Read it, make it</a:t>
            </a:r>
          </a:p>
          <a:p xmlns:a="http://schemas.openxmlformats.org/drawingml/2006/main">
            <a:r>
              <a:t>Read, measure and follow a numbered cold recipe, checking each step.</a:t>
            </a:r>
          </a:p>
          <a:p xmlns:a="http://schemas.openxmlformats.org/drawingml/2006/main">
            <a:r>
              <a:t/>
            </a:r>
          </a:p>
          <a:p xmlns:a="http://schemas.openxmlformats.org/drawingml/2006/main">
            <a:r>
              <a:t>Differentiate total mass from using tare for each ingredient. BUILD can use two pre-measured bowls.</a:t>
            </a:r>
          </a:p>
          <a:p xmlns:a="http://schemas.openxmlformats.org/drawingml/2006/main">
            <a:r>
              <a:t/>
            </a:r>
          </a:p>
          <a:p xmlns:a="http://schemas.openxmlformats.org/drawingml/2006/main">
            <a:r>
              <a:t>Pupil prompt: A display reads 55 g after both ingredients, without re-zeroing. Could that total be right?</a:t>
            </a:r>
          </a:p>
          <a:p xmlns:a="http://schemas.openxmlformats.org/drawingml/2006/main">
            <a:r>
              <a:t/>
            </a:r>
          </a:p>
          <a:p xmlns:a="http://schemas.openxmlformats.org/drawingml/2006/main">
            <a:r>
              <a:t>Teacher answer / acceptable response: Yes: 40 g + 15 g = 55 g if the empty bowl was zeroed first.</a:t>
            </a:r>
          </a:p>
          <a:p xmlns:a="http://schemas.openxmlformats.org/drawingml/2006/main">
            <a:r>
              <a:t/>
            </a:r>
          </a:p>
          <a:p xmlns:a="http://schemas.openxmlformats.org/drawingml/2006/main">
            <a:r>
              <a:t>Support: BUILD: adult-prepared cucumber, one step visible at a time, short verb/amount cards and paper fold rehearsal. GROW: prompt from the written recipe and ask the checker to explain any correction.</a:t>
            </a:r>
          </a:p>
          <a:p xmlns:a="http://schemas.openxmlformats.org/drawingml/2006/main">
            <a:r>
              <a:t/>
            </a:r>
          </a:p>
          <a:p xmlns:a="http://schemas.openxmlformats.org/drawingml/2006/main">
            <a:r>
              <a:t>Stretch: Scale all four ingredients for two wraps and explain which safety checks stay the same.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and roles.</a:t>
            </a:r>
          </a:p>
          <a:p xmlns:a="http://schemas.openxmlformats.org/drawingml/2006/main">
            <a:r>
              <a:t>6 min: Recipe structure and detective questions.</a:t>
            </a:r>
          </a:p>
          <a:p xmlns:a="http://schemas.openxmlformats.org/drawingml/2006/main">
            <a:r>
              <a:t>6 min: Model measures, mix and fold.</a:t>
            </a:r>
          </a:p>
          <a:p xmlns:a="http://schemas.openxmlformats.org/drawingml/2006/main">
            <a:r>
              <a:t>15 min: Follow the numbered recipe in pairs.</a:t>
            </a:r>
          </a:p>
          <a:p xmlns:a="http://schemas.openxmlformats.org/drawingml/2006/main">
            <a:r>
              <a:t>3 min: Record amounts and checked evidence.</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and double-amount challenge.</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GROW_FOOD_W3 | Read it, make it</a:t>
            </a:r>
          </a:p>
          <a:p xmlns:a="http://schemas.openxmlformats.org/drawingml/2006/main">
            <a:r>
              <a:t>Read, measure and follow a numbered cold recipe, checking each step.</a:t>
            </a:r>
          </a:p>
          <a:p xmlns:a="http://schemas.openxmlformats.org/drawingml/2006/main">
            <a:r>
              <a:t/>
            </a:r>
          </a:p>
          <a:p xmlns:a="http://schemas.openxmlformats.org/drawingml/2006/main">
            <a:r>
              <a:t>Use actual approval process privately. Do not put pupil allergies into a public plan.</a:t>
            </a:r>
          </a:p>
          <a:p xmlns:a="http://schemas.openxmlformats.org/drawingml/2006/main">
            <a:r>
              <a:t/>
            </a:r>
          </a:p>
          <a:p xmlns:a="http://schemas.openxmlformats.org/drawingml/2006/main">
            <a:r>
              <a:t>Pupil prompt: What should the reader/checker do?</a:t>
            </a:r>
          </a:p>
          <a:p xmlns:a="http://schemas.openxmlformats.org/drawingml/2006/main">
            <a:r>
              <a:t/>
            </a:r>
          </a:p>
          <a:p xmlns:a="http://schemas.openxmlformats.org/drawingml/2006/main">
            <a:r>
              <a:t>Teacher answer / acceptable response: Pause and ask the adult to approve a suitable substitution before continuing.</a:t>
            </a:r>
          </a:p>
          <a:p xmlns:a="http://schemas.openxmlformats.org/drawingml/2006/main">
            <a:r>
              <a:t/>
            </a:r>
          </a:p>
          <a:p xmlns:a="http://schemas.openxmlformats.org/drawingml/2006/main">
            <a:r>
              <a:t>Support: BUILD: adult-prepared cucumber, one step visible at a time, short verb/amount cards and paper fold rehearsal. GROW: prompt from the written recipe and ask the checker to explain any correction.</a:t>
            </a:r>
          </a:p>
          <a:p xmlns:a="http://schemas.openxmlformats.org/drawingml/2006/main">
            <a:r>
              <a:t/>
            </a:r>
          </a:p>
          <a:p xmlns:a="http://schemas.openxmlformats.org/drawingml/2006/main">
            <a:r>
              <a:t>Stretch: Scale all four ingredients for two wraps and explain which safety checks stay the same.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and roles.</a:t>
            </a:r>
          </a:p>
          <a:p xmlns:a="http://schemas.openxmlformats.org/drawingml/2006/main">
            <a:r>
              <a:t>6 min: Recipe structure and detective questions.</a:t>
            </a:r>
          </a:p>
          <a:p xmlns:a="http://schemas.openxmlformats.org/drawingml/2006/main">
            <a:r>
              <a:t>6 min: Model measures, mix and fold.</a:t>
            </a:r>
          </a:p>
          <a:p xmlns:a="http://schemas.openxmlformats.org/drawingml/2006/main">
            <a:r>
              <a:t>15 min: Follow the numbered recipe in pairs.</a:t>
            </a:r>
          </a:p>
          <a:p xmlns:a="http://schemas.openxmlformats.org/drawingml/2006/main">
            <a:r>
              <a:t>3 min: Record amounts and checked evidence.</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and double-amount challenge.</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GROW_FOOD_W3 | Read it, make it</a:t>
            </a:r>
          </a:p>
          <a:p xmlns:a="http://schemas.openxmlformats.org/drawingml/2006/main">
            <a:r>
              <a:t>Read, measure and follow a numbered cold recipe, checking each step.</a:t>
            </a:r>
          </a:p>
          <a:p xmlns:a="http://schemas.openxmlformats.org/drawingml/2006/main">
            <a:r>
              <a:t/>
            </a:r>
          </a:p>
          <a:p xmlns:a="http://schemas.openxmlformats.org/drawingml/2006/main">
            <a:r>
              <a:t>Adult uses “show me the next step” prompts while maintaining direct tool supervision.</a:t>
            </a:r>
          </a:p>
          <a:p xmlns:a="http://schemas.openxmlformats.org/drawingml/2006/main">
            <a:r>
              <a:t/>
            </a:r>
          </a:p>
          <a:p xmlns:a="http://schemas.openxmlformats.org/drawingml/2006/main">
            <a:r>
              <a:t>Pupil prompt: What is your next written step?</a:t>
            </a:r>
          </a:p>
          <a:p xmlns:a="http://schemas.openxmlformats.org/drawingml/2006/main">
            <a:r>
              <a:t/>
            </a:r>
          </a:p>
          <a:p xmlns:a="http://schemas.openxmlformats.org/drawingml/2006/main">
            <a:r>
              <a:t>Teacher answer / acceptable response: Pupil locates their own next unticked step and reads, points to or explains it.</a:t>
            </a:r>
          </a:p>
          <a:p xmlns:a="http://schemas.openxmlformats.org/drawingml/2006/main">
            <a:r>
              <a:t/>
            </a:r>
          </a:p>
          <a:p xmlns:a="http://schemas.openxmlformats.org/drawingml/2006/main">
            <a:r>
              <a:t>Support: BUILD: adult-prepared cucumber, one step visible at a time, short verb/amount cards and paper fold rehearsal. GROW: prompt from the written recipe and ask the checker to explain any correction.</a:t>
            </a:r>
          </a:p>
          <a:p xmlns:a="http://schemas.openxmlformats.org/drawingml/2006/main">
            <a:r>
              <a:t/>
            </a:r>
          </a:p>
          <a:p xmlns:a="http://schemas.openxmlformats.org/drawingml/2006/main">
            <a:r>
              <a:t>Stretch: Scale all four ingredients for two wraps and explain which safety checks stay the same.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and roles.</a:t>
            </a:r>
          </a:p>
          <a:p xmlns:a="http://schemas.openxmlformats.org/drawingml/2006/main">
            <a:r>
              <a:t>6 min: Recipe structure and detective questions.</a:t>
            </a:r>
          </a:p>
          <a:p xmlns:a="http://schemas.openxmlformats.org/drawingml/2006/main">
            <a:r>
              <a:t>6 min: Model measures, mix and fold.</a:t>
            </a:r>
          </a:p>
          <a:p xmlns:a="http://schemas.openxmlformats.org/drawingml/2006/main">
            <a:r>
              <a:t>15 min: Follow the numbered recipe in pairs.</a:t>
            </a:r>
          </a:p>
          <a:p xmlns:a="http://schemas.openxmlformats.org/drawingml/2006/main">
            <a:r>
              <a:t>3 min: Record amounts and checked evidence.</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and double-amount challenge.</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GROW_FOOD_W3 | Read it, make it</a:t>
            </a:r>
          </a:p>
          <a:p xmlns:a="http://schemas.openxmlformats.org/drawingml/2006/main">
            <a:r>
              <a:t>Read, measure and follow a numbered cold recipe, checking each step.</a:t>
            </a:r>
          </a:p>
          <a:p xmlns:a="http://schemas.openxmlformats.org/drawingml/2006/main">
            <a:r>
              <a:t/>
            </a:r>
          </a:p>
          <a:p xmlns:a="http://schemas.openxmlformats.org/drawingml/2006/main">
            <a:r>
              <a:t>A wrap’s appearance is one functional check, not a judgement of the pupil.</a:t>
            </a:r>
          </a:p>
          <a:p xmlns:a="http://schemas.openxmlformats.org/drawingml/2006/main">
            <a:r>
              <a:t/>
            </a:r>
          </a:p>
          <a:p xmlns:a="http://schemas.openxmlformats.org/drawingml/2006/main">
            <a:r>
              <a:t>Pupil prompt: Is it useful to tick a step before doing it?</a:t>
            </a:r>
          </a:p>
          <a:p xmlns:a="http://schemas.openxmlformats.org/drawingml/2006/main">
            <a:r>
              <a:t/>
            </a:r>
          </a:p>
          <a:p xmlns:a="http://schemas.openxmlformats.org/drawingml/2006/main">
            <a:r>
              <a:t>Teacher answer / acceptable response: No. A tick should record a completed, checked action.</a:t>
            </a:r>
          </a:p>
          <a:p xmlns:a="http://schemas.openxmlformats.org/drawingml/2006/main">
            <a:r>
              <a:t/>
            </a:r>
          </a:p>
          <a:p xmlns:a="http://schemas.openxmlformats.org/drawingml/2006/main">
            <a:r>
              <a:t>Support: BUILD: adult-prepared cucumber, one step visible at a time, short verb/amount cards and paper fold rehearsal. GROW: prompt from the written recipe and ask the checker to explain any correction.</a:t>
            </a:r>
          </a:p>
          <a:p xmlns:a="http://schemas.openxmlformats.org/drawingml/2006/main">
            <a:r>
              <a:t/>
            </a:r>
          </a:p>
          <a:p xmlns:a="http://schemas.openxmlformats.org/drawingml/2006/main">
            <a:r>
              <a:t>Stretch: Scale all four ingredients for two wraps and explain which safety checks stay the same.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and roles.</a:t>
            </a:r>
          </a:p>
          <a:p xmlns:a="http://schemas.openxmlformats.org/drawingml/2006/main">
            <a:r>
              <a:t>6 min: Recipe structure and detective questions.</a:t>
            </a:r>
          </a:p>
          <a:p xmlns:a="http://schemas.openxmlformats.org/drawingml/2006/main">
            <a:r>
              <a:t>6 min: Model measures, mix and fold.</a:t>
            </a:r>
          </a:p>
          <a:p xmlns:a="http://schemas.openxmlformats.org/drawingml/2006/main">
            <a:r>
              <a:t>15 min: Follow the numbered recipe in pairs.</a:t>
            </a:r>
          </a:p>
          <a:p xmlns:a="http://schemas.openxmlformats.org/drawingml/2006/main">
            <a:r>
              <a:t>3 min: Record amounts and checked evidence.</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and double-amount challenge.</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GROW_FOOD_W3 | Read it, make it</a:t>
            </a:r>
          </a:p>
          <a:p xmlns:a="http://schemas.openxmlformats.org/drawingml/2006/main">
            <a:r>
              <a:t>Read, measure and follow a numbered cold recipe, checking each step.</a:t>
            </a:r>
          </a:p>
          <a:p xmlns:a="http://schemas.openxmlformats.org/drawingml/2006/main">
            <a:r>
              <a:t/>
            </a:r>
          </a:p>
          <a:p xmlns:a="http://schemas.openxmlformats.org/drawingml/2006/main">
            <a:r>
              <a:t>A wrap’s appearance is one functional check, not a judgement of the pupil.</a:t>
            </a:r>
          </a:p>
          <a:p xmlns:a="http://schemas.openxmlformats.org/drawingml/2006/main">
            <a:r>
              <a:t/>
            </a:r>
          </a:p>
          <a:p xmlns:a="http://schemas.openxmlformats.org/drawingml/2006/main">
            <a:r>
              <a:t>Pupil prompt: Is it useful to tick a step before doing it?</a:t>
            </a:r>
          </a:p>
          <a:p xmlns:a="http://schemas.openxmlformats.org/drawingml/2006/main">
            <a:r>
              <a:t/>
            </a:r>
          </a:p>
          <a:p xmlns:a="http://schemas.openxmlformats.org/drawingml/2006/main">
            <a:r>
              <a:t>Teacher answer / acceptable response: No. A tick should record a completed, checked action.</a:t>
            </a:r>
          </a:p>
          <a:p xmlns:a="http://schemas.openxmlformats.org/drawingml/2006/main">
            <a:r>
              <a:t/>
            </a:r>
          </a:p>
          <a:p xmlns:a="http://schemas.openxmlformats.org/drawingml/2006/main">
            <a:r>
              <a:t>Support: BUILD: adult-prepared cucumber, one step visible at a time, short verb/amount cards and paper fold rehearsal. GROW: prompt from the written recipe and ask the checker to explain any correction.</a:t>
            </a:r>
          </a:p>
          <a:p xmlns:a="http://schemas.openxmlformats.org/drawingml/2006/main">
            <a:r>
              <a:t/>
            </a:r>
          </a:p>
          <a:p xmlns:a="http://schemas.openxmlformats.org/drawingml/2006/main">
            <a:r>
              <a:t>Stretch: Scale all four ingredients for two wraps and explain which safety checks stay the same.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and roles.</a:t>
            </a:r>
          </a:p>
          <a:p xmlns:a="http://schemas.openxmlformats.org/drawingml/2006/main">
            <a:r>
              <a:t>6 min: Recipe structure and detective questions.</a:t>
            </a:r>
          </a:p>
          <a:p xmlns:a="http://schemas.openxmlformats.org/drawingml/2006/main">
            <a:r>
              <a:t>6 min: Model measures, mix and fold.</a:t>
            </a:r>
          </a:p>
          <a:p xmlns:a="http://schemas.openxmlformats.org/drawingml/2006/main">
            <a:r>
              <a:t>15 min: Follow the numbered recipe in pairs.</a:t>
            </a:r>
          </a:p>
          <a:p xmlns:a="http://schemas.openxmlformats.org/drawingml/2006/main">
            <a:r>
              <a:t>3 min: Record amounts and checked evidence.</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and double-amount challenge.</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GROW_FOOD_W3 | Read it, make it</a:t>
            </a:r>
          </a:p>
          <a:p xmlns:a="http://schemas.openxmlformats.org/drawingml/2006/main">
            <a:r>
              <a:t>Read, measure and follow a numbered cold recipe, checking each step.</a:t>
            </a:r>
          </a:p>
          <a:p xmlns:a="http://schemas.openxmlformats.org/drawingml/2006/main">
            <a:r>
              <a:t/>
            </a:r>
          </a:p>
          <a:p xmlns:a="http://schemas.openxmlformats.org/drawingml/2006/main">
            <a:r>
              <a:t>Follow school storage plan and actual labels; do not send food home without an agreed cold-storage plan.</a:t>
            </a:r>
          </a:p>
          <a:p xmlns:a="http://schemas.openxmlformats.org/drawingml/2006/main">
            <a:r>
              <a:t/>
            </a:r>
          </a:p>
          <a:p xmlns:a="http://schemas.openxmlformats.org/drawingml/2006/main">
            <a:r>
              <a:t>Pupil prompt: Which check helped you most?</a:t>
            </a:r>
          </a:p>
          <a:p xmlns:a="http://schemas.openxmlformats.org/drawingml/2006/main">
            <a:r>
              <a:t/>
            </a:r>
          </a:p>
          <a:p xmlns:a="http://schemas.openxmlformats.org/drawingml/2006/main">
            <a:r>
              <a:t>Teacher answer / acceptable response: For example: re-reading 15 g prevented adding too much spread; checking the edge helped the fold.</a:t>
            </a:r>
          </a:p>
          <a:p xmlns:a="http://schemas.openxmlformats.org/drawingml/2006/main">
            <a:r>
              <a:t/>
            </a:r>
          </a:p>
          <a:p xmlns:a="http://schemas.openxmlformats.org/drawingml/2006/main">
            <a:r>
              <a:t>Support: BUILD: adult-prepared cucumber, one step visible at a time, short verb/amount cards and paper fold rehearsal. GROW: prompt from the written recipe and ask the checker to explain any correction.</a:t>
            </a:r>
          </a:p>
          <a:p xmlns:a="http://schemas.openxmlformats.org/drawingml/2006/main">
            <a:r>
              <a:t/>
            </a:r>
          </a:p>
          <a:p xmlns:a="http://schemas.openxmlformats.org/drawingml/2006/main">
            <a:r>
              <a:t>Stretch: Scale all four ingredients for two wraps and explain which safety checks stay the same.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and roles.</a:t>
            </a:r>
          </a:p>
          <a:p xmlns:a="http://schemas.openxmlformats.org/drawingml/2006/main">
            <a:r>
              <a:t>6 min: Recipe structure and detective questions.</a:t>
            </a:r>
          </a:p>
          <a:p xmlns:a="http://schemas.openxmlformats.org/drawingml/2006/main">
            <a:r>
              <a:t>6 min: Model measures, mix and fold.</a:t>
            </a:r>
          </a:p>
          <a:p xmlns:a="http://schemas.openxmlformats.org/drawingml/2006/main">
            <a:r>
              <a:t>15 min: Follow the numbered recipe in pairs.</a:t>
            </a:r>
          </a:p>
          <a:p xmlns:a="http://schemas.openxmlformats.org/drawingml/2006/main">
            <a:r>
              <a:t>3 min: Record amounts and checked evidence.</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and double-amount challenge.</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GROW_FOOD_W3 | Read it, make it</a:t>
            </a:r>
          </a:p>
          <a:p xmlns:a="http://schemas.openxmlformats.org/drawingml/2006/main">
            <a:r>
              <a:t>Read, measure and follow a numbered cold recipe, checking each step.</a:t>
            </a:r>
          </a:p>
          <a:p xmlns:a="http://schemas.openxmlformats.org/drawingml/2006/main">
            <a:r>
              <a:t/>
            </a:r>
          </a:p>
          <a:p xmlns:a="http://schemas.openxmlformats.org/drawingml/2006/main">
            <a:r>
              <a:t>Extension only after the core reading and sequence check; no extra practical quantity needed.</a:t>
            </a:r>
          </a:p>
          <a:p xmlns:a="http://schemas.openxmlformats.org/drawingml/2006/main">
            <a:r>
              <a:t/>
            </a:r>
          </a:p>
          <a:p xmlns:a="http://schemas.openxmlformats.org/drawingml/2006/main">
            <a:r>
              <a:t>Pupil prompt: How many grams are needed for two?</a:t>
            </a:r>
          </a:p>
          <a:p xmlns:a="http://schemas.openxmlformats.org/drawingml/2006/main">
            <a:r>
              <a:t/>
            </a:r>
          </a:p>
          <a:p xmlns:a="http://schemas.openxmlformats.org/drawingml/2006/main">
            <a:r>
              <a:t>Teacher answer / acceptable response: 80 g. BUILD support: 40 g + 40 g.</a:t>
            </a:r>
          </a:p>
          <a:p xmlns:a="http://schemas.openxmlformats.org/drawingml/2006/main">
            <a:r>
              <a:t/>
            </a:r>
          </a:p>
          <a:p xmlns:a="http://schemas.openxmlformats.org/drawingml/2006/main">
            <a:r>
              <a:t>Support: BUILD: adult-prepared cucumber, one step visible at a time, short verb/amount cards and paper fold rehearsal. GROW: prompt from the written recipe and ask the checker to explain any correction.</a:t>
            </a:r>
          </a:p>
          <a:p xmlns:a="http://schemas.openxmlformats.org/drawingml/2006/main">
            <a:r>
              <a:t/>
            </a:r>
          </a:p>
          <a:p xmlns:a="http://schemas.openxmlformats.org/drawingml/2006/main">
            <a:r>
              <a:t>Stretch: Scale all four ingredients for two wraps and explain which safety checks stay the same.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and roles.</a:t>
            </a:r>
          </a:p>
          <a:p xmlns:a="http://schemas.openxmlformats.org/drawingml/2006/main">
            <a:r>
              <a:t>6 min: Recipe structure and detective questions.</a:t>
            </a:r>
          </a:p>
          <a:p xmlns:a="http://schemas.openxmlformats.org/drawingml/2006/main">
            <a:r>
              <a:t>6 min: Model measures, mix and fold.</a:t>
            </a:r>
          </a:p>
          <a:p xmlns:a="http://schemas.openxmlformats.org/drawingml/2006/main">
            <a:r>
              <a:t>15 min: Follow the numbered recipe in pairs.</a:t>
            </a:r>
          </a:p>
          <a:p xmlns:a="http://schemas.openxmlformats.org/drawingml/2006/main">
            <a:r>
              <a:t>3 min: Record amounts and checked evidence.</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and double-amount challenge.</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301d106cf344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678b39b205414f" /><Relationship Type="http://schemas.openxmlformats.org/officeDocument/2006/relationships/slideLayout" Target="/ppt/slideLayouts/slideLayout1.xml" Id="R2c231cca3d7145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231cca3d7145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561876901ed4929" /><Relationship Type="http://schemas.openxmlformats.org/officeDocument/2006/relationships/image" Target="/ppt/media/image.jpeg" Id="R1489dd5f47da47fc" /><Relationship Type="http://schemas.openxmlformats.org/officeDocument/2006/relationships/notesSlide" Target="/ppt/notesSlides/notesSlide1.xml" Id="R95c5043b5ea94b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7fbb28bc26d456a" /><Relationship Type="http://schemas.openxmlformats.org/officeDocument/2006/relationships/image" Target="/ppt/media/image.jpeg" Id="R9a31696328fa4f35" /><Relationship Type="http://schemas.openxmlformats.org/officeDocument/2006/relationships/notesSlide" Target="/ppt/notesSlides/notesSlide2.xml" Id="Rf2114178a14945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6a27734b4dc456c" /><Relationship Type="http://schemas.openxmlformats.org/officeDocument/2006/relationships/image" Target="/ppt/media/image.jpeg" Id="R1f656e1d3dfb49d0" /><Relationship Type="http://schemas.openxmlformats.org/officeDocument/2006/relationships/notesSlide" Target="/ppt/notesSlides/notesSlide3.xml" Id="Ra242f937f0364a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4bf8baeff89476e" /><Relationship Type="http://schemas.openxmlformats.org/officeDocument/2006/relationships/image" Target="/ppt/media/image.jpeg" Id="R4d4d11a17db745dc" /><Relationship Type="http://schemas.openxmlformats.org/officeDocument/2006/relationships/notesSlide" Target="/ppt/notesSlides/notesSlide4.xml" Id="Rd3836c548a0a4a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6f52afb002c4f0a" /><Relationship Type="http://schemas.openxmlformats.org/officeDocument/2006/relationships/image" Target="/ppt/media/image.jpeg" Id="R197fad8f3c56437d" /><Relationship Type="http://schemas.openxmlformats.org/officeDocument/2006/relationships/notesSlide" Target="/ppt/notesSlides/notesSlide5.xml" Id="Rea0dc3519c1d4d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d770b6cb2a64979" /><Relationship Type="http://schemas.openxmlformats.org/officeDocument/2006/relationships/image" Target="/ppt/media/image.jpeg" Id="Rb865627cac974634" /><Relationship Type="http://schemas.openxmlformats.org/officeDocument/2006/relationships/notesSlide" Target="/ppt/notesSlides/notesSlide6.xml" Id="Rd0027af51d4348e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9fc159fa1fe4841" /><Relationship Type="http://schemas.openxmlformats.org/officeDocument/2006/relationships/image" Target="/ppt/media/image.jpeg" Id="R8749ae5dfab846fd" /><Relationship Type="http://schemas.openxmlformats.org/officeDocument/2006/relationships/notesSlide" Target="/ppt/notesSlides/notesSlide7.xml" Id="Ra4294fc4177b4d8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82e41844ce04473" /><Relationship Type="http://schemas.openxmlformats.org/officeDocument/2006/relationships/image" Target="/ppt/media/image.jpeg" Id="Rf44cd58bba23423f" /><Relationship Type="http://schemas.openxmlformats.org/officeDocument/2006/relationships/notesSlide" Target="/ppt/notesSlides/notesSlide8.xml" Id="R63ea27571e67439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ef0180ff38a40c9" /><Relationship Type="http://schemas.openxmlformats.org/officeDocument/2006/relationships/image" Target="/ppt/media/image.jpeg" Id="R140eb0763ff14ecf" /><Relationship Type="http://schemas.openxmlformats.org/officeDocument/2006/relationships/notesSlide" Target="/ppt/notesSlides/notesSlide9.xml" Id="Rbc8b0a4d68414e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0f9c18819a745de" /><Relationship Type="http://schemas.openxmlformats.org/officeDocument/2006/relationships/image" Target="/ppt/media/image.jpeg" Id="Rd722fa123a1a46b3" /><Relationship Type="http://schemas.openxmlformats.org/officeDocument/2006/relationships/notesSlide" Target="/ppt/notesSlides/notesSlide10.xml" Id="Rc0791e8d040b41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3648312284a4195" /><Relationship Type="http://schemas.openxmlformats.org/officeDocument/2006/relationships/image" Target="/ppt/media/image.jpeg" Id="R3d62b709230b42ce" /><Relationship Type="http://schemas.openxmlformats.org/officeDocument/2006/relationships/notesSlide" Target="/ppt/notesSlides/notesSlide11.xml" Id="R649c22c55c1240e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119b565464b4da1" /><Relationship Type="http://schemas.openxmlformats.org/officeDocument/2006/relationships/image" Target="/ppt/media/image.jpeg" Id="Rb7bf7ae204664b57" /><Relationship Type="http://schemas.openxmlformats.org/officeDocument/2006/relationships/notesSlide" Target="/ppt/notesSlides/notesSlide12.xml" Id="Rf686096804a5448f"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489dd5f47da47f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Read it, make it</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FoodWise</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Today’s recipe: chickpea and cucumber wrap.</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 page is our guide: read, do, check, tick.</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information do we need before making?</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a31696328fa4f3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FoodWise</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METHOD</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INSTRUCTION VERB</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The ordered actions in a recipe.</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An action word such as mash, mix or fold.</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f656e1d3dfb49d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Two parts of a recipe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Ingredients tell us what and how much.</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Method tells us what to do and in which order.</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Action words include measure, mash, mix, spread and fold.</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Is “40 g chickpeas” an ingredient amount or a method?</a:t>
            </a:r>
          </a:p>
        </p:txBody>
      </p:sp>
    </p:spTree>
    <p:extLst>
      <p:ext uri="{BB962C8B-B14F-4D97-AF65-F5344CB8AC3E}">
        <p14:creationId xmlns:p14="http://schemas.microsoft.com/office/powerpoint/2010/main" val="1732344281"/>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d4d11a17db745d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Recipe detectives</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Find step 2: measure 40 g chickpeas, then mash.</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Find step 3: add 15 g soft cheese and mix.</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Find step 5: spread the mixture and add cucumber.</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must happen before spreading the mixture?</a:t>
            </a:r>
          </a:p>
        </p:txBody>
      </p:sp>
    </p:spTree>
    <p:extLst>
      <p:ext uri="{BB962C8B-B14F-4D97-AF65-F5344CB8AC3E}">
        <p14:creationId xmlns:p14="http://schemas.microsoft.com/office/powerpoint/2010/main" val="1732344281"/>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97fad8f3c56437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Measure accurately</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Put the bowl on the scales and zero the display.</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Add 40 g chickpeas. Stop and check before mashing.</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Zero again, then add 15 g soft cheese.</a:t>
            </a:r>
          </a:p>
        </p:txBody>
      </p:sp>
    </p:spTree>
    <p:extLst>
      <p:ext uri="{BB962C8B-B14F-4D97-AF65-F5344CB8AC3E}">
        <p14:creationId xmlns:p14="http://schemas.microsoft.com/office/powerpoint/2010/main" val="289928415"/>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865627cac97463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Measure accurately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display reads 55 g after both ingredients, without re-zeroing. Could that total be right?</a:t>
            </a:r>
          </a:p>
        </p:txBody>
      </p:sp>
    </p:spTree>
    <p:extLst>
      <p:ext uri="{BB962C8B-B14F-4D97-AF65-F5344CB8AC3E}">
        <p14:creationId xmlns:p14="http://schemas.microsoft.com/office/powerpoint/2010/main" val="289928415"/>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749ae5dfab846f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missing ingredient</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 planned cheese is unavailable. Someone suggests a different spread.</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 team has not checked its ingredients or storage instructions.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should the reader/checker do?</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44cd58bba23423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Follow the page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Routine and label check first. Read one step, do it, check it, then tick it.</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Ask before using a tool or changing an ingredient.</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Keep a clear edge so the wrap can fold and hold its filling.</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is your next written step?</a:t>
            </a:r>
          </a:p>
        </p:txBody>
      </p:sp>
    </p:spTree>
    <p:extLst>
      <p:ext uri="{BB962C8B-B14F-4D97-AF65-F5344CB8AC3E}">
        <p14:creationId xmlns:p14="http://schemas.microsoft.com/office/powerpoint/2010/main" val="1732344281"/>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40eb0763ff14ec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Check the finished wrap</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Are the measured components present? Does the filling stay inside on the plate?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Find one tick backed by an observed action.</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If a step was missed, name it and plan the next safe action.</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722fa123a1a46b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Check the finished wrap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Is it useful to tick a step before doing it?</a:t>
            </a:r>
          </a:p>
        </p:txBody>
      </p:sp>
    </p:spTree>
    <p:extLst>
      <p:ext uri="{BB962C8B-B14F-4D97-AF65-F5344CB8AC3E}">
        <p14:creationId xmlns:p14="http://schemas.microsoft.com/office/powerpoint/2010/main" val="289928415"/>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d62b709230b42c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Record, then reset</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Record two amounts and the units you used.</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Circle two action verbs from your recipe.</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Cover/chill the approved portion or serve promptly, then reset.</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check helped you most?</a:t>
            </a:r>
          </a:p>
        </p:txBody>
      </p:sp>
    </p:spTree>
    <p:extLst>
      <p:ext uri="{BB962C8B-B14F-4D97-AF65-F5344CB8AC3E}">
        <p14:creationId xmlns:p14="http://schemas.microsoft.com/office/powerpoint/2010/main" val="1732344281"/>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7bf7ae204664b5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Scale the recipe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One wrap uses 40 g chickpeas. Two wraps use the same amount each.</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How many grams are needed for two?</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2026-09-07T12:33:06.3850000Z</dcterms:created>
  <dcterms:modified xsi:type="dcterms:W3CDTF">2026-09-07T12:33:06.3850000Z</dcterms:modified>
</coreProperties>
</file>