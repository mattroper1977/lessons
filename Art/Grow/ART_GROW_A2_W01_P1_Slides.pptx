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7eacfb86717644ed"/><Relationship Type="http://schemas.openxmlformats.org/officeDocument/2006/relationships/extended-properties" Target="/docProps/app.xml" Id="Re43e637170f54193"/><Relationship Type="http://schemas.openxmlformats.org/officeDocument/2006/relationships/officeDocument" Target="/ppt/presentation.xml" Id="R783a31a5a66047f8"/><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ae0537d79eca4be4"/>
  </p:sldMasterIdLst>
  <p:notesMasterIdLst>
    <p:notesMasterId xmlns:r="http://schemas.openxmlformats.org/officeDocument/2006/relationships" r:id="R98cb9fae0e7c4c70"/>
  </p:notesMasterIdLst>
  <p:sldIdLst>
    <p:sldId xmlns:r="http://schemas.openxmlformats.org/officeDocument/2006/relationships" id="256" r:id="R1e874d2e14d44739"/>
    <p:sldId xmlns:r="http://schemas.openxmlformats.org/officeDocument/2006/relationships" id="257" r:id="R1645dff9f1d84647"/>
    <p:sldId xmlns:r="http://schemas.openxmlformats.org/officeDocument/2006/relationships" id="258" r:id="R67b8ccc29977469b"/>
    <p:sldId xmlns:r="http://schemas.openxmlformats.org/officeDocument/2006/relationships" id="259" r:id="Rdbea32fa9ab442d8"/>
    <p:sldId xmlns:r="http://schemas.openxmlformats.org/officeDocument/2006/relationships" id="260" r:id="Re7ff9cc6cb744aed"/>
    <p:sldId xmlns:r="http://schemas.openxmlformats.org/officeDocument/2006/relationships" id="261" r:id="R30d074b045d44ecf"/>
    <p:sldId xmlns:r="http://schemas.openxmlformats.org/officeDocument/2006/relationships" id="262" r:id="Re1c40d6f009342ca"/>
    <p:sldId xmlns:r="http://schemas.openxmlformats.org/officeDocument/2006/relationships" id="263" r:id="R915a226b03bf419d"/>
    <p:sldId xmlns:r="http://schemas.openxmlformats.org/officeDocument/2006/relationships" id="264" r:id="R44114766ecc9430f"/>
    <p:sldId xmlns:r="http://schemas.openxmlformats.org/officeDocument/2006/relationships" id="265" r:id="Rc39e7de3ab3d40bc"/>
    <p:sldId xmlns:r="http://schemas.openxmlformats.org/officeDocument/2006/relationships" id="266" r:id="Re36f8ebc4eef4777"/>
    <p:sldId xmlns:r="http://schemas.openxmlformats.org/officeDocument/2006/relationships" id="267" r:id="Ra6eb696e896149ab"/>
    <p:sldId xmlns:r="http://schemas.openxmlformats.org/officeDocument/2006/relationships" id="268" r:id="Rd3c5cc45b92f4ed1"/>
    <p:sldId xmlns:r="http://schemas.openxmlformats.org/officeDocument/2006/relationships" id="269" r:id="R497e128f751f41b9"/>
    <p:sldId xmlns:r="http://schemas.openxmlformats.org/officeDocument/2006/relationships" id="270" r:id="Rd248ebbb38d44f0a"/>
    <p:sldId xmlns:r="http://schemas.openxmlformats.org/officeDocument/2006/relationships" id="271" r:id="R0ee3cab73b77484f"/>
    <p:sldId xmlns:r="http://schemas.openxmlformats.org/officeDocument/2006/relationships" id="272" r:id="R3ff7d1f234324f7e"/>
    <p:sldId xmlns:r="http://schemas.openxmlformats.org/officeDocument/2006/relationships" id="273" r:id="R323544a4c4f4408c"/>
    <p:sldId xmlns:r="http://schemas.openxmlformats.org/officeDocument/2006/relationships" id="274" r:id="Raa9c9d12d5854fbc"/>
    <p:sldId xmlns:r="http://schemas.openxmlformats.org/officeDocument/2006/relationships" id="275" r:id="R932f2c8305014780"/>
    <p:sldId xmlns:r="http://schemas.openxmlformats.org/officeDocument/2006/relationships" id="276" r:id="Rf80ab8435b23494d"/>
    <p:sldId xmlns:r="http://schemas.openxmlformats.org/officeDocument/2006/relationships" id="277" r:id="R098079ff84b24ad9"/>
    <p:sldId xmlns:r="http://schemas.openxmlformats.org/officeDocument/2006/relationships" id="278" r:id="Re1a8f36941d7478a"/>
    <p:sldId xmlns:r="http://schemas.openxmlformats.org/officeDocument/2006/relationships" id="279" r:id="R6b668cc24e634e3c"/>
    <p:sldId xmlns:r="http://schemas.openxmlformats.org/officeDocument/2006/relationships" id="280" r:id="R3196d5ee26ee406f"/>
    <p:sldId xmlns:r="http://schemas.openxmlformats.org/officeDocument/2006/relationships" id="281" r:id="R26203df8e8bf4f7e"/>
    <p:sldId xmlns:r="http://schemas.openxmlformats.org/officeDocument/2006/relationships" id="282" r:id="R0a48636ca7a24d25"/>
    <p:sldId xmlns:r="http://schemas.openxmlformats.org/officeDocument/2006/relationships" id="283" r:id="Raecf08fa3aff431a"/>
    <p:sldId xmlns:r="http://schemas.openxmlformats.org/officeDocument/2006/relationships" id="284" r:id="Ra18fe14857194881"/>
    <p:sldId xmlns:r="http://schemas.openxmlformats.org/officeDocument/2006/relationships" id="285" r:id="R1be13132d56b4494"/>
    <p:sldId xmlns:r="http://schemas.openxmlformats.org/officeDocument/2006/relationships" id="286" r:id="R5cfcd97f9736484e"/>
    <p:sldId xmlns:r="http://schemas.openxmlformats.org/officeDocument/2006/relationships" id="287" r:id="R926e9e7ed50d4987"/>
    <p:sldId xmlns:r="http://schemas.openxmlformats.org/officeDocument/2006/relationships" id="288" r:id="Re60d5d09fcda4948"/>
    <p:sldId xmlns:r="http://schemas.openxmlformats.org/officeDocument/2006/relationships" id="289" r:id="R2569d18129354c9e"/>
    <p:sldId xmlns:r="http://schemas.openxmlformats.org/officeDocument/2006/relationships" id="290" r:id="R5718c9de3d7043dd"/>
    <p:sldId xmlns:r="http://schemas.openxmlformats.org/officeDocument/2006/relationships" id="291" r:id="R251777859dc140bc"/>
    <p:sldId xmlns:r="http://schemas.openxmlformats.org/officeDocument/2006/relationships" id="292" r:id="Rd70c3b34753c43ab"/>
    <p:sldId xmlns:r="http://schemas.openxmlformats.org/officeDocument/2006/relationships" id="293" r:id="Rc8e30fd5e7424e90"/>
    <p:sldId xmlns:r="http://schemas.openxmlformats.org/officeDocument/2006/relationships" id="294" r:id="Rde93a07bc6b447dc"/>
    <p:sldId xmlns:r="http://schemas.openxmlformats.org/officeDocument/2006/relationships" id="295" r:id="R799f5e03739c4eb4"/>
    <p:sldId xmlns:r="http://schemas.openxmlformats.org/officeDocument/2006/relationships" id="296" r:id="R1160ce6a3b9b47bb"/>
    <p:sldId xmlns:r="http://schemas.openxmlformats.org/officeDocument/2006/relationships" id="297" r:id="Rfad3e652e5cf4dec"/>
    <p:sldId xmlns:r="http://schemas.openxmlformats.org/officeDocument/2006/relationships" id="298" r:id="R7415362934af41a6"/>
    <p:sldId xmlns:r="http://schemas.openxmlformats.org/officeDocument/2006/relationships" id="299" r:id="Rc6012f5ad7854867"/>
    <p:sldId xmlns:r="http://schemas.openxmlformats.org/officeDocument/2006/relationships" id="300" r:id="Rd0c8516268e44c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2870f55d9bc4b6e"/><Relationship Type="http://schemas.openxmlformats.org/officeDocument/2006/relationships/slideMaster" Target="/ppt/slideMasters/slideMaster1.xml" Id="Rae0537d79eca4be4"/><Relationship Type="http://schemas.openxmlformats.org/officeDocument/2006/relationships/notesMaster" Target="/ppt/notesMasters/notesMaster1.xml" Id="R98cb9fae0e7c4c70"/><Relationship Type="http://schemas.openxmlformats.org/officeDocument/2006/relationships/presProps" Target="/ppt/presProps.xml" Id="R67c359281419488d"/><Relationship Type="http://schemas.openxmlformats.org/officeDocument/2006/relationships/tableStyles" Target="/ppt/tableStyles.xml" Id="R7465a971d88b4224"/><Relationship Type="http://schemas.openxmlformats.org/officeDocument/2006/relationships/slide" Target="/ppt/slides/slide1.xml" Id="R1e874d2e14d44739"/><Relationship Type="http://schemas.openxmlformats.org/officeDocument/2006/relationships/slide" Target="/ppt/slides/slide2.xml" Id="R1645dff9f1d84647"/><Relationship Type="http://schemas.openxmlformats.org/officeDocument/2006/relationships/slide" Target="/ppt/slides/slide3.xml" Id="R67b8ccc29977469b"/><Relationship Type="http://schemas.openxmlformats.org/officeDocument/2006/relationships/slide" Target="/ppt/slides/slide4.xml" Id="Rdbea32fa9ab442d8"/><Relationship Type="http://schemas.openxmlformats.org/officeDocument/2006/relationships/slide" Target="/ppt/slides/slide5.xml" Id="Re7ff9cc6cb744aed"/><Relationship Type="http://schemas.openxmlformats.org/officeDocument/2006/relationships/slide" Target="/ppt/slides/slide6.xml" Id="R30d074b045d44ecf"/><Relationship Type="http://schemas.openxmlformats.org/officeDocument/2006/relationships/slide" Target="/ppt/slides/slide7.xml" Id="Re1c40d6f009342ca"/><Relationship Type="http://schemas.openxmlformats.org/officeDocument/2006/relationships/slide" Target="/ppt/slides/slide8.xml" Id="R915a226b03bf419d"/><Relationship Type="http://schemas.openxmlformats.org/officeDocument/2006/relationships/slide" Target="/ppt/slides/slide9.xml" Id="R44114766ecc9430f"/><Relationship Type="http://schemas.openxmlformats.org/officeDocument/2006/relationships/slide" Target="/ppt/slides/slide10.xml" Id="Rc39e7de3ab3d40bc"/><Relationship Type="http://schemas.openxmlformats.org/officeDocument/2006/relationships/slide" Target="/ppt/slides/slide11.xml" Id="Re36f8ebc4eef4777"/><Relationship Type="http://schemas.openxmlformats.org/officeDocument/2006/relationships/slide" Target="/ppt/slides/slide12.xml" Id="Ra6eb696e896149ab"/><Relationship Type="http://schemas.openxmlformats.org/officeDocument/2006/relationships/slide" Target="/ppt/slides/slide13.xml" Id="Rd3c5cc45b92f4ed1"/><Relationship Type="http://schemas.openxmlformats.org/officeDocument/2006/relationships/slide" Target="/ppt/slides/slide14.xml" Id="R497e128f751f41b9"/><Relationship Type="http://schemas.openxmlformats.org/officeDocument/2006/relationships/slide" Target="/ppt/slides/slide15.xml" Id="Rd248ebbb38d44f0a"/><Relationship Type="http://schemas.openxmlformats.org/officeDocument/2006/relationships/slide" Target="/ppt/slides/slide16.xml" Id="R0ee3cab73b77484f"/><Relationship Type="http://schemas.openxmlformats.org/officeDocument/2006/relationships/slide" Target="/ppt/slides/slide17.xml" Id="R3ff7d1f234324f7e"/><Relationship Type="http://schemas.openxmlformats.org/officeDocument/2006/relationships/slide" Target="/ppt/slides/slide18.xml" Id="R323544a4c4f4408c"/><Relationship Type="http://schemas.openxmlformats.org/officeDocument/2006/relationships/slide" Target="/ppt/slides/slide19.xml" Id="Raa9c9d12d5854fbc"/><Relationship Type="http://schemas.openxmlformats.org/officeDocument/2006/relationships/slide" Target="/ppt/slides/slide20.xml" Id="R932f2c8305014780"/><Relationship Type="http://schemas.openxmlformats.org/officeDocument/2006/relationships/slide" Target="/ppt/slides/slide21.xml" Id="Rf80ab8435b23494d"/><Relationship Type="http://schemas.openxmlformats.org/officeDocument/2006/relationships/slide" Target="/ppt/slides/slide22.xml" Id="R098079ff84b24ad9"/><Relationship Type="http://schemas.openxmlformats.org/officeDocument/2006/relationships/slide" Target="/ppt/slides/slide23.xml" Id="Re1a8f36941d7478a"/><Relationship Type="http://schemas.openxmlformats.org/officeDocument/2006/relationships/slide" Target="/ppt/slides/slide24.xml" Id="R6b668cc24e634e3c"/><Relationship Type="http://schemas.openxmlformats.org/officeDocument/2006/relationships/slide" Target="/ppt/slides/slide25.xml" Id="R3196d5ee26ee406f"/><Relationship Type="http://schemas.openxmlformats.org/officeDocument/2006/relationships/slide" Target="/ppt/slides/slide26.xml" Id="R26203df8e8bf4f7e"/><Relationship Type="http://schemas.openxmlformats.org/officeDocument/2006/relationships/slide" Target="/ppt/slides/slide27.xml" Id="R0a48636ca7a24d25"/><Relationship Type="http://schemas.openxmlformats.org/officeDocument/2006/relationships/slide" Target="/ppt/slides/slide28.xml" Id="Raecf08fa3aff431a"/><Relationship Type="http://schemas.openxmlformats.org/officeDocument/2006/relationships/slide" Target="/ppt/slides/slide29.xml" Id="Ra18fe14857194881"/><Relationship Type="http://schemas.openxmlformats.org/officeDocument/2006/relationships/slide" Target="/ppt/slides/slide30.xml" Id="R1be13132d56b4494"/><Relationship Type="http://schemas.openxmlformats.org/officeDocument/2006/relationships/slide" Target="/ppt/slides/slide31.xml" Id="R5cfcd97f9736484e"/><Relationship Type="http://schemas.openxmlformats.org/officeDocument/2006/relationships/slide" Target="/ppt/slides/slide32.xml" Id="R926e9e7ed50d4987"/><Relationship Type="http://schemas.openxmlformats.org/officeDocument/2006/relationships/slide" Target="/ppt/slides/slide33.xml" Id="Re60d5d09fcda4948"/><Relationship Type="http://schemas.openxmlformats.org/officeDocument/2006/relationships/slide" Target="/ppt/slides/slide34.xml" Id="R2569d18129354c9e"/><Relationship Type="http://schemas.openxmlformats.org/officeDocument/2006/relationships/slide" Target="/ppt/slides/slide35.xml" Id="R5718c9de3d7043dd"/><Relationship Type="http://schemas.openxmlformats.org/officeDocument/2006/relationships/slide" Target="/ppt/slides/slide36.xml" Id="R251777859dc140bc"/><Relationship Type="http://schemas.openxmlformats.org/officeDocument/2006/relationships/slide" Target="/ppt/slides/slide37.xml" Id="Rd70c3b34753c43ab"/><Relationship Type="http://schemas.openxmlformats.org/officeDocument/2006/relationships/slide" Target="/ppt/slides/slide38.xml" Id="Rc8e30fd5e7424e90"/><Relationship Type="http://schemas.openxmlformats.org/officeDocument/2006/relationships/slide" Target="/ppt/slides/slide39.xml" Id="Rde93a07bc6b447dc"/><Relationship Type="http://schemas.openxmlformats.org/officeDocument/2006/relationships/slide" Target="/ppt/slides/slide40.xml" Id="R799f5e03739c4eb4"/><Relationship Type="http://schemas.openxmlformats.org/officeDocument/2006/relationships/slide" Target="/ppt/slides/slide41.xml" Id="R1160ce6a3b9b47bb"/><Relationship Type="http://schemas.openxmlformats.org/officeDocument/2006/relationships/slide" Target="/ppt/slides/slide42.xml" Id="Rfad3e652e5cf4dec"/><Relationship Type="http://schemas.openxmlformats.org/officeDocument/2006/relationships/slide" Target="/ppt/slides/slide43.xml" Id="R7415362934af41a6"/><Relationship Type="http://schemas.openxmlformats.org/officeDocument/2006/relationships/slide" Target="/ppt/slides/slide44.xml" Id="Rc6012f5ad7854867"/><Relationship Type="http://schemas.openxmlformats.org/officeDocument/2006/relationships/slide" Target="/ppt/slides/slide45.xml" Id="Rd0c8516268e44ca9"/></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a8dbbf531168487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5f3aeba34f642aa"/><Relationship Type="http://schemas.openxmlformats.org/officeDocument/2006/relationships/notesMaster" Target="/ppt/notesMasters/notesMaster1.xml" Id="Re9b00ee2484e4760"/></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8f185c46ff94e7c"/><Relationship Type="http://schemas.openxmlformats.org/officeDocument/2006/relationships/notesMaster" Target="/ppt/notesMasters/notesMaster1.xml" Id="Rf9bff6e7eeda401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b163072020d4c85"/><Relationship Type="http://schemas.openxmlformats.org/officeDocument/2006/relationships/notesMaster" Target="/ppt/notesMasters/notesMaster1.xml" Id="Rc43a6e263b2e4f5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a435782a36824f9c"/><Relationship Type="http://schemas.openxmlformats.org/officeDocument/2006/relationships/notesMaster" Target="/ppt/notesMasters/notesMaster1.xml" Id="R61694db47d894b07"/></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d21f8e0ef044bed"/><Relationship Type="http://schemas.openxmlformats.org/officeDocument/2006/relationships/notesMaster" Target="/ppt/notesMasters/notesMaster1.xml" Id="R9f80e128de95486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55cb9e0e7024427e"/><Relationship Type="http://schemas.openxmlformats.org/officeDocument/2006/relationships/notesMaster" Target="/ppt/notesMasters/notesMaster1.xml" Id="Ra04a03bbdc984f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797ab169f054112"/><Relationship Type="http://schemas.openxmlformats.org/officeDocument/2006/relationships/notesMaster" Target="/ppt/notesMasters/notesMaster1.xml" Id="Re48595d312ed4b2a"/></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7749d62048e4b55"/><Relationship Type="http://schemas.openxmlformats.org/officeDocument/2006/relationships/notesMaster" Target="/ppt/notesMasters/notesMaster1.xml" Id="R81e967e42d804cf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3b37c6e5f98747e6"/><Relationship Type="http://schemas.openxmlformats.org/officeDocument/2006/relationships/notesMaster" Target="/ppt/notesMasters/notesMaster1.xml" Id="R666b1fde41fa40c8"/></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ee48be25d7ed43a8"/><Relationship Type="http://schemas.openxmlformats.org/officeDocument/2006/relationships/notesMaster" Target="/ppt/notesMasters/notesMaster1.xml" Id="Rf9e1e680fd82477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911da669d074ece"/><Relationship Type="http://schemas.openxmlformats.org/officeDocument/2006/relationships/notesMaster" Target="/ppt/notesMasters/notesMaster1.xml" Id="Rdefd7064799248e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cd6169d23ecb4ae2"/><Relationship Type="http://schemas.openxmlformats.org/officeDocument/2006/relationships/notesMaster" Target="/ppt/notesMasters/notesMaster1.xml" Id="R7cfa0a6e5a294b5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a5f89b23a8249f7"/><Relationship Type="http://schemas.openxmlformats.org/officeDocument/2006/relationships/notesMaster" Target="/ppt/notesMasters/notesMaster1.xml" Id="R25f4acc361624563"/></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d9b556b4aaa64d54"/><Relationship Type="http://schemas.openxmlformats.org/officeDocument/2006/relationships/notesMaster" Target="/ppt/notesMasters/notesMaster1.xml" Id="R3a0c01ef40b74ed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5e374cfd053f4d6a"/><Relationship Type="http://schemas.openxmlformats.org/officeDocument/2006/relationships/notesMaster" Target="/ppt/notesMasters/notesMaster1.xml" Id="R788f994fde5b4e34"/></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f65e80cb1204b25"/><Relationship Type="http://schemas.openxmlformats.org/officeDocument/2006/relationships/notesMaster" Target="/ppt/notesMasters/notesMaster1.xml" Id="R97b8f5dc4889408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fbbaa1510ca437f"/><Relationship Type="http://schemas.openxmlformats.org/officeDocument/2006/relationships/notesMaster" Target="/ppt/notesMasters/notesMaster1.xml" Id="R8b37056849aa4b3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348a892882d34e4f"/><Relationship Type="http://schemas.openxmlformats.org/officeDocument/2006/relationships/notesMaster" Target="/ppt/notesMasters/notesMaster1.xml" Id="R9e5d2e3716ce4c4b"/></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f42a1baf77041a0"/><Relationship Type="http://schemas.openxmlformats.org/officeDocument/2006/relationships/notesMaster" Target="/ppt/notesMasters/notesMaster1.xml" Id="Rcd5e27cfd74a4027"/></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02fe1383ad9844d4"/><Relationship Type="http://schemas.openxmlformats.org/officeDocument/2006/relationships/notesMaster" Target="/ppt/notesMasters/notesMaster1.xml" Id="Rc27224eef0c149e3"/></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17ad2dd4626a48a1"/><Relationship Type="http://schemas.openxmlformats.org/officeDocument/2006/relationships/notesMaster" Target="/ppt/notesMasters/notesMaster1.xml" Id="R55f2f9c55a7e4da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d15279eb58dc48ab"/><Relationship Type="http://schemas.openxmlformats.org/officeDocument/2006/relationships/notesMaster" Target="/ppt/notesMasters/notesMaster1.xml" Id="R431a4a7246104be0"/></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11add005071349c4"/><Relationship Type="http://schemas.openxmlformats.org/officeDocument/2006/relationships/notesMaster" Target="/ppt/notesMasters/notesMaster1.xml" Id="Rca96209c0bff411e"/></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f5d061df72974a48"/><Relationship Type="http://schemas.openxmlformats.org/officeDocument/2006/relationships/notesMaster" Target="/ppt/notesMasters/notesMaster1.xml" Id="R20f8a19b458048c4"/></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3faf65e87e6349f4"/><Relationship Type="http://schemas.openxmlformats.org/officeDocument/2006/relationships/notesMaster" Target="/ppt/notesMasters/notesMaster1.xml" Id="Raa7c124eacba42d6"/></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9cb560045554432b"/><Relationship Type="http://schemas.openxmlformats.org/officeDocument/2006/relationships/notesMaster" Target="/ppt/notesMasters/notesMaster1.xml" Id="R0ab1a39368c1427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f06856042f2f4ee3"/><Relationship Type="http://schemas.openxmlformats.org/officeDocument/2006/relationships/notesMaster" Target="/ppt/notesMasters/notesMaster1.xml" Id="Ra4ff7ad38f3c415c"/></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37f9b53d87474927"/><Relationship Type="http://schemas.openxmlformats.org/officeDocument/2006/relationships/notesMaster" Target="/ppt/notesMasters/notesMaster1.xml" Id="R9c9580749331467e"/></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9fc65a7fa14a4158"/><Relationship Type="http://schemas.openxmlformats.org/officeDocument/2006/relationships/notesMaster" Target="/ppt/notesMasters/notesMaster1.xml" Id="R8b3492904b854029"/></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93c60c3eeaf54906"/><Relationship Type="http://schemas.openxmlformats.org/officeDocument/2006/relationships/notesMaster" Target="/ppt/notesMasters/notesMaster1.xml" Id="Rdb02e0b1a190482a"/></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a522661559ad4f0c"/><Relationship Type="http://schemas.openxmlformats.org/officeDocument/2006/relationships/notesMaster" Target="/ppt/notesMasters/notesMaster1.xml" Id="R1969a901c2064795"/></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f40eeb55530445a4"/><Relationship Type="http://schemas.openxmlformats.org/officeDocument/2006/relationships/notesMaster" Target="/ppt/notesMasters/notesMaster1.xml" Id="R6ec74da36e0d4ead"/></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de7763049fcd4b23"/><Relationship Type="http://schemas.openxmlformats.org/officeDocument/2006/relationships/notesMaster" Target="/ppt/notesMasters/notesMaster1.xml" Id="Rf90b385b38754274"/></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0d5f46243098413a"/><Relationship Type="http://schemas.openxmlformats.org/officeDocument/2006/relationships/notesMaster" Target="/ppt/notesMasters/notesMaster1.xml" Id="Rc77b56ebbae541ce"/></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af1513cab254dad"/><Relationship Type="http://schemas.openxmlformats.org/officeDocument/2006/relationships/notesMaster" Target="/ppt/notesMasters/notesMaster1.xml" Id="R84581a5b0c0d427b"/></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960e507baa4c4e3a"/><Relationship Type="http://schemas.openxmlformats.org/officeDocument/2006/relationships/notesMaster" Target="/ppt/notesMasters/notesMaster1.xml" Id="R7e850d77288143d6"/></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0e2a3b096bc44ad9"/><Relationship Type="http://schemas.openxmlformats.org/officeDocument/2006/relationships/notesMaster" Target="/ppt/notesMasters/notesMaster1.xml" Id="R5fcadb3b41a043d5"/></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61a58da60a4b430d"/><Relationship Type="http://schemas.openxmlformats.org/officeDocument/2006/relationships/notesMaster" Target="/ppt/notesMasters/notesMaster1.xml" Id="Rf08986eeb77247d8"/></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c975e156d1234e3b"/><Relationship Type="http://schemas.openxmlformats.org/officeDocument/2006/relationships/notesMaster" Target="/ppt/notesMasters/notesMaster1.xml" Id="Ra4312e01680c45bc"/></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8d29cbf307f44952"/><Relationship Type="http://schemas.openxmlformats.org/officeDocument/2006/relationships/notesMaster" Target="/ppt/notesMasters/notesMaster1.xml" Id="R3c3afceb0f574f82"/></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4439d041d9294b19"/><Relationship Type="http://schemas.openxmlformats.org/officeDocument/2006/relationships/notesMaster" Target="/ppt/notesMasters/notesMaster1.xml" Id="R28c9b33fbc7141fd"/></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813bce95cd644353"/><Relationship Type="http://schemas.openxmlformats.org/officeDocument/2006/relationships/notesMaster" Target="/ppt/notesMasters/notesMaster1.xml" Id="Rc24e6bae51f1455a"/></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2a29c2f0fc70436e"/><Relationship Type="http://schemas.openxmlformats.org/officeDocument/2006/relationships/notesMaster" Target="/ppt/notesMasters/notesMaster1.xml" Id="R1078bc6116ab4cdd"/></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0b6768a79ab34b92"/><Relationship Type="http://schemas.openxmlformats.org/officeDocument/2006/relationships/notesMaster" Target="/ppt/notesMasters/notesMaster1.xml" Id="Red941dd5d2c2447a"/></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02a562037ee24759"/><Relationship Type="http://schemas.openxmlformats.org/officeDocument/2006/relationships/notesMaster" Target="/ppt/notesMasters/notesMaster1.xml" Id="R9208ee28f67d4bf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Opening; 0 minutes; lesson clock 0 to 0.</a:t>
            </a:r>
          </a:p>
          <a:p xmlns:a="http://schemas.openxmlformats.org/drawingml/2006/main">
            <a:r>
              <a:t>Prepare the simple word, colour and image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make a mark or move a card. Offer a director role throughout; do not require handling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used in some celebrations. People within a tradition may celebrate in different ways. These are original, made-up classroom images for an imagined light display, not sacred images or examples of a named tradition's art. Never ask about a pupil's belief, family, worship or loss. Discuss visible features and possible effects, not personal disclosure. No named artists or artworks are needed.</a:t>
            </a:r>
          </a:p>
          <a:p xmlns:a="http://schemas.openxmlformats.org/drawingml/2006/main">
            <a:r>
              <a:t>Materials safety and access: use pencils, pastels or chalk, and coloured and dark paper only; prepared colour and shape cards are enough for this explore lesson. No flames or real lights are used. Keep materials on the work surface and avoid blowing chalk dust. Offer a pencil or a director role if a texture is uncomfortable. Announce a brief count-in before the first visual task; mirror it with a visible gesture, then use the agreed flat-hand STOP cue for a pause. A pupil can pause in a quiet place without explaining why. Give large images and read the exact descriptions; label colours as well as showing them. Note when a response uses the description or labels, and do not treat colour discrimination or fine motor control as the art understanding being assessed.</a:t>
            </a:r>
          </a:p>
          <a:p xmlns:a="http://schemas.openxmlformats.org/drawingml/2006/main">
            <a:r>
              <a:t>Kit and stimulus — complete adult image cues: Make three equal plain rectangular images, labelled A, B and C, with no people, text within the image or named objects. A: a very dark blue ground; one central horizontal row of six evenly spaced marks, reading left to right as yellow ring / orange dot / yellow ring / orange dot / yellow ring / orange dot. Each ring is a clear yellow circle outline with dark ground visible in its centre; each dot is a solid orange circle. Make the marks the same outer size, with clear dark gaps. B: exactly the same ground, shapes, sizes, spacing and order as A, but use bright light blue for each ring and bright light green for each dot. C: exactly the same marks, colours, sizes, spacing and order as A, but on a pale yellow ground. Make the yellow rings close in colour and lightness to C's ground, so their outlines are less distinct than on A. Check the actual paper examples before teaching; their yellow rings must clearly show this difference. Prepare word cards that each show the word and its meaning: WARM (red, orange, yellow), COOL (blue, green), CONTRAST (a difference that helps a mark stand out), PATTERN (an arrangement of marks; ours repeat) and REPEAT (use a mark again); and DARK / PALE and SAME / DIFFERENT cards. Colour cards: red, orange, yellow, blue and green, each with its written label. In this lesson red, orange and yellow are warm colours; blue and green are cool colours. These are art groupings, not a measure of temperature. A small dark-paper sample and the same mark-making colours allow a pupil to test a chosen pair of marks, or direct the adult to test it.</a:t>
            </a:r>
          </a:p>
          <a:p xmlns:a="http://schemas.openxmlformats.org/drawingml/2006/main">
            <a:r>
              <a:t>Adult-only EHCP note: Possible outcome areas are communication and interaction; cognition and learning; sensory and physical access;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ART-GROW-A2-W01-P1: The assigned adult records one chosen book item or a brief observation of the pupil's own response, response mode and actual prompt used, and uploads it to the evidence app the same day, labelled ART-GROW-A2-W01-P1. Keep the coded book item, with a photo where useful, in the pupil's Explore log; a photo needs the accompanying observation;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Opening; 0 minutes; lesson clock 0 to 0.</a:t>
            </a:r>
          </a:p>
          <a:p xmlns:a="http://schemas.openxmlformats.org/drawingml/2006/main">
            <a:r>
              <a:t>Prepare the simple word, colour and image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make a mark or move a card. Offer a director role throughout; do not require handling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used in some celebrations. People within a tradition may celebrate in different ways. These are original, made-up classroom images for an imagined light display, not sacred images or examples of a named tradition's art. Never ask about a pupil's belief, family, worship or loss. Discuss visible features and possible effects, not personal disclosure. No named artists or artworks are needed.</a:t>
            </a:r>
          </a:p>
          <a:p xmlns:a="http://schemas.openxmlformats.org/drawingml/2006/main">
            <a:r>
              <a:t>Materials safety and access: use pencils, pastels or chalk, and coloured and dark paper only; prepared colour and shape cards are enough for this explore lesson. No flames or real lights are used. Keep materials on the work surface and avoid blowing chalk dust. Offer a pencil or a director role if a texture is uncomfortable. Announce a brief count-in before the first visual task; mirror it with a visible gesture, then use the agreed flat-hand STOP cue for a pause. A pupil can pause in a quiet place without explaining why. Give large images and read the exact descriptions; label colours as well as showing them. Note when a response uses the description or labels, and do not treat colour discrimination or fine motor control as the art understanding being assessed.</a:t>
            </a:r>
          </a:p>
          <a:p xmlns:a="http://schemas.openxmlformats.org/drawingml/2006/main">
            <a:r>
              <a:t>Kit and stimulus — complete adult image cues: Make three equal plain rectangular images, labelled A, B and C, with no people, text within the image or named objects. A: a very dark blue ground; one central horizontal row of six evenly spaced marks, reading left to right as yellow ring / orange dot / yellow ring / orange dot / yellow ring / orange dot. Each ring is a clear yellow circle outline with dark ground visible in its centre; each dot is a solid orange circle. Make the marks the same outer size, with clear dark gaps. B: exactly the same ground, shapes, sizes, spacing and order as A, but use bright light blue for each ring and bright light green for each dot. C: exactly the same marks, colours, sizes, spacing and order as A, but on a pale yellow ground. Make the yellow rings close in colour and lightness to C's ground, so their outlines are less distinct than on A. Check the actual paper examples before teaching; their yellow rings must clearly show this difference. Prepare word cards that each show the word and its meaning: WARM (red, orange, yellow), COOL (blue, green), CONTRAST (a difference that helps a mark stand out), PATTERN (an arrangement of marks; ours repeat) and REPEAT (use a mark again); and DARK / PALE and SAME / DIFFERENT cards. Colour cards: red, orange, yellow, blue and green, each with its written label. In this lesson red, orange and yellow are warm colours; blue and green are cool colours. These are art groupings, not a measure of temperature. A small dark-paper sample and the same mark-making colours allow a pupil to test a chosen pair of marks, or direct the adult to test it.</a:t>
            </a:r>
          </a:p>
          <a:p xmlns:a="http://schemas.openxmlformats.org/drawingml/2006/main">
            <a:r>
              <a:t>Adult-only EHCP note: Possible outcome areas are communication and interaction; cognition and learning; sensory and physical access;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ART-GROW-A2-W01-P1: The assigned adult records one chosen book item or a brief observation of the pupil's own response, response mode and actual prompt used, and uploads it to the evidence app the same day, labelled ART-GROW-A2-W01-P1. Keep the coded book item, with a photo where useful, in the pupil's Explore log; a photo needs the accompanying observation;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Use this tier as an alternative to the other tiers. Continuation adds no teaching time.</a:t>
            </a:r>
          </a:p>
          <a:p xmlns:a="http://schemas.openxmlformats.org/drawingml/2006/main">
            <a:r>
              <a:t>1. Warm colour</a:t>
            </a:r>
          </a:p>
          <a:p xmlns:a="http://schemas.openxmlformats.org/drawingml/2006/main">
            <a:r>
              <a:t>Answer guidance: Orange. Orange is a warm colour; blue is a cool colour. (A's ground is very dark blue; its marks are yellow and orange.)</a:t>
            </a:r>
          </a:p>
          <a:p xmlns:a="http://schemas.openxmlformats.org/drawingml/2006/main">
            <a:r>
              <a:t>2. Cool colour</a:t>
            </a:r>
          </a:p>
          <a:p xmlns:a="http://schemas.openxmlformats.org/drawingml/2006/main">
            <a:r>
              <a:t>Answer guidance: Cool colours.</a:t>
            </a:r>
          </a:p>
          <a:p xmlns:a="http://schemas.openxmlformats.org/drawingml/2006/main">
            <a:r>
              <a:t>3. Ground</a:t>
            </a:r>
          </a:p>
          <a:p xmlns:a="http://schemas.openxmlformats.org/drawingml/2006/main">
            <a:r>
              <a:t>Answer guidance: Dark; very dark blue.</a:t>
            </a:r>
          </a:p>
          <a:p xmlns:a="http://schemas.openxmlformats.org/drawingml/2006/main">
            <a:r>
              <a:t>4. Repeat</a:t>
            </a:r>
          </a:p>
          <a:p xmlns:a="http://schemas.openxmlformats.org/drawingml/2006/main">
            <a:r>
              <a:t>Answer guidance: A dot; the ring/dot pair repeats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Use this tier as an alternative to the other tiers. Continuation adds no teaching time.</a:t>
            </a:r>
          </a:p>
          <a:p xmlns:a="http://schemas.openxmlformats.org/drawingml/2006/main">
            <a:r>
              <a:t>1. Colour change</a:t>
            </a:r>
          </a:p>
          <a:p xmlns:a="http://schemas.openxmlformats.org/drawingml/2006/main">
            <a:r>
              <a:t>Answer guidance: A's marks are warm yellow and orange; B's are cool light blue and light green. The ground and arrangement stay the same.</a:t>
            </a:r>
          </a:p>
          <a:p xmlns:a="http://schemas.openxmlformats.org/drawingml/2006/main">
            <a:r>
              <a:t>2. Contrast</a:t>
            </a:r>
          </a:p>
          <a:p xmlns:a="http://schemas.openxmlformats.org/drawingml/2006/main">
            <a:r>
              <a:t>Answer guidance: A. The bright yellow rings have greater light-dark contrast against the dark ground than against C's pale yellow ground.</a:t>
            </a:r>
          </a:p>
          <a:p xmlns:a="http://schemas.openxmlformats.org/drawingml/2006/main">
            <a:r>
              <a:t>3. Pattern</a:t>
            </a:r>
          </a:p>
          <a:p xmlns:a="http://schemas.openxmlformats.org/drawingml/2006/main">
            <a:r>
              <a:t>Answer guidance: Yellow ring, then orange dot, repeated three times.</a:t>
            </a:r>
          </a:p>
          <a:p xmlns:a="http://schemas.openxmlformats.org/drawingml/2006/main">
            <a:r>
              <a:t>4. Colour word</a:t>
            </a:r>
          </a:p>
          <a:p xmlns:a="http://schemas.openxmlformats.org/drawingml/2006/main">
            <a:r>
              <a:t>Answer guidance: No. Cool describes a colour group in art; it does not tell the paper's temperature.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Arrival; 5 minutes; lesson clock 0 to 5.</a:t>
            </a:r>
          </a:p>
          <a:p xmlns:a="http://schemas.openxmlformats.org/drawingml/2006/main">
            <a:r>
              <a:t>Adult note: Show A and B, using the exact image cues in the shared notes. Read their colour labels and show the WARM, COOL, PATTERN and REPEAT cards, which give each word and its meaning. Show C beside A for the background comparison. Images A–C and the word and colour cards are supplied clues, not a test of prior learning. Use one tier; a pupil may base their response on the descriptions and labelled cards instead of colour discrimination.</a:t>
            </a:r>
          </a:p>
          <a:p xmlns:a="http://schemas.openxmlformats.org/drawingml/2006/main">
            <a:r>
              <a:t>Answer guidance: Orange. Orange is a warm colour; blue is a cool colour. (A's ground is very dark blue; its marks are yellow and orange.)</a:t>
            </a:r>
          </a:p>
          <a:p xmlns:a="http://schemas.openxmlformats.org/drawingml/2006/main">
            <a:r>
              <a:t>Answer guidance: Cool colours.</a:t>
            </a:r>
          </a:p>
          <a:p xmlns:a="http://schemas.openxmlformats.org/drawingml/2006/main">
            <a:r>
              <a:t>Answer guidance: Dark; very dark blue.</a:t>
            </a:r>
          </a:p>
          <a:p xmlns:a="http://schemas.openxmlformats.org/drawingml/2006/main">
            <a:r>
              <a:t>Answer guidance: A dot; the ring/dot pair repeats three times.</a:t>
            </a:r>
          </a:p>
          <a:p xmlns:a="http://schemas.openxmlformats.org/drawingml/2006/main">
            <a:r>
              <a:t>Answer guidance: A's marks are warm yellow and orange; B's are cool light blue and light green. The ground and arrangement stay the same.</a:t>
            </a:r>
          </a:p>
          <a:p xmlns:a="http://schemas.openxmlformats.org/drawingml/2006/main">
            <a:r>
              <a:t>Answer guidance: A. The bright yellow rings have greater light-dark contrast against the dark ground than against C's pale yellow ground.</a:t>
            </a:r>
          </a:p>
          <a:p xmlns:a="http://schemas.openxmlformats.org/drawingml/2006/main">
            <a:r>
              <a:t>Answer guidance: Yellow ring, then orange dot, repeated three times.</a:t>
            </a:r>
          </a:p>
          <a:p xmlns:a="http://schemas.openxmlformats.org/drawingml/2006/main">
            <a:r>
              <a:t>Answer guidance: No. Cool describes a colour group in art; it does not tell the paper's temperature.</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Answer guidance: Yes. B's light, bright marks contrast with its dark ground. Warm/cool grouping and light-dark contrast describe different features.</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Answer guidance: Yes. For example, repeated spacing may seem calm to one viewer or lively to another. Require a visible feature to support the view; neither effect is compulsory.</a:t>
            </a:r>
          </a:p>
          <a:p xmlns:a="http://schemas.openxmlformats.org/drawingml/2006/main">
            <a:r>
              <a:t>Use this tier as an alternative to the other tiers. Continuation adds no teaching time.</a:t>
            </a:r>
          </a:p>
          <a:p xmlns:a="http://schemas.openxmlformats.org/drawingml/2006/main">
            <a:r>
              <a:t>1. Comparison</a:t>
            </a:r>
          </a:p>
          <a:p xmlns:a="http://schemas.openxmlformats.org/drawingml/2006/main">
            <a:r>
              <a:t>Answer guidance: The marks change from warm yellow/orange to cool blue/green. The ground, ring/dot order, number, size and spacing stay the same. Accept any one accurate constant.</a:t>
            </a:r>
          </a:p>
          <a:p xmlns:a="http://schemas.openxmlformats.org/drawingml/2006/main">
            <a:r>
              <a:t>2. Separate choices</a:t>
            </a:r>
          </a:p>
          <a:p xmlns:a="http://schemas.openxmlformats.org/drawingml/2006/main">
            <a:r>
              <a:t>Answer guidance: Yes. B's light, bright marks contrast with its dark ground. Warm/cool grouping and light-dark contrast describe different features.</a:t>
            </a:r>
          </a:p>
          <a:p xmlns:a="http://schemas.openxmlformats.org/drawingml/2006/main">
            <a:r>
              <a:t>3. Testing an idea</a:t>
            </a:r>
          </a:p>
          <a:p xmlns:a="http://schemas.openxmlformats.org/drawingml/2006/main">
            <a:r>
              <a:t>Answer guidance: Only the ground changes; the same yellow/orange marks and arrangement appear on dark blue and pale yellow. This allows comparison of the yellow rings' visibility against each ground.</a:t>
            </a:r>
          </a:p>
          <a:p xmlns:a="http://schemas.openxmlformats.org/drawingml/2006/main">
            <a:r>
              <a:t>4. Two views</a:t>
            </a:r>
          </a:p>
          <a:p xmlns:a="http://schemas.openxmlformats.org/drawingml/2006/main">
            <a:r>
              <a:t>Answer guidance: Yes. For example, repeated spacing may seem calm to one viewer or lively to another. Require a visible feature to support the view; neither effect is compulsory.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Starter; 3 minutes; lesson clock 5 to 8.</a:t>
            </a:r>
          </a:p>
          <a:p xmlns:a="http://schemas.openxmlformats.org/drawingml/2006/main">
            <a:r>
              <a:t>Adult note: Read the three options; pupils choose privately before sharing. These invented images let us explore choices, not describe what all people or traditions do. Keep B's bright blue and green marks visible. Keep the WARM / COOL and PATTERN cards in view.</a:t>
            </a:r>
          </a:p>
          <a:p xmlns:a="http://schemas.openxmlformats.org/drawingml/2006/main">
            <a:r>
              <a:t>Answer guidance: 2. Colour and pattern choices can vary. 1 is an unsupported generalisation; 3 is contradicted by image B's bright cool marks on a dark ground. Accept a reason based on the examples without asking about personal celebrations.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Starter; 3 minutes; lesson clock 5 to 8.</a:t>
            </a:r>
          </a:p>
          <a:p xmlns:a="http://schemas.openxmlformats.org/drawingml/2006/main">
            <a:r>
              <a:t>Adult note: Read the three options; pupils choose privately before sharing. These invented images let us explore choices, not describe what all people or traditions do. Keep B's bright blue and green marks visible. Keep the WARM / COOL and PATTERN cards in view.</a:t>
            </a:r>
          </a:p>
          <a:p xmlns:a="http://schemas.openxmlformats.org/drawingml/2006/main">
            <a:r>
              <a:t>Answer guidance: 2. Colour and pattern choices can vary. 1 is an unsupported generalisation; 3 is contradicted by image B's bright cool marks on a dark ground. Accept a reason based on the examples without asking about personal celebrations.</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8 to 10.</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8 to 10.</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8 to 10.</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8 to 10.</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10 to 12.</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10 to 12.</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10 to 12.</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10 to 12.</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12 to 14.</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The same yellow ring is shown on dark blue and pale yellow grounds. It stands out more on the dark ground.</a:t>
            </a:r>
          </a:p>
          <a:p xmlns:a="http://schemas.openxmlformats.org/drawingml/2006/main">
            <a:r>
              <a:t>Picture description: Red, orange and yellow colour cards show the warm colour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12 to 14.</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Blue and green colour cards show the cool colour group.</a:t>
            </a:r>
          </a:p>
          <a:p xmlns:a="http://schemas.openxmlformats.org/drawingml/2006/main">
            <a:r>
              <a:t>Picture description: A ring and a dot are put in an order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I do; 2 minutes; lesson clock 12 to 14.</a:t>
            </a:r>
          </a:p>
          <a:p xmlns:a="http://schemas.openxmlformats.org/drawingml/2006/main">
            <a:r>
              <a:t>Adult note: Four minutes for the demonstrations and two for vocabulary/check. Use A–C exactly as specified. Point to each named feature. Place A beside B, then A beside C, so only the stated comparison is in view.</a:t>
            </a:r>
          </a:p>
          <a:p xmlns:a="http://schemas.openxmlformats.org/drawingml/2006/main">
            <a:r>
              <a:t>Answer guidance: Its ground changed. The marks keep the same shape, colour, size, order and spacing. Pupils may match the marks in the two examples.</a:t>
            </a:r>
          </a:p>
          <a:p xmlns:a="http://schemas.openxmlformats.org/drawingml/2006/main">
            <a:r>
              <a:t>Picture description: A ring-and-dot pair appears twice. An arrow goes from the first pair to the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14 to 18.</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14 to 18.</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14 to 18.</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14 to 18.</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18 to 22.</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18 to 22.</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18 to 22.</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We do; 4 minutes; lesson clock 18 to 22.</a:t>
            </a:r>
          </a:p>
          <a:p xmlns:a="http://schemas.openxmlformats.org/drawingml/2006/main">
            <a:r>
              <a:t>Adult note: Two minutes for the guided example, four for all-pupil comparisons and two for a choice. Give each pupil the A–C image cards or read their descriptions beside the colour cards. Every pupil decides before a shared reveal. An adult/volunteer moves the shared cards; no pupil must handle materials or speak publicly.</a:t>
            </a:r>
          </a:p>
          <a:p xmlns:a="http://schemas.openxmlformats.org/drawingml/2006/main">
            <a:r>
              <a:t>Answer guidance: Same ground and ring/dot repeat; change = colour group. The adult models finding a shared feature, then pupils choose the change before the blank is filled.</a:t>
            </a:r>
          </a:p>
          <a:p xmlns:a="http://schemas.openxmlformats.org/drawingml/2006/main">
            <a:r>
              <a:t>Answer guidance: 1 Different ground: A is dark blue; C is pale yellow. 2 Same shape order: ring/dot repeated three times. 3 Any appropriate colour choice with a feature-based reason. For example, bright blue and green could give a cool effect while standing out on dark paper. Warm colours need not seem lively to everyone; cool colours need not seem calm.</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Adult note: Offer the paired words one at a time. Colour cards: warm yellow/orange; cool light blue/light green. Ground card: dark paper. Pupils choose their own colours and repeat; do not require the adult's preferred effect.</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Adult note: Offer the paired words one at a time. Colour cards: warm yellow/orange; cool light blue/light green. Ground card: dark paper. Pupils choose their own colours and repeat; do not require the adult's preferred effect.</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You do; 15 minutes; lesson clock 22 to 37.</a:t>
            </a:r>
          </a:p>
          <a:p xmlns:a="http://schemas.openxmlformats.org/drawingml/2006/main">
            <a:r>
              <a:t>Adult note: Two minutes to choose the route and response mode, eleven to compare and explore, final two to review one reason. A–C remain visible; the adult can read or show their exact features again. Each route is a complete task. A pupil can direct mark-making or compare cards throughout. Read the response against the 'Today I can' points, name one precise success and the change to make, and give one next step; mark a short margin code on any written piece ([WS] worked with support, [I] independent); invite one change in any response mode.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A/B share dark ground and the ring/dot arrangement; their marks change from warm to cool colours. A's yellow rings contrast more clearly with the ground than C's. Accept a specified colour and shape plan with an attempted test or directed arrangement, plus two accurately used art words linked to visible features. The test may use the prepared labelled cards. Do not reward an unsupported effect word alone.</a:t>
            </a:r>
          </a:p>
          <a:p xmlns:a="http://schemas.openxmlformats.org/drawingml/2006/main">
            <a:r>
              <a:t>Answer guidance: 1 Warm; 2 cool; 3 A. A valid plan selects colours and a repeat, then locates their contrast with a dark ground, communicated in any mode. Record scaffold use.</a:t>
            </a:r>
          </a:p>
          <a:p xmlns:a="http://schemas.openxmlformats.org/drawingml/2006/main">
            <a:r>
              <a:t>Answer guidance: A/B: same dark ground and shape order, different colour group. A/C: same marks and arrangement, different ground; A's yellow rings are clearer. Accept one correct constant, one correct change and a reason linking bright marks to their dark ground. The plan has an identifiable repeat. The mode is a choice; an unsupported example letter is not sufficient.</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Answer guidance: A specified mark-colour change with the requested features retained, an accurate comparison and an art reason. For example, replacing yellow/orange with bright light blue/green changes warm to cool while keeping light-dark contrast and the ring/dot repeat. The pupil acknowledges that viewers can respond differently. A plan that changes other features needs revision to meet this particular task; it is not artistically wrong.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Picture description: B has the same dark blue ground, shapes and gaps as A. Light blue ring and light green dot repeat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Picture description: C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Use this tier as an alternative to the other tiers. Continuation adds no teaching time.</a:t>
            </a:r>
          </a:p>
          <a:p xmlns:a="http://schemas.openxmlformats.org/drawingml/2006/main">
            <a:r>
              <a:t>1. My colours</a:t>
            </a:r>
          </a:p>
          <a:p xmlns:a="http://schemas.openxmlformats.org/drawingml/2006/main">
            <a:r>
              <a:t>Answer guidance: Warm for red, orange or yellow; cool for blue or green. Check against the pupil's own plan or test.</a:t>
            </a:r>
          </a:p>
          <a:p xmlns:a="http://schemas.openxmlformats.org/drawingml/2006/main">
            <a:r>
              <a:t>2. Dark or pale</a:t>
            </a:r>
          </a:p>
          <a:p xmlns:a="http://schemas.openxmlformats.org/drawingml/2006/main">
            <a:r>
              <a:t>Answer guidance: Dark. Bright marks have more contrast with a dark ground.</a:t>
            </a:r>
          </a:p>
          <a:p xmlns:a="http://schemas.openxmlformats.org/drawingml/2006/main">
            <a:r>
              <a:t>3. Repeat</a:t>
            </a:r>
          </a:p>
          <a:p xmlns:a="http://schemas.openxmlformats.org/drawingml/2006/main">
            <a:r>
              <a:t>Answer guidance: Any correctly located planned or tested repeat. Record the actual marks indicated.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Use this tier as an alternative to the other tiers. Continuation adds no teaching time.</a:t>
            </a:r>
          </a:p>
          <a:p xmlns:a="http://schemas.openxmlformats.org/drawingml/2006/main">
            <a:r>
              <a:t>1. Colour groups</a:t>
            </a:r>
          </a:p>
          <a:p xmlns:a="http://schemas.openxmlformats.org/drawingml/2006/main">
            <a:r>
              <a:t>Answer guidance: Warm: yellow or orange; cool: blue or green. Red is also accepted from the colour cards.</a:t>
            </a:r>
          </a:p>
          <a:p xmlns:a="http://schemas.openxmlformats.org/drawingml/2006/main">
            <a:r>
              <a:t>2. Contrast</a:t>
            </a:r>
          </a:p>
          <a:p xmlns:a="http://schemas.openxmlformats.org/drawingml/2006/main">
            <a:r>
              <a:t>Answer guidance: A clear light-dark difference creates contrast between the mark and the ground.</a:t>
            </a:r>
          </a:p>
          <a:p xmlns:a="http://schemas.openxmlformats.org/drawingml/2006/main">
            <a:r>
              <a:t>3. Effect</a:t>
            </a:r>
          </a:p>
          <a:p xmlns:a="http://schemas.openxmlformats.org/drawingml/2006/main">
            <a:r>
              <a:t>Answer guidance: A relevant feature-to-effect link grounded in the pupil's plan or test; accept different plausible interpretations.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ART-GROW-A2-W01-P1</a:t>
            </a:r>
          </a:p>
          <a:p xmlns:a="http://schemas.openxmlformats.org/drawingml/2006/main">
            <a:r>
              <a:t>Stage: Exit; 3 minutes; lesson clock 37 to 40.</a:t>
            </a:r>
          </a:p>
          <a:p xmlns:a="http://schemas.openxmlformats.org/drawingml/2006/main">
            <a:r>
              <a:t>Adult note: Use one tier. Keep A–C available and invite three concise responses, not a new artwork.</a:t>
            </a:r>
          </a:p>
          <a:p xmlns:a="http://schemas.openxmlformats.org/drawingml/2006/main">
            <a:r>
              <a:t>Answer guidance: Warm for red, orange or yellow; cool for blue or green. Check against the pupil's own plan or test.</a:t>
            </a:r>
          </a:p>
          <a:p xmlns:a="http://schemas.openxmlformats.org/drawingml/2006/main">
            <a:r>
              <a:t>Answer guidance: Dark. Bright marks have more contrast with a dark ground.</a:t>
            </a:r>
          </a:p>
          <a:p xmlns:a="http://schemas.openxmlformats.org/drawingml/2006/main">
            <a:r>
              <a:t>Answer guidance: Any correctly located planned or tested repeat. Record the actual marks indicated.</a:t>
            </a:r>
          </a:p>
          <a:p xmlns:a="http://schemas.openxmlformats.org/drawingml/2006/main">
            <a:r>
              <a:t>Answer guidance: Warm: yellow or orange; cool: blue or green. Red is also accepted from the colour cards.</a:t>
            </a:r>
          </a:p>
          <a:p xmlns:a="http://schemas.openxmlformats.org/drawingml/2006/main">
            <a:r>
              <a:t>Answer guidance: A clear light-dark difference creates contrast between the mark and the ground.</a:t>
            </a:r>
          </a:p>
          <a:p xmlns:a="http://schemas.openxmlformats.org/drawingml/2006/main">
            <a:r>
              <a:t>Answer guidance: A relevant feature-to-effect link grounded in the pupil's plan or test; accept different plausible interpretations.</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Answer guidance: Locate the same repeated shape sequence in each, rather than only say the patterns “feel the same”.</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a:p xmlns:a="http://schemas.openxmlformats.org/drawingml/2006/main">
            <a:r>
              <a:t>Use this tier as an alternative to the other tiers. Continuation adds no teaching time.</a:t>
            </a:r>
          </a:p>
          <a:p xmlns:a="http://schemas.openxmlformats.org/drawingml/2006/main">
            <a:r>
              <a:t>1. Controlled change</a:t>
            </a:r>
          </a:p>
          <a:p xmlns:a="http://schemas.openxmlformats.org/drawingml/2006/main">
            <a:r>
              <a:t>Answer guidance: Any specific feasible colour change with an accurate constant, such as cool marks replacing warm marks while the ring/dot order stays the same.</a:t>
            </a:r>
          </a:p>
          <a:p xmlns:a="http://schemas.openxmlformats.org/drawingml/2006/main">
            <a:r>
              <a:t>2. Evidence</a:t>
            </a:r>
          </a:p>
          <a:p xmlns:a="http://schemas.openxmlformats.org/drawingml/2006/main">
            <a:r>
              <a:t>Answer guidance: Locate the same repeated shape sequence in each, rather than only say the patterns “feel the same”.</a:t>
            </a:r>
          </a:p>
          <a:p xmlns:a="http://schemas.openxmlformats.org/drawingml/2006/main">
            <a:r>
              <a:t>3. Two fair views</a:t>
            </a:r>
          </a:p>
          <a:p xmlns:a="http://schemas.openxmlformats.org/drawingml/2006/main">
            <a:r>
              <a:t>Answer guidance: Both can be fair if each view points to a visible feature, such as even spacing for calm or bright contrast for lively; no effect is universal. Do not require any personal history or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f386fadb51c442b"/></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f97894445b7b43f9"/></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97fb32db00044baa"/></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8751ec8cda2e4ac4"/></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26bd92ceb9304b84"/></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b8d370926a3f4ca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e12a93ad8f145be"/><Relationship Type="http://schemas.openxmlformats.org/officeDocument/2006/relationships/slideLayout" Target="/ppt/slideLayouts/slideLayout1.xml" Id="Rfa1484d826084f2b"/><Relationship Type="http://schemas.openxmlformats.org/officeDocument/2006/relationships/slideLayout" Target="/ppt/slideLayouts/slideLayout2.xml" Id="R018bca59e862483a"/><Relationship Type="http://schemas.openxmlformats.org/officeDocument/2006/relationships/slideLayout" Target="/ppt/slideLayouts/slideLayout3.xml" Id="Rfdff067666ac461c"/><Relationship Type="http://schemas.openxmlformats.org/officeDocument/2006/relationships/slideLayout" Target="/ppt/slideLayouts/slideLayout4.xml" Id="Ra0052fe4caf347e8"/><Relationship Type="http://schemas.openxmlformats.org/officeDocument/2006/relationships/slideLayout" Target="/ppt/slideLayouts/slideLayout5.xml" Id="Rd5c8187a0c034e4e"/><Relationship Type="http://schemas.openxmlformats.org/officeDocument/2006/relationships/slideLayout" Target="/ppt/slideLayouts/slideLayout6.xml" Id="Rb5edc903b4bc4a0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1484d826084f2b"/>
    <p:sldLayoutId xmlns:r="http://schemas.openxmlformats.org/officeDocument/2006/relationships" id="2147483650" r:id="R018bca59e862483a"/>
    <p:sldLayoutId xmlns:r="http://schemas.openxmlformats.org/officeDocument/2006/relationships" id="2147483651" r:id="Rfdff067666ac461c"/>
    <p:sldLayoutId xmlns:r="http://schemas.openxmlformats.org/officeDocument/2006/relationships" id="2147483652" r:id="Ra0052fe4caf347e8"/>
    <p:sldLayoutId xmlns:r="http://schemas.openxmlformats.org/officeDocument/2006/relationships" id="2147483653" r:id="Rd5c8187a0c034e4e"/>
    <p:sldLayoutId xmlns:r="http://schemas.openxmlformats.org/officeDocument/2006/relationships" id="2147483654" r:id="Rb5edc903b4bc4a00"/>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cdfc8ab65bea449c"/><Relationship Type="http://schemas.openxmlformats.org/officeDocument/2006/relationships/image" Target="/ppt/media/image.jpeg" Id="R44c514d0afbf4904"/><Relationship Type="http://schemas.openxmlformats.org/officeDocument/2006/relationships/notesSlide" Target="/ppt/notesSlides/notesSlide1.xml" Id="Rf46ccd0362db4a82"/></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d1d60b0feb504666"/><Relationship Type="http://schemas.openxmlformats.org/officeDocument/2006/relationships/image" Target="../media/image.jpeg" Id="R7150cdf723d0432c"/><Relationship Type="http://schemas.openxmlformats.org/officeDocument/2006/relationships/notesSlide" Target="/ppt/notesSlides/notesSlide2.xml" Id="R031fb70438614dd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c4b92d4326cd4d82"/><Relationship Type="http://schemas.openxmlformats.org/officeDocument/2006/relationships/image" Target="../media/image.jpeg" Id="Rb02690f1d2074bfd"/><Relationship Type="http://schemas.openxmlformats.org/officeDocument/2006/relationships/notesSlide" Target="/ppt/notesSlides/notesSlide3.xml" Id="R9b2522a8f2774f0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1a024ed583cf4b54"/><Relationship Type="http://schemas.openxmlformats.org/officeDocument/2006/relationships/image" Target="../media/image.jpeg" Id="R44f9a621d68c4d30"/><Relationship Type="http://schemas.openxmlformats.org/officeDocument/2006/relationships/notesSlide" Target="/ppt/notesSlides/notesSlide4.xml" Id="R49147098704f4b22"/></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0162dd98533846c0"/><Relationship Type="http://schemas.openxmlformats.org/officeDocument/2006/relationships/image" Target="../media/image.jpeg" Id="R6daedd5afb5943e6"/><Relationship Type="http://schemas.openxmlformats.org/officeDocument/2006/relationships/notesSlide" Target="/ppt/notesSlides/notesSlide5.xml" Id="Rc1cd2f098b08438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8b75c7f1f93d45c1"/><Relationship Type="http://schemas.openxmlformats.org/officeDocument/2006/relationships/image" Target="../media/image.jpeg" Id="Rb53bf422dc41447e"/><Relationship Type="http://schemas.openxmlformats.org/officeDocument/2006/relationships/notesSlide" Target="/ppt/notesSlides/notesSlide6.xml" Id="Rfb09ac214fcf4ec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bf2d56ef1bc4698"/><Relationship Type="http://schemas.openxmlformats.org/officeDocument/2006/relationships/image" Target="../media/image.jpeg" Id="Rd43882b708a94523"/><Relationship Type="http://schemas.openxmlformats.org/officeDocument/2006/relationships/notesSlide" Target="/ppt/notesSlides/notesSlide7.xml" Id="R262bbec538304325"/></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f24b4a4448c4b55"/><Relationship Type="http://schemas.openxmlformats.org/officeDocument/2006/relationships/image" Target="../media/image.jpeg" Id="R72110d7744ea4978"/><Relationship Type="http://schemas.openxmlformats.org/officeDocument/2006/relationships/notesSlide" Target="/ppt/notesSlides/notesSlide8.xml" Id="R29a103e451114aa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229f315ff0254af3"/><Relationship Type="http://schemas.openxmlformats.org/officeDocument/2006/relationships/image" Target="../media/image.jpeg" Id="R6d51e5be8f2d43fe"/><Relationship Type="http://schemas.openxmlformats.org/officeDocument/2006/relationships/notesSlide" Target="/ppt/notesSlides/notesSlide9.xml" Id="R4a3e125ee4304d7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1f836ba8db184619"/><Relationship Type="http://schemas.openxmlformats.org/officeDocument/2006/relationships/image" Target="../media/image.jpeg" Id="R120cf46e08684ddf"/><Relationship Type="http://schemas.openxmlformats.org/officeDocument/2006/relationships/notesSlide" Target="/ppt/notesSlides/notesSlide10.xml" Id="R73e0e68da75244a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b09a8860078741d7"/><Relationship Type="http://schemas.openxmlformats.org/officeDocument/2006/relationships/image" Target="../media/image.jpeg" Id="Re04b629c43094486"/><Relationship Type="http://schemas.openxmlformats.org/officeDocument/2006/relationships/notesSlide" Target="/ppt/notesSlides/notesSlide11.xml" Id="Ra50af5c52d0940b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4efc2ec01c244594"/><Relationship Type="http://schemas.openxmlformats.org/officeDocument/2006/relationships/image" Target="../media/image.jpeg" Id="R6a9f70346e7c4fb9"/><Relationship Type="http://schemas.openxmlformats.org/officeDocument/2006/relationships/notesSlide" Target="/ppt/notesSlides/notesSlide12.xml" Id="R2e0bde3c2038429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d9b721b884614fb7"/><Relationship Type="http://schemas.openxmlformats.org/officeDocument/2006/relationships/image" Target="../media/image.jpeg" Id="Rda14df6a94d74513"/><Relationship Type="http://schemas.openxmlformats.org/officeDocument/2006/relationships/notesSlide" Target="/ppt/notesSlides/notesSlide13.xml" Id="R2600abcf866748a9"/></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5e01f1390634f7e"/><Relationship Type="http://schemas.openxmlformats.org/officeDocument/2006/relationships/image" Target="../media/image.jpeg" Id="Rb735a7371f2a444a"/><Relationship Type="http://schemas.openxmlformats.org/officeDocument/2006/relationships/notesSlide" Target="/ppt/notesSlides/notesSlide14.xml" Id="Ra42b88b211d24d6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8ac74184e2a45d0"/><Relationship Type="http://schemas.openxmlformats.org/officeDocument/2006/relationships/image" Target="../media/image.jpeg" Id="Re8e2e30bbd654d5b"/><Relationship Type="http://schemas.openxmlformats.org/officeDocument/2006/relationships/notesSlide" Target="/ppt/notesSlides/notesSlide15.xml" Id="R5563c7068f584e2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12be2e5eb64641ac"/><Relationship Type="http://schemas.openxmlformats.org/officeDocument/2006/relationships/image" Target="../media/image.jpeg" Id="R276a1d2ffbb243fa"/><Relationship Type="http://schemas.openxmlformats.org/officeDocument/2006/relationships/notesSlide" Target="/ppt/notesSlides/notesSlide16.xml" Id="R179bc5638af04f00"/></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e8807414cda34e36"/><Relationship Type="http://schemas.openxmlformats.org/officeDocument/2006/relationships/image" Target="../media/image.jpeg" Id="R449d7a19c4fa4260"/><Relationship Type="http://schemas.openxmlformats.org/officeDocument/2006/relationships/notesSlide" Target="/ppt/notesSlides/notesSlide17.xml" Id="R97560b02f152444f"/></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e8e6e62dacc640e4"/><Relationship Type="http://schemas.openxmlformats.org/officeDocument/2006/relationships/image" Target="../media/image.jpeg" Id="R1d6ff252c4ec4330"/><Relationship Type="http://schemas.openxmlformats.org/officeDocument/2006/relationships/notesSlide" Target="/ppt/notesSlides/notesSlide18.xml" Id="R04a4609437cb4aa0"/></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6f79e7acf4cb499e"/><Relationship Type="http://schemas.openxmlformats.org/officeDocument/2006/relationships/image" Target="../media/image.jpeg" Id="Red70792817dd4401"/><Relationship Type="http://schemas.openxmlformats.org/officeDocument/2006/relationships/notesSlide" Target="/ppt/notesSlides/notesSlide19.xml" Id="Rc692b2539e74403b"/></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61373dc23b384d1e"/><Relationship Type="http://schemas.openxmlformats.org/officeDocument/2006/relationships/image" Target="../media/image.jpeg" Id="Rb41ecc33b0a344b8"/><Relationship Type="http://schemas.openxmlformats.org/officeDocument/2006/relationships/notesSlide" Target="/ppt/notesSlides/notesSlide20.xml" Id="R2e5b80b4e5cd4c2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4136ad12c0f14f42"/><Relationship Type="http://schemas.openxmlformats.org/officeDocument/2006/relationships/image" Target="../media/image.jpeg" Id="R1a2c1c2c5c51459e"/><Relationship Type="http://schemas.openxmlformats.org/officeDocument/2006/relationships/notesSlide" Target="/ppt/notesSlides/notesSlide21.xml" Id="R795f72907c9943d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e9a353a1370545a0"/><Relationship Type="http://schemas.openxmlformats.org/officeDocument/2006/relationships/image" Target="../media/image.jpeg" Id="R464f55b502be4e1c"/><Relationship Type="http://schemas.openxmlformats.org/officeDocument/2006/relationships/notesSlide" Target="/ppt/notesSlides/notesSlide22.xml" Id="R3eaa0620005f4bb6"/></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14bd13d42ad745ef"/><Relationship Type="http://schemas.openxmlformats.org/officeDocument/2006/relationships/image" Target="../media/image.jpeg" Id="R4de19bb7f6a14c8e"/><Relationship Type="http://schemas.openxmlformats.org/officeDocument/2006/relationships/notesSlide" Target="/ppt/notesSlides/notesSlide23.xml" Id="R6844256cec0641b3"/></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ad1b14f561dc4591"/><Relationship Type="http://schemas.openxmlformats.org/officeDocument/2006/relationships/image" Target="../media/image.jpeg" Id="R874c88150d694f87"/><Relationship Type="http://schemas.openxmlformats.org/officeDocument/2006/relationships/notesSlide" Target="/ppt/notesSlides/notesSlide24.xml" Id="R3f9c844a50b44e12"/></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b6ec6901c3b449df"/><Relationship Type="http://schemas.openxmlformats.org/officeDocument/2006/relationships/image" Target="../media/image.jpeg" Id="R3a28235ca9bf4059"/><Relationship Type="http://schemas.openxmlformats.org/officeDocument/2006/relationships/notesSlide" Target="/ppt/notesSlides/notesSlide25.xml" Id="R6c05c0971eac41d9"/></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6ba8fce65e86437a"/><Relationship Type="http://schemas.openxmlformats.org/officeDocument/2006/relationships/image" Target="../media/image.jpeg" Id="Rd956876af865418e"/><Relationship Type="http://schemas.openxmlformats.org/officeDocument/2006/relationships/notesSlide" Target="/ppt/notesSlides/notesSlide26.xml" Id="R50d43b2efca04f1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e5b73f89b5994045"/><Relationship Type="http://schemas.openxmlformats.org/officeDocument/2006/relationships/image" Target="../media/image.jpeg" Id="R13e704ab38584e88"/><Relationship Type="http://schemas.openxmlformats.org/officeDocument/2006/relationships/notesSlide" Target="/ppt/notesSlides/notesSlide27.xml" Id="R770d0ef1f4b248e5"/></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2371c61ef6a441c6"/><Relationship Type="http://schemas.openxmlformats.org/officeDocument/2006/relationships/image" Target="../media/image.jpeg" Id="Rd1c20d18e0ef47da"/><Relationship Type="http://schemas.openxmlformats.org/officeDocument/2006/relationships/notesSlide" Target="/ppt/notesSlides/notesSlide28.xml" Id="R4371b871288b44c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8f0b4213a77c4d1c"/><Relationship Type="http://schemas.openxmlformats.org/officeDocument/2006/relationships/image" Target="../media/image.jpeg" Id="R001e88f6ba0447dc"/><Relationship Type="http://schemas.openxmlformats.org/officeDocument/2006/relationships/notesSlide" Target="/ppt/notesSlides/notesSlide29.xml" Id="R58c68c57f77d4ad6"/></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fbf5f83e196c4820"/><Relationship Type="http://schemas.openxmlformats.org/officeDocument/2006/relationships/image" Target="../media/image.jpeg" Id="R847c7ba4810a4f82"/><Relationship Type="http://schemas.openxmlformats.org/officeDocument/2006/relationships/notesSlide" Target="/ppt/notesSlides/notesSlide30.xml" Id="R8e32382581144089"/></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903d6d2e1dfb40d8"/><Relationship Type="http://schemas.openxmlformats.org/officeDocument/2006/relationships/image" Target="../media/image.jpeg" Id="R3be531a94a114d8d"/><Relationship Type="http://schemas.openxmlformats.org/officeDocument/2006/relationships/notesSlide" Target="/ppt/notesSlides/notesSlide31.xml" Id="Recc3943f695a49bc"/></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fb17f239a556448c"/><Relationship Type="http://schemas.openxmlformats.org/officeDocument/2006/relationships/image" Target="../media/image.jpeg" Id="Rec09af5d7a0445c4"/><Relationship Type="http://schemas.openxmlformats.org/officeDocument/2006/relationships/notesSlide" Target="/ppt/notesSlides/notesSlide32.xml" Id="R24d5bc549e53471c"/></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7b07ed454f9c4b02"/><Relationship Type="http://schemas.openxmlformats.org/officeDocument/2006/relationships/image" Target="../media/image.jpeg" Id="R8984539fa5f84851"/><Relationship Type="http://schemas.openxmlformats.org/officeDocument/2006/relationships/notesSlide" Target="/ppt/notesSlides/notesSlide33.xml" Id="Ra8334ef48b9440e1"/></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d34d752375a347b9"/><Relationship Type="http://schemas.openxmlformats.org/officeDocument/2006/relationships/image" Target="../media/image.jpeg" Id="R6017243545e649b5"/><Relationship Type="http://schemas.openxmlformats.org/officeDocument/2006/relationships/notesSlide" Target="/ppt/notesSlides/notesSlide34.xml" Id="R26e5f70db1cd433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1cd43f61780d4119"/><Relationship Type="http://schemas.openxmlformats.org/officeDocument/2006/relationships/image" Target="../media/image.jpeg" Id="R8033938b045242d0"/><Relationship Type="http://schemas.openxmlformats.org/officeDocument/2006/relationships/notesSlide" Target="/ppt/notesSlides/notesSlide35.xml" Id="Rcd261fb2110c4249"/></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b8df8f424c6c419b"/><Relationship Type="http://schemas.openxmlformats.org/officeDocument/2006/relationships/image" Target="../media/image.jpeg" Id="Rf55a08908af14eb6"/><Relationship Type="http://schemas.openxmlformats.org/officeDocument/2006/relationships/notesSlide" Target="/ppt/notesSlides/notesSlide36.xml" Id="R8c55abfddf3946e1"/></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3c499205231f40a1"/><Relationship Type="http://schemas.openxmlformats.org/officeDocument/2006/relationships/image" Target="../media/image.jpeg" Id="Re0564e15df274467"/><Relationship Type="http://schemas.openxmlformats.org/officeDocument/2006/relationships/notesSlide" Target="/ppt/notesSlides/notesSlide37.xml" Id="R8252264e52eb40e2"/></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48a1d47f591f4b92"/><Relationship Type="http://schemas.openxmlformats.org/officeDocument/2006/relationships/image" Target="../media/image.jpeg" Id="Rd14f768ddbda43ec"/><Relationship Type="http://schemas.openxmlformats.org/officeDocument/2006/relationships/notesSlide" Target="/ppt/notesSlides/notesSlide38.xml" Id="Rc81b603704e04c4e"/></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77a05fa063fa4e23"/><Relationship Type="http://schemas.openxmlformats.org/officeDocument/2006/relationships/image" Target="../media/image.jpeg" Id="R6232d0088be34fc4"/><Relationship Type="http://schemas.openxmlformats.org/officeDocument/2006/relationships/notesSlide" Target="/ppt/notesSlides/notesSlide39.xml" Id="R1c0191065fc14732"/></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a25089a1985a4b5b"/><Relationship Type="http://schemas.openxmlformats.org/officeDocument/2006/relationships/image" Target="../media/image.jpeg" Id="Rdaae5b3acae446fa"/><Relationship Type="http://schemas.openxmlformats.org/officeDocument/2006/relationships/notesSlide" Target="/ppt/notesSlides/notesSlide40.xml" Id="R3bf45db8654f45ad"/></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dd78e43298b54b79"/><Relationship Type="http://schemas.openxmlformats.org/officeDocument/2006/relationships/image" Target="../media/image.jpeg" Id="R6e7a359e66414321"/><Relationship Type="http://schemas.openxmlformats.org/officeDocument/2006/relationships/notesSlide" Target="/ppt/notesSlides/notesSlide41.xml" Id="R98ad5724a36647fc"/></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e87bf0788f2741f9"/><Relationship Type="http://schemas.openxmlformats.org/officeDocument/2006/relationships/image" Target="../media/image.jpeg" Id="Rc87d5602d52b4b3e"/><Relationship Type="http://schemas.openxmlformats.org/officeDocument/2006/relationships/notesSlide" Target="/ppt/notesSlides/notesSlide42.xml" Id="R0bd00655457c461b"/></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57dd45acc7434c61"/><Relationship Type="http://schemas.openxmlformats.org/officeDocument/2006/relationships/image" Target="../media/image.jpeg" Id="Rd52f92fb6c3a48b2"/><Relationship Type="http://schemas.openxmlformats.org/officeDocument/2006/relationships/notesSlide" Target="/ppt/notesSlides/notesSlide43.xml" Id="Re1cea53574b3485a"/></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acbe2d41082e4ca3"/><Relationship Type="http://schemas.openxmlformats.org/officeDocument/2006/relationships/image" Target="../media/image.jpeg" Id="R30a15a82ae884c39"/><Relationship Type="http://schemas.openxmlformats.org/officeDocument/2006/relationships/notesSlide" Target="/ppt/notesSlides/notesSlide44.xml" Id="Rb2185d9f08584297"/></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6.xml" Id="R38cf10632da945f5"/><Relationship Type="http://schemas.openxmlformats.org/officeDocument/2006/relationships/image" Target="../media/image.jpeg" Id="Rb0340f2b18754de7"/><Relationship Type="http://schemas.openxmlformats.org/officeDocument/2006/relationships/notesSlide" Target="/ppt/notesSlides/notesSlide45.xml" Id="R4c636df5bbd746c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DE132AA-D23E-4E3D-8ABA-B4403B409DC9}"/>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888A615-F220-468E-86FB-E1FF6E71CA3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F5C430CC-40BF-41B1-BEA2-27D743AF08B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Explore — Light and colour in festival art</a:t>
            </a:r>
          </a:p>
        </p:txBody>
      </p:sp>
      <p:pic>
        <p:nvPicPr>
          <p:cNvPr id="4" name="">
            <a:extLst xmlns:a="http://schemas.openxmlformats.org/drawingml/2006/main">
              <a:ext uri="{FF2B5EF4-FFF2-40B4-BE49-F238E27FC236}">
                <a16:creationId xmlns:a16="http://schemas.microsoft.com/office/drawing/2014/main" id="{16A144B4-447F-4FEE-8EB5-973AE5113742}"/>
              </a:ext>
            </a:extLst>
          </p:cNvPr>
          <p:cNvPicPr>
            <a:picLocks xmlns:a="http://schemas.openxmlformats.org/drawingml/2006/main" noChangeAspect="1"/>
          </p:cNvPicPr>
          <p:nvPr/>
        </p:nvPicPr>
        <p:blipFill>
          <a:blip xmlns:r="http://schemas.openxmlformats.org/officeDocument/2006/relationships" xmlns:a="http://schemas.openxmlformats.org/drawingml/2006/main" r:embed="R44c514d0afbf490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828D3C0-7FF0-450F-8D2A-9242C6B9DD5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90EEC33-B246-4441-BBF7-E15C961E868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A073DF2-72D8-4078-B066-4388B3F55C1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7BBD870-4A3C-497E-AFE0-1FA44C3EB49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4EAE953-337D-4628-A998-7BAAE238A69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CF8ECBD-6383-4346-9466-11814008298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49FBE63-051C-4655-BECF-5B6EC2882E6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FABAB56C-5324-48B4-8007-47E36EFDD36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FF61855E-5D50-4BEB-8097-EC07979F4B14}"/>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ED2DB713-57B6-4BD8-A582-9EED1335B089}"/>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describe and compare light and colour in art.</a:t>
            </a:r>
          </a:p>
        </p:txBody>
      </p:sp>
      <p:sp>
        <p:nvSpPr>
          <p:cNvPr id="15" name="body-2">
            <a:extLst xmlns:a="http://schemas.openxmlformats.org/drawingml/2006/main">
              <a:ext uri="{FF2B5EF4-FFF2-40B4-BE49-F238E27FC236}">
                <a16:creationId xmlns:a16="http://schemas.microsoft.com/office/drawing/2014/main" id="{8537D1EB-51EB-481C-BC32-7A35CE419C05}"/>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60E06E9A-5530-4939-ADA0-74D211272838}"/>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find warm and cool colours.</a:t>
            </a:r>
          </a:p>
        </p:txBody>
      </p:sp>
      <p:sp>
        <p:nvSpPr>
          <p:cNvPr id="17" name="body-4">
            <a:extLst xmlns:a="http://schemas.openxmlformats.org/drawingml/2006/main">
              <a:ext uri="{FF2B5EF4-FFF2-40B4-BE49-F238E27FC236}">
                <a16:creationId xmlns:a16="http://schemas.microsoft.com/office/drawing/2014/main" id="{22A356B7-0EB1-4D67-83A8-6E4E16AD0FF0}"/>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compare bright marks on different grounds.</a:t>
            </a:r>
          </a:p>
        </p:txBody>
      </p:sp>
      <p:sp>
        <p:nvSpPr>
          <p:cNvPr id="18" name="body-5">
            <a:extLst xmlns:a="http://schemas.openxmlformats.org/drawingml/2006/main">
              <a:ext uri="{FF2B5EF4-FFF2-40B4-BE49-F238E27FC236}">
                <a16:creationId xmlns:a16="http://schemas.microsoft.com/office/drawing/2014/main" id="{96740D47-E591-43AD-AE30-4BB39F6F11B6}"/>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link a colour or pattern choice to its effect.</a:t>
            </a:r>
          </a:p>
        </p:txBody>
      </p:sp>
      <p:sp>
        <p:nvSpPr>
          <p:cNvPr id="19" name="body-6">
            <a:extLst xmlns:a="http://schemas.openxmlformats.org/drawingml/2006/main">
              <a:ext uri="{FF2B5EF4-FFF2-40B4-BE49-F238E27FC236}">
                <a16:creationId xmlns:a16="http://schemas.microsoft.com/office/drawing/2014/main" id="{634EC823-6109-4199-B56C-426A1767097D}"/>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EF05D03C-130B-4B90-9053-2392E76A64AF}"/>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ask an adult to make your chosen marks.</a:t>
            </a:r>
          </a:p>
        </p:txBody>
      </p:sp>
    </p:spTree>
    <p:extLst>
      <p:ext uri="{BB962C8B-B14F-4D97-AF65-F5344CB8AC3E}">
        <p14:creationId xmlns:p14="http://schemas.microsoft.com/office/powerpoint/2010/main" val="945922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lesson-header">
            <a:extLst xmlns:a="http://schemas.openxmlformats.org/drawingml/2006/main">
              <a:ext uri="{FF2B5EF4-FFF2-40B4-BE49-F238E27FC236}">
                <a16:creationId xmlns:a16="http://schemas.microsoft.com/office/drawing/2014/main" id="{0E43ABF7-8700-4629-9D1D-DF4C18739DC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4852B7C0-A9FD-4929-95DA-664C59ECFC7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F0EF4DCB-8D88-4693-A76A-594986A50A2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Explore — Light and colour in festival art · continued</a:t>
            </a:r>
          </a:p>
        </p:txBody>
      </p:sp>
      <p:pic>
        <p:nvPicPr>
          <p:cNvPr id="4" name="">
            <a:extLst xmlns:a="http://schemas.openxmlformats.org/drawingml/2006/main">
              <a:ext uri="{FF2B5EF4-FFF2-40B4-BE49-F238E27FC236}">
                <a16:creationId xmlns:a16="http://schemas.microsoft.com/office/drawing/2014/main" id="{22FCC135-5EBF-4EC2-BA42-EFEDF9D1B0F0}"/>
              </a:ext>
            </a:extLst>
          </p:cNvPr>
          <p:cNvPicPr>
            <a:picLocks xmlns:a="http://schemas.openxmlformats.org/drawingml/2006/main" noChangeAspect="1"/>
          </p:cNvPicPr>
          <p:nvPr/>
        </p:nvPicPr>
        <p:blipFill>
          <a:blip xmlns:r="http://schemas.openxmlformats.org/officeDocument/2006/relationships" xmlns:a="http://schemas.openxmlformats.org/drawingml/2006/main" r:embed="R7150cdf723d0432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E1A85C2-6DA0-41A0-8DA3-0645FB4A044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32E9DAB-FFB4-4CCD-AB56-689DA3DEEA3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34DE683-D08C-4F7B-9962-85C78F20881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70DF699-8C78-4143-9A47-FB0F15ABB47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6284044-E714-4B14-9D02-A6A0AEF9E52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1167581-FE01-4955-9530-C11EAB3252E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924A00D-9766-4010-88E5-7F75919DE97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3307FD21-7EA4-422A-B604-DE6541FEBFF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D0A0912D-74FD-45B5-A401-49971C705576}"/>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a:t>
            </a:r>
          </a:p>
        </p:txBody>
      </p:sp>
    </p:spTree>
    <p:extLst>
      <p:ext uri="{BB962C8B-B14F-4D97-AF65-F5344CB8AC3E}">
        <p14:creationId xmlns:p14="http://schemas.microsoft.com/office/powerpoint/2010/main" val="16775885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B752405-2A4A-4D56-B7A7-B24C08B8625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0E4AE82-245D-42E9-BCF1-325A9373B14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955AE894-A4AF-4670-B686-9062A71C33A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 · 1 of 3</a:t>
            </a:r>
          </a:p>
        </p:txBody>
      </p:sp>
      <p:pic>
        <p:nvPicPr>
          <p:cNvPr id="4" name="">
            <a:extLst xmlns:a="http://schemas.openxmlformats.org/drawingml/2006/main">
              <a:ext uri="{FF2B5EF4-FFF2-40B4-BE49-F238E27FC236}">
                <a16:creationId xmlns:a16="http://schemas.microsoft.com/office/drawing/2014/main" id="{8E08E3B8-8EB3-4B50-B2F3-715B0C274C2F}"/>
              </a:ext>
            </a:extLst>
          </p:cNvPr>
          <p:cNvPicPr>
            <a:picLocks xmlns:a="http://schemas.openxmlformats.org/drawingml/2006/main" noChangeAspect="1"/>
          </p:cNvPicPr>
          <p:nvPr/>
        </p:nvPicPr>
        <p:blipFill>
          <a:blip xmlns:r="http://schemas.openxmlformats.org/officeDocument/2006/relationships" xmlns:a="http://schemas.openxmlformats.org/drawingml/2006/main" r:embed="Rb02690f1d2074bf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355752B-FC34-40DC-80BD-A3EA23EEBDA1}"/>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2A53D30-01FC-4B45-83EB-D52B6EAB662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378759F-5DDF-4D79-927B-DC2B107AC1F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11E966E-FBEA-490F-BE6B-1686F40685C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7F44EE3-AE07-4377-A662-02BD7915C99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D50581B-4680-4279-8CEB-D2A2A344BF1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D41E7DB-5FA5-4D61-A8C4-750B295A57B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A2EEAE26-9D1E-4FCE-B863-45EAE54A99B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04B7EF4-C362-4079-B719-ECF6358B7D5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4" name="figure-example_a-0">
            <a:extLst xmlns:a="http://schemas.openxmlformats.org/drawingml/2006/main">
              <a:ext uri="{FF2B5EF4-FFF2-40B4-BE49-F238E27FC236}">
                <a16:creationId xmlns:a16="http://schemas.microsoft.com/office/drawing/2014/main" id="{CBFBBA19-47B7-4431-9AC9-DB1D46B7DE89}"/>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1A8C3E8E-A3B5-492F-A83B-AF1A2008ECBA}"/>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FA0C8FA1-C023-4F71-BA10-EA40005E0E8A}"/>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0B3822E4-7D55-4B8B-A29A-DB10023BF4F8}"/>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97498F1C-A212-479B-955D-4CD05B832BDB}"/>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043EC85F-AD68-4429-BB3B-A175E560AFF7}"/>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BD9D9DE4-7C6F-45CF-948A-92D6071F2034}"/>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4B61E5AA-5C13-476E-9AAC-470E50CAD697}"/>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993191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CFA5D6B-43CB-4ED2-8339-529D58EE26D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91BE54A-810E-4842-8AA9-FB162B9BC94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458E70B6-BF49-40D0-A408-664CB83E72C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 · 2 of 3</a:t>
            </a:r>
          </a:p>
        </p:txBody>
      </p:sp>
      <p:pic>
        <p:nvPicPr>
          <p:cNvPr id="4" name="">
            <a:extLst xmlns:a="http://schemas.openxmlformats.org/drawingml/2006/main">
              <a:ext uri="{FF2B5EF4-FFF2-40B4-BE49-F238E27FC236}">
                <a16:creationId xmlns:a16="http://schemas.microsoft.com/office/drawing/2014/main" id="{55CD0E92-A60A-4BB3-8A7F-3A8B9C6D7610}"/>
              </a:ext>
            </a:extLst>
          </p:cNvPr>
          <p:cNvPicPr>
            <a:picLocks xmlns:a="http://schemas.openxmlformats.org/drawingml/2006/main" noChangeAspect="1"/>
          </p:cNvPicPr>
          <p:nvPr/>
        </p:nvPicPr>
        <p:blipFill>
          <a:blip xmlns:r="http://schemas.openxmlformats.org/officeDocument/2006/relationships" xmlns:a="http://schemas.openxmlformats.org/drawingml/2006/main" r:embed="R44f9a621d68c4d3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1233BB7-2B07-4C4B-A2EA-18E27632B8EE}"/>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C3488C5-6CCB-452A-9EBB-B15C9E1151D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FFB58EF-6D7C-4130-AB06-BA1A9A8599D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7C95A7F-6FB1-4DA6-BE37-6CE52931037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AF33967-A9D2-4C71-B367-327BF85FF8B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42F78CB-7BE5-4095-867E-C5C072CF988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D3D1E77-5535-4B85-BC1B-83BECFCD17C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BAB2870-A774-4DB1-AA6D-13825A9CDA6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6A84938-BFA7-421A-8407-F17259B0A48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4" name="figure-example_b-0">
            <a:extLst xmlns:a="http://schemas.openxmlformats.org/drawingml/2006/main">
              <a:ext uri="{FF2B5EF4-FFF2-40B4-BE49-F238E27FC236}">
                <a16:creationId xmlns:a16="http://schemas.microsoft.com/office/drawing/2014/main" id="{F3E078D6-6F53-46EE-BF10-F1EA061880D2}"/>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8320BFDA-1365-4529-B1CE-39C2A7D38D40}"/>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6D3C063C-9507-4F8E-B76A-1624146F32B8}"/>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571D0340-A775-463E-9C0D-F0199EDD64BB}"/>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3D8A8F9A-1DDC-4EA7-9D66-BE45CCD72506}"/>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80FBAF8D-AD1F-4525-86A8-9C716D0833A4}"/>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56773CB4-3596-4500-B32B-BF59672330E1}"/>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E551928A-119B-4A87-BF01-69AF29546944}"/>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3453783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CCC9A5F-3136-4660-9A45-3B35A03F924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18257A52-6D53-42F7-9D2B-7FAB4E88334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05B40793-9B20-4F1A-9AD2-1F87AF3D0D8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 · 3 of 3</a:t>
            </a:r>
          </a:p>
        </p:txBody>
      </p:sp>
      <p:pic>
        <p:nvPicPr>
          <p:cNvPr id="4" name="">
            <a:extLst xmlns:a="http://schemas.openxmlformats.org/drawingml/2006/main">
              <a:ext uri="{FF2B5EF4-FFF2-40B4-BE49-F238E27FC236}">
                <a16:creationId xmlns:a16="http://schemas.microsoft.com/office/drawing/2014/main" id="{57717E61-913A-485E-BB29-DBDC3F627486}"/>
              </a:ext>
            </a:extLst>
          </p:cNvPr>
          <p:cNvPicPr>
            <a:picLocks xmlns:a="http://schemas.openxmlformats.org/drawingml/2006/main" noChangeAspect="1"/>
          </p:cNvPicPr>
          <p:nvPr/>
        </p:nvPicPr>
        <p:blipFill>
          <a:blip xmlns:r="http://schemas.openxmlformats.org/officeDocument/2006/relationships" xmlns:a="http://schemas.openxmlformats.org/drawingml/2006/main" r:embed="R6daedd5afb5943e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0E3C51A-CB78-4DF6-89F6-F211B280350D}"/>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A1F0210-9587-47CB-9A7A-ACA9533BF4A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AA883C5-26F7-4ACE-B887-804F70A7519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21BC3D4-CA1B-4EC5-9518-73B4B3C07A4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E1D610E-C89D-4267-A7DD-441C7CB401B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3C35E56-2B87-4E94-B66B-88E682D61E6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5117F70-5691-4BDF-94DA-7EDEBC41FC1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4E6D205-5652-4A79-B9DE-DB50D55C991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2553105-4CB5-4DAD-910A-9B78CFD2C94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4" name="figure-example_c-0">
            <a:extLst xmlns:a="http://schemas.openxmlformats.org/drawingml/2006/main">
              <a:ext uri="{FF2B5EF4-FFF2-40B4-BE49-F238E27FC236}">
                <a16:creationId xmlns:a16="http://schemas.microsoft.com/office/drawing/2014/main" id="{98501F09-38A5-42B0-A25D-7ACDCC402862}"/>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BA2B2099-6DD0-4F7D-B038-C20A5427230E}"/>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D7814C8E-98B7-4CFD-8225-7F45F19C027B}"/>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B7ADA55F-57F0-4300-A525-934A2F7D674E}"/>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C386D4CA-1F7F-47E1-906F-8DE6E54022DB}"/>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895E3851-14E0-47C8-8C4F-CFCAC972A3DF}"/>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2FDB87C0-C15B-46D6-BA28-7E7D2A3ECD6E}"/>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1F8EC3BA-8032-4AA8-A3E8-2F9010EA8865}"/>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11463194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1BCDD317-0F10-435E-A837-4662BFF9CB4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30B6A6E-3C50-4281-BE88-3BD3CD104C6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CCD7B461-1564-455F-9C63-463B263B022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FBFD05B6-C72D-4C5A-9E5A-4AEE8EC8C9DC}"/>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1974397D-69B8-445A-8C20-7F5D63E4080C}"/>
              </a:ext>
            </a:extLst>
          </p:cNvPr>
          <p:cNvPicPr>
            <a:picLocks xmlns:a="http://schemas.openxmlformats.org/drawingml/2006/main" noChangeAspect="1"/>
          </p:cNvPicPr>
          <p:nvPr/>
        </p:nvPicPr>
        <p:blipFill>
          <a:blip xmlns:r="http://schemas.openxmlformats.org/officeDocument/2006/relationships" xmlns:a="http://schemas.openxmlformats.org/drawingml/2006/main" r:embed="Rb53bf422dc41447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CD9A2F8-00AA-43B1-8376-CAC59ECB6FAB}"/>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3F65656-B29B-4A43-B46B-B1BDBC7794D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B2AFE73-F4CB-4A4B-8F53-96A373F0E1C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23B57C4-35BE-4781-BBA4-4BD480922B9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186CDB8-A67E-431A-A29F-AEDDA029A6A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E321C5C-71BC-48CE-9856-A9DD472CE0C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D06246A-9210-4F69-9B43-351C122B6AE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ADAF1854-2F8A-4667-B199-05504121074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5CF2A7F-9EEC-4CFA-B6B2-ED69BB16F42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5" name="item-1-title">
            <a:extLst xmlns:a="http://schemas.openxmlformats.org/drawingml/2006/main">
              <a:ext uri="{FF2B5EF4-FFF2-40B4-BE49-F238E27FC236}">
                <a16:creationId xmlns:a16="http://schemas.microsoft.com/office/drawing/2014/main" id="{06D49847-6593-4AC3-B504-4ADAC9F3C057}"/>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Warm colour</a:t>
            </a:r>
          </a:p>
        </p:txBody>
      </p:sp>
      <p:sp>
        <p:nvSpPr>
          <p:cNvPr id="16" name="item-1-question">
            <a:extLst xmlns:a="http://schemas.openxmlformats.org/drawingml/2006/main">
              <a:ext uri="{FF2B5EF4-FFF2-40B4-BE49-F238E27FC236}">
                <a16:creationId xmlns:a16="http://schemas.microsoft.com/office/drawing/2014/main" id="{C1CCE6C7-0A5D-4A25-B13B-D1B00E51A0A1}"/>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colour in A is warm: orange or blue?</a:t>
            </a:r>
          </a:p>
        </p:txBody>
      </p:sp>
      <p:sp>
        <p:nvSpPr>
          <p:cNvPr id="17" name="item-1-clue">
            <a:extLst xmlns:a="http://schemas.openxmlformats.org/drawingml/2006/main">
              <a:ext uri="{FF2B5EF4-FFF2-40B4-BE49-F238E27FC236}">
                <a16:creationId xmlns:a16="http://schemas.microsoft.com/office/drawing/2014/main" id="{1E2E9762-EE9E-4069-968E-742EBE060EF3}"/>
              </a:ext>
            </a:extLst>
          </p:cNvPr>
          <p:cNvSpPr>
            <a:spLocks xmlns:a="http://schemas.openxmlformats.org/drawingml/2006/main" noGrp="1"/>
          </p:cNvSpPr>
          <p:nvPr/>
        </p:nvSpPr>
        <p:spPr>
          <a:xfrm xmlns:a="http://schemas.openxmlformats.org/drawingml/2006/main">
            <a:off x="381000" y="2790444"/>
            <a:ext cx="558165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Find the orange dot. Red, orange and yellow are warm colours.</a:t>
            </a:r>
          </a:p>
        </p:txBody>
      </p:sp>
      <p:sp>
        <p:nvSpPr>
          <p:cNvPr id="18" name="item-2-title">
            <a:extLst xmlns:a="http://schemas.openxmlformats.org/drawingml/2006/main">
              <a:ext uri="{FF2B5EF4-FFF2-40B4-BE49-F238E27FC236}">
                <a16:creationId xmlns:a16="http://schemas.microsoft.com/office/drawing/2014/main" id="{2D8FD24F-3250-4A14-ABC1-1D1E5A574FA2}"/>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Cool colour</a:t>
            </a:r>
          </a:p>
        </p:txBody>
      </p:sp>
      <p:sp>
        <p:nvSpPr>
          <p:cNvPr id="19" name="item-2-question">
            <a:extLst xmlns:a="http://schemas.openxmlformats.org/drawingml/2006/main">
              <a:ext uri="{FF2B5EF4-FFF2-40B4-BE49-F238E27FC236}">
                <a16:creationId xmlns:a16="http://schemas.microsoft.com/office/drawing/2014/main" id="{2CD92188-3E5C-46F9-83F1-D6F8B6A8B456}"/>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B use warm or cool colours for its marks?</a:t>
            </a:r>
          </a:p>
        </p:txBody>
      </p:sp>
      <p:sp>
        <p:nvSpPr>
          <p:cNvPr id="20" name="item-2-clue">
            <a:extLst xmlns:a="http://schemas.openxmlformats.org/drawingml/2006/main">
              <a:ext uri="{FF2B5EF4-FFF2-40B4-BE49-F238E27FC236}">
                <a16:creationId xmlns:a16="http://schemas.microsoft.com/office/drawing/2014/main" id="{20AFF225-301E-4F68-B28E-B2C172BC5652}"/>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Its marks are blue and green.</a:t>
            </a:r>
          </a:p>
        </p:txBody>
      </p:sp>
      <p:sp>
        <p:nvSpPr>
          <p:cNvPr id="21" name="item-3-title">
            <a:extLst xmlns:a="http://schemas.openxmlformats.org/drawingml/2006/main">
              <a:ext uri="{FF2B5EF4-FFF2-40B4-BE49-F238E27FC236}">
                <a16:creationId xmlns:a16="http://schemas.microsoft.com/office/drawing/2014/main" id="{1385EBD8-96D4-47A1-991A-C7A28A8FEF28}"/>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Ground</a:t>
            </a:r>
          </a:p>
        </p:txBody>
      </p:sp>
      <p:sp>
        <p:nvSpPr>
          <p:cNvPr id="22" name="item-3-question">
            <a:extLst xmlns:a="http://schemas.openxmlformats.org/drawingml/2006/main">
              <a:ext uri="{FF2B5EF4-FFF2-40B4-BE49-F238E27FC236}">
                <a16:creationId xmlns:a16="http://schemas.microsoft.com/office/drawing/2014/main" id="{4AD00E68-7E51-41EC-8FC8-CC8BD3E6333E}"/>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Is the ground behind A's marks dark or pale?</a:t>
            </a:r>
          </a:p>
        </p:txBody>
      </p:sp>
      <p:sp>
        <p:nvSpPr>
          <p:cNvPr id="23" name="item-3-clue">
            <a:extLst xmlns:a="http://schemas.openxmlformats.org/drawingml/2006/main">
              <a:ext uri="{FF2B5EF4-FFF2-40B4-BE49-F238E27FC236}">
                <a16:creationId xmlns:a16="http://schemas.microsoft.com/office/drawing/2014/main" id="{880B91CC-38A4-4611-AFE6-FEEF4E08D870}"/>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between the shapes.</a:t>
            </a:r>
          </a:p>
        </p:txBody>
      </p:sp>
      <p:sp>
        <p:nvSpPr>
          <p:cNvPr id="24" name="item-4-title">
            <a:extLst xmlns:a="http://schemas.openxmlformats.org/drawingml/2006/main">
              <a:ext uri="{FF2B5EF4-FFF2-40B4-BE49-F238E27FC236}">
                <a16:creationId xmlns:a16="http://schemas.microsoft.com/office/drawing/2014/main" id="{DB3EC2F8-CF55-4497-8A80-6FBEC368604E}"/>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Repeat</a:t>
            </a:r>
          </a:p>
        </p:txBody>
      </p:sp>
      <p:sp>
        <p:nvSpPr>
          <p:cNvPr id="25" name="item-4-question">
            <a:extLst xmlns:a="http://schemas.openxmlformats.org/drawingml/2006/main">
              <a:ext uri="{FF2B5EF4-FFF2-40B4-BE49-F238E27FC236}">
                <a16:creationId xmlns:a16="http://schemas.microsoft.com/office/drawing/2014/main" id="{4248CF2A-31A8-4395-905E-3372FC8EA056}"/>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comes after each ring in A: a dot or another ring?</a:t>
            </a:r>
          </a:p>
        </p:txBody>
      </p:sp>
      <p:sp>
        <p:nvSpPr>
          <p:cNvPr id="26" name="item-4-clue">
            <a:extLst xmlns:a="http://schemas.openxmlformats.org/drawingml/2006/main">
              <a:ext uri="{FF2B5EF4-FFF2-40B4-BE49-F238E27FC236}">
                <a16:creationId xmlns:a16="http://schemas.microsoft.com/office/drawing/2014/main" id="{03719842-61E1-4597-BE5B-770179B2ED4E}"/>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Follow the row from left to right.</a:t>
            </a:r>
          </a:p>
        </p:txBody>
      </p:sp>
    </p:spTree>
    <p:extLst>
      <p:ext uri="{BB962C8B-B14F-4D97-AF65-F5344CB8AC3E}">
        <p14:creationId xmlns:p14="http://schemas.microsoft.com/office/powerpoint/2010/main" val="8157032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95834A12-0B8F-40B2-8FF5-DEF2BA3D148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8362954-00D6-4962-BCB4-708D6171AE9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EA5C9666-74E0-471C-ABC3-8563E1104FC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BFDF3B61-9D06-4571-9030-ED182400940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68A8BF17-F186-4DFA-BC62-334D71420CB0}"/>
              </a:ext>
            </a:extLst>
          </p:cNvPr>
          <p:cNvPicPr>
            <a:picLocks xmlns:a="http://schemas.openxmlformats.org/drawingml/2006/main" noChangeAspect="1"/>
          </p:cNvPicPr>
          <p:nvPr/>
        </p:nvPicPr>
        <p:blipFill>
          <a:blip xmlns:r="http://schemas.openxmlformats.org/officeDocument/2006/relationships" xmlns:a="http://schemas.openxmlformats.org/drawingml/2006/main" r:embed="Rd43882b708a9452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CFBD069-DBB7-4ECA-8754-9A419D73C430}"/>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E3261A7-C0F7-46D5-8071-40307773C6C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8F62AA9-7EC8-45FA-A0F9-24101C75AFA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9920AB7-5FC1-4E3C-8F49-CED2089A297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63EE960-6494-48A4-9828-EC54082BB8A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B476C8A-BC33-4D1B-A7EA-69881510859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721BD43-1F59-4B6A-88ED-68B89B148AA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D09F78D9-EE25-46C7-8DC7-84786BFD01C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81DF2EB6-F19B-4C49-8E50-C9E354385B3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5" name="item-1-title">
            <a:extLst xmlns:a="http://schemas.openxmlformats.org/drawingml/2006/main">
              <a:ext uri="{FF2B5EF4-FFF2-40B4-BE49-F238E27FC236}">
                <a16:creationId xmlns:a16="http://schemas.microsoft.com/office/drawing/2014/main" id="{8911F94E-4CFA-42B2-8C22-75E1A0761FE8}"/>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Colour change</a:t>
            </a:r>
          </a:p>
        </p:txBody>
      </p:sp>
      <p:sp>
        <p:nvSpPr>
          <p:cNvPr id="16" name="item-1-question">
            <a:extLst xmlns:a="http://schemas.openxmlformats.org/drawingml/2006/main">
              <a:ext uri="{FF2B5EF4-FFF2-40B4-BE49-F238E27FC236}">
                <a16:creationId xmlns:a16="http://schemas.microsoft.com/office/drawing/2014/main" id="{C9AE4F98-D202-4219-BF9B-B36C0EB76C32}"/>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changes between the marks in A and B?</a:t>
            </a:r>
          </a:p>
        </p:txBody>
      </p:sp>
      <p:sp>
        <p:nvSpPr>
          <p:cNvPr id="17" name="item-1-clue">
            <a:extLst xmlns:a="http://schemas.openxmlformats.org/drawingml/2006/main">
              <a:ext uri="{FF2B5EF4-FFF2-40B4-BE49-F238E27FC236}">
                <a16:creationId xmlns:a16="http://schemas.microsoft.com/office/drawing/2014/main" id="{8797CF96-D65B-4E9E-AC42-DE1101CAC9A6}"/>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their colour groups.</a:t>
            </a:r>
          </a:p>
        </p:txBody>
      </p:sp>
      <p:sp>
        <p:nvSpPr>
          <p:cNvPr id="18" name="item-2-title">
            <a:extLst xmlns:a="http://schemas.openxmlformats.org/drawingml/2006/main">
              <a:ext uri="{FF2B5EF4-FFF2-40B4-BE49-F238E27FC236}">
                <a16:creationId xmlns:a16="http://schemas.microsoft.com/office/drawing/2014/main" id="{5BC5F834-1CFC-40BF-A3B0-3CB4DDCBA6F1}"/>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Contrast</a:t>
            </a:r>
          </a:p>
        </p:txBody>
      </p:sp>
      <p:sp>
        <p:nvSpPr>
          <p:cNvPr id="19" name="item-2-question">
            <a:extLst xmlns:a="http://schemas.openxmlformats.org/drawingml/2006/main">
              <a:ext uri="{FF2B5EF4-FFF2-40B4-BE49-F238E27FC236}">
                <a16:creationId xmlns:a16="http://schemas.microsoft.com/office/drawing/2014/main" id="{731012FB-CB2A-475D-A2B6-80976692EA95}"/>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Where are the yellow rings clearer: A or C?</a:t>
            </a:r>
          </a:p>
        </p:txBody>
      </p:sp>
      <p:sp>
        <p:nvSpPr>
          <p:cNvPr id="20" name="item-2-clue">
            <a:extLst xmlns:a="http://schemas.openxmlformats.org/drawingml/2006/main">
              <a:ext uri="{FF2B5EF4-FFF2-40B4-BE49-F238E27FC236}">
                <a16:creationId xmlns:a16="http://schemas.microsoft.com/office/drawing/2014/main" id="{A3B74ACE-1D96-4D7B-859B-6B65008CCA0A}"/>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a yellow outline with the ground beside it.</a:t>
            </a:r>
          </a:p>
        </p:txBody>
      </p:sp>
      <p:sp>
        <p:nvSpPr>
          <p:cNvPr id="21" name="item-3-title">
            <a:extLst xmlns:a="http://schemas.openxmlformats.org/drawingml/2006/main">
              <a:ext uri="{FF2B5EF4-FFF2-40B4-BE49-F238E27FC236}">
                <a16:creationId xmlns:a16="http://schemas.microsoft.com/office/drawing/2014/main" id="{8A33308C-83B2-4D32-BA0B-D4579B399366}"/>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Pattern</a:t>
            </a:r>
          </a:p>
        </p:txBody>
      </p:sp>
      <p:sp>
        <p:nvSpPr>
          <p:cNvPr id="22" name="item-3-question">
            <a:extLst xmlns:a="http://schemas.openxmlformats.org/drawingml/2006/main">
              <a:ext uri="{FF2B5EF4-FFF2-40B4-BE49-F238E27FC236}">
                <a16:creationId xmlns:a16="http://schemas.microsoft.com/office/drawing/2014/main" id="{DBFD0053-B9CB-4E90-ACA9-5C0312BB809E}"/>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Describe the repeating pair in A.</a:t>
            </a:r>
          </a:p>
        </p:txBody>
      </p:sp>
      <p:sp>
        <p:nvSpPr>
          <p:cNvPr id="23" name="item-3-clue">
            <a:extLst xmlns:a="http://schemas.openxmlformats.org/drawingml/2006/main">
              <a:ext uri="{FF2B5EF4-FFF2-40B4-BE49-F238E27FC236}">
                <a16:creationId xmlns:a16="http://schemas.microsoft.com/office/drawing/2014/main" id="{F8BCE331-59CD-4F87-8E5D-D007F3D5381E}"/>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Name the two marks in order.</a:t>
            </a:r>
          </a:p>
        </p:txBody>
      </p:sp>
      <p:sp>
        <p:nvSpPr>
          <p:cNvPr id="24" name="item-4-title">
            <a:extLst xmlns:a="http://schemas.openxmlformats.org/drawingml/2006/main">
              <a:ext uri="{FF2B5EF4-FFF2-40B4-BE49-F238E27FC236}">
                <a16:creationId xmlns:a16="http://schemas.microsoft.com/office/drawing/2014/main" id="{330B7C30-BB26-4287-B76B-B9E3D495DF94}"/>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Colour word</a:t>
            </a:r>
          </a:p>
        </p:txBody>
      </p:sp>
      <p:sp>
        <p:nvSpPr>
          <p:cNvPr id="25" name="item-4-question">
            <a:extLst xmlns:a="http://schemas.openxmlformats.org/drawingml/2006/main">
              <a:ext uri="{FF2B5EF4-FFF2-40B4-BE49-F238E27FC236}">
                <a16:creationId xmlns:a16="http://schemas.microsoft.com/office/drawing/2014/main" id="{DEDECC6F-82F6-4A18-8F87-1A4A4A5106C8}"/>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calling blue a cool colour mean the paper is cold?</a:t>
            </a:r>
          </a:p>
        </p:txBody>
      </p:sp>
      <p:sp>
        <p:nvSpPr>
          <p:cNvPr id="26" name="item-4-clue">
            <a:extLst xmlns:a="http://schemas.openxmlformats.org/drawingml/2006/main">
              <a:ext uri="{FF2B5EF4-FFF2-40B4-BE49-F238E27FC236}">
                <a16:creationId xmlns:a16="http://schemas.microsoft.com/office/drawing/2014/main" id="{A944CB98-A594-4264-A6FC-87F7E3600129}"/>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We are using an art word, not measuring heat.</a:t>
            </a:r>
          </a:p>
        </p:txBody>
      </p:sp>
    </p:spTree>
    <p:extLst>
      <p:ext uri="{BB962C8B-B14F-4D97-AF65-F5344CB8AC3E}">
        <p14:creationId xmlns:p14="http://schemas.microsoft.com/office/powerpoint/2010/main" val="12088884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7D792B21-D48F-4B87-9257-719A6A61084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1A5131D4-FEBD-4C9C-B287-A2DFEB33E8D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13A55B0C-0BBE-42E9-996D-D797802F5A8C}"/>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F2F94E28-E1C6-4D72-99B9-F05B01E8770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D23506E7-0F3F-4B67-B4A6-08F07160DA35}"/>
              </a:ext>
            </a:extLst>
          </p:cNvPr>
          <p:cNvPicPr>
            <a:picLocks xmlns:a="http://schemas.openxmlformats.org/drawingml/2006/main" noChangeAspect="1"/>
          </p:cNvPicPr>
          <p:nvPr/>
        </p:nvPicPr>
        <p:blipFill>
          <a:blip xmlns:r="http://schemas.openxmlformats.org/officeDocument/2006/relationships" xmlns:a="http://schemas.openxmlformats.org/drawingml/2006/main" r:embed="R72110d7744ea497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13A2505-0114-4A29-BE15-724AB0C17220}"/>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07D14ED-7FF3-4ED4-B4BB-99AE3FFE20D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294BE8F-CC83-4CD0-B93C-9606E8E94564}"/>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C2379FE-9B1E-4614-B38A-A45226C3F1D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C12452D-DD97-4467-A825-232AEAAD3AD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6647187-AEB9-48CE-9D2B-10FCA4F2151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176A73D-2298-4C7E-8A88-691E378C44F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C783FFC7-F986-443F-8FA8-C80F161D4C9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F6F823C-4434-45B3-825C-EB04A24EB37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brief responses, numbered 1 to 4, shown with words, symbols or marks.</a:t>
            </a:r>
          </a:p>
        </p:txBody>
      </p:sp>
      <p:sp>
        <p:nvSpPr>
          <p:cNvPr id="15" name="item-1-title">
            <a:extLst xmlns:a="http://schemas.openxmlformats.org/drawingml/2006/main">
              <a:ext uri="{FF2B5EF4-FFF2-40B4-BE49-F238E27FC236}">
                <a16:creationId xmlns:a16="http://schemas.microsoft.com/office/drawing/2014/main" id="{E2115512-5748-49FB-BE16-BBADE5551BC6}"/>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Comparison</a:t>
            </a:r>
          </a:p>
        </p:txBody>
      </p:sp>
      <p:sp>
        <p:nvSpPr>
          <p:cNvPr id="16" name="item-1-question">
            <a:extLst xmlns:a="http://schemas.openxmlformats.org/drawingml/2006/main">
              <a:ext uri="{FF2B5EF4-FFF2-40B4-BE49-F238E27FC236}">
                <a16:creationId xmlns:a16="http://schemas.microsoft.com/office/drawing/2014/main" id="{5AC1CD89-017F-4FCB-9569-136FD39F5375}"/>
              </a:ext>
            </a:extLst>
          </p:cNvPr>
          <p:cNvSpPr>
            <a:spLocks xmlns:a="http://schemas.openxmlformats.org/drawingml/2006/main" noGrp="1"/>
          </p:cNvSpPr>
          <p:nvPr/>
        </p:nvSpPr>
        <p:spPr>
          <a:xfrm xmlns:a="http://schemas.openxmlformats.org/drawingml/2006/main">
            <a:off x="38100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Compare A and B: name one change and one thing kept the same.</a:t>
            </a:r>
          </a:p>
        </p:txBody>
      </p:sp>
      <p:sp>
        <p:nvSpPr>
          <p:cNvPr id="17" name="item-1-clue">
            <a:extLst xmlns:a="http://schemas.openxmlformats.org/drawingml/2006/main">
              <a:ext uri="{FF2B5EF4-FFF2-40B4-BE49-F238E27FC236}">
                <a16:creationId xmlns:a16="http://schemas.microsoft.com/office/drawing/2014/main" id="{380154F2-7937-4C05-A366-E2B509759069}"/>
              </a:ext>
            </a:extLst>
          </p:cNvPr>
          <p:cNvSpPr>
            <a:spLocks xmlns:a="http://schemas.openxmlformats.org/drawingml/2006/main" noGrp="1"/>
          </p:cNvSpPr>
          <p:nvPr/>
        </p:nvSpPr>
        <p:spPr>
          <a:xfrm xmlns:a="http://schemas.openxmlformats.org/drawingml/2006/main">
            <a:off x="38100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Think about colour, shape and position.</a:t>
            </a:r>
          </a:p>
        </p:txBody>
      </p:sp>
      <p:sp>
        <p:nvSpPr>
          <p:cNvPr id="18" name="item-2-title">
            <a:extLst xmlns:a="http://schemas.openxmlformats.org/drawingml/2006/main">
              <a:ext uri="{FF2B5EF4-FFF2-40B4-BE49-F238E27FC236}">
                <a16:creationId xmlns:a16="http://schemas.microsoft.com/office/drawing/2014/main" id="{F7BA7C56-400C-42F1-9798-32D51E01EFC5}"/>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Separate choices</a:t>
            </a:r>
          </a:p>
        </p:txBody>
      </p:sp>
      <p:sp>
        <p:nvSpPr>
          <p:cNvPr id="19" name="item-2-question">
            <a:extLst xmlns:a="http://schemas.openxmlformats.org/drawingml/2006/main">
              <a:ext uri="{FF2B5EF4-FFF2-40B4-BE49-F238E27FC236}">
                <a16:creationId xmlns:a16="http://schemas.microsoft.com/office/drawing/2014/main" id="{D6F4365D-484A-4CA0-A740-A97371C794A8}"/>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Can cool colours stand out on a dark ground?</a:t>
            </a:r>
          </a:p>
        </p:txBody>
      </p:sp>
      <p:sp>
        <p:nvSpPr>
          <p:cNvPr id="20" name="item-2-clue">
            <a:extLst xmlns:a="http://schemas.openxmlformats.org/drawingml/2006/main">
              <a:ext uri="{FF2B5EF4-FFF2-40B4-BE49-F238E27FC236}">
                <a16:creationId xmlns:a16="http://schemas.microsoft.com/office/drawing/2014/main" id="{45885F67-7989-4F82-AB26-FC6AC72978F8}"/>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at B's bright blue and green marks.</a:t>
            </a:r>
          </a:p>
        </p:txBody>
      </p:sp>
      <p:sp>
        <p:nvSpPr>
          <p:cNvPr id="21" name="item-3-title">
            <a:extLst xmlns:a="http://schemas.openxmlformats.org/drawingml/2006/main">
              <a:ext uri="{FF2B5EF4-FFF2-40B4-BE49-F238E27FC236}">
                <a16:creationId xmlns:a16="http://schemas.microsoft.com/office/drawing/2014/main" id="{5742A532-4EE7-4747-80F8-A12671E952A8}"/>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Testing an idea</a:t>
            </a:r>
          </a:p>
        </p:txBody>
      </p:sp>
      <p:sp>
        <p:nvSpPr>
          <p:cNvPr id="22" name="item-3-question">
            <a:extLst xmlns:a="http://schemas.openxmlformats.org/drawingml/2006/main">
              <a:ext uri="{FF2B5EF4-FFF2-40B4-BE49-F238E27FC236}">
                <a16:creationId xmlns:a16="http://schemas.microsoft.com/office/drawing/2014/main" id="{0FC7A578-A3A5-4E8F-ACE5-BCA83C375DD3}"/>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do A and C help us test the effect of the ground?</a:t>
            </a:r>
          </a:p>
        </p:txBody>
      </p:sp>
      <p:sp>
        <p:nvSpPr>
          <p:cNvPr id="23" name="item-3-clue">
            <a:extLst xmlns:a="http://schemas.openxmlformats.org/drawingml/2006/main">
              <a:ext uri="{FF2B5EF4-FFF2-40B4-BE49-F238E27FC236}">
                <a16:creationId xmlns:a16="http://schemas.microsoft.com/office/drawing/2014/main" id="{DFCDA507-7B2B-4ADC-BB0A-1BE488968841}"/>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Which feature changed? Which marks stayed the same?</a:t>
            </a:r>
          </a:p>
        </p:txBody>
      </p:sp>
      <p:sp>
        <p:nvSpPr>
          <p:cNvPr id="24" name="item-4-title">
            <a:extLst xmlns:a="http://schemas.openxmlformats.org/drawingml/2006/main">
              <a:ext uri="{FF2B5EF4-FFF2-40B4-BE49-F238E27FC236}">
                <a16:creationId xmlns:a16="http://schemas.microsoft.com/office/drawing/2014/main" id="{A0DB082E-E29D-4CBB-BBD9-C389251F9D0F}"/>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Two views</a:t>
            </a:r>
          </a:p>
        </p:txBody>
      </p:sp>
      <p:sp>
        <p:nvSpPr>
          <p:cNvPr id="25" name="item-4-question">
            <a:extLst xmlns:a="http://schemas.openxmlformats.org/drawingml/2006/main">
              <a:ext uri="{FF2B5EF4-FFF2-40B4-BE49-F238E27FC236}">
                <a16:creationId xmlns:a16="http://schemas.microsoft.com/office/drawing/2014/main" id="{67CED25A-CAEB-4C28-8447-F2ABE84024F0}"/>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Could two viewers describe the same pattern's effect in different ways?</a:t>
            </a:r>
          </a:p>
        </p:txBody>
      </p:sp>
      <p:sp>
        <p:nvSpPr>
          <p:cNvPr id="26" name="item-4-clue">
            <a:extLst xmlns:a="http://schemas.openxmlformats.org/drawingml/2006/main">
              <a:ext uri="{FF2B5EF4-FFF2-40B4-BE49-F238E27FC236}">
                <a16:creationId xmlns:a16="http://schemas.microsoft.com/office/drawing/2014/main" id="{3D62812A-1587-452E-A409-57C97F287C58}"/>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Both can point to features and explain their view.</a:t>
            </a:r>
          </a:p>
        </p:txBody>
      </p:sp>
    </p:spTree>
    <p:extLst>
      <p:ext uri="{BB962C8B-B14F-4D97-AF65-F5344CB8AC3E}">
        <p14:creationId xmlns:p14="http://schemas.microsoft.com/office/powerpoint/2010/main" val="3081077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9CD61A68-8E41-4C0C-B339-8BFFE5D806C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FC0CCDF-4355-4A23-842B-0116AEC92F4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7D8967C6-6718-4C39-800D-951CB21BB80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64094F89-4CED-42EB-BEDE-5460FA14AC69}"/>
              </a:ext>
            </a:extLst>
          </p:cNvPr>
          <p:cNvPicPr>
            <a:picLocks xmlns:a="http://schemas.openxmlformats.org/drawingml/2006/main" noChangeAspect="1"/>
          </p:cNvPicPr>
          <p:nvPr/>
        </p:nvPicPr>
        <p:blipFill>
          <a:blip xmlns:r="http://schemas.openxmlformats.org/officeDocument/2006/relationships" xmlns:a="http://schemas.openxmlformats.org/drawingml/2006/main" r:embed="R6d51e5be8f2d43f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ECBE350-D78B-4696-9D01-C1427B0E92B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9F8899B-6C2E-49CC-9653-0EE858A284C7}"/>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F15CC50-DE37-4C79-888B-BFAF2C61E10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8344F1D-AC1F-414A-B1A1-58846003EEF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6E5D7E8-DEE3-42D5-B30F-DE693C9609A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BEA445A-C43E-4EFD-9DC7-4EC900AB7CE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B72804B-A4D8-4941-AF9F-3DF9160B9E6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C2A446B-4B43-4885-B7F8-94B750A2430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3588017-4116-49A9-8FF0-8A1272D41D0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statement and one short reason.</a:t>
            </a:r>
          </a:p>
        </p:txBody>
      </p:sp>
      <p:sp>
        <p:nvSpPr>
          <p:cNvPr id="14" name="body-0">
            <a:extLst xmlns:a="http://schemas.openxmlformats.org/drawingml/2006/main">
              <a:ext uri="{FF2B5EF4-FFF2-40B4-BE49-F238E27FC236}">
                <a16:creationId xmlns:a16="http://schemas.microsoft.com/office/drawing/2014/main" id="{D80AC5A8-4ABE-4825-B2D2-5B49B83D254C}"/>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statement can we support?</a:t>
            </a:r>
          </a:p>
        </p:txBody>
      </p:sp>
      <p:sp>
        <p:nvSpPr>
          <p:cNvPr id="15" name="body-1">
            <a:extLst xmlns:a="http://schemas.openxmlformats.org/drawingml/2006/main">
              <a:ext uri="{FF2B5EF4-FFF2-40B4-BE49-F238E27FC236}">
                <a16:creationId xmlns:a16="http://schemas.microsoft.com/office/drawing/2014/main" id="{E17EB13B-3D4E-4F39-BEB7-77DF0E51B91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All festivals use the same colours and patterns.</a:t>
            </a:r>
          </a:p>
        </p:txBody>
      </p:sp>
      <p:sp>
        <p:nvSpPr>
          <p:cNvPr id="16" name="body-2">
            <a:extLst xmlns:a="http://schemas.openxmlformats.org/drawingml/2006/main">
              <a:ext uri="{FF2B5EF4-FFF2-40B4-BE49-F238E27FC236}">
                <a16:creationId xmlns:a16="http://schemas.microsoft.com/office/drawing/2014/main" id="{7418490C-24C9-42D6-B934-81CD7CFFB3F2}"/>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People can choose different colours and patterns for a light display.</a:t>
            </a:r>
          </a:p>
        </p:txBody>
      </p:sp>
      <p:sp>
        <p:nvSpPr>
          <p:cNvPr id="17" name="body-3">
            <a:extLst xmlns:a="http://schemas.openxmlformats.org/drawingml/2006/main">
              <a:ext uri="{FF2B5EF4-FFF2-40B4-BE49-F238E27FC236}">
                <a16:creationId xmlns:a16="http://schemas.microsoft.com/office/drawing/2014/main" id="{3012CDF3-5325-44B8-8A18-76432BD88DE5}"/>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Cool colours cannot stand out on dark paper.</a:t>
            </a:r>
          </a:p>
        </p:txBody>
      </p:sp>
      <p:sp>
        <p:nvSpPr>
          <p:cNvPr id="18" name="body-4">
            <a:extLst xmlns:a="http://schemas.openxmlformats.org/drawingml/2006/main">
              <a:ext uri="{FF2B5EF4-FFF2-40B4-BE49-F238E27FC236}">
                <a16:creationId xmlns:a16="http://schemas.microsoft.com/office/drawing/2014/main" id="{F5422F80-75DC-42BF-A230-F9A799447D24}"/>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statement and a reason.</a:t>
            </a:r>
          </a:p>
        </p:txBody>
      </p:sp>
    </p:spTree>
    <p:extLst>
      <p:ext uri="{BB962C8B-B14F-4D97-AF65-F5344CB8AC3E}">
        <p14:creationId xmlns:p14="http://schemas.microsoft.com/office/powerpoint/2010/main" val="20123479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77401B3-47CB-4563-9E6A-49DA99A03BE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D6E5DC2-147F-472A-A4EA-564CB191411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5DDCD63C-6DDB-4859-A94B-32C92528425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E95FF39C-950D-4D8A-95B4-BAFDB4C9577D}"/>
              </a:ext>
            </a:extLst>
          </p:cNvPr>
          <p:cNvPicPr>
            <a:picLocks xmlns:a="http://schemas.openxmlformats.org/drawingml/2006/main" noChangeAspect="1"/>
          </p:cNvPicPr>
          <p:nvPr/>
        </p:nvPicPr>
        <p:blipFill>
          <a:blip xmlns:r="http://schemas.openxmlformats.org/officeDocument/2006/relationships" xmlns:a="http://schemas.openxmlformats.org/drawingml/2006/main" r:embed="R120cf46e08684dd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FD18517-2CFE-4E1F-B7F9-D66B616F2C4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F43D462-D5E5-4BDE-A212-734996E14416}"/>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5691146-C9FE-4A6F-A8D6-C21CEBF33BE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C9DD1BD-FB05-42C5-9C66-6517A866202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6224B22-5D8A-4988-BACE-060D3775E98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D71D977-7CE9-422C-A67D-B618C48B8F2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E7FBA1A-0117-4247-A856-1C9160A4F0B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4023F27C-1C0C-48FE-B5AD-F332B02163C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74974DE-74DA-4C6C-AB67-27C1CBAE3FC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statement and one short reason.</a:t>
            </a:r>
          </a:p>
        </p:txBody>
      </p:sp>
      <p:sp>
        <p:nvSpPr>
          <p:cNvPr id="14" name="figure-example_b-0">
            <a:extLst xmlns:a="http://schemas.openxmlformats.org/drawingml/2006/main">
              <a:ext uri="{FF2B5EF4-FFF2-40B4-BE49-F238E27FC236}">
                <a16:creationId xmlns:a16="http://schemas.microsoft.com/office/drawing/2014/main" id="{32F28DE6-5A2A-486B-87F4-368DF41EE2C7}"/>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EEDE5421-8EFF-4FD0-B813-8298DEE9B40B}"/>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118D1943-DB81-4068-BCCD-5C005F6EC263}"/>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058493C5-0FD9-47DD-A7C8-3EED557D5836}"/>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681EC7DF-A400-47BE-97C3-3C30546287CB}"/>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38586653-AAED-4EAA-92D6-96B6BF0F75DB}"/>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D03E2C8D-1CE8-4DD9-9090-F83DDF7D05CE}"/>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C146B030-CC0A-4D67-B3A5-1473D098A607}"/>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20456120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845C1AA-A400-4004-938E-53134ED7340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C166B220-ED7D-4FCF-B406-E706123EB33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6DF30B72-3157-4966-BA9F-10B7B19379C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A4E6B399-9242-4D71-8E86-418A198C5BA7}"/>
              </a:ext>
            </a:extLst>
          </p:cNvPr>
          <p:cNvPicPr>
            <a:picLocks xmlns:a="http://schemas.openxmlformats.org/drawingml/2006/main" noChangeAspect="1"/>
          </p:cNvPicPr>
          <p:nvPr/>
        </p:nvPicPr>
        <p:blipFill>
          <a:blip xmlns:r="http://schemas.openxmlformats.org/officeDocument/2006/relationships" xmlns:a="http://schemas.openxmlformats.org/drawingml/2006/main" r:embed="Re04b629c4309448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61C1DD3-589B-47D9-84E3-C669FB7D61B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5CE8B31-4120-4A6B-B71F-638D7436B02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36B0E77-33B1-4B13-8D87-F87CBB8549D8}"/>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36333AC-BE08-4215-836E-12403BAA620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AA476B5-5977-45D4-8610-51A28268CBB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731CABC-FEBC-4D19-9015-5072464CDAA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D5C868B-A3D7-405C-A26C-E0B3448EA69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DFBDC312-1342-49B0-B4E8-20D4432B575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0C89C6A-C139-457E-82CF-26AE1D7FA24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body-0">
            <a:extLst xmlns:a="http://schemas.openxmlformats.org/drawingml/2006/main">
              <a:ext uri="{FF2B5EF4-FFF2-40B4-BE49-F238E27FC236}">
                <a16:creationId xmlns:a16="http://schemas.microsoft.com/office/drawing/2014/main" id="{3A39138C-5AB1-4A6B-940D-09880DC74E28}"/>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are exploring made-up art for an imagined light display.</a:t>
            </a:r>
          </a:p>
        </p:txBody>
      </p:sp>
      <p:sp>
        <p:nvSpPr>
          <p:cNvPr id="15" name="body-1">
            <a:extLst xmlns:a="http://schemas.openxmlformats.org/drawingml/2006/main">
              <a:ext uri="{FF2B5EF4-FFF2-40B4-BE49-F238E27FC236}">
                <a16:creationId xmlns:a16="http://schemas.microsoft.com/office/drawing/2014/main" id="{8DA177E9-FF04-464D-BA11-B6A9BC1B4D3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These examples do not stand for a whole culture or faith.</a:t>
            </a:r>
          </a:p>
        </p:txBody>
      </p:sp>
      <p:sp>
        <p:nvSpPr>
          <p:cNvPr id="16" name="body-2">
            <a:extLst xmlns:a="http://schemas.openxmlformats.org/drawingml/2006/main">
              <a:ext uri="{FF2B5EF4-FFF2-40B4-BE49-F238E27FC236}">
                <a16:creationId xmlns:a16="http://schemas.microsoft.com/office/drawing/2014/main" id="{411FADFB-6BFB-41DF-BB56-C6836ECB8B71}"/>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A yellow ring, then an orange dot. That pair repeats.</a:t>
            </a:r>
          </a:p>
        </p:txBody>
      </p:sp>
      <p:sp>
        <p:nvSpPr>
          <p:cNvPr id="17" name="body-3">
            <a:extLst xmlns:a="http://schemas.openxmlformats.org/drawingml/2006/main">
              <a:ext uri="{FF2B5EF4-FFF2-40B4-BE49-F238E27FC236}">
                <a16:creationId xmlns:a16="http://schemas.microsoft.com/office/drawing/2014/main" id="{9914F3EE-26A5-4D83-80D0-A87F7C071BF1}"/>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marks use warm colours on a dark ground.</a:t>
            </a:r>
          </a:p>
        </p:txBody>
      </p:sp>
      <p:sp>
        <p:nvSpPr>
          <p:cNvPr id="18" name="body-4">
            <a:extLst xmlns:a="http://schemas.openxmlformats.org/drawingml/2006/main">
              <a:ext uri="{FF2B5EF4-FFF2-40B4-BE49-F238E27FC236}">
                <a16:creationId xmlns:a16="http://schemas.microsoft.com/office/drawing/2014/main" id="{3616E9DB-B3FF-4B68-8D15-1303E1FC56FD}"/>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The same shapes in the same places use cool blue and green.</a:t>
            </a:r>
          </a:p>
        </p:txBody>
      </p:sp>
      <p:sp>
        <p:nvSpPr>
          <p:cNvPr id="19" name="body-5">
            <a:extLst xmlns:a="http://schemas.openxmlformats.org/drawingml/2006/main">
              <a:ext uri="{FF2B5EF4-FFF2-40B4-BE49-F238E27FC236}">
                <a16:creationId xmlns:a16="http://schemas.microsoft.com/office/drawing/2014/main" id="{784F555C-7809-48BC-9CF8-676749DAF069}"/>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Both warm and cool marks can stand out on a dark ground.</a:t>
            </a:r>
          </a:p>
        </p:txBody>
      </p:sp>
      <p:sp>
        <p:nvSpPr>
          <p:cNvPr id="20" name="body-6">
            <a:extLst xmlns:a="http://schemas.openxmlformats.org/drawingml/2006/main">
              <a:ext uri="{FF2B5EF4-FFF2-40B4-BE49-F238E27FC236}">
                <a16:creationId xmlns:a16="http://schemas.microsoft.com/office/drawing/2014/main" id="{A0659F84-D487-4A89-8D70-F6D3B754EFE5}"/>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 The same warm marks as A have a pale yellow ground.</a:t>
            </a:r>
          </a:p>
        </p:txBody>
      </p:sp>
    </p:spTree>
    <p:extLst>
      <p:ext uri="{BB962C8B-B14F-4D97-AF65-F5344CB8AC3E}">
        <p14:creationId xmlns:p14="http://schemas.microsoft.com/office/powerpoint/2010/main" val="3779717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C71687C-E583-4CDB-9433-DDA9381056D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D951982-B7A7-458D-9122-7882F3F9A0D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B8E51FF6-5E82-4892-A1F4-F1AB765F15F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 · 1 of 3</a:t>
            </a:r>
          </a:p>
        </p:txBody>
      </p:sp>
      <p:pic>
        <p:nvPicPr>
          <p:cNvPr id="4" name="">
            <a:extLst xmlns:a="http://schemas.openxmlformats.org/drawingml/2006/main">
              <a:ext uri="{FF2B5EF4-FFF2-40B4-BE49-F238E27FC236}">
                <a16:creationId xmlns:a16="http://schemas.microsoft.com/office/drawing/2014/main" id="{800D84DF-6A83-4C0C-B6A1-C714898A10E6}"/>
              </a:ext>
            </a:extLst>
          </p:cNvPr>
          <p:cNvPicPr>
            <a:picLocks xmlns:a="http://schemas.openxmlformats.org/drawingml/2006/main" noChangeAspect="1"/>
          </p:cNvPicPr>
          <p:nvPr/>
        </p:nvPicPr>
        <p:blipFill>
          <a:blip xmlns:r="http://schemas.openxmlformats.org/officeDocument/2006/relationships" xmlns:a="http://schemas.openxmlformats.org/drawingml/2006/main" r:embed="R6a9f70346e7c4fb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785E4B0-E5E6-4CEA-846A-886ABD7CB97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4F4199D-038F-44CB-8191-9F1BCF462D6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92C8903-3594-45E9-B346-573DD3A965F2}"/>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4FBAB34-6FC5-491B-A93A-A85440E408A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713FAB7-5491-4906-B374-52BDB605A79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30074A4-0787-4655-982E-339F0BEC8A6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8519492-4AAD-40A5-B4CD-D34628EE11A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FEE2F88-B82C-48AA-91D6-0A1B0CD54B5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AC5740D-C41C-45FF-93CF-6107D42FECA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a-0">
            <a:extLst xmlns:a="http://schemas.openxmlformats.org/drawingml/2006/main">
              <a:ext uri="{FF2B5EF4-FFF2-40B4-BE49-F238E27FC236}">
                <a16:creationId xmlns:a16="http://schemas.microsoft.com/office/drawing/2014/main" id="{B6326028-0717-4721-BADE-65CB78C909DE}"/>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5932F67F-1410-41F7-9F74-D30569583E05}"/>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C12D6DB2-AAF7-4ADC-852D-B917C8B5238B}"/>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F94B2D94-BB52-45F4-A4B0-38B1A4A8A68E}"/>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6E4286A9-453F-4D01-A4A4-12380B26D0B2}"/>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614811E8-44A4-4D8C-A0EE-4157062D4633}"/>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43930825-914E-4662-95FE-8A5A7D0D9BC2}"/>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2A9063A5-5195-4A3D-B402-9C13079787DD}"/>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105946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2BC0AFC-1836-4D05-A398-889E260C561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0546A1E-BE67-4E76-83B2-9853BBDAEB7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16D220A4-AA23-436B-963B-02E38AAB9DF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 · 2 of 3</a:t>
            </a:r>
          </a:p>
        </p:txBody>
      </p:sp>
      <p:pic>
        <p:nvPicPr>
          <p:cNvPr id="4" name="">
            <a:extLst xmlns:a="http://schemas.openxmlformats.org/drawingml/2006/main">
              <a:ext uri="{FF2B5EF4-FFF2-40B4-BE49-F238E27FC236}">
                <a16:creationId xmlns:a16="http://schemas.microsoft.com/office/drawing/2014/main" id="{17A03589-750E-4BDA-80BC-0261D08DA2AD}"/>
              </a:ext>
            </a:extLst>
          </p:cNvPr>
          <p:cNvPicPr>
            <a:picLocks xmlns:a="http://schemas.openxmlformats.org/drawingml/2006/main" noChangeAspect="1"/>
          </p:cNvPicPr>
          <p:nvPr/>
        </p:nvPicPr>
        <p:blipFill>
          <a:blip xmlns:r="http://schemas.openxmlformats.org/officeDocument/2006/relationships" xmlns:a="http://schemas.openxmlformats.org/drawingml/2006/main" r:embed="Rda14df6a94d7451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4AA449C-6BDA-4248-924A-39A5AF9AF18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5D459DC-A89F-4514-92A6-1B6E5AC703A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A662DB8-01BE-4698-B631-E6F737B007DE}"/>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A3EB69F-8B7A-4F82-BC5F-86FFCA2B5A7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C0E37F3-E9EB-4850-94D5-4EBA21278B4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08B5B38-5370-4182-84A9-6537EA2F8AB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482765B-EE24-432F-A079-9FCE75FE92B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8C533822-AEDD-4539-89B7-EA79474F69F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C4F7B4AB-1520-4455-B6A8-4F0FA317A46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b-0">
            <a:extLst xmlns:a="http://schemas.openxmlformats.org/drawingml/2006/main">
              <a:ext uri="{FF2B5EF4-FFF2-40B4-BE49-F238E27FC236}">
                <a16:creationId xmlns:a16="http://schemas.microsoft.com/office/drawing/2014/main" id="{4EA13C6F-A4A9-45A4-B1DD-6E5A7C80CE7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BE9DE3E8-805C-42AD-A42D-27B618E9F982}"/>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83D31BF1-2165-4855-967E-537963A6C6CE}"/>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3CB06AAB-61AC-4703-8613-5ACCB837A89E}"/>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1F082E00-38D1-4EB9-85C3-B85872234F93}"/>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3C68B8E2-D266-4808-B9E1-AD33140DDB92}"/>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6F1CAAEA-080D-48EF-86EC-F3C91CD38BA0}"/>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E6B42F0A-86E7-4D64-AD58-B107AC0AE998}"/>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10638210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CF7138E-0768-4622-88EC-789685FD258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A6945AE0-974F-44EF-A8CC-60C1ABCA0FF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5C910E84-0C7C-4BB2-8B2D-06BAE138725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 · 3 of 3</a:t>
            </a:r>
          </a:p>
        </p:txBody>
      </p:sp>
      <p:pic>
        <p:nvPicPr>
          <p:cNvPr id="4" name="">
            <a:extLst xmlns:a="http://schemas.openxmlformats.org/drawingml/2006/main">
              <a:ext uri="{FF2B5EF4-FFF2-40B4-BE49-F238E27FC236}">
                <a16:creationId xmlns:a16="http://schemas.microsoft.com/office/drawing/2014/main" id="{67D2472D-2C34-4363-8D39-CEDC1CA69408}"/>
              </a:ext>
            </a:extLst>
          </p:cNvPr>
          <p:cNvPicPr>
            <a:picLocks xmlns:a="http://schemas.openxmlformats.org/drawingml/2006/main" noChangeAspect="1"/>
          </p:cNvPicPr>
          <p:nvPr/>
        </p:nvPicPr>
        <p:blipFill>
          <a:blip xmlns:r="http://schemas.openxmlformats.org/officeDocument/2006/relationships" xmlns:a="http://schemas.openxmlformats.org/drawingml/2006/main" r:embed="Rb735a7371f2a444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5279453-C3F6-4CCD-9CF4-A353C6CD18F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27D6FCD-7104-443E-9ADC-4C061E169F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9F331A9-1156-4DA1-B2C3-FF8DD1227FA6}"/>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AD5B0AA-9F0D-4B81-979E-B298BF7A60F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91BBF75-74D7-4F91-970A-C713C4B7817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0C465C1-A8B0-46A7-AB94-548FA7ED6A1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1075CDB-1198-496D-8987-55893E1B6B7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B2415CEA-9636-4615-91B0-A1E403D7D40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36D5BB6-FF89-435A-A8F3-B287DB86B40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c-0">
            <a:extLst xmlns:a="http://schemas.openxmlformats.org/drawingml/2006/main">
              <a:ext uri="{FF2B5EF4-FFF2-40B4-BE49-F238E27FC236}">
                <a16:creationId xmlns:a16="http://schemas.microsoft.com/office/drawing/2014/main" id="{4DB69B29-2D8A-4389-AEED-EFC051A305D9}"/>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C4CAD669-38B5-47C4-9A88-16F1BF0AA98D}"/>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1F911593-B5A5-4448-8EF9-57202D14579F}"/>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309FD3A6-2B59-4E31-88E1-A8D1038E8565}"/>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3FE52D35-F432-46DF-B028-FC1D13A8F865}"/>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38E5C66D-E475-46D9-822D-1D8D9B2B0648}"/>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A5D2CB7B-529C-4B33-AD60-17FE7CB37EAB}"/>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29E6A371-BC5B-4363-81A0-C9E021F01AE5}"/>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18038438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DA86A180-29F3-4243-8FF1-7CA3B145ACA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A3618F03-AE77-4898-A24A-BEA428638EF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F393457-18C9-447B-B1FD-E3E85E8BD9B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B6E55199-8966-4512-AA68-FFA97C5AF910}"/>
              </a:ext>
            </a:extLst>
          </p:cNvPr>
          <p:cNvPicPr>
            <a:picLocks xmlns:a="http://schemas.openxmlformats.org/drawingml/2006/main" noChangeAspect="1"/>
          </p:cNvPicPr>
          <p:nvPr/>
        </p:nvPicPr>
        <p:blipFill>
          <a:blip xmlns:r="http://schemas.openxmlformats.org/officeDocument/2006/relationships" xmlns:a="http://schemas.openxmlformats.org/drawingml/2006/main" r:embed="Re8e2e30bbd654d5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3CEB513-A700-4907-A9BA-D8817A31B61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96F4438-E8A5-496F-8073-436181ADE59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482F776-A497-4EE6-9E02-06068310546A}"/>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9CE7335-C190-445C-B1C5-E0AF3AB3F19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7E1AEBE-0E5F-4E27-B324-144A79C05A9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A328B11-1165-48A8-8401-E63E7E7A06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07F6469-8627-405B-A51E-0FAD55CC8FE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1314C4EA-3CE8-4835-81CD-8E4E0F8D937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E0F1303-C502-4279-9FD8-A92E9433979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body-0">
            <a:extLst xmlns:a="http://schemas.openxmlformats.org/drawingml/2006/main">
              <a:ext uri="{FF2B5EF4-FFF2-40B4-BE49-F238E27FC236}">
                <a16:creationId xmlns:a16="http://schemas.microsoft.com/office/drawing/2014/main" id="{C2A1B7CD-4171-47D5-91EF-CF4AEAD286D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yellow rings are less clear here. They blend into the ground more.</a:t>
            </a:r>
          </a:p>
        </p:txBody>
      </p:sp>
      <p:sp>
        <p:nvSpPr>
          <p:cNvPr id="15" name="body-1">
            <a:extLst xmlns:a="http://schemas.openxmlformats.org/drawingml/2006/main">
              <a:ext uri="{FF2B5EF4-FFF2-40B4-BE49-F238E27FC236}">
                <a16:creationId xmlns:a16="http://schemas.microsoft.com/office/drawing/2014/main" id="{1543C546-D3E6-4B39-AC57-80F6C2C25B7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Contrast is the difference that helps a mark stand out.</a:t>
            </a:r>
          </a:p>
        </p:txBody>
      </p:sp>
      <p:sp>
        <p:nvSpPr>
          <p:cNvPr id="16" name="body-2">
            <a:extLst xmlns:a="http://schemas.openxmlformats.org/drawingml/2006/main">
              <a:ext uri="{FF2B5EF4-FFF2-40B4-BE49-F238E27FC236}">
                <a16:creationId xmlns:a16="http://schemas.microsoft.com/office/drawing/2014/main" id="{B38CCE90-A466-4C9E-AA31-D9A56E5BDB8A}"/>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maker can choose colours and a repeat to create an effect.</a:t>
            </a:r>
          </a:p>
        </p:txBody>
      </p:sp>
      <p:sp>
        <p:nvSpPr>
          <p:cNvPr id="17" name="body-3">
            <a:extLst xmlns:a="http://schemas.openxmlformats.org/drawingml/2006/main">
              <a:ext uri="{FF2B5EF4-FFF2-40B4-BE49-F238E27FC236}">
                <a16:creationId xmlns:a16="http://schemas.microsoft.com/office/drawing/2014/main" id="{87B3135B-7C33-4CBA-BE1F-4251DEAC4AB0}"/>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Different viewers may describe the effect in different ways.</a:t>
            </a:r>
          </a:p>
        </p:txBody>
      </p:sp>
    </p:spTree>
    <p:extLst>
      <p:ext uri="{BB962C8B-B14F-4D97-AF65-F5344CB8AC3E}">
        <p14:creationId xmlns:p14="http://schemas.microsoft.com/office/powerpoint/2010/main" val="6125851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6BCCA67-E627-4761-B0E3-162C7AE2D47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A8C7E9D3-CEE4-4B4F-8589-DB3161500D3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37C5BBEF-2869-422E-8109-91A64E9F564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 · 1 of 3</a:t>
            </a:r>
          </a:p>
        </p:txBody>
      </p:sp>
      <p:pic>
        <p:nvPicPr>
          <p:cNvPr id="4" name="">
            <a:extLst xmlns:a="http://schemas.openxmlformats.org/drawingml/2006/main">
              <a:ext uri="{FF2B5EF4-FFF2-40B4-BE49-F238E27FC236}">
                <a16:creationId xmlns:a16="http://schemas.microsoft.com/office/drawing/2014/main" id="{450DA83F-4CBA-4B76-B205-09E4FAD70035}"/>
              </a:ext>
            </a:extLst>
          </p:cNvPr>
          <p:cNvPicPr>
            <a:picLocks xmlns:a="http://schemas.openxmlformats.org/drawingml/2006/main" noChangeAspect="1"/>
          </p:cNvPicPr>
          <p:nvPr/>
        </p:nvPicPr>
        <p:blipFill>
          <a:blip xmlns:r="http://schemas.openxmlformats.org/officeDocument/2006/relationships" xmlns:a="http://schemas.openxmlformats.org/drawingml/2006/main" r:embed="R276a1d2ffbb243f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6F4D710-483C-4574-A8CD-B30D1BC0BBD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37C5717-3BD9-4E04-A065-2A7128652DD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7894CAD-B76A-4D9E-AFC9-B904D234DC12}"/>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827F57C-7076-42F1-9BF5-AC373F44A72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752F39F-4AF5-4729-8D75-1F48ED39C31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FA0966E-7A97-4B85-BA90-62B8227D01F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CA291DC-A1CD-4FC5-8C87-F80646127D2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D5024D29-8EA2-4D31-B44A-6E2511612D6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BDBBA1E-F73E-40FE-957C-2B42716B6C2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a-0">
            <a:extLst xmlns:a="http://schemas.openxmlformats.org/drawingml/2006/main">
              <a:ext uri="{FF2B5EF4-FFF2-40B4-BE49-F238E27FC236}">
                <a16:creationId xmlns:a16="http://schemas.microsoft.com/office/drawing/2014/main" id="{FEAFD66F-6699-4BBA-A552-641CCDDD39FF}"/>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828D56B6-AC28-48F1-9D3C-5D52590015C4}"/>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1927E9A3-DB62-43BA-9A8F-4FCD3986992F}"/>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95D2FEC6-F497-40C6-AA18-2D5F4185CF7A}"/>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60D8669E-D2F5-417A-9754-AB113C15DFE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81F0F2A1-8882-4AE5-BB55-ACBA1D43B99A}"/>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8A4BE27D-CB6F-4444-B6C1-308AFF13BF83}"/>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292EB7AE-AC1A-4F95-8A01-066AC2534C8E}"/>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1003891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4C8CC35-EF7B-4BB6-9A8A-27706191B5F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3FA3686E-B92E-4B46-8376-724208C3B5C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97FDC33D-E3AA-45C0-B08D-9FAF790421C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 · 2 of 3</a:t>
            </a:r>
          </a:p>
        </p:txBody>
      </p:sp>
      <p:pic>
        <p:nvPicPr>
          <p:cNvPr id="4" name="">
            <a:extLst xmlns:a="http://schemas.openxmlformats.org/drawingml/2006/main">
              <a:ext uri="{FF2B5EF4-FFF2-40B4-BE49-F238E27FC236}">
                <a16:creationId xmlns:a16="http://schemas.microsoft.com/office/drawing/2014/main" id="{C6CE5C7F-4240-4625-B9E0-95DD14E4B68D}"/>
              </a:ext>
            </a:extLst>
          </p:cNvPr>
          <p:cNvPicPr>
            <a:picLocks xmlns:a="http://schemas.openxmlformats.org/drawingml/2006/main" noChangeAspect="1"/>
          </p:cNvPicPr>
          <p:nvPr/>
        </p:nvPicPr>
        <p:blipFill>
          <a:blip xmlns:r="http://schemas.openxmlformats.org/officeDocument/2006/relationships" xmlns:a="http://schemas.openxmlformats.org/drawingml/2006/main" r:embed="R449d7a19c4fa426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D0F6F01-DA26-4586-9FB7-A1B07BEDB60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D03E9F0-20C9-4BD2-8EAB-948AF5B7EDF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04B258B-95F9-4577-9FDB-AA4EF9841C8D}"/>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CDB76B1-45C6-4BF2-B69E-432059E8AFD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96BDDBD-B170-4703-A65A-9FE7ED5DFB5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95CB2F5-CE2A-4A0B-B506-7D75BCC9A9F8}"/>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879C567-B93E-4F0D-9A0B-FF9C2AAF507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ADA40A73-9F08-4DEA-9065-4B53047935C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5E4C9A0-7049-4295-8D4A-613A4D88ABE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b-0">
            <a:extLst xmlns:a="http://schemas.openxmlformats.org/drawingml/2006/main">
              <a:ext uri="{FF2B5EF4-FFF2-40B4-BE49-F238E27FC236}">
                <a16:creationId xmlns:a16="http://schemas.microsoft.com/office/drawing/2014/main" id="{8CD6C3D6-6DBC-4C63-A59C-3E58D9D4B2CB}"/>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E0C3726F-9F6E-4621-B2DA-236BF4E90666}"/>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C7985D2D-80D8-4007-BF14-9A9AD34ACC86}"/>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4CAC7913-572B-4AD1-B29D-3A33717E98A5}"/>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DCDC4B40-534E-43FA-A19A-9112051DFDF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214E8673-06A5-4A43-9D5B-13BD883C4B5F}"/>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907F306F-58FB-4E72-95F5-EBD5DDDE5E70}"/>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3032D8F7-E911-41E9-86A1-3445A2B476DA}"/>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5316787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1CFDC94-F594-4721-A4D2-AEF2B0B708B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ECB3C6C-C5FC-4104-B241-14ACA722331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282DF8E2-1A90-4255-A26F-293423780C0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 · 3 of 3</a:t>
            </a:r>
          </a:p>
        </p:txBody>
      </p:sp>
      <p:pic>
        <p:nvPicPr>
          <p:cNvPr id="4" name="">
            <a:extLst xmlns:a="http://schemas.openxmlformats.org/drawingml/2006/main">
              <a:ext uri="{FF2B5EF4-FFF2-40B4-BE49-F238E27FC236}">
                <a16:creationId xmlns:a16="http://schemas.microsoft.com/office/drawing/2014/main" id="{BCB151D7-D228-4D87-A3EF-D727A21E529E}"/>
              </a:ext>
            </a:extLst>
          </p:cNvPr>
          <p:cNvPicPr>
            <a:picLocks xmlns:a="http://schemas.openxmlformats.org/drawingml/2006/main" noChangeAspect="1"/>
          </p:cNvPicPr>
          <p:nvPr/>
        </p:nvPicPr>
        <p:blipFill>
          <a:blip xmlns:r="http://schemas.openxmlformats.org/officeDocument/2006/relationships" xmlns:a="http://schemas.openxmlformats.org/drawingml/2006/main" r:embed="R1d6ff252c4ec433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8683A3D-0BD0-4D55-9643-C811689BF35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294E08D-3864-45F4-9628-8D68729ADC2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C7F289E-CEC8-4BC2-B489-D4B21D913717}"/>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CBBE751-B778-4017-8545-E051EDFCDD6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E88E248-0688-42CA-87CD-5E76CEE1D2B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54A5794-8789-498E-9C7B-F8F1CC38564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8070E75-2B04-412B-9217-16838E18ECB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F0227D5C-42F8-4D82-854A-6060DE36EF2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317D9B2-FB3F-483F-9342-76FD3B2678F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figure-example_c-0">
            <a:extLst xmlns:a="http://schemas.openxmlformats.org/drawingml/2006/main">
              <a:ext uri="{FF2B5EF4-FFF2-40B4-BE49-F238E27FC236}">
                <a16:creationId xmlns:a16="http://schemas.microsoft.com/office/drawing/2014/main" id="{74021236-AD1A-499A-9D16-D280AE7DB368}"/>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C1869DA2-F147-46D0-9C2A-6C47611DB4BE}"/>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E9C551E6-B1BA-410F-8FA2-03C1857F1A71}"/>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C442E5BC-6A71-4963-AAC5-5642036BF4CD}"/>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4C49BABA-DC42-4F4E-8231-98C992F6DCB6}"/>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05A1D0C1-2C1A-4AC0-94CD-48D8F5E3A2D3}"/>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FD074F20-82DC-4E27-A013-5B4D20A0CE3E}"/>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327A8087-778A-4D9A-A844-8D3E73A095E0}"/>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2539191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EEE57D25-C895-42DA-9CBE-F5358E18ACF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ECAC109-740A-4F20-BA90-9E0984303C7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4B2D8E20-B6E9-44C3-BDB7-688F2CAC082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2EF4FE0D-68B4-4B40-AEB4-8C827B4DDABC}"/>
              </a:ext>
            </a:extLst>
          </p:cNvPr>
          <p:cNvPicPr>
            <a:picLocks xmlns:a="http://schemas.openxmlformats.org/drawingml/2006/main" noChangeAspect="1"/>
          </p:cNvPicPr>
          <p:nvPr/>
        </p:nvPicPr>
        <p:blipFill>
          <a:blip xmlns:r="http://schemas.openxmlformats.org/officeDocument/2006/relationships" xmlns:a="http://schemas.openxmlformats.org/drawingml/2006/main" r:embed="Red70792817dd440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0C44A98-A201-4CF1-B6AA-E49D96FD137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11B8DEC-2D20-4EF3-83D1-191132BA5D8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E7866E2-2AE5-46A8-9626-4C323ABB4DFB}"/>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A0C060D-534E-42B2-8246-914D9014F15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2CB1C52-3EF9-4C15-8E4D-D29279DB2CC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402C8AA-CD34-49A5-930D-6433E995AAF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FC9B0F4-C346-42C8-8D7F-9414E334F74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97E79F0F-309E-4D68-868F-2482310604E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2C35AC8-D587-4BE7-8BAB-3E07789D790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vocabulary-heading">
            <a:extLst xmlns:a="http://schemas.openxmlformats.org/drawingml/2006/main">
              <a:ext uri="{FF2B5EF4-FFF2-40B4-BE49-F238E27FC236}">
                <a16:creationId xmlns:a16="http://schemas.microsoft.com/office/drawing/2014/main" id="{768D7120-AB2A-4FF0-91FD-02C7E45CA81C}"/>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0">
            <a:extLst xmlns:a="http://schemas.openxmlformats.org/drawingml/2006/main">
              <a:ext uri="{FF2B5EF4-FFF2-40B4-BE49-F238E27FC236}">
                <a16:creationId xmlns:a16="http://schemas.microsoft.com/office/drawing/2014/main" id="{7B9AD7BC-D702-43A9-A9AC-F1D9BE1D886C}"/>
              </a:ext>
            </a:extLst>
          </p:cNvPr>
          <p:cNvSpPr>
            <a:spLocks xmlns:a="http://schemas.openxmlformats.org/drawingml/2006/main" noGrp="1"/>
          </p:cNvSpPr>
          <p:nvPr/>
        </p:nvSpPr>
        <p:spPr>
          <a:xfrm xmlns:a="http://schemas.openxmlformats.org/drawingml/2006/main">
            <a:off x="3810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contrast — a difference, such as bright marks against a dark ground.</a:t>
            </a:r>
          </a:p>
        </p:txBody>
      </p:sp>
      <p:sp>
        <p:nvSpPr>
          <p:cNvPr id="16" name="figure-word_contrast-0">
            <a:extLst xmlns:a="http://schemas.openxmlformats.org/drawingml/2006/main">
              <a:ext uri="{FF2B5EF4-FFF2-40B4-BE49-F238E27FC236}">
                <a16:creationId xmlns:a16="http://schemas.microsoft.com/office/drawing/2014/main" id="{AB832922-30B0-4C4E-9639-FA59BACD402F}"/>
              </a:ext>
            </a:extLst>
          </p:cNvPr>
          <p:cNvSpPr>
            <a:spLocks xmlns:a="http://schemas.openxmlformats.org/drawingml/2006/main" noGrp="1"/>
          </p:cNvSpPr>
          <p:nvPr/>
        </p:nvSpPr>
        <p:spPr>
          <a:xfrm xmlns:a="http://schemas.openxmlformats.org/drawingml/2006/main">
            <a:off x="381000" y="3174918"/>
            <a:ext cx="2617694" cy="1636059"/>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7" name="figure-word_contrast-1">
            <a:extLst xmlns:a="http://schemas.openxmlformats.org/drawingml/2006/main">
              <a:ext uri="{FF2B5EF4-FFF2-40B4-BE49-F238E27FC236}">
                <a16:creationId xmlns:a16="http://schemas.microsoft.com/office/drawing/2014/main" id="{9972475D-D02B-4DB7-9D29-AE5911666611}"/>
              </a:ext>
            </a:extLst>
          </p:cNvPr>
          <p:cNvSpPr>
            <a:spLocks xmlns:a="http://schemas.openxmlformats.org/drawingml/2006/main" noGrp="1"/>
          </p:cNvSpPr>
          <p:nvPr/>
        </p:nvSpPr>
        <p:spPr>
          <a:xfrm xmlns:a="http://schemas.openxmlformats.org/drawingml/2006/main">
            <a:off x="1280832" y="3583933"/>
            <a:ext cx="818029" cy="818029"/>
          </a:xfrm>
          <a:prstGeom xmlns:a="http://schemas.openxmlformats.org/drawingml/2006/main" prst="ellipse">
            <a:avLst/>
          </a:prstGeom>
          <a:noFill xmlns:a="http://schemas.openxmlformats.org/drawingml/2006/main"/>
          <a:ln xmlns:a="http://schemas.openxmlformats.org/drawingml/2006/main" w="98164">
            <a:solidFill>
              <a:srgbClr val="FFE45E"/>
            </a:solidFill>
          </a:ln>
        </p:spPr>
      </p:sp>
      <p:sp>
        <p:nvSpPr>
          <p:cNvPr id="18" name="figure-word_contrast-2">
            <a:extLst xmlns:a="http://schemas.openxmlformats.org/drawingml/2006/main">
              <a:ext uri="{FF2B5EF4-FFF2-40B4-BE49-F238E27FC236}">
                <a16:creationId xmlns:a16="http://schemas.microsoft.com/office/drawing/2014/main" id="{9E6699FC-8909-49EA-B09C-3CFA3B805F4A}"/>
              </a:ext>
            </a:extLst>
          </p:cNvPr>
          <p:cNvSpPr>
            <a:spLocks xmlns:a="http://schemas.openxmlformats.org/drawingml/2006/main" noGrp="1"/>
          </p:cNvSpPr>
          <p:nvPr/>
        </p:nvSpPr>
        <p:spPr>
          <a:xfrm xmlns:a="http://schemas.openxmlformats.org/drawingml/2006/main">
            <a:off x="3325906" y="3174918"/>
            <a:ext cx="2617694" cy="1636059"/>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9" name="figure-word_contrast-3">
            <a:extLst xmlns:a="http://schemas.openxmlformats.org/drawingml/2006/main">
              <a:ext uri="{FF2B5EF4-FFF2-40B4-BE49-F238E27FC236}">
                <a16:creationId xmlns:a16="http://schemas.microsoft.com/office/drawing/2014/main" id="{5D0AC3A8-448E-48B6-878D-D33326AADBA4}"/>
              </a:ext>
            </a:extLst>
          </p:cNvPr>
          <p:cNvSpPr>
            <a:spLocks xmlns:a="http://schemas.openxmlformats.org/drawingml/2006/main" noGrp="1"/>
          </p:cNvSpPr>
          <p:nvPr/>
        </p:nvSpPr>
        <p:spPr>
          <a:xfrm xmlns:a="http://schemas.openxmlformats.org/drawingml/2006/main">
            <a:off x="4225738" y="3583933"/>
            <a:ext cx="818029" cy="818029"/>
          </a:xfrm>
          <a:prstGeom xmlns:a="http://schemas.openxmlformats.org/drawingml/2006/main" prst="ellipse">
            <a:avLst/>
          </a:prstGeom>
          <a:noFill xmlns:a="http://schemas.openxmlformats.org/drawingml/2006/main"/>
          <a:ln xmlns:a="http://schemas.openxmlformats.org/drawingml/2006/main" w="98164">
            <a:solidFill>
              <a:srgbClr val="FFE45E"/>
            </a:solidFill>
          </a:ln>
        </p:spPr>
      </p:sp>
      <p:sp>
        <p:nvSpPr>
          <p:cNvPr id="20" name="figure-word_contrast-4">
            <a:extLst xmlns:a="http://schemas.openxmlformats.org/drawingml/2006/main">
              <a:ext uri="{FF2B5EF4-FFF2-40B4-BE49-F238E27FC236}">
                <a16:creationId xmlns:a16="http://schemas.microsoft.com/office/drawing/2014/main" id="{393A24F5-E188-4532-B79E-203D47626F7E}"/>
              </a:ext>
            </a:extLst>
          </p:cNvPr>
          <p:cNvSpPr>
            <a:spLocks xmlns:a="http://schemas.openxmlformats.org/drawingml/2006/main" noGrp="1"/>
          </p:cNvSpPr>
          <p:nvPr/>
        </p:nvSpPr>
        <p:spPr>
          <a:xfrm xmlns:a="http://schemas.openxmlformats.org/drawingml/2006/main">
            <a:off x="1096271" y="5054259"/>
            <a:ext cx="867984" cy="389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90" b="0" lang="en-GB">
                <a:solidFill>
                  <a:srgbClr val="152238"/>
                </a:solidFill>
                <a:latin typeface="Arial"/>
                <a:ea typeface="Arial"/>
                <a:cs typeface="Arial"/>
              </a:defRPr>
            </a:defPPr>
          </a:lstStyle>
          <a:p xmlns:a="http://schemas.openxmlformats.org/drawingml/2006/main">
            <a:pPr algn="l">
              <a:lnSpc>
                <a:spcPct val="108000"/>
              </a:lnSpc>
              <a:buNone/>
              <a:defRPr sz="2190" b="0" lang="en-GB">
                <a:solidFill>
                  <a:srgbClr val="152238"/>
                </a:solidFill>
                <a:latin typeface="Arial"/>
                <a:ea typeface="Arial"/>
                <a:cs typeface="Arial"/>
              </a:defRPr>
            </a:pPr>
            <a:r>
              <a:rPr sz="2190" b="0" lang="en-GB">
                <a:solidFill>
                  <a:srgbClr val="152238"/>
                </a:solidFill>
                <a:latin typeface="Arial"/>
                <a:ea typeface="Arial"/>
                <a:cs typeface="Arial"/>
              </a:rPr>
              <a:t>DARK</a:t>
            </a:r>
          </a:p>
        </p:txBody>
      </p:sp>
      <p:sp>
        <p:nvSpPr>
          <p:cNvPr id="21" name="figure-word_contrast-5">
            <a:extLst xmlns:a="http://schemas.openxmlformats.org/drawingml/2006/main">
              <a:ext uri="{FF2B5EF4-FFF2-40B4-BE49-F238E27FC236}">
                <a16:creationId xmlns:a16="http://schemas.microsoft.com/office/drawing/2014/main" id="{90D47E46-5114-4374-96BB-5EB34B40D642}"/>
              </a:ext>
            </a:extLst>
          </p:cNvPr>
          <p:cNvSpPr>
            <a:spLocks xmlns:a="http://schemas.openxmlformats.org/drawingml/2006/main" noGrp="1"/>
          </p:cNvSpPr>
          <p:nvPr/>
        </p:nvSpPr>
        <p:spPr>
          <a:xfrm xmlns:a="http://schemas.openxmlformats.org/drawingml/2006/main">
            <a:off x="4188423" y="5054259"/>
            <a:ext cx="806464" cy="389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90" b="0" lang="en-GB">
                <a:solidFill>
                  <a:srgbClr val="152238"/>
                </a:solidFill>
                <a:latin typeface="Arial"/>
                <a:ea typeface="Arial"/>
                <a:cs typeface="Arial"/>
              </a:defRPr>
            </a:defPPr>
          </a:lstStyle>
          <a:p xmlns:a="http://schemas.openxmlformats.org/drawingml/2006/main">
            <a:pPr algn="l">
              <a:lnSpc>
                <a:spcPct val="108000"/>
              </a:lnSpc>
              <a:buNone/>
              <a:defRPr sz="2190" b="0" lang="en-GB">
                <a:solidFill>
                  <a:srgbClr val="152238"/>
                </a:solidFill>
                <a:latin typeface="Arial"/>
                <a:ea typeface="Arial"/>
                <a:cs typeface="Arial"/>
              </a:defRPr>
            </a:pPr>
            <a:r>
              <a:rPr sz="2190" b="0" lang="en-GB">
                <a:solidFill>
                  <a:srgbClr val="152238"/>
                </a:solidFill>
                <a:latin typeface="Arial"/>
                <a:ea typeface="Arial"/>
                <a:cs typeface="Arial"/>
              </a:rPr>
              <a:t>PALE</a:t>
            </a:r>
          </a:p>
        </p:txBody>
      </p:sp>
      <p:sp>
        <p:nvSpPr>
          <p:cNvPr id="22" name="figure-description-word_contrast">
            <a:extLst xmlns:a="http://schemas.openxmlformats.org/drawingml/2006/main">
              <a:ext uri="{FF2B5EF4-FFF2-40B4-BE49-F238E27FC236}">
                <a16:creationId xmlns:a16="http://schemas.microsoft.com/office/drawing/2014/main" id="{7BC85E55-4838-41A2-90F5-0EFA13EAE594}"/>
              </a:ext>
            </a:extLst>
          </p:cNvPr>
          <p:cNvSpPr>
            <a:spLocks xmlns:a="http://schemas.openxmlformats.org/drawingml/2006/main" noGrp="1"/>
          </p:cNvSpPr>
          <p:nvPr/>
        </p:nvSpPr>
        <p:spPr>
          <a:xfrm xmlns:a="http://schemas.openxmlformats.org/drawingml/2006/main">
            <a:off x="381000" y="560222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The same yellow ring is shown on dark blue and pale yellow grounds. It stands out more on the dark ground.</a:t>
            </a:r>
          </a:p>
        </p:txBody>
      </p:sp>
      <p:sp>
        <p:nvSpPr>
          <p:cNvPr id="23" name="vocabulary-1">
            <a:extLst xmlns:a="http://schemas.openxmlformats.org/drawingml/2006/main">
              <a:ext uri="{FF2B5EF4-FFF2-40B4-BE49-F238E27FC236}">
                <a16:creationId xmlns:a16="http://schemas.microsoft.com/office/drawing/2014/main" id="{81CDCAA6-9BC2-47E0-A0AA-2FD229A85B58}"/>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warm — the red, orange and yellow colour group.</a:t>
            </a:r>
          </a:p>
        </p:txBody>
      </p:sp>
      <p:sp>
        <p:nvSpPr>
          <p:cNvPr id="24" name="figure-word_warm-0">
            <a:extLst xmlns:a="http://schemas.openxmlformats.org/drawingml/2006/main">
              <a:ext uri="{FF2B5EF4-FFF2-40B4-BE49-F238E27FC236}">
                <a16:creationId xmlns:a16="http://schemas.microsoft.com/office/drawing/2014/main" id="{0AFFBFE7-50E3-468D-8805-44BA27598C5F}"/>
              </a:ext>
            </a:extLst>
          </p:cNvPr>
          <p:cNvSpPr>
            <a:spLocks xmlns:a="http://schemas.openxmlformats.org/drawingml/2006/main" noGrp="1"/>
          </p:cNvSpPr>
          <p:nvPr/>
        </p:nvSpPr>
        <p:spPr>
          <a:xfrm xmlns:a="http://schemas.openxmlformats.org/drawingml/2006/main">
            <a:off x="6248400" y="3501971"/>
            <a:ext cx="1711569" cy="912837"/>
          </a:xfrm>
          <a:prstGeom xmlns:a="http://schemas.openxmlformats.org/drawingml/2006/main" prst="rect">
            <a:avLst/>
          </a:prstGeom>
          <a:solidFill xmlns:a="http://schemas.openxmlformats.org/drawingml/2006/main">
            <a:srgbClr val="D83835"/>
          </a:solidFill>
          <a:ln xmlns:a="http://schemas.openxmlformats.org/drawingml/2006/main" w="0">
            <a:noFill/>
          </a:ln>
        </p:spPr>
      </p:sp>
      <p:sp>
        <p:nvSpPr>
          <p:cNvPr id="25" name="figure-word_warm-1">
            <a:extLst xmlns:a="http://schemas.openxmlformats.org/drawingml/2006/main">
              <a:ext uri="{FF2B5EF4-FFF2-40B4-BE49-F238E27FC236}">
                <a16:creationId xmlns:a16="http://schemas.microsoft.com/office/drawing/2014/main" id="{D62109DE-7DFC-4596-981E-31ACD91D4256}"/>
              </a:ext>
            </a:extLst>
          </p:cNvPr>
          <p:cNvSpPr>
            <a:spLocks xmlns:a="http://schemas.openxmlformats.org/drawingml/2006/main" noGrp="1"/>
          </p:cNvSpPr>
          <p:nvPr/>
        </p:nvSpPr>
        <p:spPr>
          <a:xfrm xmlns:a="http://schemas.openxmlformats.org/drawingml/2006/main">
            <a:off x="8173915" y="3501971"/>
            <a:ext cx="1711569" cy="912837"/>
          </a:xfrm>
          <a:prstGeom xmlns:a="http://schemas.openxmlformats.org/drawingml/2006/main" prst="rect">
            <a:avLst/>
          </a:prstGeom>
          <a:solidFill xmlns:a="http://schemas.openxmlformats.org/drawingml/2006/main">
            <a:srgbClr val="FF8C32"/>
          </a:solidFill>
          <a:ln xmlns:a="http://schemas.openxmlformats.org/drawingml/2006/main" w="0">
            <a:noFill/>
          </a:ln>
        </p:spPr>
      </p:sp>
      <p:sp>
        <p:nvSpPr>
          <p:cNvPr id="26" name="figure-word_warm-2">
            <a:extLst xmlns:a="http://schemas.openxmlformats.org/drawingml/2006/main">
              <a:ext uri="{FF2B5EF4-FFF2-40B4-BE49-F238E27FC236}">
                <a16:creationId xmlns:a16="http://schemas.microsoft.com/office/drawing/2014/main" id="{60CE14F5-8A42-4F2C-9267-274709161DE4}"/>
              </a:ext>
            </a:extLst>
          </p:cNvPr>
          <p:cNvSpPr>
            <a:spLocks xmlns:a="http://schemas.openxmlformats.org/drawingml/2006/main" noGrp="1"/>
          </p:cNvSpPr>
          <p:nvPr/>
        </p:nvSpPr>
        <p:spPr>
          <a:xfrm xmlns:a="http://schemas.openxmlformats.org/drawingml/2006/main">
            <a:off x="10099431" y="3501971"/>
            <a:ext cx="1711569" cy="912837"/>
          </a:xfrm>
          <a:prstGeom xmlns:a="http://schemas.openxmlformats.org/drawingml/2006/main" prst="rect">
            <a:avLst/>
          </a:prstGeom>
          <a:solidFill xmlns:a="http://schemas.openxmlformats.org/drawingml/2006/main">
            <a:srgbClr val="FFE45E"/>
          </a:solidFill>
          <a:ln xmlns:a="http://schemas.openxmlformats.org/drawingml/2006/main" w="0">
            <a:noFill/>
          </a:ln>
        </p:spPr>
      </p:sp>
      <p:sp>
        <p:nvSpPr>
          <p:cNvPr id="27" name="figure-word_warm-3">
            <a:extLst xmlns:a="http://schemas.openxmlformats.org/drawingml/2006/main">
              <a:ext uri="{FF2B5EF4-FFF2-40B4-BE49-F238E27FC236}">
                <a16:creationId xmlns:a16="http://schemas.microsoft.com/office/drawing/2014/main" id="{1430CB92-531D-4416-93A0-0D27EA46C0CA}"/>
              </a:ext>
            </a:extLst>
          </p:cNvPr>
          <p:cNvSpPr>
            <a:spLocks xmlns:a="http://schemas.openxmlformats.org/drawingml/2006/main" noGrp="1"/>
          </p:cNvSpPr>
          <p:nvPr/>
        </p:nvSpPr>
        <p:spPr>
          <a:xfrm xmlns:a="http://schemas.openxmlformats.org/drawingml/2006/main">
            <a:off x="6683863" y="4683952"/>
            <a:ext cx="607189"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RED</a:t>
            </a:r>
          </a:p>
        </p:txBody>
      </p:sp>
      <p:sp>
        <p:nvSpPr>
          <p:cNvPr id="28" name="figure-word_warm-4">
            <a:extLst xmlns:a="http://schemas.openxmlformats.org/drawingml/2006/main">
              <a:ext uri="{FF2B5EF4-FFF2-40B4-BE49-F238E27FC236}">
                <a16:creationId xmlns:a16="http://schemas.microsoft.com/office/drawing/2014/main" id="{15ED3171-5516-4D4D-BBD5-B8799395B877}"/>
              </a:ext>
            </a:extLst>
          </p:cNvPr>
          <p:cNvSpPr>
            <a:spLocks xmlns:a="http://schemas.openxmlformats.org/drawingml/2006/main" noGrp="1"/>
          </p:cNvSpPr>
          <p:nvPr/>
        </p:nvSpPr>
        <p:spPr>
          <a:xfrm xmlns:a="http://schemas.openxmlformats.org/drawingml/2006/main">
            <a:off x="8409696" y="4683952"/>
            <a:ext cx="1146121"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ORANGE</a:t>
            </a:r>
          </a:p>
        </p:txBody>
      </p:sp>
      <p:sp>
        <p:nvSpPr>
          <p:cNvPr id="29" name="figure-word_warm-5">
            <a:extLst xmlns:a="http://schemas.openxmlformats.org/drawingml/2006/main">
              <a:ext uri="{FF2B5EF4-FFF2-40B4-BE49-F238E27FC236}">
                <a16:creationId xmlns:a16="http://schemas.microsoft.com/office/drawing/2014/main" id="{A0A5B909-687C-4726-8685-FC78C9C911C2}"/>
              </a:ext>
            </a:extLst>
          </p:cNvPr>
          <p:cNvSpPr>
            <a:spLocks xmlns:a="http://schemas.openxmlformats.org/drawingml/2006/main" noGrp="1"/>
          </p:cNvSpPr>
          <p:nvPr/>
        </p:nvSpPr>
        <p:spPr>
          <a:xfrm xmlns:a="http://schemas.openxmlformats.org/drawingml/2006/main">
            <a:off x="10363737" y="4683952"/>
            <a:ext cx="1105867"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YELLOW</a:t>
            </a:r>
          </a:p>
        </p:txBody>
      </p:sp>
      <p:sp>
        <p:nvSpPr>
          <p:cNvPr id="30" name="figure-description-word_warm">
            <a:extLst xmlns:a="http://schemas.openxmlformats.org/drawingml/2006/main">
              <a:ext uri="{FF2B5EF4-FFF2-40B4-BE49-F238E27FC236}">
                <a16:creationId xmlns:a16="http://schemas.microsoft.com/office/drawing/2014/main" id="{2A863C76-F792-4359-B397-5F262E356954}"/>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Red, orange and yellow colour cards show the warm colour group.</a:t>
            </a:r>
          </a:p>
        </p:txBody>
      </p:sp>
    </p:spTree>
    <p:extLst>
      <p:ext uri="{BB962C8B-B14F-4D97-AF65-F5344CB8AC3E}">
        <p14:creationId xmlns:p14="http://schemas.microsoft.com/office/powerpoint/2010/main" val="9463537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542D2579-F58E-4FDB-B3EC-7BB000124E1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5EC8AA2-248E-43D5-B621-2129C208D8E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EF1F9480-7A0A-4A48-8919-EA23C405D3F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D28D590E-927D-4C56-AD97-A85E3F62FB3E}"/>
              </a:ext>
            </a:extLst>
          </p:cNvPr>
          <p:cNvPicPr>
            <a:picLocks xmlns:a="http://schemas.openxmlformats.org/drawingml/2006/main" noChangeAspect="1"/>
          </p:cNvPicPr>
          <p:nvPr/>
        </p:nvPicPr>
        <p:blipFill>
          <a:blip xmlns:r="http://schemas.openxmlformats.org/officeDocument/2006/relationships" xmlns:a="http://schemas.openxmlformats.org/drawingml/2006/main" r:embed="Rb41ecc33b0a344b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1C489D9-67A6-4E5C-8252-3F07BEF8AC9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D03450B-CFF6-40ED-90C8-75596DC48FD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CAADAB3-C9D6-40F9-B213-E1D48FCB409B}"/>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D623559-1C47-46D8-8A86-8A79DD44C8A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36663D2-981B-4582-AC7D-4103E160047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F7B42B5-35DC-460F-BE24-4CE97A84501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47DFCAC-ED06-46B7-A222-782EEBAA50E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8421D1F9-6EC2-4085-8C90-A918B34BB2C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6BFB70E-A2AC-406C-9F1A-3FF522EE167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vocabulary-heading">
            <a:extLst xmlns:a="http://schemas.openxmlformats.org/drawingml/2006/main">
              <a:ext uri="{FF2B5EF4-FFF2-40B4-BE49-F238E27FC236}">
                <a16:creationId xmlns:a16="http://schemas.microsoft.com/office/drawing/2014/main" id="{7F2D8F54-8B0F-49F9-80DC-7550DF6F0DC8}"/>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2">
            <a:extLst xmlns:a="http://schemas.openxmlformats.org/drawingml/2006/main">
              <a:ext uri="{FF2B5EF4-FFF2-40B4-BE49-F238E27FC236}">
                <a16:creationId xmlns:a16="http://schemas.microsoft.com/office/drawing/2014/main" id="{661D107E-EA56-47C7-A597-E6F1251EB83B}"/>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cool — the blue and green colour group used here.</a:t>
            </a:r>
          </a:p>
        </p:txBody>
      </p:sp>
      <p:sp>
        <p:nvSpPr>
          <p:cNvPr id="16" name="figure-word_cool-0">
            <a:extLst xmlns:a="http://schemas.openxmlformats.org/drawingml/2006/main">
              <a:ext uri="{FF2B5EF4-FFF2-40B4-BE49-F238E27FC236}">
                <a16:creationId xmlns:a16="http://schemas.microsoft.com/office/drawing/2014/main" id="{DD07BFEF-4DB0-4422-B7AB-649AB60AAC3A}"/>
              </a:ext>
            </a:extLst>
          </p:cNvPr>
          <p:cNvSpPr>
            <a:spLocks xmlns:a="http://schemas.openxmlformats.org/drawingml/2006/main" noGrp="1"/>
          </p:cNvSpPr>
          <p:nvPr/>
        </p:nvSpPr>
        <p:spPr>
          <a:xfrm xmlns:a="http://schemas.openxmlformats.org/drawingml/2006/main">
            <a:off x="381000" y="3193787"/>
            <a:ext cx="2582636" cy="1271451"/>
          </a:xfrm>
          <a:prstGeom xmlns:a="http://schemas.openxmlformats.org/drawingml/2006/main" prst="rect">
            <a:avLst/>
          </a:prstGeom>
          <a:solidFill xmlns:a="http://schemas.openxmlformats.org/drawingml/2006/main">
            <a:srgbClr val="3070D7"/>
          </a:solidFill>
          <a:ln xmlns:a="http://schemas.openxmlformats.org/drawingml/2006/main" w="0">
            <a:noFill/>
          </a:ln>
        </p:spPr>
      </p:sp>
      <p:sp>
        <p:nvSpPr>
          <p:cNvPr id="17" name="figure-word_cool-1">
            <a:extLst xmlns:a="http://schemas.openxmlformats.org/drawingml/2006/main">
              <a:ext uri="{FF2B5EF4-FFF2-40B4-BE49-F238E27FC236}">
                <a16:creationId xmlns:a16="http://schemas.microsoft.com/office/drawing/2014/main" id="{B47C42D8-2D48-45FB-AE65-E25ABACA43AD}"/>
              </a:ext>
            </a:extLst>
          </p:cNvPr>
          <p:cNvSpPr>
            <a:spLocks xmlns:a="http://schemas.openxmlformats.org/drawingml/2006/main" noGrp="1"/>
          </p:cNvSpPr>
          <p:nvPr/>
        </p:nvSpPr>
        <p:spPr>
          <a:xfrm xmlns:a="http://schemas.openxmlformats.org/drawingml/2006/main">
            <a:off x="3360964" y="3193787"/>
            <a:ext cx="2582636" cy="1271451"/>
          </a:xfrm>
          <a:prstGeom xmlns:a="http://schemas.openxmlformats.org/drawingml/2006/main" prst="rect">
            <a:avLst/>
          </a:prstGeom>
          <a:solidFill xmlns:a="http://schemas.openxmlformats.org/drawingml/2006/main">
            <a:srgbClr val="38A85A"/>
          </a:solidFill>
          <a:ln xmlns:a="http://schemas.openxmlformats.org/drawingml/2006/main" w="0">
            <a:noFill/>
          </a:ln>
        </p:spPr>
      </p:sp>
      <p:sp>
        <p:nvSpPr>
          <p:cNvPr id="18" name="figure-word_cool-2">
            <a:extLst xmlns:a="http://schemas.openxmlformats.org/drawingml/2006/main">
              <a:ext uri="{FF2B5EF4-FFF2-40B4-BE49-F238E27FC236}">
                <a16:creationId xmlns:a16="http://schemas.microsoft.com/office/drawing/2014/main" id="{1204B8EE-E5A6-4AE3-AB2E-DCDEB838A831}"/>
              </a:ext>
            </a:extLst>
          </p:cNvPr>
          <p:cNvSpPr>
            <a:spLocks xmlns:a="http://schemas.openxmlformats.org/drawingml/2006/main" noGrp="1"/>
          </p:cNvSpPr>
          <p:nvPr/>
        </p:nvSpPr>
        <p:spPr>
          <a:xfrm xmlns:a="http://schemas.openxmlformats.org/drawingml/2006/main">
            <a:off x="1194435" y="4840118"/>
            <a:ext cx="977502" cy="472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59" b="0" lang="en-GB">
                <a:solidFill>
                  <a:srgbClr val="152238"/>
                </a:solidFill>
                <a:latin typeface="Arial"/>
                <a:ea typeface="Arial"/>
                <a:cs typeface="Arial"/>
              </a:defRPr>
            </a:defPPr>
          </a:lstStyle>
          <a:p xmlns:a="http://schemas.openxmlformats.org/drawingml/2006/main">
            <a:pPr algn="l">
              <a:lnSpc>
                <a:spcPct val="108000"/>
              </a:lnSpc>
              <a:buNone/>
              <a:defRPr sz="2659" b="0" lang="en-GB">
                <a:solidFill>
                  <a:srgbClr val="152238"/>
                </a:solidFill>
                <a:latin typeface="Arial"/>
                <a:ea typeface="Arial"/>
                <a:cs typeface="Arial"/>
              </a:defRPr>
            </a:pPr>
            <a:r>
              <a:rPr sz="2659" b="0" lang="en-GB">
                <a:solidFill>
                  <a:srgbClr val="152238"/>
                </a:solidFill>
                <a:latin typeface="Arial"/>
                <a:ea typeface="Arial"/>
                <a:cs typeface="Arial"/>
              </a:rPr>
              <a:t>BLUE</a:t>
            </a:r>
          </a:p>
        </p:txBody>
      </p:sp>
      <p:sp>
        <p:nvSpPr>
          <p:cNvPr id="19" name="figure-word_cool-3">
            <a:extLst xmlns:a="http://schemas.openxmlformats.org/drawingml/2006/main">
              <a:ext uri="{FF2B5EF4-FFF2-40B4-BE49-F238E27FC236}">
                <a16:creationId xmlns:a16="http://schemas.microsoft.com/office/drawing/2014/main" id="{09B570B7-D803-42DC-949C-296FECFDAD81}"/>
              </a:ext>
            </a:extLst>
          </p:cNvPr>
          <p:cNvSpPr>
            <a:spLocks xmlns:a="http://schemas.openxmlformats.org/drawingml/2006/main" noGrp="1"/>
          </p:cNvSpPr>
          <p:nvPr/>
        </p:nvSpPr>
        <p:spPr>
          <a:xfrm xmlns:a="http://schemas.openxmlformats.org/drawingml/2006/main">
            <a:off x="3936002" y="4840118"/>
            <a:ext cx="1296267" cy="472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59" b="0" lang="en-GB">
                <a:solidFill>
                  <a:srgbClr val="152238"/>
                </a:solidFill>
                <a:latin typeface="Arial"/>
                <a:ea typeface="Arial"/>
                <a:cs typeface="Arial"/>
              </a:defRPr>
            </a:defPPr>
          </a:lstStyle>
          <a:p xmlns:a="http://schemas.openxmlformats.org/drawingml/2006/main">
            <a:pPr algn="l">
              <a:lnSpc>
                <a:spcPct val="108000"/>
              </a:lnSpc>
              <a:buNone/>
              <a:defRPr sz="2659" b="0" lang="en-GB">
                <a:solidFill>
                  <a:srgbClr val="152238"/>
                </a:solidFill>
                <a:latin typeface="Arial"/>
                <a:ea typeface="Arial"/>
                <a:cs typeface="Arial"/>
              </a:defRPr>
            </a:pPr>
            <a:r>
              <a:rPr sz="2659" b="0" lang="en-GB">
                <a:solidFill>
                  <a:srgbClr val="152238"/>
                </a:solidFill>
                <a:latin typeface="Arial"/>
                <a:ea typeface="Arial"/>
                <a:cs typeface="Arial"/>
              </a:rPr>
              <a:t>GREEN</a:t>
            </a:r>
          </a:p>
        </p:txBody>
      </p:sp>
      <p:sp>
        <p:nvSpPr>
          <p:cNvPr id="20" name="figure-description-word_cool">
            <a:extLst xmlns:a="http://schemas.openxmlformats.org/drawingml/2006/main">
              <a:ext uri="{FF2B5EF4-FFF2-40B4-BE49-F238E27FC236}">
                <a16:creationId xmlns:a16="http://schemas.microsoft.com/office/drawing/2014/main" id="{B53153DC-9889-4CFA-97E0-AB655FB38493}"/>
              </a:ext>
            </a:extLst>
          </p:cNvPr>
          <p:cNvSpPr>
            <a:spLocks xmlns:a="http://schemas.openxmlformats.org/drawingml/2006/main" noGrp="1"/>
          </p:cNvSpPr>
          <p:nvPr/>
        </p:nvSpPr>
        <p:spPr>
          <a:xfrm xmlns:a="http://schemas.openxmlformats.org/drawingml/2006/main">
            <a:off x="3810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Blue and green colour cards show the cool colour group.</a:t>
            </a:r>
          </a:p>
        </p:txBody>
      </p:sp>
      <p:sp>
        <p:nvSpPr>
          <p:cNvPr id="21" name="vocabulary-3">
            <a:extLst xmlns:a="http://schemas.openxmlformats.org/drawingml/2006/main">
              <a:ext uri="{FF2B5EF4-FFF2-40B4-BE49-F238E27FC236}">
                <a16:creationId xmlns:a16="http://schemas.microsoft.com/office/drawing/2014/main" id="{F17CCD99-1603-45D8-B28F-79C2E5B8BE0C}"/>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pattern — an arrangement of marks or shapes; ours use a repeat.</a:t>
            </a:r>
          </a:p>
        </p:txBody>
      </p:sp>
      <p:sp>
        <p:nvSpPr>
          <p:cNvPr id="22" name="figure-word_pattern-0">
            <a:extLst xmlns:a="http://schemas.openxmlformats.org/drawingml/2006/main">
              <a:ext uri="{FF2B5EF4-FFF2-40B4-BE49-F238E27FC236}">
                <a16:creationId xmlns:a16="http://schemas.microsoft.com/office/drawing/2014/main" id="{3D260535-7001-4529-8857-5441F353C9E5}"/>
              </a:ext>
            </a:extLst>
          </p:cNvPr>
          <p:cNvSpPr>
            <a:spLocks xmlns:a="http://schemas.openxmlformats.org/drawingml/2006/main" noGrp="1"/>
          </p:cNvSpPr>
          <p:nvPr/>
        </p:nvSpPr>
        <p:spPr>
          <a:xfrm xmlns:a="http://schemas.openxmlformats.org/drawingml/2006/main">
            <a:off x="6511078"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3" name="figure-word_pattern-1">
            <a:extLst xmlns:a="http://schemas.openxmlformats.org/drawingml/2006/main">
              <a:ext uri="{FF2B5EF4-FFF2-40B4-BE49-F238E27FC236}">
                <a16:creationId xmlns:a16="http://schemas.microsoft.com/office/drawing/2014/main" id="{469C4918-7042-414B-B617-EA2BCD600483}"/>
              </a:ext>
            </a:extLst>
          </p:cNvPr>
          <p:cNvSpPr>
            <a:spLocks xmlns:a="http://schemas.openxmlformats.org/drawingml/2006/main" noGrp="1"/>
          </p:cNvSpPr>
          <p:nvPr/>
        </p:nvSpPr>
        <p:spPr>
          <a:xfrm xmlns:a="http://schemas.openxmlformats.org/drawingml/2006/main">
            <a:off x="7422727"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4" name="figure-word_pattern-2">
            <a:extLst xmlns:a="http://schemas.openxmlformats.org/drawingml/2006/main">
              <a:ext uri="{FF2B5EF4-FFF2-40B4-BE49-F238E27FC236}">
                <a16:creationId xmlns:a16="http://schemas.microsoft.com/office/drawing/2014/main" id="{952C41AE-7790-4CD1-B2A5-68BCB45B039E}"/>
              </a:ext>
            </a:extLst>
          </p:cNvPr>
          <p:cNvSpPr>
            <a:spLocks xmlns:a="http://schemas.openxmlformats.org/drawingml/2006/main" noGrp="1"/>
          </p:cNvSpPr>
          <p:nvPr/>
        </p:nvSpPr>
        <p:spPr>
          <a:xfrm xmlns:a="http://schemas.openxmlformats.org/drawingml/2006/main">
            <a:off x="8334375"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5" name="figure-word_pattern-3">
            <a:extLst xmlns:a="http://schemas.openxmlformats.org/drawingml/2006/main">
              <a:ext uri="{FF2B5EF4-FFF2-40B4-BE49-F238E27FC236}">
                <a16:creationId xmlns:a16="http://schemas.microsoft.com/office/drawing/2014/main" id="{87214548-6C89-4DF6-8C4A-D56D4746EE4B}"/>
              </a:ext>
            </a:extLst>
          </p:cNvPr>
          <p:cNvSpPr>
            <a:spLocks xmlns:a="http://schemas.openxmlformats.org/drawingml/2006/main" noGrp="1"/>
          </p:cNvSpPr>
          <p:nvPr/>
        </p:nvSpPr>
        <p:spPr>
          <a:xfrm xmlns:a="http://schemas.openxmlformats.org/drawingml/2006/main">
            <a:off x="9246023"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6" name="figure-word_pattern-4">
            <a:extLst xmlns:a="http://schemas.openxmlformats.org/drawingml/2006/main">
              <a:ext uri="{FF2B5EF4-FFF2-40B4-BE49-F238E27FC236}">
                <a16:creationId xmlns:a16="http://schemas.microsoft.com/office/drawing/2014/main" id="{406DCC33-1E1F-4F81-8611-5FBEC1EE6C7E}"/>
              </a:ext>
            </a:extLst>
          </p:cNvPr>
          <p:cNvSpPr>
            <a:spLocks xmlns:a="http://schemas.openxmlformats.org/drawingml/2006/main" noGrp="1"/>
          </p:cNvSpPr>
          <p:nvPr/>
        </p:nvSpPr>
        <p:spPr>
          <a:xfrm xmlns:a="http://schemas.openxmlformats.org/drawingml/2006/main">
            <a:off x="10157672"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7" name="figure-word_pattern-5">
            <a:extLst xmlns:a="http://schemas.openxmlformats.org/drawingml/2006/main">
              <a:ext uri="{FF2B5EF4-FFF2-40B4-BE49-F238E27FC236}">
                <a16:creationId xmlns:a16="http://schemas.microsoft.com/office/drawing/2014/main" id="{D824D4D6-0320-4E88-88C1-84B0220BA327}"/>
              </a:ext>
            </a:extLst>
          </p:cNvPr>
          <p:cNvSpPr>
            <a:spLocks xmlns:a="http://schemas.openxmlformats.org/drawingml/2006/main" noGrp="1"/>
          </p:cNvSpPr>
          <p:nvPr/>
        </p:nvSpPr>
        <p:spPr>
          <a:xfrm xmlns:a="http://schemas.openxmlformats.org/drawingml/2006/main">
            <a:off x="11069320"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8" name="figure-description-word_pattern">
            <a:extLst xmlns:a="http://schemas.openxmlformats.org/drawingml/2006/main">
              <a:ext uri="{FF2B5EF4-FFF2-40B4-BE49-F238E27FC236}">
                <a16:creationId xmlns:a16="http://schemas.microsoft.com/office/drawing/2014/main" id="{3B593F9F-8D04-4AF6-AC61-FFF70EFF321E}"/>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ring and a dot are put in an order three times.</a:t>
            </a:r>
          </a:p>
        </p:txBody>
      </p:sp>
    </p:spTree>
    <p:extLst>
      <p:ext uri="{BB962C8B-B14F-4D97-AF65-F5344CB8AC3E}">
        <p14:creationId xmlns:p14="http://schemas.microsoft.com/office/powerpoint/2010/main" val="18578822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548CBAEE-0F68-4E19-B591-AC1960E0533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9233E6A-B820-45CC-9E58-3740A75641C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79649EF3-DF5A-4A4F-84DA-D273D4654C6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 5</a:t>
            </a:r>
          </a:p>
        </p:txBody>
      </p:sp>
      <p:pic>
        <p:nvPicPr>
          <p:cNvPr id="4" name="">
            <a:extLst xmlns:a="http://schemas.openxmlformats.org/drawingml/2006/main">
              <a:ext uri="{FF2B5EF4-FFF2-40B4-BE49-F238E27FC236}">
                <a16:creationId xmlns:a16="http://schemas.microsoft.com/office/drawing/2014/main" id="{579CD956-A50D-4F05-B5F0-6C2227D12337}"/>
              </a:ext>
            </a:extLst>
          </p:cNvPr>
          <p:cNvPicPr>
            <a:picLocks xmlns:a="http://schemas.openxmlformats.org/drawingml/2006/main" noChangeAspect="1"/>
          </p:cNvPicPr>
          <p:nvPr/>
        </p:nvPicPr>
        <p:blipFill>
          <a:blip xmlns:r="http://schemas.openxmlformats.org/officeDocument/2006/relationships" xmlns:a="http://schemas.openxmlformats.org/drawingml/2006/main" r:embed="R1a2c1c2c5c51459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A1D5244-75D4-4842-BCAC-93B60CB7E30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DC2912F-60DA-4E64-9BE7-E8B9BFF753D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88D1D7C-5988-4D99-8E8F-9184CED1D623}"/>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427C619-9BA4-4B69-9E33-8117E7BBB37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7EAA6C9-6074-44D4-923B-14B9CE92BB5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04270DA-D799-4ABB-B39E-CC674CE460B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15EC4F4-8C70-4ECA-99E8-96C7E801FD1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63A802AD-C1DE-4DCE-9001-C60C942DC0A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26C74E1-1687-4410-9162-4D9F925B690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art word with its meaning and an example letter.</a:t>
            </a:r>
          </a:p>
        </p:txBody>
      </p:sp>
      <p:sp>
        <p:nvSpPr>
          <p:cNvPr id="14" name="vocabulary-heading">
            <a:extLst xmlns:a="http://schemas.openxmlformats.org/drawingml/2006/main">
              <a:ext uri="{FF2B5EF4-FFF2-40B4-BE49-F238E27FC236}">
                <a16:creationId xmlns:a16="http://schemas.microsoft.com/office/drawing/2014/main" id="{F96644D2-212F-42F3-815F-23FE6FE25472}"/>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4">
            <a:extLst xmlns:a="http://schemas.openxmlformats.org/drawingml/2006/main">
              <a:ext uri="{FF2B5EF4-FFF2-40B4-BE49-F238E27FC236}">
                <a16:creationId xmlns:a16="http://schemas.microsoft.com/office/drawing/2014/main" id="{12F95D22-D0B7-496F-9E42-4B2F8178645F}"/>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repeat — use a mark or group of marks again.</a:t>
            </a:r>
          </a:p>
        </p:txBody>
      </p:sp>
      <p:sp>
        <p:nvSpPr>
          <p:cNvPr id="16" name="figure-word_repeat-0">
            <a:extLst xmlns:a="http://schemas.openxmlformats.org/drawingml/2006/main">
              <a:ext uri="{FF2B5EF4-FFF2-40B4-BE49-F238E27FC236}">
                <a16:creationId xmlns:a16="http://schemas.microsoft.com/office/drawing/2014/main" id="{3B53905F-7536-475A-A7AE-D42B742A47A7}"/>
              </a:ext>
            </a:extLst>
          </p:cNvPr>
          <p:cNvSpPr>
            <a:spLocks xmlns:a="http://schemas.openxmlformats.org/drawingml/2006/main" noGrp="1"/>
          </p:cNvSpPr>
          <p:nvPr/>
        </p:nvSpPr>
        <p:spPr>
          <a:xfrm xmlns:a="http://schemas.openxmlformats.org/drawingml/2006/main">
            <a:off x="1135815" y="3833935"/>
            <a:ext cx="569949" cy="569949"/>
          </a:xfrm>
          <a:prstGeom xmlns:a="http://schemas.openxmlformats.org/drawingml/2006/main" prst="ellipse">
            <a:avLst/>
          </a:prstGeom>
          <a:noFill xmlns:a="http://schemas.openxmlformats.org/drawingml/2006/main"/>
          <a:ln xmlns:a="http://schemas.openxmlformats.org/drawingml/2006/main" w="63328">
            <a:solidFill>
              <a:srgbClr val="152238"/>
            </a:solidFill>
          </a:ln>
        </p:spPr>
      </p:sp>
      <p:sp>
        <p:nvSpPr>
          <p:cNvPr id="17" name="figure-word_repeat-1">
            <a:extLst xmlns:a="http://schemas.openxmlformats.org/drawingml/2006/main">
              <a:ext uri="{FF2B5EF4-FFF2-40B4-BE49-F238E27FC236}">
                <a16:creationId xmlns:a16="http://schemas.microsoft.com/office/drawing/2014/main" id="{DF3FD278-5A57-44D5-ABF5-3B64DFB174BE}"/>
              </a:ext>
            </a:extLst>
          </p:cNvPr>
          <p:cNvSpPr>
            <a:spLocks xmlns:a="http://schemas.openxmlformats.org/drawingml/2006/main" noGrp="1"/>
          </p:cNvSpPr>
          <p:nvPr/>
        </p:nvSpPr>
        <p:spPr>
          <a:xfrm xmlns:a="http://schemas.openxmlformats.org/drawingml/2006/main">
            <a:off x="2006571" y="3833935"/>
            <a:ext cx="569949" cy="569949"/>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8" name="figure-word_repeat-2">
            <a:extLst xmlns:a="http://schemas.openxmlformats.org/drawingml/2006/main">
              <a:ext uri="{FF2B5EF4-FFF2-40B4-BE49-F238E27FC236}">
                <a16:creationId xmlns:a16="http://schemas.microsoft.com/office/drawing/2014/main" id="{9F3849FB-C347-4E4B-B6F3-F7EB542F762E}"/>
              </a:ext>
            </a:extLst>
          </p:cNvPr>
          <p:cNvSpPr>
            <a:spLocks xmlns:a="http://schemas.openxmlformats.org/drawingml/2006/main" noGrp="1"/>
          </p:cNvSpPr>
          <p:nvPr/>
        </p:nvSpPr>
        <p:spPr>
          <a:xfrm xmlns:a="http://schemas.openxmlformats.org/drawingml/2006/main">
            <a:off x="3827240" y="3833935"/>
            <a:ext cx="569949" cy="569949"/>
          </a:xfrm>
          <a:prstGeom xmlns:a="http://schemas.openxmlformats.org/drawingml/2006/main" prst="ellipse">
            <a:avLst/>
          </a:prstGeom>
          <a:noFill xmlns:a="http://schemas.openxmlformats.org/drawingml/2006/main"/>
          <a:ln xmlns:a="http://schemas.openxmlformats.org/drawingml/2006/main" w="63328">
            <a:solidFill>
              <a:srgbClr val="152238"/>
            </a:solidFill>
          </a:ln>
        </p:spPr>
      </p:sp>
      <p:sp>
        <p:nvSpPr>
          <p:cNvPr id="19" name="figure-word_repeat-3">
            <a:extLst xmlns:a="http://schemas.openxmlformats.org/drawingml/2006/main">
              <a:ext uri="{FF2B5EF4-FFF2-40B4-BE49-F238E27FC236}">
                <a16:creationId xmlns:a16="http://schemas.microsoft.com/office/drawing/2014/main" id="{41C0C3F6-D03A-4F17-A067-CC07BC3889D9}"/>
              </a:ext>
            </a:extLst>
          </p:cNvPr>
          <p:cNvSpPr>
            <a:spLocks xmlns:a="http://schemas.openxmlformats.org/drawingml/2006/main" noGrp="1"/>
          </p:cNvSpPr>
          <p:nvPr/>
        </p:nvSpPr>
        <p:spPr>
          <a:xfrm xmlns:a="http://schemas.openxmlformats.org/drawingml/2006/main">
            <a:off x="4697995" y="3833935"/>
            <a:ext cx="569949" cy="569949"/>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0" name="figure-word_repeat-4">
            <a:extLst xmlns:a="http://schemas.openxmlformats.org/drawingml/2006/main">
              <a:ext uri="{FF2B5EF4-FFF2-40B4-BE49-F238E27FC236}">
                <a16:creationId xmlns:a16="http://schemas.microsoft.com/office/drawing/2014/main" id="{D99D5B4B-13DA-447C-9944-CCBA33379F2B}"/>
              </a:ext>
            </a:extLst>
          </p:cNvPr>
          <p:cNvSpPr>
            <a:spLocks xmlns:a="http://schemas.openxmlformats.org/drawingml/2006/main" noGrp="1"/>
          </p:cNvSpPr>
          <p:nvPr/>
        </p:nvSpPr>
        <p:spPr>
          <a:xfrm xmlns:a="http://schemas.openxmlformats.org/drawingml/2006/main">
            <a:off x="1895747" y="3327314"/>
            <a:ext cx="2643929" cy="15832"/>
          </a:xfrm>
          <a:custGeom xmlns:a="http://schemas.openxmlformats.org/drawingml/2006/main">
            <a:pathLst>
              <a:path w="2643929" h="15832">
                <a:moveTo>
                  <a:pt x="0" y="0"/>
                </a:moveTo>
                <a:lnTo>
                  <a:pt x="2643929" y="0"/>
                </a:lnTo>
              </a:path>
            </a:pathLst>
          </a:custGeom>
          <a:noFill xmlns:a="http://schemas.openxmlformats.org/drawingml/2006/main"/>
          <a:ln xmlns:a="http://schemas.openxmlformats.org/drawingml/2006/main" w="47496">
            <a:solidFill>
              <a:srgbClr val="152238"/>
            </a:solidFill>
          </a:ln>
        </p:spPr>
      </p:sp>
      <p:sp>
        <p:nvSpPr>
          <p:cNvPr id="21" name="figure-word_repeat-5">
            <a:extLst xmlns:a="http://schemas.openxmlformats.org/drawingml/2006/main">
              <a:ext uri="{FF2B5EF4-FFF2-40B4-BE49-F238E27FC236}">
                <a16:creationId xmlns:a16="http://schemas.microsoft.com/office/drawing/2014/main" id="{FB870326-2EC1-4B7C-9E74-BDA0A54A6144}"/>
              </a:ext>
            </a:extLst>
          </p:cNvPr>
          <p:cNvSpPr>
            <a:spLocks xmlns:a="http://schemas.openxmlformats.org/drawingml/2006/main" noGrp="1"/>
          </p:cNvSpPr>
          <p:nvPr/>
        </p:nvSpPr>
        <p:spPr>
          <a:xfrm xmlns:a="http://schemas.openxmlformats.org/drawingml/2006/main">
            <a:off x="4365525" y="3200659"/>
            <a:ext cx="174151" cy="126655"/>
          </a:xfrm>
          <a:custGeom xmlns:a="http://schemas.openxmlformats.org/drawingml/2006/main">
            <a:pathLst>
              <a:path w="174151" h="126655">
                <a:moveTo>
                  <a:pt x="174151" y="126655"/>
                </a:moveTo>
                <a:lnTo>
                  <a:pt x="0" y="0"/>
                </a:lnTo>
              </a:path>
            </a:pathLst>
          </a:custGeom>
          <a:noFill xmlns:a="http://schemas.openxmlformats.org/drawingml/2006/main"/>
          <a:ln xmlns:a="http://schemas.openxmlformats.org/drawingml/2006/main" w="47496">
            <a:solidFill>
              <a:srgbClr val="152238"/>
            </a:solidFill>
          </a:ln>
        </p:spPr>
      </p:sp>
      <p:sp>
        <p:nvSpPr>
          <p:cNvPr id="22" name="figure-word_repeat-6">
            <a:extLst xmlns:a="http://schemas.openxmlformats.org/drawingml/2006/main">
              <a:ext uri="{FF2B5EF4-FFF2-40B4-BE49-F238E27FC236}">
                <a16:creationId xmlns:a16="http://schemas.microsoft.com/office/drawing/2014/main" id="{A8B04A0D-1D1B-4F80-BBA6-83128B4EA082}"/>
              </a:ext>
            </a:extLst>
          </p:cNvPr>
          <p:cNvSpPr>
            <a:spLocks xmlns:a="http://schemas.openxmlformats.org/drawingml/2006/main" noGrp="1"/>
          </p:cNvSpPr>
          <p:nvPr/>
        </p:nvSpPr>
        <p:spPr>
          <a:xfrm xmlns:a="http://schemas.openxmlformats.org/drawingml/2006/main">
            <a:off x="4365525" y="3327314"/>
            <a:ext cx="174151" cy="126655"/>
          </a:xfrm>
          <a:custGeom xmlns:a="http://schemas.openxmlformats.org/drawingml/2006/main">
            <a:pathLst>
              <a:path w="174151" h="126655">
                <a:moveTo>
                  <a:pt x="174151" y="0"/>
                </a:moveTo>
                <a:lnTo>
                  <a:pt x="0" y="126655"/>
                </a:lnTo>
              </a:path>
            </a:pathLst>
          </a:custGeom>
          <a:noFill xmlns:a="http://schemas.openxmlformats.org/drawingml/2006/main"/>
          <a:ln xmlns:a="http://schemas.openxmlformats.org/drawingml/2006/main" w="47496">
            <a:solidFill>
              <a:srgbClr val="152238"/>
            </a:solidFill>
          </a:ln>
        </p:spPr>
      </p:sp>
      <p:sp>
        <p:nvSpPr>
          <p:cNvPr id="23" name="figure-description-word_repeat">
            <a:extLst xmlns:a="http://schemas.openxmlformats.org/drawingml/2006/main">
              <a:ext uri="{FF2B5EF4-FFF2-40B4-BE49-F238E27FC236}">
                <a16:creationId xmlns:a16="http://schemas.microsoft.com/office/drawing/2014/main" id="{FA6044D3-5A9C-410D-9143-93335CDBF4F8}"/>
              </a:ext>
            </a:extLst>
          </p:cNvPr>
          <p:cNvSpPr>
            <a:spLocks xmlns:a="http://schemas.openxmlformats.org/drawingml/2006/main" noGrp="1"/>
          </p:cNvSpPr>
          <p:nvPr/>
        </p:nvSpPr>
        <p:spPr>
          <a:xfrm xmlns:a="http://schemas.openxmlformats.org/drawingml/2006/main">
            <a:off x="381000" y="516407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ring-and-dot pair appears twice. An arrow goes from the first pair to the next.</a:t>
            </a:r>
          </a:p>
        </p:txBody>
      </p:sp>
      <p:sp>
        <p:nvSpPr>
          <p:cNvPr id="24" name="vocabulary-check">
            <a:extLst xmlns:a="http://schemas.openxmlformats.org/drawingml/2006/main">
              <a:ext uri="{FF2B5EF4-FFF2-40B4-BE49-F238E27FC236}">
                <a16:creationId xmlns:a16="http://schemas.microsoft.com/office/drawing/2014/main" id="{07B9825E-CD33-4A49-9202-D0A9D79940EB}"/>
              </a:ext>
            </a:extLst>
          </p:cNvPr>
          <p:cNvSpPr>
            <a:spLocks xmlns:a="http://schemas.openxmlformats.org/drawingml/2006/main" noGrp="1"/>
          </p:cNvSpPr>
          <p:nvPr/>
        </p:nvSpPr>
        <p:spPr>
          <a:xfrm xmlns:a="http://schemas.openxmlformats.org/drawingml/2006/main">
            <a:off x="381000" y="57721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0" lang="en-GB">
                <a:solidFill>
                  <a:srgbClr val="17263B"/>
                </a:solidFill>
                <a:latin typeface="Arial"/>
                <a:ea typeface="Arial"/>
                <a:cs typeface="Arial"/>
              </a:defRPr>
            </a:defPPr>
          </a:lstStyle>
          <a:p xmlns:a="http://schemas.openxmlformats.org/drawingml/2006/main">
            <a:pPr algn="l">
              <a:lnSpc>
                <a:spcPct val="108000"/>
              </a:lnSpc>
              <a:buNone/>
              <a:defRPr sz="1650" b="0" lang="en-GB">
                <a:solidFill>
                  <a:srgbClr val="17263B"/>
                </a:solidFill>
                <a:latin typeface="Arial"/>
                <a:ea typeface="Arial"/>
                <a:cs typeface="Arial"/>
              </a:defRPr>
            </a:pPr>
            <a:r>
              <a:rPr sz="1650" b="0" lang="en-GB">
                <a:solidFill>
                  <a:srgbClr val="17263B"/>
                </a:solidFill>
                <a:latin typeface="Arial"/>
                <a:ea typeface="Arial"/>
                <a:cs typeface="Arial"/>
              </a:rPr>
              <a:t>Check: Did A's shapes change when we made C, or did its ground change?</a:t>
            </a:r>
          </a:p>
        </p:txBody>
      </p:sp>
    </p:spTree>
    <p:extLst>
      <p:ext uri="{BB962C8B-B14F-4D97-AF65-F5344CB8AC3E}">
        <p14:creationId xmlns:p14="http://schemas.microsoft.com/office/powerpoint/2010/main" val="5400859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2BAEA5C-3F3A-4D43-8E85-84668DD33DF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8932AF82-BAD7-4C8D-82D1-0F32E56A5F9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D748F54A-7CD1-42BB-A70A-37C818BD0AD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C7075F56-05CD-48BE-AB4E-AA489E72B1E7}"/>
              </a:ext>
            </a:extLst>
          </p:cNvPr>
          <p:cNvPicPr>
            <a:picLocks xmlns:a="http://schemas.openxmlformats.org/drawingml/2006/main" noChangeAspect="1"/>
          </p:cNvPicPr>
          <p:nvPr/>
        </p:nvPicPr>
        <p:blipFill>
          <a:blip xmlns:r="http://schemas.openxmlformats.org/officeDocument/2006/relationships" xmlns:a="http://schemas.openxmlformats.org/drawingml/2006/main" r:embed="R464f55b502be4e1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F4FA1AD-352E-4811-95C5-6255E61E9F9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AFB5761-3F08-4C96-A573-604EAAD4947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D85EEF8-601E-424B-B57B-8B866000D40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875F267-C7C5-4CF2-969E-9154CF88D23E}"/>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CE0582D-7FC2-4A2F-A136-A848CDD015F2}"/>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B7E7BE6-9160-4B38-B4DB-0CB764D11CD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523A367-72C4-46E5-8989-D6BE88386E1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A91D9DA7-AB12-480B-A41E-96E82ED01BE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6E5C623-855C-46CB-B002-A40F1B5B98D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body-0">
            <a:extLst xmlns:a="http://schemas.openxmlformats.org/drawingml/2006/main">
              <a:ext uri="{FF2B5EF4-FFF2-40B4-BE49-F238E27FC236}">
                <a16:creationId xmlns:a16="http://schemas.microsoft.com/office/drawing/2014/main" id="{24F7C790-BD1B-445D-AEEC-16D0A81B016C}"/>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Compare, choose, explain</a:t>
            </a:r>
          </a:p>
        </p:txBody>
      </p:sp>
      <p:sp>
        <p:nvSpPr>
          <p:cNvPr id="15" name="body-1">
            <a:extLst xmlns:a="http://schemas.openxmlformats.org/drawingml/2006/main">
              <a:ext uri="{FF2B5EF4-FFF2-40B4-BE49-F238E27FC236}">
                <a16:creationId xmlns:a16="http://schemas.microsoft.com/office/drawing/2014/main" id="{59D8F6D6-3B0A-456C-A437-2F32292001DD}"/>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 compare A and B.</a:t>
            </a:r>
          </a:p>
        </p:txBody>
      </p:sp>
      <p:sp>
        <p:nvSpPr>
          <p:cNvPr id="16" name="body-2">
            <a:extLst xmlns:a="http://schemas.openxmlformats.org/drawingml/2006/main">
              <a:ext uri="{FF2B5EF4-FFF2-40B4-BE49-F238E27FC236}">
                <a16:creationId xmlns:a16="http://schemas.microsoft.com/office/drawing/2014/main" id="{95E42215-1A4A-4DC5-88C6-EA2DAC20FD41}"/>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Both have a ring, then a dot, on a dark ground.</a:t>
            </a:r>
          </a:p>
        </p:txBody>
      </p:sp>
      <p:sp>
        <p:nvSpPr>
          <p:cNvPr id="17" name="body-3">
            <a:extLst xmlns:a="http://schemas.openxmlformats.org/drawingml/2006/main">
              <a:ext uri="{FF2B5EF4-FFF2-40B4-BE49-F238E27FC236}">
                <a16:creationId xmlns:a16="http://schemas.microsoft.com/office/drawing/2014/main" id="{00B89DC6-F491-4406-B596-4CD73B815F5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What changes? Choose: colour group / shape order.</a:t>
            </a:r>
          </a:p>
        </p:txBody>
      </p:sp>
      <p:sp>
        <p:nvSpPr>
          <p:cNvPr id="18" name="body-4">
            <a:extLst xmlns:a="http://schemas.openxmlformats.org/drawingml/2006/main">
              <a:ext uri="{FF2B5EF4-FFF2-40B4-BE49-F238E27FC236}">
                <a16:creationId xmlns:a16="http://schemas.microsoft.com/office/drawing/2014/main" id="{B196438C-3132-432A-AB63-BB24E93B227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example space: Same __________  Change __________</a:t>
            </a:r>
          </a:p>
        </p:txBody>
      </p:sp>
      <p:sp>
        <p:nvSpPr>
          <p:cNvPr id="19" name="body-5">
            <a:extLst xmlns:a="http://schemas.openxmlformats.org/drawingml/2006/main">
              <a:ext uri="{FF2B5EF4-FFF2-40B4-BE49-F238E27FC236}">
                <a16:creationId xmlns:a16="http://schemas.microsoft.com/office/drawing/2014/main" id="{D55FDEAB-4BAB-4A9D-8681-163D57AF80DB}"/>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Everyone now has two comparisons.</a:t>
            </a:r>
          </a:p>
        </p:txBody>
      </p:sp>
      <p:sp>
        <p:nvSpPr>
          <p:cNvPr id="20" name="body-6">
            <a:extLst xmlns:a="http://schemas.openxmlformats.org/drawingml/2006/main">
              <a:ext uri="{FF2B5EF4-FFF2-40B4-BE49-F238E27FC236}">
                <a16:creationId xmlns:a16="http://schemas.microsoft.com/office/drawing/2014/main" id="{0B9B8538-794C-46E5-ACF5-E560246474BB}"/>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Compare A and C. Choose: same ground / different ground.</a:t>
            </a:r>
          </a:p>
        </p:txBody>
      </p:sp>
    </p:spTree>
    <p:extLst>
      <p:ext uri="{BB962C8B-B14F-4D97-AF65-F5344CB8AC3E}">
        <p14:creationId xmlns:p14="http://schemas.microsoft.com/office/powerpoint/2010/main" val="17102124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AAB6D79-B718-41CC-B6CF-EF505A66FBD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975AA32-FD3B-4744-834B-E1D134FE0D8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49DE4B4F-07D7-44CF-8126-80190A1D504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 · 1 of 3</a:t>
            </a:r>
          </a:p>
        </p:txBody>
      </p:sp>
      <p:pic>
        <p:nvPicPr>
          <p:cNvPr id="4" name="">
            <a:extLst xmlns:a="http://schemas.openxmlformats.org/drawingml/2006/main">
              <a:ext uri="{FF2B5EF4-FFF2-40B4-BE49-F238E27FC236}">
                <a16:creationId xmlns:a16="http://schemas.microsoft.com/office/drawing/2014/main" id="{1B6C74F5-1A3D-4411-AEE0-E416D1A240F8}"/>
              </a:ext>
            </a:extLst>
          </p:cNvPr>
          <p:cNvPicPr>
            <a:picLocks xmlns:a="http://schemas.openxmlformats.org/drawingml/2006/main" noChangeAspect="1"/>
          </p:cNvPicPr>
          <p:nvPr/>
        </p:nvPicPr>
        <p:blipFill>
          <a:blip xmlns:r="http://schemas.openxmlformats.org/officeDocument/2006/relationships" xmlns:a="http://schemas.openxmlformats.org/drawingml/2006/main" r:embed="R4de19bb7f6a14c8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19CBC70-76C5-421A-AFEA-D95404D2F9F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2F1D02D-D8FF-416C-B95A-6E699B753B4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1B59C44-5F7B-4385-804D-7CF465F52A4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332FAE4-E7AF-40A6-88FB-492CC385B37C}"/>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5AC2BE3-8882-4F95-84DA-4E0E5FA60F8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2D5D2DA-D446-4CED-9055-7660BF1FC56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AB81D8B-C615-4CD9-A579-0A4AA5E94EA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83201761-CBE6-4745-B0D2-3744F531B38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FD0A197-15B1-4A81-A280-1AE583D5EF4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a-0">
            <a:extLst xmlns:a="http://schemas.openxmlformats.org/drawingml/2006/main">
              <a:ext uri="{FF2B5EF4-FFF2-40B4-BE49-F238E27FC236}">
                <a16:creationId xmlns:a16="http://schemas.microsoft.com/office/drawing/2014/main" id="{4CFD6D9C-FE2D-4ECE-8A04-A5FFA794A89D}"/>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0297692F-4355-401B-830E-550799F34988}"/>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65ABAED0-73E2-44C8-AAA1-1BAAF68B96EB}"/>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19917F95-42F9-49CB-B394-4761E3B1734E}"/>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A5827E5A-D03D-4FBD-A5B7-59DEE271DCC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DA8DD0AD-D7E0-4621-B497-24764BACF5D8}"/>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43E0188A-97B9-4675-98AD-2512C57868BC}"/>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56B4A145-8151-4815-A2AA-B8BBA7F0ECD1}"/>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700161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616E72D-C912-4E6E-8253-53CBF82EDD9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7190963-43ED-4782-A442-2B58C5B9790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AABBF313-51C4-409E-85A1-BB89263DE4E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 · 2 of 3</a:t>
            </a:r>
          </a:p>
        </p:txBody>
      </p:sp>
      <p:pic>
        <p:nvPicPr>
          <p:cNvPr id="4" name="">
            <a:extLst xmlns:a="http://schemas.openxmlformats.org/drawingml/2006/main">
              <a:ext uri="{FF2B5EF4-FFF2-40B4-BE49-F238E27FC236}">
                <a16:creationId xmlns:a16="http://schemas.microsoft.com/office/drawing/2014/main" id="{089DCD20-E457-4502-8EB5-E40552A033F9}"/>
              </a:ext>
            </a:extLst>
          </p:cNvPr>
          <p:cNvPicPr>
            <a:picLocks xmlns:a="http://schemas.openxmlformats.org/drawingml/2006/main" noChangeAspect="1"/>
          </p:cNvPicPr>
          <p:nvPr/>
        </p:nvPicPr>
        <p:blipFill>
          <a:blip xmlns:r="http://schemas.openxmlformats.org/officeDocument/2006/relationships" xmlns:a="http://schemas.openxmlformats.org/drawingml/2006/main" r:embed="R874c88150d694f8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A68BC64-87C5-4CF1-AD6F-C669CEFC1C4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272107B-ADFD-4D3E-8548-035953BA79F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549C42E-417D-46E5-896B-F08FE7D6C30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5E60258-62C9-48EB-AA4B-9E7C2F7A2594}"/>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81ABD83-BF39-46EE-B0B4-2C02089B7B1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0B024B6-EBCE-4FF6-9474-09967DB0F1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4301A05-9030-4133-BE84-FB364004AF0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D007CE7C-C45F-47B9-99F9-B5A50E48A5E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F2DC551-C79C-4255-9CA6-72DB1E10E82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b-0">
            <a:extLst xmlns:a="http://schemas.openxmlformats.org/drawingml/2006/main">
              <a:ext uri="{FF2B5EF4-FFF2-40B4-BE49-F238E27FC236}">
                <a16:creationId xmlns:a16="http://schemas.microsoft.com/office/drawing/2014/main" id="{9BF71AA1-64B3-49F4-A696-90B60A87E65F}"/>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84BDF3F1-DEDB-4459-805C-A0996EC16E07}"/>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582B7C7C-526D-47A8-ABDD-597AA495FF2C}"/>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305103D7-64DE-4C0C-B0EE-AAA6C851139A}"/>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E8C3BAE2-8AC0-4B33-AF1C-AFE09BBCDB2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1AB0BB2E-8B54-49EE-8EC6-DF1439CA751D}"/>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E3EB3F99-EF95-4C6C-B70B-8DCCF39AE117}"/>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930E1CE0-76DB-4FE8-AE62-D5A57553FDD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108578083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93F6901C-E7C7-4EB2-98E0-83A4969877F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5F8EA67-CB26-46A7-8A05-634933322A8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E601347B-A432-4E05-9705-337A11C4B30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 · 3 of 3</a:t>
            </a:r>
          </a:p>
        </p:txBody>
      </p:sp>
      <p:pic>
        <p:nvPicPr>
          <p:cNvPr id="4" name="">
            <a:extLst xmlns:a="http://schemas.openxmlformats.org/drawingml/2006/main">
              <a:ext uri="{FF2B5EF4-FFF2-40B4-BE49-F238E27FC236}">
                <a16:creationId xmlns:a16="http://schemas.microsoft.com/office/drawing/2014/main" id="{48FD8DBB-4CBA-4E24-A1D2-38E04A6248E7}"/>
              </a:ext>
            </a:extLst>
          </p:cNvPr>
          <p:cNvPicPr>
            <a:picLocks xmlns:a="http://schemas.openxmlformats.org/drawingml/2006/main" noChangeAspect="1"/>
          </p:cNvPicPr>
          <p:nvPr/>
        </p:nvPicPr>
        <p:blipFill>
          <a:blip xmlns:r="http://schemas.openxmlformats.org/officeDocument/2006/relationships" xmlns:a="http://schemas.openxmlformats.org/drawingml/2006/main" r:embed="R3a28235ca9bf405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360BA89-D6F2-4285-8F47-B3D5B436156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8C6401B-EB6E-42A0-BEFA-B7DA7C93849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12772B5-36BC-4ECC-9986-BAC8AE28D17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09FBC88-0DB9-4F55-8F78-32697C3C2D0E}"/>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0918FA3-026D-491B-8D95-BCBFD0DE665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8FBE094-F383-4843-9425-D0EE63BF957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85EDF30-EBFF-4C0E-B5A5-A2A4A1CFFA5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732FD5BB-AB15-4860-BD3D-2AA7B5B55A7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463F0C6-5E17-4F9B-A81D-11708534B26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c-0">
            <a:extLst xmlns:a="http://schemas.openxmlformats.org/drawingml/2006/main">
              <a:ext uri="{FF2B5EF4-FFF2-40B4-BE49-F238E27FC236}">
                <a16:creationId xmlns:a16="http://schemas.microsoft.com/office/drawing/2014/main" id="{B16FD7A0-E1C7-40EF-A443-4A24AB360D03}"/>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0F170CA3-EDE2-46E6-9B48-AFE4ED8435CE}"/>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8458FABB-4D2B-4C82-96A2-7E255C29A9B5}"/>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BBA33A23-8026-4A02-BDEE-F3215974740B}"/>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6A98B0EB-56AE-4066-919C-A2D0CCDFCDD8}"/>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6D919909-3B42-40AD-B22D-AA02166C4041}"/>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C21CC6ED-6F29-42F7-87BE-295EEBCCB23D}"/>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59660F4F-67A9-404E-A0B9-DFEC048C4293}"/>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4781556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DB3FA7DB-C9ED-4B1E-B863-A728AEE5363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CE2FF74-99D8-4FF3-BBBD-0FD87FC2041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A793F905-5F00-4B08-B9E2-672BC7B2544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3B3F2F9C-3060-4960-A257-6DC58D2F1D98}"/>
              </a:ext>
            </a:extLst>
          </p:cNvPr>
          <p:cNvPicPr>
            <a:picLocks xmlns:a="http://schemas.openxmlformats.org/drawingml/2006/main" noChangeAspect="1"/>
          </p:cNvPicPr>
          <p:nvPr/>
        </p:nvPicPr>
        <p:blipFill>
          <a:blip xmlns:r="http://schemas.openxmlformats.org/officeDocument/2006/relationships" xmlns:a="http://schemas.openxmlformats.org/drawingml/2006/main" r:embed="Rd956876af865418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06AEF3C-F41F-4A3F-9FAB-EBCA91B02BF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5B333C7-799C-4836-B404-47F44794CA5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5E9CAC8-9854-465F-B1D0-C9B405FCE42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FF690F1-7CC0-46D8-ABCA-FF09AAAA2039}"/>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97A7C8E-A9F8-4BC6-B983-94688F2086E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C2962D0-71C9-406B-8FC2-0548E29C092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BE9516F-D2C5-4E43-811A-3739DF49D97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CF4AFE93-5E68-45D2-B870-16A6BD63320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D1F2C57-981B-460B-B337-6542B5C3323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body-0">
            <a:extLst xmlns:a="http://schemas.openxmlformats.org/drawingml/2006/main">
              <a:ext uri="{FF2B5EF4-FFF2-40B4-BE49-F238E27FC236}">
                <a16:creationId xmlns:a16="http://schemas.microsoft.com/office/drawing/2014/main" id="{A1C4D611-1DC3-47E5-B000-E211438431BA}"/>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Compare A and B. Choose: same shape order / different shape order.</a:t>
            </a:r>
          </a:p>
        </p:txBody>
      </p:sp>
      <p:sp>
        <p:nvSpPr>
          <p:cNvPr id="15" name="body-1">
            <a:extLst xmlns:a="http://schemas.openxmlformats.org/drawingml/2006/main">
              <a:ext uri="{FF2B5EF4-FFF2-40B4-BE49-F238E27FC236}">
                <a16:creationId xmlns:a16="http://schemas.microsoft.com/office/drawing/2014/main" id="{C403D4C4-F97C-42A7-8564-885DC8B82E16}"/>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Choose warm or cool colours for an imagined light display on dark paper.</a:t>
            </a:r>
          </a:p>
        </p:txBody>
      </p:sp>
      <p:sp>
        <p:nvSpPr>
          <p:cNvPr id="16" name="body-2">
            <a:extLst xmlns:a="http://schemas.openxmlformats.org/drawingml/2006/main">
              <a:ext uri="{FF2B5EF4-FFF2-40B4-BE49-F238E27FC236}">
                <a16:creationId xmlns:a16="http://schemas.microsoft.com/office/drawing/2014/main" id="{FE5D10F4-B94F-48F5-BA73-53195B380E10}"/>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a colour or pattern feature and a reason: “I choose ___ because ___.”</a:t>
            </a:r>
          </a:p>
        </p:txBody>
      </p:sp>
    </p:spTree>
    <p:extLst>
      <p:ext uri="{BB962C8B-B14F-4D97-AF65-F5344CB8AC3E}">
        <p14:creationId xmlns:p14="http://schemas.microsoft.com/office/powerpoint/2010/main" val="19595231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25089717-C1E6-4803-B949-745C119B22B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0BFD8EE-6169-41D1-8217-D851064DA9C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D4C6220A-B338-4027-9F9E-A44A000A508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 · 1 of 3</a:t>
            </a:r>
          </a:p>
        </p:txBody>
      </p:sp>
      <p:pic>
        <p:nvPicPr>
          <p:cNvPr id="4" name="">
            <a:extLst xmlns:a="http://schemas.openxmlformats.org/drawingml/2006/main">
              <a:ext uri="{FF2B5EF4-FFF2-40B4-BE49-F238E27FC236}">
                <a16:creationId xmlns:a16="http://schemas.microsoft.com/office/drawing/2014/main" id="{82B7E698-7670-4822-B6BE-5CD829010AA5}"/>
              </a:ext>
            </a:extLst>
          </p:cNvPr>
          <p:cNvPicPr>
            <a:picLocks xmlns:a="http://schemas.openxmlformats.org/drawingml/2006/main" noChangeAspect="1"/>
          </p:cNvPicPr>
          <p:nvPr/>
        </p:nvPicPr>
        <p:blipFill>
          <a:blip xmlns:r="http://schemas.openxmlformats.org/officeDocument/2006/relationships" xmlns:a="http://schemas.openxmlformats.org/drawingml/2006/main" r:embed="R13e704ab38584e8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A23C1AA-5F8A-4294-A8B0-A88469BBC2C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F984978-04B1-4E43-9075-038B5FE3A49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646A778-B60C-4618-B67A-BAEE1D97C83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2B117A0-B3E6-477F-B19B-67A8652DC64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A3CE06C-90DE-40DC-91FF-31F15522D1C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140CC2C-4987-43D1-8FF0-D49C9D28508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A96B062-77DC-45C8-BAAF-D2CAC164F4A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8DDDE76A-283B-41CB-9F9C-FB04D3596A9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CE56353-5716-4858-88BC-2F1100E4B0B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a-0">
            <a:extLst xmlns:a="http://schemas.openxmlformats.org/drawingml/2006/main">
              <a:ext uri="{FF2B5EF4-FFF2-40B4-BE49-F238E27FC236}">
                <a16:creationId xmlns:a16="http://schemas.microsoft.com/office/drawing/2014/main" id="{A63E4871-C554-4D24-A22F-16FAA819EA0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5AE5B4A0-F382-450A-BBED-B6ECD145B9D7}"/>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EF47C6F8-C3DB-4BE1-9B1C-A5F06C9CB3CD}"/>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8ACC9657-5FD4-4D5C-9BF9-9981D6323514}"/>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B350D086-8834-466C-B239-FE52FDB260D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D1869E33-E498-4345-B1CC-D4B89F42B597}"/>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79F01E24-CEE4-4BB1-8F05-C6947349A60F}"/>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8B6CE980-C276-40B6-A57E-1380A2470A7F}"/>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52230256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C29C71D-391B-4449-8CFB-1254BB82148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C62BF375-4C42-4849-8065-05DC6D411FF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2B82516B-FFE1-4720-9492-E7B9480018F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 · 2 of 3</a:t>
            </a:r>
          </a:p>
        </p:txBody>
      </p:sp>
      <p:pic>
        <p:nvPicPr>
          <p:cNvPr id="4" name="">
            <a:extLst xmlns:a="http://schemas.openxmlformats.org/drawingml/2006/main">
              <a:ext uri="{FF2B5EF4-FFF2-40B4-BE49-F238E27FC236}">
                <a16:creationId xmlns:a16="http://schemas.microsoft.com/office/drawing/2014/main" id="{F1070ED5-D944-4F8F-B487-03F2FE8E6C32}"/>
              </a:ext>
            </a:extLst>
          </p:cNvPr>
          <p:cNvPicPr>
            <a:picLocks xmlns:a="http://schemas.openxmlformats.org/drawingml/2006/main" noChangeAspect="1"/>
          </p:cNvPicPr>
          <p:nvPr/>
        </p:nvPicPr>
        <p:blipFill>
          <a:blip xmlns:r="http://schemas.openxmlformats.org/officeDocument/2006/relationships" xmlns:a="http://schemas.openxmlformats.org/drawingml/2006/main" r:embed="Rd1c20d18e0ef47d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9A01B0F-A900-44F0-AE6B-D7771D33299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B90D9EC-8844-4218-8EFF-82D8C2180F8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882586F-82A1-44B7-A975-E375C46BF21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B78AC9E-2B43-44C2-B3DA-492724C1E4F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A0EB725-58F8-41E9-A305-7D26C6083B9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2FA48B1-EDE0-4D2E-A06B-3FFD3AC1A27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222E933-0646-4735-8F46-F059370C46E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EA074BCC-0FD9-44F2-84E8-C701C1CC81F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997DB0A-BB9F-4151-B968-11DCB3BDE10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b-0">
            <a:extLst xmlns:a="http://schemas.openxmlformats.org/drawingml/2006/main">
              <a:ext uri="{FF2B5EF4-FFF2-40B4-BE49-F238E27FC236}">
                <a16:creationId xmlns:a16="http://schemas.microsoft.com/office/drawing/2014/main" id="{865443B2-A647-4E93-B1B7-002BA57183AA}"/>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99A1F4E6-9A9F-48A3-820D-70C60761F3C3}"/>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0E5EE7AE-DA60-43C2-B9A8-4A080A09234A}"/>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F6A83037-E16A-428F-A13D-1FAE4FFBB82B}"/>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FC3B04DB-BFB5-470D-9DBF-53F999C3ED0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C5C6EB50-45FF-401C-A6E7-7ABFB82095DD}"/>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5499715E-74FF-4152-ABCC-152826779033}"/>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1BB08DD6-A3BD-4C34-81E2-FCCFB7CCE893}"/>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170643573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0A59E6F-D6F9-4C47-907D-84D7E2654CA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AD6AE875-A740-4AD3-A7DC-0DEE645CA21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36E6C77C-F340-4EEA-A0CA-FD94832062F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 · 3 of 3</a:t>
            </a:r>
          </a:p>
        </p:txBody>
      </p:sp>
      <p:pic>
        <p:nvPicPr>
          <p:cNvPr id="4" name="">
            <a:extLst xmlns:a="http://schemas.openxmlformats.org/drawingml/2006/main">
              <a:ext uri="{FF2B5EF4-FFF2-40B4-BE49-F238E27FC236}">
                <a16:creationId xmlns:a16="http://schemas.microsoft.com/office/drawing/2014/main" id="{079E781F-1C2B-449D-9E1E-B6BD47918D59}"/>
              </a:ext>
            </a:extLst>
          </p:cNvPr>
          <p:cNvPicPr>
            <a:picLocks xmlns:a="http://schemas.openxmlformats.org/drawingml/2006/main" noChangeAspect="1"/>
          </p:cNvPicPr>
          <p:nvPr/>
        </p:nvPicPr>
        <p:blipFill>
          <a:blip xmlns:r="http://schemas.openxmlformats.org/officeDocument/2006/relationships" xmlns:a="http://schemas.openxmlformats.org/drawingml/2006/main" r:embed="R001e88f6ba0447d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8C5111D-06A4-49B7-A327-A5F11F6406D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0DDC5AC-293B-45E6-878D-180FF0A5EDC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7AA9476-1438-474B-AE86-ECF1A649283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EC04071-A94E-472F-AC89-515DA7745C5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FF4F5E3-E7E7-45C6-BD64-1C91C35F673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FE0B3E6-DEBD-4D18-B3F6-7789980407A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F341C45-264B-4FC1-A3F7-0DDEF6666C7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12431730-B525-415A-89D2-4C0A2B02B36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5698EAB-EC99-471F-B20A-CF3DE1AF93C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(Same and Change), then one comparison and one choice with an art reason.</a:t>
            </a:r>
          </a:p>
        </p:txBody>
      </p:sp>
      <p:sp>
        <p:nvSpPr>
          <p:cNvPr id="14" name="figure-example_c-0">
            <a:extLst xmlns:a="http://schemas.openxmlformats.org/drawingml/2006/main">
              <a:ext uri="{FF2B5EF4-FFF2-40B4-BE49-F238E27FC236}">
                <a16:creationId xmlns:a16="http://schemas.microsoft.com/office/drawing/2014/main" id="{2D0E1405-4024-4A72-A6B7-414C4FF31CB8}"/>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7869CD12-99E3-4A8B-8521-BA4E713ADBB6}"/>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A4634123-0335-4BEC-B509-22A77B69C916}"/>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F689E336-CD17-445D-87F9-0873E513FB3B}"/>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88A1B141-8EC8-4A30-9003-57B3FA287DEB}"/>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331FA0E9-6B27-428A-B57A-5A59EA12FDEF}"/>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3A824764-D04C-4D6E-BAFF-7E7F2273D42A}"/>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124B467B-86BE-4BFE-88FD-1CA3850B0198}"/>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30254242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A3C9D9E4-9E0A-4C58-B9C9-95BF5B75EEC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A3A4610-2C41-41F0-9484-0267B84954B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244B45C-F3FC-4F67-90DF-FDD677BE630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3272BE2F-141B-402E-AEAD-DEE112903549}"/>
              </a:ext>
            </a:extLst>
          </p:cNvPr>
          <p:cNvPicPr>
            <a:picLocks xmlns:a="http://schemas.openxmlformats.org/drawingml/2006/main" noChangeAspect="1"/>
          </p:cNvPicPr>
          <p:nvPr/>
        </p:nvPicPr>
        <p:blipFill>
          <a:blip xmlns:r="http://schemas.openxmlformats.org/officeDocument/2006/relationships" xmlns:a="http://schemas.openxmlformats.org/drawingml/2006/main" r:embed="R847c7ba4810a4f8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BD5E622-8868-4E57-A9F9-7D9FF33D1B4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AF55172-EA02-40B4-9EAB-D64D785B32B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962AF4D-AD84-49A8-941C-039ACCA78F6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23F751D-105F-4FBD-B5AF-71351CCDF67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480F2BB-888E-4D51-BA62-61CF5F4D8C05}"/>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FDC544F-C593-4ED5-B6CF-05166396E12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DA75E5D-3901-4E9A-B429-0BC533981CC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E829DEBC-CB96-4104-81B3-E581719493D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578121F-E3C8-4B18-B8A0-82B0E0B91C8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4" name="body-0">
            <a:extLst xmlns:a="http://schemas.openxmlformats.org/drawingml/2006/main">
              <a:ext uri="{FF2B5EF4-FFF2-40B4-BE49-F238E27FC236}">
                <a16:creationId xmlns:a16="http://schemas.microsoft.com/office/drawing/2014/main" id="{6EA28C35-8D12-4AF7-BB4F-7B2B54724264}"/>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route.</a:t>
            </a:r>
          </a:p>
        </p:txBody>
      </p:sp>
    </p:spTree>
    <p:extLst>
      <p:ext uri="{BB962C8B-B14F-4D97-AF65-F5344CB8AC3E}">
        <p14:creationId xmlns:p14="http://schemas.microsoft.com/office/powerpoint/2010/main" val="649658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3B4D186-AA6D-496D-B1E0-967773688BE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1ABED721-1BA7-4397-B62E-E8E70E2899F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B55400E5-3CFA-4C97-BD46-6D8F5B937F6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1 of 3</a:t>
            </a:r>
          </a:p>
        </p:txBody>
      </p:sp>
      <p:pic>
        <p:nvPicPr>
          <p:cNvPr id="4" name="">
            <a:extLst xmlns:a="http://schemas.openxmlformats.org/drawingml/2006/main">
              <a:ext uri="{FF2B5EF4-FFF2-40B4-BE49-F238E27FC236}">
                <a16:creationId xmlns:a16="http://schemas.microsoft.com/office/drawing/2014/main" id="{C8A671D5-AFAF-4104-9E2C-6E70C69181A3}"/>
              </a:ext>
            </a:extLst>
          </p:cNvPr>
          <p:cNvPicPr>
            <a:picLocks xmlns:a="http://schemas.openxmlformats.org/drawingml/2006/main" noChangeAspect="1"/>
          </p:cNvPicPr>
          <p:nvPr/>
        </p:nvPicPr>
        <p:blipFill>
          <a:blip xmlns:r="http://schemas.openxmlformats.org/officeDocument/2006/relationships" xmlns:a="http://schemas.openxmlformats.org/drawingml/2006/main" r:embed="R3be531a94a114d8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F71D531-A685-4BDF-907A-3E6BE7AF272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896D3C2-EDF2-45EF-B79F-F87B7E2419B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AB054BB-CF93-4B56-986F-2F8BB998850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5D57898-7BDE-446D-9B64-9A7359D1291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D16BE28-E6C8-465E-B8FB-3E088F34D58E}"/>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A6CBE10-1A5C-497B-BAA5-6D311E24773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71AE85B-F52D-4A0F-90C9-84D1A677539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9ECF31F6-A24D-4624-9636-0621D3539A9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8515525-8433-4F5D-A865-3C09D482139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4" name="figure-example_a-0">
            <a:extLst xmlns:a="http://schemas.openxmlformats.org/drawingml/2006/main">
              <a:ext uri="{FF2B5EF4-FFF2-40B4-BE49-F238E27FC236}">
                <a16:creationId xmlns:a16="http://schemas.microsoft.com/office/drawing/2014/main" id="{449FCEB2-FAE0-4671-846E-46F60E0A22AB}"/>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145FB968-0F5A-4EB8-B851-607B2F6A7D7C}"/>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9558AEFE-82BD-47B7-82A3-D6D6F127D967}"/>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DC8775BE-4E69-44B2-97F5-306F62931AA2}"/>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36555CD9-8BA3-435C-A397-47EC6C3B2A3D}"/>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67761293-B945-42BC-9F86-1EAC232DF678}"/>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C4692BC3-D6F4-476F-95E5-FB30B9917E75}"/>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7486D505-7696-4218-884B-69ABEA270E91}"/>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57877386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2F9E127-645F-4AB9-B788-FC538176D1F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39321950-715D-4032-9D33-7B371DA821D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4C7A2E52-7307-4613-88A0-F23366F76CE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2 of 3</a:t>
            </a:r>
          </a:p>
        </p:txBody>
      </p:sp>
      <p:pic>
        <p:nvPicPr>
          <p:cNvPr id="4" name="">
            <a:extLst xmlns:a="http://schemas.openxmlformats.org/drawingml/2006/main">
              <a:ext uri="{FF2B5EF4-FFF2-40B4-BE49-F238E27FC236}">
                <a16:creationId xmlns:a16="http://schemas.microsoft.com/office/drawing/2014/main" id="{72CA4513-4FD7-4FEA-A6C7-4E376EE38F32}"/>
              </a:ext>
            </a:extLst>
          </p:cNvPr>
          <p:cNvPicPr>
            <a:picLocks xmlns:a="http://schemas.openxmlformats.org/drawingml/2006/main" noChangeAspect="1"/>
          </p:cNvPicPr>
          <p:nvPr/>
        </p:nvPicPr>
        <p:blipFill>
          <a:blip xmlns:r="http://schemas.openxmlformats.org/officeDocument/2006/relationships" xmlns:a="http://schemas.openxmlformats.org/drawingml/2006/main" r:embed="Rec09af5d7a0445c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A069E4E-C1E5-4129-B3DC-F7E4F02117C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41197B4-2A08-4B6F-B987-18A082E3486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F947A14-0EF2-46B3-8419-D65A9FF43B9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B920E16-9B06-44CC-9323-C46947AFBFF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5B07ED3-4F9B-45BB-8C32-678FB549CD3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3D2DB8C-D1C9-48F6-8419-5489C4F0096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CE5F4B4-A501-4412-AE3A-57543AC2B0E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B279DFF-AD94-452B-BC08-9CBD220CDBD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6BA82FE-3A1E-4788-A20E-EED002795D9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4" name="figure-example_b-0">
            <a:extLst xmlns:a="http://schemas.openxmlformats.org/drawingml/2006/main">
              <a:ext uri="{FF2B5EF4-FFF2-40B4-BE49-F238E27FC236}">
                <a16:creationId xmlns:a16="http://schemas.microsoft.com/office/drawing/2014/main" id="{4E1DEAF6-807E-4D03-8510-03EC1FE57D01}"/>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608C4D81-1C67-4A55-A149-6813A3B24E84}"/>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62831A4F-576B-46DE-A6BE-A8FE042DA680}"/>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1E0088A6-D0B9-4EF5-94B3-92F0C6B797B6}"/>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29F51716-B436-4988-BED1-B3267283345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5D718F85-9CEC-488E-9BAC-53F69A75B684}"/>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43B67E0D-CAA5-4AC9-B9B8-C48BB3F2242E}"/>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F12CDC5F-2723-497C-AD2A-88F92BF73624}"/>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10409047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32DC4F1-6613-40CE-AAEF-73F2CCB1C74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531A2C41-5C12-4B22-A27B-F1A13529859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53CC7D70-871D-4AFB-B1C5-2075473E30E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3 of 3</a:t>
            </a:r>
          </a:p>
        </p:txBody>
      </p:sp>
      <p:pic>
        <p:nvPicPr>
          <p:cNvPr id="4" name="">
            <a:extLst xmlns:a="http://schemas.openxmlformats.org/drawingml/2006/main">
              <a:ext uri="{FF2B5EF4-FFF2-40B4-BE49-F238E27FC236}">
                <a16:creationId xmlns:a16="http://schemas.microsoft.com/office/drawing/2014/main" id="{5A5CD4A5-2F40-4FBF-94E2-C3966EE58638}"/>
              </a:ext>
            </a:extLst>
          </p:cNvPr>
          <p:cNvPicPr>
            <a:picLocks xmlns:a="http://schemas.openxmlformats.org/drawingml/2006/main" noChangeAspect="1"/>
          </p:cNvPicPr>
          <p:nvPr/>
        </p:nvPicPr>
        <p:blipFill>
          <a:blip xmlns:r="http://schemas.openxmlformats.org/officeDocument/2006/relationships" xmlns:a="http://schemas.openxmlformats.org/drawingml/2006/main" r:embed="R8984539fa5f8485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2F3C743-D569-4863-A7CB-02B3339CB2E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555B75E-0426-4373-A88F-0F191F5D937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6DEC509-4E84-4459-A719-76A25D62DCC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B568A8B-4AEA-441A-8590-7B2272C61EE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50B640B-D7A4-48CC-968F-39E17D9FD196}"/>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1B14869-93AD-4915-8C02-C1F82907100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FF74EBD-27C3-4F80-B71E-B6427F84141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0B3B82C3-3A9E-4DB1-A308-9D36001DBBE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25958F6-13E6-4B2A-A6AF-F5F750DA7FD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4" name="figure-example_c-0">
            <a:extLst xmlns:a="http://schemas.openxmlformats.org/drawingml/2006/main">
              <a:ext uri="{FF2B5EF4-FFF2-40B4-BE49-F238E27FC236}">
                <a16:creationId xmlns:a16="http://schemas.microsoft.com/office/drawing/2014/main" id="{B0825F85-C89E-4670-A784-F4A83E2A469C}"/>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F2F41B69-7E08-469C-9C3D-DB78C311BD14}"/>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BCC17B3D-DD4B-4227-A476-C97C8C5C9689}"/>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531ADCD8-CEA8-4C73-94ED-AD767C68D94E}"/>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8B8514D5-919F-472A-87CA-AA5D5E936832}"/>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9AD74EE7-6758-4D52-A2E6-1D247BB5C4DB}"/>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321FB57D-2897-4B4C-8AE6-A3DA91F8C8AE}"/>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0168936D-971A-4500-8F86-E1DD749CB894}"/>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19275729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3C8B5E4-5FB4-4AC6-A0DB-DB3F320CE32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C1896F9-3B1F-4235-8A5A-672D449F7B1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6122A41-02BD-459A-8791-B34AE43C229C}"/>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7AD08E0D-781C-42EA-8EAF-C732592AE62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A7C5E95A-22BA-4349-AE84-B5F0EC8854E4}"/>
              </a:ext>
            </a:extLst>
          </p:cNvPr>
          <p:cNvPicPr>
            <a:picLocks xmlns:a="http://schemas.openxmlformats.org/drawingml/2006/main" noChangeAspect="1"/>
          </p:cNvPicPr>
          <p:nvPr/>
        </p:nvPicPr>
        <p:blipFill>
          <a:blip xmlns:r="http://schemas.openxmlformats.org/officeDocument/2006/relationships" xmlns:a="http://schemas.openxmlformats.org/drawingml/2006/main" r:embed="R6017243545e649b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9474D38-7B1B-46B7-9092-FD8794EF8BF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728931C-EBC4-4A24-9E51-F5F030638DB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61B86F2-D9E7-43A4-B0AE-3947AEC27CC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BE43E98-2812-4256-9663-E34E585EB68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9BC324F-6E07-4FD7-8AE3-97E4C4085652}"/>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7ACDD382-B788-4F4B-AE98-3B45B3EFFF6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CFE7AEA-6050-49E5-9054-F383C641B20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6A650AF8-9F2C-4DAA-A987-C0458E5F965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22632C57-3ADE-409C-B51F-611AB5030E1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D037A316-1766-445B-98EC-F44392C0D610}"/>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Compare A with B: identify one shared feature and one change.</a:t>
            </a:r>
          </a:p>
        </p:txBody>
      </p:sp>
      <p:sp>
        <p:nvSpPr>
          <p:cNvPr id="16" name="body-1">
            <a:extLst xmlns:a="http://schemas.openxmlformats.org/drawingml/2006/main">
              <a:ext uri="{FF2B5EF4-FFF2-40B4-BE49-F238E27FC236}">
                <a16:creationId xmlns:a16="http://schemas.microsoft.com/office/drawing/2014/main" id="{DC99653A-80CC-4263-BD85-F0B2C6A4FD5E}"/>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Compare A with C: describe how the yellow rings stand out.</a:t>
            </a:r>
          </a:p>
        </p:txBody>
      </p:sp>
      <p:sp>
        <p:nvSpPr>
          <p:cNvPr id="17" name="body-2">
            <a:extLst xmlns:a="http://schemas.openxmlformats.org/drawingml/2006/main">
              <a:ext uri="{FF2B5EF4-FFF2-40B4-BE49-F238E27FC236}">
                <a16:creationId xmlns:a16="http://schemas.microsoft.com/office/drawing/2014/main" id="{77B280F0-87F9-494B-94B9-0A033B48C34F}"/>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warm or cool colours for a pattern on dark paper.</a:t>
            </a:r>
          </a:p>
        </p:txBody>
      </p:sp>
      <p:sp>
        <p:nvSpPr>
          <p:cNvPr id="18" name="body-3">
            <a:extLst xmlns:a="http://schemas.openxmlformats.org/drawingml/2006/main">
              <a:ext uri="{FF2B5EF4-FFF2-40B4-BE49-F238E27FC236}">
                <a16:creationId xmlns:a16="http://schemas.microsoft.com/office/drawing/2014/main" id="{4566494B-E5FF-4AF4-852F-C64054DC1BF1}"/>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shape or pair of shapes to repeat.</a:t>
            </a:r>
          </a:p>
        </p:txBody>
      </p:sp>
      <p:sp>
        <p:nvSpPr>
          <p:cNvPr id="19" name="body-4">
            <a:extLst xmlns:a="http://schemas.openxmlformats.org/drawingml/2006/main">
              <a:ext uri="{FF2B5EF4-FFF2-40B4-BE49-F238E27FC236}">
                <a16:creationId xmlns:a16="http://schemas.microsoft.com/office/drawing/2014/main" id="{1C8AA46A-1FDB-44C9-93F5-52BCEC49B10D}"/>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Test, direct or arrange a small repeat with your colours.</a:t>
            </a:r>
          </a:p>
        </p:txBody>
      </p:sp>
      <p:sp>
        <p:nvSpPr>
          <p:cNvPr id="20" name="body-5">
            <a:extLst xmlns:a="http://schemas.openxmlformats.org/drawingml/2006/main">
              <a:ext uri="{FF2B5EF4-FFF2-40B4-BE49-F238E27FC236}">
                <a16:creationId xmlns:a16="http://schemas.microsoft.com/office/drawing/2014/main" id="{14A1B939-2F84-4DBE-8FA5-D2774A27F13B}"/>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two art words to explain your choices: contrast, warm, cool, pattern, repeat.</a:t>
            </a:r>
          </a:p>
        </p:txBody>
      </p:sp>
      <p:sp>
        <p:nvSpPr>
          <p:cNvPr id="21" name="body-6">
            <a:extLst xmlns:a="http://schemas.openxmlformats.org/drawingml/2006/main">
              <a:ext uri="{FF2B5EF4-FFF2-40B4-BE49-F238E27FC236}">
                <a16:creationId xmlns:a16="http://schemas.microsoft.com/office/drawing/2014/main" id="{7AB8AA89-DDC5-471C-BDF5-C0F1CC62AAAC}"/>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Underline, mark or point to the evidence in your reason. Add a clearer feature if needed.</a:t>
            </a:r>
          </a:p>
        </p:txBody>
      </p:sp>
    </p:spTree>
    <p:extLst>
      <p:ext uri="{BB962C8B-B14F-4D97-AF65-F5344CB8AC3E}">
        <p14:creationId xmlns:p14="http://schemas.microsoft.com/office/powerpoint/2010/main" val="40645205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9F8FD663-C706-4A32-A018-F70A1714973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315FCF8-4E24-4178-8D7D-65F0436479E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8E974FC-2E9D-4403-A6E4-8CC7B61060B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9C42EBE2-0C6C-4A83-8731-3E0180C74D3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16B17E72-6593-4055-9A2D-86745523F4A1}"/>
              </a:ext>
            </a:extLst>
          </p:cNvPr>
          <p:cNvPicPr>
            <a:picLocks xmlns:a="http://schemas.openxmlformats.org/drawingml/2006/main" noChangeAspect="1"/>
          </p:cNvPicPr>
          <p:nvPr/>
        </p:nvPicPr>
        <p:blipFill>
          <a:blip xmlns:r="http://schemas.openxmlformats.org/officeDocument/2006/relationships" xmlns:a="http://schemas.openxmlformats.org/drawingml/2006/main" r:embed="R8033938b045242d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463D117-7CA1-40B8-BBC5-8813B7A7EF4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4C67C59-4D4F-481A-898E-4AC1EEC3F54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7ACB9CA-DB98-48F4-BB71-4E06E5DA2E4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DAD4DEB-6C66-49D2-BF83-F3EA1D6AAFA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B1E792A-4066-4B83-81B0-322E6B11AFE3}"/>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F8BE8BB-1B8C-49C1-9621-C29402E740D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513FFA0-8299-45AA-B97C-61E0D42E5A9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DD6ABCFC-FC97-4F9B-8300-1FB5CF6FD2C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CD5A796-4F5D-4AED-9D02-1AE8F0CB1C1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72FE7031-5544-42EB-A0EE-855CD198177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Compare A and B with an adult.</a:t>
            </a:r>
          </a:p>
        </p:txBody>
      </p:sp>
      <p:sp>
        <p:nvSpPr>
          <p:cNvPr id="16" name="body-1">
            <a:extLst xmlns:a="http://schemas.openxmlformats.org/drawingml/2006/main">
              <a:ext uri="{FF2B5EF4-FFF2-40B4-BE49-F238E27FC236}">
                <a16:creationId xmlns:a16="http://schemas.microsoft.com/office/drawing/2014/main" id="{732C922D-0177-48A8-903D-79A485F5BD39}"/>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Are A's yellow and orange marks warm or cool?</a:t>
            </a:r>
          </a:p>
        </p:txBody>
      </p:sp>
      <p:sp>
        <p:nvSpPr>
          <p:cNvPr id="17" name="body-2">
            <a:extLst xmlns:a="http://schemas.openxmlformats.org/drawingml/2006/main">
              <a:ext uri="{FF2B5EF4-FFF2-40B4-BE49-F238E27FC236}">
                <a16:creationId xmlns:a16="http://schemas.microsoft.com/office/drawing/2014/main" id="{CAD2E3BB-4562-4277-AB92-4DD7844865F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Are B's blue and green marks warm or cool?</a:t>
            </a:r>
          </a:p>
        </p:txBody>
      </p:sp>
      <p:sp>
        <p:nvSpPr>
          <p:cNvPr id="18" name="body-3">
            <a:extLst xmlns:a="http://schemas.openxmlformats.org/drawingml/2006/main">
              <a:ext uri="{FF2B5EF4-FFF2-40B4-BE49-F238E27FC236}">
                <a16:creationId xmlns:a16="http://schemas.microsoft.com/office/drawing/2014/main" id="{3C436658-1D98-4B53-9E87-C595AFBCDED2}"/>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compare A and C.</a:t>
            </a:r>
          </a:p>
        </p:txBody>
      </p:sp>
      <p:sp>
        <p:nvSpPr>
          <p:cNvPr id="19" name="body-4">
            <a:extLst xmlns:a="http://schemas.openxmlformats.org/drawingml/2006/main">
              <a:ext uri="{FF2B5EF4-FFF2-40B4-BE49-F238E27FC236}">
                <a16:creationId xmlns:a16="http://schemas.microsoft.com/office/drawing/2014/main" id="{36291F50-A223-4CFD-A4BF-801529450C62}"/>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Where do the yellow rings stand out more: A or C?</a:t>
            </a:r>
          </a:p>
        </p:txBody>
      </p:sp>
      <p:sp>
        <p:nvSpPr>
          <p:cNvPr id="20" name="body-5">
            <a:extLst xmlns:a="http://schemas.openxmlformats.org/drawingml/2006/main">
              <a:ext uri="{FF2B5EF4-FFF2-40B4-BE49-F238E27FC236}">
                <a16:creationId xmlns:a16="http://schemas.microsoft.com/office/drawing/2014/main" id="{E659DCB1-9B0E-4671-8463-8781C42B635F}"/>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warm or cool pair of colours for your own dark-paper pattern.</a:t>
            </a:r>
          </a:p>
        </p:txBody>
      </p:sp>
      <p:sp>
        <p:nvSpPr>
          <p:cNvPr id="21" name="body-6">
            <a:extLst xmlns:a="http://schemas.openxmlformats.org/drawingml/2006/main">
              <a:ext uri="{FF2B5EF4-FFF2-40B4-BE49-F238E27FC236}">
                <a16:creationId xmlns:a16="http://schemas.microsoft.com/office/drawing/2014/main" id="{6535EB10-3372-4988-B5FD-3D2486AC9DC7}"/>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rings, dots or a ring/dot pair to repeat.</a:t>
            </a:r>
          </a:p>
        </p:txBody>
      </p:sp>
    </p:spTree>
    <p:extLst>
      <p:ext uri="{BB962C8B-B14F-4D97-AF65-F5344CB8AC3E}">
        <p14:creationId xmlns:p14="http://schemas.microsoft.com/office/powerpoint/2010/main" val="124393336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9BF48358-7889-4DE5-B2B7-DC2FB0A9A0A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561C6D73-E62B-49DE-88E4-C40B861C05B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C81F8FED-23E6-429B-BE75-EF818609591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5DBDD2B5-EC05-411E-86B8-4CFD75E332B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8D994545-96E5-4BB6-A924-23F9C128C0D7}"/>
              </a:ext>
            </a:extLst>
          </p:cNvPr>
          <p:cNvPicPr>
            <a:picLocks xmlns:a="http://schemas.openxmlformats.org/drawingml/2006/main" noChangeAspect="1"/>
          </p:cNvPicPr>
          <p:nvPr/>
        </p:nvPicPr>
        <p:blipFill>
          <a:blip xmlns:r="http://schemas.openxmlformats.org/officeDocument/2006/relationships" xmlns:a="http://schemas.openxmlformats.org/drawingml/2006/main" r:embed="Rf55a08908af14eb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D0DAE3FB-E398-40DA-B4A7-836132B744F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3C9B23A-1F89-4288-A325-8DB40A21E79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4CACCD2-6557-4E05-ABA7-0A7226A8516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4168FF1-97DB-4C40-822A-47EC6E17B77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A106132-0D0C-446E-9226-1DB21FAEC4E1}"/>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5D044C9-D0D7-47E6-B2A6-58EE3FC1F1D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C34C456-5BA8-4533-BBCD-E8840855B06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DF02B854-F7CD-434D-B196-7E89DF8AB55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A6671DE2-AEBD-4964-9C9C-2531F2D9A9E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7EC2FA5C-0AE5-4D1B-B253-525783777F50}"/>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“I choose ___. They contrast with ___. My repeat is ___.”</a:t>
            </a:r>
          </a:p>
        </p:txBody>
      </p:sp>
      <p:sp>
        <p:nvSpPr>
          <p:cNvPr id="16" name="body-1">
            <a:extLst xmlns:a="http://schemas.openxmlformats.org/drawingml/2006/main">
              <a:ext uri="{FF2B5EF4-FFF2-40B4-BE49-F238E27FC236}">
                <a16:creationId xmlns:a16="http://schemas.microsoft.com/office/drawing/2014/main" id="{C0E64658-C554-4185-A868-3ADE3A1EB724}"/>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Test, direct or point through your chosen repeat.</a:t>
            </a:r>
          </a:p>
        </p:txBody>
      </p:sp>
      <p:sp>
        <p:nvSpPr>
          <p:cNvPr id="17" name="body-2">
            <a:extLst xmlns:a="http://schemas.openxmlformats.org/drawingml/2006/main">
              <a:ext uri="{FF2B5EF4-FFF2-40B4-BE49-F238E27FC236}">
                <a16:creationId xmlns:a16="http://schemas.microsoft.com/office/drawing/2014/main" id="{A953B507-488B-4458-90E6-0947E78EB756}"/>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Check that the named colours and repeat are in your plan.</a:t>
            </a:r>
          </a:p>
        </p:txBody>
      </p:sp>
    </p:spTree>
    <p:extLst>
      <p:ext uri="{BB962C8B-B14F-4D97-AF65-F5344CB8AC3E}">
        <p14:creationId xmlns:p14="http://schemas.microsoft.com/office/powerpoint/2010/main" val="111749507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CE059D00-D0B9-4822-8F80-BB311D54A0E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4AA7EAD8-701F-4562-A77E-01540992C80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026342EC-1EC1-48C9-9878-2F93715E4617}"/>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7CA1F7F8-F086-4B7B-A31C-09D821DFD464}"/>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379C2138-54F5-4C45-A898-ABDC921FBD85}"/>
              </a:ext>
            </a:extLst>
          </p:cNvPr>
          <p:cNvPicPr>
            <a:picLocks xmlns:a="http://schemas.openxmlformats.org/drawingml/2006/main" noChangeAspect="1"/>
          </p:cNvPicPr>
          <p:nvPr/>
        </p:nvPicPr>
        <p:blipFill>
          <a:blip xmlns:r="http://schemas.openxmlformats.org/officeDocument/2006/relationships" xmlns:a="http://schemas.openxmlformats.org/drawingml/2006/main" r:embed="Re0564e15df27446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BD94DDC-5F7A-4023-84CD-ADB31EC1081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D484E60-F842-4CDB-9CE2-2C05DE0E6A6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13259F5-DC20-45D0-86A6-3AEA8D5957A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320D92C-6AC7-4C5C-8F18-4445E6FC117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695B530-C828-4666-B392-7AE540BF1D45}"/>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77E6DC9-6C3F-4412-8AF3-4F5B468485F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C1B9F25-6EAD-4F22-AA70-8E3B4FF7300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819CE01F-A586-48C5-94E2-A5E65C64E3E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35F7D2D8-513B-42D1-A8E3-615E131AB02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F2F00BA7-109C-40C2-AEAF-928C63AA359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to compare with cards, a spoken response, signs, drawing or writing.</a:t>
            </a:r>
          </a:p>
        </p:txBody>
      </p:sp>
      <p:sp>
        <p:nvSpPr>
          <p:cNvPr id="16" name="body-1">
            <a:extLst xmlns:a="http://schemas.openxmlformats.org/drawingml/2006/main">
              <a:ext uri="{FF2B5EF4-FFF2-40B4-BE49-F238E27FC236}">
                <a16:creationId xmlns:a16="http://schemas.microsoft.com/office/drawing/2014/main" id="{79FCB207-CAB0-4ECA-88E4-F0D50D89111A}"/>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pair: A and B, or A and C.</a:t>
            </a:r>
          </a:p>
        </p:txBody>
      </p:sp>
      <p:sp>
        <p:nvSpPr>
          <p:cNvPr id="17" name="body-2">
            <a:extLst xmlns:a="http://schemas.openxmlformats.org/drawingml/2006/main">
              <a:ext uri="{FF2B5EF4-FFF2-40B4-BE49-F238E27FC236}">
                <a16:creationId xmlns:a16="http://schemas.microsoft.com/office/drawing/2014/main" id="{5D4AF6AC-3EB0-486F-B53C-B87176F42DA9}"/>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thing that stays the same.</a:t>
            </a:r>
          </a:p>
        </p:txBody>
      </p:sp>
      <p:sp>
        <p:nvSpPr>
          <p:cNvPr id="18" name="body-3">
            <a:extLst xmlns:a="http://schemas.openxmlformats.org/drawingml/2006/main">
              <a:ext uri="{FF2B5EF4-FFF2-40B4-BE49-F238E27FC236}">
                <a16:creationId xmlns:a16="http://schemas.microsoft.com/office/drawing/2014/main" id="{DAB55F22-EDC0-4628-9990-F0607291E09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thing that changes.</a:t>
            </a:r>
          </a:p>
        </p:txBody>
      </p:sp>
      <p:sp>
        <p:nvSpPr>
          <p:cNvPr id="19" name="body-4">
            <a:extLst xmlns:a="http://schemas.openxmlformats.org/drawingml/2006/main">
              <a:ext uri="{FF2B5EF4-FFF2-40B4-BE49-F238E27FC236}">
                <a16:creationId xmlns:a16="http://schemas.microsoft.com/office/drawing/2014/main" id="{BD1DB200-FD1B-429A-BF39-4FA4E64CB9C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bright colours and a repeat for your own dark-paper pattern.</a:t>
            </a:r>
          </a:p>
        </p:txBody>
      </p:sp>
      <p:sp>
        <p:nvSpPr>
          <p:cNvPr id="20" name="body-5">
            <a:extLst xmlns:a="http://schemas.openxmlformats.org/drawingml/2006/main">
              <a:ext uri="{FF2B5EF4-FFF2-40B4-BE49-F238E27FC236}">
                <a16:creationId xmlns:a16="http://schemas.microsoft.com/office/drawing/2014/main" id="{F5CFF7A4-A40F-43A8-A8E9-5BF509621448}"/>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Finish: “These marks could stand out because ___.”</a:t>
            </a:r>
          </a:p>
        </p:txBody>
      </p:sp>
      <p:sp>
        <p:nvSpPr>
          <p:cNvPr id="21" name="body-6">
            <a:extLst xmlns:a="http://schemas.openxmlformats.org/drawingml/2006/main">
              <a:ext uri="{FF2B5EF4-FFF2-40B4-BE49-F238E27FC236}">
                <a16:creationId xmlns:a16="http://schemas.microsoft.com/office/drawing/2014/main" id="{1308493C-1E17-4867-A18B-33E5EDF9643C}"/>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Test or direct the repeat, or move through its cards.</a:t>
            </a:r>
          </a:p>
        </p:txBody>
      </p:sp>
    </p:spTree>
    <p:extLst>
      <p:ext uri="{BB962C8B-B14F-4D97-AF65-F5344CB8AC3E}">
        <p14:creationId xmlns:p14="http://schemas.microsoft.com/office/powerpoint/2010/main" val="14276251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BDD4959A-5DC4-4E73-BC99-EAE9C914F24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408F147-D800-43B6-9EB5-A8F4A421687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74E43BC2-26B3-4B49-9853-EECCAF300990}"/>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FA0156B8-9DF9-45C7-89D6-DECBF380A2E1}"/>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ECC34E11-DA5B-4711-9BE7-E84266C4CC4F}"/>
              </a:ext>
            </a:extLst>
          </p:cNvPr>
          <p:cNvPicPr>
            <a:picLocks xmlns:a="http://schemas.openxmlformats.org/drawingml/2006/main" noChangeAspect="1"/>
          </p:cNvPicPr>
          <p:nvPr/>
        </p:nvPicPr>
        <p:blipFill>
          <a:blip xmlns:r="http://schemas.openxmlformats.org/officeDocument/2006/relationships" xmlns:a="http://schemas.openxmlformats.org/drawingml/2006/main" r:embed="Rd14f768ddbda43e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9F288237-0981-4016-93C3-4E75E3B0C55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E6F410E-A19C-491D-82C7-61BE3A8B611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1FBD53B-9534-4EF3-9AE5-7CC7DDDDBFD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3347867-046C-42AF-AE3C-F688DC9731C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E20A3DB-4834-46CE-B7E9-C5E431105CA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E70FFCA-0A6D-4AB4-9B63-2B74F140B2B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7761A4F-19AD-45EC-9E70-4CF66E49B79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5E3C6FFE-2B4B-4D8E-B00D-6FA715C19FD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BA3563F5-3970-4B36-8B2E-5090346660E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43B8301A-224F-49F2-8D3E-4C0FDC364AE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Check one art word against your chosen colours or repeat.</a:t>
            </a:r>
          </a:p>
        </p:txBody>
      </p:sp>
    </p:spTree>
    <p:extLst>
      <p:ext uri="{BB962C8B-B14F-4D97-AF65-F5344CB8AC3E}">
        <p14:creationId xmlns:p14="http://schemas.microsoft.com/office/powerpoint/2010/main" val="11717993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A6455D2-C03C-408B-9B2E-CDE13AF0B6E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7E2A891-6917-43BF-91F9-4FF64D92156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97537B5-72A4-4864-8349-95E316C16A2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7E71BFE3-5C6B-4AAB-B24A-C0477DB6FED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C79071CB-E245-4F06-A3CE-08495C9B213A}"/>
              </a:ext>
            </a:extLst>
          </p:cNvPr>
          <p:cNvPicPr>
            <a:picLocks xmlns:a="http://schemas.openxmlformats.org/drawingml/2006/main" noChangeAspect="1"/>
          </p:cNvPicPr>
          <p:nvPr/>
        </p:nvPicPr>
        <p:blipFill>
          <a:blip xmlns:r="http://schemas.openxmlformats.org/officeDocument/2006/relationships" xmlns:a="http://schemas.openxmlformats.org/drawingml/2006/main" r:embed="R6232d0088be34fc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E898968-2D23-407F-AA94-30FB20CCE59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E209C42-4E15-4776-94E3-49514132D7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3E243EF-47BA-4385-AEFC-D0D87BE5E10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B82E8D2-42E1-4890-9B11-98D66FEC018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836FD55-91AD-4E28-8B2E-3496B0B4B1C6}"/>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CAAD263-80C1-4565-8FE2-5C1A31FA0AE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AB0A9C7-8058-46CF-A83E-575A65D2C7E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E54851D1-0118-40AE-8C46-82338150F89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A24E9F0-F0E6-45A3-A2D4-377DC9AD17A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comparison, chosen colours or example and reason.</a:t>
            </a:r>
          </a:p>
        </p:txBody>
      </p:sp>
      <p:sp>
        <p:nvSpPr>
          <p:cNvPr id="15" name="body-0">
            <a:extLst xmlns:a="http://schemas.openxmlformats.org/drawingml/2006/main">
              <a:ext uri="{FF2B5EF4-FFF2-40B4-BE49-F238E27FC236}">
                <a16:creationId xmlns:a16="http://schemas.microsoft.com/office/drawing/2014/main" id="{0E7DA0EB-6D2F-42B1-88C9-124185597497}"/>
              </a:ext>
            </a:extLst>
          </p:cNvPr>
          <p:cNvSpPr>
            <a:spLocks xmlns:a="http://schemas.openxmlformats.org/drawingml/2006/main" noGrp="1"/>
          </p:cNvSpPr>
          <p:nvPr/>
        </p:nvSpPr>
        <p:spPr>
          <a:xfrm xmlns:a="http://schemas.openxmlformats.org/drawingml/2006/main">
            <a:off x="381000" y="1904619"/>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as your starting pattern: yellow ring/orange dot, repeated three times on a dark blue ground.</a:t>
            </a:r>
          </a:p>
        </p:txBody>
      </p:sp>
      <p:sp>
        <p:nvSpPr>
          <p:cNvPr id="16" name="body-1">
            <a:extLst xmlns:a="http://schemas.openxmlformats.org/drawingml/2006/main">
              <a:ext uri="{FF2B5EF4-FFF2-40B4-BE49-F238E27FC236}">
                <a16:creationId xmlns:a16="http://schemas.microsoft.com/office/drawing/2014/main" id="{C798CC05-400A-4684-ABBB-4F5BFE841842}"/>
              </a:ext>
            </a:extLst>
          </p:cNvPr>
          <p:cNvSpPr>
            <a:spLocks xmlns:a="http://schemas.openxmlformats.org/drawingml/2006/main" noGrp="1"/>
          </p:cNvSpPr>
          <p:nvPr/>
        </p:nvSpPr>
        <p:spPr>
          <a:xfrm xmlns:a="http://schemas.openxmlformats.org/drawingml/2006/main">
            <a:off x="381000" y="27496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Plan a different colour effect for an imagined light display.</a:t>
            </a:r>
          </a:p>
        </p:txBody>
      </p:sp>
      <p:sp>
        <p:nvSpPr>
          <p:cNvPr id="17" name="body-2">
            <a:extLst xmlns:a="http://schemas.openxmlformats.org/drawingml/2006/main">
              <a:ext uri="{FF2B5EF4-FFF2-40B4-BE49-F238E27FC236}">
                <a16:creationId xmlns:a16="http://schemas.microsoft.com/office/drawing/2014/main" id="{337114A5-FFAD-4CC7-8696-DADA62625120}"/>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Change only the colours of the marks. Keep the ground, shapes, order and gaps the same.</a:t>
            </a:r>
          </a:p>
        </p:txBody>
      </p:sp>
      <p:sp>
        <p:nvSpPr>
          <p:cNvPr id="18" name="body-3">
            <a:extLst xmlns:a="http://schemas.openxmlformats.org/drawingml/2006/main">
              <a:ext uri="{FF2B5EF4-FFF2-40B4-BE49-F238E27FC236}">
                <a16:creationId xmlns:a16="http://schemas.microsoft.com/office/drawing/2014/main" id="{97488E9F-5F87-434B-94AC-303E05867061}"/>
              </a:ext>
            </a:extLst>
          </p:cNvPr>
          <p:cNvSpPr>
            <a:spLocks xmlns:a="http://schemas.openxmlformats.org/drawingml/2006/main" noGrp="1"/>
          </p:cNvSpPr>
          <p:nvPr/>
        </p:nvSpPr>
        <p:spPr>
          <a:xfrm xmlns:a="http://schemas.openxmlformats.org/drawingml/2006/main">
            <a:off x="381000" y="383286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Test or direct the new colours on dark paper, or show both versions with labelled cards.</a:t>
            </a:r>
          </a:p>
        </p:txBody>
      </p:sp>
      <p:sp>
        <p:nvSpPr>
          <p:cNvPr id="19" name="body-4">
            <a:extLst xmlns:a="http://schemas.openxmlformats.org/drawingml/2006/main">
              <a:ext uri="{FF2B5EF4-FFF2-40B4-BE49-F238E27FC236}">
                <a16:creationId xmlns:a16="http://schemas.microsoft.com/office/drawing/2014/main" id="{D9DD80EF-E3F8-4B1B-9D3A-371E50D0ADBD}"/>
              </a:ext>
            </a:extLst>
          </p:cNvPr>
          <p:cNvSpPr>
            <a:spLocks xmlns:a="http://schemas.openxmlformats.org/drawingml/2006/main" noGrp="1"/>
          </p:cNvSpPr>
          <p:nvPr/>
        </p:nvSpPr>
        <p:spPr>
          <a:xfrm xmlns:a="http://schemas.openxmlformats.org/drawingml/2006/main">
            <a:off x="381000" y="437445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Compare the versions using contrast, warm or cool, and repeat.</a:t>
            </a:r>
          </a:p>
        </p:txBody>
      </p:sp>
      <p:sp>
        <p:nvSpPr>
          <p:cNvPr id="20" name="body-5">
            <a:extLst xmlns:a="http://schemas.openxmlformats.org/drawingml/2006/main">
              <a:ext uri="{FF2B5EF4-FFF2-40B4-BE49-F238E27FC236}">
                <a16:creationId xmlns:a16="http://schemas.microsoft.com/office/drawing/2014/main" id="{0F4EF2A9-4835-43C9-A9C8-49BA96663D58}"/>
              </a:ext>
            </a:extLst>
          </p:cNvPr>
          <p:cNvSpPr>
            <a:spLocks xmlns:a="http://schemas.openxmlformats.org/drawingml/2006/main" noGrp="1"/>
          </p:cNvSpPr>
          <p:nvPr/>
        </p:nvSpPr>
        <p:spPr>
          <a:xfrm xmlns:a="http://schemas.openxmlformats.org/drawingml/2006/main">
            <a:off x="381000" y="491604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Explain which version suits your intended effect and why.</a:t>
            </a:r>
          </a:p>
        </p:txBody>
      </p:sp>
      <p:sp>
        <p:nvSpPr>
          <p:cNvPr id="21" name="body-6">
            <a:extLst xmlns:a="http://schemas.openxmlformats.org/drawingml/2006/main">
              <a:ext uri="{FF2B5EF4-FFF2-40B4-BE49-F238E27FC236}">
                <a16:creationId xmlns:a16="http://schemas.microsoft.com/office/drawing/2014/main" id="{2B843C93-20D1-4ED2-8E42-CFED234121FB}"/>
              </a:ext>
            </a:extLst>
          </p:cNvPr>
          <p:cNvSpPr>
            <a:spLocks xmlns:a="http://schemas.openxmlformats.org/drawingml/2006/main" noGrp="1"/>
          </p:cNvSpPr>
          <p:nvPr/>
        </p:nvSpPr>
        <p:spPr>
          <a:xfrm xmlns:a="http://schemas.openxmlformats.org/drawingml/2006/main">
            <a:off x="381000" y="545763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Could someone describe its effect another way? Add a fair sentence about that.</a:t>
            </a:r>
          </a:p>
        </p:txBody>
      </p:sp>
    </p:spTree>
    <p:extLst>
      <p:ext uri="{BB962C8B-B14F-4D97-AF65-F5344CB8AC3E}">
        <p14:creationId xmlns:p14="http://schemas.microsoft.com/office/powerpoint/2010/main" val="10653460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881EFDF8-05BF-427F-B1F4-734AED57E06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8F7FAB3C-418A-43F8-BE75-BA5D397A2C5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EC1F205D-4986-4DAC-ABA5-F1362F1EE1A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 · 1 of 3</a:t>
            </a:r>
          </a:p>
        </p:txBody>
      </p:sp>
      <p:pic>
        <p:nvPicPr>
          <p:cNvPr id="4" name="">
            <a:extLst xmlns:a="http://schemas.openxmlformats.org/drawingml/2006/main">
              <a:ext uri="{FF2B5EF4-FFF2-40B4-BE49-F238E27FC236}">
                <a16:creationId xmlns:a16="http://schemas.microsoft.com/office/drawing/2014/main" id="{A8CD0C52-5B07-4F4D-9337-47B0A48E6B76}"/>
              </a:ext>
            </a:extLst>
          </p:cNvPr>
          <p:cNvPicPr>
            <a:picLocks xmlns:a="http://schemas.openxmlformats.org/drawingml/2006/main" noChangeAspect="1"/>
          </p:cNvPicPr>
          <p:nvPr/>
        </p:nvPicPr>
        <p:blipFill>
          <a:blip xmlns:r="http://schemas.openxmlformats.org/officeDocument/2006/relationships" xmlns:a="http://schemas.openxmlformats.org/drawingml/2006/main" r:embed="Rdaae5b3acae446f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D47F1B5-752E-432D-B3BB-DF5DDAA5DBC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02144AC-A0D8-4022-A0B5-07B43BAFAD8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3D4DD6A-011F-41C6-A632-F1848953C86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B844A71-8D06-4E7C-898A-9708D177319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9F3F93F-9F5C-450C-A6C9-22575A7F30E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3A017A6-CF6B-4A4F-BC32-9523704C5D22}"/>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C92B12C-EB6E-4D7F-99AE-4BBF5B897C1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D74F33D5-230F-4171-B864-95AE19FA0F7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C9515638-B1ED-49FC-BA13-B8036D92D87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4" name="figure-example_a-0">
            <a:extLst xmlns:a="http://schemas.openxmlformats.org/drawingml/2006/main">
              <a:ext uri="{FF2B5EF4-FFF2-40B4-BE49-F238E27FC236}">
                <a16:creationId xmlns:a16="http://schemas.microsoft.com/office/drawing/2014/main" id="{57B5F7CC-74D0-49E3-9F8F-781E6A4194B2}"/>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14B39443-57BC-4E31-A76B-EE3B29A89264}"/>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F7FAB074-AC0C-4AF3-9C59-4784A8F918AA}"/>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E02BD126-C8D7-46F0-9B58-08CDDBB2A146}"/>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394E693B-E027-4BF7-9334-A408A5020786}"/>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352AA53A-D602-4875-899D-06E13D2DEE36}"/>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10964451-25F3-4D47-9E4F-B0A8A293259C}"/>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8EDF4511-27DA-42E9-BA22-7628420307B9}"/>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27706493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743620B-1F7B-4F52-AD3F-524579C3EA2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A4F31CD3-0D27-4AAD-9B53-66820AE485B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55CC8BDF-C716-4CD5-88DD-6C56C098722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 · 2 of 3</a:t>
            </a:r>
          </a:p>
        </p:txBody>
      </p:sp>
      <p:pic>
        <p:nvPicPr>
          <p:cNvPr id="4" name="">
            <a:extLst xmlns:a="http://schemas.openxmlformats.org/drawingml/2006/main">
              <a:ext uri="{FF2B5EF4-FFF2-40B4-BE49-F238E27FC236}">
                <a16:creationId xmlns:a16="http://schemas.microsoft.com/office/drawing/2014/main" id="{07ADE56F-4590-4A46-9636-D9700B8A36BD}"/>
              </a:ext>
            </a:extLst>
          </p:cNvPr>
          <p:cNvPicPr>
            <a:picLocks xmlns:a="http://schemas.openxmlformats.org/drawingml/2006/main" noChangeAspect="1"/>
          </p:cNvPicPr>
          <p:nvPr/>
        </p:nvPicPr>
        <p:blipFill>
          <a:blip xmlns:r="http://schemas.openxmlformats.org/officeDocument/2006/relationships" xmlns:a="http://schemas.openxmlformats.org/drawingml/2006/main" r:embed="R6e7a359e6641432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A41444B-AEA9-443B-9930-E94133CCA73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EAA67D2-F0F2-4A7C-886A-00810E8741E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00117EE-DB1C-4F72-9985-35FAAC9A975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8CB4DC2-5A10-43C3-9B4A-469478A2531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0585BA3-B684-45BF-B0E7-8FBFC33DF3F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59A4422-8678-40D1-8F49-377CBA5FFCBF}"/>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B8CCD63-87BE-4885-9F17-E185D56BC85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2559EBEF-BD19-4E9B-8FE9-0DF72B29537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5F937CF-B6A1-4815-A9EB-2403F9A4436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4" name="figure-example_b-0">
            <a:extLst xmlns:a="http://schemas.openxmlformats.org/drawingml/2006/main">
              <a:ext uri="{FF2B5EF4-FFF2-40B4-BE49-F238E27FC236}">
                <a16:creationId xmlns:a16="http://schemas.microsoft.com/office/drawing/2014/main" id="{1B594756-8367-4A8D-86D9-1686B413E031}"/>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0B6B3002-C66D-4C04-8A88-7641CA3BF96C}"/>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6" name="figure-example_b-2">
            <a:extLst xmlns:a="http://schemas.openxmlformats.org/drawingml/2006/main">
              <a:ext uri="{FF2B5EF4-FFF2-40B4-BE49-F238E27FC236}">
                <a16:creationId xmlns:a16="http://schemas.microsoft.com/office/drawing/2014/main" id="{AF17E2A0-5A07-4302-9C87-0DA5E5AD4076}"/>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83CF2CFA-798B-4D05-AB90-FEF20C68BBD4}"/>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06C19CD8-BA5D-47FC-9AD7-F3478ACFCB6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12FB8CAE-E521-4E7D-B0F6-72B9312B8E68}"/>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78D6FF"/>
            </a:solidFill>
          </a:ln>
        </p:spPr>
      </p:sp>
      <p:sp>
        <p:nvSpPr>
          <p:cNvPr id="20" name="figure-example_b-6">
            <a:extLst xmlns:a="http://schemas.openxmlformats.org/drawingml/2006/main">
              <a:ext uri="{FF2B5EF4-FFF2-40B4-BE49-F238E27FC236}">
                <a16:creationId xmlns:a16="http://schemas.microsoft.com/office/drawing/2014/main" id="{F9CE34B6-9B06-4D9C-9ECD-C01A1DC38A63}"/>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9AE88B"/>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3471048E-EDF5-46B6-9AC1-A0C18B731F2D}"/>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dark blue ground, shapes and gaps as A. Light blue ring and light green dot repeat three times.</a:t>
            </a:r>
          </a:p>
        </p:txBody>
      </p:sp>
    </p:spTree>
    <p:extLst>
      <p:ext uri="{BB962C8B-B14F-4D97-AF65-F5344CB8AC3E}">
        <p14:creationId xmlns:p14="http://schemas.microsoft.com/office/powerpoint/2010/main" val="148332987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97F032D-ED23-4856-BCE6-FE72DE07269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580F7E92-FCBD-4EBE-85F7-9F339DE56BF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B6C34531-4326-4026-B366-7E658763A54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 · 3 of 3</a:t>
            </a:r>
          </a:p>
        </p:txBody>
      </p:sp>
      <p:pic>
        <p:nvPicPr>
          <p:cNvPr id="4" name="">
            <a:extLst xmlns:a="http://schemas.openxmlformats.org/drawingml/2006/main">
              <a:ext uri="{FF2B5EF4-FFF2-40B4-BE49-F238E27FC236}">
                <a16:creationId xmlns:a16="http://schemas.microsoft.com/office/drawing/2014/main" id="{4B8F5DA2-D051-4EF7-A262-37031567B71B}"/>
              </a:ext>
            </a:extLst>
          </p:cNvPr>
          <p:cNvPicPr>
            <a:picLocks xmlns:a="http://schemas.openxmlformats.org/drawingml/2006/main" noChangeAspect="1"/>
          </p:cNvPicPr>
          <p:nvPr/>
        </p:nvPicPr>
        <p:blipFill>
          <a:blip xmlns:r="http://schemas.openxmlformats.org/officeDocument/2006/relationships" xmlns:a="http://schemas.openxmlformats.org/drawingml/2006/main" r:embed="Rc87d5602d52b4b3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FF0CD06-991D-4E61-9802-944CC59E552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951D589-6F0F-41FA-9591-D58CBE2B691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D2628AA-669A-41BF-8CCC-F9FB7137D0A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553AE51-F100-49E1-B6B3-1B875DB319E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818A4DE-873E-46B5-B171-87F166A67E7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6B513F5-E860-48D1-99A1-5617EF8ED0C7}"/>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1190CA4-9F9C-44F6-BC66-707008DF3A1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2" name="licence-footer">
            <a:extLst xmlns:a="http://schemas.openxmlformats.org/drawingml/2006/main">
              <a:ext uri="{FF2B5EF4-FFF2-40B4-BE49-F238E27FC236}">
                <a16:creationId xmlns:a16="http://schemas.microsoft.com/office/drawing/2014/main" id="{942A83EA-1AB4-4248-B83D-B41A45414C6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F956BE8-27AC-4F00-BF5C-08CCD7ED1F6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4" name="figure-example_c-0">
            <a:extLst xmlns:a="http://schemas.openxmlformats.org/drawingml/2006/main">
              <a:ext uri="{FF2B5EF4-FFF2-40B4-BE49-F238E27FC236}">
                <a16:creationId xmlns:a16="http://schemas.microsoft.com/office/drawing/2014/main" id="{04781DA1-E49E-4EDF-BE94-4E5A4F2DC810}"/>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0B5F2B38-D940-45CE-83DA-DB3FA369460D}"/>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c-2">
            <a:extLst xmlns:a="http://schemas.openxmlformats.org/drawingml/2006/main">
              <a:ext uri="{FF2B5EF4-FFF2-40B4-BE49-F238E27FC236}">
                <a16:creationId xmlns:a16="http://schemas.microsoft.com/office/drawing/2014/main" id="{BADCEAA6-9D71-4261-B889-6CD78C75690E}"/>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74746343-308C-4E92-9B1E-3D00ADA452F3}"/>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c-4">
            <a:extLst xmlns:a="http://schemas.openxmlformats.org/drawingml/2006/main">
              <a:ext uri="{FF2B5EF4-FFF2-40B4-BE49-F238E27FC236}">
                <a16:creationId xmlns:a16="http://schemas.microsoft.com/office/drawing/2014/main" id="{C2D0315F-8291-49FB-8F1F-5B2DDB17CD10}"/>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c-5">
            <a:extLst xmlns:a="http://schemas.openxmlformats.org/drawingml/2006/main">
              <a:ext uri="{FF2B5EF4-FFF2-40B4-BE49-F238E27FC236}">
                <a16:creationId xmlns:a16="http://schemas.microsoft.com/office/drawing/2014/main" id="{78DDD12E-C4D6-4B6C-A193-4A67CF5EC7EA}"/>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c-6">
            <a:extLst xmlns:a="http://schemas.openxmlformats.org/drawingml/2006/main">
              <a:ext uri="{FF2B5EF4-FFF2-40B4-BE49-F238E27FC236}">
                <a16:creationId xmlns:a16="http://schemas.microsoft.com/office/drawing/2014/main" id="{C7F60F92-883E-4A9B-921A-1D241361AF3E}"/>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c">
            <a:extLst xmlns:a="http://schemas.openxmlformats.org/drawingml/2006/main">
              <a:ext uri="{FF2B5EF4-FFF2-40B4-BE49-F238E27FC236}">
                <a16:creationId xmlns:a16="http://schemas.microsoft.com/office/drawing/2014/main" id="{07E1C3E2-A9C4-4ED1-A59D-895DE8844353}"/>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149418025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397DC700-22C8-4A46-9720-E2C184AA549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317C6CD2-46EA-4170-AD29-F6AEDB07CD9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79C1E8D1-EF5D-43FA-87B8-2A771D11EAC8}"/>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3163305A-3DD3-4079-9745-1DCE901600B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59D1BAE1-8D3C-4966-A082-70F9B5094B5D}"/>
              </a:ext>
            </a:extLst>
          </p:cNvPr>
          <p:cNvPicPr>
            <a:picLocks xmlns:a="http://schemas.openxmlformats.org/drawingml/2006/main" noChangeAspect="1"/>
          </p:cNvPicPr>
          <p:nvPr/>
        </p:nvPicPr>
        <p:blipFill>
          <a:blip xmlns:r="http://schemas.openxmlformats.org/officeDocument/2006/relationships" xmlns:a="http://schemas.openxmlformats.org/drawingml/2006/main" r:embed="Rd52f92fb6c3a48b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BE91EEE9-D48C-470A-8032-D15DFA29A57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CE1E1DA-0542-4D14-BECF-D4F0873E88F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F422BEA-8D1A-462D-8227-3F838F7FD95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365C5FD-6E9D-4BFC-AF15-50E5D97F5F3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40CF4C9-5C84-4516-9204-EF0C432ADA2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7E01CF3-90D9-40D9-BA99-329D5AC1ADD2}"/>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F80F6E6-5684-42C8-A167-11773FC2CC5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2D4331C9-853A-4878-B73A-6FC049C9D16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C79E5768-F9A2-43CD-83C8-8D666580F60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5" name="item-1-title">
            <a:extLst xmlns:a="http://schemas.openxmlformats.org/drawingml/2006/main">
              <a:ext uri="{FF2B5EF4-FFF2-40B4-BE49-F238E27FC236}">
                <a16:creationId xmlns:a16="http://schemas.microsoft.com/office/drawing/2014/main" id="{44B3DA2D-456B-44BD-9DA2-4A6A453F104A}"/>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My colours</a:t>
            </a:r>
          </a:p>
        </p:txBody>
      </p:sp>
      <p:sp>
        <p:nvSpPr>
          <p:cNvPr id="16" name="item-1-question">
            <a:extLst xmlns:a="http://schemas.openxmlformats.org/drawingml/2006/main">
              <a:ext uri="{FF2B5EF4-FFF2-40B4-BE49-F238E27FC236}">
                <a16:creationId xmlns:a16="http://schemas.microsoft.com/office/drawing/2014/main" id="{E40F926E-6972-4C72-8476-507E9565B1A9}"/>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Are the colours in your plan warm or cool?</a:t>
            </a:r>
          </a:p>
        </p:txBody>
      </p:sp>
      <p:sp>
        <p:nvSpPr>
          <p:cNvPr id="17" name="item-1-clue">
            <a:extLst xmlns:a="http://schemas.openxmlformats.org/drawingml/2006/main">
              <a:ext uri="{FF2B5EF4-FFF2-40B4-BE49-F238E27FC236}">
                <a16:creationId xmlns:a16="http://schemas.microsoft.com/office/drawing/2014/main" id="{F3D41853-0BC9-4FB0-AE63-85BBCEDE3F6A}"/>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at the colours you chose.</a:t>
            </a:r>
          </a:p>
        </p:txBody>
      </p:sp>
      <p:sp>
        <p:nvSpPr>
          <p:cNvPr id="18" name="item-2-title">
            <a:extLst xmlns:a="http://schemas.openxmlformats.org/drawingml/2006/main">
              <a:ext uri="{FF2B5EF4-FFF2-40B4-BE49-F238E27FC236}">
                <a16:creationId xmlns:a16="http://schemas.microsoft.com/office/drawing/2014/main" id="{CBFAEBD1-FC96-49A2-BD6F-D39B02AE15D2}"/>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Dark or pale</a:t>
            </a:r>
          </a:p>
        </p:txBody>
      </p:sp>
      <p:sp>
        <p:nvSpPr>
          <p:cNvPr id="19" name="item-2-question">
            <a:extLst xmlns:a="http://schemas.openxmlformats.org/drawingml/2006/main">
              <a:ext uri="{FF2B5EF4-FFF2-40B4-BE49-F238E27FC236}">
                <a16:creationId xmlns:a16="http://schemas.microsoft.com/office/drawing/2014/main" id="{B7EC80C6-375E-4839-8BE8-228E2D9306DB}"/>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ground helps your bright marks stand out: dark or pale?</a:t>
            </a:r>
          </a:p>
        </p:txBody>
      </p:sp>
      <p:sp>
        <p:nvSpPr>
          <p:cNvPr id="20" name="item-2-clue">
            <a:extLst xmlns:a="http://schemas.openxmlformats.org/drawingml/2006/main">
              <a:ext uri="{FF2B5EF4-FFF2-40B4-BE49-F238E27FC236}">
                <a16:creationId xmlns:a16="http://schemas.microsoft.com/office/drawing/2014/main" id="{73C805A6-8A86-4248-B58C-3C0F907FFE60}"/>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Think of the yellow rings on A and on C.</a:t>
            </a:r>
          </a:p>
        </p:txBody>
      </p:sp>
      <p:sp>
        <p:nvSpPr>
          <p:cNvPr id="21" name="item-3-title">
            <a:extLst xmlns:a="http://schemas.openxmlformats.org/drawingml/2006/main">
              <a:ext uri="{FF2B5EF4-FFF2-40B4-BE49-F238E27FC236}">
                <a16:creationId xmlns:a16="http://schemas.microsoft.com/office/drawing/2014/main" id="{4C64E579-5B8C-488A-97CE-B652B123D3DE}"/>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Repeat</a:t>
            </a:r>
          </a:p>
        </p:txBody>
      </p:sp>
      <p:sp>
        <p:nvSpPr>
          <p:cNvPr id="22" name="item-3-question">
            <a:extLst xmlns:a="http://schemas.openxmlformats.org/drawingml/2006/main">
              <a:ext uri="{FF2B5EF4-FFF2-40B4-BE49-F238E27FC236}">
                <a16:creationId xmlns:a16="http://schemas.microsoft.com/office/drawing/2014/main" id="{019FD948-53EF-4177-8DB9-0687267683C2}"/>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a mark or pair of marks you chose to repeat.</a:t>
            </a:r>
          </a:p>
        </p:txBody>
      </p:sp>
      <p:sp>
        <p:nvSpPr>
          <p:cNvPr id="23" name="item-3-clue">
            <a:extLst xmlns:a="http://schemas.openxmlformats.org/drawingml/2006/main">
              <a:ext uri="{FF2B5EF4-FFF2-40B4-BE49-F238E27FC236}">
                <a16:creationId xmlns:a16="http://schemas.microsoft.com/office/drawing/2014/main" id="{1B50E322-90FC-4543-8F4E-034DA4831A0E}"/>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Point to it in your plan or test.</a:t>
            </a:r>
          </a:p>
        </p:txBody>
      </p:sp>
    </p:spTree>
    <p:extLst>
      <p:ext uri="{BB962C8B-B14F-4D97-AF65-F5344CB8AC3E}">
        <p14:creationId xmlns:p14="http://schemas.microsoft.com/office/powerpoint/2010/main" val="197181232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13BE4503-C6C8-4C4A-9227-7F6A939F4BE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9CA26F4-B4BC-4539-BC3C-80DD63BF657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ED8FED9B-3ED1-4A8D-AA27-31CA3954C6CC}"/>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80000F22-E465-4C2D-B647-91ABB7757970}"/>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2DAED38E-A434-4C19-AFEA-1B848054CDC8}"/>
              </a:ext>
            </a:extLst>
          </p:cNvPr>
          <p:cNvPicPr>
            <a:picLocks xmlns:a="http://schemas.openxmlformats.org/drawingml/2006/main" noChangeAspect="1"/>
          </p:cNvPicPr>
          <p:nvPr/>
        </p:nvPicPr>
        <p:blipFill>
          <a:blip xmlns:r="http://schemas.openxmlformats.org/officeDocument/2006/relationships" xmlns:a="http://schemas.openxmlformats.org/drawingml/2006/main" r:embed="R30a15a82ae884c3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A4D291A-2ABB-44D7-AD94-27050DD7063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5C4F10A-D1F7-490A-AE1A-6351422F85C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3038AE5-811B-48DF-AA5D-F1DBFE77B22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5D7B390-6E6D-4E1D-9907-CDD160E847D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113809D-B8A0-4FA8-AA56-645D266CD3C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0151189-2E7C-479B-BB3E-2378EBCF4B28}"/>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12627DC-7CB3-4084-8D97-5673EA6FC8A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AEABABDB-CEF6-40C2-9BCF-92D644E3F57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F51C1EA-3B05-464A-B34F-2987DDB391D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5" name="item-1-title">
            <a:extLst xmlns:a="http://schemas.openxmlformats.org/drawingml/2006/main">
              <a:ext uri="{FF2B5EF4-FFF2-40B4-BE49-F238E27FC236}">
                <a16:creationId xmlns:a16="http://schemas.microsoft.com/office/drawing/2014/main" id="{BF2E9634-92F7-4C0D-BD51-CDDC8989B5EC}"/>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Colour groups</a:t>
            </a:r>
          </a:p>
        </p:txBody>
      </p:sp>
      <p:sp>
        <p:nvSpPr>
          <p:cNvPr id="16" name="item-1-question">
            <a:extLst xmlns:a="http://schemas.openxmlformats.org/drawingml/2006/main">
              <a:ext uri="{FF2B5EF4-FFF2-40B4-BE49-F238E27FC236}">
                <a16:creationId xmlns:a16="http://schemas.microsoft.com/office/drawing/2014/main" id="{4D923AAD-9654-4FC2-8D9A-E7B950D71492}"/>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Name one warm and one cool colour used today.</a:t>
            </a:r>
          </a:p>
        </p:txBody>
      </p:sp>
      <p:sp>
        <p:nvSpPr>
          <p:cNvPr id="17" name="item-1-clue">
            <a:extLst xmlns:a="http://schemas.openxmlformats.org/drawingml/2006/main">
              <a:ext uri="{FF2B5EF4-FFF2-40B4-BE49-F238E27FC236}">
                <a16:creationId xmlns:a16="http://schemas.microsoft.com/office/drawing/2014/main" id="{B24F896D-D4CA-4B8E-96FA-F9270B527A42}"/>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Think of the marks in A and B.</a:t>
            </a:r>
          </a:p>
        </p:txBody>
      </p:sp>
      <p:sp>
        <p:nvSpPr>
          <p:cNvPr id="18" name="item-2-title">
            <a:extLst xmlns:a="http://schemas.openxmlformats.org/drawingml/2006/main">
              <a:ext uri="{FF2B5EF4-FFF2-40B4-BE49-F238E27FC236}">
                <a16:creationId xmlns:a16="http://schemas.microsoft.com/office/drawing/2014/main" id="{38764F3F-2D46-4EC1-9CB8-B9D74A7B3B22}"/>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Contrast</a:t>
            </a:r>
          </a:p>
        </p:txBody>
      </p:sp>
      <p:sp>
        <p:nvSpPr>
          <p:cNvPr id="19" name="item-2-question">
            <a:extLst xmlns:a="http://schemas.openxmlformats.org/drawingml/2006/main">
              <a:ext uri="{FF2B5EF4-FFF2-40B4-BE49-F238E27FC236}">
                <a16:creationId xmlns:a16="http://schemas.microsoft.com/office/drawing/2014/main" id="{B7EF8252-0416-4A36-926E-A3573A386BF1}"/>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does a dark ground help bright marks stand out?</a:t>
            </a:r>
          </a:p>
        </p:txBody>
      </p:sp>
      <p:sp>
        <p:nvSpPr>
          <p:cNvPr id="20" name="item-2-clue">
            <a:extLst xmlns:a="http://schemas.openxmlformats.org/drawingml/2006/main">
              <a:ext uri="{FF2B5EF4-FFF2-40B4-BE49-F238E27FC236}">
                <a16:creationId xmlns:a16="http://schemas.microsoft.com/office/drawing/2014/main" id="{02C9419D-D987-4132-A381-AAD95811DEDB}"/>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Think of the difference between each mark and the space beside it.</a:t>
            </a:r>
          </a:p>
        </p:txBody>
      </p:sp>
      <p:sp>
        <p:nvSpPr>
          <p:cNvPr id="21" name="item-3-title">
            <a:extLst xmlns:a="http://schemas.openxmlformats.org/drawingml/2006/main">
              <a:ext uri="{FF2B5EF4-FFF2-40B4-BE49-F238E27FC236}">
                <a16:creationId xmlns:a16="http://schemas.microsoft.com/office/drawing/2014/main" id="{95516C44-2DC1-4EBA-9F31-E1FC55A3FA8E}"/>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Effect</a:t>
            </a:r>
          </a:p>
        </p:txBody>
      </p:sp>
      <p:sp>
        <p:nvSpPr>
          <p:cNvPr id="22" name="item-3-question">
            <a:extLst xmlns:a="http://schemas.openxmlformats.org/drawingml/2006/main">
              <a:ext uri="{FF2B5EF4-FFF2-40B4-BE49-F238E27FC236}">
                <a16:creationId xmlns:a16="http://schemas.microsoft.com/office/drawing/2014/main" id="{24853DA4-DE4F-4144-B128-32A20688EF29}"/>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one reason for your colour or pattern choice.</a:t>
            </a:r>
          </a:p>
        </p:txBody>
      </p:sp>
      <p:sp>
        <p:nvSpPr>
          <p:cNvPr id="23" name="item-3-clue">
            <a:extLst xmlns:a="http://schemas.openxmlformats.org/drawingml/2006/main">
              <a:ext uri="{FF2B5EF4-FFF2-40B4-BE49-F238E27FC236}">
                <a16:creationId xmlns:a16="http://schemas.microsoft.com/office/drawing/2014/main" id="{2618BAF4-16AF-4D86-887B-95BE8206C258}"/>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Link a feature to its intended effect.</a:t>
            </a:r>
          </a:p>
        </p:txBody>
      </p:sp>
    </p:spTree>
    <p:extLst>
      <p:ext uri="{BB962C8B-B14F-4D97-AF65-F5344CB8AC3E}">
        <p14:creationId xmlns:p14="http://schemas.microsoft.com/office/powerpoint/2010/main" val="121332116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1DD14874-1194-4441-B03C-7F51734BD55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8FB7C3B-21A7-476B-BA09-600979C6F59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A6B4A75F-760E-4E5B-B74A-D26DFD4DBFEC}"/>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CF0307D4-7212-4E5E-907B-D580026F7E63}"/>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B108AF03-45C8-4147-A9E9-64F6BCA3C120}"/>
              </a:ext>
            </a:extLst>
          </p:cNvPr>
          <p:cNvPicPr>
            <a:picLocks xmlns:a="http://schemas.openxmlformats.org/drawingml/2006/main" noChangeAspect="1"/>
          </p:cNvPicPr>
          <p:nvPr/>
        </p:nvPicPr>
        <p:blipFill>
          <a:blip xmlns:r="http://schemas.openxmlformats.org/officeDocument/2006/relationships" xmlns:a="http://schemas.openxmlformats.org/drawingml/2006/main" r:embed="Rb0340f2b18754de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E9CBD7B-D727-4FB7-A9F6-6D51F0A658D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4C43E52-56D9-4C0A-9264-E9FC99133F4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E768CFD-415B-4B97-83B7-474C1BCEE83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9C11589-419F-4AD5-9784-253D3EF5AA8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CD8B098-0868-41C6-9993-7A1450A8590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E7E7433-9B38-4A7E-884F-40CFD1CDE76B}"/>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B10B338-9CDC-4126-8D16-715CBEC602F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ART-GROW-A2-W01-P1 · version ______</a:t>
            </a:r>
          </a:p>
        </p:txBody>
      </p:sp>
      <p:sp>
        <p:nvSpPr>
          <p:cNvPr id="13" name="licence-footer">
            <a:extLst xmlns:a="http://schemas.openxmlformats.org/drawingml/2006/main">
              <a:ext uri="{FF2B5EF4-FFF2-40B4-BE49-F238E27FC236}">
                <a16:creationId xmlns:a16="http://schemas.microsoft.com/office/drawing/2014/main" id="{CB2D988F-7FEE-4EF4-B53F-9F4BEA4EECE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42B72CD-7BCF-464F-8BDF-6EA694F0CCD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with the feature that supports it.</a:t>
            </a:r>
          </a:p>
        </p:txBody>
      </p:sp>
      <p:sp>
        <p:nvSpPr>
          <p:cNvPr id="15" name="item-1-title">
            <a:extLst xmlns:a="http://schemas.openxmlformats.org/drawingml/2006/main">
              <a:ext uri="{FF2B5EF4-FFF2-40B4-BE49-F238E27FC236}">
                <a16:creationId xmlns:a16="http://schemas.microsoft.com/office/drawing/2014/main" id="{2752D794-67C0-44C8-89D4-75087E9523CE}"/>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Controlled change</a:t>
            </a:r>
          </a:p>
        </p:txBody>
      </p:sp>
      <p:sp>
        <p:nvSpPr>
          <p:cNvPr id="16" name="item-1-question">
            <a:extLst xmlns:a="http://schemas.openxmlformats.org/drawingml/2006/main">
              <a:ext uri="{FF2B5EF4-FFF2-40B4-BE49-F238E27FC236}">
                <a16:creationId xmlns:a16="http://schemas.microsoft.com/office/drawing/2014/main" id="{B40A74D1-70DB-4CAC-BBFE-2EDF2D0FD066}"/>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colour change did you make or could you make?</a:t>
            </a:r>
          </a:p>
        </p:txBody>
      </p:sp>
      <p:sp>
        <p:nvSpPr>
          <p:cNvPr id="17" name="item-1-clue">
            <a:extLst xmlns:a="http://schemas.openxmlformats.org/drawingml/2006/main">
              <a:ext uri="{FF2B5EF4-FFF2-40B4-BE49-F238E27FC236}">
                <a16:creationId xmlns:a16="http://schemas.microsoft.com/office/drawing/2014/main" id="{22B88402-13EA-44A9-939B-4F29DAF0B5EB}"/>
              </a:ext>
            </a:extLst>
          </p:cNvPr>
          <p:cNvSpPr>
            <a:spLocks xmlns:a="http://schemas.openxmlformats.org/drawingml/2006/main" noGrp="1"/>
          </p:cNvSpPr>
          <p:nvPr/>
        </p:nvSpPr>
        <p:spPr>
          <a:xfrm xmlns:a="http://schemas.openxmlformats.org/drawingml/2006/main">
            <a:off x="3810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Name what changes and one thing held the same.</a:t>
            </a:r>
          </a:p>
        </p:txBody>
      </p:sp>
      <p:sp>
        <p:nvSpPr>
          <p:cNvPr id="18" name="item-2-title">
            <a:extLst xmlns:a="http://schemas.openxmlformats.org/drawingml/2006/main">
              <a:ext uri="{FF2B5EF4-FFF2-40B4-BE49-F238E27FC236}">
                <a16:creationId xmlns:a16="http://schemas.microsoft.com/office/drawing/2014/main" id="{ED92F0F4-80C9-4DA1-8FC8-FF01577D3127}"/>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Evidence</a:t>
            </a:r>
          </a:p>
        </p:txBody>
      </p:sp>
      <p:sp>
        <p:nvSpPr>
          <p:cNvPr id="19" name="item-2-question">
            <a:extLst xmlns:a="http://schemas.openxmlformats.org/drawingml/2006/main">
              <a:ext uri="{FF2B5EF4-FFF2-40B4-BE49-F238E27FC236}">
                <a16:creationId xmlns:a16="http://schemas.microsoft.com/office/drawing/2014/main" id="{0256FA3C-18F4-4716-A273-490EFF20146D}"/>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can you show that a repeat has stayed the same?</a:t>
            </a:r>
          </a:p>
        </p:txBody>
      </p:sp>
      <p:sp>
        <p:nvSpPr>
          <p:cNvPr id="20" name="item-2-clue">
            <a:extLst xmlns:a="http://schemas.openxmlformats.org/drawingml/2006/main">
              <a:ext uri="{FF2B5EF4-FFF2-40B4-BE49-F238E27FC236}">
                <a16:creationId xmlns:a16="http://schemas.microsoft.com/office/drawing/2014/main" id="{EB8F6649-E33A-4D26-AF5A-98BAC7112DC4}"/>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Point to the mark order in both versions.</a:t>
            </a:r>
          </a:p>
        </p:txBody>
      </p:sp>
      <p:sp>
        <p:nvSpPr>
          <p:cNvPr id="21" name="item-3-title">
            <a:extLst xmlns:a="http://schemas.openxmlformats.org/drawingml/2006/main">
              <a:ext uri="{FF2B5EF4-FFF2-40B4-BE49-F238E27FC236}">
                <a16:creationId xmlns:a16="http://schemas.microsoft.com/office/drawing/2014/main" id="{521C097A-3B9D-4A70-A0C1-35860709EC50}"/>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Two fair views</a:t>
            </a:r>
          </a:p>
        </p:txBody>
      </p:sp>
      <p:sp>
        <p:nvSpPr>
          <p:cNvPr id="22" name="item-3-question">
            <a:extLst xmlns:a="http://schemas.openxmlformats.org/drawingml/2006/main">
              <a:ext uri="{FF2B5EF4-FFF2-40B4-BE49-F238E27FC236}">
                <a16:creationId xmlns:a16="http://schemas.microsoft.com/office/drawing/2014/main" id="{537BF629-8A4A-411F-8EBF-4858AC62C20E}"/>
              </a:ext>
            </a:extLst>
          </p:cNvPr>
          <p:cNvSpPr>
            <a:spLocks xmlns:a="http://schemas.openxmlformats.org/drawingml/2006/main" noGrp="1"/>
          </p:cNvSpPr>
          <p:nvPr/>
        </p:nvSpPr>
        <p:spPr>
          <a:xfrm xmlns:a="http://schemas.openxmlformats.org/drawingml/2006/main">
            <a:off x="8178800" y="2317242"/>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One viewer calls your pattern calm and another calls it lively. How could both be fair?</a:t>
            </a:r>
          </a:p>
        </p:txBody>
      </p:sp>
      <p:sp>
        <p:nvSpPr>
          <p:cNvPr id="23" name="item-3-clue">
            <a:extLst xmlns:a="http://schemas.openxmlformats.org/drawingml/2006/main">
              <a:ext uri="{FF2B5EF4-FFF2-40B4-BE49-F238E27FC236}">
                <a16:creationId xmlns:a16="http://schemas.microsoft.com/office/drawing/2014/main" id="{F533C2BC-72EF-4B52-97B4-62EA2D4F6295}"/>
              </a:ext>
            </a:extLst>
          </p:cNvPr>
          <p:cNvSpPr>
            <a:spLocks xmlns:a="http://schemas.openxmlformats.org/drawingml/2006/main" noGrp="1"/>
          </p:cNvSpPr>
          <p:nvPr/>
        </p:nvSpPr>
        <p:spPr>
          <a:xfrm xmlns:a="http://schemas.openxmlformats.org/drawingml/2006/main">
            <a:off x="8178800" y="3374898"/>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Point to a feature that each view could use.</a:t>
            </a:r>
          </a:p>
        </p:txBody>
      </p:sp>
    </p:spTree>
    <p:extLst>
      <p:ext uri="{BB962C8B-B14F-4D97-AF65-F5344CB8AC3E}">
        <p14:creationId xmlns:p14="http://schemas.microsoft.com/office/powerpoint/2010/main" val="987447565"/>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Explore — Light and colour in festival art</dc:title>
  <dcterms:created xsi:type="dcterms:W3CDTF"/>
  <dcterms:modified xsi:type="dcterms:W3CDTF"/>
  <dc:subject>ART-GROW-A2-W01-P1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