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docProps/custom.xml" ContentType="application/vnd.openxmlformats-officedocument.custom-properties+xml"/>
</Types>
</file>

<file path=_rels/.rels><?xml version='1.0' encoding='UTF-8' standalone='yes'?>
<Relationships xmlns="http://schemas.openxmlformats.org/package/2006/relationships"><Relationship Type="http://schemas.openxmlformats.org/package/2006/relationships/metadata/core-properties" Target="/docProps/core.xml" Id="Rb2f8447855184a80"/><Relationship Type="http://schemas.openxmlformats.org/officeDocument/2006/relationships/extended-properties" Target="/docProps/app.xml" Id="R27bc0d18812e44f9"/><Relationship Type="http://schemas.openxmlformats.org/officeDocument/2006/relationships/officeDocument" Target="/ppt/presentation.xml" Id="R3773179da39943c5"/><Relationship Id="rIdCustomSource" Type="http://schemas.openxmlformats.org/officeDocument/2006/relationships/custom-properties" Target="docProps/custom.xml"/></Relationships>
</file>

<file path=ppt/presentation.xml><?xml version="1.0" encoding="utf-8"?>
<p:presentation xmlns:p="http://schemas.openxmlformats.org/presentationml/2006/main">
  <p:sldMasterIdLst>
    <p:sldMasterId xmlns:r="http://schemas.openxmlformats.org/officeDocument/2006/relationships" id="2147483648" r:id="R94b22ba0c1124ca5"/>
  </p:sldMasterIdLst>
  <p:notesMasterIdLst>
    <p:notesMasterId xmlns:r="http://schemas.openxmlformats.org/officeDocument/2006/relationships" r:id="Rc3067d2c9f864013"/>
  </p:notesMasterIdLst>
  <p:sldIdLst>
    <p:sldId xmlns:r="http://schemas.openxmlformats.org/officeDocument/2006/relationships" id="256" r:id="R27f9233adcc34931"/>
    <p:sldId xmlns:r="http://schemas.openxmlformats.org/officeDocument/2006/relationships" id="257" r:id="R6ee0c3f3a13c4213"/>
    <p:sldId xmlns:r="http://schemas.openxmlformats.org/officeDocument/2006/relationships" id="258" r:id="R03c56fd27a514d69"/>
    <p:sldId xmlns:r="http://schemas.openxmlformats.org/officeDocument/2006/relationships" id="259" r:id="R848cdb1a26bb46e2"/>
    <p:sldId xmlns:r="http://schemas.openxmlformats.org/officeDocument/2006/relationships" id="260" r:id="R34d264ecd6474bd5"/>
    <p:sldId xmlns:r="http://schemas.openxmlformats.org/officeDocument/2006/relationships" id="261" r:id="Rba533a4475244188"/>
    <p:sldId xmlns:r="http://schemas.openxmlformats.org/officeDocument/2006/relationships" id="262" r:id="R01ba0a6ce574436d"/>
    <p:sldId xmlns:r="http://schemas.openxmlformats.org/officeDocument/2006/relationships" id="263" r:id="Rdf3e66025a64413f"/>
    <p:sldId xmlns:r="http://schemas.openxmlformats.org/officeDocument/2006/relationships" id="264" r:id="Rb57c079cda7c4d31"/>
    <p:sldId xmlns:r="http://schemas.openxmlformats.org/officeDocument/2006/relationships" id="265" r:id="R93f1a579c5c94b68"/>
    <p:sldId xmlns:r="http://schemas.openxmlformats.org/officeDocument/2006/relationships" id="266" r:id="R84961f51f3be4e1a"/>
    <p:sldId xmlns:r="http://schemas.openxmlformats.org/officeDocument/2006/relationships" id="267" r:id="Re48b6e3a9d5e4cdc"/>
    <p:sldId xmlns:r="http://schemas.openxmlformats.org/officeDocument/2006/relationships" id="268" r:id="R80b1221e08214508"/>
    <p:sldId xmlns:r="http://schemas.openxmlformats.org/officeDocument/2006/relationships" id="269" r:id="R0d9aae06007d4851"/>
    <p:sldId xmlns:r="http://schemas.openxmlformats.org/officeDocument/2006/relationships" id="270" r:id="R2830b81a0a474978"/>
    <p:sldId xmlns:r="http://schemas.openxmlformats.org/officeDocument/2006/relationships" id="271" r:id="R49c79475b8b1413a"/>
    <p:sldId xmlns:r="http://schemas.openxmlformats.org/officeDocument/2006/relationships" id="272" r:id="R66ad27a19bed4090"/>
    <p:sldId xmlns:r="http://schemas.openxmlformats.org/officeDocument/2006/relationships" id="273" r:id="Ra020aef14f55423c"/>
    <p:sldId xmlns:r="http://schemas.openxmlformats.org/officeDocument/2006/relationships" id="274" r:id="Rc1b31a77fb2f453c"/>
    <p:sldId xmlns:r="http://schemas.openxmlformats.org/officeDocument/2006/relationships" id="275" r:id="R87b9feb8bcac4ae4"/>
    <p:sldId xmlns:r="http://schemas.openxmlformats.org/officeDocument/2006/relationships" id="276" r:id="R3c15cac4ae5b4d81"/>
    <p:sldId xmlns:r="http://schemas.openxmlformats.org/officeDocument/2006/relationships" id="277" r:id="R0417b6fd0b9143ff"/>
    <p:sldId xmlns:r="http://schemas.openxmlformats.org/officeDocument/2006/relationships" id="278" r:id="R20e34c2f30b04cda"/>
    <p:sldId xmlns:r="http://schemas.openxmlformats.org/officeDocument/2006/relationships" id="279" r:id="Rc5f0032deee9444c"/>
    <p:sldId xmlns:r="http://schemas.openxmlformats.org/officeDocument/2006/relationships" id="280" r:id="R87579eafd28845b9"/>
    <p:sldId xmlns:r="http://schemas.openxmlformats.org/officeDocument/2006/relationships" id="281" r:id="Rff462f4084624d94"/>
    <p:sldId xmlns:r="http://schemas.openxmlformats.org/officeDocument/2006/relationships" id="282" r:id="R6f448b9566974c63"/>
    <p:sldId xmlns:r="http://schemas.openxmlformats.org/officeDocument/2006/relationships" id="283" r:id="R68dc853e6d694382"/>
    <p:sldId xmlns:r="http://schemas.openxmlformats.org/officeDocument/2006/relationships" id="284" r:id="R5a628abe140849d7"/>
    <p:sldId xmlns:r="http://schemas.openxmlformats.org/officeDocument/2006/relationships" id="285" r:id="Rd6d181ec095340a2"/>
    <p:sldId xmlns:r="http://schemas.openxmlformats.org/officeDocument/2006/relationships" id="286" r:id="R4c66b2439c6c4dae"/>
    <p:sldId xmlns:r="http://schemas.openxmlformats.org/officeDocument/2006/relationships" id="287" r:id="R69e2eb532e094101"/>
    <p:sldId xmlns:r="http://schemas.openxmlformats.org/officeDocument/2006/relationships" id="288" r:id="Rfa0684523f5946c6"/>
    <p:sldId xmlns:r="http://schemas.openxmlformats.org/officeDocument/2006/relationships" id="289" r:id="R6640e5f793874f7d"/>
    <p:sldId xmlns:r="http://schemas.openxmlformats.org/officeDocument/2006/relationships" id="290" r:id="R3dc5cb491b364c77"/>
    <p:sldId xmlns:r="http://schemas.openxmlformats.org/officeDocument/2006/relationships" id="291" r:id="R19dd353986354d98"/>
    <p:sldId xmlns:r="http://schemas.openxmlformats.org/officeDocument/2006/relationships" id="292" r:id="R8d6c1e0769a7420d"/>
    <p:sldId xmlns:r="http://schemas.openxmlformats.org/officeDocument/2006/relationships" id="293" r:id="R6592586f3ac6478a"/>
    <p:sldId xmlns:r="http://schemas.openxmlformats.org/officeDocument/2006/relationships" id="294" r:id="R2f708feac80048bf"/>
    <p:sldId xmlns:r="http://schemas.openxmlformats.org/officeDocument/2006/relationships" id="295" r:id="R03f0249680df4b0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88dbe9ad5edf4107"/><Relationship Type="http://schemas.openxmlformats.org/officeDocument/2006/relationships/slideMaster" Target="/ppt/slideMasters/slideMaster1.xml" Id="R94b22ba0c1124ca5"/><Relationship Type="http://schemas.openxmlformats.org/officeDocument/2006/relationships/notesMaster" Target="/ppt/notesMasters/notesMaster1.xml" Id="Rc3067d2c9f864013"/><Relationship Type="http://schemas.openxmlformats.org/officeDocument/2006/relationships/presProps" Target="/ppt/presProps.xml" Id="R47fb2de433f84ec4"/><Relationship Type="http://schemas.openxmlformats.org/officeDocument/2006/relationships/tableStyles" Target="/ppt/tableStyles.xml" Id="Raa46576bd0b84a37"/><Relationship Type="http://schemas.openxmlformats.org/officeDocument/2006/relationships/slide" Target="/ppt/slides/slide1.xml" Id="R27f9233adcc34931"/><Relationship Type="http://schemas.openxmlformats.org/officeDocument/2006/relationships/slide" Target="/ppt/slides/slide2.xml" Id="R6ee0c3f3a13c4213"/><Relationship Type="http://schemas.openxmlformats.org/officeDocument/2006/relationships/slide" Target="/ppt/slides/slide3.xml" Id="R03c56fd27a514d69"/><Relationship Type="http://schemas.openxmlformats.org/officeDocument/2006/relationships/slide" Target="/ppt/slides/slide4.xml" Id="R848cdb1a26bb46e2"/><Relationship Type="http://schemas.openxmlformats.org/officeDocument/2006/relationships/slide" Target="/ppt/slides/slide5.xml" Id="R34d264ecd6474bd5"/><Relationship Type="http://schemas.openxmlformats.org/officeDocument/2006/relationships/slide" Target="/ppt/slides/slide6.xml" Id="Rba533a4475244188"/><Relationship Type="http://schemas.openxmlformats.org/officeDocument/2006/relationships/slide" Target="/ppt/slides/slide7.xml" Id="R01ba0a6ce574436d"/><Relationship Type="http://schemas.openxmlformats.org/officeDocument/2006/relationships/slide" Target="/ppt/slides/slide8.xml" Id="Rdf3e66025a64413f"/><Relationship Type="http://schemas.openxmlformats.org/officeDocument/2006/relationships/slide" Target="/ppt/slides/slide9.xml" Id="Rb57c079cda7c4d31"/><Relationship Type="http://schemas.openxmlformats.org/officeDocument/2006/relationships/slide" Target="/ppt/slides/slide10.xml" Id="R93f1a579c5c94b68"/><Relationship Type="http://schemas.openxmlformats.org/officeDocument/2006/relationships/slide" Target="/ppt/slides/slide11.xml" Id="R84961f51f3be4e1a"/><Relationship Type="http://schemas.openxmlformats.org/officeDocument/2006/relationships/slide" Target="/ppt/slides/slide12.xml" Id="Re48b6e3a9d5e4cdc"/><Relationship Type="http://schemas.openxmlformats.org/officeDocument/2006/relationships/slide" Target="/ppt/slides/slide13.xml" Id="R80b1221e08214508"/><Relationship Type="http://schemas.openxmlformats.org/officeDocument/2006/relationships/slide" Target="/ppt/slides/slide14.xml" Id="R0d9aae06007d4851"/><Relationship Type="http://schemas.openxmlformats.org/officeDocument/2006/relationships/slide" Target="/ppt/slides/slide15.xml" Id="R2830b81a0a474978"/><Relationship Type="http://schemas.openxmlformats.org/officeDocument/2006/relationships/slide" Target="/ppt/slides/slide16.xml" Id="R49c79475b8b1413a"/><Relationship Type="http://schemas.openxmlformats.org/officeDocument/2006/relationships/slide" Target="/ppt/slides/slide17.xml" Id="R66ad27a19bed4090"/><Relationship Type="http://schemas.openxmlformats.org/officeDocument/2006/relationships/slide" Target="/ppt/slides/slide18.xml" Id="Ra020aef14f55423c"/><Relationship Type="http://schemas.openxmlformats.org/officeDocument/2006/relationships/slide" Target="/ppt/slides/slide19.xml" Id="Rc1b31a77fb2f453c"/><Relationship Type="http://schemas.openxmlformats.org/officeDocument/2006/relationships/slide" Target="/ppt/slides/slide20.xml" Id="R87b9feb8bcac4ae4"/><Relationship Type="http://schemas.openxmlformats.org/officeDocument/2006/relationships/slide" Target="/ppt/slides/slide21.xml" Id="R3c15cac4ae5b4d81"/><Relationship Type="http://schemas.openxmlformats.org/officeDocument/2006/relationships/slide" Target="/ppt/slides/slide22.xml" Id="R0417b6fd0b9143ff"/><Relationship Type="http://schemas.openxmlformats.org/officeDocument/2006/relationships/slide" Target="/ppt/slides/slide23.xml" Id="R20e34c2f30b04cda"/><Relationship Type="http://schemas.openxmlformats.org/officeDocument/2006/relationships/slide" Target="/ppt/slides/slide24.xml" Id="Rc5f0032deee9444c"/><Relationship Type="http://schemas.openxmlformats.org/officeDocument/2006/relationships/slide" Target="/ppt/slides/slide25.xml" Id="R87579eafd28845b9"/><Relationship Type="http://schemas.openxmlformats.org/officeDocument/2006/relationships/slide" Target="/ppt/slides/slide26.xml" Id="Rff462f4084624d94"/><Relationship Type="http://schemas.openxmlformats.org/officeDocument/2006/relationships/slide" Target="/ppt/slides/slide27.xml" Id="R6f448b9566974c63"/><Relationship Type="http://schemas.openxmlformats.org/officeDocument/2006/relationships/slide" Target="/ppt/slides/slide28.xml" Id="R68dc853e6d694382"/><Relationship Type="http://schemas.openxmlformats.org/officeDocument/2006/relationships/slide" Target="/ppt/slides/slide29.xml" Id="R5a628abe140849d7"/><Relationship Type="http://schemas.openxmlformats.org/officeDocument/2006/relationships/slide" Target="/ppt/slides/slide30.xml" Id="Rd6d181ec095340a2"/><Relationship Type="http://schemas.openxmlformats.org/officeDocument/2006/relationships/slide" Target="/ppt/slides/slide31.xml" Id="R4c66b2439c6c4dae"/><Relationship Type="http://schemas.openxmlformats.org/officeDocument/2006/relationships/slide" Target="/ppt/slides/slide32.xml" Id="R69e2eb532e094101"/><Relationship Type="http://schemas.openxmlformats.org/officeDocument/2006/relationships/slide" Target="/ppt/slides/slide33.xml" Id="Rfa0684523f5946c6"/><Relationship Type="http://schemas.openxmlformats.org/officeDocument/2006/relationships/slide" Target="/ppt/slides/slide34.xml" Id="R6640e5f793874f7d"/><Relationship Type="http://schemas.openxmlformats.org/officeDocument/2006/relationships/slide" Target="/ppt/slides/slide35.xml" Id="R3dc5cb491b364c77"/><Relationship Type="http://schemas.openxmlformats.org/officeDocument/2006/relationships/slide" Target="/ppt/slides/slide36.xml" Id="R19dd353986354d98"/><Relationship Type="http://schemas.openxmlformats.org/officeDocument/2006/relationships/slide" Target="/ppt/slides/slide37.xml" Id="R8d6c1e0769a7420d"/><Relationship Type="http://schemas.openxmlformats.org/officeDocument/2006/relationships/slide" Target="/ppt/slides/slide38.xml" Id="R6592586f3ac6478a"/><Relationship Type="http://schemas.openxmlformats.org/officeDocument/2006/relationships/slide" Target="/ppt/slides/slide39.xml" Id="R2f708feac80048bf"/><Relationship Type="http://schemas.openxmlformats.org/officeDocument/2006/relationships/slide" Target="/ppt/slides/slide40.xml" Id="R03f0249680df4b0e"/></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a07822c8517d458c"/></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lIns="12700" rIns="12700"/>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lIns="12700" rIns="12700"/>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lIns="12700" rIns="12700"/>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lIns="12700" rIns="12700"/>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lIns="12700" rIns="12700"/>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lIns="12700" rIns="12700"/>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lang="en-GB">
        <a:latin typeface="Arial"/>
        <a:ea typeface="Arial"/>
        <a:cs typeface="Arial"/>
      </a:defRPr>
    </a:lvl1pPr>
  </p:notesStyle>
</p:notesMaster>
</file>

<file path=ppt/notesMasters/theme/theme3.xml><?xml version="1.0" encoding="utf-8"?>
<a:theme xmlns:a="http://schemas.openxmlformats.org/drawingml/2006/main" name="Lesson theme">
  <a:themeElements>
    <a:clrScheme name="Lesson colours">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Lesson text">
      <a:majorFont>
        <a:latin typeface="Arial"/>
        <a:ea typeface="Arial"/>
        <a:cs typeface="Arial"/>
      </a:majorFont>
      <a:minorFont>
        <a:latin typeface="Arial"/>
        <a:ea typeface="Arial"/>
        <a:cs typeface="Arial"/>
      </a:minorFont>
    </a:fontScheme>
    <a:fmtScheme name="Lesson formats">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2f7f585c23674cb8"/><Relationship Type="http://schemas.openxmlformats.org/officeDocument/2006/relationships/notesMaster" Target="/ppt/notesMasters/notesMaster1.xml" Id="R0cf149dc509943ff"/></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ae949b1285b2437a"/><Relationship Type="http://schemas.openxmlformats.org/officeDocument/2006/relationships/notesMaster" Target="/ppt/notesMasters/notesMaster1.xml" Id="Re35a0ab5c06342ce"/></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c5c45e7799b341c7"/><Relationship Type="http://schemas.openxmlformats.org/officeDocument/2006/relationships/notesMaster" Target="/ppt/notesMasters/notesMaster1.xml" Id="Rf8b8b9adc9644e1b"/></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a1b90b816cd24a88"/><Relationship Type="http://schemas.openxmlformats.org/officeDocument/2006/relationships/notesMaster" Target="/ppt/notesMasters/notesMaster1.xml" Id="R2050f6bc1c7d489d"/></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36acaa2bb8cf4cc7"/><Relationship Type="http://schemas.openxmlformats.org/officeDocument/2006/relationships/notesMaster" Target="/ppt/notesMasters/notesMaster1.xml" Id="R8aec4c76c6e546a1"/></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f3c0978c3ff246ac"/><Relationship Type="http://schemas.openxmlformats.org/officeDocument/2006/relationships/notesMaster" Target="/ppt/notesMasters/notesMaster1.xml" Id="Rac08bb3737304ecc"/></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d405b841f69148b7"/><Relationship Type="http://schemas.openxmlformats.org/officeDocument/2006/relationships/notesMaster" Target="/ppt/notesMasters/notesMaster1.xml" Id="Rd2e9c9f87e144ab4"/></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1ff57ce612574c5d"/><Relationship Type="http://schemas.openxmlformats.org/officeDocument/2006/relationships/notesMaster" Target="/ppt/notesMasters/notesMaster1.xml" Id="R696fbb91495a459f"/></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faf36ce8ef944713"/><Relationship Type="http://schemas.openxmlformats.org/officeDocument/2006/relationships/notesMaster" Target="/ppt/notesMasters/notesMaster1.xml" Id="R6a64aec1066e465f"/></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59e9cd9665d645d6"/><Relationship Type="http://schemas.openxmlformats.org/officeDocument/2006/relationships/notesMaster" Target="/ppt/notesMasters/notesMaster1.xml" Id="Rfd6da4942c414433"/></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43d2d3e5ab8842aa"/><Relationship Type="http://schemas.openxmlformats.org/officeDocument/2006/relationships/notesMaster" Target="/ppt/notesMasters/notesMaster1.xml" Id="Ra4168313698c4d53"/></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6b0b8e1eb73c4db6"/><Relationship Type="http://schemas.openxmlformats.org/officeDocument/2006/relationships/notesMaster" Target="/ppt/notesMasters/notesMaster1.xml" Id="Re15c3a645dfd4eed"/></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34764c8e5e7f4515"/><Relationship Type="http://schemas.openxmlformats.org/officeDocument/2006/relationships/notesMaster" Target="/ppt/notesMasters/notesMaster1.xml" Id="Rf2a3fcaa66714e8a"/></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803052228a924063"/><Relationship Type="http://schemas.openxmlformats.org/officeDocument/2006/relationships/notesMaster" Target="/ppt/notesMasters/notesMaster1.xml" Id="R24f7adeeb7914915"/></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bbe0f983b6894a2a"/><Relationship Type="http://schemas.openxmlformats.org/officeDocument/2006/relationships/notesMaster" Target="/ppt/notesMasters/notesMaster1.xml" Id="Rec5d055222134674"/></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40a947527d8c4c91"/><Relationship Type="http://schemas.openxmlformats.org/officeDocument/2006/relationships/notesMaster" Target="/ppt/notesMasters/notesMaster1.xml" Id="Rb9da9d5a44aa4a7a"/></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20696e9d6f8f4401"/><Relationship Type="http://schemas.openxmlformats.org/officeDocument/2006/relationships/notesMaster" Target="/ppt/notesMasters/notesMaster1.xml" Id="R3e7c134fd3f841fe"/></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07a500129a464afe"/><Relationship Type="http://schemas.openxmlformats.org/officeDocument/2006/relationships/notesMaster" Target="/ppt/notesMasters/notesMaster1.xml" Id="Raf707e3432cf4483"/></Relationships>
</file>

<file path=ppt/notesSlides/_rels/notesSlide19.xml.rels><?xml version='1.0' encoding='UTF-8' standalone='yes'?>
<Relationships xmlns="http://schemas.openxmlformats.org/package/2006/relationships"><Relationship Type="http://schemas.openxmlformats.org/officeDocument/2006/relationships/slide" Target="/ppt/slides/slide19.xml" Id="R8c1d7eb16ec54f77"/><Relationship Type="http://schemas.openxmlformats.org/officeDocument/2006/relationships/notesMaster" Target="/ppt/notesMasters/notesMaster1.xml" Id="R7e883c8aee864b09"/></Relationships>
</file>

<file path=ppt/notesSlides/_rels/notesSlide20.xml.rels><?xml version='1.0' encoding='UTF-8' standalone='yes'?>
<Relationships xmlns="http://schemas.openxmlformats.org/package/2006/relationships"><Relationship Type="http://schemas.openxmlformats.org/officeDocument/2006/relationships/slide" Target="/ppt/slides/slide20.xml" Id="R99c90a34926f4d56"/><Relationship Type="http://schemas.openxmlformats.org/officeDocument/2006/relationships/notesMaster" Target="/ppt/notesMasters/notesMaster1.xml" Id="R594e8707a1c44f4c"/></Relationships>
</file>

<file path=ppt/notesSlides/_rels/notesSlide21.xml.rels><?xml version='1.0' encoding='UTF-8' standalone='yes'?>
<Relationships xmlns="http://schemas.openxmlformats.org/package/2006/relationships"><Relationship Type="http://schemas.openxmlformats.org/officeDocument/2006/relationships/slide" Target="/ppt/slides/slide21.xml" Id="R137abf15eb3f4af3"/><Relationship Type="http://schemas.openxmlformats.org/officeDocument/2006/relationships/notesMaster" Target="/ppt/notesMasters/notesMaster1.xml" Id="Re98ba6865e3e4b85"/></Relationships>
</file>

<file path=ppt/notesSlides/_rels/notesSlide22.xml.rels><?xml version='1.0' encoding='UTF-8' standalone='yes'?>
<Relationships xmlns="http://schemas.openxmlformats.org/package/2006/relationships"><Relationship Type="http://schemas.openxmlformats.org/officeDocument/2006/relationships/slide" Target="/ppt/slides/slide22.xml" Id="R6fa8fd8b82144082"/><Relationship Type="http://schemas.openxmlformats.org/officeDocument/2006/relationships/notesMaster" Target="/ppt/notesMasters/notesMaster1.xml" Id="Rbb322b7c544745fd"/></Relationships>
</file>

<file path=ppt/notesSlides/_rels/notesSlide23.xml.rels><?xml version='1.0' encoding='UTF-8' standalone='yes'?>
<Relationships xmlns="http://schemas.openxmlformats.org/package/2006/relationships"><Relationship Type="http://schemas.openxmlformats.org/officeDocument/2006/relationships/slide" Target="/ppt/slides/slide23.xml" Id="Ra7dab8ab68f04a2c"/><Relationship Type="http://schemas.openxmlformats.org/officeDocument/2006/relationships/notesMaster" Target="/ppt/notesMasters/notesMaster1.xml" Id="R283ae9e197c24ce0"/></Relationships>
</file>

<file path=ppt/notesSlides/_rels/notesSlide24.xml.rels><?xml version='1.0' encoding='UTF-8' standalone='yes'?>
<Relationships xmlns="http://schemas.openxmlformats.org/package/2006/relationships"><Relationship Type="http://schemas.openxmlformats.org/officeDocument/2006/relationships/slide" Target="/ppt/slides/slide24.xml" Id="Rb2b5ed244bd6415a"/><Relationship Type="http://schemas.openxmlformats.org/officeDocument/2006/relationships/notesMaster" Target="/ppt/notesMasters/notesMaster1.xml" Id="R82d6af8563934dcc"/></Relationships>
</file>

<file path=ppt/notesSlides/_rels/notesSlide25.xml.rels><?xml version='1.0' encoding='UTF-8' standalone='yes'?>
<Relationships xmlns="http://schemas.openxmlformats.org/package/2006/relationships"><Relationship Type="http://schemas.openxmlformats.org/officeDocument/2006/relationships/slide" Target="/ppt/slides/slide25.xml" Id="R715cbd949e1f4b51"/><Relationship Type="http://schemas.openxmlformats.org/officeDocument/2006/relationships/notesMaster" Target="/ppt/notesMasters/notesMaster1.xml" Id="Rb7b0750007374132"/></Relationships>
</file>

<file path=ppt/notesSlides/_rels/notesSlide26.xml.rels><?xml version='1.0' encoding='UTF-8' standalone='yes'?>
<Relationships xmlns="http://schemas.openxmlformats.org/package/2006/relationships"><Relationship Type="http://schemas.openxmlformats.org/officeDocument/2006/relationships/slide" Target="/ppt/slides/slide26.xml" Id="R156060c5e95e4953"/><Relationship Type="http://schemas.openxmlformats.org/officeDocument/2006/relationships/notesMaster" Target="/ppt/notesMasters/notesMaster1.xml" Id="R2f529f3b6702495b"/></Relationships>
</file>

<file path=ppt/notesSlides/_rels/notesSlide27.xml.rels><?xml version='1.0' encoding='UTF-8' standalone='yes'?>
<Relationships xmlns="http://schemas.openxmlformats.org/package/2006/relationships"><Relationship Type="http://schemas.openxmlformats.org/officeDocument/2006/relationships/slide" Target="/ppt/slides/slide27.xml" Id="Rd3e6fea6def543a8"/><Relationship Type="http://schemas.openxmlformats.org/officeDocument/2006/relationships/notesMaster" Target="/ppt/notesMasters/notesMaster1.xml" Id="Rfbd31ce5e49c4129"/></Relationships>
</file>

<file path=ppt/notesSlides/_rels/notesSlide28.xml.rels><?xml version='1.0' encoding='UTF-8' standalone='yes'?>
<Relationships xmlns="http://schemas.openxmlformats.org/package/2006/relationships"><Relationship Type="http://schemas.openxmlformats.org/officeDocument/2006/relationships/slide" Target="/ppt/slides/slide28.xml" Id="Rd142fe7844574915"/><Relationship Type="http://schemas.openxmlformats.org/officeDocument/2006/relationships/notesMaster" Target="/ppt/notesMasters/notesMaster1.xml" Id="R4102ebd92c314759"/></Relationships>
</file>

<file path=ppt/notesSlides/_rels/notesSlide29.xml.rels><?xml version='1.0' encoding='UTF-8' standalone='yes'?>
<Relationships xmlns="http://schemas.openxmlformats.org/package/2006/relationships"><Relationship Type="http://schemas.openxmlformats.org/officeDocument/2006/relationships/slide" Target="/ppt/slides/slide29.xml" Id="R0ec01ada4b4c42b5"/><Relationship Type="http://schemas.openxmlformats.org/officeDocument/2006/relationships/notesMaster" Target="/ppt/notesMasters/notesMaster1.xml" Id="R829cdae587a44329"/></Relationships>
</file>

<file path=ppt/notesSlides/_rels/notesSlide30.xml.rels><?xml version='1.0' encoding='UTF-8' standalone='yes'?>
<Relationships xmlns="http://schemas.openxmlformats.org/package/2006/relationships"><Relationship Type="http://schemas.openxmlformats.org/officeDocument/2006/relationships/slide" Target="/ppt/slides/slide30.xml" Id="R70d8722379f647a6"/><Relationship Type="http://schemas.openxmlformats.org/officeDocument/2006/relationships/notesMaster" Target="/ppt/notesMasters/notesMaster1.xml" Id="R85bbb8d956a24360"/></Relationships>
</file>

<file path=ppt/notesSlides/_rels/notesSlide31.xml.rels><?xml version='1.0' encoding='UTF-8' standalone='yes'?>
<Relationships xmlns="http://schemas.openxmlformats.org/package/2006/relationships"><Relationship Type="http://schemas.openxmlformats.org/officeDocument/2006/relationships/slide" Target="/ppt/slides/slide31.xml" Id="Rcfa444cda94a4912"/><Relationship Type="http://schemas.openxmlformats.org/officeDocument/2006/relationships/notesMaster" Target="/ppt/notesMasters/notesMaster1.xml" Id="Rb2a2dca592504ab4"/></Relationships>
</file>

<file path=ppt/notesSlides/_rels/notesSlide32.xml.rels><?xml version='1.0' encoding='UTF-8' standalone='yes'?>
<Relationships xmlns="http://schemas.openxmlformats.org/package/2006/relationships"><Relationship Type="http://schemas.openxmlformats.org/officeDocument/2006/relationships/slide" Target="/ppt/slides/slide32.xml" Id="R33b989ab4c5a4279"/><Relationship Type="http://schemas.openxmlformats.org/officeDocument/2006/relationships/notesMaster" Target="/ppt/notesMasters/notesMaster1.xml" Id="Rf5d3ad8752c74978"/></Relationships>
</file>

<file path=ppt/notesSlides/_rels/notesSlide33.xml.rels><?xml version='1.0' encoding='UTF-8' standalone='yes'?>
<Relationships xmlns="http://schemas.openxmlformats.org/package/2006/relationships"><Relationship Type="http://schemas.openxmlformats.org/officeDocument/2006/relationships/slide" Target="/ppt/slides/slide33.xml" Id="Rcedfea1924eb4448"/><Relationship Type="http://schemas.openxmlformats.org/officeDocument/2006/relationships/notesMaster" Target="/ppt/notesMasters/notesMaster1.xml" Id="R552a30d0b7784288"/></Relationships>
</file>

<file path=ppt/notesSlides/_rels/notesSlide34.xml.rels><?xml version='1.0' encoding='UTF-8' standalone='yes'?>
<Relationships xmlns="http://schemas.openxmlformats.org/package/2006/relationships"><Relationship Type="http://schemas.openxmlformats.org/officeDocument/2006/relationships/slide" Target="/ppt/slides/slide34.xml" Id="R84d4138718384cb1"/><Relationship Type="http://schemas.openxmlformats.org/officeDocument/2006/relationships/notesMaster" Target="/ppt/notesMasters/notesMaster1.xml" Id="R732f901373374e3e"/></Relationships>
</file>

<file path=ppt/notesSlides/_rels/notesSlide35.xml.rels><?xml version='1.0' encoding='UTF-8' standalone='yes'?>
<Relationships xmlns="http://schemas.openxmlformats.org/package/2006/relationships"><Relationship Type="http://schemas.openxmlformats.org/officeDocument/2006/relationships/slide" Target="/ppt/slides/slide35.xml" Id="R4c447907d1914ba5"/><Relationship Type="http://schemas.openxmlformats.org/officeDocument/2006/relationships/notesMaster" Target="/ppt/notesMasters/notesMaster1.xml" Id="Ra0d9e0b22d264ed3"/></Relationships>
</file>

<file path=ppt/notesSlides/_rels/notesSlide36.xml.rels><?xml version='1.0' encoding='UTF-8' standalone='yes'?>
<Relationships xmlns="http://schemas.openxmlformats.org/package/2006/relationships"><Relationship Type="http://schemas.openxmlformats.org/officeDocument/2006/relationships/slide" Target="/ppt/slides/slide36.xml" Id="Rbdbc582dd1884b63"/><Relationship Type="http://schemas.openxmlformats.org/officeDocument/2006/relationships/notesMaster" Target="/ppt/notesMasters/notesMaster1.xml" Id="R86ee6008650243fe"/></Relationships>
</file>

<file path=ppt/notesSlides/_rels/notesSlide37.xml.rels><?xml version='1.0' encoding='UTF-8' standalone='yes'?>
<Relationships xmlns="http://schemas.openxmlformats.org/package/2006/relationships"><Relationship Type="http://schemas.openxmlformats.org/officeDocument/2006/relationships/slide" Target="/ppt/slides/slide37.xml" Id="Rbf6a137ab2014eba"/><Relationship Type="http://schemas.openxmlformats.org/officeDocument/2006/relationships/notesMaster" Target="/ppt/notesMasters/notesMaster1.xml" Id="R9fdf83006a424c80"/></Relationships>
</file>

<file path=ppt/notesSlides/_rels/notesSlide38.xml.rels><?xml version='1.0' encoding='UTF-8' standalone='yes'?>
<Relationships xmlns="http://schemas.openxmlformats.org/package/2006/relationships"><Relationship Type="http://schemas.openxmlformats.org/officeDocument/2006/relationships/slide" Target="/ppt/slides/slide38.xml" Id="R0755af8448044cda"/><Relationship Type="http://schemas.openxmlformats.org/officeDocument/2006/relationships/notesMaster" Target="/ppt/notesMasters/notesMaster1.xml" Id="R39f09f43fa2d4694"/></Relationships>
</file>

<file path=ppt/notesSlides/_rels/notesSlide39.xml.rels><?xml version='1.0' encoding='UTF-8' standalone='yes'?>
<Relationships xmlns="http://schemas.openxmlformats.org/package/2006/relationships"><Relationship Type="http://schemas.openxmlformats.org/officeDocument/2006/relationships/slide" Target="/ppt/slides/slide39.xml" Id="R477f02db7efe4d00"/><Relationship Type="http://schemas.openxmlformats.org/officeDocument/2006/relationships/notesMaster" Target="/ppt/notesMasters/notesMaster1.xml" Id="Rcce268fa27fa42a3"/></Relationships>
</file>

<file path=ppt/notesSlides/_rels/notesSlide40.xml.rels><?xml version='1.0' encoding='UTF-8' standalone='yes'?>
<Relationships xmlns="http://schemas.openxmlformats.org/package/2006/relationships"><Relationship Type="http://schemas.openxmlformats.org/officeDocument/2006/relationships/slide" Target="/ppt/slides/slide40.xml" Id="R667bda7bbcc244dc"/><Relationship Type="http://schemas.openxmlformats.org/officeDocument/2006/relationships/notesMaster" Target="/ppt/notesMasters/notesMaster1.xml" Id="R4fb808fb79a44067"/></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ART-GROW-A2-W01-P2</a:t>
            </a:r>
          </a:p>
          <a:p xmlns:a="http://schemas.openxmlformats.org/drawingml/2006/main">
            <a:r>
              <a:t>Stage: Opening; 0 minutes; lesson clock 0 to 0.</a:t>
            </a:r>
          </a:p>
          <a:p xmlns:a="http://schemas.openxmlformats.org/drawingml/2006/main">
            <a:r>
              <a:t>Prepare the simple word, colour and image cards described here before the lesson; no external image, named resource or screen interaction is needed. Read pupil wording aloud, one short prompt at a time. All response choices apply to EVERY question, demonstration response, shared task, route, review and Exit: pupils may point, speak, sign, use symbols, draw or write. A pupil may direct an adult to make a mark or move a shape. Offer a director role throughout; do not require handling materials or speaking to the group. Never cold call. Any pupil may pass. A pass needs no book entry.</a:t>
            </a:r>
          </a:p>
          <a:p xmlns:a="http://schemas.openxmlformats.org/drawingml/2006/main">
            <a:r>
              <a:t>Use one Arrival tier and one Exit tier per pupil. Keep Answer (adult) lines out of pupil view until the response. The three Exit checks are brief choices or short responses, not three extended written answers. Allow private thinking before any shared reveal. An adult may record the pupil's own choice, gesture or exact words. No board copying is needed in the timed stages. Mark-making is the default; prepared paper shapes are an equal alternative without required cutting or gluing.</a:t>
            </a:r>
          </a:p>
          <a:p xmlns:a="http://schemas.openxmlformats.org/drawingml/2006/main">
            <a:r>
              <a:t>Festival context: light and colour are used in some celebrations. People within a tradition may celebrate in different ways. These are original, made-up classroom images for an imagined light display, not sacred images or examples of a named tradition's art. Never ask about a pupil's belief, family, worship or loss. Discuss visible features and possible effects, not personal disclosure. No named artists or artworks are needed.</a:t>
            </a:r>
          </a:p>
          <a:p xmlns:a="http://schemas.openxmlformats.org/drawingml/2006/main">
            <a:r>
              <a:t>Materials safety and access: use pencils, pastels or chalk, coloured and dark paper, and optional glue and scissors with adult care. No flames or real lights are used. Prepare small dark-paper rectangles and optional pre-cut shapes before the lesson so time is spent choosing and making. The adult checks scissors, supervises their use and offers pre-cut shapes or a director role. Keep materials on the work surface, avoid blowing chalk dust and clean hands after use. Offer a pencil or paper shapes if a texture is uncomfortable. Announce a brief count-in before the first making step; mirror it with a visible gesture, then use the agreed flat-hand STOP cue for a pause. A pupil can choose a quiet place without explaining why. Give large images and read the exact descriptions; label colours as well as showing them. Record access through descriptions or adult-directed marks, and do not treat colour discrimination or fine motor control as the art understanding being assessed.</a:t>
            </a:r>
          </a:p>
          <a:p xmlns:a="http://schemas.openxmlformats.org/drawingml/2006/main">
            <a:r>
              <a:t>Kit and stimulus — complete adult image cues: Prepare A and B as two equal plain rectangles with no people, text within the image or named objects. A: a very dark blue ground; one central row of six evenly spaced, equal-size marks in this order: yellow ring / orange dot / yellow ring / orange dot / yellow ring / orange dot. Each ring is a yellow circle outline with the ground visible in its centre; each dot is a solid orange circle. Leave clear dark gaps. B: copy A's marks, colours, sizes, order and spacing exactly, but use a pale yellow ground close in colour and lightness to the yellow rings. Check that A's yellow outlines stand out more clearly before teaching. Prepare one unfilled dark-paper row for the guided example, and a separate test scrap for the adult's small mark change. Supply word cards that give each word and its meaning: WARM (red, orange and yellow) / COOL (blue and green); CONTRAST (a clear difference, such as bright marks on a dark ground) / REPEAT (use a mark or group of marks again); STRENGTH / CHANGE; labelled bright yellow, orange, light blue and light green colour choices; ring and dot shape cues. For a ray cue, if chosen for a pupil's own work, draw four short straight marks spreading from a single centre. Each line is one ray; the group is an abstract light shape, not a flame. Red, orange and yellow are warm colours; blue and green are cool colours for this task. The terms describe colour groups, not temperature. The complete model, terms and materials are introduced here; attendance at P1 is not assumed. Do not ask for a prepared artwork or prior plan. Each pupil makes a fresh small plan within the task.</a:t>
            </a:r>
          </a:p>
          <a:p xmlns:a="http://schemas.openxmlformats.org/drawingml/2006/main">
            <a:r>
              <a:t>Adult-only EHCP note: Possible outcome areas are communication and interaction; cognition and learning; sensory and/or physical needs; social, emotional and mental health. Link observations only to an actual individual target; do not infer an outcome from participation alone. Regulation strategy: use the announced count-in and visible STOP cue, with an agreed silent return to the next small task if the pupil needs a pause.</a:t>
            </a:r>
          </a:p>
          <a:p xmlns:a="http://schemas.openxmlformats.org/drawingml/2006/main">
            <a:r>
              <a:t>Same-day evidence — ART-GROW-A2-W01-P2: The assigned adult records one chosen book item or a brief observation of the pupil's own response, response mode and actual prompt used, and files it in the evidence app the same day under ART-GROW-A2-W01-P2. A photo is optional and needs the accompanying observation; a photo alone does not show understanding. Do not require a public display. Arts evidence goes in the Explore log.</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ART-GROW-A2-W01-P2</a:t>
            </a:r>
          </a:p>
          <a:p xmlns:a="http://schemas.openxmlformats.org/drawingml/2006/main">
            <a:r>
              <a:t>Stage: Opening; 0 minutes; lesson clock 0 to 0.</a:t>
            </a:r>
          </a:p>
          <a:p xmlns:a="http://schemas.openxmlformats.org/drawingml/2006/main">
            <a:r>
              <a:t>Prepare the simple word, colour and image cards described here before the lesson; no external image, named resource or screen interaction is needed. Read pupil wording aloud, one short prompt at a time. All response choices apply to EVERY question, demonstration response, shared task, route, review and Exit: pupils may point, speak, sign, use symbols, draw or write. A pupil may direct an adult to make a mark or move a shape. Offer a director role throughout; do not require handling materials or speaking to the group. Never cold call. Any pupil may pass. A pass needs no book entry.</a:t>
            </a:r>
          </a:p>
          <a:p xmlns:a="http://schemas.openxmlformats.org/drawingml/2006/main">
            <a:r>
              <a:t>Use one Arrival tier and one Exit tier per pupil. Keep Answer (adult) lines out of pupil view until the response. The three Exit checks are brief choices or short responses, not three extended written answers. Allow private thinking before any shared reveal. An adult may record the pupil's own choice, gesture or exact words. No board copying is needed in the timed stages. Mark-making is the default; prepared paper shapes are an equal alternative without required cutting or gluing.</a:t>
            </a:r>
          </a:p>
          <a:p xmlns:a="http://schemas.openxmlformats.org/drawingml/2006/main">
            <a:r>
              <a:t>Festival context: light and colour are used in some celebrations. People within a tradition may celebrate in different ways. These are original, made-up classroom images for an imagined light display, not sacred images or examples of a named tradition's art. Never ask about a pupil's belief, family, worship or loss. Discuss visible features and possible effects, not personal disclosure. No named artists or artworks are needed.</a:t>
            </a:r>
          </a:p>
          <a:p xmlns:a="http://schemas.openxmlformats.org/drawingml/2006/main">
            <a:r>
              <a:t>Materials safety and access: use pencils, pastels or chalk, coloured and dark paper, and optional glue and scissors with adult care. No flames or real lights are used. Prepare small dark-paper rectangles and optional pre-cut shapes before the lesson so time is spent choosing and making. The adult checks scissors, supervises their use and offers pre-cut shapes or a director role. Keep materials on the work surface, avoid blowing chalk dust and clean hands after use. Offer a pencil or paper shapes if a texture is uncomfortable. Announce a brief count-in before the first making step; mirror it with a visible gesture, then use the agreed flat-hand STOP cue for a pause. A pupil can choose a quiet place without explaining why. Give large images and read the exact descriptions; label colours as well as showing them. Record access through descriptions or adult-directed marks, and do not treat colour discrimination or fine motor control as the art understanding being assessed.</a:t>
            </a:r>
          </a:p>
          <a:p xmlns:a="http://schemas.openxmlformats.org/drawingml/2006/main">
            <a:r>
              <a:t>Kit and stimulus — complete adult image cues: Prepare A and B as two equal plain rectangles with no people, text within the image or named objects. A: a very dark blue ground; one central row of six evenly spaced, equal-size marks in this order: yellow ring / orange dot / yellow ring / orange dot / yellow ring / orange dot. Each ring is a yellow circle outline with the ground visible in its centre; each dot is a solid orange circle. Leave clear dark gaps. B: copy A's marks, colours, sizes, order and spacing exactly, but use a pale yellow ground close in colour and lightness to the yellow rings. Check that A's yellow outlines stand out more clearly before teaching. Prepare one unfilled dark-paper row for the guided example, and a separate test scrap for the adult's small mark change. Supply word cards that give each word and its meaning: WARM (red, orange and yellow) / COOL (blue and green); CONTRAST (a clear difference, such as bright marks on a dark ground) / REPEAT (use a mark or group of marks again); STRENGTH / CHANGE; labelled bright yellow, orange, light blue and light green colour choices; ring and dot shape cues. For a ray cue, if chosen for a pupil's own work, draw four short straight marks spreading from a single centre. Each line is one ray; the group is an abstract light shape, not a flame. Red, orange and yellow are warm colours; blue and green are cool colours for this task. The terms describe colour groups, not temperature. The complete model, terms and materials are introduced here; attendance at P1 is not assumed. Do not ask for a prepared artwork or prior plan. Each pupil makes a fresh small plan within the task.</a:t>
            </a:r>
          </a:p>
          <a:p xmlns:a="http://schemas.openxmlformats.org/drawingml/2006/main">
            <a:r>
              <a:t>Adult-only EHCP note: Possible outcome areas are communication and interaction; cognition and learning; sensory and/or physical needs; social, emotional and mental health. Link observations only to an actual individual target; do not infer an outcome from participation alone. Regulation strategy: use the announced count-in and visible STOP cue, with an agreed silent return to the next small task if the pupil needs a pause.</a:t>
            </a:r>
          </a:p>
          <a:p xmlns:a="http://schemas.openxmlformats.org/drawingml/2006/main">
            <a:r>
              <a:t>Same-day evidence — ART-GROW-A2-W01-P2: The assigned adult records one chosen book item or a brief observation of the pupil's own response, response mode and actual prompt used, and files it in the evidence app the same day under ART-GROW-A2-W01-P2. A photo is optional and needs the accompanying observation; a photo alone does not show understanding. Do not require a public display. Arts evidence goes in the Explore log.</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ART-GROW-A2-W01-P2</a:t>
            </a:r>
          </a:p>
          <a:p xmlns:a="http://schemas.openxmlformats.org/drawingml/2006/main">
            <a:r>
              <a:t>Stage: Arrival; 5 minutes; lesson clock 0 to 5.</a:t>
            </a:r>
          </a:p>
          <a:p xmlns:a="http://schemas.openxmlformats.org/drawingml/2006/main">
            <a:r>
              <a:t>Adult note: Show and describe A and B using the shared notes. A, B and the word cards (each with its meaning) are supplied clues, not a test of prior learning. Use one tier.</a:t>
            </a:r>
          </a:p>
          <a:p xmlns:a="http://schemas.openxmlformats.org/drawingml/2006/main">
            <a:r>
              <a:t>Answer guidance: Dark; very dark blue.</a:t>
            </a:r>
          </a:p>
          <a:p xmlns:a="http://schemas.openxmlformats.org/drawingml/2006/main">
            <a:r>
              <a:t>Answer guidance: A yellow ring.</a:t>
            </a:r>
          </a:p>
          <a:p xmlns:a="http://schemas.openxmlformats.org/drawingml/2006/main">
            <a:r>
              <a:t>Answer guidance: A. Its dark ground contrasts more clearly with the yellow outline.</a:t>
            </a:r>
          </a:p>
          <a:p xmlns:a="http://schemas.openxmlformats.org/drawingml/2006/main">
            <a:r>
              <a:t>Answer guidance: Stop.</a:t>
            </a:r>
          </a:p>
          <a:p xmlns:a="http://schemas.openxmlformats.org/drawingml/2006/main">
            <a:r>
              <a:t>Answer guidance: Yellow ring, then orange dot.</a:t>
            </a:r>
          </a:p>
          <a:p xmlns:a="http://schemas.openxmlformats.org/drawingml/2006/main">
            <a:r>
              <a:t>Answer guidance: Warm colours. The dark blue ground belongs to the cool group.</a:t>
            </a:r>
          </a:p>
          <a:p xmlns:a="http://schemas.openxmlformats.org/drawingml/2006/main">
            <a:r>
              <a:t>Answer guidance: The ground changed from dark blue to pale yellow; the marks stayed the same. A's yellow rings are clearer against the dark ground.</a:t>
            </a:r>
          </a:p>
          <a:p xmlns:a="http://schemas.openxmlformats.org/drawingml/2006/main">
            <a:r>
              <a:t>Answer guidance: Three times, making six marks.</a:t>
            </a:r>
          </a:p>
          <a:p xmlns:a="http://schemas.openxmlformats.org/drawingml/2006/main">
            <a:r>
              <a:t>Answer guidance: They share the same yellow-ring/orange-dot repeat, size and spacing. Their grounds differ, changing the yellow rings' visibility. Accept one accurate shared feature and one difference.</a:t>
            </a:r>
          </a:p>
          <a:p xmlns:a="http://schemas.openxmlformats.org/drawingml/2006/main">
            <a:r>
              <a:t>Answer guidance: Yes, if the marks are sufficiently light and distinct from the ground. Cool colours do not have to be dark or faint.</a:t>
            </a:r>
          </a:p>
          <a:p xmlns:a="http://schemas.openxmlformats.org/drawingml/2006/main">
            <a:r>
              <a:t>Answer guidance: For example, its bright yellow rings stand out against the dark ground, or the ring/dot order repeats clearly. Require a feature rather than a general approval word.</a:t>
            </a:r>
          </a:p>
          <a:p xmlns:a="http://schemas.openxmlformats.org/drawingml/2006/main">
            <a:r>
              <a:t>Answer guidance: Make all gaps wider or narrower while retaining the three ring/dot pairs; another clearly specified spacing change is valid if the repeat remains identifiable.</a:t>
            </a:r>
          </a:p>
          <a:p xmlns:a="http://schemas.openxmlformats.org/drawingml/2006/main">
            <a:r>
              <a:t>Picture description: A has a very dark blue ground. Its row is yellow ring, orange dot, yellow ring, orange dot, yellow ring, orange dot, with even dark gaps.</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ART-GROW-A2-W01-P2</a:t>
            </a:r>
          </a:p>
          <a:p xmlns:a="http://schemas.openxmlformats.org/drawingml/2006/main">
            <a:r>
              <a:t>Stage: Arrival; 5 minutes; lesson clock 0 to 5.</a:t>
            </a:r>
          </a:p>
          <a:p xmlns:a="http://schemas.openxmlformats.org/drawingml/2006/main">
            <a:r>
              <a:t>Adult note: Show and describe A and B using the shared notes. A, B and the word cards (each with its meaning) are supplied clues, not a test of prior learning. Use one tier.</a:t>
            </a:r>
          </a:p>
          <a:p xmlns:a="http://schemas.openxmlformats.org/drawingml/2006/main">
            <a:r>
              <a:t>Answer guidance: Dark; very dark blue.</a:t>
            </a:r>
          </a:p>
          <a:p xmlns:a="http://schemas.openxmlformats.org/drawingml/2006/main">
            <a:r>
              <a:t>Answer guidance: A yellow ring.</a:t>
            </a:r>
          </a:p>
          <a:p xmlns:a="http://schemas.openxmlformats.org/drawingml/2006/main">
            <a:r>
              <a:t>Answer guidance: A. Its dark ground contrasts more clearly with the yellow outline.</a:t>
            </a:r>
          </a:p>
          <a:p xmlns:a="http://schemas.openxmlformats.org/drawingml/2006/main">
            <a:r>
              <a:t>Answer guidance: Stop.</a:t>
            </a:r>
          </a:p>
          <a:p xmlns:a="http://schemas.openxmlformats.org/drawingml/2006/main">
            <a:r>
              <a:t>Answer guidance: Yellow ring, then orange dot.</a:t>
            </a:r>
          </a:p>
          <a:p xmlns:a="http://schemas.openxmlformats.org/drawingml/2006/main">
            <a:r>
              <a:t>Answer guidance: Warm colours. The dark blue ground belongs to the cool group.</a:t>
            </a:r>
          </a:p>
          <a:p xmlns:a="http://schemas.openxmlformats.org/drawingml/2006/main">
            <a:r>
              <a:t>Answer guidance: The ground changed from dark blue to pale yellow; the marks stayed the same. A's yellow rings are clearer against the dark ground.</a:t>
            </a:r>
          </a:p>
          <a:p xmlns:a="http://schemas.openxmlformats.org/drawingml/2006/main">
            <a:r>
              <a:t>Answer guidance: Three times, making six marks.</a:t>
            </a:r>
          </a:p>
          <a:p xmlns:a="http://schemas.openxmlformats.org/drawingml/2006/main">
            <a:r>
              <a:t>Answer guidance: They share the same yellow-ring/orange-dot repeat, size and spacing. Their grounds differ, changing the yellow rings' visibility. Accept one accurate shared feature and one difference.</a:t>
            </a:r>
          </a:p>
          <a:p xmlns:a="http://schemas.openxmlformats.org/drawingml/2006/main">
            <a:r>
              <a:t>Answer guidance: Yes, if the marks are sufficiently light and distinct from the ground. Cool colours do not have to be dark or faint.</a:t>
            </a:r>
          </a:p>
          <a:p xmlns:a="http://schemas.openxmlformats.org/drawingml/2006/main">
            <a:r>
              <a:t>Answer guidance: For example, its bright yellow rings stand out against the dark ground, or the ring/dot order repeats clearly. Require a feature rather than a general approval word.</a:t>
            </a:r>
          </a:p>
          <a:p xmlns:a="http://schemas.openxmlformats.org/drawingml/2006/main">
            <a:r>
              <a:t>Answer guidance: Make all gaps wider or narrower while retaining the three ring/dot pairs; another clearly specified spacing change is valid if the repeat remains identifiable.</a:t>
            </a:r>
          </a:p>
          <a:p xmlns:a="http://schemas.openxmlformats.org/drawingml/2006/main">
            <a:r>
              <a:t>Picture description: B has the same yellow-ring and orange-dot row as A, with the same size, order and gaps, on a pale yellow ground. Its yellow rings are less clear.</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ART-GROW-A2-W01-P2</a:t>
            </a:r>
          </a:p>
          <a:p xmlns:a="http://schemas.openxmlformats.org/drawingml/2006/main">
            <a:r>
              <a:t>Stage: Arrival; 5 minutes; lesson clock 0 to 5.</a:t>
            </a:r>
          </a:p>
          <a:p xmlns:a="http://schemas.openxmlformats.org/drawingml/2006/main">
            <a:r>
              <a:t>Adult note: Show and describe A and B using the shared notes. A, B and the word cards (each with its meaning) are supplied clues, not a test of prior learning. Use one tier.</a:t>
            </a:r>
          </a:p>
          <a:p xmlns:a="http://schemas.openxmlformats.org/drawingml/2006/main">
            <a:r>
              <a:t>Answer guidance: Dark; very dark blue.</a:t>
            </a:r>
          </a:p>
          <a:p xmlns:a="http://schemas.openxmlformats.org/drawingml/2006/main">
            <a:r>
              <a:t>Answer guidance: A yellow ring.</a:t>
            </a:r>
          </a:p>
          <a:p xmlns:a="http://schemas.openxmlformats.org/drawingml/2006/main">
            <a:r>
              <a:t>Answer guidance: A. Its dark ground contrasts more clearly with the yellow outline.</a:t>
            </a:r>
          </a:p>
          <a:p xmlns:a="http://schemas.openxmlformats.org/drawingml/2006/main">
            <a:r>
              <a:t>Answer guidance: Stop.</a:t>
            </a:r>
          </a:p>
          <a:p xmlns:a="http://schemas.openxmlformats.org/drawingml/2006/main">
            <a:r>
              <a:t>Answer guidance: Yellow ring, then orange dot.</a:t>
            </a:r>
          </a:p>
          <a:p xmlns:a="http://schemas.openxmlformats.org/drawingml/2006/main">
            <a:r>
              <a:t>Answer guidance: Warm colours. The dark blue ground belongs to the cool group.</a:t>
            </a:r>
          </a:p>
          <a:p xmlns:a="http://schemas.openxmlformats.org/drawingml/2006/main">
            <a:r>
              <a:t>Answer guidance: The ground changed from dark blue to pale yellow; the marks stayed the same. A's yellow rings are clearer against the dark ground.</a:t>
            </a:r>
          </a:p>
          <a:p xmlns:a="http://schemas.openxmlformats.org/drawingml/2006/main">
            <a:r>
              <a:t>Answer guidance: Three times, making six marks.</a:t>
            </a:r>
          </a:p>
          <a:p xmlns:a="http://schemas.openxmlformats.org/drawingml/2006/main">
            <a:r>
              <a:t>Answer guidance: They share the same yellow-ring/orange-dot repeat, size and spacing. Their grounds differ, changing the yellow rings' visibility. Accept one accurate shared feature and one difference.</a:t>
            </a:r>
          </a:p>
          <a:p xmlns:a="http://schemas.openxmlformats.org/drawingml/2006/main">
            <a:r>
              <a:t>Answer guidance: Yes, if the marks are sufficiently light and distinct from the ground. Cool colours do not have to be dark or faint.</a:t>
            </a:r>
          </a:p>
          <a:p xmlns:a="http://schemas.openxmlformats.org/drawingml/2006/main">
            <a:r>
              <a:t>Answer guidance: For example, its bright yellow rings stand out against the dark ground, or the ring/dot order repeats clearly. Require a feature rather than a general approval word.</a:t>
            </a:r>
          </a:p>
          <a:p xmlns:a="http://schemas.openxmlformats.org/drawingml/2006/main">
            <a:r>
              <a:t>Answer guidance: Make all gaps wider or narrower while retaining the three ring/dot pairs; another clearly specified spacing change is valid if the repeat remains identifiable.</a:t>
            </a:r>
          </a:p>
          <a:p xmlns:a="http://schemas.openxmlformats.org/drawingml/2006/main">
            <a:r>
              <a:t>Use this tier as an alternative to the other tiers. Continuation adds no teaching time.</a:t>
            </a:r>
          </a:p>
          <a:p xmlns:a="http://schemas.openxmlformats.org/drawingml/2006/main">
            <a:r>
              <a:t>1. Ground</a:t>
            </a:r>
          </a:p>
          <a:p xmlns:a="http://schemas.openxmlformats.org/drawingml/2006/main">
            <a:r>
              <a:t>Answer guidance: Dark; very dark blue.</a:t>
            </a:r>
          </a:p>
          <a:p xmlns:a="http://schemas.openxmlformats.org/drawingml/2006/main">
            <a:r>
              <a:t>2. Mark</a:t>
            </a:r>
          </a:p>
          <a:p xmlns:a="http://schemas.openxmlformats.org/drawingml/2006/main">
            <a:r>
              <a:t>Answer guidance: A yellow ring.</a:t>
            </a:r>
          </a:p>
          <a:p xmlns:a="http://schemas.openxmlformats.org/drawingml/2006/main">
            <a:r>
              <a:t>3. Contrast</a:t>
            </a:r>
          </a:p>
          <a:p xmlns:a="http://schemas.openxmlformats.org/drawingml/2006/main">
            <a:r>
              <a:t>Answer guidance: A. Its dark ground contrasts more clearly with the yellow outline.</a:t>
            </a:r>
          </a:p>
          <a:p xmlns:a="http://schemas.openxmlformats.org/drawingml/2006/main">
            <a:r>
              <a:t>4. Stop</a:t>
            </a:r>
          </a:p>
          <a:p xmlns:a="http://schemas.openxmlformats.org/drawingml/2006/main">
            <a:r>
              <a:t>Answer guidance: Stop.</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ART-GROW-A2-W01-P2</a:t>
            </a:r>
          </a:p>
          <a:p xmlns:a="http://schemas.openxmlformats.org/drawingml/2006/main">
            <a:r>
              <a:t>Stage: Arrival; 5 minutes; lesson clock 0 to 5.</a:t>
            </a:r>
          </a:p>
          <a:p xmlns:a="http://schemas.openxmlformats.org/drawingml/2006/main">
            <a:r>
              <a:t>Adult note: Show and describe A and B using the shared notes. A, B and the word cards (each with its meaning) are supplied clues, not a test of prior learning. Use one tier.</a:t>
            </a:r>
          </a:p>
          <a:p xmlns:a="http://schemas.openxmlformats.org/drawingml/2006/main">
            <a:r>
              <a:t>Answer guidance: Dark; very dark blue.</a:t>
            </a:r>
          </a:p>
          <a:p xmlns:a="http://schemas.openxmlformats.org/drawingml/2006/main">
            <a:r>
              <a:t>Answer guidance: A yellow ring.</a:t>
            </a:r>
          </a:p>
          <a:p xmlns:a="http://schemas.openxmlformats.org/drawingml/2006/main">
            <a:r>
              <a:t>Answer guidance: A. Its dark ground contrasts more clearly with the yellow outline.</a:t>
            </a:r>
          </a:p>
          <a:p xmlns:a="http://schemas.openxmlformats.org/drawingml/2006/main">
            <a:r>
              <a:t>Answer guidance: Stop.</a:t>
            </a:r>
          </a:p>
          <a:p xmlns:a="http://schemas.openxmlformats.org/drawingml/2006/main">
            <a:r>
              <a:t>Answer guidance: Yellow ring, then orange dot.</a:t>
            </a:r>
          </a:p>
          <a:p xmlns:a="http://schemas.openxmlformats.org/drawingml/2006/main">
            <a:r>
              <a:t>Answer guidance: Warm colours. The dark blue ground belongs to the cool group.</a:t>
            </a:r>
          </a:p>
          <a:p xmlns:a="http://schemas.openxmlformats.org/drawingml/2006/main">
            <a:r>
              <a:t>Answer guidance: The ground changed from dark blue to pale yellow; the marks stayed the same. A's yellow rings are clearer against the dark ground.</a:t>
            </a:r>
          </a:p>
          <a:p xmlns:a="http://schemas.openxmlformats.org/drawingml/2006/main">
            <a:r>
              <a:t>Answer guidance: Three times, making six marks.</a:t>
            </a:r>
          </a:p>
          <a:p xmlns:a="http://schemas.openxmlformats.org/drawingml/2006/main">
            <a:r>
              <a:t>Answer guidance: They share the same yellow-ring/orange-dot repeat, size and spacing. Their grounds differ, changing the yellow rings' visibility. Accept one accurate shared feature and one difference.</a:t>
            </a:r>
          </a:p>
          <a:p xmlns:a="http://schemas.openxmlformats.org/drawingml/2006/main">
            <a:r>
              <a:t>Answer guidance: Yes, if the marks are sufficiently light and distinct from the ground. Cool colours do not have to be dark or faint.</a:t>
            </a:r>
          </a:p>
          <a:p xmlns:a="http://schemas.openxmlformats.org/drawingml/2006/main">
            <a:r>
              <a:t>Answer guidance: For example, its bright yellow rings stand out against the dark ground, or the ring/dot order repeats clearly. Require a feature rather than a general approval word.</a:t>
            </a:r>
          </a:p>
          <a:p xmlns:a="http://schemas.openxmlformats.org/drawingml/2006/main">
            <a:r>
              <a:t>Answer guidance: Make all gaps wider or narrower while retaining the three ring/dot pairs; another clearly specified spacing change is valid if the repeat remains identifiable.</a:t>
            </a:r>
          </a:p>
          <a:p xmlns:a="http://schemas.openxmlformats.org/drawingml/2006/main">
            <a:r>
              <a:t>Use this tier as an alternative to the other tiers. Continuation adds no teaching time.</a:t>
            </a:r>
          </a:p>
          <a:p xmlns:a="http://schemas.openxmlformats.org/drawingml/2006/main">
            <a:r>
              <a:t>1. Pattern</a:t>
            </a:r>
          </a:p>
          <a:p xmlns:a="http://schemas.openxmlformats.org/drawingml/2006/main">
            <a:r>
              <a:t>Answer guidance: Yellow ring, then orange dot.</a:t>
            </a:r>
          </a:p>
          <a:p xmlns:a="http://schemas.openxmlformats.org/drawingml/2006/main">
            <a:r>
              <a:t>2. Colour group</a:t>
            </a:r>
          </a:p>
          <a:p xmlns:a="http://schemas.openxmlformats.org/drawingml/2006/main">
            <a:r>
              <a:t>Answer guidance: Warm colours. The dark blue ground belongs to the cool group.</a:t>
            </a:r>
          </a:p>
          <a:p xmlns:a="http://schemas.openxmlformats.org/drawingml/2006/main">
            <a:r>
              <a:t>3. Contrast</a:t>
            </a:r>
          </a:p>
          <a:p xmlns:a="http://schemas.openxmlformats.org/drawingml/2006/main">
            <a:r>
              <a:t>Answer guidance: The ground changed from dark blue to pale yellow; the marks stayed the same. A's yellow rings are clearer against the dark ground.</a:t>
            </a:r>
          </a:p>
          <a:p xmlns:a="http://schemas.openxmlformats.org/drawingml/2006/main">
            <a:r>
              <a:t>4. Repeat</a:t>
            </a:r>
          </a:p>
          <a:p xmlns:a="http://schemas.openxmlformats.org/drawingml/2006/main">
            <a:r>
              <a:t>Answer guidance: Three times, making six marks.</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ART-GROW-A2-W01-P2</a:t>
            </a:r>
          </a:p>
          <a:p xmlns:a="http://schemas.openxmlformats.org/drawingml/2006/main">
            <a:r>
              <a:t>Stage: Arrival; 5 minutes; lesson clock 0 to 5.</a:t>
            </a:r>
          </a:p>
          <a:p xmlns:a="http://schemas.openxmlformats.org/drawingml/2006/main">
            <a:r>
              <a:t>Adult note: Show and describe A and B using the shared notes. A, B and the word cards (each with its meaning) are supplied clues, not a test of prior learning. Use one tier.</a:t>
            </a:r>
          </a:p>
          <a:p xmlns:a="http://schemas.openxmlformats.org/drawingml/2006/main">
            <a:r>
              <a:t>Answer guidance: Dark; very dark blue.</a:t>
            </a:r>
          </a:p>
          <a:p xmlns:a="http://schemas.openxmlformats.org/drawingml/2006/main">
            <a:r>
              <a:t>Answer guidance: A yellow ring.</a:t>
            </a:r>
          </a:p>
          <a:p xmlns:a="http://schemas.openxmlformats.org/drawingml/2006/main">
            <a:r>
              <a:t>Answer guidance: A. Its dark ground contrasts more clearly with the yellow outline.</a:t>
            </a:r>
          </a:p>
          <a:p xmlns:a="http://schemas.openxmlformats.org/drawingml/2006/main">
            <a:r>
              <a:t>Answer guidance: Stop.</a:t>
            </a:r>
          </a:p>
          <a:p xmlns:a="http://schemas.openxmlformats.org/drawingml/2006/main">
            <a:r>
              <a:t>Answer guidance: Yellow ring, then orange dot.</a:t>
            </a:r>
          </a:p>
          <a:p xmlns:a="http://schemas.openxmlformats.org/drawingml/2006/main">
            <a:r>
              <a:t>Answer guidance: Warm colours. The dark blue ground belongs to the cool group.</a:t>
            </a:r>
          </a:p>
          <a:p xmlns:a="http://schemas.openxmlformats.org/drawingml/2006/main">
            <a:r>
              <a:t>Answer guidance: The ground changed from dark blue to pale yellow; the marks stayed the same. A's yellow rings are clearer against the dark ground.</a:t>
            </a:r>
          </a:p>
          <a:p xmlns:a="http://schemas.openxmlformats.org/drawingml/2006/main">
            <a:r>
              <a:t>Answer guidance: Three times, making six marks.</a:t>
            </a:r>
          </a:p>
          <a:p xmlns:a="http://schemas.openxmlformats.org/drawingml/2006/main">
            <a:r>
              <a:t>Answer guidance: They share the same yellow-ring/orange-dot repeat, size and spacing. Their grounds differ, changing the yellow rings' visibility. Accept one accurate shared feature and one difference.</a:t>
            </a:r>
          </a:p>
          <a:p xmlns:a="http://schemas.openxmlformats.org/drawingml/2006/main">
            <a:r>
              <a:t>Answer guidance: Yes, if the marks are sufficiently light and distinct from the ground. Cool colours do not have to be dark or faint.</a:t>
            </a:r>
          </a:p>
          <a:p xmlns:a="http://schemas.openxmlformats.org/drawingml/2006/main">
            <a:r>
              <a:t>Answer guidance: For example, its bright yellow rings stand out against the dark ground, or the ring/dot order repeats clearly. Require a feature rather than a general approval word.</a:t>
            </a:r>
          </a:p>
          <a:p xmlns:a="http://schemas.openxmlformats.org/drawingml/2006/main">
            <a:r>
              <a:t>Answer guidance: Make all gaps wider or narrower while retaining the three ring/dot pairs; another clearly specified spacing change is valid if the repeat remains identifiable.</a:t>
            </a:r>
          </a:p>
          <a:p xmlns:a="http://schemas.openxmlformats.org/drawingml/2006/main">
            <a:r>
              <a:t>Use this tier as an alternative to the other tiers. Continuation adds no teaching time.</a:t>
            </a:r>
          </a:p>
          <a:p xmlns:a="http://schemas.openxmlformats.org/drawingml/2006/main">
            <a:r>
              <a:t>1. Comparison</a:t>
            </a:r>
          </a:p>
          <a:p xmlns:a="http://schemas.openxmlformats.org/drawingml/2006/main">
            <a:r>
              <a:t>Answer guidance: They share the same yellow-ring/orange-dot repeat, size and spacing. Their grounds differ, changing the yellow rings' visibility. Accept one accurate shared feature and one difference.</a:t>
            </a:r>
          </a:p>
          <a:p xmlns:a="http://schemas.openxmlformats.org/drawingml/2006/main">
            <a:r>
              <a:t>2. Contrast</a:t>
            </a:r>
          </a:p>
          <a:p xmlns:a="http://schemas.openxmlformats.org/drawingml/2006/main">
            <a:r>
              <a:t>Answer guidance: Yes, if the marks are sufficiently light and distinct from the ground. Cool colours do not have to be dark or faint.</a:t>
            </a:r>
          </a:p>
          <a:p xmlns:a="http://schemas.openxmlformats.org/drawingml/2006/main">
            <a:r>
              <a:t>3. Strength</a:t>
            </a:r>
          </a:p>
          <a:p xmlns:a="http://schemas.openxmlformats.org/drawingml/2006/main">
            <a:r>
              <a:t>Answer guidance: For example, its bright yellow rings stand out against the dark ground, or the ring/dot order repeats clearly. Require a feature rather than a general approval word.</a:t>
            </a:r>
          </a:p>
          <a:p xmlns:a="http://schemas.openxmlformats.org/drawingml/2006/main">
            <a:r>
              <a:t>4. Change</a:t>
            </a:r>
          </a:p>
          <a:p xmlns:a="http://schemas.openxmlformats.org/drawingml/2006/main">
            <a:r>
              <a:t>Answer guidance: Make all gaps wider or narrower while retaining the three ring/dot pairs; another clearly specified spacing change is valid if the repeat remains identifiable.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ART-GROW-A2-W01-P2</a:t>
            </a:r>
          </a:p>
          <a:p xmlns:a="http://schemas.openxmlformats.org/drawingml/2006/main">
            <a:r>
              <a:t>Stage: Starter; 3 minutes; lesson clock 5 to 8.</a:t>
            </a:r>
          </a:p>
          <a:p xmlns:a="http://schemas.openxmlformats.org/drawingml/2006/main">
            <a:r>
              <a:t>Adult note: Let every pupil choose privately; a pupil can point to A's dark ground and follow its repeated pair to show the reason. Plan B could serve a different art aim; this task asks for contrast and repetition.</a:t>
            </a:r>
          </a:p>
          <a:p xmlns:a="http://schemas.openxmlformats.org/drawingml/2006/main">
            <a:r>
              <a:t>Answer guidance: A meets this task's aim. Bright marks can contrast with a dark ground, and the chosen shape or pair can be repeated. Accept either feature as the short reason.</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ART-GROW-A2-W01-P2</a:t>
            </a:r>
          </a:p>
          <a:p xmlns:a="http://schemas.openxmlformats.org/drawingml/2006/main">
            <a:r>
              <a:t>Stage: Starter; 3 minutes; lesson clock 5 to 8.</a:t>
            </a:r>
          </a:p>
          <a:p xmlns:a="http://schemas.openxmlformats.org/drawingml/2006/main">
            <a:r>
              <a:t>Adult note: Let every pupil choose privately; a pupil can point to A's dark ground and follow its repeated pair to show the reason. Plan B could serve a different art aim; this task asks for contrast and repetition.</a:t>
            </a:r>
          </a:p>
          <a:p xmlns:a="http://schemas.openxmlformats.org/drawingml/2006/main">
            <a:r>
              <a:t>Answer guidance: A meets this task's aim. Bright marks can contrast with a dark ground, and the chosen shape or pair can be repeated. Accept either feature as the short reason.</a:t>
            </a:r>
          </a:p>
          <a:p xmlns:a="http://schemas.openxmlformats.org/drawingml/2006/main">
            <a:r>
              <a:t>Picture description: A has a very dark blue ground. Its row is yellow ring, orange dot, yellow ring, orange dot, yellow ring, orange dot, with even dark gaps.</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ART-GROW-A2-W01-P2</a:t>
            </a:r>
          </a:p>
          <a:p xmlns:a="http://schemas.openxmlformats.org/drawingml/2006/main">
            <a:r>
              <a:t>Stage: I do; 2 minutes; lesson clock 8 to 10.</a:t>
            </a:r>
          </a:p>
          <a:p xmlns:a="http://schemas.openxmlformats.org/drawingml/2006/main">
            <a:r>
              <a:t>Adult note: Four minutes to model a small artwork and its review, then two for vocabulary and a check. Use the announced count-in and STOP cue to make the start and pause predictable. Make a small row like A with the available materials. Show how a director can choose each colour and shape for the adult to make. On a separate scrap, model one ring with a thin outline and then a thicker outline to test a possible change.</a:t>
            </a:r>
          </a:p>
          <a:p xmlns:a="http://schemas.openxmlformats.org/drawingml/2006/main">
            <a:r>
              <a:t>Answer guidance: Bright marks contrast with a dark ground, and the ring/dot pair repeats. Pupils may locate each feature without naming the technical words.</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ART-GROW-A2-W01-P2</a:t>
            </a:r>
          </a:p>
          <a:p xmlns:a="http://schemas.openxmlformats.org/drawingml/2006/main">
            <a:r>
              <a:t>Stage: I do; 2 minutes; lesson clock 8 to 10.</a:t>
            </a:r>
          </a:p>
          <a:p xmlns:a="http://schemas.openxmlformats.org/drawingml/2006/main">
            <a:r>
              <a:t>Adult note: Four minutes to model a small artwork and its review, then two for vocabulary and a check. Use the announced count-in and STOP cue to make the start and pause predictable. Make a small row like A with the available materials. Show how a director can choose each colour and shape for the adult to make. On a separate scrap, model one ring with a thin outline and then a thicker outline to test a possible change.</a:t>
            </a:r>
          </a:p>
          <a:p xmlns:a="http://schemas.openxmlformats.org/drawingml/2006/main">
            <a:r>
              <a:t>Answer guidance: Bright marks contrast with a dark ground, and the ring/dot pair repeats. Pupils may locate each feature without naming the technical words.</a:t>
            </a:r>
          </a:p>
          <a:p xmlns:a="http://schemas.openxmlformats.org/drawingml/2006/main">
            <a:r>
              <a:t>Picture description: A has a very dark blue ground. Its row is yellow ring, orange dot, yellow ring, orange dot, yellow ring, orange dot, with even dark gaps.</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ART-GROW-A2-W01-P2</a:t>
            </a:r>
          </a:p>
          <a:p xmlns:a="http://schemas.openxmlformats.org/drawingml/2006/main">
            <a:r>
              <a:t>Stage: I do; 2 minutes; lesson clock 8 to 10.</a:t>
            </a:r>
          </a:p>
          <a:p xmlns:a="http://schemas.openxmlformats.org/drawingml/2006/main">
            <a:r>
              <a:t>Adult note: Four minutes to model a small artwork and its review, then two for vocabulary and a check. Use the announced count-in and STOP cue to make the start and pause predictable. Make a small row like A with the available materials. Show how a director can choose each colour and shape for the adult to make. On a separate scrap, model one ring with a thin outline and then a thicker outline to test a possible change.</a:t>
            </a:r>
          </a:p>
          <a:p xmlns:a="http://schemas.openxmlformats.org/drawingml/2006/main">
            <a:r>
              <a:t>Answer guidance: Bright marks contrast with a dark ground, and the ring/dot pair repeats. Pupils may locate each feature without naming the technical words.</a:t>
            </a:r>
          </a:p>
          <a:p xmlns:a="http://schemas.openxmlformats.org/drawingml/2006/main">
            <a:r>
              <a:t>Picture description: A yellow ring with a thin line and a yellow ring with a thicker line are shown on a separate dark test strip.</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ART-GROW-A2-W01-P2</a:t>
            </a:r>
          </a:p>
          <a:p xmlns:a="http://schemas.openxmlformats.org/drawingml/2006/main">
            <a:r>
              <a:t>Stage: I do; 2 minutes; lesson clock 10 to 12.</a:t>
            </a:r>
          </a:p>
          <a:p xmlns:a="http://schemas.openxmlformats.org/drawingml/2006/main">
            <a:r>
              <a:t>Adult note: Four minutes to model a small artwork and its review, then two for vocabulary and a check. Use the announced count-in and STOP cue to make the start and pause predictable. Make a small row like A with the available materials. Show how a director can choose each colour and shape for the adult to make. On a separate scrap, model one ring with a thin outline and then a thicker outline to test a possible change.</a:t>
            </a:r>
          </a:p>
          <a:p xmlns:a="http://schemas.openxmlformats.org/drawingml/2006/main">
            <a:r>
              <a:t>Answer guidance: Bright marks contrast with a dark ground, and the ring/dot pair repeats. Pupils may locate each feature without naming the technical words.</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ART-GROW-A2-W01-P2</a:t>
            </a:r>
          </a:p>
          <a:p xmlns:a="http://schemas.openxmlformats.org/drawingml/2006/main">
            <a:r>
              <a:t>Stage: I do; 2 minutes; lesson clock 10 to 12.</a:t>
            </a:r>
          </a:p>
          <a:p xmlns:a="http://schemas.openxmlformats.org/drawingml/2006/main">
            <a:r>
              <a:t>Adult note: Four minutes to model a small artwork and its review, then two for vocabulary and a check. Use the announced count-in and STOP cue to make the start and pause predictable. Make a small row like A with the available materials. Show how a director can choose each colour and shape for the adult to make. On a separate scrap, model one ring with a thin outline and then a thicker outline to test a possible change.</a:t>
            </a:r>
          </a:p>
          <a:p xmlns:a="http://schemas.openxmlformats.org/drawingml/2006/main">
            <a:r>
              <a:t>Answer guidance: Bright marks contrast with a dark ground, and the ring/dot pair repeats. Pupils may locate each feature without naming the technical words.</a:t>
            </a:r>
          </a:p>
          <a:p xmlns:a="http://schemas.openxmlformats.org/drawingml/2006/main">
            <a:r>
              <a:t>Picture description: A has a very dark blue ground. Its row is yellow ring, orange dot, yellow ring, orange dot, yellow ring, orange dot, with even dark gaps.</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ART-GROW-A2-W01-P2</a:t>
            </a:r>
          </a:p>
          <a:p xmlns:a="http://schemas.openxmlformats.org/drawingml/2006/main">
            <a:r>
              <a:t>Stage: I do; 2 minutes; lesson clock 10 to 12.</a:t>
            </a:r>
          </a:p>
          <a:p xmlns:a="http://schemas.openxmlformats.org/drawingml/2006/main">
            <a:r>
              <a:t>Adult note: Four minutes to model a small artwork and its review, then two for vocabulary and a check. Use the announced count-in and STOP cue to make the start and pause predictable. Make a small row like A with the available materials. Show how a director can choose each colour and shape for the adult to make. On a separate scrap, model one ring with a thin outline and then a thicker outline to test a possible change.</a:t>
            </a:r>
          </a:p>
          <a:p xmlns:a="http://schemas.openxmlformats.org/drawingml/2006/main">
            <a:r>
              <a:t>Answer guidance: Bright marks contrast with a dark ground, and the ring/dot pair repeats. Pupils may locate each feature without naming the technical words.</a:t>
            </a:r>
          </a:p>
          <a:p xmlns:a="http://schemas.openxmlformats.org/drawingml/2006/main">
            <a:r>
              <a:t>Picture description: A yellow ring with a thin line and a yellow ring with a thicker line are shown on a separate dark test strip.</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ART-GROW-A2-W01-P2</a:t>
            </a:r>
          </a:p>
          <a:p xmlns:a="http://schemas.openxmlformats.org/drawingml/2006/main">
            <a:r>
              <a:t>Stage: I do; 2 minutes; lesson clock 12 to 14.</a:t>
            </a:r>
          </a:p>
          <a:p xmlns:a="http://schemas.openxmlformats.org/drawingml/2006/main">
            <a:r>
              <a:t>Adult note: Four minutes to model a small artwork and its review, then two for vocabulary and a check. Use the announced count-in and STOP cue to make the start and pause predictable. Make a small row like A with the available materials. Show how a director can choose each colour and shape for the adult to make. On a separate scrap, model one ring with a thin outline and then a thicker outline to test a possible change.</a:t>
            </a:r>
          </a:p>
          <a:p xmlns:a="http://schemas.openxmlformats.org/drawingml/2006/main">
            <a:r>
              <a:t>Answer guidance: Bright marks contrast with a dark ground, and the ring/dot pair repeats. Pupils may locate each feature without naming the technical words.</a:t>
            </a:r>
          </a:p>
          <a:p xmlns:a="http://schemas.openxmlformats.org/drawingml/2006/main">
            <a:r>
              <a:t>Picture description: The same yellow ring is shown on dark blue and pale yellow grounds. It stands out more on the dark ground.</a:t>
            </a:r>
          </a:p>
          <a:p xmlns:a="http://schemas.openxmlformats.org/drawingml/2006/main">
            <a:r>
              <a:t>Picture description: Red, orange and yellow colour cards show the warm colour group.</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ART-GROW-A2-W01-P2</a:t>
            </a:r>
          </a:p>
          <a:p xmlns:a="http://schemas.openxmlformats.org/drawingml/2006/main">
            <a:r>
              <a:t>Stage: I do; 2 minutes; lesson clock 12 to 14.</a:t>
            </a:r>
          </a:p>
          <a:p xmlns:a="http://schemas.openxmlformats.org/drawingml/2006/main">
            <a:r>
              <a:t>Adult note: Four minutes to model a small artwork and its review, then two for vocabulary and a check. Use the announced count-in and STOP cue to make the start and pause predictable. Make a small row like A with the available materials. Show how a director can choose each colour and shape for the adult to make. On a separate scrap, model one ring with a thin outline and then a thicker outline to test a possible change.</a:t>
            </a:r>
          </a:p>
          <a:p xmlns:a="http://schemas.openxmlformats.org/drawingml/2006/main">
            <a:r>
              <a:t>Answer guidance: Bright marks contrast with a dark ground, and the ring/dot pair repeats. Pupils may locate each feature without naming the technical words.</a:t>
            </a:r>
          </a:p>
          <a:p xmlns:a="http://schemas.openxmlformats.org/drawingml/2006/main">
            <a:r>
              <a:t>Picture description: Blue and green colour cards show the cool colour group.</a:t>
            </a:r>
          </a:p>
          <a:p xmlns:a="http://schemas.openxmlformats.org/drawingml/2006/main">
            <a:r>
              <a:t>Picture description: A ring and a dot are put in an order three times.</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ART-GROW-A2-W01-P2</a:t>
            </a:r>
          </a:p>
          <a:p xmlns:a="http://schemas.openxmlformats.org/drawingml/2006/main">
            <a:r>
              <a:t>Stage: I do; 2 minutes; lesson clock 12 to 14.</a:t>
            </a:r>
          </a:p>
          <a:p xmlns:a="http://schemas.openxmlformats.org/drawingml/2006/main">
            <a:r>
              <a:t>Adult note: Four minutes to model a small artwork and its review, then two for vocabulary and a check. Use the announced count-in and STOP cue to make the start and pause predictable. Make a small row like A with the available materials. Show how a director can choose each colour and shape for the adult to make. On a separate scrap, model one ring with a thin outline and then a thicker outline to test a possible change.</a:t>
            </a:r>
          </a:p>
          <a:p xmlns:a="http://schemas.openxmlformats.org/drawingml/2006/main">
            <a:r>
              <a:t>Answer guidance: Bright marks contrast with a dark ground, and the ring/dot pair repeats. Pupils may locate each feature without naming the technical words.</a:t>
            </a:r>
          </a:p>
          <a:p xmlns:a="http://schemas.openxmlformats.org/drawingml/2006/main">
            <a:r>
              <a:t>Picture description: A ring-and-dot pair appears twice. An arrow goes from the first pair to the next.</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ART-GROW-A2-W01-P2</a:t>
            </a:r>
          </a:p>
          <a:p xmlns:a="http://schemas.openxmlformats.org/drawingml/2006/main">
            <a:r>
              <a:t>Stage: We do; 4 minutes; lesson clock 14 to 18.</a:t>
            </a:r>
          </a:p>
          <a:p xmlns:a="http://schemas.openxmlformats.org/drawingml/2006/main">
            <a:r>
              <a:t>Adult note: Two minutes for the guided example, four for each pupil/pair to plan and try or direct, and two for a check. A pupil may work alone with an adult making their directed marks; no partner or public display is compulsory. All pupils have the shape and colour choices and decide privately before any shared version is revealed.</a:t>
            </a:r>
          </a:p>
          <a:p xmlns:a="http://schemas.openxmlformats.org/drawingml/2006/main">
            <a:r>
              <a:t>Adult note: Model locating the first ring, then let pupils choose the second mark. Their reason may be one selected phrase: all warm colours / warm and cool colours / bright marks. The pupil or adult makes or arranges that chosen pair twice in the unfilled dark row.</a:t>
            </a:r>
          </a:p>
          <a:p xmlns:a="http://schemas.openxmlformats.org/drawingml/2006/main">
            <a:r>
              <a:t>Adult note: Every pupil chooses and makes, arranges or directs their own test. The adult may make marks precisely as directed. Record the individual's decision, not just the shared example.</a:t>
            </a:r>
          </a:p>
          <a:p xmlns:a="http://schemas.openxmlformats.org/drawingml/2006/main">
            <a:r>
              <a:t>Answer guidance: Both choices are valid. An orange dot makes a warm-colour pair; a light blue dot makes a warm/cool pair. Both can contrast with dark paper. Accept either linked effect; do not fill the pupil's choice in advance.</a:t>
            </a:r>
          </a:p>
          <a:p xmlns:a="http://schemas.openxmlformats.org/drawingml/2006/main">
            <a:r>
              <a:t>Answer guidance: Two identifiable repeats of the chosen pair on a dark ground, with a located contrast and an order check. An imperfectly drawn circle can still show the intended repeat. A spotted mismatch plus a correction is valid evidence of checking.</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ART-GROW-A2-W01-P2</a:t>
            </a:r>
          </a:p>
          <a:p xmlns:a="http://schemas.openxmlformats.org/drawingml/2006/main">
            <a:r>
              <a:t>Stage: We do; 4 minutes; lesson clock 14 to 18.</a:t>
            </a:r>
          </a:p>
          <a:p xmlns:a="http://schemas.openxmlformats.org/drawingml/2006/main">
            <a:r>
              <a:t>Adult note: Two minutes for the guided example, four for each pupil/pair to plan and try or direct, and two for a check. A pupil may work alone with an adult making their directed marks; no partner or public display is compulsory. All pupils have the shape and colour choices and decide privately before any shared version is revealed.</a:t>
            </a:r>
          </a:p>
          <a:p xmlns:a="http://schemas.openxmlformats.org/drawingml/2006/main">
            <a:r>
              <a:t>Adult note: Model locating the first ring, then let pupils choose the second mark. Their reason may be one selected phrase: all warm colours / warm and cool colours / bright marks. The pupil or adult makes or arranges that chosen pair twice in the unfilled dark row.</a:t>
            </a:r>
          </a:p>
          <a:p xmlns:a="http://schemas.openxmlformats.org/drawingml/2006/main">
            <a:r>
              <a:t>Adult note: Every pupil chooses and makes, arranges or directs their own test. The adult may make marks precisely as directed. Record the individual's decision, not just the shared example.</a:t>
            </a:r>
          </a:p>
          <a:p xmlns:a="http://schemas.openxmlformats.org/drawingml/2006/main">
            <a:r>
              <a:t>Answer guidance: Both choices are valid. An orange dot makes a warm-colour pair; a light blue dot makes a warm/cool pair. Both can contrast with dark paper. Accept either linked effect; do not fill the pupil's choice in advance.</a:t>
            </a:r>
          </a:p>
          <a:p xmlns:a="http://schemas.openxmlformats.org/drawingml/2006/main">
            <a:r>
              <a:t>Answer guidance: Two identifiable repeats of the chosen pair on a dark ground, with a located contrast and an order check. An imperfectly drawn circle can still show the intended repeat. A spotted mismatch plus a correction is valid evidence of checking.</a:t>
            </a:r>
          </a:p>
          <a:p xmlns:a="http://schemas.openxmlformats.org/drawingml/2006/main">
            <a:r>
              <a:t>Picture description: The shared pattern starts with one yellow ring on a dark ground. Space remains for a chosen next mark and the repeat.</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ART-GROW-A2-W01-P2</a:t>
            </a:r>
          </a:p>
          <a:p xmlns:a="http://schemas.openxmlformats.org/drawingml/2006/main">
            <a:r>
              <a:t>Stage: We do; 4 minutes; lesson clock 14 to 18.</a:t>
            </a:r>
          </a:p>
          <a:p xmlns:a="http://schemas.openxmlformats.org/drawingml/2006/main">
            <a:r>
              <a:t>Adult note: Two minutes for the guided example, four for each pupil/pair to plan and try or direct, and two for a check. A pupil may work alone with an adult making their directed marks; no partner or public display is compulsory. All pupils have the shape and colour choices and decide privately before any shared version is revealed.</a:t>
            </a:r>
          </a:p>
          <a:p xmlns:a="http://schemas.openxmlformats.org/drawingml/2006/main">
            <a:r>
              <a:t>Adult note: Model locating the first ring, then let pupils choose the second mark. Their reason may be one selected phrase: all warm colours / warm and cool colours / bright marks. The pupil or adult makes or arranges that chosen pair twice in the unfilled dark row.</a:t>
            </a:r>
          </a:p>
          <a:p xmlns:a="http://schemas.openxmlformats.org/drawingml/2006/main">
            <a:r>
              <a:t>Adult note: Every pupil chooses and makes, arranges or directs their own test. The adult may make marks precisely as directed. Record the individual's decision, not just the shared example.</a:t>
            </a:r>
          </a:p>
          <a:p xmlns:a="http://schemas.openxmlformats.org/drawingml/2006/main">
            <a:r>
              <a:t>Answer guidance: Both choices are valid. An orange dot makes a warm-colour pair; a light blue dot makes a warm/cool pair. Both can contrast with dark paper. Accept either linked effect; do not fill the pupil's choice in advance.</a:t>
            </a:r>
          </a:p>
          <a:p xmlns:a="http://schemas.openxmlformats.org/drawingml/2006/main">
            <a:r>
              <a:t>Answer guidance: Two identifiable repeats of the chosen pair on a dark ground, with a located contrast and an order check. An imperfectly drawn circle can still show the intended repeat. A spotted mismatch plus a correction is valid evidence of checking.</a:t>
            </a:r>
          </a:p>
          <a:p xmlns:a="http://schemas.openxmlformats.org/drawingml/2006/main">
            <a:r>
              <a:t>Picture description: An orange colour card has its name below the colour.</a:t>
            </a:r>
          </a:p>
          <a:p xmlns:a="http://schemas.openxmlformats.org/drawingml/2006/main">
            <a:r>
              <a:t>Picture description: A light blue colour card has its name below the colour.</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ART-GROW-A2-W01-P2</a:t>
            </a:r>
          </a:p>
          <a:p xmlns:a="http://schemas.openxmlformats.org/drawingml/2006/main">
            <a:r>
              <a:t>Stage: We do; 4 minutes; lesson clock 18 to 22.</a:t>
            </a:r>
          </a:p>
          <a:p xmlns:a="http://schemas.openxmlformats.org/drawingml/2006/main">
            <a:r>
              <a:t>Adult note: Two minutes for the guided example, four for each pupil/pair to plan and try or direct, and two for a check. A pupil may work alone with an adult making their directed marks; no partner or public display is compulsory. All pupils have the shape and colour choices and decide privately before any shared version is revealed.</a:t>
            </a:r>
          </a:p>
          <a:p xmlns:a="http://schemas.openxmlformats.org/drawingml/2006/main">
            <a:r>
              <a:t>Adult note: Model locating the first ring, then let pupils choose the second mark. Their reason may be one selected phrase: all warm colours / warm and cool colours / bright marks. The pupil or adult makes or arranges that chosen pair twice in the unfilled dark row.</a:t>
            </a:r>
          </a:p>
          <a:p xmlns:a="http://schemas.openxmlformats.org/drawingml/2006/main">
            <a:r>
              <a:t>Adult note: Every pupil chooses and makes, arranges or directs their own test. The adult may make marks precisely as directed. Record the individual's decision, not just the shared example.</a:t>
            </a:r>
          </a:p>
          <a:p xmlns:a="http://schemas.openxmlformats.org/drawingml/2006/main">
            <a:r>
              <a:t>Answer guidance: Both choices are valid. An orange dot makes a warm-colour pair; a light blue dot makes a warm/cool pair. Both can contrast with dark paper. Accept either linked effect; do not fill the pupil's choice in advance.</a:t>
            </a:r>
          </a:p>
          <a:p xmlns:a="http://schemas.openxmlformats.org/drawingml/2006/main">
            <a:r>
              <a:t>Answer guidance: Two identifiable repeats of the chosen pair on a dark ground, with a located contrast and an order check. An imperfectly drawn circle can still show the intended repeat. A spotted mismatch plus a correction is valid evidence of checking.</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ART-GROW-A2-W01-P2</a:t>
            </a:r>
          </a:p>
          <a:p xmlns:a="http://schemas.openxmlformats.org/drawingml/2006/main">
            <a:r>
              <a:t>Stage: We do; 4 minutes; lesson clock 18 to 22.</a:t>
            </a:r>
          </a:p>
          <a:p xmlns:a="http://schemas.openxmlformats.org/drawingml/2006/main">
            <a:r>
              <a:t>Adult note: Two minutes for the guided example, four for each pupil/pair to plan and try or direct, and two for a check. A pupil may work alone with an adult making their directed marks; no partner or public display is compulsory. All pupils have the shape and colour choices and decide privately before any shared version is revealed.</a:t>
            </a:r>
          </a:p>
          <a:p xmlns:a="http://schemas.openxmlformats.org/drawingml/2006/main">
            <a:r>
              <a:t>Adult note: Model locating the first ring, then let pupils choose the second mark. Their reason may be one selected phrase: all warm colours / warm and cool colours / bright marks. The pupil or adult makes or arranges that chosen pair twice in the unfilled dark row.</a:t>
            </a:r>
          </a:p>
          <a:p xmlns:a="http://schemas.openxmlformats.org/drawingml/2006/main">
            <a:r>
              <a:t>Adult note: Every pupil chooses and makes, arranges or directs their own test. The adult may make marks precisely as directed. Record the individual's decision, not just the shared example.</a:t>
            </a:r>
          </a:p>
          <a:p xmlns:a="http://schemas.openxmlformats.org/drawingml/2006/main">
            <a:r>
              <a:t>Answer guidance: Both choices are valid. An orange dot makes a warm-colour pair; a light blue dot makes a warm/cool pair. Both can contrast with dark paper. Accept either linked effect; do not fill the pupil's choice in advance.</a:t>
            </a:r>
          </a:p>
          <a:p xmlns:a="http://schemas.openxmlformats.org/drawingml/2006/main">
            <a:r>
              <a:t>Answer guidance: Two identifiable repeats of the chosen pair on a dark ground, with a located contrast and an order check. An imperfectly drawn circle can still show the intended repeat. A spotted mismatch plus a correction is valid evidence of checking.</a:t>
            </a:r>
          </a:p>
          <a:p xmlns:a="http://schemas.openxmlformats.org/drawingml/2006/main">
            <a:r>
              <a:t>Picture description: The shared pattern starts with one yellow ring on a dark ground. Space remains for a chosen next mark and the repeat.</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ART-GROW-A2-W01-P2</a:t>
            </a:r>
          </a:p>
          <a:p xmlns:a="http://schemas.openxmlformats.org/drawingml/2006/main">
            <a:r>
              <a:t>Stage: We do; 4 minutes; lesson clock 18 to 22.</a:t>
            </a:r>
          </a:p>
          <a:p xmlns:a="http://schemas.openxmlformats.org/drawingml/2006/main">
            <a:r>
              <a:t>Adult note: Two minutes for the guided example, four for each pupil/pair to plan and try or direct, and two for a check. A pupil may work alone with an adult making their directed marks; no partner or public display is compulsory. All pupils have the shape and colour choices and decide privately before any shared version is revealed.</a:t>
            </a:r>
          </a:p>
          <a:p xmlns:a="http://schemas.openxmlformats.org/drawingml/2006/main">
            <a:r>
              <a:t>Adult note: Model locating the first ring, then let pupils choose the second mark. Their reason may be one selected phrase: all warm colours / warm and cool colours / bright marks. The pupil or adult makes or arranges that chosen pair twice in the unfilled dark row.</a:t>
            </a:r>
          </a:p>
          <a:p xmlns:a="http://schemas.openxmlformats.org/drawingml/2006/main">
            <a:r>
              <a:t>Adult note: Every pupil chooses and makes, arranges or directs their own test. The adult may make marks precisely as directed. Record the individual's decision, not just the shared example.</a:t>
            </a:r>
          </a:p>
          <a:p xmlns:a="http://schemas.openxmlformats.org/drawingml/2006/main">
            <a:r>
              <a:t>Answer guidance: Both choices are valid. An orange dot makes a warm-colour pair; a light blue dot makes a warm/cool pair. Both can contrast with dark paper. Accept either linked effect; do not fill the pupil's choice in advance.</a:t>
            </a:r>
          </a:p>
          <a:p xmlns:a="http://schemas.openxmlformats.org/drawingml/2006/main">
            <a:r>
              <a:t>Answer guidance: Two identifiable repeats of the chosen pair on a dark ground, with a located contrast and an order check. An imperfectly drawn circle can still show the intended repeat. A spotted mismatch plus a correction is valid evidence of checking.</a:t>
            </a:r>
          </a:p>
          <a:p xmlns:a="http://schemas.openxmlformats.org/drawingml/2006/main">
            <a:r>
              <a:t>Picture description: An orange colour card has its name below the colour.</a:t>
            </a:r>
          </a:p>
          <a:p xmlns:a="http://schemas.openxmlformats.org/drawingml/2006/main">
            <a:r>
              <a:t>Picture description: A light blue colour card has its name below the colour.</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ART-GROW-A2-W01-P2</a:t>
            </a:r>
          </a:p>
          <a:p xmlns:a="http://schemas.openxmlformats.org/drawingml/2006/main">
            <a:r>
              <a:t>Stage: You do; 15 minutes; lesson clock 22 to 37.</a:t>
            </a:r>
          </a:p>
          <a:p xmlns:a="http://schemas.openxmlformats.org/drawingml/2006/main">
            <a:r>
              <a:t>Adult note: Two minutes to set up the route and response mode; eleven to plan, make/direct and record; final two to review and make one revision. All stimulus images are supplied here; earlier attendance is unnecessary. Give one precise success against the 'Today I can' points and one next step, such as “Your bright marks stand out; now check your ring/dot order.” Directing is available on every route and can show the same artistic choices. Keep the artwork small enough to finish within eleven minutes. In the final two minutes, each pupil identifies one strength and one change, and tests or directs a small part of that change; a larger change can remain a clear next-step plan.</a:t>
            </a:r>
          </a:p>
          <a:p xmlns:a="http://schemas.openxmlformats.org/drawingml/2006/main">
            <a:r>
              <a:t>the adult marks I (Independent), S (Supported) or C (Choice) and records actual support. For Aspire, record I or S according to the support used. For Choice, record the choice made and the pupil's one word, phrase or reason.</a:t>
            </a:r>
          </a:p>
          <a:p xmlns:a="http://schemas.openxmlformats.org/drawingml/2006/main">
            <a:r>
              <a:t>Answer guidance: A small artwork on dark paper with identifiable light-dark contrast and at least three repeats of a chosen shape or pair. Accept intentional, uneven hand-made marks; identical motor execution is not the test. The pupil locates one strength and proposes one specific change with a fitting reason, then tests/directs part of it. For example, bright rings contrast clearly, while larger dark gaps could make the repeat easier to follow. A pupil may direct the marks instead of making them.</a:t>
            </a:r>
          </a:p>
          <a:p xmlns:a="http://schemas.openxmlformats.org/drawingml/2006/main">
            <a:r>
              <a:t>Answer guidance: Either pair is valid, repeated three times on a dark ground. Look for a located strength, a specific suitable change and a simple reason, such as thicker outlines helping the rings stand out. Record the precise adult support and pupil-owned decision, including a directed test of the change.</a:t>
            </a:r>
          </a:p>
          <a:p xmlns:a="http://schemas.openxmlformats.org/drawingml/2006/main">
            <a:r>
              <a:t>Answer guidance: Any chosen response/material mode meets the task if the resulting marks contrast with the dark ground and an identifiable pair repeats at least three times. Accept one accurate, located strength and one specific reasoned change with a small test. For example, repeated light blue rings stand out, and wider gaps may separate neighbouring pairs more clearly. All these choices may be communicated without speech or writing.</a:t>
            </a:r>
          </a:p>
          <a:p xmlns:a="http://schemas.openxmlformats.org/drawingml/2006/main">
            <a:r>
              <a:t>Answer guidance: An identifiable first artwork with contrast and a ring/dot repeat; a located strength; and a specific one-feature revision tested on a second strip while retaining the ground and shape order. For example, thicker yellow ring outlines may strengthen their visibility while the ring/dot sequence stays recognisable. Accept another justified choice. Compare the pupil's intended effect, not the adult's taste; precision of hand control is not a condition of success.</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ART-GROW-A2-W01-P2</a:t>
            </a:r>
          </a:p>
          <a:p xmlns:a="http://schemas.openxmlformats.org/drawingml/2006/main">
            <a:r>
              <a:t>Stage: You do; 15 minutes; lesson clock 22 to 37.</a:t>
            </a:r>
          </a:p>
          <a:p xmlns:a="http://schemas.openxmlformats.org/drawingml/2006/main">
            <a:r>
              <a:t>Adult note: Two minutes to set up the route and response mode; eleven to plan, make/direct and record; final two to review and make one revision. All stimulus images are supplied here; earlier attendance is unnecessary. Give one precise success against the 'Today I can' points and one next step, such as “Your bright marks stand out; now check your ring/dot order.” Directing is available on every route and can show the same artistic choices. Keep the artwork small enough to finish within eleven minutes. In the final two minutes, each pupil identifies one strength and one change, and tests or directs a small part of that change; a larger change can remain a clear next-step plan.</a:t>
            </a:r>
          </a:p>
          <a:p xmlns:a="http://schemas.openxmlformats.org/drawingml/2006/main">
            <a:r>
              <a:t>the adult marks I (Independent), S (Supported) or C (Choice) and records actual support. For Aspire, record I or S according to the support used. For Choice, record the choice made and the pupil's one word, phrase or reason.</a:t>
            </a:r>
          </a:p>
          <a:p xmlns:a="http://schemas.openxmlformats.org/drawingml/2006/main">
            <a:r>
              <a:t>Answer guidance: A small artwork on dark paper with identifiable light-dark contrast and at least three repeats of a chosen shape or pair. Accept intentional, uneven hand-made marks; identical motor execution is not the test. The pupil locates one strength and proposes one specific change with a fitting reason, then tests/directs part of it. For example, bright rings contrast clearly, while larger dark gaps could make the repeat easier to follow. A pupil may direct the marks instead of making them.</a:t>
            </a:r>
          </a:p>
          <a:p xmlns:a="http://schemas.openxmlformats.org/drawingml/2006/main">
            <a:r>
              <a:t>Answer guidance: Either pair is valid, repeated three times on a dark ground. Look for a located strength, a specific suitable change and a simple reason, such as thicker outlines helping the rings stand out. Record the precise adult support and pupil-owned decision, including a directed test of the change.</a:t>
            </a:r>
          </a:p>
          <a:p xmlns:a="http://schemas.openxmlformats.org/drawingml/2006/main">
            <a:r>
              <a:t>Answer guidance: Any chosen response/material mode meets the task if the resulting marks contrast with the dark ground and an identifiable pair repeats at least three times. Accept one accurate, located strength and one specific reasoned change with a small test. For example, repeated light blue rings stand out, and wider gaps may separate neighbouring pairs more clearly. All these choices may be communicated without speech or writing.</a:t>
            </a:r>
          </a:p>
          <a:p xmlns:a="http://schemas.openxmlformats.org/drawingml/2006/main">
            <a:r>
              <a:t>Answer guidance: An identifiable first artwork with contrast and a ring/dot repeat; a located strength; and a specific one-feature revision tested on a second strip while retaining the ground and shape order. For example, thicker yellow ring outlines may strengthen their visibility while the ring/dot sequence stays recognisable. Accept another justified choice. Compare the pupil's intended effect, not the adult's taste; precision of hand control is not a condition of success.</a:t>
            </a:r>
          </a:p>
          <a:p xmlns:a="http://schemas.openxmlformats.org/drawingml/2006/main">
            <a:r>
              <a:t>Picture description: A has a very dark blue ground. Its row is yellow ring, orange dot, yellow ring, orange dot, yellow ring, orange dot, with even dark gaps.</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ART-GROW-A2-W01-P2</a:t>
            </a:r>
          </a:p>
          <a:p xmlns:a="http://schemas.openxmlformats.org/drawingml/2006/main">
            <a:r>
              <a:t>Stage: You do; 15 minutes; lesson clock 22 to 37.</a:t>
            </a:r>
          </a:p>
          <a:p xmlns:a="http://schemas.openxmlformats.org/drawingml/2006/main">
            <a:r>
              <a:t>Adult note: Two minutes to set up the route and response mode; eleven to plan, make/direct and record; final two to review and make one revision. All stimulus images are supplied here; earlier attendance is unnecessary. Give one precise success against the 'Today I can' points and one next step, such as “Your bright marks stand out; now check your ring/dot order.” Directing is available on every route and can show the same artistic choices. Keep the artwork small enough to finish within eleven minutes. In the final two minutes, each pupil identifies one strength and one change, and tests or directs a small part of that change; a larger change can remain a clear next-step plan.</a:t>
            </a:r>
          </a:p>
          <a:p xmlns:a="http://schemas.openxmlformats.org/drawingml/2006/main">
            <a:r>
              <a:t>the adult marks I (Independent), S (Supported) or C (Choice) and records actual support. For Aspire, record I or S according to the support used. For Choice, record the choice made and the pupil's one word, phrase or reason.</a:t>
            </a:r>
          </a:p>
          <a:p xmlns:a="http://schemas.openxmlformats.org/drawingml/2006/main">
            <a:r>
              <a:t>Answer guidance: A small artwork on dark paper with identifiable light-dark contrast and at least three repeats of a chosen shape or pair. Accept intentional, uneven hand-made marks; identical motor execution is not the test. The pupil locates one strength and proposes one specific change with a fitting reason, then tests/directs part of it. For example, bright rings contrast clearly, while larger dark gaps could make the repeat easier to follow. A pupil may direct the marks instead of making them.</a:t>
            </a:r>
          </a:p>
          <a:p xmlns:a="http://schemas.openxmlformats.org/drawingml/2006/main">
            <a:r>
              <a:t>Answer guidance: Either pair is valid, repeated three times on a dark ground. Look for a located strength, a specific suitable change and a simple reason, such as thicker outlines helping the rings stand out. Record the precise adult support and pupil-owned decision, including a directed test of the change.</a:t>
            </a:r>
          </a:p>
          <a:p xmlns:a="http://schemas.openxmlformats.org/drawingml/2006/main">
            <a:r>
              <a:t>Answer guidance: Any chosen response/material mode meets the task if the resulting marks contrast with the dark ground and an identifiable pair repeats at least three times. Accept one accurate, located strength and one specific reasoned change with a small test. For example, repeated light blue rings stand out, and wider gaps may separate neighbouring pairs more clearly. All these choices may be communicated without speech or writing.</a:t>
            </a:r>
          </a:p>
          <a:p xmlns:a="http://schemas.openxmlformats.org/drawingml/2006/main">
            <a:r>
              <a:t>Answer guidance: An identifiable first artwork with contrast and a ring/dot repeat; a located strength; and a specific one-feature revision tested on a second strip while retaining the ground and shape order. For example, thicker yellow ring outlines may strengthen their visibility while the ring/dot sequence stays recognisable. Accept another justified choice. Compare the pupil's intended effect, not the adult's taste; precision of hand control is not a condition of success.</a:t>
            </a:r>
          </a:p>
          <a:p xmlns:a="http://schemas.openxmlformats.org/drawingml/2006/main">
            <a:r>
              <a:t>Picture description: B has the same yellow-ring and orange-dot row as A, with the same size, order and gaps, on a pale yellow ground. Its yellow rings are less clear.</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ART-GROW-A2-W01-P2</a:t>
            </a:r>
          </a:p>
          <a:p xmlns:a="http://schemas.openxmlformats.org/drawingml/2006/main">
            <a:r>
              <a:t>Stage: You do; 15 minutes; lesson clock 22 to 37.</a:t>
            </a:r>
          </a:p>
          <a:p xmlns:a="http://schemas.openxmlformats.org/drawingml/2006/main">
            <a:r>
              <a:t>Adult note: Two minutes to set up the route and response mode; eleven to plan, make/direct and record; final two to review and make one revision. All stimulus images are supplied here; earlier attendance is unnecessary. Give one precise success against the 'Today I can' points and one next step, such as “Your bright marks stand out; now check your ring/dot order.” Directing is available on every route and can show the same artistic choices. Keep the artwork small enough to finish within eleven minutes. In the final two minutes, each pupil identifies one strength and one change, and tests or directs a small part of that change; a larger change can remain a clear next-step plan.</a:t>
            </a:r>
          </a:p>
          <a:p xmlns:a="http://schemas.openxmlformats.org/drawingml/2006/main">
            <a:r>
              <a:t>the adult marks I (Independent), S (Supported) or C (Choice) and records actual support. For Aspire, record I or S according to the support used. For Choice, record the choice made and the pupil's one word, phrase or reason.</a:t>
            </a:r>
          </a:p>
          <a:p xmlns:a="http://schemas.openxmlformats.org/drawingml/2006/main">
            <a:r>
              <a:t>Answer guidance: A small artwork on dark paper with identifiable light-dark contrast and at least three repeats of a chosen shape or pair. Accept intentional, uneven hand-made marks; identical motor execution is not the test. The pupil locates one strength and proposes one specific change with a fitting reason, then tests/directs part of it. For example, bright rings contrast clearly, while larger dark gaps could make the repeat easier to follow. A pupil may direct the marks instead of making them.</a:t>
            </a:r>
          </a:p>
          <a:p xmlns:a="http://schemas.openxmlformats.org/drawingml/2006/main">
            <a:r>
              <a:t>Answer guidance: Either pair is valid, repeated three times on a dark ground. Look for a located strength, a specific suitable change and a simple reason, such as thicker outlines helping the rings stand out. Record the precise adult support and pupil-owned decision, including a directed test of the change.</a:t>
            </a:r>
          </a:p>
          <a:p xmlns:a="http://schemas.openxmlformats.org/drawingml/2006/main">
            <a:r>
              <a:t>Answer guidance: Any chosen response/material mode meets the task if the resulting marks contrast with the dark ground and an identifiable pair repeats at least three times. Accept one accurate, located strength and one specific reasoned change with a small test. For example, repeated light blue rings stand out, and wider gaps may separate neighbouring pairs more clearly. All these choices may be communicated without speech or writing.</a:t>
            </a:r>
          </a:p>
          <a:p xmlns:a="http://schemas.openxmlformats.org/drawingml/2006/main">
            <a:r>
              <a:t>Answer guidance: An identifiable first artwork with contrast and a ring/dot repeat; a located strength; and a specific one-feature revision tested on a second strip while retaining the ground and shape order. For example, thicker yellow ring outlines may strengthen their visibility while the ring/dot sequence stays recognisable. Accept another justified choice. Compare the pupil's intended effect, not the adult's taste; precision of hand control is not a condition of success.</a:t>
            </a:r>
          </a:p>
          <a:p xmlns:a="http://schemas.openxmlformats.org/drawingml/2006/main">
            <a:r>
              <a:t>Answer guidance: A small artwork on dark paper with identifiable light-dark contrast and at least three repeats of a chosen shape or pair. Accept intentional, uneven hand-made marks; identical motor execution is not the test. The pupil locates one strength and proposes one specific change with a fitting reason, then tests/directs part of it. For example, bright rings contrast clearly, while larger dark gaps could make the repeat easier to follow. A pupil may direct the marks instead of making them.</a:t>
            </a:r>
          </a:p>
          <a:p xmlns:a="http://schemas.openxmlformats.org/drawingml/2006/main">
            <a:r>
              <a:t>Choose one route; alternatives add no teaching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ART-GROW-A2-W01-P2</a:t>
            </a:r>
          </a:p>
          <a:p xmlns:a="http://schemas.openxmlformats.org/drawingml/2006/main">
            <a:r>
              <a:t>Stage: You do; 15 minutes; lesson clock 22 to 37.</a:t>
            </a:r>
          </a:p>
          <a:p xmlns:a="http://schemas.openxmlformats.org/drawingml/2006/main">
            <a:r>
              <a:t>Adult note: Two minutes to set up the route and response mode; eleven to plan, make/direct and record; final two to review and make one revision. All stimulus images are supplied here; earlier attendance is unnecessary. Give one precise success against the 'Today I can' points and one next step, such as “Your bright marks stand out; now check your ring/dot order.” Directing is available on every route and can show the same artistic choices. Keep the artwork small enough to finish within eleven minutes. In the final two minutes, each pupil identifies one strength and one change, and tests or directs a small part of that change; a larger change can remain a clear next-step plan.</a:t>
            </a:r>
          </a:p>
          <a:p xmlns:a="http://schemas.openxmlformats.org/drawingml/2006/main">
            <a:r>
              <a:t>the adult marks I (Independent), S (Supported) or C (Choice) and records actual support. For Aspire, record I or S according to the support used. For Choice, record the choice made and the pupil's one word, phrase or reason.</a:t>
            </a:r>
          </a:p>
          <a:p xmlns:a="http://schemas.openxmlformats.org/drawingml/2006/main">
            <a:r>
              <a:t>Answer guidance: A small artwork on dark paper with identifiable light-dark contrast and at least three repeats of a chosen shape or pair. Accept intentional, uneven hand-made marks; identical motor execution is not the test. The pupil locates one strength and proposes one specific change with a fitting reason, then tests/directs part of it. For example, bright rings contrast clearly, while larger dark gaps could make the repeat easier to follow. A pupil may direct the marks instead of making them.</a:t>
            </a:r>
          </a:p>
          <a:p xmlns:a="http://schemas.openxmlformats.org/drawingml/2006/main">
            <a:r>
              <a:t>Answer guidance: Either pair is valid, repeated three times on a dark ground. Look for a located strength, a specific suitable change and a simple reason, such as thicker outlines helping the rings stand out. Record the precise adult support and pupil-owned decision, including a directed test of the change.</a:t>
            </a:r>
          </a:p>
          <a:p xmlns:a="http://schemas.openxmlformats.org/drawingml/2006/main">
            <a:r>
              <a:t>Answer guidance: Any chosen response/material mode meets the task if the resulting marks contrast with the dark ground and an identifiable pair repeats at least three times. Accept one accurate, located strength and one specific reasoned change with a small test. For example, repeated light blue rings stand out, and wider gaps may separate neighbouring pairs more clearly. All these choices may be communicated without speech or writing.</a:t>
            </a:r>
          </a:p>
          <a:p xmlns:a="http://schemas.openxmlformats.org/drawingml/2006/main">
            <a:r>
              <a:t>Answer guidance: An identifiable first artwork with contrast and a ring/dot repeat; a located strength; and a specific one-feature revision tested on a second strip while retaining the ground and shape order. For example, thicker yellow ring outlines may strengthen their visibility while the ring/dot sequence stays recognisable. Accept another justified choice. Compare the pupil's intended effect, not the adult's taste; precision of hand control is not a condition of success.</a:t>
            </a:r>
          </a:p>
          <a:p xmlns:a="http://schemas.openxmlformats.org/drawingml/2006/main">
            <a:r>
              <a:t>Answer guidance: A small artwork on dark paper with identifiable light-dark contrast and at least three repeats of a chosen shape or pair. Accept intentional, uneven hand-made marks; identical motor execution is not the test. The pupil locates one strength and proposes one specific change with a fitting reason, then tests/directs part of it. For example, bright rings contrast clearly, while larger dark gaps could make the repeat easier to follow. A pupil may direct the marks instead of making them.</a:t>
            </a:r>
          </a:p>
          <a:p xmlns:a="http://schemas.openxmlformats.org/drawingml/2006/main">
            <a:r>
              <a:t>Choose one route; alternatives add no teaching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ART-GROW-A2-W01-P2</a:t>
            </a:r>
          </a:p>
          <a:p xmlns:a="http://schemas.openxmlformats.org/drawingml/2006/main">
            <a:r>
              <a:t>Stage: You do; 15 minutes; lesson clock 22 to 37.</a:t>
            </a:r>
          </a:p>
          <a:p xmlns:a="http://schemas.openxmlformats.org/drawingml/2006/main">
            <a:r>
              <a:t>Adult note: Two minutes to set up the route and response mode; eleven to plan, make/direct and record; final two to review and make one revision. All stimulus images are supplied here; earlier attendance is unnecessary. Give one precise success against the 'Today I can' points and one next step, such as “Your bright marks stand out; now check your ring/dot order.” Directing is available on every route and can show the same artistic choices. Keep the artwork small enough to finish within eleven minutes. In the final two minutes, each pupil identifies one strength and one change, and tests or directs a small part of that change; a larger change can remain a clear next-step plan.</a:t>
            </a:r>
          </a:p>
          <a:p xmlns:a="http://schemas.openxmlformats.org/drawingml/2006/main">
            <a:r>
              <a:t>the adult marks I (Independent), S (Supported) or C (Choice) and records actual support. For Aspire, record I or S according to the support used. For Choice, record the choice made and the pupil's one word, phrase or reason.</a:t>
            </a:r>
          </a:p>
          <a:p xmlns:a="http://schemas.openxmlformats.org/drawingml/2006/main">
            <a:r>
              <a:t>Answer guidance: A small artwork on dark paper with identifiable light-dark contrast and at least three repeats of a chosen shape or pair. Accept intentional, uneven hand-made marks; identical motor execution is not the test. The pupil locates one strength and proposes one specific change with a fitting reason, then tests/directs part of it. For example, bright rings contrast clearly, while larger dark gaps could make the repeat easier to follow. A pupil may direct the marks instead of making them.</a:t>
            </a:r>
          </a:p>
          <a:p xmlns:a="http://schemas.openxmlformats.org/drawingml/2006/main">
            <a:r>
              <a:t>Answer guidance: Either pair is valid, repeated three times on a dark ground. Look for a located strength, a specific suitable change and a simple reason, such as thicker outlines helping the rings stand out. Record the precise adult support and pupil-owned decision, including a directed test of the change.</a:t>
            </a:r>
          </a:p>
          <a:p xmlns:a="http://schemas.openxmlformats.org/drawingml/2006/main">
            <a:r>
              <a:t>Answer guidance: Any chosen response/material mode meets the task if the resulting marks contrast with the dark ground and an identifiable pair repeats at least three times. Accept one accurate, located strength and one specific reasoned change with a small test. For example, repeated light blue rings stand out, and wider gaps may separate neighbouring pairs more clearly. All these choices may be communicated without speech or writing.</a:t>
            </a:r>
          </a:p>
          <a:p xmlns:a="http://schemas.openxmlformats.org/drawingml/2006/main">
            <a:r>
              <a:t>Answer guidance: An identifiable first artwork with contrast and a ring/dot repeat; a located strength; and a specific one-feature revision tested on a second strip while retaining the ground and shape order. For example, thicker yellow ring outlines may strengthen their visibility while the ring/dot sequence stays recognisable. Accept another justified choice. Compare the pupil's intended effect, not the adult's taste; precision of hand control is not a condition of success.</a:t>
            </a:r>
          </a:p>
          <a:p xmlns:a="http://schemas.openxmlformats.org/drawingml/2006/main">
            <a:r>
              <a:t>Adult note: Keep the pupil's colour and shape choice intact. Offer one mark at a time if needed; do not record this support as independence. Changes are refinements, not a demand to invent a fault. The pupil may select a different feasible change if the offered ones would not help.</a:t>
            </a:r>
          </a:p>
          <a:p xmlns:a="http://schemas.openxmlformats.org/drawingml/2006/main">
            <a:r>
              <a:t>Answer guidance: Either pair is valid, repeated three times on a dark ground. Look for a located strength, a specific suitable change and a simple reason, such as thicker outlines helping the rings stand out. Record the precise adult support and pupil-owned decision, including a directed test of the change.</a:t>
            </a:r>
          </a:p>
          <a:p xmlns:a="http://schemas.openxmlformats.org/drawingml/2006/main">
            <a:r>
              <a:t>Choose one route; alternatives add no teaching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ART-GROW-A2-W01-P2</a:t>
            </a:r>
          </a:p>
          <a:p xmlns:a="http://schemas.openxmlformats.org/drawingml/2006/main">
            <a:r>
              <a:t>Stage: You do; 15 minutes; lesson clock 22 to 37.</a:t>
            </a:r>
          </a:p>
          <a:p xmlns:a="http://schemas.openxmlformats.org/drawingml/2006/main">
            <a:r>
              <a:t>Adult note: Two minutes to set up the route and response mode; eleven to plan, make/direct and record; final two to review and make one revision. All stimulus images are supplied here; earlier attendance is unnecessary. Give one precise success against the 'Today I can' points and one next step, such as “Your bright marks stand out; now check your ring/dot order.” Directing is available on every route and can show the same artistic choices. Keep the artwork small enough to finish within eleven minutes. In the final two minutes, each pupil identifies one strength and one change, and tests or directs a small part of that change; a larger change can remain a clear next-step plan.</a:t>
            </a:r>
          </a:p>
          <a:p xmlns:a="http://schemas.openxmlformats.org/drawingml/2006/main">
            <a:r>
              <a:t>the adult marks I (Independent), S (Supported) or C (Choice) and records actual support. For Aspire, record I or S according to the support used. For Choice, record the choice made and the pupil's one word, phrase or reason.</a:t>
            </a:r>
          </a:p>
          <a:p xmlns:a="http://schemas.openxmlformats.org/drawingml/2006/main">
            <a:r>
              <a:t>Answer guidance: A small artwork on dark paper with identifiable light-dark contrast and at least three repeats of a chosen shape or pair. Accept intentional, uneven hand-made marks; identical motor execution is not the test. The pupil locates one strength and proposes one specific change with a fitting reason, then tests/directs part of it. For example, bright rings contrast clearly, while larger dark gaps could make the repeat easier to follow. A pupil may direct the marks instead of making them.</a:t>
            </a:r>
          </a:p>
          <a:p xmlns:a="http://schemas.openxmlformats.org/drawingml/2006/main">
            <a:r>
              <a:t>Answer guidance: Either pair is valid, repeated three times on a dark ground. Look for a located strength, a specific suitable change and a simple reason, such as thicker outlines helping the rings stand out. Record the precise adult support and pupil-owned decision, including a directed test of the change.</a:t>
            </a:r>
          </a:p>
          <a:p xmlns:a="http://schemas.openxmlformats.org/drawingml/2006/main">
            <a:r>
              <a:t>Answer guidance: Any chosen response/material mode meets the task if the resulting marks contrast with the dark ground and an identifiable pair repeats at least three times. Accept one accurate, located strength and one specific reasoned change with a small test. For example, repeated light blue rings stand out, and wider gaps may separate neighbouring pairs more clearly. All these choices may be communicated without speech or writing.</a:t>
            </a:r>
          </a:p>
          <a:p xmlns:a="http://schemas.openxmlformats.org/drawingml/2006/main">
            <a:r>
              <a:t>Answer guidance: An identifiable first artwork with contrast and a ring/dot repeat; a located strength; and a specific one-feature revision tested on a second strip while retaining the ground and shape order. For example, thicker yellow ring outlines may strengthen their visibility while the ring/dot sequence stays recognisable. Accept another justified choice. Compare the pupil's intended effect, not the adult's taste; precision of hand control is not a condition of success.</a:t>
            </a:r>
          </a:p>
          <a:p xmlns:a="http://schemas.openxmlformats.org/drawingml/2006/main">
            <a:r>
              <a:t>Adult note: Keep the pupil's colour and shape choice intact. Offer one mark at a time if needed; do not record this support as independence. Changes are refinements, not a demand to invent a fault. The pupil may select a different feasible change if the offered ones would not help.</a:t>
            </a:r>
          </a:p>
          <a:p xmlns:a="http://schemas.openxmlformats.org/drawingml/2006/main">
            <a:r>
              <a:t>Answer guidance: Either pair is valid, repeated three times on a dark ground. Look for a located strength, a specific suitable change and a simple reason, such as thicker outlines helping the rings stand out. Record the precise adult support and pupil-owned decision, including a directed test of the change.</a:t>
            </a:r>
          </a:p>
          <a:p xmlns:a="http://schemas.openxmlformats.org/drawingml/2006/main">
            <a:r>
              <a:t>Choose one route; alternatives add no teaching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ART-GROW-A2-W01-P2</a:t>
            </a:r>
          </a:p>
          <a:p xmlns:a="http://schemas.openxmlformats.org/drawingml/2006/main">
            <a:r>
              <a:t>Stage: You do; 15 minutes; lesson clock 22 to 37.</a:t>
            </a:r>
          </a:p>
          <a:p xmlns:a="http://schemas.openxmlformats.org/drawingml/2006/main">
            <a:r>
              <a:t>Adult note: Two minutes to set up the route and response mode; eleven to plan, make/direct and record; final two to review and make one revision. All stimulus images are supplied here; earlier attendance is unnecessary. Give one precise success against the 'Today I can' points and one next step, such as “Your bright marks stand out; now check your ring/dot order.” Directing is available on every route and can show the same artistic choices. Keep the artwork small enough to finish within eleven minutes. In the final two minutes, each pupil identifies one strength and one change, and tests or directs a small part of that change; a larger change can remain a clear next-step plan.</a:t>
            </a:r>
          </a:p>
          <a:p xmlns:a="http://schemas.openxmlformats.org/drawingml/2006/main">
            <a:r>
              <a:t>the adult marks I (Independent), S (Supported) or C (Choice) and records actual support. For Aspire, record I or S according to the support used. For Choice, record the choice made and the pupil's one word, phrase or reason.</a:t>
            </a:r>
          </a:p>
          <a:p xmlns:a="http://schemas.openxmlformats.org/drawingml/2006/main">
            <a:r>
              <a:t>Answer guidance: A small artwork on dark paper with identifiable light-dark contrast and at least three repeats of a chosen shape or pair. Accept intentional, uneven hand-made marks; identical motor execution is not the test. The pupil locates one strength and proposes one specific change with a fitting reason, then tests/directs part of it. For example, bright rings contrast clearly, while larger dark gaps could make the repeat easier to follow. A pupil may direct the marks instead of making them.</a:t>
            </a:r>
          </a:p>
          <a:p xmlns:a="http://schemas.openxmlformats.org/drawingml/2006/main">
            <a:r>
              <a:t>Answer guidance: Either pair is valid, repeated three times on a dark ground. Look for a located strength, a specific suitable change and a simple reason, such as thicker outlines helping the rings stand out. Record the precise adult support and pupil-owned decision, including a directed test of the change.</a:t>
            </a:r>
          </a:p>
          <a:p xmlns:a="http://schemas.openxmlformats.org/drawingml/2006/main">
            <a:r>
              <a:t>Answer guidance: Any chosen response/material mode meets the task if the resulting marks contrast with the dark ground and an identifiable pair repeats at least three times. Accept one accurate, located strength and one specific reasoned change with a small test. For example, repeated light blue rings stand out, and wider gaps may separate neighbouring pairs more clearly. All these choices may be communicated without speech or writing.</a:t>
            </a:r>
          </a:p>
          <a:p xmlns:a="http://schemas.openxmlformats.org/drawingml/2006/main">
            <a:r>
              <a:t>Answer guidance: An identifiable first artwork with contrast and a ring/dot repeat; a located strength; and a specific one-feature revision tested on a second strip while retaining the ground and shape order. For example, thicker yellow ring outlines may strengthen their visibility while the ring/dot sequence stays recognisable. Accept another justified choice. Compare the pupil's intended effect, not the adult's taste; precision of hand control is not a condition of success.</a:t>
            </a:r>
          </a:p>
          <a:p xmlns:a="http://schemas.openxmlformats.org/drawingml/2006/main">
            <a:r>
              <a:t>Answer guidance: Any chosen response/material mode meets the task if the resulting marks contrast with the dark ground and an identifiable pair repeats at least three times. Accept one accurate, located strength and one specific reasoned change with a small test. For example, repeated light blue rings stand out, and wider gaps may separate neighbouring pairs more clearly. All these choices may be communicated without speech or writing.</a:t>
            </a:r>
          </a:p>
          <a:p xmlns:a="http://schemas.openxmlformats.org/drawingml/2006/main">
            <a:r>
              <a:t>Choose one route; alternatives add no teaching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ART-GROW-A2-W01-P2</a:t>
            </a:r>
          </a:p>
          <a:p xmlns:a="http://schemas.openxmlformats.org/drawingml/2006/main">
            <a:r>
              <a:t>Stage: You do; 15 minutes; lesson clock 22 to 37.</a:t>
            </a:r>
          </a:p>
          <a:p xmlns:a="http://schemas.openxmlformats.org/drawingml/2006/main">
            <a:r>
              <a:t>Adult note: Two minutes to set up the route and response mode; eleven to plan, make/direct and record; final two to review and make one revision. All stimulus images are supplied here; earlier attendance is unnecessary. Give one precise success against the 'Today I can' points and one next step, such as “Your bright marks stand out; now check your ring/dot order.” Directing is available on every route and can show the same artistic choices. Keep the artwork small enough to finish within eleven minutes. In the final two minutes, each pupil identifies one strength and one change, and tests or directs a small part of that change; a larger change can remain a clear next-step plan.</a:t>
            </a:r>
          </a:p>
          <a:p xmlns:a="http://schemas.openxmlformats.org/drawingml/2006/main">
            <a:r>
              <a:t>the adult marks I (Independent), S (Supported) or C (Choice) and records actual support. For Aspire, record I or S according to the support used. For Choice, record the choice made and the pupil's one word, phrase or reason.</a:t>
            </a:r>
          </a:p>
          <a:p xmlns:a="http://schemas.openxmlformats.org/drawingml/2006/main">
            <a:r>
              <a:t>Answer guidance: A small artwork on dark paper with identifiable light-dark contrast and at least three repeats of a chosen shape or pair. Accept intentional, uneven hand-made marks; identical motor execution is not the test. The pupil locates one strength and proposes one specific change with a fitting reason, then tests/directs part of it. For example, bright rings contrast clearly, while larger dark gaps could make the repeat easier to follow. A pupil may direct the marks instead of making them.</a:t>
            </a:r>
          </a:p>
          <a:p xmlns:a="http://schemas.openxmlformats.org/drawingml/2006/main">
            <a:r>
              <a:t>Answer guidance: Either pair is valid, repeated three times on a dark ground. Look for a located strength, a specific suitable change and a simple reason, such as thicker outlines helping the rings stand out. Record the precise adult support and pupil-owned decision, including a directed test of the change.</a:t>
            </a:r>
          </a:p>
          <a:p xmlns:a="http://schemas.openxmlformats.org/drawingml/2006/main">
            <a:r>
              <a:t>Answer guidance: Any chosen response/material mode meets the task if the resulting marks contrast with the dark ground and an identifiable pair repeats at least three times. Accept one accurate, located strength and one specific reasoned change with a small test. For example, repeated light blue rings stand out, and wider gaps may separate neighbouring pairs more clearly. All these choices may be communicated without speech or writing.</a:t>
            </a:r>
          </a:p>
          <a:p xmlns:a="http://schemas.openxmlformats.org/drawingml/2006/main">
            <a:r>
              <a:t>Answer guidance: An identifiable first artwork with contrast and a ring/dot repeat; a located strength; and a specific one-feature revision tested on a second strip while retaining the ground and shape order. For example, thicker yellow ring outlines may strengthen their visibility while the ring/dot sequence stays recognisable. Accept another justified choice. Compare the pupil's intended effect, not the adult's taste; precision of hand control is not a condition of success.</a:t>
            </a:r>
          </a:p>
          <a:p xmlns:a="http://schemas.openxmlformats.org/drawingml/2006/main">
            <a:r>
              <a:t>Answer guidance: Any chosen response/material mode meets the task if the resulting marks contrast with the dark ground and an identifiable pair repeats at least three times. Accept one accurate, located strength and one specific reasoned change with a small test. For example, repeated light blue rings stand out, and wider gaps may separate neighbouring pairs more clearly. All these choices may be communicated without speech or writing.</a:t>
            </a:r>
          </a:p>
          <a:p xmlns:a="http://schemas.openxmlformats.org/drawingml/2006/main">
            <a:r>
              <a:t>Choose one route; alternatives add no teaching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ART-GROW-A2-W01-P2</a:t>
            </a:r>
          </a:p>
          <a:p xmlns:a="http://schemas.openxmlformats.org/drawingml/2006/main">
            <a:r>
              <a:t>Stage: You do; 15 minutes; lesson clock 22 to 37.</a:t>
            </a:r>
          </a:p>
          <a:p xmlns:a="http://schemas.openxmlformats.org/drawingml/2006/main">
            <a:r>
              <a:t>Adult note: Two minutes to set up the route and response mode; eleven to plan, make/direct and record; final two to review and make one revision. All stimulus images are supplied here; earlier attendance is unnecessary. Give one precise success against the 'Today I can' points and one next step, such as “Your bright marks stand out; now check your ring/dot order.” Directing is available on every route and can show the same artistic choices. Keep the artwork small enough to finish within eleven minutes. In the final two minutes, each pupil identifies one strength and one change, and tests or directs a small part of that change; a larger change can remain a clear next-step plan.</a:t>
            </a:r>
          </a:p>
          <a:p xmlns:a="http://schemas.openxmlformats.org/drawingml/2006/main">
            <a:r>
              <a:t>the adult marks I (Independent), S (Supported) or C (Choice) and records actual support. For Aspire, record I or S according to the support used. For Choice, record the choice made and the pupil's one word, phrase or reason.</a:t>
            </a:r>
          </a:p>
          <a:p xmlns:a="http://schemas.openxmlformats.org/drawingml/2006/main">
            <a:r>
              <a:t>Answer guidance: A small artwork on dark paper with identifiable light-dark contrast and at least three repeats of a chosen shape or pair. Accept intentional, uneven hand-made marks; identical motor execution is not the test. The pupil locates one strength and proposes one specific change with a fitting reason, then tests/directs part of it. For example, bright rings contrast clearly, while larger dark gaps could make the repeat easier to follow. A pupil may direct the marks instead of making them.</a:t>
            </a:r>
          </a:p>
          <a:p xmlns:a="http://schemas.openxmlformats.org/drawingml/2006/main">
            <a:r>
              <a:t>Answer guidance: Either pair is valid, repeated three times on a dark ground. Look for a located strength, a specific suitable change and a simple reason, such as thicker outlines helping the rings stand out. Record the precise adult support and pupil-owned decision, including a directed test of the change.</a:t>
            </a:r>
          </a:p>
          <a:p xmlns:a="http://schemas.openxmlformats.org/drawingml/2006/main">
            <a:r>
              <a:t>Answer guidance: Any chosen response/material mode meets the task if the resulting marks contrast with the dark ground and an identifiable pair repeats at least three times. Accept one accurate, located strength and one specific reasoned change with a small test. For example, repeated light blue rings stand out, and wider gaps may separate neighbouring pairs more clearly. All these choices may be communicated without speech or writing.</a:t>
            </a:r>
          </a:p>
          <a:p xmlns:a="http://schemas.openxmlformats.org/drawingml/2006/main">
            <a:r>
              <a:t>Answer guidance: An identifiable first artwork with contrast and a ring/dot repeat; a located strength; and a specific one-feature revision tested on a second strip while retaining the ground and shape order. For example, thicker yellow ring outlines may strengthen their visibility while the ring/dot sequence stays recognisable. Accept another justified choice. Compare the pupil's intended effect, not the adult's taste; precision of hand control is not a condition of success.</a:t>
            </a:r>
          </a:p>
          <a:p xmlns:a="http://schemas.openxmlformats.org/drawingml/2006/main">
            <a:r>
              <a:t>Answer guidance: An identifiable first artwork with contrast and a ring/dot repeat; a located strength; and a specific one-feature revision tested on a second strip while retaining the ground and shape order. For example, thicker yellow ring outlines may strengthen their visibility while the ring/dot sequence stays recognisable. Accept another justified choice. Compare the pupil's intended effect, not the adult's taste; precision of hand control is not a condition of success.</a:t>
            </a:r>
          </a:p>
          <a:p xmlns:a="http://schemas.openxmlformats.org/drawingml/2006/main">
            <a:r>
              <a:t>Choose one route; alternatives add no teaching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ART-GROW-A2-W01-P2</a:t>
            </a:r>
          </a:p>
          <a:p xmlns:a="http://schemas.openxmlformats.org/drawingml/2006/main">
            <a:r>
              <a:t>Stage: You do; 15 minutes; lesson clock 22 to 37.</a:t>
            </a:r>
          </a:p>
          <a:p xmlns:a="http://schemas.openxmlformats.org/drawingml/2006/main">
            <a:r>
              <a:t>Adult note: Two minutes to set up the route and response mode; eleven to plan, make/direct and record; final two to review and make one revision. All stimulus images are supplied here; earlier attendance is unnecessary. Give one precise success against the 'Today I can' points and one next step, such as “Your bright marks stand out; now check your ring/dot order.” Directing is available on every route and can show the same artistic choices. Keep the artwork small enough to finish within eleven minutes. In the final two minutes, each pupil identifies one strength and one change, and tests or directs a small part of that change; a larger change can remain a clear next-step plan.</a:t>
            </a:r>
          </a:p>
          <a:p xmlns:a="http://schemas.openxmlformats.org/drawingml/2006/main">
            <a:r>
              <a:t>the adult marks I (Independent), S (Supported) or C (Choice) and records actual support. For Aspire, record I or S according to the support used. For Choice, record the choice made and the pupil's one word, phrase or reason.</a:t>
            </a:r>
          </a:p>
          <a:p xmlns:a="http://schemas.openxmlformats.org/drawingml/2006/main">
            <a:r>
              <a:t>Answer guidance: A small artwork on dark paper with identifiable light-dark contrast and at least three repeats of a chosen shape or pair. Accept intentional, uneven hand-made marks; identical motor execution is not the test. The pupil locates one strength and proposes one specific change with a fitting reason, then tests/directs part of it. For example, bright rings contrast clearly, while larger dark gaps could make the repeat easier to follow. A pupil may direct the marks instead of making them.</a:t>
            </a:r>
          </a:p>
          <a:p xmlns:a="http://schemas.openxmlformats.org/drawingml/2006/main">
            <a:r>
              <a:t>Answer guidance: Either pair is valid, repeated three times on a dark ground. Look for a located strength, a specific suitable change and a simple reason, such as thicker outlines helping the rings stand out. Record the precise adult support and pupil-owned decision, including a directed test of the change.</a:t>
            </a:r>
          </a:p>
          <a:p xmlns:a="http://schemas.openxmlformats.org/drawingml/2006/main">
            <a:r>
              <a:t>Answer guidance: Any chosen response/material mode meets the task if the resulting marks contrast with the dark ground and an identifiable pair repeats at least three times. Accept one accurate, located strength and one specific reasoned change with a small test. For example, repeated light blue rings stand out, and wider gaps may separate neighbouring pairs more clearly. All these choices may be communicated without speech or writing.</a:t>
            </a:r>
          </a:p>
          <a:p xmlns:a="http://schemas.openxmlformats.org/drawingml/2006/main">
            <a:r>
              <a:t>Answer guidance: An identifiable first artwork with contrast and a ring/dot repeat; a located strength; and a specific one-feature revision tested on a second strip while retaining the ground and shape order. For example, thicker yellow ring outlines may strengthen their visibility while the ring/dot sequence stays recognisable. Accept another justified choice. Compare the pupil's intended effect, not the adult's taste; precision of hand control is not a condition of success.</a:t>
            </a:r>
          </a:p>
          <a:p xmlns:a="http://schemas.openxmlformats.org/drawingml/2006/main">
            <a:r>
              <a:t>Answer guidance: An identifiable first artwork with contrast and a ring/dot repeat; a located strength; and a specific one-feature revision tested on a second strip while retaining the ground and shape order. For example, thicker yellow ring outlines may strengthen their visibility while the ring/dot sequence stays recognisable. Accept another justified choice. Compare the pupil's intended effect, not the adult's taste; precision of hand control is not a condition of success.</a:t>
            </a:r>
          </a:p>
          <a:p xmlns:a="http://schemas.openxmlformats.org/drawingml/2006/main">
            <a:r>
              <a:t>Choose one route; alternatives add no teaching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ART-GROW-A2-W01-P2</a:t>
            </a:r>
          </a:p>
          <a:p xmlns:a="http://schemas.openxmlformats.org/drawingml/2006/main">
            <a:r>
              <a:t>Stage: Exit; 3 minutes; lesson clock 37 to 40.</a:t>
            </a:r>
          </a:p>
          <a:p xmlns:a="http://schemas.openxmlformats.org/drawingml/2006/main">
            <a:r>
              <a:t>Adult note: Use one tier; keep the model images and the pupil's artwork or directed plan visible. Invite three brief responses.</a:t>
            </a:r>
          </a:p>
          <a:p xmlns:a="http://schemas.openxmlformats.org/drawingml/2006/main">
            <a:r>
              <a:t>Answer guidance: Any accurately located light-dark contrast in the pupil's artwork or directed plan.</a:t>
            </a:r>
          </a:p>
          <a:p xmlns:a="http://schemas.openxmlformats.org/drawingml/2006/main">
            <a:r>
              <a:t>Answer guidance: A located strength consistent with the artwork, such as clearly visible bright rings or a repeated ring/dot pair. Accept a brief symbol or selected phrase linked to the feature.</a:t>
            </a:r>
          </a:p>
          <a:p xmlns:a="http://schemas.openxmlformats.org/drawingml/2006/main">
            <a:r>
              <a:t>Answer guidance: Any accurately located or described planned/tested change, with the feature identified; do not count an unexplained point as a complete review.</a:t>
            </a:r>
          </a:p>
          <a:p xmlns:a="http://schemas.openxmlformats.org/drawingml/2006/main">
            <a:r>
              <a:t>Answer guidance: A relevant account of the artwork's contrast, such as light yellow marks against dark blue paper. Record when the pupil notices a weak contrast and plans a change.</a:t>
            </a:r>
          </a:p>
          <a:p xmlns:a="http://schemas.openxmlformats.org/drawingml/2006/main">
            <a:r>
              <a:t>Answer guidance: A specific positive feature linked to the task, such as the same ring/dot order being easy to follow. General praise alone needs a feature.</a:t>
            </a:r>
          </a:p>
          <a:p xmlns:a="http://schemas.openxmlformats.org/drawingml/2006/main">
            <a:r>
              <a:t>Answer guidance: A specific planned/tested change with a fitting reason, such as wider gaps separating marks or brighter colour strengthening contrast.</a:t>
            </a:r>
          </a:p>
          <a:p xmlns:a="http://schemas.openxmlformats.org/drawingml/2006/main">
            <a:r>
              <a:t>Answer guidance: Test a lighter/brighter mark or a clearer, thicker light outline against the dark ground, then compare. A colour-group label alone does not guarantee contrast.</a:t>
            </a:r>
          </a:p>
          <a:p xmlns:a="http://schemas.openxmlformats.org/drawingml/2006/main">
            <a:r>
              <a:t>Answer guidance: A precise, observable feature linked to the claimed strength, such as three visible repeats of the same pair with clear dark gaps. Different supported strengths are valid.</a:t>
            </a:r>
          </a:p>
          <a:p xmlns:a="http://schemas.openxmlformats.org/drawingml/2006/main">
            <a:r>
              <a:t>Answer guidance: A reasoned comparison naming a revised feature and an identifiable retained repeat, such as thicker outlines making rings clearer while the ring/dot order stays fixed. A proposed further change can be explained without requiring another completed artwork.</a:t>
            </a:r>
          </a:p>
          <a:p xmlns:a="http://schemas.openxmlformats.org/drawingml/2006/main">
            <a:r>
              <a:t>Picture description: A has a very dark blue ground. Its row is yellow ring, orange dot, yellow ring, orange dot, yellow ring, orange dot, with even dark gaps.</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ART-GROW-A2-W01-P2</a:t>
            </a:r>
          </a:p>
          <a:p xmlns:a="http://schemas.openxmlformats.org/drawingml/2006/main">
            <a:r>
              <a:t>Stage: Exit; 3 minutes; lesson clock 37 to 40.</a:t>
            </a:r>
          </a:p>
          <a:p xmlns:a="http://schemas.openxmlformats.org/drawingml/2006/main">
            <a:r>
              <a:t>Adult note: Use one tier; keep the model images and the pupil's artwork or directed plan visible. Invite three brief responses.</a:t>
            </a:r>
          </a:p>
          <a:p xmlns:a="http://schemas.openxmlformats.org/drawingml/2006/main">
            <a:r>
              <a:t>Answer guidance: Any accurately located light-dark contrast in the pupil's artwork or directed plan.</a:t>
            </a:r>
          </a:p>
          <a:p xmlns:a="http://schemas.openxmlformats.org/drawingml/2006/main">
            <a:r>
              <a:t>Answer guidance: A located strength consistent with the artwork, such as clearly visible bright rings or a repeated ring/dot pair. Accept a brief symbol or selected phrase linked to the feature.</a:t>
            </a:r>
          </a:p>
          <a:p xmlns:a="http://schemas.openxmlformats.org/drawingml/2006/main">
            <a:r>
              <a:t>Answer guidance: Any accurately located or described planned/tested change, with the feature identified; do not count an unexplained point as a complete review.</a:t>
            </a:r>
          </a:p>
          <a:p xmlns:a="http://schemas.openxmlformats.org/drawingml/2006/main">
            <a:r>
              <a:t>Answer guidance: A relevant account of the artwork's contrast, such as light yellow marks against dark blue paper. Record when the pupil notices a weak contrast and plans a change.</a:t>
            </a:r>
          </a:p>
          <a:p xmlns:a="http://schemas.openxmlformats.org/drawingml/2006/main">
            <a:r>
              <a:t>Answer guidance: A specific positive feature linked to the task, such as the same ring/dot order being easy to follow. General praise alone needs a feature.</a:t>
            </a:r>
          </a:p>
          <a:p xmlns:a="http://schemas.openxmlformats.org/drawingml/2006/main">
            <a:r>
              <a:t>Answer guidance: A specific planned/tested change with a fitting reason, such as wider gaps separating marks or brighter colour strengthening contrast.</a:t>
            </a:r>
          </a:p>
          <a:p xmlns:a="http://schemas.openxmlformats.org/drawingml/2006/main">
            <a:r>
              <a:t>Answer guidance: Test a lighter/brighter mark or a clearer, thicker light outline against the dark ground, then compare. A colour-group label alone does not guarantee contrast.</a:t>
            </a:r>
          </a:p>
          <a:p xmlns:a="http://schemas.openxmlformats.org/drawingml/2006/main">
            <a:r>
              <a:t>Answer guidance: A precise, observable feature linked to the claimed strength, such as three visible repeats of the same pair with clear dark gaps. Different supported strengths are valid.</a:t>
            </a:r>
          </a:p>
          <a:p xmlns:a="http://schemas.openxmlformats.org/drawingml/2006/main">
            <a:r>
              <a:t>Answer guidance: A reasoned comparison naming a revised feature and an identifiable retained repeat, such as thicker outlines making rings clearer while the ring/dot order stays fixed. A proposed further change can be explained without requiring another completed artwork.</a:t>
            </a:r>
          </a:p>
          <a:p xmlns:a="http://schemas.openxmlformats.org/drawingml/2006/main">
            <a:r>
              <a:t>Picture description: B has the same yellow-ring and orange-dot row as A, with the same size, order and gaps, on a pale yellow ground. Its yellow rings are less clear.</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ART-GROW-A2-W01-P2</a:t>
            </a:r>
          </a:p>
          <a:p xmlns:a="http://schemas.openxmlformats.org/drawingml/2006/main">
            <a:r>
              <a:t>Stage: Exit; 3 minutes; lesson clock 37 to 40.</a:t>
            </a:r>
          </a:p>
          <a:p xmlns:a="http://schemas.openxmlformats.org/drawingml/2006/main">
            <a:r>
              <a:t>Adult note: Use one tier; keep the model images and the pupil's artwork or directed plan visible. Invite three brief responses.</a:t>
            </a:r>
          </a:p>
          <a:p xmlns:a="http://schemas.openxmlformats.org/drawingml/2006/main">
            <a:r>
              <a:t>Answer guidance: Any accurately located light-dark contrast in the pupil's artwork or directed plan.</a:t>
            </a:r>
          </a:p>
          <a:p xmlns:a="http://schemas.openxmlformats.org/drawingml/2006/main">
            <a:r>
              <a:t>Answer guidance: A located strength consistent with the artwork, such as clearly visible bright rings or a repeated ring/dot pair. Accept a brief symbol or selected phrase linked to the feature.</a:t>
            </a:r>
          </a:p>
          <a:p xmlns:a="http://schemas.openxmlformats.org/drawingml/2006/main">
            <a:r>
              <a:t>Answer guidance: Any accurately located or described planned/tested change, with the feature identified; do not count an unexplained point as a complete review.</a:t>
            </a:r>
          </a:p>
          <a:p xmlns:a="http://schemas.openxmlformats.org/drawingml/2006/main">
            <a:r>
              <a:t>Answer guidance: A relevant account of the artwork's contrast, such as light yellow marks against dark blue paper. Record when the pupil notices a weak contrast and plans a change.</a:t>
            </a:r>
          </a:p>
          <a:p xmlns:a="http://schemas.openxmlformats.org/drawingml/2006/main">
            <a:r>
              <a:t>Answer guidance: A specific positive feature linked to the task, such as the same ring/dot order being easy to follow. General praise alone needs a feature.</a:t>
            </a:r>
          </a:p>
          <a:p xmlns:a="http://schemas.openxmlformats.org/drawingml/2006/main">
            <a:r>
              <a:t>Answer guidance: A specific planned/tested change with a fitting reason, such as wider gaps separating marks or brighter colour strengthening contrast.</a:t>
            </a:r>
          </a:p>
          <a:p xmlns:a="http://schemas.openxmlformats.org/drawingml/2006/main">
            <a:r>
              <a:t>Answer guidance: Test a lighter/brighter mark or a clearer, thicker light outline against the dark ground, then compare. A colour-group label alone does not guarantee contrast.</a:t>
            </a:r>
          </a:p>
          <a:p xmlns:a="http://schemas.openxmlformats.org/drawingml/2006/main">
            <a:r>
              <a:t>Answer guidance: A precise, observable feature linked to the claimed strength, such as three visible repeats of the same pair with clear dark gaps. Different supported strengths are valid.</a:t>
            </a:r>
          </a:p>
          <a:p xmlns:a="http://schemas.openxmlformats.org/drawingml/2006/main">
            <a:r>
              <a:t>Answer guidance: A reasoned comparison naming a revised feature and an identifiable retained repeat, such as thicker outlines making rings clearer while the ring/dot order stays fixed. A proposed further change can be explained without requiring another completed artwork.</a:t>
            </a:r>
          </a:p>
          <a:p xmlns:a="http://schemas.openxmlformats.org/drawingml/2006/main">
            <a:r>
              <a:t>Use this tier as an alternative to the other tiers. Continuation adds no teaching time.</a:t>
            </a:r>
          </a:p>
          <a:p xmlns:a="http://schemas.openxmlformats.org/drawingml/2006/main">
            <a:r>
              <a:t>1. Contrast</a:t>
            </a:r>
          </a:p>
          <a:p xmlns:a="http://schemas.openxmlformats.org/drawingml/2006/main">
            <a:r>
              <a:t>Answer guidance: Any accurately located light-dark contrast in the pupil's artwork or directed plan.</a:t>
            </a:r>
          </a:p>
          <a:p xmlns:a="http://schemas.openxmlformats.org/drawingml/2006/main">
            <a:r>
              <a:t>2. Strength</a:t>
            </a:r>
          </a:p>
          <a:p xmlns:a="http://schemas.openxmlformats.org/drawingml/2006/main">
            <a:r>
              <a:t>Answer guidance: A located strength consistent with the artwork, such as clearly visible bright rings or a repeated ring/dot pair. Accept a brief symbol or selected phrase linked to the feature.</a:t>
            </a:r>
          </a:p>
          <a:p xmlns:a="http://schemas.openxmlformats.org/drawingml/2006/main">
            <a:r>
              <a:t>3. Change</a:t>
            </a:r>
          </a:p>
          <a:p xmlns:a="http://schemas.openxmlformats.org/drawingml/2006/main">
            <a:r>
              <a:t>Answer guidance: Any accurately located or described planned/tested change, with the feature identified; do not count an unexplained point as a complete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ART-GROW-A2-W01-P2</a:t>
            </a:r>
          </a:p>
          <a:p xmlns:a="http://schemas.openxmlformats.org/drawingml/2006/main">
            <a:r>
              <a:t>Stage: Exit; 3 minutes; lesson clock 37 to 40.</a:t>
            </a:r>
          </a:p>
          <a:p xmlns:a="http://schemas.openxmlformats.org/drawingml/2006/main">
            <a:r>
              <a:t>Adult note: Use one tier; keep the model images and the pupil's artwork or directed plan visible. Invite three brief responses.</a:t>
            </a:r>
          </a:p>
          <a:p xmlns:a="http://schemas.openxmlformats.org/drawingml/2006/main">
            <a:r>
              <a:t>Answer guidance: Any accurately located light-dark contrast in the pupil's artwork or directed plan.</a:t>
            </a:r>
          </a:p>
          <a:p xmlns:a="http://schemas.openxmlformats.org/drawingml/2006/main">
            <a:r>
              <a:t>Answer guidance: A located strength consistent with the artwork, such as clearly visible bright rings or a repeated ring/dot pair. Accept a brief symbol or selected phrase linked to the feature.</a:t>
            </a:r>
          </a:p>
          <a:p xmlns:a="http://schemas.openxmlformats.org/drawingml/2006/main">
            <a:r>
              <a:t>Answer guidance: Any accurately located or described planned/tested change, with the feature identified; do not count an unexplained point as a complete review.</a:t>
            </a:r>
          </a:p>
          <a:p xmlns:a="http://schemas.openxmlformats.org/drawingml/2006/main">
            <a:r>
              <a:t>Answer guidance: A relevant account of the artwork's contrast, such as light yellow marks against dark blue paper. Record when the pupil notices a weak contrast and plans a change.</a:t>
            </a:r>
          </a:p>
          <a:p xmlns:a="http://schemas.openxmlformats.org/drawingml/2006/main">
            <a:r>
              <a:t>Answer guidance: A specific positive feature linked to the task, such as the same ring/dot order being easy to follow. General praise alone needs a feature.</a:t>
            </a:r>
          </a:p>
          <a:p xmlns:a="http://schemas.openxmlformats.org/drawingml/2006/main">
            <a:r>
              <a:t>Answer guidance: A specific planned/tested change with a fitting reason, such as wider gaps separating marks or brighter colour strengthening contrast.</a:t>
            </a:r>
          </a:p>
          <a:p xmlns:a="http://schemas.openxmlformats.org/drawingml/2006/main">
            <a:r>
              <a:t>Answer guidance: Test a lighter/brighter mark or a clearer, thicker light outline against the dark ground, then compare. A colour-group label alone does not guarantee contrast.</a:t>
            </a:r>
          </a:p>
          <a:p xmlns:a="http://schemas.openxmlformats.org/drawingml/2006/main">
            <a:r>
              <a:t>Answer guidance: A precise, observable feature linked to the claimed strength, such as three visible repeats of the same pair with clear dark gaps. Different supported strengths are valid.</a:t>
            </a:r>
          </a:p>
          <a:p xmlns:a="http://schemas.openxmlformats.org/drawingml/2006/main">
            <a:r>
              <a:t>Answer guidance: A reasoned comparison naming a revised feature and an identifiable retained repeat, such as thicker outlines making rings clearer while the ring/dot order stays fixed. A proposed further change can be explained without requiring another completed artwork.</a:t>
            </a:r>
          </a:p>
          <a:p xmlns:a="http://schemas.openxmlformats.org/drawingml/2006/main">
            <a:r>
              <a:t>Use this tier as an alternative to the other tiers. Continuation adds no teaching time.</a:t>
            </a:r>
          </a:p>
          <a:p xmlns:a="http://schemas.openxmlformats.org/drawingml/2006/main">
            <a:r>
              <a:t>1. Contrast</a:t>
            </a:r>
          </a:p>
          <a:p xmlns:a="http://schemas.openxmlformats.org/drawingml/2006/main">
            <a:r>
              <a:t>Answer guidance: A relevant account of the artwork's contrast, such as light yellow marks against dark blue paper. Record when the pupil notices a weak contrast and plans a change.</a:t>
            </a:r>
          </a:p>
          <a:p xmlns:a="http://schemas.openxmlformats.org/drawingml/2006/main">
            <a:r>
              <a:t>2. Strength</a:t>
            </a:r>
          </a:p>
          <a:p xmlns:a="http://schemas.openxmlformats.org/drawingml/2006/main">
            <a:r>
              <a:t>Answer guidance: A specific positive feature linked to the task, such as the same ring/dot order being easy to follow. General praise alone needs a feature.</a:t>
            </a:r>
          </a:p>
          <a:p xmlns:a="http://schemas.openxmlformats.org/drawingml/2006/main">
            <a:r>
              <a:t>3. Change</a:t>
            </a:r>
          </a:p>
          <a:p xmlns:a="http://schemas.openxmlformats.org/drawingml/2006/main">
            <a:r>
              <a:t>Answer guidance: A specific planned/tested change with a fitting reason, such as wider gaps separating marks or brighter colour strengthening contrast.</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ART-GROW-A2-W01-P2</a:t>
            </a:r>
          </a:p>
          <a:p xmlns:a="http://schemas.openxmlformats.org/drawingml/2006/main">
            <a:r>
              <a:t>Stage: Exit; 3 minutes; lesson clock 37 to 40.</a:t>
            </a:r>
          </a:p>
          <a:p xmlns:a="http://schemas.openxmlformats.org/drawingml/2006/main">
            <a:r>
              <a:t>Adult note: Use one tier; keep the model images and the pupil's artwork or directed plan visible. Invite three brief responses.</a:t>
            </a:r>
          </a:p>
          <a:p xmlns:a="http://schemas.openxmlformats.org/drawingml/2006/main">
            <a:r>
              <a:t>Answer guidance: Any accurately located light-dark contrast in the pupil's artwork or directed plan.</a:t>
            </a:r>
          </a:p>
          <a:p xmlns:a="http://schemas.openxmlformats.org/drawingml/2006/main">
            <a:r>
              <a:t>Answer guidance: A located strength consistent with the artwork, such as clearly visible bright rings or a repeated ring/dot pair. Accept a brief symbol or selected phrase linked to the feature.</a:t>
            </a:r>
          </a:p>
          <a:p xmlns:a="http://schemas.openxmlformats.org/drawingml/2006/main">
            <a:r>
              <a:t>Answer guidance: Any accurately located or described planned/tested change, with the feature identified; do not count an unexplained point as a complete review.</a:t>
            </a:r>
          </a:p>
          <a:p xmlns:a="http://schemas.openxmlformats.org/drawingml/2006/main">
            <a:r>
              <a:t>Answer guidance: A relevant account of the artwork's contrast, such as light yellow marks against dark blue paper. Record when the pupil notices a weak contrast and plans a change.</a:t>
            </a:r>
          </a:p>
          <a:p xmlns:a="http://schemas.openxmlformats.org/drawingml/2006/main">
            <a:r>
              <a:t>Answer guidance: A specific positive feature linked to the task, such as the same ring/dot order being easy to follow. General praise alone needs a feature.</a:t>
            </a:r>
          </a:p>
          <a:p xmlns:a="http://schemas.openxmlformats.org/drawingml/2006/main">
            <a:r>
              <a:t>Answer guidance: A specific planned/tested change with a fitting reason, such as wider gaps separating marks or brighter colour strengthening contrast.</a:t>
            </a:r>
          </a:p>
          <a:p xmlns:a="http://schemas.openxmlformats.org/drawingml/2006/main">
            <a:r>
              <a:t>Answer guidance: Test a lighter/brighter mark or a clearer, thicker light outline against the dark ground, then compare. A colour-group label alone does not guarantee contrast.</a:t>
            </a:r>
          </a:p>
          <a:p xmlns:a="http://schemas.openxmlformats.org/drawingml/2006/main">
            <a:r>
              <a:t>Answer guidance: A precise, observable feature linked to the claimed strength, such as three visible repeats of the same pair with clear dark gaps. Different supported strengths are valid.</a:t>
            </a:r>
          </a:p>
          <a:p xmlns:a="http://schemas.openxmlformats.org/drawingml/2006/main">
            <a:r>
              <a:t>Answer guidance: A reasoned comparison naming a revised feature and an identifiable retained repeat, such as thicker outlines making rings clearer while the ring/dot order stays fixed. A proposed further change can be explained without requiring another completed artwork.</a:t>
            </a:r>
          </a:p>
          <a:p xmlns:a="http://schemas.openxmlformats.org/drawingml/2006/main">
            <a:r>
              <a:t>Use this tier as an alternative to the other tiers. Continuation adds no teaching time.</a:t>
            </a:r>
          </a:p>
          <a:p xmlns:a="http://schemas.openxmlformats.org/drawingml/2006/main">
            <a:r>
              <a:t>1. Contrast</a:t>
            </a:r>
          </a:p>
          <a:p xmlns:a="http://schemas.openxmlformats.org/drawingml/2006/main">
            <a:r>
              <a:t>Answer guidance: Test a lighter/brighter mark or a clearer, thicker light outline against the dark ground, then compare. A colour-group label alone does not guarantee contrast.</a:t>
            </a:r>
          </a:p>
          <a:p xmlns:a="http://schemas.openxmlformats.org/drawingml/2006/main">
            <a:r>
              <a:t>2. Strength</a:t>
            </a:r>
          </a:p>
          <a:p xmlns:a="http://schemas.openxmlformats.org/drawingml/2006/main">
            <a:r>
              <a:t>Answer guidance: A precise, observable feature linked to the claimed strength, such as three visible repeats of the same pair with clear dark gaps. Different supported strengths are valid.</a:t>
            </a:r>
          </a:p>
          <a:p xmlns:a="http://schemas.openxmlformats.org/drawingml/2006/main">
            <a:r>
              <a:t>3. Change</a:t>
            </a:r>
          </a:p>
          <a:p xmlns:a="http://schemas.openxmlformats.org/drawingml/2006/main">
            <a:r>
              <a:t>Answer guidance: A reasoned comparison naming a revised feature and an identifiable retained repeat, such as thicker outlines making rings clearer while the ring/dot order stays fixed. A proposed further change can be explained without requiring another completed artwork.</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863f4a0934bf4f34"/></Relationships>
</file>

<file path=ppt/slideLayouts/_rels/slideLayout2.xml.rels><?xml version='1.0' encoding='UTF-8' standalone='yes'?>
<Relationships xmlns="http://schemas.openxmlformats.org/package/2006/relationships"><Relationship Type="http://schemas.openxmlformats.org/officeDocument/2006/relationships/slideMaster" Target="/ppt/slideMasters/slideMaster1.xml" Id="Rda1f6fa8809c493d"/></Relationships>
</file>

<file path=ppt/slideLayouts/_rels/slideLayout3.xml.rels><?xml version='1.0' encoding='UTF-8' standalone='yes'?>
<Relationships xmlns="http://schemas.openxmlformats.org/package/2006/relationships"><Relationship Type="http://schemas.openxmlformats.org/officeDocument/2006/relationships/slideMaster" Target="/ppt/slideMasters/slideMaster1.xml" Id="R3f7dce2b789d4737"/></Relationships>
</file>

<file path=ppt/slideLayouts/_rels/slideLayout4.xml.rels><?xml version='1.0' encoding='UTF-8' standalone='yes'?>
<Relationships xmlns="http://schemas.openxmlformats.org/package/2006/relationships"><Relationship Type="http://schemas.openxmlformats.org/officeDocument/2006/relationships/slideMaster" Target="/ppt/slideMasters/slideMaster1.xml" Id="Rad32721559244878"/></Relationships>
</file>

<file path=ppt/slideLayouts/_rels/slideLayout5.xml.rels><?xml version='1.0' encoding='UTF-8' standalone='yes'?>
<Relationships xmlns="http://schemas.openxmlformats.org/package/2006/relationships"><Relationship Type="http://schemas.openxmlformats.org/officeDocument/2006/relationships/slideMaster" Target="/ppt/slideMasters/slideMaster1.xml" Id="R67a1b478fd2c4a4b"/></Relationships>
</file>

<file path=ppt/slideLayouts/_rels/slideLayout6.xml.rels><?xml version='1.0' encoding='UTF-8' standalone='yes'?>
<Relationships xmlns="http://schemas.openxmlformats.org/package/2006/relationships"><Relationship Type="http://schemas.openxmlformats.org/officeDocument/2006/relationships/slideMaster" Target="/ppt/slideMasters/slideMaster1.xml" Id="Rb3d2ece5ec234af4"/></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8D704ED6-8352-4FBB-AA25-E24C82E06166}"/>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B7DCF225-E086-48AF-88C0-CD02ACE25AB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12700" tIns="0" rIns="12700" bIns="0" anchor="ctr">
            <a:normAutofit/>
          </a:bodyPr>
          <a:lstStyle xmlns:a="http://schemas.openxmlformats.org/drawingml/2006/main">
            <a:lvl1pPr marL="0" indent="0">
              <a:lnSpc>
                <a:spcPct val="110000"/>
              </a:lnSpc>
              <a:spcBef>
                <a:spcPts val="0"/>
              </a:spcBef>
              <a:spcAft>
                <a:spcPts val="0"/>
              </a:spcAft>
              <a:buNone/>
              <a:defRPr lang="en-GB">
                <a:latin typeface="Arial"/>
                <a:ea typeface="Arial"/>
                <a:cs typeface="Arial"/>
              </a:defRPr>
            </a:lvl1pPr>
            <a:lvl2pPr marL="0" indent="0">
              <a:lnSpc>
                <a:spcPct val="110000"/>
              </a:lnSpc>
              <a:spcBef>
                <a:spcPts val="0"/>
              </a:spcBef>
              <a:spcAft>
                <a:spcPts val="0"/>
              </a:spcAft>
              <a:buNone/>
              <a:defRPr lang="en-GB">
                <a:latin typeface="Arial"/>
                <a:ea typeface="Arial"/>
                <a:cs typeface="Arial"/>
              </a:defRPr>
            </a:lvl2pPr>
            <a:lvl3pPr marL="0" indent="0">
              <a:lnSpc>
                <a:spcPct val="110000"/>
              </a:lnSpc>
              <a:spcBef>
                <a:spcPts val="0"/>
              </a:spcBef>
              <a:spcAft>
                <a:spcPts val="0"/>
              </a:spcAft>
              <a:buNone/>
              <a:defRPr lang="en-GB">
                <a:latin typeface="Arial"/>
                <a:ea typeface="Arial"/>
                <a:cs typeface="Arial"/>
              </a:defRPr>
            </a:lvl3pPr>
            <a:lvl4pPr marL="0" indent="0">
              <a:lnSpc>
                <a:spcPct val="110000"/>
              </a:lnSpc>
              <a:spcBef>
                <a:spcPts val="0"/>
              </a:spcBef>
              <a:spcAft>
                <a:spcPts val="0"/>
              </a:spcAft>
              <a:buNone/>
              <a:defRPr lang="en-GB">
                <a:latin typeface="Arial"/>
                <a:ea typeface="Arial"/>
                <a:cs typeface="Arial"/>
              </a:defRPr>
            </a:lvl4pPr>
            <a:lvl5pPr marL="0" indent="0">
              <a:lnSpc>
                <a:spcPct val="110000"/>
              </a:lnSpc>
              <a:spcBef>
                <a:spcPts val="0"/>
              </a:spcBef>
              <a:spcAft>
                <a:spcPts val="0"/>
              </a:spcAft>
              <a:buNone/>
              <a:defRPr lang="en-GB">
                <a:latin typeface="Arial"/>
                <a:ea typeface="Arial"/>
                <a:cs typeface="Arial"/>
              </a:defRPr>
            </a:lvl5pPr>
            <a:lvl6pPr marL="0" indent="0">
              <a:lnSpc>
                <a:spcPct val="110000"/>
              </a:lnSpc>
              <a:spcBef>
                <a:spcPts val="0"/>
              </a:spcBef>
              <a:spcAft>
                <a:spcPts val="0"/>
              </a:spcAft>
              <a:buNone/>
              <a:defRPr lang="en-GB">
                <a:latin typeface="Arial"/>
                <a:ea typeface="Arial"/>
                <a:cs typeface="Arial"/>
              </a:defRPr>
            </a:lvl6pPr>
            <a:lvl7pPr marL="0" indent="0">
              <a:lnSpc>
                <a:spcPct val="110000"/>
              </a:lnSpc>
              <a:spcBef>
                <a:spcPts val="0"/>
              </a:spcBef>
              <a:spcAft>
                <a:spcPts val="0"/>
              </a:spcAft>
              <a:buNone/>
              <a:defRPr lang="en-GB">
                <a:latin typeface="Arial"/>
                <a:ea typeface="Arial"/>
                <a:cs typeface="Arial"/>
              </a:defRPr>
            </a:lvl7pPr>
            <a:lvl8pPr marL="0" indent="0">
              <a:lnSpc>
                <a:spcPct val="110000"/>
              </a:lnSpc>
              <a:spcBef>
                <a:spcPts val="0"/>
              </a:spcBef>
              <a:spcAft>
                <a:spcPts val="0"/>
              </a:spcAft>
              <a:buNone/>
              <a:defRPr lang="en-GB">
                <a:latin typeface="Arial"/>
                <a:ea typeface="Arial"/>
                <a:cs typeface="Arial"/>
              </a:defRPr>
            </a:lvl8pPr>
            <a:lvl9pPr marL="0" indent="0">
              <a:lnSpc>
                <a:spcPct val="110000"/>
              </a:lnSpc>
              <a:spcBef>
                <a:spcPts val="0"/>
              </a:spcBef>
              <a:spcAft>
                <a:spcPts val="0"/>
              </a:spcAft>
              <a:buNone/>
              <a:defRPr lang="en-GB">
                <a:latin typeface="Arial"/>
                <a:ea typeface="Arial"/>
                <a:cs typeface="Arial"/>
              </a:defRPr>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AB3F2E9C-7907-4584-8B2C-9952C0760B6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12700" tIns="0" rIns="12700" bIns="0" anchor="ctr">
            <a:normAutofit/>
          </a:bodyPr>
          <a:lstStyle xmlns:a="http://schemas.openxmlformats.org/drawingml/2006/main">
            <a:lvl1pPr marL="0" indent="0">
              <a:lnSpc>
                <a:spcPct val="110000"/>
              </a:lnSpc>
              <a:spcBef>
                <a:spcPts val="0"/>
              </a:spcBef>
              <a:spcAft>
                <a:spcPts val="0"/>
              </a:spcAft>
              <a:buNone/>
              <a:defRPr lang="en-GB">
                <a:latin typeface="Arial"/>
                <a:ea typeface="Arial"/>
                <a:cs typeface="Arial"/>
              </a:defRPr>
            </a:lvl1pPr>
            <a:lvl2pPr marL="0" indent="0">
              <a:lnSpc>
                <a:spcPct val="110000"/>
              </a:lnSpc>
              <a:spcBef>
                <a:spcPts val="0"/>
              </a:spcBef>
              <a:spcAft>
                <a:spcPts val="0"/>
              </a:spcAft>
              <a:buNone/>
              <a:defRPr lang="en-GB">
                <a:latin typeface="Arial"/>
                <a:ea typeface="Arial"/>
                <a:cs typeface="Arial"/>
              </a:defRPr>
            </a:lvl2pPr>
            <a:lvl3pPr marL="0" indent="0">
              <a:lnSpc>
                <a:spcPct val="110000"/>
              </a:lnSpc>
              <a:spcBef>
                <a:spcPts val="0"/>
              </a:spcBef>
              <a:spcAft>
                <a:spcPts val="0"/>
              </a:spcAft>
              <a:buNone/>
              <a:defRPr lang="en-GB">
                <a:latin typeface="Arial"/>
                <a:ea typeface="Arial"/>
                <a:cs typeface="Arial"/>
              </a:defRPr>
            </a:lvl3pPr>
            <a:lvl4pPr marL="0" indent="0">
              <a:lnSpc>
                <a:spcPct val="110000"/>
              </a:lnSpc>
              <a:spcBef>
                <a:spcPts val="0"/>
              </a:spcBef>
              <a:spcAft>
                <a:spcPts val="0"/>
              </a:spcAft>
              <a:buNone/>
              <a:defRPr lang="en-GB">
                <a:latin typeface="Arial"/>
                <a:ea typeface="Arial"/>
                <a:cs typeface="Arial"/>
              </a:defRPr>
            </a:lvl4pPr>
            <a:lvl5pPr marL="0" indent="0">
              <a:lnSpc>
                <a:spcPct val="110000"/>
              </a:lnSpc>
              <a:spcBef>
                <a:spcPts val="0"/>
              </a:spcBef>
              <a:spcAft>
                <a:spcPts val="0"/>
              </a:spcAft>
              <a:buNone/>
              <a:defRPr lang="en-GB">
                <a:latin typeface="Arial"/>
                <a:ea typeface="Arial"/>
                <a:cs typeface="Arial"/>
              </a:defRPr>
            </a:lvl5pPr>
            <a:lvl6pPr marL="0" indent="0">
              <a:lnSpc>
                <a:spcPct val="110000"/>
              </a:lnSpc>
              <a:spcBef>
                <a:spcPts val="0"/>
              </a:spcBef>
              <a:spcAft>
                <a:spcPts val="0"/>
              </a:spcAft>
              <a:buNone/>
              <a:defRPr lang="en-GB">
                <a:latin typeface="Arial"/>
                <a:ea typeface="Arial"/>
                <a:cs typeface="Arial"/>
              </a:defRPr>
            </a:lvl6pPr>
            <a:lvl7pPr marL="0" indent="0">
              <a:lnSpc>
                <a:spcPct val="110000"/>
              </a:lnSpc>
              <a:spcBef>
                <a:spcPts val="0"/>
              </a:spcBef>
              <a:spcAft>
                <a:spcPts val="0"/>
              </a:spcAft>
              <a:buNone/>
              <a:defRPr lang="en-GB">
                <a:latin typeface="Arial"/>
                <a:ea typeface="Arial"/>
                <a:cs typeface="Arial"/>
              </a:defRPr>
            </a:lvl7pPr>
            <a:lvl8pPr marL="0" indent="0">
              <a:lnSpc>
                <a:spcPct val="110000"/>
              </a:lnSpc>
              <a:spcBef>
                <a:spcPts val="0"/>
              </a:spcBef>
              <a:spcAft>
                <a:spcPts val="0"/>
              </a:spcAft>
              <a:buNone/>
              <a:defRPr lang="en-GB">
                <a:latin typeface="Arial"/>
                <a:ea typeface="Arial"/>
                <a:cs typeface="Arial"/>
              </a:defRPr>
            </a:lvl8pPr>
            <a:lvl9pPr marL="0" indent="0">
              <a:lnSpc>
                <a:spcPct val="110000"/>
              </a:lnSpc>
              <a:spcBef>
                <a:spcPts val="0"/>
              </a:spcBef>
              <a:spcAft>
                <a:spcPts val="0"/>
              </a:spcAft>
              <a:buNone/>
              <a:defRPr lang="en-GB">
                <a:latin typeface="Arial"/>
                <a:ea typeface="Arial"/>
                <a:cs typeface="Arial"/>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EFF95F9E-13CB-4A8C-8E77-05666D118FCA}"/>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183DE3BC-2FF3-4E8A-BE2D-FE841714F4D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12700" tIns="0" rIns="12700" bIns="0" anchor="ctr">
            <a:normAutofit/>
          </a:bodyPr>
          <a:lstStyle xmlns:a="http://schemas.openxmlformats.org/drawingml/2006/main">
            <a:lvl1pPr marL="0" indent="0">
              <a:lnSpc>
                <a:spcPct val="110000"/>
              </a:lnSpc>
              <a:spcBef>
                <a:spcPts val="0"/>
              </a:spcBef>
              <a:spcAft>
                <a:spcPts val="0"/>
              </a:spcAft>
              <a:buNone/>
              <a:defRPr lang="en-GB">
                <a:latin typeface="Arial"/>
                <a:ea typeface="Arial"/>
                <a:cs typeface="Arial"/>
              </a:defRPr>
            </a:lvl1pPr>
            <a:lvl2pPr marL="0" indent="0">
              <a:lnSpc>
                <a:spcPct val="110000"/>
              </a:lnSpc>
              <a:spcBef>
                <a:spcPts val="0"/>
              </a:spcBef>
              <a:spcAft>
                <a:spcPts val="0"/>
              </a:spcAft>
              <a:buNone/>
              <a:defRPr lang="en-GB">
                <a:latin typeface="Arial"/>
                <a:ea typeface="Arial"/>
                <a:cs typeface="Arial"/>
              </a:defRPr>
            </a:lvl2pPr>
            <a:lvl3pPr marL="0" indent="0">
              <a:lnSpc>
                <a:spcPct val="110000"/>
              </a:lnSpc>
              <a:spcBef>
                <a:spcPts val="0"/>
              </a:spcBef>
              <a:spcAft>
                <a:spcPts val="0"/>
              </a:spcAft>
              <a:buNone/>
              <a:defRPr lang="en-GB">
                <a:latin typeface="Arial"/>
                <a:ea typeface="Arial"/>
                <a:cs typeface="Arial"/>
              </a:defRPr>
            </a:lvl3pPr>
            <a:lvl4pPr marL="0" indent="0">
              <a:lnSpc>
                <a:spcPct val="110000"/>
              </a:lnSpc>
              <a:spcBef>
                <a:spcPts val="0"/>
              </a:spcBef>
              <a:spcAft>
                <a:spcPts val="0"/>
              </a:spcAft>
              <a:buNone/>
              <a:defRPr lang="en-GB">
                <a:latin typeface="Arial"/>
                <a:ea typeface="Arial"/>
                <a:cs typeface="Arial"/>
              </a:defRPr>
            </a:lvl4pPr>
            <a:lvl5pPr marL="0" indent="0">
              <a:lnSpc>
                <a:spcPct val="110000"/>
              </a:lnSpc>
              <a:spcBef>
                <a:spcPts val="0"/>
              </a:spcBef>
              <a:spcAft>
                <a:spcPts val="0"/>
              </a:spcAft>
              <a:buNone/>
              <a:defRPr lang="en-GB">
                <a:latin typeface="Arial"/>
                <a:ea typeface="Arial"/>
                <a:cs typeface="Arial"/>
              </a:defRPr>
            </a:lvl5pPr>
            <a:lvl6pPr marL="0" indent="0">
              <a:lnSpc>
                <a:spcPct val="110000"/>
              </a:lnSpc>
              <a:spcBef>
                <a:spcPts val="0"/>
              </a:spcBef>
              <a:spcAft>
                <a:spcPts val="0"/>
              </a:spcAft>
              <a:buNone/>
              <a:defRPr lang="en-GB">
                <a:latin typeface="Arial"/>
                <a:ea typeface="Arial"/>
                <a:cs typeface="Arial"/>
              </a:defRPr>
            </a:lvl6pPr>
            <a:lvl7pPr marL="0" indent="0">
              <a:lnSpc>
                <a:spcPct val="110000"/>
              </a:lnSpc>
              <a:spcBef>
                <a:spcPts val="0"/>
              </a:spcBef>
              <a:spcAft>
                <a:spcPts val="0"/>
              </a:spcAft>
              <a:buNone/>
              <a:defRPr lang="en-GB">
                <a:latin typeface="Arial"/>
                <a:ea typeface="Arial"/>
                <a:cs typeface="Arial"/>
              </a:defRPr>
            </a:lvl7pPr>
            <a:lvl8pPr marL="0" indent="0">
              <a:lnSpc>
                <a:spcPct val="110000"/>
              </a:lnSpc>
              <a:spcBef>
                <a:spcPts val="0"/>
              </a:spcBef>
              <a:spcAft>
                <a:spcPts val="0"/>
              </a:spcAft>
              <a:buNone/>
              <a:defRPr lang="en-GB">
                <a:latin typeface="Arial"/>
                <a:ea typeface="Arial"/>
                <a:cs typeface="Arial"/>
              </a:defRPr>
            </a:lvl8pPr>
            <a:lvl9pPr marL="0" indent="0">
              <a:lnSpc>
                <a:spcPct val="110000"/>
              </a:lnSpc>
              <a:spcBef>
                <a:spcPts val="0"/>
              </a:spcBef>
              <a:spcAft>
                <a:spcPts val="0"/>
              </a:spcAft>
              <a:buNone/>
              <a:defRPr lang="en-GB">
                <a:latin typeface="Arial"/>
                <a:ea typeface="Arial"/>
                <a:cs typeface="Arial"/>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A6E241D4-575D-4B57-95E4-97C96A0903A9}"/>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300EE7A9-B588-4F10-B243-97CD631558F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12700" tIns="0" rIns="12700" bIns="0" anchor="t">
            <a:normAutofit/>
          </a:bodyPr>
          <a:lstStyle xmlns:a="http://schemas.openxmlformats.org/drawingml/2006/main">
            <a:lvl1pPr marL="0" indent="0">
              <a:lnSpc>
                <a:spcPct val="110000"/>
              </a:lnSpc>
              <a:spcBef>
                <a:spcPts val="0"/>
              </a:spcBef>
              <a:spcAft>
                <a:spcPts val="0"/>
              </a:spcAft>
              <a:buNone/>
              <a:defRPr lang="en-GB">
                <a:latin typeface="Arial"/>
                <a:ea typeface="Arial"/>
                <a:cs typeface="Arial"/>
              </a:defRPr>
            </a:lvl1pPr>
            <a:lvl2pPr marL="0" indent="0">
              <a:lnSpc>
                <a:spcPct val="110000"/>
              </a:lnSpc>
              <a:spcBef>
                <a:spcPts val="0"/>
              </a:spcBef>
              <a:spcAft>
                <a:spcPts val="0"/>
              </a:spcAft>
              <a:buNone/>
              <a:defRPr lang="en-GB">
                <a:latin typeface="Arial"/>
                <a:ea typeface="Arial"/>
                <a:cs typeface="Arial"/>
              </a:defRPr>
            </a:lvl2pPr>
            <a:lvl3pPr marL="0" indent="0">
              <a:lnSpc>
                <a:spcPct val="110000"/>
              </a:lnSpc>
              <a:spcBef>
                <a:spcPts val="0"/>
              </a:spcBef>
              <a:spcAft>
                <a:spcPts val="0"/>
              </a:spcAft>
              <a:buNone/>
              <a:defRPr lang="en-GB">
                <a:latin typeface="Arial"/>
                <a:ea typeface="Arial"/>
                <a:cs typeface="Arial"/>
              </a:defRPr>
            </a:lvl3pPr>
            <a:lvl4pPr marL="0" indent="0">
              <a:lnSpc>
                <a:spcPct val="110000"/>
              </a:lnSpc>
              <a:spcBef>
                <a:spcPts val="0"/>
              </a:spcBef>
              <a:spcAft>
                <a:spcPts val="0"/>
              </a:spcAft>
              <a:buNone/>
              <a:defRPr lang="en-GB">
                <a:latin typeface="Arial"/>
                <a:ea typeface="Arial"/>
                <a:cs typeface="Arial"/>
              </a:defRPr>
            </a:lvl4pPr>
            <a:lvl5pPr marL="0" indent="0">
              <a:lnSpc>
                <a:spcPct val="110000"/>
              </a:lnSpc>
              <a:spcBef>
                <a:spcPts val="0"/>
              </a:spcBef>
              <a:spcAft>
                <a:spcPts val="0"/>
              </a:spcAft>
              <a:buNone/>
              <a:defRPr lang="en-GB">
                <a:latin typeface="Arial"/>
                <a:ea typeface="Arial"/>
                <a:cs typeface="Arial"/>
              </a:defRPr>
            </a:lvl5pPr>
            <a:lvl6pPr marL="0" indent="0">
              <a:lnSpc>
                <a:spcPct val="110000"/>
              </a:lnSpc>
              <a:spcBef>
                <a:spcPts val="0"/>
              </a:spcBef>
              <a:spcAft>
                <a:spcPts val="0"/>
              </a:spcAft>
              <a:buNone/>
              <a:defRPr lang="en-GB">
                <a:latin typeface="Arial"/>
                <a:ea typeface="Arial"/>
                <a:cs typeface="Arial"/>
              </a:defRPr>
            </a:lvl6pPr>
            <a:lvl7pPr marL="0" indent="0">
              <a:lnSpc>
                <a:spcPct val="110000"/>
              </a:lnSpc>
              <a:spcBef>
                <a:spcPts val="0"/>
              </a:spcBef>
              <a:spcAft>
                <a:spcPts val="0"/>
              </a:spcAft>
              <a:buNone/>
              <a:defRPr lang="en-GB">
                <a:latin typeface="Arial"/>
                <a:ea typeface="Arial"/>
                <a:cs typeface="Arial"/>
              </a:defRPr>
            </a:lvl7pPr>
            <a:lvl8pPr marL="0" indent="0">
              <a:lnSpc>
                <a:spcPct val="110000"/>
              </a:lnSpc>
              <a:spcBef>
                <a:spcPts val="0"/>
              </a:spcBef>
              <a:spcAft>
                <a:spcPts val="0"/>
              </a:spcAft>
              <a:buNone/>
              <a:defRPr lang="en-GB">
                <a:latin typeface="Arial"/>
                <a:ea typeface="Arial"/>
                <a:cs typeface="Arial"/>
              </a:defRPr>
            </a:lvl8pPr>
            <a:lvl9pPr marL="0" indent="0">
              <a:lnSpc>
                <a:spcPct val="110000"/>
              </a:lnSpc>
              <a:spcBef>
                <a:spcPts val="0"/>
              </a:spcBef>
              <a:spcAft>
                <a:spcPts val="0"/>
              </a:spcAft>
              <a:buNone/>
              <a:defRPr lang="en-GB">
                <a:latin typeface="Arial"/>
                <a:ea typeface="Arial"/>
                <a:cs typeface="Arial"/>
              </a:defRPr>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353BB8B2-50A8-40D0-8FC9-66254ABA2AB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12700" tIns="0" rIns="12700" bIns="0" anchor="t">
            <a:normAutofit/>
          </a:bodyPr>
          <a:lstStyle xmlns:a="http://schemas.openxmlformats.org/drawingml/2006/main">
            <a:lvl1pPr marL="228600" indent="-228600">
              <a:lnSpc>
                <a:spcPct val="110000"/>
              </a:lnSpc>
              <a:spcBef>
                <a:spcPts val="0"/>
              </a:spcBef>
              <a:spcAft>
                <a:spcPts val="1200"/>
              </a:spcAft>
              <a:buChar char="•"/>
              <a:defRPr lang="en-GB">
                <a:latin typeface="Arial"/>
                <a:ea typeface="Arial"/>
                <a:cs typeface="Arial"/>
              </a:defRPr>
            </a:lvl1pPr>
            <a:lvl2pPr marL="533400" indent="-228600">
              <a:lnSpc>
                <a:spcPct val="110000"/>
              </a:lnSpc>
              <a:spcBef>
                <a:spcPts val="0"/>
              </a:spcBef>
              <a:spcAft>
                <a:spcPts val="1200"/>
              </a:spcAft>
              <a:buChar char="•"/>
              <a:defRPr lang="en-GB">
                <a:latin typeface="Arial"/>
                <a:ea typeface="Arial"/>
                <a:cs typeface="Arial"/>
              </a:defRPr>
            </a:lvl2pPr>
            <a:lvl3pPr marL="838200" indent="-228600">
              <a:lnSpc>
                <a:spcPct val="110000"/>
              </a:lnSpc>
              <a:spcBef>
                <a:spcPts val="0"/>
              </a:spcBef>
              <a:spcAft>
                <a:spcPts val="1200"/>
              </a:spcAft>
              <a:buChar char="•"/>
              <a:defRPr lang="en-GB">
                <a:latin typeface="Arial"/>
                <a:ea typeface="Arial"/>
                <a:cs typeface="Arial"/>
              </a:defRPr>
            </a:lvl3pPr>
            <a:lvl4pPr marL="1143000" indent="-228600">
              <a:lnSpc>
                <a:spcPct val="110000"/>
              </a:lnSpc>
              <a:spcBef>
                <a:spcPts val="0"/>
              </a:spcBef>
              <a:spcAft>
                <a:spcPts val="1200"/>
              </a:spcAft>
              <a:buChar char="•"/>
              <a:defRPr lang="en-GB">
                <a:latin typeface="Arial"/>
                <a:ea typeface="Arial"/>
                <a:cs typeface="Arial"/>
              </a:defRPr>
            </a:lvl4pPr>
            <a:lvl5pPr marL="1447800" indent="-228600">
              <a:lnSpc>
                <a:spcPct val="110000"/>
              </a:lnSpc>
              <a:spcBef>
                <a:spcPts val="0"/>
              </a:spcBef>
              <a:spcAft>
                <a:spcPts val="1200"/>
              </a:spcAft>
              <a:buChar char="•"/>
              <a:defRPr lang="en-GB">
                <a:latin typeface="Arial"/>
                <a:ea typeface="Arial"/>
                <a:cs typeface="Arial"/>
              </a:defRPr>
            </a:lvl5pPr>
            <a:lvl6pPr marL="1752600" indent="-228600">
              <a:lnSpc>
                <a:spcPct val="110000"/>
              </a:lnSpc>
              <a:spcBef>
                <a:spcPts val="0"/>
              </a:spcBef>
              <a:spcAft>
                <a:spcPts val="1200"/>
              </a:spcAft>
              <a:buChar char="•"/>
              <a:defRPr lang="en-GB">
                <a:latin typeface="Arial"/>
                <a:ea typeface="Arial"/>
                <a:cs typeface="Arial"/>
              </a:defRPr>
            </a:lvl6pPr>
            <a:lvl7pPr marL="2057400" indent="-228600">
              <a:lnSpc>
                <a:spcPct val="110000"/>
              </a:lnSpc>
              <a:spcBef>
                <a:spcPts val="0"/>
              </a:spcBef>
              <a:spcAft>
                <a:spcPts val="1200"/>
              </a:spcAft>
              <a:buChar char="•"/>
              <a:defRPr lang="en-GB">
                <a:latin typeface="Arial"/>
                <a:ea typeface="Arial"/>
                <a:cs typeface="Arial"/>
              </a:defRPr>
            </a:lvl7pPr>
            <a:lvl8pPr marL="2362200" indent="-228600">
              <a:lnSpc>
                <a:spcPct val="110000"/>
              </a:lnSpc>
              <a:spcBef>
                <a:spcPts val="0"/>
              </a:spcBef>
              <a:spcAft>
                <a:spcPts val="1200"/>
              </a:spcAft>
              <a:buChar char="•"/>
              <a:defRPr lang="en-GB">
                <a:latin typeface="Arial"/>
                <a:ea typeface="Arial"/>
                <a:cs typeface="Arial"/>
              </a:defRPr>
            </a:lvl8pPr>
            <a:lvl9pPr marL="2667000" indent="-228600">
              <a:lnSpc>
                <a:spcPct val="110000"/>
              </a:lnSpc>
              <a:spcBef>
                <a:spcPts val="0"/>
              </a:spcBef>
              <a:spcAft>
                <a:spcPts val="1200"/>
              </a:spcAft>
              <a:buChar char="•"/>
              <a:defRPr lang="en-GB">
                <a:latin typeface="Arial"/>
                <a:ea typeface="Arial"/>
                <a:cs typeface="Arial"/>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438A3D58-7F8B-4DB4-9B3A-30E0A9066F65}"/>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D4E38280-FE22-41B4-AFA1-842E91891BE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12700" tIns="0" rIns="12700" bIns="0" anchor="t">
            <a:normAutofit/>
          </a:bodyPr>
          <a:lstStyle xmlns:a="http://schemas.openxmlformats.org/drawingml/2006/main">
            <a:lvl1pPr marL="0" indent="0">
              <a:lnSpc>
                <a:spcPct val="110000"/>
              </a:lnSpc>
              <a:spcBef>
                <a:spcPts val="0"/>
              </a:spcBef>
              <a:spcAft>
                <a:spcPts val="0"/>
              </a:spcAft>
              <a:buNone/>
              <a:defRPr lang="en-GB">
                <a:latin typeface="Arial"/>
                <a:ea typeface="Arial"/>
                <a:cs typeface="Arial"/>
              </a:defRPr>
            </a:lvl1pPr>
            <a:lvl2pPr marL="0" indent="0">
              <a:lnSpc>
                <a:spcPct val="110000"/>
              </a:lnSpc>
              <a:spcBef>
                <a:spcPts val="0"/>
              </a:spcBef>
              <a:spcAft>
                <a:spcPts val="0"/>
              </a:spcAft>
              <a:buNone/>
              <a:defRPr lang="en-GB">
                <a:latin typeface="Arial"/>
                <a:ea typeface="Arial"/>
                <a:cs typeface="Arial"/>
              </a:defRPr>
            </a:lvl2pPr>
            <a:lvl3pPr marL="0" indent="0">
              <a:lnSpc>
                <a:spcPct val="110000"/>
              </a:lnSpc>
              <a:spcBef>
                <a:spcPts val="0"/>
              </a:spcBef>
              <a:spcAft>
                <a:spcPts val="0"/>
              </a:spcAft>
              <a:buNone/>
              <a:defRPr lang="en-GB">
                <a:latin typeface="Arial"/>
                <a:ea typeface="Arial"/>
                <a:cs typeface="Arial"/>
              </a:defRPr>
            </a:lvl3pPr>
            <a:lvl4pPr marL="0" indent="0">
              <a:lnSpc>
                <a:spcPct val="110000"/>
              </a:lnSpc>
              <a:spcBef>
                <a:spcPts val="0"/>
              </a:spcBef>
              <a:spcAft>
                <a:spcPts val="0"/>
              </a:spcAft>
              <a:buNone/>
              <a:defRPr lang="en-GB">
                <a:latin typeface="Arial"/>
                <a:ea typeface="Arial"/>
                <a:cs typeface="Arial"/>
              </a:defRPr>
            </a:lvl4pPr>
            <a:lvl5pPr marL="0" indent="0">
              <a:lnSpc>
                <a:spcPct val="110000"/>
              </a:lnSpc>
              <a:spcBef>
                <a:spcPts val="0"/>
              </a:spcBef>
              <a:spcAft>
                <a:spcPts val="0"/>
              </a:spcAft>
              <a:buNone/>
              <a:defRPr lang="en-GB">
                <a:latin typeface="Arial"/>
                <a:ea typeface="Arial"/>
                <a:cs typeface="Arial"/>
              </a:defRPr>
            </a:lvl5pPr>
            <a:lvl6pPr marL="0" indent="0">
              <a:lnSpc>
                <a:spcPct val="110000"/>
              </a:lnSpc>
              <a:spcBef>
                <a:spcPts val="0"/>
              </a:spcBef>
              <a:spcAft>
                <a:spcPts val="0"/>
              </a:spcAft>
              <a:buNone/>
              <a:defRPr lang="en-GB">
                <a:latin typeface="Arial"/>
                <a:ea typeface="Arial"/>
                <a:cs typeface="Arial"/>
              </a:defRPr>
            </a:lvl6pPr>
            <a:lvl7pPr marL="0" indent="0">
              <a:lnSpc>
                <a:spcPct val="110000"/>
              </a:lnSpc>
              <a:spcBef>
                <a:spcPts val="0"/>
              </a:spcBef>
              <a:spcAft>
                <a:spcPts val="0"/>
              </a:spcAft>
              <a:buNone/>
              <a:defRPr lang="en-GB">
                <a:latin typeface="Arial"/>
                <a:ea typeface="Arial"/>
                <a:cs typeface="Arial"/>
              </a:defRPr>
            </a:lvl7pPr>
            <a:lvl8pPr marL="0" indent="0">
              <a:lnSpc>
                <a:spcPct val="110000"/>
              </a:lnSpc>
              <a:spcBef>
                <a:spcPts val="0"/>
              </a:spcBef>
              <a:spcAft>
                <a:spcPts val="0"/>
              </a:spcAft>
              <a:buNone/>
              <a:defRPr lang="en-GB">
                <a:latin typeface="Arial"/>
                <a:ea typeface="Arial"/>
                <a:cs typeface="Arial"/>
              </a:defRPr>
            </a:lvl8pPr>
            <a:lvl9pPr marL="0" indent="0">
              <a:lnSpc>
                <a:spcPct val="110000"/>
              </a:lnSpc>
              <a:spcBef>
                <a:spcPts val="0"/>
              </a:spcBef>
              <a:spcAft>
                <a:spcPts val="0"/>
              </a:spcAft>
              <a:buNone/>
              <a:defRPr lang="en-GB">
                <a:latin typeface="Arial"/>
                <a:ea typeface="Arial"/>
                <a:cs typeface="Arial"/>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675E7B93-CD1B-4CE3-8F45-D5E33A2FB14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12700" tIns="0" rIns="12700" bIns="0" anchor="t">
            <a:normAutofit/>
          </a:bodyPr>
          <a:lstStyle xmlns:a="http://schemas.openxmlformats.org/drawingml/2006/main">
            <a:lvl1pPr marL="228600" indent="-228600">
              <a:lnSpc>
                <a:spcPct val="110000"/>
              </a:lnSpc>
              <a:spcBef>
                <a:spcPts val="0"/>
              </a:spcBef>
              <a:spcAft>
                <a:spcPts val="1200"/>
              </a:spcAft>
              <a:buChar char="•"/>
              <a:defRPr lang="en-GB">
                <a:latin typeface="Arial"/>
                <a:ea typeface="Arial"/>
                <a:cs typeface="Arial"/>
              </a:defRPr>
            </a:lvl1pPr>
            <a:lvl2pPr marL="533400" indent="-228600">
              <a:lnSpc>
                <a:spcPct val="110000"/>
              </a:lnSpc>
              <a:spcBef>
                <a:spcPts val="0"/>
              </a:spcBef>
              <a:spcAft>
                <a:spcPts val="1200"/>
              </a:spcAft>
              <a:buChar char="•"/>
              <a:defRPr lang="en-GB">
                <a:latin typeface="Arial"/>
                <a:ea typeface="Arial"/>
                <a:cs typeface="Arial"/>
              </a:defRPr>
            </a:lvl2pPr>
            <a:lvl3pPr marL="838200" indent="-228600">
              <a:lnSpc>
                <a:spcPct val="110000"/>
              </a:lnSpc>
              <a:spcBef>
                <a:spcPts val="0"/>
              </a:spcBef>
              <a:spcAft>
                <a:spcPts val="1200"/>
              </a:spcAft>
              <a:buChar char="•"/>
              <a:defRPr lang="en-GB">
                <a:latin typeface="Arial"/>
                <a:ea typeface="Arial"/>
                <a:cs typeface="Arial"/>
              </a:defRPr>
            </a:lvl3pPr>
            <a:lvl4pPr marL="1143000" indent="-228600">
              <a:lnSpc>
                <a:spcPct val="110000"/>
              </a:lnSpc>
              <a:spcBef>
                <a:spcPts val="0"/>
              </a:spcBef>
              <a:spcAft>
                <a:spcPts val="1200"/>
              </a:spcAft>
              <a:buChar char="•"/>
              <a:defRPr lang="en-GB">
                <a:latin typeface="Arial"/>
                <a:ea typeface="Arial"/>
                <a:cs typeface="Arial"/>
              </a:defRPr>
            </a:lvl4pPr>
            <a:lvl5pPr marL="1447800" indent="-228600">
              <a:lnSpc>
                <a:spcPct val="110000"/>
              </a:lnSpc>
              <a:spcBef>
                <a:spcPts val="0"/>
              </a:spcBef>
              <a:spcAft>
                <a:spcPts val="1200"/>
              </a:spcAft>
              <a:buChar char="•"/>
              <a:defRPr lang="en-GB">
                <a:latin typeface="Arial"/>
                <a:ea typeface="Arial"/>
                <a:cs typeface="Arial"/>
              </a:defRPr>
            </a:lvl5pPr>
            <a:lvl6pPr marL="1752600" indent="-228600">
              <a:lnSpc>
                <a:spcPct val="110000"/>
              </a:lnSpc>
              <a:spcBef>
                <a:spcPts val="0"/>
              </a:spcBef>
              <a:spcAft>
                <a:spcPts val="1200"/>
              </a:spcAft>
              <a:buChar char="•"/>
              <a:defRPr lang="en-GB">
                <a:latin typeface="Arial"/>
                <a:ea typeface="Arial"/>
                <a:cs typeface="Arial"/>
              </a:defRPr>
            </a:lvl6pPr>
            <a:lvl7pPr marL="2057400" indent="-228600">
              <a:lnSpc>
                <a:spcPct val="110000"/>
              </a:lnSpc>
              <a:spcBef>
                <a:spcPts val="0"/>
              </a:spcBef>
              <a:spcAft>
                <a:spcPts val="1200"/>
              </a:spcAft>
              <a:buChar char="•"/>
              <a:defRPr lang="en-GB">
                <a:latin typeface="Arial"/>
                <a:ea typeface="Arial"/>
                <a:cs typeface="Arial"/>
              </a:defRPr>
            </a:lvl7pPr>
            <a:lvl8pPr marL="2362200" indent="-228600">
              <a:lnSpc>
                <a:spcPct val="110000"/>
              </a:lnSpc>
              <a:spcBef>
                <a:spcPts val="0"/>
              </a:spcBef>
              <a:spcAft>
                <a:spcPts val="1200"/>
              </a:spcAft>
              <a:buChar char="•"/>
              <a:defRPr lang="en-GB">
                <a:latin typeface="Arial"/>
                <a:ea typeface="Arial"/>
                <a:cs typeface="Arial"/>
              </a:defRPr>
            </a:lvl8pPr>
            <a:lvl9pPr marL="2667000" indent="-228600">
              <a:lnSpc>
                <a:spcPct val="110000"/>
              </a:lnSpc>
              <a:spcBef>
                <a:spcPts val="0"/>
              </a:spcBef>
              <a:spcAft>
                <a:spcPts val="1200"/>
              </a:spcAft>
              <a:buChar char="•"/>
              <a:defRPr lang="en-GB">
                <a:latin typeface="Arial"/>
                <a:ea typeface="Arial"/>
                <a:cs typeface="Arial"/>
              </a:defRP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6CD04D0D-04E9-41EA-8DD0-BB63368605E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12700" tIns="0" rIns="12700" bIns="0" anchor="t">
            <a:normAutofit/>
          </a:bodyPr>
          <a:lstStyle xmlns:a="http://schemas.openxmlformats.org/drawingml/2006/main">
            <a:lvl1pPr marL="228600" indent="-228600">
              <a:lnSpc>
                <a:spcPct val="110000"/>
              </a:lnSpc>
              <a:spcBef>
                <a:spcPts val="0"/>
              </a:spcBef>
              <a:spcAft>
                <a:spcPts val="1200"/>
              </a:spcAft>
              <a:buChar char="•"/>
              <a:defRPr lang="en-GB">
                <a:latin typeface="Arial"/>
                <a:ea typeface="Arial"/>
                <a:cs typeface="Arial"/>
              </a:defRPr>
            </a:lvl1pPr>
            <a:lvl2pPr marL="533400" indent="-228600">
              <a:lnSpc>
                <a:spcPct val="110000"/>
              </a:lnSpc>
              <a:spcBef>
                <a:spcPts val="0"/>
              </a:spcBef>
              <a:spcAft>
                <a:spcPts val="1200"/>
              </a:spcAft>
              <a:buChar char="•"/>
              <a:defRPr lang="en-GB">
                <a:latin typeface="Arial"/>
                <a:ea typeface="Arial"/>
                <a:cs typeface="Arial"/>
              </a:defRPr>
            </a:lvl2pPr>
            <a:lvl3pPr marL="838200" indent="-228600">
              <a:lnSpc>
                <a:spcPct val="110000"/>
              </a:lnSpc>
              <a:spcBef>
                <a:spcPts val="0"/>
              </a:spcBef>
              <a:spcAft>
                <a:spcPts val="1200"/>
              </a:spcAft>
              <a:buChar char="•"/>
              <a:defRPr lang="en-GB">
                <a:latin typeface="Arial"/>
                <a:ea typeface="Arial"/>
                <a:cs typeface="Arial"/>
              </a:defRPr>
            </a:lvl3pPr>
            <a:lvl4pPr marL="1143000" indent="-228600">
              <a:lnSpc>
                <a:spcPct val="110000"/>
              </a:lnSpc>
              <a:spcBef>
                <a:spcPts val="0"/>
              </a:spcBef>
              <a:spcAft>
                <a:spcPts val="1200"/>
              </a:spcAft>
              <a:buChar char="•"/>
              <a:defRPr lang="en-GB">
                <a:latin typeface="Arial"/>
                <a:ea typeface="Arial"/>
                <a:cs typeface="Arial"/>
              </a:defRPr>
            </a:lvl4pPr>
            <a:lvl5pPr marL="1447800" indent="-228600">
              <a:lnSpc>
                <a:spcPct val="110000"/>
              </a:lnSpc>
              <a:spcBef>
                <a:spcPts val="0"/>
              </a:spcBef>
              <a:spcAft>
                <a:spcPts val="1200"/>
              </a:spcAft>
              <a:buChar char="•"/>
              <a:defRPr lang="en-GB">
                <a:latin typeface="Arial"/>
                <a:ea typeface="Arial"/>
                <a:cs typeface="Arial"/>
              </a:defRPr>
            </a:lvl5pPr>
            <a:lvl6pPr marL="1752600" indent="-228600">
              <a:lnSpc>
                <a:spcPct val="110000"/>
              </a:lnSpc>
              <a:spcBef>
                <a:spcPts val="0"/>
              </a:spcBef>
              <a:spcAft>
                <a:spcPts val="1200"/>
              </a:spcAft>
              <a:buChar char="•"/>
              <a:defRPr lang="en-GB">
                <a:latin typeface="Arial"/>
                <a:ea typeface="Arial"/>
                <a:cs typeface="Arial"/>
              </a:defRPr>
            </a:lvl6pPr>
            <a:lvl7pPr marL="2057400" indent="-228600">
              <a:lnSpc>
                <a:spcPct val="110000"/>
              </a:lnSpc>
              <a:spcBef>
                <a:spcPts val="0"/>
              </a:spcBef>
              <a:spcAft>
                <a:spcPts val="1200"/>
              </a:spcAft>
              <a:buChar char="•"/>
              <a:defRPr lang="en-GB">
                <a:latin typeface="Arial"/>
                <a:ea typeface="Arial"/>
                <a:cs typeface="Arial"/>
              </a:defRPr>
            </a:lvl7pPr>
            <a:lvl8pPr marL="2362200" indent="-228600">
              <a:lnSpc>
                <a:spcPct val="110000"/>
              </a:lnSpc>
              <a:spcBef>
                <a:spcPts val="0"/>
              </a:spcBef>
              <a:spcAft>
                <a:spcPts val="1200"/>
              </a:spcAft>
              <a:buChar char="•"/>
              <a:defRPr lang="en-GB">
                <a:latin typeface="Arial"/>
                <a:ea typeface="Arial"/>
                <a:cs typeface="Arial"/>
              </a:defRPr>
            </a:lvl8pPr>
            <a:lvl9pPr marL="2667000" indent="-228600">
              <a:lnSpc>
                <a:spcPct val="110000"/>
              </a:lnSpc>
              <a:spcBef>
                <a:spcPts val="0"/>
              </a:spcBef>
              <a:spcAft>
                <a:spcPts val="1200"/>
              </a:spcAft>
              <a:buChar char="•"/>
              <a:defRPr lang="en-GB">
                <a:latin typeface="Arial"/>
                <a:ea typeface="Arial"/>
                <a:cs typeface="Arial"/>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4908E1D5-467E-4142-B43D-0DF617A9370E}"/>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F426351B-0159-449A-866A-3C48CD1EB3D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12700" tIns="0" rIns="12700" bIns="0" anchor="t">
            <a:normAutofit/>
          </a:bodyPr>
          <a:lstStyle xmlns:a="http://schemas.openxmlformats.org/drawingml/2006/main">
            <a:lvl1pPr marL="0" indent="0">
              <a:lnSpc>
                <a:spcPct val="110000"/>
              </a:lnSpc>
              <a:spcBef>
                <a:spcPts val="0"/>
              </a:spcBef>
              <a:spcAft>
                <a:spcPts val="0"/>
              </a:spcAft>
              <a:buNone/>
              <a:defRPr lang="en-GB">
                <a:latin typeface="Arial"/>
                <a:ea typeface="Arial"/>
                <a:cs typeface="Arial"/>
              </a:defRPr>
            </a:lvl1pPr>
            <a:lvl2pPr marL="0" indent="0">
              <a:lnSpc>
                <a:spcPct val="110000"/>
              </a:lnSpc>
              <a:spcBef>
                <a:spcPts val="0"/>
              </a:spcBef>
              <a:spcAft>
                <a:spcPts val="0"/>
              </a:spcAft>
              <a:buNone/>
              <a:defRPr lang="en-GB">
                <a:latin typeface="Arial"/>
                <a:ea typeface="Arial"/>
                <a:cs typeface="Arial"/>
              </a:defRPr>
            </a:lvl2pPr>
            <a:lvl3pPr marL="0" indent="0">
              <a:lnSpc>
                <a:spcPct val="110000"/>
              </a:lnSpc>
              <a:spcBef>
                <a:spcPts val="0"/>
              </a:spcBef>
              <a:spcAft>
                <a:spcPts val="0"/>
              </a:spcAft>
              <a:buNone/>
              <a:defRPr lang="en-GB">
                <a:latin typeface="Arial"/>
                <a:ea typeface="Arial"/>
                <a:cs typeface="Arial"/>
              </a:defRPr>
            </a:lvl3pPr>
            <a:lvl4pPr marL="0" indent="0">
              <a:lnSpc>
                <a:spcPct val="110000"/>
              </a:lnSpc>
              <a:spcBef>
                <a:spcPts val="0"/>
              </a:spcBef>
              <a:spcAft>
                <a:spcPts val="0"/>
              </a:spcAft>
              <a:buNone/>
              <a:defRPr lang="en-GB">
                <a:latin typeface="Arial"/>
                <a:ea typeface="Arial"/>
                <a:cs typeface="Arial"/>
              </a:defRPr>
            </a:lvl4pPr>
            <a:lvl5pPr marL="0" indent="0">
              <a:lnSpc>
                <a:spcPct val="110000"/>
              </a:lnSpc>
              <a:spcBef>
                <a:spcPts val="0"/>
              </a:spcBef>
              <a:spcAft>
                <a:spcPts val="0"/>
              </a:spcAft>
              <a:buNone/>
              <a:defRPr lang="en-GB">
                <a:latin typeface="Arial"/>
                <a:ea typeface="Arial"/>
                <a:cs typeface="Arial"/>
              </a:defRPr>
            </a:lvl5pPr>
            <a:lvl6pPr marL="0" indent="0">
              <a:lnSpc>
                <a:spcPct val="110000"/>
              </a:lnSpc>
              <a:spcBef>
                <a:spcPts val="0"/>
              </a:spcBef>
              <a:spcAft>
                <a:spcPts val="0"/>
              </a:spcAft>
              <a:buNone/>
              <a:defRPr lang="en-GB">
                <a:latin typeface="Arial"/>
                <a:ea typeface="Arial"/>
                <a:cs typeface="Arial"/>
              </a:defRPr>
            </a:lvl6pPr>
            <a:lvl7pPr marL="0" indent="0">
              <a:lnSpc>
                <a:spcPct val="110000"/>
              </a:lnSpc>
              <a:spcBef>
                <a:spcPts val="0"/>
              </a:spcBef>
              <a:spcAft>
                <a:spcPts val="0"/>
              </a:spcAft>
              <a:buNone/>
              <a:defRPr lang="en-GB">
                <a:latin typeface="Arial"/>
                <a:ea typeface="Arial"/>
                <a:cs typeface="Arial"/>
              </a:defRPr>
            </a:lvl7pPr>
            <a:lvl8pPr marL="0" indent="0">
              <a:lnSpc>
                <a:spcPct val="110000"/>
              </a:lnSpc>
              <a:spcBef>
                <a:spcPts val="0"/>
              </a:spcBef>
              <a:spcAft>
                <a:spcPts val="0"/>
              </a:spcAft>
              <a:buNone/>
              <a:defRPr lang="en-GB">
                <a:latin typeface="Arial"/>
                <a:ea typeface="Arial"/>
                <a:cs typeface="Arial"/>
              </a:defRPr>
            </a:lvl8pPr>
            <a:lvl9pPr marL="0" indent="0">
              <a:lnSpc>
                <a:spcPct val="110000"/>
              </a:lnSpc>
              <a:spcBef>
                <a:spcPts val="0"/>
              </a:spcBef>
              <a:spcAft>
                <a:spcPts val="0"/>
              </a:spcAft>
              <a:buNone/>
              <a:defRPr lang="en-GB">
                <a:latin typeface="Arial"/>
                <a:ea typeface="Arial"/>
                <a:cs typeface="Arial"/>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1A9B8EE5-23BA-422B-915A-0770AFCF32E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12700" tIns="0" rIns="12700" bIns="0" anchor="t">
            <a:normAutofit/>
          </a:bodyPr>
          <a:lstStyle xmlns:a="http://schemas.openxmlformats.org/drawingml/2006/main">
            <a:lvl1pPr marL="228600" indent="-228600">
              <a:lnSpc>
                <a:spcPct val="110000"/>
              </a:lnSpc>
              <a:spcBef>
                <a:spcPts val="0"/>
              </a:spcBef>
              <a:spcAft>
                <a:spcPts val="1200"/>
              </a:spcAft>
              <a:buChar char="•"/>
              <a:defRPr lang="en-GB">
                <a:latin typeface="Arial"/>
                <a:ea typeface="Arial"/>
                <a:cs typeface="Arial"/>
              </a:defRPr>
            </a:lvl1pPr>
            <a:lvl2pPr marL="533400" indent="-228600">
              <a:lnSpc>
                <a:spcPct val="110000"/>
              </a:lnSpc>
              <a:spcBef>
                <a:spcPts val="0"/>
              </a:spcBef>
              <a:spcAft>
                <a:spcPts val="1200"/>
              </a:spcAft>
              <a:buChar char="•"/>
              <a:defRPr lang="en-GB">
                <a:latin typeface="Arial"/>
                <a:ea typeface="Arial"/>
                <a:cs typeface="Arial"/>
              </a:defRPr>
            </a:lvl2pPr>
            <a:lvl3pPr marL="838200" indent="-228600">
              <a:lnSpc>
                <a:spcPct val="110000"/>
              </a:lnSpc>
              <a:spcBef>
                <a:spcPts val="0"/>
              </a:spcBef>
              <a:spcAft>
                <a:spcPts val="1200"/>
              </a:spcAft>
              <a:buChar char="•"/>
              <a:defRPr lang="en-GB">
                <a:latin typeface="Arial"/>
                <a:ea typeface="Arial"/>
                <a:cs typeface="Arial"/>
              </a:defRPr>
            </a:lvl3pPr>
            <a:lvl4pPr marL="1143000" indent="-228600">
              <a:lnSpc>
                <a:spcPct val="110000"/>
              </a:lnSpc>
              <a:spcBef>
                <a:spcPts val="0"/>
              </a:spcBef>
              <a:spcAft>
                <a:spcPts val="1200"/>
              </a:spcAft>
              <a:buChar char="•"/>
              <a:defRPr lang="en-GB">
                <a:latin typeface="Arial"/>
                <a:ea typeface="Arial"/>
                <a:cs typeface="Arial"/>
              </a:defRPr>
            </a:lvl4pPr>
            <a:lvl5pPr marL="1447800" indent="-228600">
              <a:lnSpc>
                <a:spcPct val="110000"/>
              </a:lnSpc>
              <a:spcBef>
                <a:spcPts val="0"/>
              </a:spcBef>
              <a:spcAft>
                <a:spcPts val="1200"/>
              </a:spcAft>
              <a:buChar char="•"/>
              <a:defRPr lang="en-GB">
                <a:latin typeface="Arial"/>
                <a:ea typeface="Arial"/>
                <a:cs typeface="Arial"/>
              </a:defRPr>
            </a:lvl5pPr>
            <a:lvl6pPr marL="1752600" indent="-228600">
              <a:lnSpc>
                <a:spcPct val="110000"/>
              </a:lnSpc>
              <a:spcBef>
                <a:spcPts val="0"/>
              </a:spcBef>
              <a:spcAft>
                <a:spcPts val="1200"/>
              </a:spcAft>
              <a:buChar char="•"/>
              <a:defRPr lang="en-GB">
                <a:latin typeface="Arial"/>
                <a:ea typeface="Arial"/>
                <a:cs typeface="Arial"/>
              </a:defRPr>
            </a:lvl6pPr>
            <a:lvl7pPr marL="2057400" indent="-228600">
              <a:lnSpc>
                <a:spcPct val="110000"/>
              </a:lnSpc>
              <a:spcBef>
                <a:spcPts val="0"/>
              </a:spcBef>
              <a:spcAft>
                <a:spcPts val="1200"/>
              </a:spcAft>
              <a:buChar char="•"/>
              <a:defRPr lang="en-GB">
                <a:latin typeface="Arial"/>
                <a:ea typeface="Arial"/>
                <a:cs typeface="Arial"/>
              </a:defRPr>
            </a:lvl7pPr>
            <a:lvl8pPr marL="2362200" indent="-228600">
              <a:lnSpc>
                <a:spcPct val="110000"/>
              </a:lnSpc>
              <a:spcBef>
                <a:spcPts val="0"/>
              </a:spcBef>
              <a:spcAft>
                <a:spcPts val="1200"/>
              </a:spcAft>
              <a:buChar char="•"/>
              <a:defRPr lang="en-GB">
                <a:latin typeface="Arial"/>
                <a:ea typeface="Arial"/>
                <a:cs typeface="Arial"/>
              </a:defRPr>
            </a:lvl8pPr>
            <a:lvl9pPr marL="2667000" indent="-228600">
              <a:lnSpc>
                <a:spcPct val="110000"/>
              </a:lnSpc>
              <a:spcBef>
                <a:spcPts val="0"/>
              </a:spcBef>
              <a:spcAft>
                <a:spcPts val="1200"/>
              </a:spcAft>
              <a:buChar char="•"/>
              <a:defRPr lang="en-GB">
                <a:latin typeface="Arial"/>
                <a:ea typeface="Arial"/>
                <a:cs typeface="Arial"/>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1ae99ab594f2466e"/><Relationship Type="http://schemas.openxmlformats.org/officeDocument/2006/relationships/slideLayout" Target="/ppt/slideLayouts/slideLayout1.xml" Id="Rbf14dbac49534094"/><Relationship Type="http://schemas.openxmlformats.org/officeDocument/2006/relationships/slideLayout" Target="/ppt/slideLayouts/slideLayout2.xml" Id="R4af662ce8a384357"/><Relationship Type="http://schemas.openxmlformats.org/officeDocument/2006/relationships/slideLayout" Target="/ppt/slideLayouts/slideLayout3.xml" Id="Rdcab5e78018942c1"/><Relationship Type="http://schemas.openxmlformats.org/officeDocument/2006/relationships/slideLayout" Target="/ppt/slideLayouts/slideLayout4.xml" Id="R3f28ba72b9c64fc0"/><Relationship Type="http://schemas.openxmlformats.org/officeDocument/2006/relationships/slideLayout" Target="/ppt/slideLayouts/slideLayout5.xml" Id="R2020f6f914024d8e"/><Relationship Type="http://schemas.openxmlformats.org/officeDocument/2006/relationships/slideLayout" Target="/ppt/slideLayouts/slideLayout6.xml" Id="Rab61bab487804c34"/></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f14dbac49534094"/>
    <p:sldLayoutId xmlns:r="http://schemas.openxmlformats.org/officeDocument/2006/relationships" id="2147483650" r:id="R4af662ce8a384357"/>
    <p:sldLayoutId xmlns:r="http://schemas.openxmlformats.org/officeDocument/2006/relationships" id="2147483651" r:id="Rdcab5e78018942c1"/>
    <p:sldLayoutId xmlns:r="http://schemas.openxmlformats.org/officeDocument/2006/relationships" id="2147483652" r:id="R3f28ba72b9c64fc0"/>
    <p:sldLayoutId xmlns:r="http://schemas.openxmlformats.org/officeDocument/2006/relationships" id="2147483653" r:id="R2020f6f914024d8e"/>
    <p:sldLayoutId xmlns:r="http://schemas.openxmlformats.org/officeDocument/2006/relationships" id="2147483654" r:id="Rab61bab487804c34"/>
  </p:sldLayoutIdLst>
  <p:txStyles>
    <p:titleStyle>
      <a:lvl1pPr xmlns:a="http://schemas.openxmlformats.org/drawingml/2006/main" algn="l">
        <a:lnSpc>
          <a:spcPct val="90000"/>
        </a:lnSpc>
        <a:spcBef>
          <a:spcPts val="0"/>
        </a:spcBef>
        <a:buNone/>
        <a:defRPr sz="4400" lang="en-GB">
          <a:solidFill>
            <a:schemeClr val="tx1"/>
          </a:solidFill>
          <a:latin typeface="Arial"/>
          <a:ea typeface="Arial"/>
          <a:cs typeface="Arial"/>
        </a:defRPr>
      </a:lvl1pPr>
    </p:titleStyle>
    <p:bodyStyle>
      <a:lvl1pPr xmlns:a="http://schemas.openxmlformats.org/drawingml/2006/main" marL="228600" indent="-228600" algn="l">
        <a:lnSpc>
          <a:spcPct val="90000"/>
        </a:lnSpc>
        <a:spcBef>
          <a:spcPts val="1000"/>
        </a:spcBef>
        <a:buChar char="•"/>
        <a:defRPr sz="2800" lang="en-GB">
          <a:solidFill>
            <a:schemeClr val="tx1"/>
          </a:solidFill>
          <a:latin typeface="Arial"/>
          <a:ea typeface="Arial"/>
          <a:cs typeface="Arial"/>
        </a:defRPr>
      </a:lvl1pPr>
      <a:lvl2pPr xmlns:a="http://schemas.openxmlformats.org/drawingml/2006/main" marL="685800" indent="-228600" algn="l">
        <a:lnSpc>
          <a:spcPct val="90000"/>
        </a:lnSpc>
        <a:spcBef>
          <a:spcPts val="500"/>
        </a:spcBef>
        <a:buChar char="•"/>
        <a:defRPr sz="2400" lang="en-GB">
          <a:solidFill>
            <a:schemeClr val="tx1"/>
          </a:solidFill>
          <a:latin typeface="Arial"/>
          <a:ea typeface="Arial"/>
          <a:cs typeface="Arial"/>
        </a:defRPr>
      </a:lvl2pPr>
      <a:lvl3pPr xmlns:a="http://schemas.openxmlformats.org/drawingml/2006/main" marL="1143000" indent="-228600" algn="l">
        <a:lnSpc>
          <a:spcPct val="90000"/>
        </a:lnSpc>
        <a:spcBef>
          <a:spcPts val="500"/>
        </a:spcBef>
        <a:buChar char="•"/>
        <a:defRPr sz="2000" lang="en-GB">
          <a:solidFill>
            <a:schemeClr val="tx1"/>
          </a:solidFill>
          <a:latin typeface="Arial"/>
          <a:ea typeface="Arial"/>
          <a:cs typeface="Arial"/>
        </a:defRPr>
      </a:lvl3pPr>
      <a:lvl4pPr xmlns:a="http://schemas.openxmlformats.org/drawingml/2006/main" marL="1600200" indent="-228600" algn="l">
        <a:lnSpc>
          <a:spcPct val="90000"/>
        </a:lnSpc>
        <a:spcBef>
          <a:spcPts val="500"/>
        </a:spcBef>
        <a:buChar char="•"/>
        <a:defRPr sz="1800" lang="en-GB">
          <a:solidFill>
            <a:schemeClr val="tx1"/>
          </a:solidFill>
          <a:latin typeface="Arial"/>
          <a:ea typeface="Arial"/>
          <a:cs typeface="Arial"/>
        </a:defRPr>
      </a:lvl4pPr>
      <a:lvl5pPr xmlns:a="http://schemas.openxmlformats.org/drawingml/2006/main" marL="2057400" indent="-228600" algn="l">
        <a:lnSpc>
          <a:spcPct val="90000"/>
        </a:lnSpc>
        <a:spcBef>
          <a:spcPts val="500"/>
        </a:spcBef>
        <a:buChar char="•"/>
        <a:defRPr sz="1800" lang="en-GB">
          <a:solidFill>
            <a:schemeClr val="tx1"/>
          </a:solidFill>
          <a:latin typeface="Arial"/>
          <a:ea typeface="Arial"/>
          <a:cs typeface="Arial"/>
        </a:defRPr>
      </a:lvl5pPr>
      <a:lvl6pPr xmlns:a="http://schemas.openxmlformats.org/drawingml/2006/main" marL="2514600" indent="-228600" algn="l">
        <a:lnSpc>
          <a:spcPct val="90000"/>
        </a:lnSpc>
        <a:spcBef>
          <a:spcPts val="500"/>
        </a:spcBef>
        <a:buChar char="•"/>
        <a:defRPr sz="1800" lang="en-GB">
          <a:solidFill>
            <a:schemeClr val="tx1"/>
          </a:solidFill>
          <a:latin typeface="Arial"/>
          <a:ea typeface="Arial"/>
          <a:cs typeface="Arial"/>
        </a:defRPr>
      </a:lvl6pPr>
      <a:lvl7pPr xmlns:a="http://schemas.openxmlformats.org/drawingml/2006/main" marL="2971800" indent="-228600" algn="l">
        <a:lnSpc>
          <a:spcPct val="90000"/>
        </a:lnSpc>
        <a:spcBef>
          <a:spcPts val="500"/>
        </a:spcBef>
        <a:buChar char="•"/>
        <a:defRPr sz="1800" lang="en-GB">
          <a:solidFill>
            <a:schemeClr val="tx1"/>
          </a:solidFill>
          <a:latin typeface="Arial"/>
          <a:ea typeface="Arial"/>
          <a:cs typeface="Arial"/>
        </a:defRPr>
      </a:lvl7pPr>
      <a:lvl8pPr xmlns:a="http://schemas.openxmlformats.org/drawingml/2006/main" marL="3429000" indent="-228600" algn="l">
        <a:lnSpc>
          <a:spcPct val="90000"/>
        </a:lnSpc>
        <a:spcBef>
          <a:spcPts val="500"/>
        </a:spcBef>
        <a:buChar char="•"/>
        <a:defRPr sz="1800" lang="en-GB">
          <a:solidFill>
            <a:schemeClr val="tx1"/>
          </a:solidFill>
          <a:latin typeface="Arial"/>
          <a:ea typeface="Arial"/>
          <a:cs typeface="Arial"/>
        </a:defRPr>
      </a:lvl8pPr>
      <a:lvl9pPr xmlns:a="http://schemas.openxmlformats.org/drawingml/2006/main" marL="3886200" indent="-228600" algn="l">
        <a:lnSpc>
          <a:spcPct val="90000"/>
        </a:lnSpc>
        <a:spcBef>
          <a:spcPts val="500"/>
        </a:spcBef>
        <a:buChar char="•"/>
        <a:defRPr sz="1800" lang="en-GB">
          <a:solidFill>
            <a:schemeClr val="tx1"/>
          </a:solidFill>
          <a:latin typeface="Arial"/>
          <a:ea typeface="Arial"/>
          <a:cs typeface="Arial"/>
        </a:defRPr>
      </a:lvl9pPr>
    </p:bodyStyle>
    <p:otherStyle>
      <a:lvl1pPr xmlns:a="http://schemas.openxmlformats.org/drawingml/2006/main" marL="0" algn="l">
        <a:buNone/>
        <a:defRPr sz="1800" lang="en-GB">
          <a:solidFill>
            <a:schemeClr val="tx1"/>
          </a:solidFill>
          <a:latin typeface="Arial"/>
          <a:ea typeface="Arial"/>
          <a:cs typeface="Arial"/>
        </a:defRPr>
      </a:lvl1pPr>
      <a:lvl2pPr xmlns:a="http://schemas.openxmlformats.org/drawingml/2006/main" marL="457200" algn="l">
        <a:buNone/>
        <a:defRPr sz="1800" lang="en-GB">
          <a:solidFill>
            <a:schemeClr val="tx1"/>
          </a:solidFill>
          <a:latin typeface="Arial"/>
          <a:ea typeface="Arial"/>
          <a:cs typeface="Arial"/>
        </a:defRPr>
      </a:lvl2pPr>
      <a:lvl3pPr xmlns:a="http://schemas.openxmlformats.org/drawingml/2006/main" marL="914400" algn="l">
        <a:buNone/>
        <a:defRPr sz="1800" lang="en-GB">
          <a:solidFill>
            <a:schemeClr val="tx1"/>
          </a:solidFill>
          <a:latin typeface="Arial"/>
          <a:ea typeface="Arial"/>
          <a:cs typeface="Arial"/>
        </a:defRPr>
      </a:lvl3pPr>
      <a:lvl4pPr xmlns:a="http://schemas.openxmlformats.org/drawingml/2006/main" marL="1371600" algn="l">
        <a:buNone/>
        <a:defRPr sz="1800" lang="en-GB">
          <a:solidFill>
            <a:schemeClr val="tx1"/>
          </a:solidFill>
          <a:latin typeface="Arial"/>
          <a:ea typeface="Arial"/>
          <a:cs typeface="Arial"/>
        </a:defRPr>
      </a:lvl4pPr>
      <a:lvl5pPr xmlns:a="http://schemas.openxmlformats.org/drawingml/2006/main" marL="1828800" algn="l">
        <a:buNone/>
        <a:defRPr sz="1800" lang="en-GB">
          <a:solidFill>
            <a:schemeClr val="tx1"/>
          </a:solidFill>
          <a:latin typeface="Arial"/>
          <a:ea typeface="Arial"/>
          <a:cs typeface="Arial"/>
        </a:defRPr>
      </a:lvl5pPr>
      <a:lvl6pPr xmlns:a="http://schemas.openxmlformats.org/drawingml/2006/main" marL="2286000" algn="l">
        <a:buNone/>
        <a:defRPr sz="1800" lang="en-GB">
          <a:solidFill>
            <a:schemeClr val="tx1"/>
          </a:solidFill>
          <a:latin typeface="Arial"/>
          <a:ea typeface="Arial"/>
          <a:cs typeface="Arial"/>
        </a:defRPr>
      </a:lvl6pPr>
      <a:lvl7pPr xmlns:a="http://schemas.openxmlformats.org/drawingml/2006/main" marL="2743200" algn="l">
        <a:buNone/>
        <a:defRPr sz="1800" lang="en-GB">
          <a:solidFill>
            <a:schemeClr val="tx1"/>
          </a:solidFill>
          <a:latin typeface="Arial"/>
          <a:ea typeface="Arial"/>
          <a:cs typeface="Arial"/>
        </a:defRPr>
      </a:lvl7pPr>
      <a:lvl8pPr xmlns:a="http://schemas.openxmlformats.org/drawingml/2006/main" marL="3200400" algn="l">
        <a:buNone/>
        <a:defRPr sz="1800" lang="en-GB">
          <a:solidFill>
            <a:schemeClr val="tx1"/>
          </a:solidFill>
          <a:latin typeface="Arial"/>
          <a:ea typeface="Arial"/>
          <a:cs typeface="Arial"/>
        </a:defRPr>
      </a:lvl8pPr>
      <a:lvl9pPr xmlns:a="http://schemas.openxmlformats.org/drawingml/2006/main" marL="3657600" algn="l">
        <a:buNone/>
        <a:defRPr sz="1800" lang="en-GB">
          <a:solidFill>
            <a:schemeClr val="tx1"/>
          </a:solidFill>
          <a:latin typeface="Arial"/>
          <a:ea typeface="Arial"/>
          <a:cs typeface="Arial"/>
        </a:defRPr>
      </a:lvl9pPr>
    </p:otherStyle>
  </p:txStyles>
</p:sldMaster>
</file>

<file path=ppt/slideMasters/theme/theme2.xml><?xml version="1.0" encoding="utf-8"?>
<a:theme xmlns:a="http://schemas.openxmlformats.org/drawingml/2006/main" name="Lesson theme">
  <a:themeElements>
    <a:clrScheme name="Lesson colours">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Lesson text">
      <a:majorFont>
        <a:latin typeface="Arial"/>
        <a:ea typeface="Arial"/>
        <a:cs typeface="Arial"/>
      </a:majorFont>
      <a:minorFont>
        <a:latin typeface="Arial"/>
        <a:ea typeface="Arial"/>
        <a:cs typeface="Arial"/>
      </a:minorFont>
    </a:fontScheme>
    <a:fmtScheme name="Lesson formats">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6.xml" Id="Rb799cf46b34747d3"/><Relationship Type="http://schemas.openxmlformats.org/officeDocument/2006/relationships/image" Target="/ppt/media/image.jpeg" Id="Rc6d85952543149bf"/><Relationship Type="http://schemas.openxmlformats.org/officeDocument/2006/relationships/notesSlide" Target="/ppt/notesSlides/notesSlide1.xml" Id="Ra3a65fac97ec4a14"/></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6.xml" Id="R2b3d54c3460a4dee"/><Relationship Type="http://schemas.openxmlformats.org/officeDocument/2006/relationships/image" Target="../media/image.jpeg" Id="R8702843343ca472d"/><Relationship Type="http://schemas.openxmlformats.org/officeDocument/2006/relationships/notesSlide" Target="/ppt/notesSlides/notesSlide2.xml" Id="Rdb47f11c17af4ac0"/></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6.xml" Id="Ra0efd86d774d4c5c"/><Relationship Type="http://schemas.openxmlformats.org/officeDocument/2006/relationships/image" Target="../media/image.jpeg" Id="R09e4a07944b74869"/><Relationship Type="http://schemas.openxmlformats.org/officeDocument/2006/relationships/notesSlide" Target="/ppt/notesSlides/notesSlide3.xml" Id="R92bdd3e32fd74c27"/></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6.xml" Id="R9a4d6ebbfc864d1f"/><Relationship Type="http://schemas.openxmlformats.org/officeDocument/2006/relationships/image" Target="../media/image.jpeg" Id="Rd4b658f524884cbf"/><Relationship Type="http://schemas.openxmlformats.org/officeDocument/2006/relationships/notesSlide" Target="/ppt/notesSlides/notesSlide4.xml" Id="R8e8a739290c249f1"/></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6.xml" Id="Rb63a79612e5648cb"/><Relationship Type="http://schemas.openxmlformats.org/officeDocument/2006/relationships/image" Target="../media/image.jpeg" Id="Ree5b2d3e1464498b"/><Relationship Type="http://schemas.openxmlformats.org/officeDocument/2006/relationships/notesSlide" Target="/ppt/notesSlides/notesSlide5.xml" Id="Rfd0fd83194fc442a"/></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6.xml" Id="R165a1ce47f294c81"/><Relationship Type="http://schemas.openxmlformats.org/officeDocument/2006/relationships/image" Target="../media/image.jpeg" Id="R40381f7932714f7d"/><Relationship Type="http://schemas.openxmlformats.org/officeDocument/2006/relationships/notesSlide" Target="/ppt/notesSlides/notesSlide6.xml" Id="R3b60f6e6507247ee"/></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6.xml" Id="R62eccc48ac5f4a4b"/><Relationship Type="http://schemas.openxmlformats.org/officeDocument/2006/relationships/image" Target="../media/image.jpeg" Id="R446c47f8fe824363"/><Relationship Type="http://schemas.openxmlformats.org/officeDocument/2006/relationships/notesSlide" Target="/ppt/notesSlides/notesSlide7.xml" Id="Re6a51795f25f4a1f"/></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6.xml" Id="Rb147dd9635d44fc3"/><Relationship Type="http://schemas.openxmlformats.org/officeDocument/2006/relationships/image" Target="../media/image.jpeg" Id="R9ece5a70000d4f25"/><Relationship Type="http://schemas.openxmlformats.org/officeDocument/2006/relationships/notesSlide" Target="/ppt/notesSlides/notesSlide8.xml" Id="Re9de1e0e03744cb7"/></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6.xml" Id="R76b41dda8fec496a"/><Relationship Type="http://schemas.openxmlformats.org/officeDocument/2006/relationships/image" Target="../media/image.jpeg" Id="Rac9c2ba546b44067"/><Relationship Type="http://schemas.openxmlformats.org/officeDocument/2006/relationships/notesSlide" Target="/ppt/notesSlides/notesSlide9.xml" Id="R798a79a222dd430a"/></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6.xml" Id="Rfdc742e498a843f0"/><Relationship Type="http://schemas.openxmlformats.org/officeDocument/2006/relationships/image" Target="../media/image.jpeg" Id="R091d497116234065"/><Relationship Type="http://schemas.openxmlformats.org/officeDocument/2006/relationships/notesSlide" Target="/ppt/notesSlides/notesSlide10.xml" Id="R764c8a2ea7b2421e"/></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6.xml" Id="R16766ad85bde4b38"/><Relationship Type="http://schemas.openxmlformats.org/officeDocument/2006/relationships/image" Target="../media/image.jpeg" Id="R62ed64edf7de4a80"/><Relationship Type="http://schemas.openxmlformats.org/officeDocument/2006/relationships/notesSlide" Target="/ppt/notesSlides/notesSlide11.xml" Id="Ra46d6cf67adc4bb8"/></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6.xml" Id="R28dbdf5541d94f6c"/><Relationship Type="http://schemas.openxmlformats.org/officeDocument/2006/relationships/image" Target="../media/image.jpeg" Id="R60ff23c5de494905"/><Relationship Type="http://schemas.openxmlformats.org/officeDocument/2006/relationships/notesSlide" Target="/ppt/notesSlides/notesSlide12.xml" Id="Ra2df5ef56aeb4940"/></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6.xml" Id="R2c442c7b0a154145"/><Relationship Type="http://schemas.openxmlformats.org/officeDocument/2006/relationships/image" Target="../media/image.jpeg" Id="Re5f9ff36c5754663"/><Relationship Type="http://schemas.openxmlformats.org/officeDocument/2006/relationships/notesSlide" Target="/ppt/notesSlides/notesSlide13.xml" Id="Rf5cb4cebfabc475b"/></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6.xml" Id="R59084d5516804b2a"/><Relationship Type="http://schemas.openxmlformats.org/officeDocument/2006/relationships/image" Target="../media/image.jpeg" Id="R9dbc69fc5058400f"/><Relationship Type="http://schemas.openxmlformats.org/officeDocument/2006/relationships/notesSlide" Target="/ppt/notesSlides/notesSlide14.xml" Id="R6c3709597b10427d"/></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6.xml" Id="R8f06c38c43664408"/><Relationship Type="http://schemas.openxmlformats.org/officeDocument/2006/relationships/image" Target="../media/image.jpeg" Id="R2abb0396afd34a9c"/><Relationship Type="http://schemas.openxmlformats.org/officeDocument/2006/relationships/notesSlide" Target="/ppt/notesSlides/notesSlide15.xml" Id="R82dde2d6286546db"/></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6.xml" Id="Reaf8f9305767496f"/><Relationship Type="http://schemas.openxmlformats.org/officeDocument/2006/relationships/image" Target="../media/image.jpeg" Id="R60b0487874a14b3f"/><Relationship Type="http://schemas.openxmlformats.org/officeDocument/2006/relationships/notesSlide" Target="/ppt/notesSlides/notesSlide16.xml" Id="R3df3c8f78c814740"/></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6.xml" Id="R0a1713ff651c4a3e"/><Relationship Type="http://schemas.openxmlformats.org/officeDocument/2006/relationships/image" Target="../media/image.jpeg" Id="R72806c833e434c3d"/><Relationship Type="http://schemas.openxmlformats.org/officeDocument/2006/relationships/notesSlide" Target="/ppt/notesSlides/notesSlide17.xml" Id="Re07fffe1414b429d"/></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6.xml" Id="Rdc3b7ff435124da1"/><Relationship Type="http://schemas.openxmlformats.org/officeDocument/2006/relationships/image" Target="../media/image.jpeg" Id="R51e65d8f6bd94d54"/><Relationship Type="http://schemas.openxmlformats.org/officeDocument/2006/relationships/notesSlide" Target="/ppt/notesSlides/notesSlide18.xml" Id="R21685a634ae04deb"/></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6.xml" Id="R719951914f8b4c78"/><Relationship Type="http://schemas.openxmlformats.org/officeDocument/2006/relationships/image" Target="../media/image.jpeg" Id="Re16a2eb863c544e9"/><Relationship Type="http://schemas.openxmlformats.org/officeDocument/2006/relationships/notesSlide" Target="/ppt/notesSlides/notesSlide19.xml" Id="R660d66589b9c4cfd"/></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6.xml" Id="R7caa553ac72c4e3d"/><Relationship Type="http://schemas.openxmlformats.org/officeDocument/2006/relationships/image" Target="../media/image.jpeg" Id="R3f93e1ba4ceb4bc9"/><Relationship Type="http://schemas.openxmlformats.org/officeDocument/2006/relationships/notesSlide" Target="/ppt/notesSlides/notesSlide20.xml" Id="R334d2502ca7647cd"/></Relationships>
</file>

<file path=ppt/slides/_rels/slide21.xml.rels><?xml version='1.0' encoding='UTF-8' standalone='yes'?>
<Relationships xmlns="http://schemas.openxmlformats.org/package/2006/relationships"><Relationship Type="http://schemas.openxmlformats.org/officeDocument/2006/relationships/slideLayout" Target="/ppt/slideLayouts/slideLayout6.xml" Id="Re3b76cce31ed4add"/><Relationship Type="http://schemas.openxmlformats.org/officeDocument/2006/relationships/image" Target="../media/image.jpeg" Id="Rfdb423c7f8de4bee"/><Relationship Type="http://schemas.openxmlformats.org/officeDocument/2006/relationships/notesSlide" Target="/ppt/notesSlides/notesSlide21.xml" Id="R8b0fcd7545c949aa"/></Relationships>
</file>

<file path=ppt/slides/_rels/slide22.xml.rels><?xml version='1.0' encoding='UTF-8' standalone='yes'?>
<Relationships xmlns="http://schemas.openxmlformats.org/package/2006/relationships"><Relationship Type="http://schemas.openxmlformats.org/officeDocument/2006/relationships/slideLayout" Target="/ppt/slideLayouts/slideLayout6.xml" Id="R23fabe7a7bac444e"/><Relationship Type="http://schemas.openxmlformats.org/officeDocument/2006/relationships/image" Target="../media/image.jpeg" Id="R9bc78c02902647b3"/><Relationship Type="http://schemas.openxmlformats.org/officeDocument/2006/relationships/notesSlide" Target="/ppt/notesSlides/notesSlide22.xml" Id="R86acda7e82b8454d"/></Relationships>
</file>

<file path=ppt/slides/_rels/slide23.xml.rels><?xml version='1.0' encoding='UTF-8' standalone='yes'?>
<Relationships xmlns="http://schemas.openxmlformats.org/package/2006/relationships"><Relationship Type="http://schemas.openxmlformats.org/officeDocument/2006/relationships/slideLayout" Target="/ppt/slideLayouts/slideLayout6.xml" Id="Rc8dc926c3ffc40d1"/><Relationship Type="http://schemas.openxmlformats.org/officeDocument/2006/relationships/image" Target="../media/image.jpeg" Id="Raf3ebd063c514aa0"/><Relationship Type="http://schemas.openxmlformats.org/officeDocument/2006/relationships/notesSlide" Target="/ppt/notesSlides/notesSlide23.xml" Id="Rb5dd4d30832f4f67"/></Relationships>
</file>

<file path=ppt/slides/_rels/slide24.xml.rels><?xml version='1.0' encoding='UTF-8' standalone='yes'?>
<Relationships xmlns="http://schemas.openxmlformats.org/package/2006/relationships"><Relationship Type="http://schemas.openxmlformats.org/officeDocument/2006/relationships/slideLayout" Target="/ppt/slideLayouts/slideLayout6.xml" Id="Re57c4f3b5d3d4d03"/><Relationship Type="http://schemas.openxmlformats.org/officeDocument/2006/relationships/image" Target="../media/image.jpeg" Id="R277dbc35a5904338"/><Relationship Type="http://schemas.openxmlformats.org/officeDocument/2006/relationships/notesSlide" Target="/ppt/notesSlides/notesSlide24.xml" Id="R021cffba31854453"/></Relationships>
</file>

<file path=ppt/slides/_rels/slide25.xml.rels><?xml version='1.0' encoding='UTF-8' standalone='yes'?>
<Relationships xmlns="http://schemas.openxmlformats.org/package/2006/relationships"><Relationship Type="http://schemas.openxmlformats.org/officeDocument/2006/relationships/slideLayout" Target="/ppt/slideLayouts/slideLayout6.xml" Id="R10bb58a0a2ec46a1"/><Relationship Type="http://schemas.openxmlformats.org/officeDocument/2006/relationships/image" Target="../media/image.jpeg" Id="R073bcfdaa39e422e"/><Relationship Type="http://schemas.openxmlformats.org/officeDocument/2006/relationships/notesSlide" Target="/ppt/notesSlides/notesSlide25.xml" Id="Rd0d01ee3f38f4dcc"/></Relationships>
</file>

<file path=ppt/slides/_rels/slide26.xml.rels><?xml version='1.0' encoding='UTF-8' standalone='yes'?>
<Relationships xmlns="http://schemas.openxmlformats.org/package/2006/relationships"><Relationship Type="http://schemas.openxmlformats.org/officeDocument/2006/relationships/slideLayout" Target="/ppt/slideLayouts/slideLayout6.xml" Id="R29cea55476fe4f47"/><Relationship Type="http://schemas.openxmlformats.org/officeDocument/2006/relationships/image" Target="../media/image.jpeg" Id="R2d588478c28d40d5"/><Relationship Type="http://schemas.openxmlformats.org/officeDocument/2006/relationships/notesSlide" Target="/ppt/notesSlides/notesSlide26.xml" Id="R1c032269374e42ec"/></Relationships>
</file>

<file path=ppt/slides/_rels/slide27.xml.rels><?xml version='1.0' encoding='UTF-8' standalone='yes'?>
<Relationships xmlns="http://schemas.openxmlformats.org/package/2006/relationships"><Relationship Type="http://schemas.openxmlformats.org/officeDocument/2006/relationships/slideLayout" Target="/ppt/slideLayouts/slideLayout6.xml" Id="R6d8237a751af4c7f"/><Relationship Type="http://schemas.openxmlformats.org/officeDocument/2006/relationships/image" Target="../media/image.jpeg" Id="R576480a052374d08"/><Relationship Type="http://schemas.openxmlformats.org/officeDocument/2006/relationships/notesSlide" Target="/ppt/notesSlides/notesSlide27.xml" Id="Rf2777d8693a34889"/></Relationships>
</file>

<file path=ppt/slides/_rels/slide28.xml.rels><?xml version='1.0' encoding='UTF-8' standalone='yes'?>
<Relationships xmlns="http://schemas.openxmlformats.org/package/2006/relationships"><Relationship Type="http://schemas.openxmlformats.org/officeDocument/2006/relationships/slideLayout" Target="/ppt/slideLayouts/slideLayout6.xml" Id="R1019f734d1a64fb8"/><Relationship Type="http://schemas.openxmlformats.org/officeDocument/2006/relationships/image" Target="../media/image.jpeg" Id="R45349e5a02d743c9"/><Relationship Type="http://schemas.openxmlformats.org/officeDocument/2006/relationships/notesSlide" Target="/ppt/notesSlides/notesSlide28.xml" Id="Rba67186c52e540be"/></Relationships>
</file>

<file path=ppt/slides/_rels/slide29.xml.rels><?xml version='1.0' encoding='UTF-8' standalone='yes'?>
<Relationships xmlns="http://schemas.openxmlformats.org/package/2006/relationships"><Relationship Type="http://schemas.openxmlformats.org/officeDocument/2006/relationships/slideLayout" Target="/ppt/slideLayouts/slideLayout6.xml" Id="R45e264f2219242d2"/><Relationship Type="http://schemas.openxmlformats.org/officeDocument/2006/relationships/image" Target="../media/image.jpeg" Id="R3578f621537940ea"/><Relationship Type="http://schemas.openxmlformats.org/officeDocument/2006/relationships/notesSlide" Target="/ppt/notesSlides/notesSlide29.xml" Id="R07f467180ef043d3"/></Relationships>
</file>

<file path=ppt/slides/_rels/slide30.xml.rels><?xml version='1.0' encoding='UTF-8' standalone='yes'?>
<Relationships xmlns="http://schemas.openxmlformats.org/package/2006/relationships"><Relationship Type="http://schemas.openxmlformats.org/officeDocument/2006/relationships/slideLayout" Target="/ppt/slideLayouts/slideLayout6.xml" Id="Ra770e2f06d204ee2"/><Relationship Type="http://schemas.openxmlformats.org/officeDocument/2006/relationships/image" Target="../media/image.jpeg" Id="Ra7970c7d8766454b"/><Relationship Type="http://schemas.openxmlformats.org/officeDocument/2006/relationships/notesSlide" Target="/ppt/notesSlides/notesSlide30.xml" Id="R36590cf828eb4499"/></Relationships>
</file>

<file path=ppt/slides/_rels/slide31.xml.rels><?xml version='1.0' encoding='UTF-8' standalone='yes'?>
<Relationships xmlns="http://schemas.openxmlformats.org/package/2006/relationships"><Relationship Type="http://schemas.openxmlformats.org/officeDocument/2006/relationships/slideLayout" Target="/ppt/slideLayouts/slideLayout6.xml" Id="R5f7afe0992dc4171"/><Relationship Type="http://schemas.openxmlformats.org/officeDocument/2006/relationships/image" Target="../media/image.jpeg" Id="R19c1137b2a75492c"/><Relationship Type="http://schemas.openxmlformats.org/officeDocument/2006/relationships/notesSlide" Target="/ppt/notesSlides/notesSlide31.xml" Id="R1099d174612e43fd"/></Relationships>
</file>

<file path=ppt/slides/_rels/slide32.xml.rels><?xml version='1.0' encoding='UTF-8' standalone='yes'?>
<Relationships xmlns="http://schemas.openxmlformats.org/package/2006/relationships"><Relationship Type="http://schemas.openxmlformats.org/officeDocument/2006/relationships/slideLayout" Target="/ppt/slideLayouts/slideLayout6.xml" Id="R69a472cf131b4a2b"/><Relationship Type="http://schemas.openxmlformats.org/officeDocument/2006/relationships/image" Target="../media/image.jpeg" Id="Rcb48e5c3b9ea45c2"/><Relationship Type="http://schemas.openxmlformats.org/officeDocument/2006/relationships/notesSlide" Target="/ppt/notesSlides/notesSlide32.xml" Id="R6dbcf669685540eb"/></Relationships>
</file>

<file path=ppt/slides/_rels/slide33.xml.rels><?xml version='1.0' encoding='UTF-8' standalone='yes'?>
<Relationships xmlns="http://schemas.openxmlformats.org/package/2006/relationships"><Relationship Type="http://schemas.openxmlformats.org/officeDocument/2006/relationships/slideLayout" Target="/ppt/slideLayouts/slideLayout6.xml" Id="R5a1ae308eb1c4c97"/><Relationship Type="http://schemas.openxmlformats.org/officeDocument/2006/relationships/image" Target="../media/image.jpeg" Id="R277744952d3a4a83"/><Relationship Type="http://schemas.openxmlformats.org/officeDocument/2006/relationships/notesSlide" Target="/ppt/notesSlides/notesSlide33.xml" Id="R64b883fbe39c4a3a"/></Relationships>
</file>

<file path=ppt/slides/_rels/slide34.xml.rels><?xml version='1.0' encoding='UTF-8' standalone='yes'?>
<Relationships xmlns="http://schemas.openxmlformats.org/package/2006/relationships"><Relationship Type="http://schemas.openxmlformats.org/officeDocument/2006/relationships/slideLayout" Target="/ppt/slideLayouts/slideLayout6.xml" Id="R385b726c61384f4b"/><Relationship Type="http://schemas.openxmlformats.org/officeDocument/2006/relationships/image" Target="../media/image.jpeg" Id="R52a15225d9284220"/><Relationship Type="http://schemas.openxmlformats.org/officeDocument/2006/relationships/notesSlide" Target="/ppt/notesSlides/notesSlide34.xml" Id="R93372dc2fe574e68"/></Relationships>
</file>

<file path=ppt/slides/_rels/slide35.xml.rels><?xml version='1.0' encoding='UTF-8' standalone='yes'?>
<Relationships xmlns="http://schemas.openxmlformats.org/package/2006/relationships"><Relationship Type="http://schemas.openxmlformats.org/officeDocument/2006/relationships/slideLayout" Target="/ppt/slideLayouts/slideLayout6.xml" Id="Rbdc5b7d22ef64763"/><Relationship Type="http://schemas.openxmlformats.org/officeDocument/2006/relationships/image" Target="../media/image.jpeg" Id="R8e0f8eeec5b94277"/><Relationship Type="http://schemas.openxmlformats.org/officeDocument/2006/relationships/notesSlide" Target="/ppt/notesSlides/notesSlide35.xml" Id="Ra9b288415009415e"/></Relationships>
</file>

<file path=ppt/slides/_rels/slide36.xml.rels><?xml version='1.0' encoding='UTF-8' standalone='yes'?>
<Relationships xmlns="http://schemas.openxmlformats.org/package/2006/relationships"><Relationship Type="http://schemas.openxmlformats.org/officeDocument/2006/relationships/slideLayout" Target="/ppt/slideLayouts/slideLayout6.xml" Id="Rdfc4790345404e48"/><Relationship Type="http://schemas.openxmlformats.org/officeDocument/2006/relationships/image" Target="../media/image.jpeg" Id="R845a661ad8434a4b"/><Relationship Type="http://schemas.openxmlformats.org/officeDocument/2006/relationships/notesSlide" Target="/ppt/notesSlides/notesSlide36.xml" Id="R61ae8a4fcf974c67"/></Relationships>
</file>

<file path=ppt/slides/_rels/slide37.xml.rels><?xml version='1.0' encoding='UTF-8' standalone='yes'?>
<Relationships xmlns="http://schemas.openxmlformats.org/package/2006/relationships"><Relationship Type="http://schemas.openxmlformats.org/officeDocument/2006/relationships/slideLayout" Target="/ppt/slideLayouts/slideLayout6.xml" Id="R52289dd7e6824f18"/><Relationship Type="http://schemas.openxmlformats.org/officeDocument/2006/relationships/image" Target="../media/image.jpeg" Id="R9fad2b4d28d84571"/><Relationship Type="http://schemas.openxmlformats.org/officeDocument/2006/relationships/notesSlide" Target="/ppt/notesSlides/notesSlide37.xml" Id="R065d750db8ab4692"/></Relationships>
</file>

<file path=ppt/slides/_rels/slide38.xml.rels><?xml version='1.0' encoding='UTF-8' standalone='yes'?>
<Relationships xmlns="http://schemas.openxmlformats.org/package/2006/relationships"><Relationship Type="http://schemas.openxmlformats.org/officeDocument/2006/relationships/slideLayout" Target="/ppt/slideLayouts/slideLayout6.xml" Id="Rbe488d2ad4b946b6"/><Relationship Type="http://schemas.openxmlformats.org/officeDocument/2006/relationships/image" Target="../media/image.jpeg" Id="R1dc4e637fdb6403c"/><Relationship Type="http://schemas.openxmlformats.org/officeDocument/2006/relationships/notesSlide" Target="/ppt/notesSlides/notesSlide38.xml" Id="R7d022c58bbd34b34"/></Relationships>
</file>

<file path=ppt/slides/_rels/slide39.xml.rels><?xml version='1.0' encoding='UTF-8' standalone='yes'?>
<Relationships xmlns="http://schemas.openxmlformats.org/package/2006/relationships"><Relationship Type="http://schemas.openxmlformats.org/officeDocument/2006/relationships/slideLayout" Target="/ppt/slideLayouts/slideLayout6.xml" Id="R3aab1b98123a4d6c"/><Relationship Type="http://schemas.openxmlformats.org/officeDocument/2006/relationships/image" Target="../media/image.jpeg" Id="R47987e0f98e1476f"/><Relationship Type="http://schemas.openxmlformats.org/officeDocument/2006/relationships/notesSlide" Target="/ppt/notesSlides/notesSlide39.xml" Id="R025a849785c6447f"/></Relationships>
</file>

<file path=ppt/slides/_rels/slide40.xml.rels><?xml version='1.0' encoding='UTF-8' standalone='yes'?>
<Relationships xmlns="http://schemas.openxmlformats.org/package/2006/relationships"><Relationship Type="http://schemas.openxmlformats.org/officeDocument/2006/relationships/slideLayout" Target="/ppt/slideLayouts/slideLayout6.xml" Id="R8a65da84066f4df1"/><Relationship Type="http://schemas.openxmlformats.org/officeDocument/2006/relationships/image" Target="../media/image.jpeg" Id="R7c9f7c1ee56e4383"/><Relationship Type="http://schemas.openxmlformats.org/officeDocument/2006/relationships/notesSlide" Target="/ppt/notesSlides/notesSlide40.xml" Id="R4ff49b428e374ebe"/></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DF9ACCD9-9EEE-470C-8A76-37CCB743FDA1}"/>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56B51"/>
                </a:solidFill>
                <a:latin typeface="Arial"/>
                <a:ea typeface="Arial"/>
                <a:cs typeface="Arial"/>
              </a:defRPr>
            </a:defPPr>
          </a:lstStyle>
          <a:p xmlns:a="http://schemas.openxmlformats.org/drawingml/2006/main">
            <a:pPr algn="l">
              <a:lnSpc>
                <a:spcPct val="108000"/>
              </a:lnSpc>
              <a:buNone/>
              <a:defRPr sz="1050" b="1" lang="en-GB">
                <a:solidFill>
                  <a:srgbClr val="356B51"/>
                </a:solidFill>
                <a:latin typeface="Arial"/>
                <a:ea typeface="Arial"/>
                <a:cs typeface="Arial"/>
              </a:defRPr>
            </a:pPr>
            <a:r>
              <a:rPr sz="1050" b="1" lang="en-GB">
                <a:solidFill>
                  <a:srgbClr val="356B51"/>
                </a:solidFill>
                <a:latin typeface="Arial"/>
                <a:ea typeface="Arial"/>
                <a:cs typeface="Arial"/>
              </a:rPr>
              <a:t>Art · GROW · Autumn 2 · Week 1</a:t>
            </a:r>
          </a:p>
        </p:txBody>
      </p:sp>
      <p:sp>
        <p:nvSpPr>
          <p:cNvPr id="2" name="stage-time">
            <a:extLst xmlns:a="http://schemas.openxmlformats.org/drawingml/2006/main">
              <a:ext uri="{FF2B5EF4-FFF2-40B4-BE49-F238E27FC236}">
                <a16:creationId xmlns:a16="http://schemas.microsoft.com/office/drawing/2014/main" id="{9741CEAF-AF91-4903-8289-EE06B782423D}"/>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56B51"/>
                </a:solidFill>
                <a:latin typeface="Arial"/>
                <a:ea typeface="Arial"/>
                <a:cs typeface="Arial"/>
              </a:defRPr>
            </a:defPPr>
          </a:lstStyle>
          <a:p xmlns:a="http://schemas.openxmlformats.org/drawingml/2006/main">
            <a:pPr algn="r">
              <a:lnSpc>
                <a:spcPct val="108000"/>
              </a:lnSpc>
              <a:buNone/>
              <a:defRPr sz="1425" b="1" lang="en-GB">
                <a:solidFill>
                  <a:srgbClr val="356B51"/>
                </a:solidFill>
                <a:latin typeface="Arial"/>
                <a:ea typeface="Arial"/>
                <a:cs typeface="Arial"/>
              </a:defRPr>
            </a:pPr>
            <a:r>
              <a:rPr sz="1425" b="1" lang="en-GB">
                <a:solidFill>
                  <a:srgbClr val="356B51"/>
                </a:solidFill>
                <a:latin typeface="Arial"/>
                <a:ea typeface="Arial"/>
                <a:cs typeface="Arial"/>
              </a:rPr>
              <a:t>Opening · 0 min · 00 to 00</a:t>
            </a:r>
          </a:p>
        </p:txBody>
      </p:sp>
      <p:sp>
        <p:nvSpPr>
          <p:cNvPr id="3" name="slide-title">
            <a:extLst xmlns:a="http://schemas.openxmlformats.org/drawingml/2006/main">
              <a:ext uri="{FF2B5EF4-FFF2-40B4-BE49-F238E27FC236}">
                <a16:creationId xmlns:a16="http://schemas.microsoft.com/office/drawing/2014/main" id="{BD2D59A9-6C1E-417F-8898-4384E6AD16AB}"/>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56B51"/>
                </a:solidFill>
                <a:latin typeface="Arial"/>
                <a:ea typeface="Arial"/>
                <a:cs typeface="Arial"/>
              </a:defRPr>
            </a:defPPr>
          </a:lstStyle>
          <a:p xmlns:a="http://schemas.openxmlformats.org/drawingml/2006/main">
            <a:pPr algn="l">
              <a:lnSpc>
                <a:spcPct val="108000"/>
              </a:lnSpc>
              <a:buNone/>
              <a:defRPr sz="2700" b="1" lang="en-GB">
                <a:solidFill>
                  <a:srgbClr val="356B51"/>
                </a:solidFill>
                <a:latin typeface="Arial"/>
                <a:ea typeface="Arial"/>
                <a:cs typeface="Arial"/>
              </a:defRPr>
            </a:pPr>
            <a:r>
              <a:rPr sz="2700" b="1" lang="en-GB">
                <a:solidFill>
                  <a:srgbClr val="356B51"/>
                </a:solidFill>
                <a:latin typeface="Arial"/>
                <a:ea typeface="Arial"/>
                <a:cs typeface="Arial"/>
              </a:rPr>
              <a:t>Make — A small light artwork</a:t>
            </a:r>
          </a:p>
        </p:txBody>
      </p:sp>
      <p:pic>
        <p:nvPicPr>
          <p:cNvPr id="4" name="">
            <a:extLst xmlns:a="http://schemas.openxmlformats.org/drawingml/2006/main">
              <a:ext uri="{FF2B5EF4-FFF2-40B4-BE49-F238E27FC236}">
                <a16:creationId xmlns:a16="http://schemas.microsoft.com/office/drawing/2014/main" id="{60339C6B-EFDA-48F6-BC63-6C1FA5343EC0}"/>
              </a:ext>
            </a:extLst>
          </p:cNvPr>
          <p:cNvPicPr>
            <a:picLocks xmlns:a="http://schemas.openxmlformats.org/drawingml/2006/main" noChangeAspect="1"/>
          </p:cNvPicPr>
          <p:nvPr/>
        </p:nvPicPr>
        <p:blipFill>
          <a:blip xmlns:r="http://schemas.openxmlformats.org/officeDocument/2006/relationships" xmlns:a="http://schemas.openxmlformats.org/drawingml/2006/main" r:embed="Rc6d85952543149bf"/>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63BA673E-5438-4CAF-B972-141CA6F860B3}"/>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9B3A1E09-90A0-4EC7-B2F4-3AC397A3EF3C}"/>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6D99C55B-FED5-485D-B09B-1D9FAADCB047}"/>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DA0E51DA-0F88-430A-B8F0-2D9FE747E2F6}"/>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8D9C6B31-9E98-494C-84A7-8B3C73A984E1}"/>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4BA36BBE-DAFE-407C-802A-6D0936C9E819}"/>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3D53D053-2B7D-4B56-A18E-F9FD3E06A8DC}"/>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ART-GROW-A2-W01-P2 · version ______</a:t>
            </a:r>
          </a:p>
        </p:txBody>
      </p:sp>
      <p:sp>
        <p:nvSpPr>
          <p:cNvPr id="12" name="licence-footer">
            <a:extLst xmlns:a="http://schemas.openxmlformats.org/drawingml/2006/main">
              <a:ext uri="{FF2B5EF4-FFF2-40B4-BE49-F238E27FC236}">
                <a16:creationId xmlns:a16="http://schemas.microsoft.com/office/drawing/2014/main" id="{F6F50607-7BA9-4023-BA61-22F04658E620}"/>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dy-0">
            <a:extLst xmlns:a="http://schemas.openxmlformats.org/drawingml/2006/main">
              <a:ext uri="{FF2B5EF4-FFF2-40B4-BE49-F238E27FC236}">
                <a16:creationId xmlns:a16="http://schemas.microsoft.com/office/drawing/2014/main" id="{BC2E296C-9855-4371-A42E-512D24969509}"/>
              </a:ext>
            </a:extLst>
          </p:cNvPr>
          <p:cNvSpPr>
            <a:spLocks xmlns:a="http://schemas.openxmlformats.org/drawingml/2006/main" noGrp="1"/>
          </p:cNvSpPr>
          <p:nvPr/>
        </p:nvSpPr>
        <p:spPr>
          <a:xfrm xmlns:a="http://schemas.openxmlformats.org/drawingml/2006/main">
            <a:off x="381000" y="1409700"/>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Learning goal</a:t>
            </a:r>
          </a:p>
        </p:txBody>
      </p:sp>
      <p:sp>
        <p:nvSpPr>
          <p:cNvPr id="14" name="body-1">
            <a:extLst xmlns:a="http://schemas.openxmlformats.org/drawingml/2006/main">
              <a:ext uri="{FF2B5EF4-FFF2-40B4-BE49-F238E27FC236}">
                <a16:creationId xmlns:a16="http://schemas.microsoft.com/office/drawing/2014/main" id="{7D377160-F1B5-418F-A083-A236FEDD87BA}"/>
              </a:ext>
            </a:extLst>
          </p:cNvPr>
          <p:cNvSpPr>
            <a:spLocks xmlns:a="http://schemas.openxmlformats.org/drawingml/2006/main" noGrp="1"/>
          </p:cNvSpPr>
          <p:nvPr/>
        </p:nvSpPr>
        <p:spPr>
          <a:xfrm xmlns:a="http://schemas.openxmlformats.org/drawingml/2006/main">
            <a:off x="381000" y="1951292"/>
            <a:ext cx="11430000" cy="446342"/>
          </a:xfrm>
          <a:prstGeom xmlns:a="http://schemas.openxmlformats.org/drawingml/2006/main" prst="rect">
            <a:avLst/>
          </a:prstGeom>
          <a:solidFill xmlns:a="http://schemas.openxmlformats.org/drawingml/2006/main">
            <a:srgbClr val="FFE4C8"/>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I can make and review a small light artwork.</a:t>
            </a:r>
          </a:p>
        </p:txBody>
      </p:sp>
      <p:sp>
        <p:nvSpPr>
          <p:cNvPr id="15" name="body-2">
            <a:extLst xmlns:a="http://schemas.openxmlformats.org/drawingml/2006/main">
              <a:ext uri="{FF2B5EF4-FFF2-40B4-BE49-F238E27FC236}">
                <a16:creationId xmlns:a16="http://schemas.microsoft.com/office/drawing/2014/main" id="{5A18D091-DCD8-432C-A5B4-ED1701D42B22}"/>
              </a:ext>
            </a:extLst>
          </p:cNvPr>
          <p:cNvSpPr>
            <a:spLocks xmlns:a="http://schemas.openxmlformats.org/drawingml/2006/main" noGrp="1"/>
          </p:cNvSpPr>
          <p:nvPr/>
        </p:nvSpPr>
        <p:spPr>
          <a:xfrm xmlns:a="http://schemas.openxmlformats.org/drawingml/2006/main">
            <a:off x="381000" y="2492883"/>
            <a:ext cx="11430000" cy="446342"/>
          </a:xfrm>
          <a:prstGeom xmlns:a="http://schemas.openxmlformats.org/drawingml/2006/main" prst="rect">
            <a:avLst/>
          </a:prstGeom>
          <a:solidFill xmlns:a="http://schemas.openxmlformats.org/drawingml/2006/main">
            <a:srgbClr val="FFE4C8"/>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Today I can</a:t>
            </a:r>
          </a:p>
        </p:txBody>
      </p:sp>
      <p:sp>
        <p:nvSpPr>
          <p:cNvPr id="16" name="body-3">
            <a:extLst xmlns:a="http://schemas.openxmlformats.org/drawingml/2006/main">
              <a:ext uri="{FF2B5EF4-FFF2-40B4-BE49-F238E27FC236}">
                <a16:creationId xmlns:a16="http://schemas.microsoft.com/office/drawing/2014/main" id="{1E18F483-76C3-4EEC-B76E-643AD7C9E5B3}"/>
              </a:ext>
            </a:extLst>
          </p:cNvPr>
          <p:cNvSpPr>
            <a:spLocks xmlns:a="http://schemas.openxmlformats.org/drawingml/2006/main" noGrp="1"/>
          </p:cNvSpPr>
          <p:nvPr/>
        </p:nvSpPr>
        <p:spPr>
          <a:xfrm xmlns:a="http://schemas.openxmlformats.org/drawingml/2006/main">
            <a:off x="381000" y="3034475"/>
            <a:ext cx="11430000" cy="446342"/>
          </a:xfrm>
          <a:prstGeom xmlns:a="http://schemas.openxmlformats.org/drawingml/2006/main" prst="rect">
            <a:avLst/>
          </a:prstGeom>
          <a:solidFill xmlns:a="http://schemas.openxmlformats.org/drawingml/2006/main">
            <a:srgbClr val="FFE4C8"/>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I can make bright marks contrast with a dark ground.</a:t>
            </a:r>
          </a:p>
        </p:txBody>
      </p:sp>
      <p:sp>
        <p:nvSpPr>
          <p:cNvPr id="17" name="body-4">
            <a:extLst xmlns:a="http://schemas.openxmlformats.org/drawingml/2006/main">
              <a:ext uri="{FF2B5EF4-FFF2-40B4-BE49-F238E27FC236}">
                <a16:creationId xmlns:a16="http://schemas.microsoft.com/office/drawing/2014/main" id="{6712D2D0-0E94-49A7-B351-D01F46287616}"/>
              </a:ext>
            </a:extLst>
          </p:cNvPr>
          <p:cNvSpPr>
            <a:spLocks xmlns:a="http://schemas.openxmlformats.org/drawingml/2006/main" noGrp="1"/>
          </p:cNvSpPr>
          <p:nvPr/>
        </p:nvSpPr>
        <p:spPr>
          <a:xfrm xmlns:a="http://schemas.openxmlformats.org/drawingml/2006/main">
            <a:off x="381000" y="3576066"/>
            <a:ext cx="11430000" cy="446342"/>
          </a:xfrm>
          <a:prstGeom xmlns:a="http://schemas.openxmlformats.org/drawingml/2006/main" prst="rect">
            <a:avLst/>
          </a:prstGeom>
          <a:solidFill xmlns:a="http://schemas.openxmlformats.org/drawingml/2006/main">
            <a:srgbClr val="FFE4C8"/>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I can repeat a shape or pair of shapes.</a:t>
            </a:r>
          </a:p>
        </p:txBody>
      </p:sp>
      <p:sp>
        <p:nvSpPr>
          <p:cNvPr id="18" name="body-5">
            <a:extLst xmlns:a="http://schemas.openxmlformats.org/drawingml/2006/main">
              <a:ext uri="{FF2B5EF4-FFF2-40B4-BE49-F238E27FC236}">
                <a16:creationId xmlns:a16="http://schemas.microsoft.com/office/drawing/2014/main" id="{3490769E-F66C-4BBA-ABC2-2C4D74006F62}"/>
              </a:ext>
            </a:extLst>
          </p:cNvPr>
          <p:cNvSpPr>
            <a:spLocks xmlns:a="http://schemas.openxmlformats.org/drawingml/2006/main" noGrp="1"/>
          </p:cNvSpPr>
          <p:nvPr/>
        </p:nvSpPr>
        <p:spPr>
          <a:xfrm xmlns:a="http://schemas.openxmlformats.org/drawingml/2006/main">
            <a:off x="381000" y="4117658"/>
            <a:ext cx="11430000" cy="446342"/>
          </a:xfrm>
          <a:prstGeom xmlns:a="http://schemas.openxmlformats.org/drawingml/2006/main" prst="rect">
            <a:avLst/>
          </a:prstGeom>
          <a:solidFill xmlns:a="http://schemas.openxmlformats.org/drawingml/2006/main">
            <a:srgbClr val="FFE4C8"/>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I can show one strength and one change.</a:t>
            </a:r>
          </a:p>
        </p:txBody>
      </p:sp>
      <p:sp>
        <p:nvSpPr>
          <p:cNvPr id="19" name="body-6">
            <a:extLst xmlns:a="http://schemas.openxmlformats.org/drawingml/2006/main">
              <a:ext uri="{FF2B5EF4-FFF2-40B4-BE49-F238E27FC236}">
                <a16:creationId xmlns:a16="http://schemas.microsoft.com/office/drawing/2014/main" id="{102A1135-7AE0-410C-BDDF-84F805480A11}"/>
              </a:ext>
            </a:extLst>
          </p:cNvPr>
          <p:cNvSpPr>
            <a:spLocks xmlns:a="http://schemas.openxmlformats.org/drawingml/2006/main" noGrp="1"/>
          </p:cNvSpPr>
          <p:nvPr/>
        </p:nvSpPr>
        <p:spPr>
          <a:xfrm xmlns:a="http://schemas.openxmlformats.org/drawingml/2006/main">
            <a:off x="381000" y="465924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You can point, speak, sign, use symbols, draw or write.</a:t>
            </a:r>
          </a:p>
        </p:txBody>
      </p:sp>
      <p:sp>
        <p:nvSpPr>
          <p:cNvPr id="20" name="body-7">
            <a:extLst xmlns:a="http://schemas.openxmlformats.org/drawingml/2006/main">
              <a:ext uri="{FF2B5EF4-FFF2-40B4-BE49-F238E27FC236}">
                <a16:creationId xmlns:a16="http://schemas.microsoft.com/office/drawing/2014/main" id="{2D7AF492-C386-4C8C-BF0F-C0A600296017}"/>
              </a:ext>
            </a:extLst>
          </p:cNvPr>
          <p:cNvSpPr>
            <a:spLocks xmlns:a="http://schemas.openxmlformats.org/drawingml/2006/main" noGrp="1"/>
          </p:cNvSpPr>
          <p:nvPr/>
        </p:nvSpPr>
        <p:spPr>
          <a:xfrm xmlns:a="http://schemas.openxmlformats.org/drawingml/2006/main">
            <a:off x="381000" y="5200841"/>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You can ask an adult to make your chosen marks.</a:t>
            </a:r>
          </a:p>
        </p:txBody>
      </p:sp>
    </p:spTree>
    <p:extLst>
      <p:ext uri="{BB962C8B-B14F-4D97-AF65-F5344CB8AC3E}">
        <p14:creationId xmlns:p14="http://schemas.microsoft.com/office/powerpoint/2010/main" val="91483047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lesson-header">
            <a:extLst xmlns:a="http://schemas.openxmlformats.org/drawingml/2006/main">
              <a:ext uri="{FF2B5EF4-FFF2-40B4-BE49-F238E27FC236}">
                <a16:creationId xmlns:a16="http://schemas.microsoft.com/office/drawing/2014/main" id="{EE28E7BA-26CF-46A5-BC43-127A0F34FAD3}"/>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56B51"/>
                </a:solidFill>
                <a:latin typeface="Arial"/>
                <a:ea typeface="Arial"/>
                <a:cs typeface="Arial"/>
              </a:defRPr>
            </a:defPPr>
          </a:lstStyle>
          <a:p xmlns:a="http://schemas.openxmlformats.org/drawingml/2006/main">
            <a:pPr algn="l">
              <a:lnSpc>
                <a:spcPct val="108000"/>
              </a:lnSpc>
              <a:buNone/>
              <a:defRPr sz="1050" b="1" lang="en-GB">
                <a:solidFill>
                  <a:srgbClr val="356B51"/>
                </a:solidFill>
                <a:latin typeface="Arial"/>
                <a:ea typeface="Arial"/>
                <a:cs typeface="Arial"/>
              </a:defRPr>
            </a:pPr>
            <a:r>
              <a:rPr sz="1050" b="1" lang="en-GB">
                <a:solidFill>
                  <a:srgbClr val="356B51"/>
                </a:solidFill>
                <a:latin typeface="Arial"/>
                <a:ea typeface="Arial"/>
                <a:cs typeface="Arial"/>
              </a:rPr>
              <a:t>Art · GROW · Autumn 2 · Week 1</a:t>
            </a:r>
          </a:p>
        </p:txBody>
      </p:sp>
      <p:sp>
        <p:nvSpPr>
          <p:cNvPr id="2" name="stage-time">
            <a:extLst xmlns:a="http://schemas.openxmlformats.org/drawingml/2006/main">
              <a:ext uri="{FF2B5EF4-FFF2-40B4-BE49-F238E27FC236}">
                <a16:creationId xmlns:a16="http://schemas.microsoft.com/office/drawing/2014/main" id="{0C0D5F6B-4870-46F0-A775-26090B9ED66A}"/>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56B51"/>
                </a:solidFill>
                <a:latin typeface="Arial"/>
                <a:ea typeface="Arial"/>
                <a:cs typeface="Arial"/>
              </a:defRPr>
            </a:defPPr>
          </a:lstStyle>
          <a:p xmlns:a="http://schemas.openxmlformats.org/drawingml/2006/main">
            <a:pPr algn="r">
              <a:lnSpc>
                <a:spcPct val="108000"/>
              </a:lnSpc>
              <a:buNone/>
              <a:defRPr sz="1425" b="1" lang="en-GB">
                <a:solidFill>
                  <a:srgbClr val="356B51"/>
                </a:solidFill>
                <a:latin typeface="Arial"/>
                <a:ea typeface="Arial"/>
                <a:cs typeface="Arial"/>
              </a:defRPr>
            </a:pPr>
            <a:r>
              <a:rPr sz="1425" b="1" lang="en-GB">
                <a:solidFill>
                  <a:srgbClr val="356B51"/>
                </a:solidFill>
                <a:latin typeface="Arial"/>
                <a:ea typeface="Arial"/>
                <a:cs typeface="Arial"/>
              </a:rPr>
              <a:t>Opening · 0 min · 00 to 00</a:t>
            </a:r>
          </a:p>
        </p:txBody>
      </p:sp>
      <p:sp>
        <p:nvSpPr>
          <p:cNvPr id="3" name="slide-title">
            <a:extLst xmlns:a="http://schemas.openxmlformats.org/drawingml/2006/main">
              <a:ext uri="{FF2B5EF4-FFF2-40B4-BE49-F238E27FC236}">
                <a16:creationId xmlns:a16="http://schemas.microsoft.com/office/drawing/2014/main" id="{FCFE2947-21BE-458D-9D3F-D07D316C3DA4}"/>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56B51"/>
                </a:solidFill>
                <a:latin typeface="Arial"/>
                <a:ea typeface="Arial"/>
                <a:cs typeface="Arial"/>
              </a:defRPr>
            </a:defPPr>
          </a:lstStyle>
          <a:p xmlns:a="http://schemas.openxmlformats.org/drawingml/2006/main">
            <a:pPr algn="l">
              <a:lnSpc>
                <a:spcPct val="108000"/>
              </a:lnSpc>
              <a:buNone/>
              <a:defRPr sz="2700" b="1" lang="en-GB">
                <a:solidFill>
                  <a:srgbClr val="356B51"/>
                </a:solidFill>
                <a:latin typeface="Arial"/>
                <a:ea typeface="Arial"/>
                <a:cs typeface="Arial"/>
              </a:defRPr>
            </a:pPr>
            <a:r>
              <a:rPr sz="2700" b="1" lang="en-GB">
                <a:solidFill>
                  <a:srgbClr val="356B51"/>
                </a:solidFill>
                <a:latin typeface="Arial"/>
                <a:ea typeface="Arial"/>
                <a:cs typeface="Arial"/>
              </a:rPr>
              <a:t>Make — A small light artwork · continued</a:t>
            </a:r>
          </a:p>
        </p:txBody>
      </p:sp>
      <p:pic>
        <p:nvPicPr>
          <p:cNvPr id="4" name="">
            <a:extLst xmlns:a="http://schemas.openxmlformats.org/drawingml/2006/main">
              <a:ext uri="{FF2B5EF4-FFF2-40B4-BE49-F238E27FC236}">
                <a16:creationId xmlns:a16="http://schemas.microsoft.com/office/drawing/2014/main" id="{938F8150-7D70-46E2-B6B8-5FCC45CC4BFF}"/>
              </a:ext>
            </a:extLst>
          </p:cNvPr>
          <p:cNvPicPr>
            <a:picLocks xmlns:a="http://schemas.openxmlformats.org/drawingml/2006/main" noChangeAspect="1"/>
          </p:cNvPicPr>
          <p:nvPr/>
        </p:nvPicPr>
        <p:blipFill>
          <a:blip xmlns:r="http://schemas.openxmlformats.org/officeDocument/2006/relationships" xmlns:a="http://schemas.openxmlformats.org/drawingml/2006/main" r:embed="R8702843343ca472d"/>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8F86812E-C06A-4032-964D-E5D9A8AEF319}"/>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3279DA1C-45D2-4B69-B3FB-8D5392F78001}"/>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C334B5BE-B286-442B-A24F-DFF32FEAD0B8}"/>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C04412C4-13C9-480C-A351-BA80CB1FC644}"/>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60B59B62-C72D-444E-9AD1-47516086B9A8}"/>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3DE42B17-D954-4343-9221-EF76D1EF9048}"/>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83B12173-B063-43F4-B968-A3427EEE51A1}"/>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ART-GROW-A2-W01-P2 · version ______</a:t>
            </a:r>
          </a:p>
        </p:txBody>
      </p:sp>
      <p:sp>
        <p:nvSpPr>
          <p:cNvPr id="12" name="licence-footer">
            <a:extLst xmlns:a="http://schemas.openxmlformats.org/drawingml/2006/main">
              <a:ext uri="{FF2B5EF4-FFF2-40B4-BE49-F238E27FC236}">
                <a16:creationId xmlns:a16="http://schemas.microsoft.com/office/drawing/2014/main" id="{035326F1-1340-4FBD-93D3-FD4BDE756D23}"/>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dy-0">
            <a:extLst xmlns:a="http://schemas.openxmlformats.org/drawingml/2006/main">
              <a:ext uri="{FF2B5EF4-FFF2-40B4-BE49-F238E27FC236}">
                <a16:creationId xmlns:a16="http://schemas.microsoft.com/office/drawing/2014/main" id="{43F817CB-3243-4E95-B4D3-25E04D1E7512}"/>
              </a:ext>
            </a:extLst>
          </p:cNvPr>
          <p:cNvSpPr>
            <a:spLocks xmlns:a="http://schemas.openxmlformats.org/drawingml/2006/main" noGrp="1"/>
          </p:cNvSpPr>
          <p:nvPr/>
        </p:nvSpPr>
        <p:spPr>
          <a:xfrm xmlns:a="http://schemas.openxmlformats.org/drawingml/2006/main">
            <a:off x="381000" y="1409700"/>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You may pass.</a:t>
            </a:r>
          </a:p>
        </p:txBody>
      </p:sp>
      <p:sp>
        <p:nvSpPr>
          <p:cNvPr id="14" name="body-1">
            <a:extLst xmlns:a="http://schemas.openxmlformats.org/drawingml/2006/main">
              <a:ext uri="{FF2B5EF4-FFF2-40B4-BE49-F238E27FC236}">
                <a16:creationId xmlns:a16="http://schemas.microsoft.com/office/drawing/2014/main" id="{239CB7F1-70D6-4390-B997-1305E475B575}"/>
              </a:ext>
            </a:extLst>
          </p:cNvPr>
          <p:cNvSpPr>
            <a:spLocks xmlns:a="http://schemas.openxmlformats.org/drawingml/2006/main" noGrp="1"/>
          </p:cNvSpPr>
          <p:nvPr/>
        </p:nvSpPr>
        <p:spPr>
          <a:xfrm xmlns:a="http://schemas.openxmlformats.org/drawingml/2006/main">
            <a:off x="381000" y="1951292"/>
            <a:ext cx="11430000" cy="7498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Words for today: ground — the space around and behind the marks; contrast — a clear difference, such as bright marks on a dark ground; repeat — use a mark or group of marks again.</a:t>
            </a:r>
          </a:p>
        </p:txBody>
      </p:sp>
    </p:spTree>
    <p:extLst>
      <p:ext uri="{BB962C8B-B14F-4D97-AF65-F5344CB8AC3E}">
        <p14:creationId xmlns:p14="http://schemas.microsoft.com/office/powerpoint/2010/main" val="128674828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341D2D83-06CE-44B9-AF61-434BCEAC12AF}"/>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56B51"/>
                </a:solidFill>
                <a:latin typeface="Arial"/>
                <a:ea typeface="Arial"/>
                <a:cs typeface="Arial"/>
              </a:defRPr>
            </a:defPPr>
          </a:lstStyle>
          <a:p xmlns:a="http://schemas.openxmlformats.org/drawingml/2006/main">
            <a:pPr algn="l">
              <a:lnSpc>
                <a:spcPct val="108000"/>
              </a:lnSpc>
              <a:buNone/>
              <a:defRPr sz="1050" b="1" lang="en-GB">
                <a:solidFill>
                  <a:srgbClr val="356B51"/>
                </a:solidFill>
                <a:latin typeface="Arial"/>
                <a:ea typeface="Arial"/>
                <a:cs typeface="Arial"/>
              </a:defRPr>
            </a:pPr>
            <a:r>
              <a:rPr sz="1050" b="1" lang="en-GB">
                <a:solidFill>
                  <a:srgbClr val="356B51"/>
                </a:solidFill>
                <a:latin typeface="Arial"/>
                <a:ea typeface="Arial"/>
                <a:cs typeface="Arial"/>
              </a:rPr>
              <a:t>Art · GROW · Autumn 2 · Week 1</a:t>
            </a:r>
          </a:p>
        </p:txBody>
      </p:sp>
      <p:sp>
        <p:nvSpPr>
          <p:cNvPr id="2" name="stage-time">
            <a:extLst xmlns:a="http://schemas.openxmlformats.org/drawingml/2006/main">
              <a:ext uri="{FF2B5EF4-FFF2-40B4-BE49-F238E27FC236}">
                <a16:creationId xmlns:a16="http://schemas.microsoft.com/office/drawing/2014/main" id="{B83E3588-F530-4523-BB9E-D5CA2B72DAD4}"/>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56B51"/>
                </a:solidFill>
                <a:latin typeface="Arial"/>
                <a:ea typeface="Arial"/>
                <a:cs typeface="Arial"/>
              </a:defRPr>
            </a:defPPr>
          </a:lstStyle>
          <a:p xmlns:a="http://schemas.openxmlformats.org/drawingml/2006/main">
            <a:pPr algn="r">
              <a:lnSpc>
                <a:spcPct val="108000"/>
              </a:lnSpc>
              <a:buNone/>
              <a:defRPr sz="1425" b="1" lang="en-GB">
                <a:solidFill>
                  <a:srgbClr val="356B51"/>
                </a:solidFill>
                <a:latin typeface="Arial"/>
                <a:ea typeface="Arial"/>
                <a:cs typeface="Arial"/>
              </a:defRPr>
            </a:pPr>
            <a:r>
              <a:rPr sz="1425" b="1" lang="en-GB">
                <a:solidFill>
                  <a:srgbClr val="356B51"/>
                </a:solidFill>
                <a:latin typeface="Arial"/>
                <a:ea typeface="Arial"/>
                <a:cs typeface="Arial"/>
              </a:rPr>
              <a:t>Arrival · 5 min · 00 to 05</a:t>
            </a:r>
          </a:p>
        </p:txBody>
      </p:sp>
      <p:sp>
        <p:nvSpPr>
          <p:cNvPr id="3" name="slide-title">
            <a:extLst xmlns:a="http://schemas.openxmlformats.org/drawingml/2006/main">
              <a:ext uri="{FF2B5EF4-FFF2-40B4-BE49-F238E27FC236}">
                <a16:creationId xmlns:a16="http://schemas.microsoft.com/office/drawing/2014/main" id="{0C79F33D-5F23-403C-ABA4-08AECF08A208}"/>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56B51"/>
                </a:solidFill>
                <a:latin typeface="Arial"/>
                <a:ea typeface="Arial"/>
                <a:cs typeface="Arial"/>
              </a:defRPr>
            </a:defPPr>
          </a:lstStyle>
          <a:p xmlns:a="http://schemas.openxmlformats.org/drawingml/2006/main">
            <a:pPr algn="l">
              <a:lnSpc>
                <a:spcPct val="108000"/>
              </a:lnSpc>
              <a:buNone/>
              <a:defRPr sz="2700" b="1" lang="en-GB">
                <a:solidFill>
                  <a:srgbClr val="356B51"/>
                </a:solidFill>
                <a:latin typeface="Arial"/>
                <a:ea typeface="Arial"/>
                <a:cs typeface="Arial"/>
              </a:defRPr>
            </a:pPr>
            <a:r>
              <a:rPr sz="2700" b="1" lang="en-GB">
                <a:solidFill>
                  <a:srgbClr val="356B51"/>
                </a:solidFill>
                <a:latin typeface="Arial"/>
                <a:ea typeface="Arial"/>
                <a:cs typeface="Arial"/>
              </a:rPr>
              <a:t>Arrival · 1 of 2</a:t>
            </a:r>
          </a:p>
        </p:txBody>
      </p:sp>
      <p:pic>
        <p:nvPicPr>
          <p:cNvPr id="4" name="">
            <a:extLst xmlns:a="http://schemas.openxmlformats.org/drawingml/2006/main">
              <a:ext uri="{FF2B5EF4-FFF2-40B4-BE49-F238E27FC236}">
                <a16:creationId xmlns:a16="http://schemas.microsoft.com/office/drawing/2014/main" id="{E8E74707-3CB7-403D-819E-96AD7F2B400C}"/>
              </a:ext>
            </a:extLst>
          </p:cNvPr>
          <p:cNvPicPr>
            <a:picLocks xmlns:a="http://schemas.openxmlformats.org/drawingml/2006/main" noChangeAspect="1"/>
          </p:cNvPicPr>
          <p:nvPr/>
        </p:nvPicPr>
        <p:blipFill>
          <a:blip xmlns:r="http://schemas.openxmlformats.org/officeDocument/2006/relationships" xmlns:a="http://schemas.openxmlformats.org/drawingml/2006/main" r:embed="R09e4a07944b74869"/>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927B3451-95BF-4937-BB55-D8D04E8C1E27}"/>
              </a:ext>
            </a:extLst>
          </p:cNvPr>
          <p:cNvSpPr>
            <a:spLocks xmlns:a="http://schemas.openxmlformats.org/drawingml/2006/main" noGrp="1"/>
          </p:cNvSpPr>
          <p:nvPr/>
        </p:nvSpPr>
        <p:spPr>
          <a:xfrm xmlns:a="http://schemas.openxmlformats.org/drawingml/2006/main">
            <a:off x="381000" y="1143000"/>
            <a:ext cx="1409700" cy="85725"/>
          </a:xfrm>
          <a:prstGeom xmlns:a="http://schemas.openxmlformats.org/drawingml/2006/main" prst="rect">
            <a:avLst/>
          </a:prstGeom>
          <a:solidFill xmlns:a="http://schemas.openxmlformats.org/drawingml/2006/main">
            <a:srgbClr val="356B51"/>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1E0AB5CB-6A7F-456B-BA70-E0D26111C446}"/>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A1C6D0F9-D2F6-413B-B3F7-C72316367E91}"/>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DE52FD48-1C0D-4F76-8924-E0D6FC41F2FF}"/>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B775EA5B-762C-49EB-8162-8BCE4BE06F0A}"/>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4B662905-B521-4FF3-BFB9-7D66E6BCB784}"/>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7447F825-AA82-4CBE-AC4F-7E0AEA5A1C49}"/>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ART-GROW-A2-W01-P2 · version ______</a:t>
            </a:r>
          </a:p>
        </p:txBody>
      </p:sp>
      <p:sp>
        <p:nvSpPr>
          <p:cNvPr id="12" name="licence-footer">
            <a:extLst xmlns:a="http://schemas.openxmlformats.org/drawingml/2006/main">
              <a:ext uri="{FF2B5EF4-FFF2-40B4-BE49-F238E27FC236}">
                <a16:creationId xmlns:a16="http://schemas.microsoft.com/office/drawing/2014/main" id="{91E74912-C7A4-4044-AC70-1490196344CB}"/>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AC9A8C10-6BC6-4917-899C-47580B342F5C}"/>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Four numbered responses, 1 to 4, in words, symbols or marks.</a:t>
            </a:r>
          </a:p>
        </p:txBody>
      </p:sp>
      <p:sp>
        <p:nvSpPr>
          <p:cNvPr id="14" name="figure-example_a-0">
            <a:extLst xmlns:a="http://schemas.openxmlformats.org/drawingml/2006/main">
              <a:ext uri="{FF2B5EF4-FFF2-40B4-BE49-F238E27FC236}">
                <a16:creationId xmlns:a16="http://schemas.microsoft.com/office/drawing/2014/main" id="{F56A4DB2-CBA8-46C9-A7AA-94834914DD91}"/>
              </a:ext>
            </a:extLst>
          </p:cNvPr>
          <p:cNvSpPr>
            <a:spLocks xmlns:a="http://schemas.openxmlformats.org/drawingml/2006/main" noGrp="1"/>
          </p:cNvSpPr>
          <p:nvPr/>
        </p:nvSpPr>
        <p:spPr>
          <a:xfrm xmlns:a="http://schemas.openxmlformats.org/drawingml/2006/main">
            <a:off x="381000" y="1992439"/>
            <a:ext cx="11430000" cy="3571875"/>
          </a:xfrm>
          <a:prstGeom xmlns:a="http://schemas.openxmlformats.org/drawingml/2006/main" prst="rect">
            <a:avLst/>
          </a:prstGeom>
          <a:solidFill xmlns:a="http://schemas.openxmlformats.org/drawingml/2006/main">
            <a:srgbClr val="14213D"/>
          </a:solidFill>
          <a:ln xmlns:a="http://schemas.openxmlformats.org/drawingml/2006/main" w="0">
            <a:noFill/>
          </a:ln>
        </p:spPr>
      </p:sp>
      <p:sp>
        <p:nvSpPr>
          <p:cNvPr id="15" name="figure-example_a-1">
            <a:extLst xmlns:a="http://schemas.openxmlformats.org/drawingml/2006/main">
              <a:ext uri="{FF2B5EF4-FFF2-40B4-BE49-F238E27FC236}">
                <a16:creationId xmlns:a16="http://schemas.microsoft.com/office/drawing/2014/main" id="{D42CDBF6-D7F2-41D2-9623-A09CE6BEF188}"/>
              </a:ext>
            </a:extLst>
          </p:cNvPr>
          <p:cNvSpPr>
            <a:spLocks xmlns:a="http://schemas.openxmlformats.org/drawingml/2006/main" noGrp="1"/>
          </p:cNvSpPr>
          <p:nvPr/>
        </p:nvSpPr>
        <p:spPr>
          <a:xfrm xmlns:a="http://schemas.openxmlformats.org/drawingml/2006/main">
            <a:off x="1537607" y="3302127"/>
            <a:ext cx="952500" cy="952500"/>
          </a:xfrm>
          <a:prstGeom xmlns:a="http://schemas.openxmlformats.org/drawingml/2006/main" prst="ellipse">
            <a:avLst/>
          </a:prstGeom>
          <a:noFill xmlns:a="http://schemas.openxmlformats.org/drawingml/2006/main"/>
          <a:ln xmlns:a="http://schemas.openxmlformats.org/drawingml/2006/main" w="119063">
            <a:solidFill>
              <a:srgbClr val="FFE45E"/>
            </a:solidFill>
          </a:ln>
        </p:spPr>
      </p:sp>
      <p:sp>
        <p:nvSpPr>
          <p:cNvPr id="16" name="figure-example_a-2">
            <a:extLst xmlns:a="http://schemas.openxmlformats.org/drawingml/2006/main">
              <a:ext uri="{FF2B5EF4-FFF2-40B4-BE49-F238E27FC236}">
                <a16:creationId xmlns:a16="http://schemas.microsoft.com/office/drawing/2014/main" id="{E1B516AB-B076-403A-88B7-BAA04DF0FE43}"/>
              </a:ext>
            </a:extLst>
          </p:cNvPr>
          <p:cNvSpPr>
            <a:spLocks xmlns:a="http://schemas.openxmlformats.org/drawingml/2006/main" noGrp="1"/>
          </p:cNvSpPr>
          <p:nvPr/>
        </p:nvSpPr>
        <p:spPr>
          <a:xfrm xmlns:a="http://schemas.openxmlformats.org/drawingml/2006/main">
            <a:off x="3170464" y="3302127"/>
            <a:ext cx="952500" cy="952500"/>
          </a:xfrm>
          <a:prstGeom xmlns:a="http://schemas.openxmlformats.org/drawingml/2006/main" prst="ellipse">
            <a:avLst/>
          </a:prstGeom>
          <a:solidFill xmlns:a="http://schemas.openxmlformats.org/drawingml/2006/main">
            <a:srgbClr val="FF8C32"/>
          </a:solidFill>
          <a:ln xmlns:a="http://schemas.openxmlformats.org/drawingml/2006/main" w="0">
            <a:noFill/>
          </a:ln>
        </p:spPr>
      </p:sp>
      <p:sp>
        <p:nvSpPr>
          <p:cNvPr id="17" name="figure-example_a-3">
            <a:extLst xmlns:a="http://schemas.openxmlformats.org/drawingml/2006/main">
              <a:ext uri="{FF2B5EF4-FFF2-40B4-BE49-F238E27FC236}">
                <a16:creationId xmlns:a16="http://schemas.microsoft.com/office/drawing/2014/main" id="{1707A4EE-8E2F-4F88-91B7-871A25902E50}"/>
              </a:ext>
            </a:extLst>
          </p:cNvPr>
          <p:cNvSpPr>
            <a:spLocks xmlns:a="http://schemas.openxmlformats.org/drawingml/2006/main" noGrp="1"/>
          </p:cNvSpPr>
          <p:nvPr/>
        </p:nvSpPr>
        <p:spPr>
          <a:xfrm xmlns:a="http://schemas.openxmlformats.org/drawingml/2006/main">
            <a:off x="4803321" y="3302127"/>
            <a:ext cx="952500" cy="952500"/>
          </a:xfrm>
          <a:prstGeom xmlns:a="http://schemas.openxmlformats.org/drawingml/2006/main" prst="ellipse">
            <a:avLst/>
          </a:prstGeom>
          <a:noFill xmlns:a="http://schemas.openxmlformats.org/drawingml/2006/main"/>
          <a:ln xmlns:a="http://schemas.openxmlformats.org/drawingml/2006/main" w="119063">
            <a:solidFill>
              <a:srgbClr val="FFE45E"/>
            </a:solidFill>
          </a:ln>
        </p:spPr>
      </p:sp>
      <p:sp>
        <p:nvSpPr>
          <p:cNvPr id="18" name="figure-example_a-4">
            <a:extLst xmlns:a="http://schemas.openxmlformats.org/drawingml/2006/main">
              <a:ext uri="{FF2B5EF4-FFF2-40B4-BE49-F238E27FC236}">
                <a16:creationId xmlns:a16="http://schemas.microsoft.com/office/drawing/2014/main" id="{EEF1B342-2602-4EAA-AA8A-259F46AEB4F3}"/>
              </a:ext>
            </a:extLst>
          </p:cNvPr>
          <p:cNvSpPr>
            <a:spLocks xmlns:a="http://schemas.openxmlformats.org/drawingml/2006/main" noGrp="1"/>
          </p:cNvSpPr>
          <p:nvPr/>
        </p:nvSpPr>
        <p:spPr>
          <a:xfrm xmlns:a="http://schemas.openxmlformats.org/drawingml/2006/main">
            <a:off x="6436179" y="3302127"/>
            <a:ext cx="952500" cy="952500"/>
          </a:xfrm>
          <a:prstGeom xmlns:a="http://schemas.openxmlformats.org/drawingml/2006/main" prst="ellipse">
            <a:avLst/>
          </a:prstGeom>
          <a:solidFill xmlns:a="http://schemas.openxmlformats.org/drawingml/2006/main">
            <a:srgbClr val="FF8C32"/>
          </a:solidFill>
          <a:ln xmlns:a="http://schemas.openxmlformats.org/drawingml/2006/main" w="0">
            <a:noFill/>
          </a:ln>
        </p:spPr>
      </p:sp>
      <p:sp>
        <p:nvSpPr>
          <p:cNvPr id="19" name="figure-example_a-5">
            <a:extLst xmlns:a="http://schemas.openxmlformats.org/drawingml/2006/main">
              <a:ext uri="{FF2B5EF4-FFF2-40B4-BE49-F238E27FC236}">
                <a16:creationId xmlns:a16="http://schemas.microsoft.com/office/drawing/2014/main" id="{D62CEE25-2712-4B27-B485-7FE9A776B7A7}"/>
              </a:ext>
            </a:extLst>
          </p:cNvPr>
          <p:cNvSpPr>
            <a:spLocks xmlns:a="http://schemas.openxmlformats.org/drawingml/2006/main" noGrp="1"/>
          </p:cNvSpPr>
          <p:nvPr/>
        </p:nvSpPr>
        <p:spPr>
          <a:xfrm xmlns:a="http://schemas.openxmlformats.org/drawingml/2006/main">
            <a:off x="8069036" y="3302127"/>
            <a:ext cx="952500" cy="952500"/>
          </a:xfrm>
          <a:prstGeom xmlns:a="http://schemas.openxmlformats.org/drawingml/2006/main" prst="ellipse">
            <a:avLst/>
          </a:prstGeom>
          <a:noFill xmlns:a="http://schemas.openxmlformats.org/drawingml/2006/main"/>
          <a:ln xmlns:a="http://schemas.openxmlformats.org/drawingml/2006/main" w="119063">
            <a:solidFill>
              <a:srgbClr val="FFE45E"/>
            </a:solidFill>
          </a:ln>
        </p:spPr>
      </p:sp>
      <p:sp>
        <p:nvSpPr>
          <p:cNvPr id="20" name="figure-example_a-6">
            <a:extLst xmlns:a="http://schemas.openxmlformats.org/drawingml/2006/main">
              <a:ext uri="{FF2B5EF4-FFF2-40B4-BE49-F238E27FC236}">
                <a16:creationId xmlns:a16="http://schemas.microsoft.com/office/drawing/2014/main" id="{17643884-F845-46DD-A24D-EC6DBAC3327F}"/>
              </a:ext>
            </a:extLst>
          </p:cNvPr>
          <p:cNvSpPr>
            <a:spLocks xmlns:a="http://schemas.openxmlformats.org/drawingml/2006/main" noGrp="1"/>
          </p:cNvSpPr>
          <p:nvPr/>
        </p:nvSpPr>
        <p:spPr>
          <a:xfrm xmlns:a="http://schemas.openxmlformats.org/drawingml/2006/main">
            <a:off x="9701893" y="3302127"/>
            <a:ext cx="952500" cy="952500"/>
          </a:xfrm>
          <a:prstGeom xmlns:a="http://schemas.openxmlformats.org/drawingml/2006/main" prst="ellipse">
            <a:avLst/>
          </a:prstGeom>
          <a:solidFill xmlns:a="http://schemas.openxmlformats.org/drawingml/2006/main">
            <a:srgbClr val="FF8C32"/>
          </a:solidFill>
          <a:ln xmlns:a="http://schemas.openxmlformats.org/drawingml/2006/main" w="0">
            <a:noFill/>
          </a:ln>
        </p:spPr>
      </p:sp>
      <p:sp>
        <p:nvSpPr>
          <p:cNvPr id="21" name="figure-description-example_a">
            <a:extLst xmlns:a="http://schemas.openxmlformats.org/drawingml/2006/main">
              <a:ext uri="{FF2B5EF4-FFF2-40B4-BE49-F238E27FC236}">
                <a16:creationId xmlns:a16="http://schemas.microsoft.com/office/drawing/2014/main" id="{CCD8BBEE-33EA-45D3-B66F-15DAC049F458}"/>
              </a:ext>
            </a:extLst>
          </p:cNvPr>
          <p:cNvSpPr>
            <a:spLocks xmlns:a="http://schemas.openxmlformats.org/drawingml/2006/main" noGrp="1"/>
          </p:cNvSpPr>
          <p:nvPr/>
        </p:nvSpPr>
        <p:spPr>
          <a:xfrm xmlns:a="http://schemas.openxmlformats.org/drawingml/2006/main">
            <a:off x="381000" y="5842635"/>
            <a:ext cx="114300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A has a very dark blue ground. Its row is yellow ring, orange dot, yellow ring, orange dot, yellow ring, orange dot, with even dark gaps.</a:t>
            </a:r>
          </a:p>
        </p:txBody>
      </p:sp>
    </p:spTree>
    <p:extLst>
      <p:ext uri="{BB962C8B-B14F-4D97-AF65-F5344CB8AC3E}">
        <p14:creationId xmlns:p14="http://schemas.microsoft.com/office/powerpoint/2010/main" val="181927889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89CD2624-B0E3-4614-85C8-6F6CDC587829}"/>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56B51"/>
                </a:solidFill>
                <a:latin typeface="Arial"/>
                <a:ea typeface="Arial"/>
                <a:cs typeface="Arial"/>
              </a:defRPr>
            </a:defPPr>
          </a:lstStyle>
          <a:p xmlns:a="http://schemas.openxmlformats.org/drawingml/2006/main">
            <a:pPr algn="l">
              <a:lnSpc>
                <a:spcPct val="108000"/>
              </a:lnSpc>
              <a:buNone/>
              <a:defRPr sz="1050" b="1" lang="en-GB">
                <a:solidFill>
                  <a:srgbClr val="356B51"/>
                </a:solidFill>
                <a:latin typeface="Arial"/>
                <a:ea typeface="Arial"/>
                <a:cs typeface="Arial"/>
              </a:defRPr>
            </a:pPr>
            <a:r>
              <a:rPr sz="1050" b="1" lang="en-GB">
                <a:solidFill>
                  <a:srgbClr val="356B51"/>
                </a:solidFill>
                <a:latin typeface="Arial"/>
                <a:ea typeface="Arial"/>
                <a:cs typeface="Arial"/>
              </a:rPr>
              <a:t>Art · GROW · Autumn 2 · Week 1</a:t>
            </a:r>
          </a:p>
        </p:txBody>
      </p:sp>
      <p:sp>
        <p:nvSpPr>
          <p:cNvPr id="2" name="stage-time">
            <a:extLst xmlns:a="http://schemas.openxmlformats.org/drawingml/2006/main">
              <a:ext uri="{FF2B5EF4-FFF2-40B4-BE49-F238E27FC236}">
                <a16:creationId xmlns:a16="http://schemas.microsoft.com/office/drawing/2014/main" id="{5FDB4632-F623-44BB-8966-D3D78456C46C}"/>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56B51"/>
                </a:solidFill>
                <a:latin typeface="Arial"/>
                <a:ea typeface="Arial"/>
                <a:cs typeface="Arial"/>
              </a:defRPr>
            </a:defPPr>
          </a:lstStyle>
          <a:p xmlns:a="http://schemas.openxmlformats.org/drawingml/2006/main">
            <a:pPr algn="r">
              <a:lnSpc>
                <a:spcPct val="108000"/>
              </a:lnSpc>
              <a:buNone/>
              <a:defRPr sz="1425" b="1" lang="en-GB">
                <a:solidFill>
                  <a:srgbClr val="356B51"/>
                </a:solidFill>
                <a:latin typeface="Arial"/>
                <a:ea typeface="Arial"/>
                <a:cs typeface="Arial"/>
              </a:defRPr>
            </a:pPr>
            <a:r>
              <a:rPr sz="1425" b="1" lang="en-GB">
                <a:solidFill>
                  <a:srgbClr val="356B51"/>
                </a:solidFill>
                <a:latin typeface="Arial"/>
                <a:ea typeface="Arial"/>
                <a:cs typeface="Arial"/>
              </a:rPr>
              <a:t>Arrival · 5 min · 00 to 05</a:t>
            </a:r>
          </a:p>
        </p:txBody>
      </p:sp>
      <p:sp>
        <p:nvSpPr>
          <p:cNvPr id="3" name="slide-title">
            <a:extLst xmlns:a="http://schemas.openxmlformats.org/drawingml/2006/main">
              <a:ext uri="{FF2B5EF4-FFF2-40B4-BE49-F238E27FC236}">
                <a16:creationId xmlns:a16="http://schemas.microsoft.com/office/drawing/2014/main" id="{C24E521B-08F0-4C68-AD87-2253587388E9}"/>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56B51"/>
                </a:solidFill>
                <a:latin typeface="Arial"/>
                <a:ea typeface="Arial"/>
                <a:cs typeface="Arial"/>
              </a:defRPr>
            </a:defPPr>
          </a:lstStyle>
          <a:p xmlns:a="http://schemas.openxmlformats.org/drawingml/2006/main">
            <a:pPr algn="l">
              <a:lnSpc>
                <a:spcPct val="108000"/>
              </a:lnSpc>
              <a:buNone/>
              <a:defRPr sz="2700" b="1" lang="en-GB">
                <a:solidFill>
                  <a:srgbClr val="356B51"/>
                </a:solidFill>
                <a:latin typeface="Arial"/>
                <a:ea typeface="Arial"/>
                <a:cs typeface="Arial"/>
              </a:defRPr>
            </a:pPr>
            <a:r>
              <a:rPr sz="2700" b="1" lang="en-GB">
                <a:solidFill>
                  <a:srgbClr val="356B51"/>
                </a:solidFill>
                <a:latin typeface="Arial"/>
                <a:ea typeface="Arial"/>
                <a:cs typeface="Arial"/>
              </a:rPr>
              <a:t>Arrival · 2 of 2</a:t>
            </a:r>
          </a:p>
        </p:txBody>
      </p:sp>
      <p:pic>
        <p:nvPicPr>
          <p:cNvPr id="4" name="">
            <a:extLst xmlns:a="http://schemas.openxmlformats.org/drawingml/2006/main">
              <a:ext uri="{FF2B5EF4-FFF2-40B4-BE49-F238E27FC236}">
                <a16:creationId xmlns:a16="http://schemas.microsoft.com/office/drawing/2014/main" id="{A2E7BDE2-4EDC-43C1-9D16-A147AD896BEA}"/>
              </a:ext>
            </a:extLst>
          </p:cNvPr>
          <p:cNvPicPr>
            <a:picLocks xmlns:a="http://schemas.openxmlformats.org/drawingml/2006/main" noChangeAspect="1"/>
          </p:cNvPicPr>
          <p:nvPr/>
        </p:nvPicPr>
        <p:blipFill>
          <a:blip xmlns:r="http://schemas.openxmlformats.org/officeDocument/2006/relationships" xmlns:a="http://schemas.openxmlformats.org/drawingml/2006/main" r:embed="Rd4b658f524884cbf"/>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2EAB12C1-81E0-4599-A007-C41561BED6AC}"/>
              </a:ext>
            </a:extLst>
          </p:cNvPr>
          <p:cNvSpPr>
            <a:spLocks xmlns:a="http://schemas.openxmlformats.org/drawingml/2006/main" noGrp="1"/>
          </p:cNvSpPr>
          <p:nvPr/>
        </p:nvSpPr>
        <p:spPr>
          <a:xfrm xmlns:a="http://schemas.openxmlformats.org/drawingml/2006/main">
            <a:off x="381000" y="1143000"/>
            <a:ext cx="1409700" cy="85725"/>
          </a:xfrm>
          <a:prstGeom xmlns:a="http://schemas.openxmlformats.org/drawingml/2006/main" prst="rect">
            <a:avLst/>
          </a:prstGeom>
          <a:solidFill xmlns:a="http://schemas.openxmlformats.org/drawingml/2006/main">
            <a:srgbClr val="356B51"/>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8BC1DC12-7439-4911-9F76-C4596CC61983}"/>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7287FB7A-1409-4BAE-B87F-045732E154EC}"/>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E6752A58-5080-4B49-8B63-64F299DA12D6}"/>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770275F6-D2E3-41A2-BB29-EDBF6722F9D7}"/>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CEBA7DF0-5FD1-463A-94B5-03E3DF280BF2}"/>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0385C86A-4784-4C88-B9DB-77655EE9B2D4}"/>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ART-GROW-A2-W01-P2 · version ______</a:t>
            </a:r>
          </a:p>
        </p:txBody>
      </p:sp>
      <p:sp>
        <p:nvSpPr>
          <p:cNvPr id="12" name="licence-footer">
            <a:extLst xmlns:a="http://schemas.openxmlformats.org/drawingml/2006/main">
              <a:ext uri="{FF2B5EF4-FFF2-40B4-BE49-F238E27FC236}">
                <a16:creationId xmlns:a16="http://schemas.microsoft.com/office/drawing/2014/main" id="{5A6D1E7E-4D22-4C88-97C1-1D6C40A8D6C7}"/>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56F5198B-6CF2-4168-9AFB-1DBF0F0B2E75}"/>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Four numbered responses, 1 to 4, in words, symbols or marks.</a:t>
            </a:r>
          </a:p>
        </p:txBody>
      </p:sp>
      <p:sp>
        <p:nvSpPr>
          <p:cNvPr id="14" name="figure-example_b-0">
            <a:extLst xmlns:a="http://schemas.openxmlformats.org/drawingml/2006/main">
              <a:ext uri="{FF2B5EF4-FFF2-40B4-BE49-F238E27FC236}">
                <a16:creationId xmlns:a16="http://schemas.microsoft.com/office/drawing/2014/main" id="{0F578906-F526-4013-9522-16711E3FDD8D}"/>
              </a:ext>
            </a:extLst>
          </p:cNvPr>
          <p:cNvSpPr>
            <a:spLocks xmlns:a="http://schemas.openxmlformats.org/drawingml/2006/main" noGrp="1"/>
          </p:cNvSpPr>
          <p:nvPr/>
        </p:nvSpPr>
        <p:spPr>
          <a:xfrm xmlns:a="http://schemas.openxmlformats.org/drawingml/2006/main">
            <a:off x="459638" y="1904619"/>
            <a:ext cx="11272723" cy="3522726"/>
          </a:xfrm>
          <a:prstGeom xmlns:a="http://schemas.openxmlformats.org/drawingml/2006/main" prst="rect">
            <a:avLst/>
          </a:prstGeom>
          <a:solidFill xmlns:a="http://schemas.openxmlformats.org/drawingml/2006/main">
            <a:srgbClr val="FFE888"/>
          </a:solidFill>
          <a:ln xmlns:a="http://schemas.openxmlformats.org/drawingml/2006/main" w="0">
            <a:noFill/>
          </a:ln>
        </p:spPr>
      </p:sp>
      <p:sp>
        <p:nvSpPr>
          <p:cNvPr id="15" name="figure-example_b-1">
            <a:extLst xmlns:a="http://schemas.openxmlformats.org/drawingml/2006/main">
              <a:ext uri="{FF2B5EF4-FFF2-40B4-BE49-F238E27FC236}">
                <a16:creationId xmlns:a16="http://schemas.microsoft.com/office/drawing/2014/main" id="{8267D5E6-E653-4125-8796-B890FDDBA57A}"/>
              </a:ext>
            </a:extLst>
          </p:cNvPr>
          <p:cNvSpPr>
            <a:spLocks xmlns:a="http://schemas.openxmlformats.org/drawingml/2006/main" noGrp="1"/>
          </p:cNvSpPr>
          <p:nvPr/>
        </p:nvSpPr>
        <p:spPr>
          <a:xfrm xmlns:a="http://schemas.openxmlformats.org/drawingml/2006/main">
            <a:off x="1600331" y="3196285"/>
            <a:ext cx="939394" cy="939394"/>
          </a:xfrm>
          <a:prstGeom xmlns:a="http://schemas.openxmlformats.org/drawingml/2006/main" prst="ellipse">
            <a:avLst/>
          </a:prstGeom>
          <a:noFill xmlns:a="http://schemas.openxmlformats.org/drawingml/2006/main"/>
          <a:ln xmlns:a="http://schemas.openxmlformats.org/drawingml/2006/main" w="117424">
            <a:solidFill>
              <a:srgbClr val="FFE45E"/>
            </a:solidFill>
          </a:ln>
        </p:spPr>
      </p:sp>
      <p:sp>
        <p:nvSpPr>
          <p:cNvPr id="16" name="figure-example_b-2">
            <a:extLst xmlns:a="http://schemas.openxmlformats.org/drawingml/2006/main">
              <a:ext uri="{FF2B5EF4-FFF2-40B4-BE49-F238E27FC236}">
                <a16:creationId xmlns:a16="http://schemas.microsoft.com/office/drawing/2014/main" id="{5EFB5D8B-05C4-4CDE-BF55-E0825C50334F}"/>
              </a:ext>
            </a:extLst>
          </p:cNvPr>
          <p:cNvSpPr>
            <a:spLocks xmlns:a="http://schemas.openxmlformats.org/drawingml/2006/main" noGrp="1"/>
          </p:cNvSpPr>
          <p:nvPr/>
        </p:nvSpPr>
        <p:spPr>
          <a:xfrm xmlns:a="http://schemas.openxmlformats.org/drawingml/2006/main">
            <a:off x="3210720" y="3196285"/>
            <a:ext cx="939394" cy="939394"/>
          </a:xfrm>
          <a:prstGeom xmlns:a="http://schemas.openxmlformats.org/drawingml/2006/main" prst="ellipse">
            <a:avLst/>
          </a:prstGeom>
          <a:solidFill xmlns:a="http://schemas.openxmlformats.org/drawingml/2006/main">
            <a:srgbClr val="FF8C32"/>
          </a:solidFill>
          <a:ln xmlns:a="http://schemas.openxmlformats.org/drawingml/2006/main" w="0">
            <a:noFill/>
          </a:ln>
        </p:spPr>
      </p:sp>
      <p:sp>
        <p:nvSpPr>
          <p:cNvPr id="17" name="figure-example_b-3">
            <a:extLst xmlns:a="http://schemas.openxmlformats.org/drawingml/2006/main">
              <a:ext uri="{FF2B5EF4-FFF2-40B4-BE49-F238E27FC236}">
                <a16:creationId xmlns:a16="http://schemas.microsoft.com/office/drawing/2014/main" id="{1E21967D-7C69-40E2-AFD3-559BE2501722}"/>
              </a:ext>
            </a:extLst>
          </p:cNvPr>
          <p:cNvSpPr>
            <a:spLocks xmlns:a="http://schemas.openxmlformats.org/drawingml/2006/main" noGrp="1"/>
          </p:cNvSpPr>
          <p:nvPr/>
        </p:nvSpPr>
        <p:spPr>
          <a:xfrm xmlns:a="http://schemas.openxmlformats.org/drawingml/2006/main">
            <a:off x="4821109" y="3196285"/>
            <a:ext cx="939394" cy="939394"/>
          </a:xfrm>
          <a:prstGeom xmlns:a="http://schemas.openxmlformats.org/drawingml/2006/main" prst="ellipse">
            <a:avLst/>
          </a:prstGeom>
          <a:noFill xmlns:a="http://schemas.openxmlformats.org/drawingml/2006/main"/>
          <a:ln xmlns:a="http://schemas.openxmlformats.org/drawingml/2006/main" w="117424">
            <a:solidFill>
              <a:srgbClr val="FFE45E"/>
            </a:solidFill>
          </a:ln>
        </p:spPr>
      </p:sp>
      <p:sp>
        <p:nvSpPr>
          <p:cNvPr id="18" name="figure-example_b-4">
            <a:extLst xmlns:a="http://schemas.openxmlformats.org/drawingml/2006/main">
              <a:ext uri="{FF2B5EF4-FFF2-40B4-BE49-F238E27FC236}">
                <a16:creationId xmlns:a16="http://schemas.microsoft.com/office/drawing/2014/main" id="{0F8DB006-107C-429E-9867-F5916720E6F2}"/>
              </a:ext>
            </a:extLst>
          </p:cNvPr>
          <p:cNvSpPr>
            <a:spLocks xmlns:a="http://schemas.openxmlformats.org/drawingml/2006/main" noGrp="1"/>
          </p:cNvSpPr>
          <p:nvPr/>
        </p:nvSpPr>
        <p:spPr>
          <a:xfrm xmlns:a="http://schemas.openxmlformats.org/drawingml/2006/main">
            <a:off x="6431498" y="3196285"/>
            <a:ext cx="939394" cy="939394"/>
          </a:xfrm>
          <a:prstGeom xmlns:a="http://schemas.openxmlformats.org/drawingml/2006/main" prst="ellipse">
            <a:avLst/>
          </a:prstGeom>
          <a:solidFill xmlns:a="http://schemas.openxmlformats.org/drawingml/2006/main">
            <a:srgbClr val="FF8C32"/>
          </a:solidFill>
          <a:ln xmlns:a="http://schemas.openxmlformats.org/drawingml/2006/main" w="0">
            <a:noFill/>
          </a:ln>
        </p:spPr>
      </p:sp>
      <p:sp>
        <p:nvSpPr>
          <p:cNvPr id="19" name="figure-example_b-5">
            <a:extLst xmlns:a="http://schemas.openxmlformats.org/drawingml/2006/main">
              <a:ext uri="{FF2B5EF4-FFF2-40B4-BE49-F238E27FC236}">
                <a16:creationId xmlns:a16="http://schemas.microsoft.com/office/drawing/2014/main" id="{96B60273-B9FC-4541-B892-FE45B8AE69BB}"/>
              </a:ext>
            </a:extLst>
          </p:cNvPr>
          <p:cNvSpPr>
            <a:spLocks xmlns:a="http://schemas.openxmlformats.org/drawingml/2006/main" noGrp="1"/>
          </p:cNvSpPr>
          <p:nvPr/>
        </p:nvSpPr>
        <p:spPr>
          <a:xfrm xmlns:a="http://schemas.openxmlformats.org/drawingml/2006/main">
            <a:off x="8041887" y="3196285"/>
            <a:ext cx="939394" cy="939394"/>
          </a:xfrm>
          <a:prstGeom xmlns:a="http://schemas.openxmlformats.org/drawingml/2006/main" prst="ellipse">
            <a:avLst/>
          </a:prstGeom>
          <a:noFill xmlns:a="http://schemas.openxmlformats.org/drawingml/2006/main"/>
          <a:ln xmlns:a="http://schemas.openxmlformats.org/drawingml/2006/main" w="117424">
            <a:solidFill>
              <a:srgbClr val="FFE45E"/>
            </a:solidFill>
          </a:ln>
        </p:spPr>
      </p:sp>
      <p:sp>
        <p:nvSpPr>
          <p:cNvPr id="20" name="figure-example_b-6">
            <a:extLst xmlns:a="http://schemas.openxmlformats.org/drawingml/2006/main">
              <a:ext uri="{FF2B5EF4-FFF2-40B4-BE49-F238E27FC236}">
                <a16:creationId xmlns:a16="http://schemas.microsoft.com/office/drawing/2014/main" id="{4A03E792-315E-4B3A-BFC3-303B3A7E2694}"/>
              </a:ext>
            </a:extLst>
          </p:cNvPr>
          <p:cNvSpPr>
            <a:spLocks xmlns:a="http://schemas.openxmlformats.org/drawingml/2006/main" noGrp="1"/>
          </p:cNvSpPr>
          <p:nvPr/>
        </p:nvSpPr>
        <p:spPr>
          <a:xfrm xmlns:a="http://schemas.openxmlformats.org/drawingml/2006/main">
            <a:off x="9652276" y="3196285"/>
            <a:ext cx="939394" cy="939394"/>
          </a:xfrm>
          <a:prstGeom xmlns:a="http://schemas.openxmlformats.org/drawingml/2006/main" prst="ellipse">
            <a:avLst/>
          </a:prstGeom>
          <a:solidFill xmlns:a="http://schemas.openxmlformats.org/drawingml/2006/main">
            <a:srgbClr val="FF8C32"/>
          </a:solidFill>
          <a:ln xmlns:a="http://schemas.openxmlformats.org/drawingml/2006/main" w="0">
            <a:noFill/>
          </a:ln>
        </p:spPr>
      </p:sp>
      <p:sp>
        <p:nvSpPr>
          <p:cNvPr id="21" name="figure-description-example_b">
            <a:extLst xmlns:a="http://schemas.openxmlformats.org/drawingml/2006/main">
              <a:ext uri="{FF2B5EF4-FFF2-40B4-BE49-F238E27FC236}">
                <a16:creationId xmlns:a16="http://schemas.microsoft.com/office/drawing/2014/main" id="{6C9C0460-7236-43A3-9611-9E73AC02F40A}"/>
              </a:ext>
            </a:extLst>
          </p:cNvPr>
          <p:cNvSpPr>
            <a:spLocks xmlns:a="http://schemas.openxmlformats.org/drawingml/2006/main" noGrp="1"/>
          </p:cNvSpPr>
          <p:nvPr/>
        </p:nvSpPr>
        <p:spPr>
          <a:xfrm xmlns:a="http://schemas.openxmlformats.org/drawingml/2006/main">
            <a:off x="381000" y="5617845"/>
            <a:ext cx="11430000" cy="5162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B has the same yellow-ring and orange-dot row as A, with the same size, order and gaps, on a pale yellow ground. Its yellow rings are less clear.</a:t>
            </a:r>
          </a:p>
        </p:txBody>
      </p:sp>
    </p:spTree>
    <p:extLst>
      <p:ext uri="{BB962C8B-B14F-4D97-AF65-F5344CB8AC3E}">
        <p14:creationId xmlns:p14="http://schemas.microsoft.com/office/powerpoint/2010/main" val="95892971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lesson-header">
            <a:extLst xmlns:a="http://schemas.openxmlformats.org/drawingml/2006/main">
              <a:ext uri="{FF2B5EF4-FFF2-40B4-BE49-F238E27FC236}">
                <a16:creationId xmlns:a16="http://schemas.microsoft.com/office/drawing/2014/main" id="{0D3B1B72-7292-4109-A69E-1FFCBE795AF7}"/>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56B51"/>
                </a:solidFill>
                <a:latin typeface="Arial"/>
                <a:ea typeface="Arial"/>
                <a:cs typeface="Arial"/>
              </a:defRPr>
            </a:defPPr>
          </a:lstStyle>
          <a:p xmlns:a="http://schemas.openxmlformats.org/drawingml/2006/main">
            <a:pPr algn="l">
              <a:lnSpc>
                <a:spcPct val="108000"/>
              </a:lnSpc>
              <a:buNone/>
              <a:defRPr sz="1050" b="1" lang="en-GB">
                <a:solidFill>
                  <a:srgbClr val="356B51"/>
                </a:solidFill>
                <a:latin typeface="Arial"/>
                <a:ea typeface="Arial"/>
                <a:cs typeface="Arial"/>
              </a:defRPr>
            </a:pPr>
            <a:r>
              <a:rPr sz="1050" b="1" lang="en-GB">
                <a:solidFill>
                  <a:srgbClr val="356B51"/>
                </a:solidFill>
                <a:latin typeface="Arial"/>
                <a:ea typeface="Arial"/>
                <a:cs typeface="Arial"/>
              </a:rPr>
              <a:t>Art · GROW · Autumn 2 · Week 1</a:t>
            </a:r>
          </a:p>
        </p:txBody>
      </p:sp>
      <p:sp>
        <p:nvSpPr>
          <p:cNvPr id="2" name="stage-time">
            <a:extLst xmlns:a="http://schemas.openxmlformats.org/drawingml/2006/main">
              <a:ext uri="{FF2B5EF4-FFF2-40B4-BE49-F238E27FC236}">
                <a16:creationId xmlns:a16="http://schemas.microsoft.com/office/drawing/2014/main" id="{5BBAD21E-0720-4F66-9FDE-6C5DDF111716}"/>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56B51"/>
                </a:solidFill>
                <a:latin typeface="Arial"/>
                <a:ea typeface="Arial"/>
                <a:cs typeface="Arial"/>
              </a:defRPr>
            </a:defPPr>
          </a:lstStyle>
          <a:p xmlns:a="http://schemas.openxmlformats.org/drawingml/2006/main">
            <a:pPr algn="r">
              <a:lnSpc>
                <a:spcPct val="108000"/>
              </a:lnSpc>
              <a:buNone/>
              <a:defRPr sz="1425" b="1" lang="en-GB">
                <a:solidFill>
                  <a:srgbClr val="356B51"/>
                </a:solidFill>
                <a:latin typeface="Arial"/>
                <a:ea typeface="Arial"/>
                <a:cs typeface="Arial"/>
              </a:defRPr>
            </a:pPr>
            <a:r>
              <a:rPr sz="1425" b="1" lang="en-GB">
                <a:solidFill>
                  <a:srgbClr val="356B51"/>
                </a:solidFill>
                <a:latin typeface="Arial"/>
                <a:ea typeface="Arial"/>
                <a:cs typeface="Arial"/>
              </a:rPr>
              <a:t>Arrival · 5 min · 00 to 05</a:t>
            </a:r>
          </a:p>
        </p:txBody>
      </p:sp>
      <p:sp>
        <p:nvSpPr>
          <p:cNvPr id="3" name="slide-title">
            <a:extLst xmlns:a="http://schemas.openxmlformats.org/drawingml/2006/main">
              <a:ext uri="{FF2B5EF4-FFF2-40B4-BE49-F238E27FC236}">
                <a16:creationId xmlns:a16="http://schemas.microsoft.com/office/drawing/2014/main" id="{56964C10-9C40-44CA-B121-D70AB5AE94EA}"/>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56B51"/>
                </a:solidFill>
                <a:latin typeface="Arial"/>
                <a:ea typeface="Arial"/>
                <a:cs typeface="Arial"/>
              </a:defRPr>
            </a:defPPr>
          </a:lstStyle>
          <a:p xmlns:a="http://schemas.openxmlformats.org/drawingml/2006/main">
            <a:pPr algn="l">
              <a:lnSpc>
                <a:spcPct val="108000"/>
              </a:lnSpc>
              <a:buNone/>
              <a:defRPr sz="2700" b="1" lang="en-GB">
                <a:solidFill>
                  <a:srgbClr val="356B51"/>
                </a:solidFill>
                <a:latin typeface="Arial"/>
                <a:ea typeface="Arial"/>
                <a:cs typeface="Arial"/>
              </a:defRPr>
            </a:pPr>
            <a:r>
              <a:rPr sz="2700" b="1" lang="en-GB">
                <a:solidFill>
                  <a:srgbClr val="356B51"/>
                </a:solidFill>
                <a:latin typeface="Arial"/>
                <a:ea typeface="Arial"/>
                <a:cs typeface="Arial"/>
              </a:rPr>
              <a:t>Arrival</a:t>
            </a:r>
          </a:p>
        </p:txBody>
      </p:sp>
      <p:sp>
        <p:nvSpPr>
          <p:cNvPr id="4" name="tier-route-label">
            <a:extLst xmlns:a="http://schemas.openxmlformats.org/drawingml/2006/main">
              <a:ext uri="{FF2B5EF4-FFF2-40B4-BE49-F238E27FC236}">
                <a16:creationId xmlns:a16="http://schemas.microsoft.com/office/drawing/2014/main" id="{E4A08EDA-288A-43D4-813F-33755E69D8F6}"/>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356B51"/>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Supported</a:t>
            </a:r>
          </a:p>
        </p:txBody>
      </p:sp>
      <p:pic>
        <p:nvPicPr>
          <p:cNvPr id="5" name="">
            <a:extLst xmlns:a="http://schemas.openxmlformats.org/drawingml/2006/main">
              <a:ext uri="{FF2B5EF4-FFF2-40B4-BE49-F238E27FC236}">
                <a16:creationId xmlns:a16="http://schemas.microsoft.com/office/drawing/2014/main" id="{53A4589B-E35C-4D05-AE21-8B763F731453}"/>
              </a:ext>
            </a:extLst>
          </p:cNvPr>
          <p:cNvPicPr>
            <a:picLocks xmlns:a="http://schemas.openxmlformats.org/drawingml/2006/main" noChangeAspect="1"/>
          </p:cNvPicPr>
          <p:nvPr/>
        </p:nvPicPr>
        <p:blipFill>
          <a:blip xmlns:r="http://schemas.openxmlformats.org/officeDocument/2006/relationships" xmlns:a="http://schemas.openxmlformats.org/drawingml/2006/main" r:embed="Ree5b2d3e1464498b"/>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F5A95A48-4DC7-44A4-A617-E39CE4208221}"/>
              </a:ext>
            </a:extLst>
          </p:cNvPr>
          <p:cNvSpPr>
            <a:spLocks xmlns:a="http://schemas.openxmlformats.org/drawingml/2006/main" noGrp="1"/>
          </p:cNvSpPr>
          <p:nvPr/>
        </p:nvSpPr>
        <p:spPr>
          <a:xfrm xmlns:a="http://schemas.openxmlformats.org/drawingml/2006/main">
            <a:off x="381000" y="1143000"/>
            <a:ext cx="1409700" cy="85725"/>
          </a:xfrm>
          <a:prstGeom xmlns:a="http://schemas.openxmlformats.org/drawingml/2006/main" prst="rect">
            <a:avLst/>
          </a:prstGeom>
          <a:solidFill xmlns:a="http://schemas.openxmlformats.org/drawingml/2006/main">
            <a:srgbClr val="356B51"/>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EB224ACC-88E8-4346-AA07-838EDC055A78}"/>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A66D8231-ABD6-43CB-8938-709BA9A80245}"/>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FD5B1F56-E26B-4610-A2A1-B45DE842D380}"/>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DF276175-33E2-4174-B6E7-B2D09DD5A8FB}"/>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D1CB378B-2789-4B7A-8B10-01C85A54DC96}"/>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D29E5109-7C8D-4F00-8EF2-6D05881B43AC}"/>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ART-GROW-A2-W01-P2 · version ______</a:t>
            </a:r>
          </a:p>
        </p:txBody>
      </p:sp>
      <p:sp>
        <p:nvSpPr>
          <p:cNvPr id="13" name="licence-footer">
            <a:extLst xmlns:a="http://schemas.openxmlformats.org/drawingml/2006/main">
              <a:ext uri="{FF2B5EF4-FFF2-40B4-BE49-F238E27FC236}">
                <a16:creationId xmlns:a16="http://schemas.microsoft.com/office/drawing/2014/main" id="{F7E00E8C-97C2-4FCE-AB56-AF7BCEB0344E}"/>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28681F09-FBB1-4C58-A61C-C91256459204}"/>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Four numbered responses, 1 to 4, in words, symbols or marks.</a:t>
            </a:r>
          </a:p>
        </p:txBody>
      </p:sp>
      <p:sp>
        <p:nvSpPr>
          <p:cNvPr id="15" name="item-1-title">
            <a:extLst xmlns:a="http://schemas.openxmlformats.org/drawingml/2006/main">
              <a:ext uri="{FF2B5EF4-FFF2-40B4-BE49-F238E27FC236}">
                <a16:creationId xmlns:a16="http://schemas.microsoft.com/office/drawing/2014/main" id="{C14011B3-0A9D-42C9-B96B-EADD2518CC2D}"/>
              </a:ext>
            </a:extLst>
          </p:cNvPr>
          <p:cNvSpPr>
            <a:spLocks xmlns:a="http://schemas.openxmlformats.org/drawingml/2006/main" noGrp="1"/>
          </p:cNvSpPr>
          <p:nvPr/>
        </p:nvSpPr>
        <p:spPr>
          <a:xfrm xmlns:a="http://schemas.openxmlformats.org/drawingml/2006/main">
            <a:off x="381000" y="1904619"/>
            <a:ext cx="558165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56B51"/>
                </a:solidFill>
                <a:latin typeface="Arial"/>
                <a:ea typeface="Arial"/>
                <a:cs typeface="Arial"/>
              </a:defRPr>
            </a:defPPr>
          </a:lstStyle>
          <a:p xmlns:a="http://schemas.openxmlformats.org/drawingml/2006/main">
            <a:pPr algn="l">
              <a:lnSpc>
                <a:spcPct val="108000"/>
              </a:lnSpc>
              <a:buNone/>
              <a:defRPr sz="1800" b="1" lang="en-GB">
                <a:solidFill>
                  <a:srgbClr val="356B51"/>
                </a:solidFill>
                <a:latin typeface="Arial"/>
                <a:ea typeface="Arial"/>
                <a:cs typeface="Arial"/>
              </a:defRPr>
            </a:pPr>
            <a:r>
              <a:rPr sz="1800" b="1" lang="en-GB">
                <a:solidFill>
                  <a:srgbClr val="356B51"/>
                </a:solidFill>
                <a:latin typeface="Arial"/>
                <a:ea typeface="Arial"/>
                <a:cs typeface="Arial"/>
              </a:rPr>
              <a:t>1. Ground</a:t>
            </a:r>
          </a:p>
        </p:txBody>
      </p:sp>
      <p:sp>
        <p:nvSpPr>
          <p:cNvPr id="16" name="item-1-question">
            <a:extLst xmlns:a="http://schemas.openxmlformats.org/drawingml/2006/main">
              <a:ext uri="{FF2B5EF4-FFF2-40B4-BE49-F238E27FC236}">
                <a16:creationId xmlns:a16="http://schemas.microsoft.com/office/drawing/2014/main" id="{9C4BD597-A6CE-442E-B34B-98EB861C3150}"/>
              </a:ext>
            </a:extLst>
          </p:cNvPr>
          <p:cNvSpPr>
            <a:spLocks xmlns:a="http://schemas.openxmlformats.org/drawingml/2006/main" noGrp="1"/>
          </p:cNvSpPr>
          <p:nvPr/>
        </p:nvSpPr>
        <p:spPr>
          <a:xfrm xmlns:a="http://schemas.openxmlformats.org/drawingml/2006/main">
            <a:off x="381000" y="2317242"/>
            <a:ext cx="5581650" cy="358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Is A's ground dark or pale?</a:t>
            </a:r>
          </a:p>
        </p:txBody>
      </p:sp>
      <p:sp>
        <p:nvSpPr>
          <p:cNvPr id="17" name="item-1-clue">
            <a:extLst xmlns:a="http://schemas.openxmlformats.org/drawingml/2006/main">
              <a:ext uri="{FF2B5EF4-FFF2-40B4-BE49-F238E27FC236}">
                <a16:creationId xmlns:a16="http://schemas.microsoft.com/office/drawing/2014/main" id="{D0D0D4D3-E0D8-4F02-881D-E4A99A0716AB}"/>
              </a:ext>
            </a:extLst>
          </p:cNvPr>
          <p:cNvSpPr>
            <a:spLocks xmlns:a="http://schemas.openxmlformats.org/drawingml/2006/main" noGrp="1"/>
          </p:cNvSpPr>
          <p:nvPr/>
        </p:nvSpPr>
        <p:spPr>
          <a:xfrm xmlns:a="http://schemas.openxmlformats.org/drawingml/2006/main">
            <a:off x="381000" y="2790444"/>
            <a:ext cx="558165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56B51"/>
                </a:solidFill>
                <a:latin typeface="Arial"/>
                <a:ea typeface="Arial"/>
                <a:cs typeface="Arial"/>
              </a:defRPr>
            </a:defPPr>
          </a:lstStyle>
          <a:p xmlns:a="http://schemas.openxmlformats.org/drawingml/2006/main">
            <a:pPr algn="l">
              <a:lnSpc>
                <a:spcPct val="108000"/>
              </a:lnSpc>
              <a:buNone/>
              <a:defRPr sz="1500" b="0" lang="en-GB">
                <a:solidFill>
                  <a:srgbClr val="356B51"/>
                </a:solidFill>
                <a:latin typeface="Arial"/>
                <a:ea typeface="Arial"/>
                <a:cs typeface="Arial"/>
              </a:defRPr>
            </a:pPr>
            <a:r>
              <a:rPr sz="1500" b="0" lang="en-GB">
                <a:solidFill>
                  <a:srgbClr val="356B51"/>
                </a:solidFill>
                <a:latin typeface="Arial"/>
                <a:ea typeface="Arial"/>
                <a:cs typeface="Arial"/>
              </a:rPr>
              <a:t>Clue: Look at the space around the marks.</a:t>
            </a:r>
          </a:p>
        </p:txBody>
      </p:sp>
      <p:sp>
        <p:nvSpPr>
          <p:cNvPr id="18" name="item-2-title">
            <a:extLst xmlns:a="http://schemas.openxmlformats.org/drawingml/2006/main">
              <a:ext uri="{FF2B5EF4-FFF2-40B4-BE49-F238E27FC236}">
                <a16:creationId xmlns:a16="http://schemas.microsoft.com/office/drawing/2014/main" id="{213481EA-E179-4A69-87E3-043D13C64EC3}"/>
              </a:ext>
            </a:extLst>
          </p:cNvPr>
          <p:cNvSpPr>
            <a:spLocks xmlns:a="http://schemas.openxmlformats.org/drawingml/2006/main" noGrp="1"/>
          </p:cNvSpPr>
          <p:nvPr/>
        </p:nvSpPr>
        <p:spPr>
          <a:xfrm xmlns:a="http://schemas.openxmlformats.org/drawingml/2006/main">
            <a:off x="6229350" y="1904619"/>
            <a:ext cx="558165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56B51"/>
                </a:solidFill>
                <a:latin typeface="Arial"/>
                <a:ea typeface="Arial"/>
                <a:cs typeface="Arial"/>
              </a:defRPr>
            </a:defPPr>
          </a:lstStyle>
          <a:p xmlns:a="http://schemas.openxmlformats.org/drawingml/2006/main">
            <a:pPr algn="l">
              <a:lnSpc>
                <a:spcPct val="108000"/>
              </a:lnSpc>
              <a:buNone/>
              <a:defRPr sz="1800" b="1" lang="en-GB">
                <a:solidFill>
                  <a:srgbClr val="356B51"/>
                </a:solidFill>
                <a:latin typeface="Arial"/>
                <a:ea typeface="Arial"/>
                <a:cs typeface="Arial"/>
              </a:defRPr>
            </a:pPr>
            <a:r>
              <a:rPr sz="1800" b="1" lang="en-GB">
                <a:solidFill>
                  <a:srgbClr val="356B51"/>
                </a:solidFill>
                <a:latin typeface="Arial"/>
                <a:ea typeface="Arial"/>
                <a:cs typeface="Arial"/>
              </a:rPr>
              <a:t>2. Mark</a:t>
            </a:r>
          </a:p>
        </p:txBody>
      </p:sp>
      <p:sp>
        <p:nvSpPr>
          <p:cNvPr id="19" name="item-2-question">
            <a:extLst xmlns:a="http://schemas.openxmlformats.org/drawingml/2006/main">
              <a:ext uri="{FF2B5EF4-FFF2-40B4-BE49-F238E27FC236}">
                <a16:creationId xmlns:a16="http://schemas.microsoft.com/office/drawing/2014/main" id="{2B0EC9FA-4FFB-4299-A0C9-7BC0E4BB72FA}"/>
              </a:ext>
            </a:extLst>
          </p:cNvPr>
          <p:cNvSpPr>
            <a:spLocks xmlns:a="http://schemas.openxmlformats.org/drawingml/2006/main" noGrp="1"/>
          </p:cNvSpPr>
          <p:nvPr/>
        </p:nvSpPr>
        <p:spPr>
          <a:xfrm xmlns:a="http://schemas.openxmlformats.org/drawingml/2006/main">
            <a:off x="6229350" y="2317242"/>
            <a:ext cx="5581650" cy="358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Is A's first mark a ring or a dot?</a:t>
            </a:r>
          </a:p>
        </p:txBody>
      </p:sp>
      <p:sp>
        <p:nvSpPr>
          <p:cNvPr id="20" name="item-2-clue">
            <a:extLst xmlns:a="http://schemas.openxmlformats.org/drawingml/2006/main">
              <a:ext uri="{FF2B5EF4-FFF2-40B4-BE49-F238E27FC236}">
                <a16:creationId xmlns:a16="http://schemas.microsoft.com/office/drawing/2014/main" id="{A2F251A9-2A6B-4119-8DA2-D643F73D95BE}"/>
              </a:ext>
            </a:extLst>
          </p:cNvPr>
          <p:cNvSpPr>
            <a:spLocks xmlns:a="http://schemas.openxmlformats.org/drawingml/2006/main" noGrp="1"/>
          </p:cNvSpPr>
          <p:nvPr/>
        </p:nvSpPr>
        <p:spPr>
          <a:xfrm xmlns:a="http://schemas.openxmlformats.org/drawingml/2006/main">
            <a:off x="6229350" y="2790444"/>
            <a:ext cx="558165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56B51"/>
                </a:solidFill>
                <a:latin typeface="Arial"/>
                <a:ea typeface="Arial"/>
                <a:cs typeface="Arial"/>
              </a:defRPr>
            </a:defPPr>
          </a:lstStyle>
          <a:p xmlns:a="http://schemas.openxmlformats.org/drawingml/2006/main">
            <a:pPr algn="l">
              <a:lnSpc>
                <a:spcPct val="108000"/>
              </a:lnSpc>
              <a:buNone/>
              <a:defRPr sz="1500" b="0" lang="en-GB">
                <a:solidFill>
                  <a:srgbClr val="356B51"/>
                </a:solidFill>
                <a:latin typeface="Arial"/>
                <a:ea typeface="Arial"/>
                <a:cs typeface="Arial"/>
              </a:defRPr>
            </a:pPr>
            <a:r>
              <a:rPr sz="1500" b="0" lang="en-GB">
                <a:solidFill>
                  <a:srgbClr val="356B51"/>
                </a:solidFill>
                <a:latin typeface="Arial"/>
                <a:ea typeface="Arial"/>
                <a:cs typeface="Arial"/>
              </a:rPr>
              <a:t>Clue: Look at the left end of its row.</a:t>
            </a:r>
          </a:p>
        </p:txBody>
      </p:sp>
      <p:sp>
        <p:nvSpPr>
          <p:cNvPr id="21" name="item-3-title">
            <a:extLst xmlns:a="http://schemas.openxmlformats.org/drawingml/2006/main">
              <a:ext uri="{FF2B5EF4-FFF2-40B4-BE49-F238E27FC236}">
                <a16:creationId xmlns:a16="http://schemas.microsoft.com/office/drawing/2014/main" id="{F907C59D-DFC7-421E-831C-917AC9BE9C2E}"/>
              </a:ext>
            </a:extLst>
          </p:cNvPr>
          <p:cNvSpPr>
            <a:spLocks xmlns:a="http://schemas.openxmlformats.org/drawingml/2006/main" noGrp="1"/>
          </p:cNvSpPr>
          <p:nvPr/>
        </p:nvSpPr>
        <p:spPr>
          <a:xfrm xmlns:a="http://schemas.openxmlformats.org/drawingml/2006/main">
            <a:off x="381000" y="4133660"/>
            <a:ext cx="558165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56B51"/>
                </a:solidFill>
                <a:latin typeface="Arial"/>
                <a:ea typeface="Arial"/>
                <a:cs typeface="Arial"/>
              </a:defRPr>
            </a:defPPr>
          </a:lstStyle>
          <a:p xmlns:a="http://schemas.openxmlformats.org/drawingml/2006/main">
            <a:pPr algn="l">
              <a:lnSpc>
                <a:spcPct val="108000"/>
              </a:lnSpc>
              <a:buNone/>
              <a:defRPr sz="1800" b="1" lang="en-GB">
                <a:solidFill>
                  <a:srgbClr val="356B51"/>
                </a:solidFill>
                <a:latin typeface="Arial"/>
                <a:ea typeface="Arial"/>
                <a:cs typeface="Arial"/>
              </a:defRPr>
            </a:pPr>
            <a:r>
              <a:rPr sz="1800" b="1" lang="en-GB">
                <a:solidFill>
                  <a:srgbClr val="356B51"/>
                </a:solidFill>
                <a:latin typeface="Arial"/>
                <a:ea typeface="Arial"/>
                <a:cs typeface="Arial"/>
              </a:rPr>
              <a:t>3. Contrast</a:t>
            </a:r>
          </a:p>
        </p:txBody>
      </p:sp>
      <p:sp>
        <p:nvSpPr>
          <p:cNvPr id="22" name="item-3-question">
            <a:extLst xmlns:a="http://schemas.openxmlformats.org/drawingml/2006/main">
              <a:ext uri="{FF2B5EF4-FFF2-40B4-BE49-F238E27FC236}">
                <a16:creationId xmlns:a16="http://schemas.microsoft.com/office/drawing/2014/main" id="{41D82FE6-96FD-4768-AC22-A39CE45BB137}"/>
              </a:ext>
            </a:extLst>
          </p:cNvPr>
          <p:cNvSpPr>
            <a:spLocks xmlns:a="http://schemas.openxmlformats.org/drawingml/2006/main" noGrp="1"/>
          </p:cNvSpPr>
          <p:nvPr/>
        </p:nvSpPr>
        <p:spPr>
          <a:xfrm xmlns:a="http://schemas.openxmlformats.org/drawingml/2006/main">
            <a:off x="381000" y="4546283"/>
            <a:ext cx="5581650" cy="358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Where is a yellow ring clearer: A or B?</a:t>
            </a:r>
          </a:p>
        </p:txBody>
      </p:sp>
      <p:sp>
        <p:nvSpPr>
          <p:cNvPr id="23" name="item-3-clue">
            <a:extLst xmlns:a="http://schemas.openxmlformats.org/drawingml/2006/main">
              <a:ext uri="{FF2B5EF4-FFF2-40B4-BE49-F238E27FC236}">
                <a16:creationId xmlns:a16="http://schemas.microsoft.com/office/drawing/2014/main" id="{F1013963-50A6-4023-92C5-D0B4EDC1B616}"/>
              </a:ext>
            </a:extLst>
          </p:cNvPr>
          <p:cNvSpPr>
            <a:spLocks xmlns:a="http://schemas.openxmlformats.org/drawingml/2006/main" noGrp="1"/>
          </p:cNvSpPr>
          <p:nvPr/>
        </p:nvSpPr>
        <p:spPr>
          <a:xfrm xmlns:a="http://schemas.openxmlformats.org/drawingml/2006/main">
            <a:off x="381000" y="5019485"/>
            <a:ext cx="558165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56B51"/>
                </a:solidFill>
                <a:latin typeface="Arial"/>
                <a:ea typeface="Arial"/>
                <a:cs typeface="Arial"/>
              </a:defRPr>
            </a:defPPr>
          </a:lstStyle>
          <a:p xmlns:a="http://schemas.openxmlformats.org/drawingml/2006/main">
            <a:pPr algn="l">
              <a:lnSpc>
                <a:spcPct val="108000"/>
              </a:lnSpc>
              <a:buNone/>
              <a:defRPr sz="1500" b="0" lang="en-GB">
                <a:solidFill>
                  <a:srgbClr val="356B51"/>
                </a:solidFill>
                <a:latin typeface="Arial"/>
                <a:ea typeface="Arial"/>
                <a:cs typeface="Arial"/>
              </a:defRPr>
            </a:pPr>
            <a:r>
              <a:rPr sz="1500" b="0" lang="en-GB">
                <a:solidFill>
                  <a:srgbClr val="356B51"/>
                </a:solidFill>
                <a:latin typeface="Arial"/>
                <a:ea typeface="Arial"/>
                <a:cs typeface="Arial"/>
              </a:rPr>
              <a:t>Clue: Compare the ring with the ground beside it.</a:t>
            </a:r>
          </a:p>
        </p:txBody>
      </p:sp>
      <p:sp>
        <p:nvSpPr>
          <p:cNvPr id="24" name="item-4-title">
            <a:extLst xmlns:a="http://schemas.openxmlformats.org/drawingml/2006/main">
              <a:ext uri="{FF2B5EF4-FFF2-40B4-BE49-F238E27FC236}">
                <a16:creationId xmlns:a16="http://schemas.microsoft.com/office/drawing/2014/main" id="{C0672CE1-D098-4165-8276-E83842E159DC}"/>
              </a:ext>
            </a:extLst>
          </p:cNvPr>
          <p:cNvSpPr>
            <a:spLocks xmlns:a="http://schemas.openxmlformats.org/drawingml/2006/main" noGrp="1"/>
          </p:cNvSpPr>
          <p:nvPr/>
        </p:nvSpPr>
        <p:spPr>
          <a:xfrm xmlns:a="http://schemas.openxmlformats.org/drawingml/2006/main">
            <a:off x="6229350" y="4133660"/>
            <a:ext cx="558165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56B51"/>
                </a:solidFill>
                <a:latin typeface="Arial"/>
                <a:ea typeface="Arial"/>
                <a:cs typeface="Arial"/>
              </a:defRPr>
            </a:defPPr>
          </a:lstStyle>
          <a:p xmlns:a="http://schemas.openxmlformats.org/drawingml/2006/main">
            <a:pPr algn="l">
              <a:lnSpc>
                <a:spcPct val="108000"/>
              </a:lnSpc>
              <a:buNone/>
              <a:defRPr sz="1800" b="1" lang="en-GB">
                <a:solidFill>
                  <a:srgbClr val="356B51"/>
                </a:solidFill>
                <a:latin typeface="Arial"/>
                <a:ea typeface="Arial"/>
                <a:cs typeface="Arial"/>
              </a:defRPr>
            </a:pPr>
            <a:r>
              <a:rPr sz="1800" b="1" lang="en-GB">
                <a:solidFill>
                  <a:srgbClr val="356B51"/>
                </a:solidFill>
                <a:latin typeface="Arial"/>
                <a:ea typeface="Arial"/>
                <a:cs typeface="Arial"/>
              </a:rPr>
              <a:t>4. Stop</a:t>
            </a:r>
          </a:p>
        </p:txBody>
      </p:sp>
      <p:sp>
        <p:nvSpPr>
          <p:cNvPr id="25" name="item-4-question">
            <a:extLst xmlns:a="http://schemas.openxmlformats.org/drawingml/2006/main">
              <a:ext uri="{FF2B5EF4-FFF2-40B4-BE49-F238E27FC236}">
                <a16:creationId xmlns:a16="http://schemas.microsoft.com/office/drawing/2014/main" id="{F3BFBAB3-1928-4866-831F-4AE7D98CAC51}"/>
              </a:ext>
            </a:extLst>
          </p:cNvPr>
          <p:cNvSpPr>
            <a:spLocks xmlns:a="http://schemas.openxmlformats.org/drawingml/2006/main" noGrp="1"/>
          </p:cNvSpPr>
          <p:nvPr/>
        </p:nvSpPr>
        <p:spPr>
          <a:xfrm xmlns:a="http://schemas.openxmlformats.org/drawingml/2006/main">
            <a:off x="6229350" y="4546283"/>
            <a:ext cx="5581650" cy="358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What does the flat hand mean?</a:t>
            </a:r>
          </a:p>
        </p:txBody>
      </p:sp>
      <p:sp>
        <p:nvSpPr>
          <p:cNvPr id="26" name="item-4-clue">
            <a:extLst xmlns:a="http://schemas.openxmlformats.org/drawingml/2006/main">
              <a:ext uri="{FF2B5EF4-FFF2-40B4-BE49-F238E27FC236}">
                <a16:creationId xmlns:a16="http://schemas.microsoft.com/office/drawing/2014/main" id="{1795290D-3E5D-4910-962E-8354610FE5E9}"/>
              </a:ext>
            </a:extLst>
          </p:cNvPr>
          <p:cNvSpPr>
            <a:spLocks xmlns:a="http://schemas.openxmlformats.org/drawingml/2006/main" noGrp="1"/>
          </p:cNvSpPr>
          <p:nvPr/>
        </p:nvSpPr>
        <p:spPr>
          <a:xfrm xmlns:a="http://schemas.openxmlformats.org/drawingml/2006/main">
            <a:off x="6229350" y="5019485"/>
            <a:ext cx="558165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56B51"/>
                </a:solidFill>
                <a:latin typeface="Arial"/>
                <a:ea typeface="Arial"/>
                <a:cs typeface="Arial"/>
              </a:defRPr>
            </a:defPPr>
          </a:lstStyle>
          <a:p xmlns:a="http://schemas.openxmlformats.org/drawingml/2006/main">
            <a:pPr algn="l">
              <a:lnSpc>
                <a:spcPct val="108000"/>
              </a:lnSpc>
              <a:buNone/>
              <a:defRPr sz="1500" b="0" lang="en-GB">
                <a:solidFill>
                  <a:srgbClr val="356B51"/>
                </a:solidFill>
                <a:latin typeface="Arial"/>
                <a:ea typeface="Arial"/>
                <a:cs typeface="Arial"/>
              </a:defRPr>
            </a:pPr>
            <a:r>
              <a:rPr sz="1500" b="0" lang="en-GB">
                <a:solidFill>
                  <a:srgbClr val="356B51"/>
                </a:solidFill>
                <a:latin typeface="Arial"/>
                <a:ea typeface="Arial"/>
                <a:cs typeface="Arial"/>
              </a:rPr>
              <a:t>Clue: Choose: stop or repeat.</a:t>
            </a:r>
          </a:p>
        </p:txBody>
      </p:sp>
    </p:spTree>
    <p:extLst>
      <p:ext uri="{BB962C8B-B14F-4D97-AF65-F5344CB8AC3E}">
        <p14:creationId xmlns:p14="http://schemas.microsoft.com/office/powerpoint/2010/main" val="4415556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lesson-header">
            <a:extLst xmlns:a="http://schemas.openxmlformats.org/drawingml/2006/main">
              <a:ext uri="{FF2B5EF4-FFF2-40B4-BE49-F238E27FC236}">
                <a16:creationId xmlns:a16="http://schemas.microsoft.com/office/drawing/2014/main" id="{8C6D881F-7139-41E0-ABF9-5B3BDFCB93CC}"/>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56B51"/>
                </a:solidFill>
                <a:latin typeface="Arial"/>
                <a:ea typeface="Arial"/>
                <a:cs typeface="Arial"/>
              </a:defRPr>
            </a:defPPr>
          </a:lstStyle>
          <a:p xmlns:a="http://schemas.openxmlformats.org/drawingml/2006/main">
            <a:pPr algn="l">
              <a:lnSpc>
                <a:spcPct val="108000"/>
              </a:lnSpc>
              <a:buNone/>
              <a:defRPr sz="1050" b="1" lang="en-GB">
                <a:solidFill>
                  <a:srgbClr val="356B51"/>
                </a:solidFill>
                <a:latin typeface="Arial"/>
                <a:ea typeface="Arial"/>
                <a:cs typeface="Arial"/>
              </a:defRPr>
            </a:pPr>
            <a:r>
              <a:rPr sz="1050" b="1" lang="en-GB">
                <a:solidFill>
                  <a:srgbClr val="356B51"/>
                </a:solidFill>
                <a:latin typeface="Arial"/>
                <a:ea typeface="Arial"/>
                <a:cs typeface="Arial"/>
              </a:rPr>
              <a:t>Art · GROW · Autumn 2 · Week 1</a:t>
            </a:r>
          </a:p>
        </p:txBody>
      </p:sp>
      <p:sp>
        <p:nvSpPr>
          <p:cNvPr id="2" name="stage-time">
            <a:extLst xmlns:a="http://schemas.openxmlformats.org/drawingml/2006/main">
              <a:ext uri="{FF2B5EF4-FFF2-40B4-BE49-F238E27FC236}">
                <a16:creationId xmlns:a16="http://schemas.microsoft.com/office/drawing/2014/main" id="{277A4196-9078-4FCB-AE7E-F0DCC6E35DE3}"/>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56B51"/>
                </a:solidFill>
                <a:latin typeface="Arial"/>
                <a:ea typeface="Arial"/>
                <a:cs typeface="Arial"/>
              </a:defRPr>
            </a:defPPr>
          </a:lstStyle>
          <a:p xmlns:a="http://schemas.openxmlformats.org/drawingml/2006/main">
            <a:pPr algn="r">
              <a:lnSpc>
                <a:spcPct val="108000"/>
              </a:lnSpc>
              <a:buNone/>
              <a:defRPr sz="1425" b="1" lang="en-GB">
                <a:solidFill>
                  <a:srgbClr val="356B51"/>
                </a:solidFill>
                <a:latin typeface="Arial"/>
                <a:ea typeface="Arial"/>
                <a:cs typeface="Arial"/>
              </a:defRPr>
            </a:pPr>
            <a:r>
              <a:rPr sz="1425" b="1" lang="en-GB">
                <a:solidFill>
                  <a:srgbClr val="356B51"/>
                </a:solidFill>
                <a:latin typeface="Arial"/>
                <a:ea typeface="Arial"/>
                <a:cs typeface="Arial"/>
              </a:rPr>
              <a:t>Arrival · 5 min · 00 to 05</a:t>
            </a:r>
          </a:p>
        </p:txBody>
      </p:sp>
      <p:sp>
        <p:nvSpPr>
          <p:cNvPr id="3" name="slide-title">
            <a:extLst xmlns:a="http://schemas.openxmlformats.org/drawingml/2006/main">
              <a:ext uri="{FF2B5EF4-FFF2-40B4-BE49-F238E27FC236}">
                <a16:creationId xmlns:a16="http://schemas.microsoft.com/office/drawing/2014/main" id="{0F0A3CA1-CAEF-4A18-B66B-BD7EDF3DAF9B}"/>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56B51"/>
                </a:solidFill>
                <a:latin typeface="Arial"/>
                <a:ea typeface="Arial"/>
                <a:cs typeface="Arial"/>
              </a:defRPr>
            </a:defPPr>
          </a:lstStyle>
          <a:p xmlns:a="http://schemas.openxmlformats.org/drawingml/2006/main">
            <a:pPr algn="l">
              <a:lnSpc>
                <a:spcPct val="108000"/>
              </a:lnSpc>
              <a:buNone/>
              <a:defRPr sz="2700" b="1" lang="en-GB">
                <a:solidFill>
                  <a:srgbClr val="356B51"/>
                </a:solidFill>
                <a:latin typeface="Arial"/>
                <a:ea typeface="Arial"/>
                <a:cs typeface="Arial"/>
              </a:defRPr>
            </a:pPr>
            <a:r>
              <a:rPr sz="2700" b="1" lang="en-GB">
                <a:solidFill>
                  <a:srgbClr val="356B51"/>
                </a:solidFill>
                <a:latin typeface="Arial"/>
                <a:ea typeface="Arial"/>
                <a:cs typeface="Arial"/>
              </a:rPr>
              <a:t>Arrival</a:t>
            </a:r>
          </a:p>
        </p:txBody>
      </p:sp>
      <p:sp>
        <p:nvSpPr>
          <p:cNvPr id="4" name="tier-route-label">
            <a:extLst xmlns:a="http://schemas.openxmlformats.org/drawingml/2006/main">
              <a:ext uri="{FF2B5EF4-FFF2-40B4-BE49-F238E27FC236}">
                <a16:creationId xmlns:a16="http://schemas.microsoft.com/office/drawing/2014/main" id="{D128543A-9C3D-4353-A985-EDCFBA61246E}"/>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356B51"/>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Standard</a:t>
            </a:r>
          </a:p>
        </p:txBody>
      </p:sp>
      <p:pic>
        <p:nvPicPr>
          <p:cNvPr id="5" name="">
            <a:extLst xmlns:a="http://schemas.openxmlformats.org/drawingml/2006/main">
              <a:ext uri="{FF2B5EF4-FFF2-40B4-BE49-F238E27FC236}">
                <a16:creationId xmlns:a16="http://schemas.microsoft.com/office/drawing/2014/main" id="{C80B96E2-9603-4534-AA01-DB6766DBE075}"/>
              </a:ext>
            </a:extLst>
          </p:cNvPr>
          <p:cNvPicPr>
            <a:picLocks xmlns:a="http://schemas.openxmlformats.org/drawingml/2006/main" noChangeAspect="1"/>
          </p:cNvPicPr>
          <p:nvPr/>
        </p:nvPicPr>
        <p:blipFill>
          <a:blip xmlns:r="http://schemas.openxmlformats.org/officeDocument/2006/relationships" xmlns:a="http://schemas.openxmlformats.org/drawingml/2006/main" r:embed="R40381f7932714f7d"/>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376844EE-B332-4534-A093-A9C4CC73DE38}"/>
              </a:ext>
            </a:extLst>
          </p:cNvPr>
          <p:cNvSpPr>
            <a:spLocks xmlns:a="http://schemas.openxmlformats.org/drawingml/2006/main" noGrp="1"/>
          </p:cNvSpPr>
          <p:nvPr/>
        </p:nvSpPr>
        <p:spPr>
          <a:xfrm xmlns:a="http://schemas.openxmlformats.org/drawingml/2006/main">
            <a:off x="381000" y="1143000"/>
            <a:ext cx="1409700" cy="85725"/>
          </a:xfrm>
          <a:prstGeom xmlns:a="http://schemas.openxmlformats.org/drawingml/2006/main" prst="rect">
            <a:avLst/>
          </a:prstGeom>
          <a:solidFill xmlns:a="http://schemas.openxmlformats.org/drawingml/2006/main">
            <a:srgbClr val="356B51"/>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C2215459-7909-4599-B555-8476278DDA05}"/>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0D20DF88-9AC0-4884-A1EA-3415FE8BDFDB}"/>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F7DEEE92-6399-4461-84C9-FF2FA2D7B81F}"/>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4E1AC7FA-E4D6-4DBB-AA12-EF0E0CAA4251}"/>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636C9A95-CE16-4F24-829D-FEDC49F9598E}"/>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041156FF-8F8A-486F-81A1-08CF323B2002}"/>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ART-GROW-A2-W01-P2 · version ______</a:t>
            </a:r>
          </a:p>
        </p:txBody>
      </p:sp>
      <p:sp>
        <p:nvSpPr>
          <p:cNvPr id="13" name="licence-footer">
            <a:extLst xmlns:a="http://schemas.openxmlformats.org/drawingml/2006/main">
              <a:ext uri="{FF2B5EF4-FFF2-40B4-BE49-F238E27FC236}">
                <a16:creationId xmlns:a16="http://schemas.microsoft.com/office/drawing/2014/main" id="{F98C1458-8CAC-43F3-A59A-DA99F4B076EB}"/>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FBCB0827-16CA-445A-8082-9DAE18DB00B0}"/>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Four numbered responses, 1 to 4, in words, symbols or marks.</a:t>
            </a:r>
          </a:p>
        </p:txBody>
      </p:sp>
      <p:sp>
        <p:nvSpPr>
          <p:cNvPr id="15" name="item-1-title">
            <a:extLst xmlns:a="http://schemas.openxmlformats.org/drawingml/2006/main">
              <a:ext uri="{FF2B5EF4-FFF2-40B4-BE49-F238E27FC236}">
                <a16:creationId xmlns:a16="http://schemas.microsoft.com/office/drawing/2014/main" id="{39789861-8E38-424B-A9EA-5CED080BD74A}"/>
              </a:ext>
            </a:extLst>
          </p:cNvPr>
          <p:cNvSpPr>
            <a:spLocks xmlns:a="http://schemas.openxmlformats.org/drawingml/2006/main" noGrp="1"/>
          </p:cNvSpPr>
          <p:nvPr/>
        </p:nvSpPr>
        <p:spPr>
          <a:xfrm xmlns:a="http://schemas.openxmlformats.org/drawingml/2006/main">
            <a:off x="381000" y="1904619"/>
            <a:ext cx="558165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56B51"/>
                </a:solidFill>
                <a:latin typeface="Arial"/>
                <a:ea typeface="Arial"/>
                <a:cs typeface="Arial"/>
              </a:defRPr>
            </a:defPPr>
          </a:lstStyle>
          <a:p xmlns:a="http://schemas.openxmlformats.org/drawingml/2006/main">
            <a:pPr algn="l">
              <a:lnSpc>
                <a:spcPct val="108000"/>
              </a:lnSpc>
              <a:buNone/>
              <a:defRPr sz="1800" b="1" lang="en-GB">
                <a:solidFill>
                  <a:srgbClr val="356B51"/>
                </a:solidFill>
                <a:latin typeface="Arial"/>
                <a:ea typeface="Arial"/>
                <a:cs typeface="Arial"/>
              </a:defRPr>
            </a:pPr>
            <a:r>
              <a:rPr sz="1800" b="1" lang="en-GB">
                <a:solidFill>
                  <a:srgbClr val="356B51"/>
                </a:solidFill>
                <a:latin typeface="Arial"/>
                <a:ea typeface="Arial"/>
                <a:cs typeface="Arial"/>
              </a:rPr>
              <a:t>1. Pattern</a:t>
            </a:r>
          </a:p>
        </p:txBody>
      </p:sp>
      <p:sp>
        <p:nvSpPr>
          <p:cNvPr id="16" name="item-1-question">
            <a:extLst xmlns:a="http://schemas.openxmlformats.org/drawingml/2006/main">
              <a:ext uri="{FF2B5EF4-FFF2-40B4-BE49-F238E27FC236}">
                <a16:creationId xmlns:a16="http://schemas.microsoft.com/office/drawing/2014/main" id="{8F991969-5ECA-42E3-879E-58D28204A045}"/>
              </a:ext>
            </a:extLst>
          </p:cNvPr>
          <p:cNvSpPr>
            <a:spLocks xmlns:a="http://schemas.openxmlformats.org/drawingml/2006/main" noGrp="1"/>
          </p:cNvSpPr>
          <p:nvPr/>
        </p:nvSpPr>
        <p:spPr>
          <a:xfrm xmlns:a="http://schemas.openxmlformats.org/drawingml/2006/main">
            <a:off x="381000" y="2317242"/>
            <a:ext cx="5581650" cy="358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Describe the two marks that repeat in A.</a:t>
            </a:r>
          </a:p>
        </p:txBody>
      </p:sp>
      <p:sp>
        <p:nvSpPr>
          <p:cNvPr id="17" name="item-1-clue">
            <a:extLst xmlns:a="http://schemas.openxmlformats.org/drawingml/2006/main">
              <a:ext uri="{FF2B5EF4-FFF2-40B4-BE49-F238E27FC236}">
                <a16:creationId xmlns:a16="http://schemas.microsoft.com/office/drawing/2014/main" id="{E6F2E2DD-6B51-4BD9-8CD5-622F8F86D3D5}"/>
              </a:ext>
            </a:extLst>
          </p:cNvPr>
          <p:cNvSpPr>
            <a:spLocks xmlns:a="http://schemas.openxmlformats.org/drawingml/2006/main" noGrp="1"/>
          </p:cNvSpPr>
          <p:nvPr/>
        </p:nvSpPr>
        <p:spPr>
          <a:xfrm xmlns:a="http://schemas.openxmlformats.org/drawingml/2006/main">
            <a:off x="381000" y="2790444"/>
            <a:ext cx="558165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56B51"/>
                </a:solidFill>
                <a:latin typeface="Arial"/>
                <a:ea typeface="Arial"/>
                <a:cs typeface="Arial"/>
              </a:defRPr>
            </a:defPPr>
          </a:lstStyle>
          <a:p xmlns:a="http://schemas.openxmlformats.org/drawingml/2006/main">
            <a:pPr algn="l">
              <a:lnSpc>
                <a:spcPct val="108000"/>
              </a:lnSpc>
              <a:buNone/>
              <a:defRPr sz="1500" b="0" lang="en-GB">
                <a:solidFill>
                  <a:srgbClr val="356B51"/>
                </a:solidFill>
                <a:latin typeface="Arial"/>
                <a:ea typeface="Arial"/>
                <a:cs typeface="Arial"/>
              </a:defRPr>
            </a:pPr>
            <a:r>
              <a:rPr sz="1500" b="0" lang="en-GB">
                <a:solidFill>
                  <a:srgbClr val="356B51"/>
                </a:solidFill>
                <a:latin typeface="Arial"/>
                <a:ea typeface="Arial"/>
                <a:cs typeface="Arial"/>
              </a:rPr>
              <a:t>Clue: Follow its row from left to right.</a:t>
            </a:r>
          </a:p>
        </p:txBody>
      </p:sp>
      <p:sp>
        <p:nvSpPr>
          <p:cNvPr id="18" name="item-2-title">
            <a:extLst xmlns:a="http://schemas.openxmlformats.org/drawingml/2006/main">
              <a:ext uri="{FF2B5EF4-FFF2-40B4-BE49-F238E27FC236}">
                <a16:creationId xmlns:a16="http://schemas.microsoft.com/office/drawing/2014/main" id="{973F388C-7E88-4749-B995-BBDDFA7E0A25}"/>
              </a:ext>
            </a:extLst>
          </p:cNvPr>
          <p:cNvSpPr>
            <a:spLocks xmlns:a="http://schemas.openxmlformats.org/drawingml/2006/main" noGrp="1"/>
          </p:cNvSpPr>
          <p:nvPr/>
        </p:nvSpPr>
        <p:spPr>
          <a:xfrm xmlns:a="http://schemas.openxmlformats.org/drawingml/2006/main">
            <a:off x="6229350" y="1904619"/>
            <a:ext cx="558165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56B51"/>
                </a:solidFill>
                <a:latin typeface="Arial"/>
                <a:ea typeface="Arial"/>
                <a:cs typeface="Arial"/>
              </a:defRPr>
            </a:defPPr>
          </a:lstStyle>
          <a:p xmlns:a="http://schemas.openxmlformats.org/drawingml/2006/main">
            <a:pPr algn="l">
              <a:lnSpc>
                <a:spcPct val="108000"/>
              </a:lnSpc>
              <a:buNone/>
              <a:defRPr sz="1800" b="1" lang="en-GB">
                <a:solidFill>
                  <a:srgbClr val="356B51"/>
                </a:solidFill>
                <a:latin typeface="Arial"/>
                <a:ea typeface="Arial"/>
                <a:cs typeface="Arial"/>
              </a:defRPr>
            </a:pPr>
            <a:r>
              <a:rPr sz="1800" b="1" lang="en-GB">
                <a:solidFill>
                  <a:srgbClr val="356B51"/>
                </a:solidFill>
                <a:latin typeface="Arial"/>
                <a:ea typeface="Arial"/>
                <a:cs typeface="Arial"/>
              </a:rPr>
              <a:t>2. Colour group</a:t>
            </a:r>
          </a:p>
        </p:txBody>
      </p:sp>
      <p:sp>
        <p:nvSpPr>
          <p:cNvPr id="19" name="item-2-question">
            <a:extLst xmlns:a="http://schemas.openxmlformats.org/drawingml/2006/main">
              <a:ext uri="{FF2B5EF4-FFF2-40B4-BE49-F238E27FC236}">
                <a16:creationId xmlns:a16="http://schemas.microsoft.com/office/drawing/2014/main" id="{7114F35A-891F-492F-8F9C-113B2B13EFED}"/>
              </a:ext>
            </a:extLst>
          </p:cNvPr>
          <p:cNvSpPr>
            <a:spLocks xmlns:a="http://schemas.openxmlformats.org/drawingml/2006/main" noGrp="1"/>
          </p:cNvSpPr>
          <p:nvPr/>
        </p:nvSpPr>
        <p:spPr>
          <a:xfrm xmlns:a="http://schemas.openxmlformats.org/drawingml/2006/main">
            <a:off x="6229350" y="2317242"/>
            <a:ext cx="5581650" cy="358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Are A's mark colours warm or cool?</a:t>
            </a:r>
          </a:p>
        </p:txBody>
      </p:sp>
      <p:sp>
        <p:nvSpPr>
          <p:cNvPr id="20" name="item-2-clue">
            <a:extLst xmlns:a="http://schemas.openxmlformats.org/drawingml/2006/main">
              <a:ext uri="{FF2B5EF4-FFF2-40B4-BE49-F238E27FC236}">
                <a16:creationId xmlns:a16="http://schemas.microsoft.com/office/drawing/2014/main" id="{BEB8C763-7671-49F2-8A52-C9E31A92E5DC}"/>
              </a:ext>
            </a:extLst>
          </p:cNvPr>
          <p:cNvSpPr>
            <a:spLocks xmlns:a="http://schemas.openxmlformats.org/drawingml/2006/main" noGrp="1"/>
          </p:cNvSpPr>
          <p:nvPr/>
        </p:nvSpPr>
        <p:spPr>
          <a:xfrm xmlns:a="http://schemas.openxmlformats.org/drawingml/2006/main">
            <a:off x="6229350" y="2790444"/>
            <a:ext cx="5581650" cy="51625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56B51"/>
                </a:solidFill>
                <a:latin typeface="Arial"/>
                <a:ea typeface="Arial"/>
                <a:cs typeface="Arial"/>
              </a:defRPr>
            </a:defPPr>
          </a:lstStyle>
          <a:p xmlns:a="http://schemas.openxmlformats.org/drawingml/2006/main">
            <a:pPr algn="l">
              <a:lnSpc>
                <a:spcPct val="108000"/>
              </a:lnSpc>
              <a:buNone/>
              <a:defRPr sz="1500" b="0" lang="en-GB">
                <a:solidFill>
                  <a:srgbClr val="356B51"/>
                </a:solidFill>
                <a:latin typeface="Arial"/>
                <a:ea typeface="Arial"/>
                <a:cs typeface="Arial"/>
              </a:defRPr>
            </a:pPr>
            <a:r>
              <a:rPr sz="1500" b="0" lang="en-GB">
                <a:solidFill>
                  <a:srgbClr val="356B51"/>
                </a:solidFill>
                <a:latin typeface="Arial"/>
                <a:ea typeface="Arial"/>
                <a:cs typeface="Arial"/>
              </a:rPr>
              <a:t>Clue: Warm colours are red, orange and yellow. Its marks are yellow and orange.</a:t>
            </a:r>
          </a:p>
        </p:txBody>
      </p:sp>
      <p:sp>
        <p:nvSpPr>
          <p:cNvPr id="21" name="item-3-title">
            <a:extLst xmlns:a="http://schemas.openxmlformats.org/drawingml/2006/main">
              <a:ext uri="{FF2B5EF4-FFF2-40B4-BE49-F238E27FC236}">
                <a16:creationId xmlns:a16="http://schemas.microsoft.com/office/drawing/2014/main" id="{A24A6C74-E06C-42DC-A2A4-091E62D9EB0A}"/>
              </a:ext>
            </a:extLst>
          </p:cNvPr>
          <p:cNvSpPr>
            <a:spLocks xmlns:a="http://schemas.openxmlformats.org/drawingml/2006/main" noGrp="1"/>
          </p:cNvSpPr>
          <p:nvPr/>
        </p:nvSpPr>
        <p:spPr>
          <a:xfrm xmlns:a="http://schemas.openxmlformats.org/drawingml/2006/main">
            <a:off x="381000" y="4133660"/>
            <a:ext cx="558165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56B51"/>
                </a:solidFill>
                <a:latin typeface="Arial"/>
                <a:ea typeface="Arial"/>
                <a:cs typeface="Arial"/>
              </a:defRPr>
            </a:defPPr>
          </a:lstStyle>
          <a:p xmlns:a="http://schemas.openxmlformats.org/drawingml/2006/main">
            <a:pPr algn="l">
              <a:lnSpc>
                <a:spcPct val="108000"/>
              </a:lnSpc>
              <a:buNone/>
              <a:defRPr sz="1800" b="1" lang="en-GB">
                <a:solidFill>
                  <a:srgbClr val="356B51"/>
                </a:solidFill>
                <a:latin typeface="Arial"/>
                <a:ea typeface="Arial"/>
                <a:cs typeface="Arial"/>
              </a:defRPr>
            </a:pPr>
            <a:r>
              <a:rPr sz="1800" b="1" lang="en-GB">
                <a:solidFill>
                  <a:srgbClr val="356B51"/>
                </a:solidFill>
                <a:latin typeface="Arial"/>
                <a:ea typeface="Arial"/>
                <a:cs typeface="Arial"/>
              </a:rPr>
              <a:t>3. Contrast</a:t>
            </a:r>
          </a:p>
        </p:txBody>
      </p:sp>
      <p:sp>
        <p:nvSpPr>
          <p:cNvPr id="22" name="item-3-question">
            <a:extLst xmlns:a="http://schemas.openxmlformats.org/drawingml/2006/main">
              <a:ext uri="{FF2B5EF4-FFF2-40B4-BE49-F238E27FC236}">
                <a16:creationId xmlns:a16="http://schemas.microsoft.com/office/drawing/2014/main" id="{1EC46DB5-5B03-4DA3-83CC-CCE6FB0280B4}"/>
              </a:ext>
            </a:extLst>
          </p:cNvPr>
          <p:cNvSpPr>
            <a:spLocks xmlns:a="http://schemas.openxmlformats.org/drawingml/2006/main" noGrp="1"/>
          </p:cNvSpPr>
          <p:nvPr/>
        </p:nvSpPr>
        <p:spPr>
          <a:xfrm xmlns:a="http://schemas.openxmlformats.org/drawingml/2006/main">
            <a:off x="381000" y="4546283"/>
            <a:ext cx="5581650" cy="358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What changed between A and B?</a:t>
            </a:r>
          </a:p>
        </p:txBody>
      </p:sp>
      <p:sp>
        <p:nvSpPr>
          <p:cNvPr id="23" name="item-3-clue">
            <a:extLst xmlns:a="http://schemas.openxmlformats.org/drawingml/2006/main">
              <a:ext uri="{FF2B5EF4-FFF2-40B4-BE49-F238E27FC236}">
                <a16:creationId xmlns:a16="http://schemas.microsoft.com/office/drawing/2014/main" id="{BC1A05F9-E859-4CC1-B506-8E0C7ECF065C}"/>
              </a:ext>
            </a:extLst>
          </p:cNvPr>
          <p:cNvSpPr>
            <a:spLocks xmlns:a="http://schemas.openxmlformats.org/drawingml/2006/main" noGrp="1"/>
          </p:cNvSpPr>
          <p:nvPr/>
        </p:nvSpPr>
        <p:spPr>
          <a:xfrm xmlns:a="http://schemas.openxmlformats.org/drawingml/2006/main">
            <a:off x="381000" y="5019485"/>
            <a:ext cx="558165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56B51"/>
                </a:solidFill>
                <a:latin typeface="Arial"/>
                <a:ea typeface="Arial"/>
                <a:cs typeface="Arial"/>
              </a:defRPr>
            </a:defPPr>
          </a:lstStyle>
          <a:p xmlns:a="http://schemas.openxmlformats.org/drawingml/2006/main">
            <a:pPr algn="l">
              <a:lnSpc>
                <a:spcPct val="108000"/>
              </a:lnSpc>
              <a:buNone/>
              <a:defRPr sz="1500" b="0" lang="en-GB">
                <a:solidFill>
                  <a:srgbClr val="356B51"/>
                </a:solidFill>
                <a:latin typeface="Arial"/>
                <a:ea typeface="Arial"/>
                <a:cs typeface="Arial"/>
              </a:defRPr>
            </a:pPr>
            <a:r>
              <a:rPr sz="1500" b="0" lang="en-GB">
                <a:solidFill>
                  <a:srgbClr val="356B51"/>
                </a:solidFill>
                <a:latin typeface="Arial"/>
                <a:ea typeface="Arial"/>
                <a:cs typeface="Arial"/>
              </a:rPr>
              <a:t>Clue: Compare the space behind the same marks.</a:t>
            </a:r>
          </a:p>
        </p:txBody>
      </p:sp>
      <p:sp>
        <p:nvSpPr>
          <p:cNvPr id="24" name="item-4-title">
            <a:extLst xmlns:a="http://schemas.openxmlformats.org/drawingml/2006/main">
              <a:ext uri="{FF2B5EF4-FFF2-40B4-BE49-F238E27FC236}">
                <a16:creationId xmlns:a16="http://schemas.microsoft.com/office/drawing/2014/main" id="{8CD4BD9F-B1C2-4FF7-821A-F259F414BB17}"/>
              </a:ext>
            </a:extLst>
          </p:cNvPr>
          <p:cNvSpPr>
            <a:spLocks xmlns:a="http://schemas.openxmlformats.org/drawingml/2006/main" noGrp="1"/>
          </p:cNvSpPr>
          <p:nvPr/>
        </p:nvSpPr>
        <p:spPr>
          <a:xfrm xmlns:a="http://schemas.openxmlformats.org/drawingml/2006/main">
            <a:off x="6229350" y="4133660"/>
            <a:ext cx="558165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56B51"/>
                </a:solidFill>
                <a:latin typeface="Arial"/>
                <a:ea typeface="Arial"/>
                <a:cs typeface="Arial"/>
              </a:defRPr>
            </a:defPPr>
          </a:lstStyle>
          <a:p xmlns:a="http://schemas.openxmlformats.org/drawingml/2006/main">
            <a:pPr algn="l">
              <a:lnSpc>
                <a:spcPct val="108000"/>
              </a:lnSpc>
              <a:buNone/>
              <a:defRPr sz="1800" b="1" lang="en-GB">
                <a:solidFill>
                  <a:srgbClr val="356B51"/>
                </a:solidFill>
                <a:latin typeface="Arial"/>
                <a:ea typeface="Arial"/>
                <a:cs typeface="Arial"/>
              </a:defRPr>
            </a:pPr>
            <a:r>
              <a:rPr sz="1800" b="1" lang="en-GB">
                <a:solidFill>
                  <a:srgbClr val="356B51"/>
                </a:solidFill>
                <a:latin typeface="Arial"/>
                <a:ea typeface="Arial"/>
                <a:cs typeface="Arial"/>
              </a:rPr>
              <a:t>4. Repeat</a:t>
            </a:r>
          </a:p>
        </p:txBody>
      </p:sp>
      <p:sp>
        <p:nvSpPr>
          <p:cNvPr id="25" name="item-4-question">
            <a:extLst xmlns:a="http://schemas.openxmlformats.org/drawingml/2006/main">
              <a:ext uri="{FF2B5EF4-FFF2-40B4-BE49-F238E27FC236}">
                <a16:creationId xmlns:a16="http://schemas.microsoft.com/office/drawing/2014/main" id="{031C3930-A268-46D5-84EF-54ECDD73F213}"/>
              </a:ext>
            </a:extLst>
          </p:cNvPr>
          <p:cNvSpPr>
            <a:spLocks xmlns:a="http://schemas.openxmlformats.org/drawingml/2006/main" noGrp="1"/>
          </p:cNvSpPr>
          <p:nvPr/>
        </p:nvSpPr>
        <p:spPr>
          <a:xfrm xmlns:a="http://schemas.openxmlformats.org/drawingml/2006/main">
            <a:off x="6229350" y="4546283"/>
            <a:ext cx="5581650" cy="651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How many times does the ring/dot pair appear in A?</a:t>
            </a:r>
          </a:p>
        </p:txBody>
      </p:sp>
      <p:sp>
        <p:nvSpPr>
          <p:cNvPr id="26" name="item-4-clue">
            <a:extLst xmlns:a="http://schemas.openxmlformats.org/drawingml/2006/main">
              <a:ext uri="{FF2B5EF4-FFF2-40B4-BE49-F238E27FC236}">
                <a16:creationId xmlns:a16="http://schemas.microsoft.com/office/drawing/2014/main" id="{EFB4889A-5FB5-4A01-8D6E-CC3E132F5EF9}"/>
              </a:ext>
            </a:extLst>
          </p:cNvPr>
          <p:cNvSpPr>
            <a:spLocks xmlns:a="http://schemas.openxmlformats.org/drawingml/2006/main" noGrp="1"/>
          </p:cNvSpPr>
          <p:nvPr/>
        </p:nvSpPr>
        <p:spPr>
          <a:xfrm xmlns:a="http://schemas.openxmlformats.org/drawingml/2006/main">
            <a:off x="6229350" y="5311712"/>
            <a:ext cx="558165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56B51"/>
                </a:solidFill>
                <a:latin typeface="Arial"/>
                <a:ea typeface="Arial"/>
                <a:cs typeface="Arial"/>
              </a:defRPr>
            </a:defPPr>
          </a:lstStyle>
          <a:p xmlns:a="http://schemas.openxmlformats.org/drawingml/2006/main">
            <a:pPr algn="l">
              <a:lnSpc>
                <a:spcPct val="108000"/>
              </a:lnSpc>
              <a:buNone/>
              <a:defRPr sz="1500" b="0" lang="en-GB">
                <a:solidFill>
                  <a:srgbClr val="356B51"/>
                </a:solidFill>
                <a:latin typeface="Arial"/>
                <a:ea typeface="Arial"/>
                <a:cs typeface="Arial"/>
              </a:defRPr>
            </a:pPr>
            <a:r>
              <a:rPr sz="1500" b="0" lang="en-GB">
                <a:solidFill>
                  <a:srgbClr val="356B51"/>
                </a:solidFill>
                <a:latin typeface="Arial"/>
                <a:ea typeface="Arial"/>
                <a:cs typeface="Arial"/>
              </a:rPr>
              <a:t>Clue: Count the pairs, not each mark on its own.</a:t>
            </a:r>
          </a:p>
        </p:txBody>
      </p:sp>
    </p:spTree>
    <p:extLst>
      <p:ext uri="{BB962C8B-B14F-4D97-AF65-F5344CB8AC3E}">
        <p14:creationId xmlns:p14="http://schemas.microsoft.com/office/powerpoint/2010/main" val="127288393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lesson-header">
            <a:extLst xmlns:a="http://schemas.openxmlformats.org/drawingml/2006/main">
              <a:ext uri="{FF2B5EF4-FFF2-40B4-BE49-F238E27FC236}">
                <a16:creationId xmlns:a16="http://schemas.microsoft.com/office/drawing/2014/main" id="{EFBD1DEF-EC16-4C25-A2E7-C918FD24FDE5}"/>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56B51"/>
                </a:solidFill>
                <a:latin typeface="Arial"/>
                <a:ea typeface="Arial"/>
                <a:cs typeface="Arial"/>
              </a:defRPr>
            </a:defPPr>
          </a:lstStyle>
          <a:p xmlns:a="http://schemas.openxmlformats.org/drawingml/2006/main">
            <a:pPr algn="l">
              <a:lnSpc>
                <a:spcPct val="108000"/>
              </a:lnSpc>
              <a:buNone/>
              <a:defRPr sz="1050" b="1" lang="en-GB">
                <a:solidFill>
                  <a:srgbClr val="356B51"/>
                </a:solidFill>
                <a:latin typeface="Arial"/>
                <a:ea typeface="Arial"/>
                <a:cs typeface="Arial"/>
              </a:defRPr>
            </a:pPr>
            <a:r>
              <a:rPr sz="1050" b="1" lang="en-GB">
                <a:solidFill>
                  <a:srgbClr val="356B51"/>
                </a:solidFill>
                <a:latin typeface="Arial"/>
                <a:ea typeface="Arial"/>
                <a:cs typeface="Arial"/>
              </a:rPr>
              <a:t>Art · GROW · Autumn 2 · Week 1</a:t>
            </a:r>
          </a:p>
        </p:txBody>
      </p:sp>
      <p:sp>
        <p:nvSpPr>
          <p:cNvPr id="2" name="stage-time">
            <a:extLst xmlns:a="http://schemas.openxmlformats.org/drawingml/2006/main">
              <a:ext uri="{FF2B5EF4-FFF2-40B4-BE49-F238E27FC236}">
                <a16:creationId xmlns:a16="http://schemas.microsoft.com/office/drawing/2014/main" id="{C59468A3-91D9-467E-8BC7-98B128096289}"/>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56B51"/>
                </a:solidFill>
                <a:latin typeface="Arial"/>
                <a:ea typeface="Arial"/>
                <a:cs typeface="Arial"/>
              </a:defRPr>
            </a:defPPr>
          </a:lstStyle>
          <a:p xmlns:a="http://schemas.openxmlformats.org/drawingml/2006/main">
            <a:pPr algn="r">
              <a:lnSpc>
                <a:spcPct val="108000"/>
              </a:lnSpc>
              <a:buNone/>
              <a:defRPr sz="1425" b="1" lang="en-GB">
                <a:solidFill>
                  <a:srgbClr val="356B51"/>
                </a:solidFill>
                <a:latin typeface="Arial"/>
                <a:ea typeface="Arial"/>
                <a:cs typeface="Arial"/>
              </a:defRPr>
            </a:pPr>
            <a:r>
              <a:rPr sz="1425" b="1" lang="en-GB">
                <a:solidFill>
                  <a:srgbClr val="356B51"/>
                </a:solidFill>
                <a:latin typeface="Arial"/>
                <a:ea typeface="Arial"/>
                <a:cs typeface="Arial"/>
              </a:rPr>
              <a:t>Arrival · 5 min · 00 to 05</a:t>
            </a:r>
          </a:p>
        </p:txBody>
      </p:sp>
      <p:sp>
        <p:nvSpPr>
          <p:cNvPr id="3" name="slide-title">
            <a:extLst xmlns:a="http://schemas.openxmlformats.org/drawingml/2006/main">
              <a:ext uri="{FF2B5EF4-FFF2-40B4-BE49-F238E27FC236}">
                <a16:creationId xmlns:a16="http://schemas.microsoft.com/office/drawing/2014/main" id="{4D569DE3-9627-4044-A75E-3B6AA6F7D87F}"/>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56B51"/>
                </a:solidFill>
                <a:latin typeface="Arial"/>
                <a:ea typeface="Arial"/>
                <a:cs typeface="Arial"/>
              </a:defRPr>
            </a:defPPr>
          </a:lstStyle>
          <a:p xmlns:a="http://schemas.openxmlformats.org/drawingml/2006/main">
            <a:pPr algn="l">
              <a:lnSpc>
                <a:spcPct val="108000"/>
              </a:lnSpc>
              <a:buNone/>
              <a:defRPr sz="2700" b="1" lang="en-GB">
                <a:solidFill>
                  <a:srgbClr val="356B51"/>
                </a:solidFill>
                <a:latin typeface="Arial"/>
                <a:ea typeface="Arial"/>
                <a:cs typeface="Arial"/>
              </a:defRPr>
            </a:pPr>
            <a:r>
              <a:rPr sz="2700" b="1" lang="en-GB">
                <a:solidFill>
                  <a:srgbClr val="356B51"/>
                </a:solidFill>
                <a:latin typeface="Arial"/>
                <a:ea typeface="Arial"/>
                <a:cs typeface="Arial"/>
              </a:rPr>
              <a:t>Arrival</a:t>
            </a:r>
          </a:p>
        </p:txBody>
      </p:sp>
      <p:sp>
        <p:nvSpPr>
          <p:cNvPr id="4" name="tier-route-label">
            <a:extLst xmlns:a="http://schemas.openxmlformats.org/drawingml/2006/main">
              <a:ext uri="{FF2B5EF4-FFF2-40B4-BE49-F238E27FC236}">
                <a16:creationId xmlns:a16="http://schemas.microsoft.com/office/drawing/2014/main" id="{6BF8A664-06FB-4054-A602-FEA266D7C386}"/>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356B51"/>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Stretch</a:t>
            </a:r>
          </a:p>
        </p:txBody>
      </p:sp>
      <p:pic>
        <p:nvPicPr>
          <p:cNvPr id="5" name="">
            <a:extLst xmlns:a="http://schemas.openxmlformats.org/drawingml/2006/main">
              <a:ext uri="{FF2B5EF4-FFF2-40B4-BE49-F238E27FC236}">
                <a16:creationId xmlns:a16="http://schemas.microsoft.com/office/drawing/2014/main" id="{CBCC37C8-B497-4006-B844-672899EE3C58}"/>
              </a:ext>
            </a:extLst>
          </p:cNvPr>
          <p:cNvPicPr>
            <a:picLocks xmlns:a="http://schemas.openxmlformats.org/drawingml/2006/main" noChangeAspect="1"/>
          </p:cNvPicPr>
          <p:nvPr/>
        </p:nvPicPr>
        <p:blipFill>
          <a:blip xmlns:r="http://schemas.openxmlformats.org/officeDocument/2006/relationships" xmlns:a="http://schemas.openxmlformats.org/drawingml/2006/main" r:embed="R446c47f8fe824363"/>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AD58C8AB-7965-4CF7-B279-925247D656A1}"/>
              </a:ext>
            </a:extLst>
          </p:cNvPr>
          <p:cNvSpPr>
            <a:spLocks xmlns:a="http://schemas.openxmlformats.org/drawingml/2006/main" noGrp="1"/>
          </p:cNvSpPr>
          <p:nvPr/>
        </p:nvSpPr>
        <p:spPr>
          <a:xfrm xmlns:a="http://schemas.openxmlformats.org/drawingml/2006/main">
            <a:off x="381000" y="1143000"/>
            <a:ext cx="1409700" cy="85725"/>
          </a:xfrm>
          <a:prstGeom xmlns:a="http://schemas.openxmlformats.org/drawingml/2006/main" prst="rect">
            <a:avLst/>
          </a:prstGeom>
          <a:solidFill xmlns:a="http://schemas.openxmlformats.org/drawingml/2006/main">
            <a:srgbClr val="356B51"/>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39352F93-D2A5-4EEC-A2AE-CCCC05B5784A}"/>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3D2978A3-EFC2-46E9-A7E6-24292F6DAA5D}"/>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F67AF201-9CFA-4285-B86B-5C41D40D038A}"/>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0D6DAF5E-3AFD-4F88-A685-3347594985E6}"/>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D7FBA629-7B1C-4DC9-A045-5AB3A4B9624C}"/>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0064F12E-3DC8-43F3-B87F-2ABBD91C71E3}"/>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ART-GROW-A2-W01-P2 · version ______</a:t>
            </a:r>
          </a:p>
        </p:txBody>
      </p:sp>
      <p:sp>
        <p:nvSpPr>
          <p:cNvPr id="13" name="licence-footer">
            <a:extLst xmlns:a="http://schemas.openxmlformats.org/drawingml/2006/main">
              <a:ext uri="{FF2B5EF4-FFF2-40B4-BE49-F238E27FC236}">
                <a16:creationId xmlns:a16="http://schemas.microsoft.com/office/drawing/2014/main" id="{E67FF3D4-93CE-4C9E-9FF2-AE6362BD46BD}"/>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4A90BA4B-8A1C-4CBA-AE68-4CC96EF2C0AC}"/>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Four numbered responses, 1 to 4, in words, symbols or marks.</a:t>
            </a:r>
          </a:p>
        </p:txBody>
      </p:sp>
      <p:sp>
        <p:nvSpPr>
          <p:cNvPr id="15" name="item-1-title">
            <a:extLst xmlns:a="http://schemas.openxmlformats.org/drawingml/2006/main">
              <a:ext uri="{FF2B5EF4-FFF2-40B4-BE49-F238E27FC236}">
                <a16:creationId xmlns:a16="http://schemas.microsoft.com/office/drawing/2014/main" id="{7F1E842E-539F-4EF5-89C2-670B7281E800}"/>
              </a:ext>
            </a:extLst>
          </p:cNvPr>
          <p:cNvSpPr>
            <a:spLocks xmlns:a="http://schemas.openxmlformats.org/drawingml/2006/main" noGrp="1"/>
          </p:cNvSpPr>
          <p:nvPr/>
        </p:nvSpPr>
        <p:spPr>
          <a:xfrm xmlns:a="http://schemas.openxmlformats.org/drawingml/2006/main">
            <a:off x="381000" y="1904619"/>
            <a:ext cx="558165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56B51"/>
                </a:solidFill>
                <a:latin typeface="Arial"/>
                <a:ea typeface="Arial"/>
                <a:cs typeface="Arial"/>
              </a:defRPr>
            </a:defPPr>
          </a:lstStyle>
          <a:p xmlns:a="http://schemas.openxmlformats.org/drawingml/2006/main">
            <a:pPr algn="l">
              <a:lnSpc>
                <a:spcPct val="108000"/>
              </a:lnSpc>
              <a:buNone/>
              <a:defRPr sz="1800" b="1" lang="en-GB">
                <a:solidFill>
                  <a:srgbClr val="356B51"/>
                </a:solidFill>
                <a:latin typeface="Arial"/>
                <a:ea typeface="Arial"/>
                <a:cs typeface="Arial"/>
              </a:defRPr>
            </a:pPr>
            <a:r>
              <a:rPr sz="1800" b="1" lang="en-GB">
                <a:solidFill>
                  <a:srgbClr val="356B51"/>
                </a:solidFill>
                <a:latin typeface="Arial"/>
                <a:ea typeface="Arial"/>
                <a:cs typeface="Arial"/>
              </a:rPr>
              <a:t>1. Comparison</a:t>
            </a:r>
          </a:p>
        </p:txBody>
      </p:sp>
      <p:sp>
        <p:nvSpPr>
          <p:cNvPr id="16" name="item-1-question">
            <a:extLst xmlns:a="http://schemas.openxmlformats.org/drawingml/2006/main">
              <a:ext uri="{FF2B5EF4-FFF2-40B4-BE49-F238E27FC236}">
                <a16:creationId xmlns:a16="http://schemas.microsoft.com/office/drawing/2014/main" id="{E3E40FFB-672B-416A-8B8B-67C1FCCCBB13}"/>
              </a:ext>
            </a:extLst>
          </p:cNvPr>
          <p:cNvSpPr>
            <a:spLocks xmlns:a="http://schemas.openxmlformats.org/drawingml/2006/main" noGrp="1"/>
          </p:cNvSpPr>
          <p:nvPr/>
        </p:nvSpPr>
        <p:spPr>
          <a:xfrm xmlns:a="http://schemas.openxmlformats.org/drawingml/2006/main">
            <a:off x="381000" y="2317242"/>
            <a:ext cx="5581650" cy="358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What do A and B share, and how do they differ?</a:t>
            </a:r>
          </a:p>
        </p:txBody>
      </p:sp>
      <p:sp>
        <p:nvSpPr>
          <p:cNvPr id="17" name="item-1-clue">
            <a:extLst xmlns:a="http://schemas.openxmlformats.org/drawingml/2006/main">
              <a:ext uri="{FF2B5EF4-FFF2-40B4-BE49-F238E27FC236}">
                <a16:creationId xmlns:a16="http://schemas.microsoft.com/office/drawing/2014/main" id="{94586814-5413-42FB-B298-8AD3A5B3267E}"/>
              </a:ext>
            </a:extLst>
          </p:cNvPr>
          <p:cNvSpPr>
            <a:spLocks xmlns:a="http://schemas.openxmlformats.org/drawingml/2006/main" noGrp="1"/>
          </p:cNvSpPr>
          <p:nvPr/>
        </p:nvSpPr>
        <p:spPr>
          <a:xfrm xmlns:a="http://schemas.openxmlformats.org/drawingml/2006/main">
            <a:off x="381000" y="2790444"/>
            <a:ext cx="558165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56B51"/>
                </a:solidFill>
                <a:latin typeface="Arial"/>
                <a:ea typeface="Arial"/>
                <a:cs typeface="Arial"/>
              </a:defRPr>
            </a:defPPr>
          </a:lstStyle>
          <a:p xmlns:a="http://schemas.openxmlformats.org/drawingml/2006/main">
            <a:pPr algn="l">
              <a:lnSpc>
                <a:spcPct val="108000"/>
              </a:lnSpc>
              <a:buNone/>
              <a:defRPr sz="1500" b="0" lang="en-GB">
                <a:solidFill>
                  <a:srgbClr val="356B51"/>
                </a:solidFill>
                <a:latin typeface="Arial"/>
                <a:ea typeface="Arial"/>
                <a:cs typeface="Arial"/>
              </a:defRPr>
            </a:pPr>
            <a:r>
              <a:rPr sz="1500" b="0" lang="en-GB">
                <a:solidFill>
                  <a:srgbClr val="356B51"/>
                </a:solidFill>
                <a:latin typeface="Arial"/>
                <a:ea typeface="Arial"/>
                <a:cs typeface="Arial"/>
              </a:rPr>
              <a:t>Clue: Compare marks, spacing and ground.</a:t>
            </a:r>
          </a:p>
        </p:txBody>
      </p:sp>
      <p:sp>
        <p:nvSpPr>
          <p:cNvPr id="18" name="item-2-title">
            <a:extLst xmlns:a="http://schemas.openxmlformats.org/drawingml/2006/main">
              <a:ext uri="{FF2B5EF4-FFF2-40B4-BE49-F238E27FC236}">
                <a16:creationId xmlns:a16="http://schemas.microsoft.com/office/drawing/2014/main" id="{B6FD45DD-1F3E-4261-97D5-07EFB5CF744E}"/>
              </a:ext>
            </a:extLst>
          </p:cNvPr>
          <p:cNvSpPr>
            <a:spLocks xmlns:a="http://schemas.openxmlformats.org/drawingml/2006/main" noGrp="1"/>
          </p:cNvSpPr>
          <p:nvPr/>
        </p:nvSpPr>
        <p:spPr>
          <a:xfrm xmlns:a="http://schemas.openxmlformats.org/drawingml/2006/main">
            <a:off x="6229350" y="1904619"/>
            <a:ext cx="558165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56B51"/>
                </a:solidFill>
                <a:latin typeface="Arial"/>
                <a:ea typeface="Arial"/>
                <a:cs typeface="Arial"/>
              </a:defRPr>
            </a:defPPr>
          </a:lstStyle>
          <a:p xmlns:a="http://schemas.openxmlformats.org/drawingml/2006/main">
            <a:pPr algn="l">
              <a:lnSpc>
                <a:spcPct val="108000"/>
              </a:lnSpc>
              <a:buNone/>
              <a:defRPr sz="1800" b="1" lang="en-GB">
                <a:solidFill>
                  <a:srgbClr val="356B51"/>
                </a:solidFill>
                <a:latin typeface="Arial"/>
                <a:ea typeface="Arial"/>
                <a:cs typeface="Arial"/>
              </a:defRPr>
            </a:pPr>
            <a:r>
              <a:rPr sz="1800" b="1" lang="en-GB">
                <a:solidFill>
                  <a:srgbClr val="356B51"/>
                </a:solidFill>
                <a:latin typeface="Arial"/>
                <a:ea typeface="Arial"/>
                <a:cs typeface="Arial"/>
              </a:rPr>
              <a:t>2. Contrast</a:t>
            </a:r>
          </a:p>
        </p:txBody>
      </p:sp>
      <p:sp>
        <p:nvSpPr>
          <p:cNvPr id="19" name="item-2-question">
            <a:extLst xmlns:a="http://schemas.openxmlformats.org/drawingml/2006/main">
              <a:ext uri="{FF2B5EF4-FFF2-40B4-BE49-F238E27FC236}">
                <a16:creationId xmlns:a16="http://schemas.microsoft.com/office/drawing/2014/main" id="{3A841D8E-A6CD-4CF8-A51E-FE2317C46640}"/>
              </a:ext>
            </a:extLst>
          </p:cNvPr>
          <p:cNvSpPr>
            <a:spLocks xmlns:a="http://schemas.openxmlformats.org/drawingml/2006/main" noGrp="1"/>
          </p:cNvSpPr>
          <p:nvPr/>
        </p:nvSpPr>
        <p:spPr>
          <a:xfrm xmlns:a="http://schemas.openxmlformats.org/drawingml/2006/main">
            <a:off x="6229350" y="2317242"/>
            <a:ext cx="5581650" cy="651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Could bright cool colours work on a dark ground too?</a:t>
            </a:r>
          </a:p>
        </p:txBody>
      </p:sp>
      <p:sp>
        <p:nvSpPr>
          <p:cNvPr id="20" name="item-2-clue">
            <a:extLst xmlns:a="http://schemas.openxmlformats.org/drawingml/2006/main">
              <a:ext uri="{FF2B5EF4-FFF2-40B4-BE49-F238E27FC236}">
                <a16:creationId xmlns:a16="http://schemas.microsoft.com/office/drawing/2014/main" id="{8BADBA5D-82A4-4821-8F00-85D00EE8011E}"/>
              </a:ext>
            </a:extLst>
          </p:cNvPr>
          <p:cNvSpPr>
            <a:spLocks xmlns:a="http://schemas.openxmlformats.org/drawingml/2006/main" noGrp="1"/>
          </p:cNvSpPr>
          <p:nvPr/>
        </p:nvSpPr>
        <p:spPr>
          <a:xfrm xmlns:a="http://schemas.openxmlformats.org/drawingml/2006/main">
            <a:off x="6229350" y="3082671"/>
            <a:ext cx="5581650" cy="51625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56B51"/>
                </a:solidFill>
                <a:latin typeface="Arial"/>
                <a:ea typeface="Arial"/>
                <a:cs typeface="Arial"/>
              </a:defRPr>
            </a:defPPr>
          </a:lstStyle>
          <a:p xmlns:a="http://schemas.openxmlformats.org/drawingml/2006/main">
            <a:pPr algn="l">
              <a:lnSpc>
                <a:spcPct val="108000"/>
              </a:lnSpc>
              <a:buNone/>
              <a:defRPr sz="1500" b="0" lang="en-GB">
                <a:solidFill>
                  <a:srgbClr val="356B51"/>
                </a:solidFill>
                <a:latin typeface="Arial"/>
                <a:ea typeface="Arial"/>
                <a:cs typeface="Arial"/>
              </a:defRPr>
            </a:pPr>
            <a:r>
              <a:rPr sz="1500" b="0" lang="en-GB">
                <a:solidFill>
                  <a:srgbClr val="356B51"/>
                </a:solidFill>
                <a:latin typeface="Arial"/>
                <a:ea typeface="Arial"/>
                <a:cs typeface="Arial"/>
              </a:rPr>
              <a:t>Clue: Cool colours are blue and green. Think of light blue or light green marks.</a:t>
            </a:r>
          </a:p>
        </p:txBody>
      </p:sp>
      <p:sp>
        <p:nvSpPr>
          <p:cNvPr id="21" name="item-3-title">
            <a:extLst xmlns:a="http://schemas.openxmlformats.org/drawingml/2006/main">
              <a:ext uri="{FF2B5EF4-FFF2-40B4-BE49-F238E27FC236}">
                <a16:creationId xmlns:a16="http://schemas.microsoft.com/office/drawing/2014/main" id="{6FD318BD-9CBE-4CAD-BAE3-908DBCCB3DE1}"/>
              </a:ext>
            </a:extLst>
          </p:cNvPr>
          <p:cNvSpPr>
            <a:spLocks xmlns:a="http://schemas.openxmlformats.org/drawingml/2006/main" noGrp="1"/>
          </p:cNvSpPr>
          <p:nvPr/>
        </p:nvSpPr>
        <p:spPr>
          <a:xfrm xmlns:a="http://schemas.openxmlformats.org/drawingml/2006/main">
            <a:off x="381000" y="4133660"/>
            <a:ext cx="558165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56B51"/>
                </a:solidFill>
                <a:latin typeface="Arial"/>
                <a:ea typeface="Arial"/>
                <a:cs typeface="Arial"/>
              </a:defRPr>
            </a:defPPr>
          </a:lstStyle>
          <a:p xmlns:a="http://schemas.openxmlformats.org/drawingml/2006/main">
            <a:pPr algn="l">
              <a:lnSpc>
                <a:spcPct val="108000"/>
              </a:lnSpc>
              <a:buNone/>
              <a:defRPr sz="1800" b="1" lang="en-GB">
                <a:solidFill>
                  <a:srgbClr val="356B51"/>
                </a:solidFill>
                <a:latin typeface="Arial"/>
                <a:ea typeface="Arial"/>
                <a:cs typeface="Arial"/>
              </a:defRPr>
            </a:pPr>
            <a:r>
              <a:rPr sz="1800" b="1" lang="en-GB">
                <a:solidFill>
                  <a:srgbClr val="356B51"/>
                </a:solidFill>
                <a:latin typeface="Arial"/>
                <a:ea typeface="Arial"/>
                <a:cs typeface="Arial"/>
              </a:rPr>
              <a:t>3. Strength</a:t>
            </a:r>
          </a:p>
        </p:txBody>
      </p:sp>
      <p:sp>
        <p:nvSpPr>
          <p:cNvPr id="22" name="item-3-question">
            <a:extLst xmlns:a="http://schemas.openxmlformats.org/drawingml/2006/main">
              <a:ext uri="{FF2B5EF4-FFF2-40B4-BE49-F238E27FC236}">
                <a16:creationId xmlns:a16="http://schemas.microsoft.com/office/drawing/2014/main" id="{9C7E5006-D653-4BF1-8FCD-4EEE165A7CCE}"/>
              </a:ext>
            </a:extLst>
          </p:cNvPr>
          <p:cNvSpPr>
            <a:spLocks xmlns:a="http://schemas.openxmlformats.org/drawingml/2006/main" noGrp="1"/>
          </p:cNvSpPr>
          <p:nvPr/>
        </p:nvSpPr>
        <p:spPr>
          <a:xfrm xmlns:a="http://schemas.openxmlformats.org/drawingml/2006/main">
            <a:off x="381000" y="4546283"/>
            <a:ext cx="5581650" cy="358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Give one strength of A using a visible feature.</a:t>
            </a:r>
          </a:p>
        </p:txBody>
      </p:sp>
      <p:sp>
        <p:nvSpPr>
          <p:cNvPr id="23" name="item-3-clue">
            <a:extLst xmlns:a="http://schemas.openxmlformats.org/drawingml/2006/main">
              <a:ext uri="{FF2B5EF4-FFF2-40B4-BE49-F238E27FC236}">
                <a16:creationId xmlns:a16="http://schemas.microsoft.com/office/drawing/2014/main" id="{787E4F90-188B-4147-9BF9-F35FE67D1711}"/>
              </a:ext>
            </a:extLst>
          </p:cNvPr>
          <p:cNvSpPr>
            <a:spLocks xmlns:a="http://schemas.openxmlformats.org/drawingml/2006/main" noGrp="1"/>
          </p:cNvSpPr>
          <p:nvPr/>
        </p:nvSpPr>
        <p:spPr>
          <a:xfrm xmlns:a="http://schemas.openxmlformats.org/drawingml/2006/main">
            <a:off x="381000" y="5019485"/>
            <a:ext cx="558165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56B51"/>
                </a:solidFill>
                <a:latin typeface="Arial"/>
                <a:ea typeface="Arial"/>
                <a:cs typeface="Arial"/>
              </a:defRPr>
            </a:defPPr>
          </a:lstStyle>
          <a:p xmlns:a="http://schemas.openxmlformats.org/drawingml/2006/main">
            <a:pPr algn="l">
              <a:lnSpc>
                <a:spcPct val="108000"/>
              </a:lnSpc>
              <a:buNone/>
              <a:defRPr sz="1500" b="0" lang="en-GB">
                <a:solidFill>
                  <a:srgbClr val="356B51"/>
                </a:solidFill>
                <a:latin typeface="Arial"/>
                <a:ea typeface="Arial"/>
                <a:cs typeface="Arial"/>
              </a:defRPr>
            </a:pPr>
            <a:r>
              <a:rPr sz="1500" b="0" lang="en-GB">
                <a:solidFill>
                  <a:srgbClr val="356B51"/>
                </a:solidFill>
                <a:latin typeface="Arial"/>
                <a:ea typeface="Arial"/>
                <a:cs typeface="Arial"/>
              </a:rPr>
              <a:t>Clue: Look for contrast or a clear repeat.</a:t>
            </a:r>
          </a:p>
        </p:txBody>
      </p:sp>
      <p:sp>
        <p:nvSpPr>
          <p:cNvPr id="24" name="item-4-title">
            <a:extLst xmlns:a="http://schemas.openxmlformats.org/drawingml/2006/main">
              <a:ext uri="{FF2B5EF4-FFF2-40B4-BE49-F238E27FC236}">
                <a16:creationId xmlns:a16="http://schemas.microsoft.com/office/drawing/2014/main" id="{8FB00E5B-F4C5-4A51-8221-5675E16B35FF}"/>
              </a:ext>
            </a:extLst>
          </p:cNvPr>
          <p:cNvSpPr>
            <a:spLocks xmlns:a="http://schemas.openxmlformats.org/drawingml/2006/main" noGrp="1"/>
          </p:cNvSpPr>
          <p:nvPr/>
        </p:nvSpPr>
        <p:spPr>
          <a:xfrm xmlns:a="http://schemas.openxmlformats.org/drawingml/2006/main">
            <a:off x="6229350" y="4133660"/>
            <a:ext cx="558165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56B51"/>
                </a:solidFill>
                <a:latin typeface="Arial"/>
                <a:ea typeface="Arial"/>
                <a:cs typeface="Arial"/>
              </a:defRPr>
            </a:defPPr>
          </a:lstStyle>
          <a:p xmlns:a="http://schemas.openxmlformats.org/drawingml/2006/main">
            <a:pPr algn="l">
              <a:lnSpc>
                <a:spcPct val="108000"/>
              </a:lnSpc>
              <a:buNone/>
              <a:defRPr sz="1800" b="1" lang="en-GB">
                <a:solidFill>
                  <a:srgbClr val="356B51"/>
                </a:solidFill>
                <a:latin typeface="Arial"/>
                <a:ea typeface="Arial"/>
                <a:cs typeface="Arial"/>
              </a:defRPr>
            </a:pPr>
            <a:r>
              <a:rPr sz="1800" b="1" lang="en-GB">
                <a:solidFill>
                  <a:srgbClr val="356B51"/>
                </a:solidFill>
                <a:latin typeface="Arial"/>
                <a:ea typeface="Arial"/>
                <a:cs typeface="Arial"/>
              </a:rPr>
              <a:t>4. Change</a:t>
            </a:r>
          </a:p>
        </p:txBody>
      </p:sp>
      <p:sp>
        <p:nvSpPr>
          <p:cNvPr id="25" name="item-4-question">
            <a:extLst xmlns:a="http://schemas.openxmlformats.org/drawingml/2006/main">
              <a:ext uri="{FF2B5EF4-FFF2-40B4-BE49-F238E27FC236}">
                <a16:creationId xmlns:a16="http://schemas.microsoft.com/office/drawing/2014/main" id="{F6E38258-54A5-4360-AE52-7C60F542B2FA}"/>
              </a:ext>
            </a:extLst>
          </p:cNvPr>
          <p:cNvSpPr>
            <a:spLocks xmlns:a="http://schemas.openxmlformats.org/drawingml/2006/main" noGrp="1"/>
          </p:cNvSpPr>
          <p:nvPr/>
        </p:nvSpPr>
        <p:spPr>
          <a:xfrm xmlns:a="http://schemas.openxmlformats.org/drawingml/2006/main">
            <a:off x="6229350" y="4546283"/>
            <a:ext cx="5581650" cy="651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How could you change the gaps while keeping A's repeat?</a:t>
            </a:r>
          </a:p>
        </p:txBody>
      </p:sp>
      <p:sp>
        <p:nvSpPr>
          <p:cNvPr id="26" name="item-4-clue">
            <a:extLst xmlns:a="http://schemas.openxmlformats.org/drawingml/2006/main">
              <a:ext uri="{FF2B5EF4-FFF2-40B4-BE49-F238E27FC236}">
                <a16:creationId xmlns:a16="http://schemas.microsoft.com/office/drawing/2014/main" id="{97F7241B-7AA8-42FF-98B3-371CA880204B}"/>
              </a:ext>
            </a:extLst>
          </p:cNvPr>
          <p:cNvSpPr>
            <a:spLocks xmlns:a="http://schemas.openxmlformats.org/drawingml/2006/main" noGrp="1"/>
          </p:cNvSpPr>
          <p:nvPr/>
        </p:nvSpPr>
        <p:spPr>
          <a:xfrm xmlns:a="http://schemas.openxmlformats.org/drawingml/2006/main">
            <a:off x="6229350" y="5311712"/>
            <a:ext cx="558165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56B51"/>
                </a:solidFill>
                <a:latin typeface="Arial"/>
                <a:ea typeface="Arial"/>
                <a:cs typeface="Arial"/>
              </a:defRPr>
            </a:defPPr>
          </a:lstStyle>
          <a:p xmlns:a="http://schemas.openxmlformats.org/drawingml/2006/main">
            <a:pPr algn="l">
              <a:lnSpc>
                <a:spcPct val="108000"/>
              </a:lnSpc>
              <a:buNone/>
              <a:defRPr sz="1500" b="0" lang="en-GB">
                <a:solidFill>
                  <a:srgbClr val="356B51"/>
                </a:solidFill>
                <a:latin typeface="Arial"/>
                <a:ea typeface="Arial"/>
                <a:cs typeface="Arial"/>
              </a:defRPr>
            </a:pPr>
            <a:r>
              <a:rPr sz="1500" b="0" lang="en-GB">
                <a:solidFill>
                  <a:srgbClr val="356B51"/>
                </a:solidFill>
                <a:latin typeface="Arial"/>
                <a:ea typeface="Arial"/>
                <a:cs typeface="Arial"/>
              </a:rPr>
              <a:t>Clue: Keep ring then dot in the same order.</a:t>
            </a:r>
          </a:p>
        </p:txBody>
      </p:sp>
    </p:spTree>
    <p:extLst>
      <p:ext uri="{BB962C8B-B14F-4D97-AF65-F5344CB8AC3E}">
        <p14:creationId xmlns:p14="http://schemas.microsoft.com/office/powerpoint/2010/main" val="4939842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lesson-header">
            <a:extLst xmlns:a="http://schemas.openxmlformats.org/drawingml/2006/main">
              <a:ext uri="{FF2B5EF4-FFF2-40B4-BE49-F238E27FC236}">
                <a16:creationId xmlns:a16="http://schemas.microsoft.com/office/drawing/2014/main" id="{283694C2-F4A9-4985-BB68-014995486744}"/>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56B51"/>
                </a:solidFill>
                <a:latin typeface="Arial"/>
                <a:ea typeface="Arial"/>
                <a:cs typeface="Arial"/>
              </a:defRPr>
            </a:defPPr>
          </a:lstStyle>
          <a:p xmlns:a="http://schemas.openxmlformats.org/drawingml/2006/main">
            <a:pPr algn="l">
              <a:lnSpc>
                <a:spcPct val="108000"/>
              </a:lnSpc>
              <a:buNone/>
              <a:defRPr sz="1050" b="1" lang="en-GB">
                <a:solidFill>
                  <a:srgbClr val="356B51"/>
                </a:solidFill>
                <a:latin typeface="Arial"/>
                <a:ea typeface="Arial"/>
                <a:cs typeface="Arial"/>
              </a:defRPr>
            </a:pPr>
            <a:r>
              <a:rPr sz="1050" b="1" lang="en-GB">
                <a:solidFill>
                  <a:srgbClr val="356B51"/>
                </a:solidFill>
                <a:latin typeface="Arial"/>
                <a:ea typeface="Arial"/>
                <a:cs typeface="Arial"/>
              </a:rPr>
              <a:t>Art · GROW · Autumn 2 · Week 1</a:t>
            </a:r>
          </a:p>
        </p:txBody>
      </p:sp>
      <p:sp>
        <p:nvSpPr>
          <p:cNvPr id="2" name="stage-time">
            <a:extLst xmlns:a="http://schemas.openxmlformats.org/drawingml/2006/main">
              <a:ext uri="{FF2B5EF4-FFF2-40B4-BE49-F238E27FC236}">
                <a16:creationId xmlns:a16="http://schemas.microsoft.com/office/drawing/2014/main" id="{7C308D0B-3CF3-48A3-B299-AF4E98C2CB89}"/>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56B51"/>
                </a:solidFill>
                <a:latin typeface="Arial"/>
                <a:ea typeface="Arial"/>
                <a:cs typeface="Arial"/>
              </a:defRPr>
            </a:defPPr>
          </a:lstStyle>
          <a:p xmlns:a="http://schemas.openxmlformats.org/drawingml/2006/main">
            <a:pPr algn="r">
              <a:lnSpc>
                <a:spcPct val="108000"/>
              </a:lnSpc>
              <a:buNone/>
              <a:defRPr sz="1425" b="1" lang="en-GB">
                <a:solidFill>
                  <a:srgbClr val="356B51"/>
                </a:solidFill>
                <a:latin typeface="Arial"/>
                <a:ea typeface="Arial"/>
                <a:cs typeface="Arial"/>
              </a:defRPr>
            </a:pPr>
            <a:r>
              <a:rPr sz="1425" b="1" lang="en-GB">
                <a:solidFill>
                  <a:srgbClr val="356B51"/>
                </a:solidFill>
                <a:latin typeface="Arial"/>
                <a:ea typeface="Arial"/>
                <a:cs typeface="Arial"/>
              </a:rPr>
              <a:t>Starter · 3 min · 05 to 08</a:t>
            </a:r>
          </a:p>
        </p:txBody>
      </p:sp>
      <p:sp>
        <p:nvSpPr>
          <p:cNvPr id="3" name="slide-title">
            <a:extLst xmlns:a="http://schemas.openxmlformats.org/drawingml/2006/main">
              <a:ext uri="{FF2B5EF4-FFF2-40B4-BE49-F238E27FC236}">
                <a16:creationId xmlns:a16="http://schemas.microsoft.com/office/drawing/2014/main" id="{7D7D6981-52CB-4530-A7A5-5ACEEDB6D101}"/>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56B51"/>
                </a:solidFill>
                <a:latin typeface="Arial"/>
                <a:ea typeface="Arial"/>
                <a:cs typeface="Arial"/>
              </a:defRPr>
            </a:defPPr>
          </a:lstStyle>
          <a:p xmlns:a="http://schemas.openxmlformats.org/drawingml/2006/main">
            <a:pPr algn="l">
              <a:lnSpc>
                <a:spcPct val="108000"/>
              </a:lnSpc>
              <a:buNone/>
              <a:defRPr sz="2700" b="1" lang="en-GB">
                <a:solidFill>
                  <a:srgbClr val="356B51"/>
                </a:solidFill>
                <a:latin typeface="Arial"/>
                <a:ea typeface="Arial"/>
                <a:cs typeface="Arial"/>
              </a:defRPr>
            </a:pPr>
            <a:r>
              <a:rPr sz="2700" b="1" lang="en-GB">
                <a:solidFill>
                  <a:srgbClr val="356B51"/>
                </a:solidFill>
                <a:latin typeface="Arial"/>
                <a:ea typeface="Arial"/>
                <a:cs typeface="Arial"/>
              </a:rPr>
              <a:t>Starter</a:t>
            </a:r>
          </a:p>
        </p:txBody>
      </p:sp>
      <p:pic>
        <p:nvPicPr>
          <p:cNvPr id="4" name="">
            <a:extLst xmlns:a="http://schemas.openxmlformats.org/drawingml/2006/main">
              <a:ext uri="{FF2B5EF4-FFF2-40B4-BE49-F238E27FC236}">
                <a16:creationId xmlns:a16="http://schemas.microsoft.com/office/drawing/2014/main" id="{B63742A7-51B6-421A-8997-D582F4ECB488}"/>
              </a:ext>
            </a:extLst>
          </p:cNvPr>
          <p:cNvPicPr>
            <a:picLocks xmlns:a="http://schemas.openxmlformats.org/drawingml/2006/main" noChangeAspect="1"/>
          </p:cNvPicPr>
          <p:nvPr/>
        </p:nvPicPr>
        <p:blipFill>
          <a:blip xmlns:r="http://schemas.openxmlformats.org/officeDocument/2006/relationships" xmlns:a="http://schemas.openxmlformats.org/drawingml/2006/main" r:embed="R9ece5a70000d4f25"/>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A83ECE47-C129-420F-B0C6-DBFED573CB5D}"/>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DDBE72EA-A600-4894-B98A-85B6F287263A}"/>
              </a:ext>
            </a:extLst>
          </p:cNvPr>
          <p:cNvSpPr>
            <a:spLocks xmlns:a="http://schemas.openxmlformats.org/drawingml/2006/main" noGrp="1"/>
          </p:cNvSpPr>
          <p:nvPr/>
        </p:nvSpPr>
        <p:spPr>
          <a:xfrm xmlns:a="http://schemas.openxmlformats.org/drawingml/2006/main">
            <a:off x="1809750" y="1143000"/>
            <a:ext cx="838200" cy="85725"/>
          </a:xfrm>
          <a:prstGeom xmlns:a="http://schemas.openxmlformats.org/drawingml/2006/main" prst="rect">
            <a:avLst/>
          </a:prstGeom>
          <a:solidFill xmlns:a="http://schemas.openxmlformats.org/drawingml/2006/main">
            <a:srgbClr val="356B51"/>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BCA95A95-6935-4717-B820-43CA4212B729}"/>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31305098-FE8C-4C08-B64C-F3B5BD9E96FE}"/>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9A0C4793-F89F-4ECC-A07C-85BE1E4A88B6}"/>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5084FE0B-1AC7-4E94-B2FE-AFCC860B10DB}"/>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E3E27B75-9B1C-4792-AA47-776017BAEB67}"/>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ART-GROW-A2-W01-P2 · version ______</a:t>
            </a:r>
          </a:p>
        </p:txBody>
      </p:sp>
      <p:sp>
        <p:nvSpPr>
          <p:cNvPr id="12" name="licence-footer">
            <a:extLst xmlns:a="http://schemas.openxmlformats.org/drawingml/2006/main">
              <a:ext uri="{FF2B5EF4-FFF2-40B4-BE49-F238E27FC236}">
                <a16:creationId xmlns:a16="http://schemas.microsoft.com/office/drawing/2014/main" id="{A487DAAC-E820-45BE-B857-A78B7A67784A}"/>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11B177ED-A136-495B-9B19-44E41DD036EF}"/>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chosen plan and one reason or matching mark.</a:t>
            </a:r>
          </a:p>
        </p:txBody>
      </p:sp>
      <p:sp>
        <p:nvSpPr>
          <p:cNvPr id="14" name="body-0">
            <a:extLst xmlns:a="http://schemas.openxmlformats.org/drawingml/2006/main">
              <a:ext uri="{FF2B5EF4-FFF2-40B4-BE49-F238E27FC236}">
                <a16:creationId xmlns:a16="http://schemas.microsoft.com/office/drawing/2014/main" id="{5CA426A8-FAF0-4B7F-9D18-CEAF8C442BEC}"/>
              </a:ext>
            </a:extLst>
          </p:cNvPr>
          <p:cNvSpPr>
            <a:spLocks xmlns:a="http://schemas.openxmlformats.org/drawingml/2006/main" noGrp="1"/>
          </p:cNvSpPr>
          <p:nvPr/>
        </p:nvSpPr>
        <p:spPr>
          <a:xfrm xmlns:a="http://schemas.openxmlformats.org/drawingml/2006/main">
            <a:off x="381000" y="190461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Which plan will help make our small light artwork?</a:t>
            </a:r>
          </a:p>
        </p:txBody>
      </p:sp>
      <p:sp>
        <p:nvSpPr>
          <p:cNvPr id="15" name="body-1">
            <a:extLst xmlns:a="http://schemas.openxmlformats.org/drawingml/2006/main">
              <a:ext uri="{FF2B5EF4-FFF2-40B4-BE49-F238E27FC236}">
                <a16:creationId xmlns:a16="http://schemas.microsoft.com/office/drawing/2014/main" id="{CE0B6265-A130-4506-ACC9-C1D0260B5250}"/>
              </a:ext>
            </a:extLst>
          </p:cNvPr>
          <p:cNvSpPr>
            <a:spLocks xmlns:a="http://schemas.openxmlformats.org/drawingml/2006/main" noGrp="1"/>
          </p:cNvSpPr>
          <p:nvPr/>
        </p:nvSpPr>
        <p:spPr>
          <a:xfrm xmlns:a="http://schemas.openxmlformats.org/drawingml/2006/main">
            <a:off x="381000" y="2446211"/>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A: Choose bright marks, a dark ground and a shape or pair to repeat.</a:t>
            </a:r>
          </a:p>
        </p:txBody>
      </p:sp>
      <p:sp>
        <p:nvSpPr>
          <p:cNvPr id="16" name="body-2">
            <a:extLst xmlns:a="http://schemas.openxmlformats.org/drawingml/2006/main">
              <a:ext uri="{FF2B5EF4-FFF2-40B4-BE49-F238E27FC236}">
                <a16:creationId xmlns:a16="http://schemas.microsoft.com/office/drawing/2014/main" id="{F5412970-E8FF-41C3-8BE3-FB8C0A2CDD58}"/>
              </a:ext>
            </a:extLst>
          </p:cNvPr>
          <p:cNvSpPr>
            <a:spLocks xmlns:a="http://schemas.openxmlformats.org/drawingml/2006/main" noGrp="1"/>
          </p:cNvSpPr>
          <p:nvPr/>
        </p:nvSpPr>
        <p:spPr>
          <a:xfrm xmlns:a="http://schemas.openxmlformats.org/drawingml/2006/main">
            <a:off x="381000" y="2987802"/>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B: Choose marks that blend into the ground and no repeat.</a:t>
            </a:r>
          </a:p>
        </p:txBody>
      </p:sp>
      <p:sp>
        <p:nvSpPr>
          <p:cNvPr id="17" name="body-3">
            <a:extLst xmlns:a="http://schemas.openxmlformats.org/drawingml/2006/main">
              <a:ext uri="{FF2B5EF4-FFF2-40B4-BE49-F238E27FC236}">
                <a16:creationId xmlns:a16="http://schemas.microsoft.com/office/drawing/2014/main" id="{1D085961-3A4D-4176-A586-36DD7C77C3EF}"/>
              </a:ext>
            </a:extLst>
          </p:cNvPr>
          <p:cNvSpPr>
            <a:spLocks xmlns:a="http://schemas.openxmlformats.org/drawingml/2006/main" noGrp="1"/>
          </p:cNvSpPr>
          <p:nvPr/>
        </p:nvSpPr>
        <p:spPr>
          <a:xfrm xmlns:a="http://schemas.openxmlformats.org/drawingml/2006/main">
            <a:off x="381000" y="3529394"/>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Choose a plan. Explain or show one reason.</a:t>
            </a:r>
          </a:p>
        </p:txBody>
      </p:sp>
    </p:spTree>
    <p:extLst>
      <p:ext uri="{BB962C8B-B14F-4D97-AF65-F5344CB8AC3E}">
        <p14:creationId xmlns:p14="http://schemas.microsoft.com/office/powerpoint/2010/main" val="167384174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E5FBBA9E-36B4-4AA2-96FE-DB248AF7FB97}"/>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56B51"/>
                </a:solidFill>
                <a:latin typeface="Arial"/>
                <a:ea typeface="Arial"/>
                <a:cs typeface="Arial"/>
              </a:defRPr>
            </a:defPPr>
          </a:lstStyle>
          <a:p xmlns:a="http://schemas.openxmlformats.org/drawingml/2006/main">
            <a:pPr algn="l">
              <a:lnSpc>
                <a:spcPct val="108000"/>
              </a:lnSpc>
              <a:buNone/>
              <a:defRPr sz="1050" b="1" lang="en-GB">
                <a:solidFill>
                  <a:srgbClr val="356B51"/>
                </a:solidFill>
                <a:latin typeface="Arial"/>
                <a:ea typeface="Arial"/>
                <a:cs typeface="Arial"/>
              </a:defRPr>
            </a:pPr>
            <a:r>
              <a:rPr sz="1050" b="1" lang="en-GB">
                <a:solidFill>
                  <a:srgbClr val="356B51"/>
                </a:solidFill>
                <a:latin typeface="Arial"/>
                <a:ea typeface="Arial"/>
                <a:cs typeface="Arial"/>
              </a:rPr>
              <a:t>Art · GROW · Autumn 2 · Week 1</a:t>
            </a:r>
          </a:p>
        </p:txBody>
      </p:sp>
      <p:sp>
        <p:nvSpPr>
          <p:cNvPr id="2" name="stage-time">
            <a:extLst xmlns:a="http://schemas.openxmlformats.org/drawingml/2006/main">
              <a:ext uri="{FF2B5EF4-FFF2-40B4-BE49-F238E27FC236}">
                <a16:creationId xmlns:a16="http://schemas.microsoft.com/office/drawing/2014/main" id="{213F7F1E-FD09-4A96-928D-762E58FC78E8}"/>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56B51"/>
                </a:solidFill>
                <a:latin typeface="Arial"/>
                <a:ea typeface="Arial"/>
                <a:cs typeface="Arial"/>
              </a:defRPr>
            </a:defPPr>
          </a:lstStyle>
          <a:p xmlns:a="http://schemas.openxmlformats.org/drawingml/2006/main">
            <a:pPr algn="r">
              <a:lnSpc>
                <a:spcPct val="108000"/>
              </a:lnSpc>
              <a:buNone/>
              <a:defRPr sz="1425" b="1" lang="en-GB">
                <a:solidFill>
                  <a:srgbClr val="356B51"/>
                </a:solidFill>
                <a:latin typeface="Arial"/>
                <a:ea typeface="Arial"/>
                <a:cs typeface="Arial"/>
              </a:defRPr>
            </a:pPr>
            <a:r>
              <a:rPr sz="1425" b="1" lang="en-GB">
                <a:solidFill>
                  <a:srgbClr val="356B51"/>
                </a:solidFill>
                <a:latin typeface="Arial"/>
                <a:ea typeface="Arial"/>
                <a:cs typeface="Arial"/>
              </a:rPr>
              <a:t>Starter · 3 min · 05 to 08</a:t>
            </a:r>
          </a:p>
        </p:txBody>
      </p:sp>
      <p:sp>
        <p:nvSpPr>
          <p:cNvPr id="3" name="slide-title">
            <a:extLst xmlns:a="http://schemas.openxmlformats.org/drawingml/2006/main">
              <a:ext uri="{FF2B5EF4-FFF2-40B4-BE49-F238E27FC236}">
                <a16:creationId xmlns:a16="http://schemas.microsoft.com/office/drawing/2014/main" id="{DC155D98-D778-46E8-BF69-3BFADD2DB44F}"/>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56B51"/>
                </a:solidFill>
                <a:latin typeface="Arial"/>
                <a:ea typeface="Arial"/>
                <a:cs typeface="Arial"/>
              </a:defRPr>
            </a:defPPr>
          </a:lstStyle>
          <a:p xmlns:a="http://schemas.openxmlformats.org/drawingml/2006/main">
            <a:pPr algn="l">
              <a:lnSpc>
                <a:spcPct val="108000"/>
              </a:lnSpc>
              <a:buNone/>
              <a:defRPr sz="2700" b="1" lang="en-GB">
                <a:solidFill>
                  <a:srgbClr val="356B51"/>
                </a:solidFill>
                <a:latin typeface="Arial"/>
                <a:ea typeface="Arial"/>
                <a:cs typeface="Arial"/>
              </a:defRPr>
            </a:pPr>
            <a:r>
              <a:rPr sz="2700" b="1" lang="en-GB">
                <a:solidFill>
                  <a:srgbClr val="356B51"/>
                </a:solidFill>
                <a:latin typeface="Arial"/>
                <a:ea typeface="Arial"/>
                <a:cs typeface="Arial"/>
              </a:rPr>
              <a:t>Starter</a:t>
            </a:r>
          </a:p>
        </p:txBody>
      </p:sp>
      <p:pic>
        <p:nvPicPr>
          <p:cNvPr id="4" name="">
            <a:extLst xmlns:a="http://schemas.openxmlformats.org/drawingml/2006/main">
              <a:ext uri="{FF2B5EF4-FFF2-40B4-BE49-F238E27FC236}">
                <a16:creationId xmlns:a16="http://schemas.microsoft.com/office/drawing/2014/main" id="{888E233C-8324-46F1-90EC-754F34695059}"/>
              </a:ext>
            </a:extLst>
          </p:cNvPr>
          <p:cNvPicPr>
            <a:picLocks xmlns:a="http://schemas.openxmlformats.org/drawingml/2006/main" noChangeAspect="1"/>
          </p:cNvPicPr>
          <p:nvPr/>
        </p:nvPicPr>
        <p:blipFill>
          <a:blip xmlns:r="http://schemas.openxmlformats.org/officeDocument/2006/relationships" xmlns:a="http://schemas.openxmlformats.org/drawingml/2006/main" r:embed="Rac9c2ba546b44067"/>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9AD78F7E-1928-4648-BA62-8102092A775B}"/>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4D817EB9-62DC-45D9-BD4D-3BB1426D47F7}"/>
              </a:ext>
            </a:extLst>
          </p:cNvPr>
          <p:cNvSpPr>
            <a:spLocks xmlns:a="http://schemas.openxmlformats.org/drawingml/2006/main" noGrp="1"/>
          </p:cNvSpPr>
          <p:nvPr/>
        </p:nvSpPr>
        <p:spPr>
          <a:xfrm xmlns:a="http://schemas.openxmlformats.org/drawingml/2006/main">
            <a:off x="1809750" y="1143000"/>
            <a:ext cx="838200" cy="85725"/>
          </a:xfrm>
          <a:prstGeom xmlns:a="http://schemas.openxmlformats.org/drawingml/2006/main" prst="rect">
            <a:avLst/>
          </a:prstGeom>
          <a:solidFill xmlns:a="http://schemas.openxmlformats.org/drawingml/2006/main">
            <a:srgbClr val="356B51"/>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C098B49B-B32D-41D7-A7FE-BDE8B73820AD}"/>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7C9DE064-6A97-4CC4-8D59-02CB8AD14F25}"/>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87C84C48-7322-40C8-822F-39732CB1D98A}"/>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06910D1A-D8BD-4D37-B8F9-D943CABE7B10}"/>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421CED97-230D-4F77-B9FB-9657CBEF2F4C}"/>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ART-GROW-A2-W01-P2 · version ______</a:t>
            </a:r>
          </a:p>
        </p:txBody>
      </p:sp>
      <p:sp>
        <p:nvSpPr>
          <p:cNvPr id="12" name="licence-footer">
            <a:extLst xmlns:a="http://schemas.openxmlformats.org/drawingml/2006/main">
              <a:ext uri="{FF2B5EF4-FFF2-40B4-BE49-F238E27FC236}">
                <a16:creationId xmlns:a16="http://schemas.microsoft.com/office/drawing/2014/main" id="{8D5BBC68-F71A-43E6-B167-D0DE09314348}"/>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F5FA9F3A-5334-4052-9F1D-2BF204E090A6}"/>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chosen plan and one reason or matching mark.</a:t>
            </a:r>
          </a:p>
        </p:txBody>
      </p:sp>
      <p:sp>
        <p:nvSpPr>
          <p:cNvPr id="14" name="figure-example_a-0">
            <a:extLst xmlns:a="http://schemas.openxmlformats.org/drawingml/2006/main">
              <a:ext uri="{FF2B5EF4-FFF2-40B4-BE49-F238E27FC236}">
                <a16:creationId xmlns:a16="http://schemas.microsoft.com/office/drawing/2014/main" id="{5B7AB75B-81BC-4E79-8B14-44FEEBF52F2A}"/>
              </a:ext>
            </a:extLst>
          </p:cNvPr>
          <p:cNvSpPr>
            <a:spLocks xmlns:a="http://schemas.openxmlformats.org/drawingml/2006/main" noGrp="1"/>
          </p:cNvSpPr>
          <p:nvPr/>
        </p:nvSpPr>
        <p:spPr>
          <a:xfrm xmlns:a="http://schemas.openxmlformats.org/drawingml/2006/main">
            <a:off x="381000" y="1992439"/>
            <a:ext cx="11430000" cy="3571875"/>
          </a:xfrm>
          <a:prstGeom xmlns:a="http://schemas.openxmlformats.org/drawingml/2006/main" prst="rect">
            <a:avLst/>
          </a:prstGeom>
          <a:solidFill xmlns:a="http://schemas.openxmlformats.org/drawingml/2006/main">
            <a:srgbClr val="14213D"/>
          </a:solidFill>
          <a:ln xmlns:a="http://schemas.openxmlformats.org/drawingml/2006/main" w="0">
            <a:noFill/>
          </a:ln>
        </p:spPr>
      </p:sp>
      <p:sp>
        <p:nvSpPr>
          <p:cNvPr id="15" name="figure-example_a-1">
            <a:extLst xmlns:a="http://schemas.openxmlformats.org/drawingml/2006/main">
              <a:ext uri="{FF2B5EF4-FFF2-40B4-BE49-F238E27FC236}">
                <a16:creationId xmlns:a16="http://schemas.microsoft.com/office/drawing/2014/main" id="{EC4F6920-D6C7-4248-9258-17503B1BA130}"/>
              </a:ext>
            </a:extLst>
          </p:cNvPr>
          <p:cNvSpPr>
            <a:spLocks xmlns:a="http://schemas.openxmlformats.org/drawingml/2006/main" noGrp="1"/>
          </p:cNvSpPr>
          <p:nvPr/>
        </p:nvSpPr>
        <p:spPr>
          <a:xfrm xmlns:a="http://schemas.openxmlformats.org/drawingml/2006/main">
            <a:off x="1537607" y="3302127"/>
            <a:ext cx="952500" cy="952500"/>
          </a:xfrm>
          <a:prstGeom xmlns:a="http://schemas.openxmlformats.org/drawingml/2006/main" prst="ellipse">
            <a:avLst/>
          </a:prstGeom>
          <a:noFill xmlns:a="http://schemas.openxmlformats.org/drawingml/2006/main"/>
          <a:ln xmlns:a="http://schemas.openxmlformats.org/drawingml/2006/main" w="119063">
            <a:solidFill>
              <a:srgbClr val="FFE45E"/>
            </a:solidFill>
          </a:ln>
        </p:spPr>
      </p:sp>
      <p:sp>
        <p:nvSpPr>
          <p:cNvPr id="16" name="figure-example_a-2">
            <a:extLst xmlns:a="http://schemas.openxmlformats.org/drawingml/2006/main">
              <a:ext uri="{FF2B5EF4-FFF2-40B4-BE49-F238E27FC236}">
                <a16:creationId xmlns:a16="http://schemas.microsoft.com/office/drawing/2014/main" id="{0D980FDE-937B-4BFA-9587-34C5A3C7144B}"/>
              </a:ext>
            </a:extLst>
          </p:cNvPr>
          <p:cNvSpPr>
            <a:spLocks xmlns:a="http://schemas.openxmlformats.org/drawingml/2006/main" noGrp="1"/>
          </p:cNvSpPr>
          <p:nvPr/>
        </p:nvSpPr>
        <p:spPr>
          <a:xfrm xmlns:a="http://schemas.openxmlformats.org/drawingml/2006/main">
            <a:off x="3170464" y="3302127"/>
            <a:ext cx="952500" cy="952500"/>
          </a:xfrm>
          <a:prstGeom xmlns:a="http://schemas.openxmlformats.org/drawingml/2006/main" prst="ellipse">
            <a:avLst/>
          </a:prstGeom>
          <a:solidFill xmlns:a="http://schemas.openxmlformats.org/drawingml/2006/main">
            <a:srgbClr val="FF8C32"/>
          </a:solidFill>
          <a:ln xmlns:a="http://schemas.openxmlformats.org/drawingml/2006/main" w="0">
            <a:noFill/>
          </a:ln>
        </p:spPr>
      </p:sp>
      <p:sp>
        <p:nvSpPr>
          <p:cNvPr id="17" name="figure-example_a-3">
            <a:extLst xmlns:a="http://schemas.openxmlformats.org/drawingml/2006/main">
              <a:ext uri="{FF2B5EF4-FFF2-40B4-BE49-F238E27FC236}">
                <a16:creationId xmlns:a16="http://schemas.microsoft.com/office/drawing/2014/main" id="{D358E8DD-DFE8-4AEC-B82E-D7086626E44B}"/>
              </a:ext>
            </a:extLst>
          </p:cNvPr>
          <p:cNvSpPr>
            <a:spLocks xmlns:a="http://schemas.openxmlformats.org/drawingml/2006/main" noGrp="1"/>
          </p:cNvSpPr>
          <p:nvPr/>
        </p:nvSpPr>
        <p:spPr>
          <a:xfrm xmlns:a="http://schemas.openxmlformats.org/drawingml/2006/main">
            <a:off x="4803321" y="3302127"/>
            <a:ext cx="952500" cy="952500"/>
          </a:xfrm>
          <a:prstGeom xmlns:a="http://schemas.openxmlformats.org/drawingml/2006/main" prst="ellipse">
            <a:avLst/>
          </a:prstGeom>
          <a:noFill xmlns:a="http://schemas.openxmlformats.org/drawingml/2006/main"/>
          <a:ln xmlns:a="http://schemas.openxmlformats.org/drawingml/2006/main" w="119063">
            <a:solidFill>
              <a:srgbClr val="FFE45E"/>
            </a:solidFill>
          </a:ln>
        </p:spPr>
      </p:sp>
      <p:sp>
        <p:nvSpPr>
          <p:cNvPr id="18" name="figure-example_a-4">
            <a:extLst xmlns:a="http://schemas.openxmlformats.org/drawingml/2006/main">
              <a:ext uri="{FF2B5EF4-FFF2-40B4-BE49-F238E27FC236}">
                <a16:creationId xmlns:a16="http://schemas.microsoft.com/office/drawing/2014/main" id="{86FA89E8-FB8D-43A1-A93A-25AE02D1DFD5}"/>
              </a:ext>
            </a:extLst>
          </p:cNvPr>
          <p:cNvSpPr>
            <a:spLocks xmlns:a="http://schemas.openxmlformats.org/drawingml/2006/main" noGrp="1"/>
          </p:cNvSpPr>
          <p:nvPr/>
        </p:nvSpPr>
        <p:spPr>
          <a:xfrm xmlns:a="http://schemas.openxmlformats.org/drawingml/2006/main">
            <a:off x="6436179" y="3302127"/>
            <a:ext cx="952500" cy="952500"/>
          </a:xfrm>
          <a:prstGeom xmlns:a="http://schemas.openxmlformats.org/drawingml/2006/main" prst="ellipse">
            <a:avLst/>
          </a:prstGeom>
          <a:solidFill xmlns:a="http://schemas.openxmlformats.org/drawingml/2006/main">
            <a:srgbClr val="FF8C32"/>
          </a:solidFill>
          <a:ln xmlns:a="http://schemas.openxmlformats.org/drawingml/2006/main" w="0">
            <a:noFill/>
          </a:ln>
        </p:spPr>
      </p:sp>
      <p:sp>
        <p:nvSpPr>
          <p:cNvPr id="19" name="figure-example_a-5">
            <a:extLst xmlns:a="http://schemas.openxmlformats.org/drawingml/2006/main">
              <a:ext uri="{FF2B5EF4-FFF2-40B4-BE49-F238E27FC236}">
                <a16:creationId xmlns:a16="http://schemas.microsoft.com/office/drawing/2014/main" id="{096D8DFE-8296-4557-977E-E4CF0CB21BCE}"/>
              </a:ext>
            </a:extLst>
          </p:cNvPr>
          <p:cNvSpPr>
            <a:spLocks xmlns:a="http://schemas.openxmlformats.org/drawingml/2006/main" noGrp="1"/>
          </p:cNvSpPr>
          <p:nvPr/>
        </p:nvSpPr>
        <p:spPr>
          <a:xfrm xmlns:a="http://schemas.openxmlformats.org/drawingml/2006/main">
            <a:off x="8069036" y="3302127"/>
            <a:ext cx="952500" cy="952500"/>
          </a:xfrm>
          <a:prstGeom xmlns:a="http://schemas.openxmlformats.org/drawingml/2006/main" prst="ellipse">
            <a:avLst/>
          </a:prstGeom>
          <a:noFill xmlns:a="http://schemas.openxmlformats.org/drawingml/2006/main"/>
          <a:ln xmlns:a="http://schemas.openxmlformats.org/drawingml/2006/main" w="119063">
            <a:solidFill>
              <a:srgbClr val="FFE45E"/>
            </a:solidFill>
          </a:ln>
        </p:spPr>
      </p:sp>
      <p:sp>
        <p:nvSpPr>
          <p:cNvPr id="20" name="figure-example_a-6">
            <a:extLst xmlns:a="http://schemas.openxmlformats.org/drawingml/2006/main">
              <a:ext uri="{FF2B5EF4-FFF2-40B4-BE49-F238E27FC236}">
                <a16:creationId xmlns:a16="http://schemas.microsoft.com/office/drawing/2014/main" id="{F85CC270-E85E-4829-AB38-A7B2FCF7A28B}"/>
              </a:ext>
            </a:extLst>
          </p:cNvPr>
          <p:cNvSpPr>
            <a:spLocks xmlns:a="http://schemas.openxmlformats.org/drawingml/2006/main" noGrp="1"/>
          </p:cNvSpPr>
          <p:nvPr/>
        </p:nvSpPr>
        <p:spPr>
          <a:xfrm xmlns:a="http://schemas.openxmlformats.org/drawingml/2006/main">
            <a:off x="9701893" y="3302127"/>
            <a:ext cx="952500" cy="952500"/>
          </a:xfrm>
          <a:prstGeom xmlns:a="http://schemas.openxmlformats.org/drawingml/2006/main" prst="ellipse">
            <a:avLst/>
          </a:prstGeom>
          <a:solidFill xmlns:a="http://schemas.openxmlformats.org/drawingml/2006/main">
            <a:srgbClr val="FF8C32"/>
          </a:solidFill>
          <a:ln xmlns:a="http://schemas.openxmlformats.org/drawingml/2006/main" w="0">
            <a:noFill/>
          </a:ln>
        </p:spPr>
      </p:sp>
      <p:sp>
        <p:nvSpPr>
          <p:cNvPr id="21" name="figure-description-example_a">
            <a:extLst xmlns:a="http://schemas.openxmlformats.org/drawingml/2006/main">
              <a:ext uri="{FF2B5EF4-FFF2-40B4-BE49-F238E27FC236}">
                <a16:creationId xmlns:a16="http://schemas.microsoft.com/office/drawing/2014/main" id="{62DC0771-27CE-45B8-BB3E-B6CBD5D33573}"/>
              </a:ext>
            </a:extLst>
          </p:cNvPr>
          <p:cNvSpPr>
            <a:spLocks xmlns:a="http://schemas.openxmlformats.org/drawingml/2006/main" noGrp="1"/>
          </p:cNvSpPr>
          <p:nvPr/>
        </p:nvSpPr>
        <p:spPr>
          <a:xfrm xmlns:a="http://schemas.openxmlformats.org/drawingml/2006/main">
            <a:off x="381000" y="5842635"/>
            <a:ext cx="114300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A has a very dark blue ground. Its row is yellow ring, orange dot, yellow ring, orange dot, yellow ring, orange dot, with even dark gaps.</a:t>
            </a:r>
          </a:p>
        </p:txBody>
      </p:sp>
    </p:spTree>
    <p:extLst>
      <p:ext uri="{BB962C8B-B14F-4D97-AF65-F5344CB8AC3E}">
        <p14:creationId xmlns:p14="http://schemas.microsoft.com/office/powerpoint/2010/main" val="188874576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40EC930A-18F3-4269-BD90-A86F33CD6F18}"/>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56B51"/>
                </a:solidFill>
                <a:latin typeface="Arial"/>
                <a:ea typeface="Arial"/>
                <a:cs typeface="Arial"/>
              </a:defRPr>
            </a:defPPr>
          </a:lstStyle>
          <a:p xmlns:a="http://schemas.openxmlformats.org/drawingml/2006/main">
            <a:pPr algn="l">
              <a:lnSpc>
                <a:spcPct val="108000"/>
              </a:lnSpc>
              <a:buNone/>
              <a:defRPr sz="1050" b="1" lang="en-GB">
                <a:solidFill>
                  <a:srgbClr val="356B51"/>
                </a:solidFill>
                <a:latin typeface="Arial"/>
                <a:ea typeface="Arial"/>
                <a:cs typeface="Arial"/>
              </a:defRPr>
            </a:pPr>
            <a:r>
              <a:rPr sz="1050" b="1" lang="en-GB">
                <a:solidFill>
                  <a:srgbClr val="356B51"/>
                </a:solidFill>
                <a:latin typeface="Arial"/>
                <a:ea typeface="Arial"/>
                <a:cs typeface="Arial"/>
              </a:rPr>
              <a:t>Art · GROW · Autumn 2 · Week 1</a:t>
            </a:r>
          </a:p>
        </p:txBody>
      </p:sp>
      <p:sp>
        <p:nvSpPr>
          <p:cNvPr id="2" name="stage-time">
            <a:extLst xmlns:a="http://schemas.openxmlformats.org/drawingml/2006/main">
              <a:ext uri="{FF2B5EF4-FFF2-40B4-BE49-F238E27FC236}">
                <a16:creationId xmlns:a16="http://schemas.microsoft.com/office/drawing/2014/main" id="{F76A1D07-D7C4-4889-AF60-2E94799F6B4A}"/>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56B51"/>
                </a:solidFill>
                <a:latin typeface="Arial"/>
                <a:ea typeface="Arial"/>
                <a:cs typeface="Arial"/>
              </a:defRPr>
            </a:defPPr>
          </a:lstStyle>
          <a:p xmlns:a="http://schemas.openxmlformats.org/drawingml/2006/main">
            <a:pPr algn="r">
              <a:lnSpc>
                <a:spcPct val="108000"/>
              </a:lnSpc>
              <a:buNone/>
              <a:defRPr sz="1425" b="1" lang="en-GB">
                <a:solidFill>
                  <a:srgbClr val="356B51"/>
                </a:solidFill>
                <a:latin typeface="Arial"/>
                <a:ea typeface="Arial"/>
                <a:cs typeface="Arial"/>
              </a:defRPr>
            </a:pPr>
            <a:r>
              <a:rPr sz="1425" b="1" lang="en-GB">
                <a:solidFill>
                  <a:srgbClr val="356B51"/>
                </a:solidFill>
                <a:latin typeface="Arial"/>
                <a:ea typeface="Arial"/>
                <a:cs typeface="Arial"/>
              </a:rPr>
              <a:t>I do · 2 min · 08 to 10</a:t>
            </a:r>
          </a:p>
        </p:txBody>
      </p:sp>
      <p:sp>
        <p:nvSpPr>
          <p:cNvPr id="3" name="slide-title">
            <a:extLst xmlns:a="http://schemas.openxmlformats.org/drawingml/2006/main">
              <a:ext uri="{FF2B5EF4-FFF2-40B4-BE49-F238E27FC236}">
                <a16:creationId xmlns:a16="http://schemas.microsoft.com/office/drawing/2014/main" id="{FCBF7609-2EE0-4E9A-AFB1-36332EF6B98A}"/>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56B51"/>
                </a:solidFill>
                <a:latin typeface="Arial"/>
                <a:ea typeface="Arial"/>
                <a:cs typeface="Arial"/>
              </a:defRPr>
            </a:defPPr>
          </a:lstStyle>
          <a:p xmlns:a="http://schemas.openxmlformats.org/drawingml/2006/main">
            <a:pPr algn="l">
              <a:lnSpc>
                <a:spcPct val="108000"/>
              </a:lnSpc>
              <a:buNone/>
              <a:defRPr sz="2700" b="1" lang="en-GB">
                <a:solidFill>
                  <a:srgbClr val="356B51"/>
                </a:solidFill>
                <a:latin typeface="Arial"/>
                <a:ea typeface="Arial"/>
                <a:cs typeface="Arial"/>
              </a:defRPr>
            </a:pPr>
            <a:r>
              <a:rPr sz="2700" b="1" lang="en-GB">
                <a:solidFill>
                  <a:srgbClr val="356B51"/>
                </a:solidFill>
                <a:latin typeface="Arial"/>
                <a:ea typeface="Arial"/>
                <a:cs typeface="Arial"/>
              </a:rPr>
              <a:t>I do · 1 of 3</a:t>
            </a:r>
          </a:p>
        </p:txBody>
      </p:sp>
      <p:pic>
        <p:nvPicPr>
          <p:cNvPr id="4" name="">
            <a:extLst xmlns:a="http://schemas.openxmlformats.org/drawingml/2006/main">
              <a:ext uri="{FF2B5EF4-FFF2-40B4-BE49-F238E27FC236}">
                <a16:creationId xmlns:a16="http://schemas.microsoft.com/office/drawing/2014/main" id="{3C80C7FE-1176-4B9D-9CCF-E426A6A8579B}"/>
              </a:ext>
            </a:extLst>
          </p:cNvPr>
          <p:cNvPicPr>
            <a:picLocks xmlns:a="http://schemas.openxmlformats.org/drawingml/2006/main" noChangeAspect="1"/>
          </p:cNvPicPr>
          <p:nvPr/>
        </p:nvPicPr>
        <p:blipFill>
          <a:blip xmlns:r="http://schemas.openxmlformats.org/officeDocument/2006/relationships" xmlns:a="http://schemas.openxmlformats.org/drawingml/2006/main" r:embed="R091d497116234065"/>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32B3A6B5-27EA-492A-994E-7B343B667A11}"/>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D1F3C60E-DDE4-4E0D-A8F9-469DFDF562B2}"/>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E03D73B6-514B-4669-A3A0-76DE673AD1EF}"/>
              </a:ext>
            </a:extLst>
          </p:cNvPr>
          <p:cNvSpPr>
            <a:spLocks xmlns:a="http://schemas.openxmlformats.org/drawingml/2006/main" noGrp="1"/>
          </p:cNvSpPr>
          <p:nvPr/>
        </p:nvSpPr>
        <p:spPr>
          <a:xfrm xmlns:a="http://schemas.openxmlformats.org/drawingml/2006/main">
            <a:off x="2667000" y="1143000"/>
            <a:ext cx="1695450" cy="85725"/>
          </a:xfrm>
          <a:prstGeom xmlns:a="http://schemas.openxmlformats.org/drawingml/2006/main" prst="rect">
            <a:avLst/>
          </a:prstGeom>
          <a:solidFill xmlns:a="http://schemas.openxmlformats.org/drawingml/2006/main">
            <a:srgbClr val="356B51"/>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51A470D5-0EA1-49E5-B6FC-D61D56C6F735}"/>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BABF62AA-9B25-42F5-898D-561951A54E27}"/>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D6D4B286-CA44-4975-BDDC-641589D40DB2}"/>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423D989E-8004-46C8-857D-DF212FD017E4}"/>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ART-GROW-A2-W01-P2 · version ______</a:t>
            </a:r>
          </a:p>
        </p:txBody>
      </p:sp>
      <p:sp>
        <p:nvSpPr>
          <p:cNvPr id="12" name="licence-footer">
            <a:extLst xmlns:a="http://schemas.openxmlformats.org/drawingml/2006/main">
              <a:ext uri="{FF2B5EF4-FFF2-40B4-BE49-F238E27FC236}">
                <a16:creationId xmlns:a16="http://schemas.microsoft.com/office/drawing/2014/main" id="{A0C61D7C-23DF-4016-BB59-7569B34B5DDA}"/>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337AFB92-91BA-4D42-BE39-80FE18F6C239}"/>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One contrast and one repeat from the model, shown with marks or words.</a:t>
            </a:r>
          </a:p>
        </p:txBody>
      </p:sp>
      <p:sp>
        <p:nvSpPr>
          <p:cNvPr id="14" name="body-0">
            <a:extLst xmlns:a="http://schemas.openxmlformats.org/drawingml/2006/main">
              <a:ext uri="{FF2B5EF4-FFF2-40B4-BE49-F238E27FC236}">
                <a16:creationId xmlns:a16="http://schemas.microsoft.com/office/drawing/2014/main" id="{79DE0E5A-4C20-4B6C-8061-473B431286D5}"/>
              </a:ext>
            </a:extLst>
          </p:cNvPr>
          <p:cNvSpPr>
            <a:spLocks xmlns:a="http://schemas.openxmlformats.org/drawingml/2006/main" noGrp="1"/>
          </p:cNvSpPr>
          <p:nvPr/>
        </p:nvSpPr>
        <p:spPr>
          <a:xfrm xmlns:a="http://schemas.openxmlformats.org/drawingml/2006/main">
            <a:off x="381000" y="190461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This is made-up art for an imagined festival light display.</a:t>
            </a:r>
          </a:p>
        </p:txBody>
      </p:sp>
      <p:sp>
        <p:nvSpPr>
          <p:cNvPr id="15" name="body-1">
            <a:extLst xmlns:a="http://schemas.openxmlformats.org/drawingml/2006/main">
              <a:ext uri="{FF2B5EF4-FFF2-40B4-BE49-F238E27FC236}">
                <a16:creationId xmlns:a16="http://schemas.microsoft.com/office/drawing/2014/main" id="{67CA845D-B631-4F9A-8306-509F4FFAFFA6}"/>
              </a:ext>
            </a:extLst>
          </p:cNvPr>
          <p:cNvSpPr>
            <a:spLocks xmlns:a="http://schemas.openxmlformats.org/drawingml/2006/main" noGrp="1"/>
          </p:cNvSpPr>
          <p:nvPr/>
        </p:nvSpPr>
        <p:spPr>
          <a:xfrm xmlns:a="http://schemas.openxmlformats.org/drawingml/2006/main">
            <a:off x="381000" y="2446211"/>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We are choosing its effect; we are not copying a faith's image.</a:t>
            </a:r>
          </a:p>
        </p:txBody>
      </p:sp>
      <p:sp>
        <p:nvSpPr>
          <p:cNvPr id="16" name="body-2">
            <a:extLst xmlns:a="http://schemas.openxmlformats.org/drawingml/2006/main">
              <a:ext uri="{FF2B5EF4-FFF2-40B4-BE49-F238E27FC236}">
                <a16:creationId xmlns:a16="http://schemas.microsoft.com/office/drawing/2014/main" id="{70BA802A-C3E6-47B2-B91A-489D29D0B736}"/>
              </a:ext>
            </a:extLst>
          </p:cNvPr>
          <p:cNvSpPr>
            <a:spLocks xmlns:a="http://schemas.openxmlformats.org/drawingml/2006/main" noGrp="1"/>
          </p:cNvSpPr>
          <p:nvPr/>
        </p:nvSpPr>
        <p:spPr>
          <a:xfrm xmlns:a="http://schemas.openxmlformats.org/drawingml/2006/main">
            <a:off x="381000" y="2987802"/>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1. Choose a dark ground.</a:t>
            </a:r>
          </a:p>
        </p:txBody>
      </p:sp>
      <p:sp>
        <p:nvSpPr>
          <p:cNvPr id="17" name="body-3">
            <a:extLst xmlns:a="http://schemas.openxmlformats.org/drawingml/2006/main">
              <a:ext uri="{FF2B5EF4-FFF2-40B4-BE49-F238E27FC236}">
                <a16:creationId xmlns:a16="http://schemas.microsoft.com/office/drawing/2014/main" id="{BFFBB5AA-2458-429C-9BE4-1A1C7BFE760F}"/>
              </a:ext>
            </a:extLst>
          </p:cNvPr>
          <p:cNvSpPr>
            <a:spLocks xmlns:a="http://schemas.openxmlformats.org/drawingml/2006/main" noGrp="1"/>
          </p:cNvSpPr>
          <p:nvPr/>
        </p:nvSpPr>
        <p:spPr>
          <a:xfrm xmlns:a="http://schemas.openxmlformats.org/drawingml/2006/main">
            <a:off x="381000" y="3529394"/>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2. Plan a yellow ring, then an orange dot.</a:t>
            </a:r>
          </a:p>
        </p:txBody>
      </p:sp>
      <p:sp>
        <p:nvSpPr>
          <p:cNvPr id="18" name="body-4">
            <a:extLst xmlns:a="http://schemas.openxmlformats.org/drawingml/2006/main">
              <a:ext uri="{FF2B5EF4-FFF2-40B4-BE49-F238E27FC236}">
                <a16:creationId xmlns:a16="http://schemas.microsoft.com/office/drawing/2014/main" id="{5A4768CD-A6F2-42A8-9D42-449B51A39341}"/>
              </a:ext>
            </a:extLst>
          </p:cNvPr>
          <p:cNvSpPr>
            <a:spLocks xmlns:a="http://schemas.openxmlformats.org/drawingml/2006/main" noGrp="1"/>
          </p:cNvSpPr>
          <p:nvPr/>
        </p:nvSpPr>
        <p:spPr>
          <a:xfrm xmlns:a="http://schemas.openxmlformats.org/drawingml/2006/main">
            <a:off x="381000" y="4070985"/>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3. Repeat that pair three times. Leave dark gaps.</a:t>
            </a:r>
          </a:p>
        </p:txBody>
      </p:sp>
      <p:sp>
        <p:nvSpPr>
          <p:cNvPr id="19" name="body-5">
            <a:extLst xmlns:a="http://schemas.openxmlformats.org/drawingml/2006/main">
              <a:ext uri="{FF2B5EF4-FFF2-40B4-BE49-F238E27FC236}">
                <a16:creationId xmlns:a16="http://schemas.microsoft.com/office/drawing/2014/main" id="{0563F1E3-5D54-4678-B4DA-70B439BA06BF}"/>
              </a:ext>
            </a:extLst>
          </p:cNvPr>
          <p:cNvSpPr>
            <a:spLocks xmlns:a="http://schemas.openxmlformats.org/drawingml/2006/main" noGrp="1"/>
          </p:cNvSpPr>
          <p:nvPr/>
        </p:nvSpPr>
        <p:spPr>
          <a:xfrm xmlns:a="http://schemas.openxmlformats.org/drawingml/2006/main">
            <a:off x="381000" y="4612577"/>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4. Check: can I follow ring, dot, ring, dot?</a:t>
            </a:r>
          </a:p>
        </p:txBody>
      </p:sp>
      <p:sp>
        <p:nvSpPr>
          <p:cNvPr id="20" name="body-6">
            <a:extLst xmlns:a="http://schemas.openxmlformats.org/drawingml/2006/main">
              <a:ext uri="{FF2B5EF4-FFF2-40B4-BE49-F238E27FC236}">
                <a16:creationId xmlns:a16="http://schemas.microsoft.com/office/drawing/2014/main" id="{98894E84-CDBF-4D15-AD48-7283412F0DD0}"/>
              </a:ext>
            </a:extLst>
          </p:cNvPr>
          <p:cNvSpPr>
            <a:spLocks xmlns:a="http://schemas.openxmlformats.org/drawingml/2006/main" noGrp="1"/>
          </p:cNvSpPr>
          <p:nvPr/>
        </p:nvSpPr>
        <p:spPr>
          <a:xfrm xmlns:a="http://schemas.openxmlformats.org/drawingml/2006/main">
            <a:off x="381000" y="5154168"/>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5. Review one strength and one change.</a:t>
            </a:r>
          </a:p>
        </p:txBody>
      </p:sp>
    </p:spTree>
    <p:extLst>
      <p:ext uri="{BB962C8B-B14F-4D97-AF65-F5344CB8AC3E}">
        <p14:creationId xmlns:p14="http://schemas.microsoft.com/office/powerpoint/2010/main" val="78397145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08FEE544-5115-4CF8-8DBA-96F6501CB76C}"/>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56B51"/>
                </a:solidFill>
                <a:latin typeface="Arial"/>
                <a:ea typeface="Arial"/>
                <a:cs typeface="Arial"/>
              </a:defRPr>
            </a:defPPr>
          </a:lstStyle>
          <a:p xmlns:a="http://schemas.openxmlformats.org/drawingml/2006/main">
            <a:pPr algn="l">
              <a:lnSpc>
                <a:spcPct val="108000"/>
              </a:lnSpc>
              <a:buNone/>
              <a:defRPr sz="1050" b="1" lang="en-GB">
                <a:solidFill>
                  <a:srgbClr val="356B51"/>
                </a:solidFill>
                <a:latin typeface="Arial"/>
                <a:ea typeface="Arial"/>
                <a:cs typeface="Arial"/>
              </a:defRPr>
            </a:pPr>
            <a:r>
              <a:rPr sz="1050" b="1" lang="en-GB">
                <a:solidFill>
                  <a:srgbClr val="356B51"/>
                </a:solidFill>
                <a:latin typeface="Arial"/>
                <a:ea typeface="Arial"/>
                <a:cs typeface="Arial"/>
              </a:rPr>
              <a:t>Art · GROW · Autumn 2 · Week 1</a:t>
            </a:r>
          </a:p>
        </p:txBody>
      </p:sp>
      <p:sp>
        <p:nvSpPr>
          <p:cNvPr id="2" name="stage-time">
            <a:extLst xmlns:a="http://schemas.openxmlformats.org/drawingml/2006/main">
              <a:ext uri="{FF2B5EF4-FFF2-40B4-BE49-F238E27FC236}">
                <a16:creationId xmlns:a16="http://schemas.microsoft.com/office/drawing/2014/main" id="{0F7119F0-8996-4D95-AFF4-5F8E72903DC3}"/>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56B51"/>
                </a:solidFill>
                <a:latin typeface="Arial"/>
                <a:ea typeface="Arial"/>
                <a:cs typeface="Arial"/>
              </a:defRPr>
            </a:defPPr>
          </a:lstStyle>
          <a:p xmlns:a="http://schemas.openxmlformats.org/drawingml/2006/main">
            <a:pPr algn="r">
              <a:lnSpc>
                <a:spcPct val="108000"/>
              </a:lnSpc>
              <a:buNone/>
              <a:defRPr sz="1425" b="1" lang="en-GB">
                <a:solidFill>
                  <a:srgbClr val="356B51"/>
                </a:solidFill>
                <a:latin typeface="Arial"/>
                <a:ea typeface="Arial"/>
                <a:cs typeface="Arial"/>
              </a:defRPr>
            </a:pPr>
            <a:r>
              <a:rPr sz="1425" b="1" lang="en-GB">
                <a:solidFill>
                  <a:srgbClr val="356B51"/>
                </a:solidFill>
                <a:latin typeface="Arial"/>
                <a:ea typeface="Arial"/>
                <a:cs typeface="Arial"/>
              </a:rPr>
              <a:t>I do · 2 min · 08 to 10</a:t>
            </a:r>
          </a:p>
        </p:txBody>
      </p:sp>
      <p:sp>
        <p:nvSpPr>
          <p:cNvPr id="3" name="slide-title">
            <a:extLst xmlns:a="http://schemas.openxmlformats.org/drawingml/2006/main">
              <a:ext uri="{FF2B5EF4-FFF2-40B4-BE49-F238E27FC236}">
                <a16:creationId xmlns:a16="http://schemas.microsoft.com/office/drawing/2014/main" id="{19792899-3180-476D-8F5A-DD288550D6BF}"/>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56B51"/>
                </a:solidFill>
                <a:latin typeface="Arial"/>
                <a:ea typeface="Arial"/>
                <a:cs typeface="Arial"/>
              </a:defRPr>
            </a:defPPr>
          </a:lstStyle>
          <a:p xmlns:a="http://schemas.openxmlformats.org/drawingml/2006/main">
            <a:pPr algn="l">
              <a:lnSpc>
                <a:spcPct val="108000"/>
              </a:lnSpc>
              <a:buNone/>
              <a:defRPr sz="2700" b="1" lang="en-GB">
                <a:solidFill>
                  <a:srgbClr val="356B51"/>
                </a:solidFill>
                <a:latin typeface="Arial"/>
                <a:ea typeface="Arial"/>
                <a:cs typeface="Arial"/>
              </a:defRPr>
            </a:pPr>
            <a:r>
              <a:rPr sz="2700" b="1" lang="en-GB">
                <a:solidFill>
                  <a:srgbClr val="356B51"/>
                </a:solidFill>
                <a:latin typeface="Arial"/>
                <a:ea typeface="Arial"/>
                <a:cs typeface="Arial"/>
              </a:rPr>
              <a:t>I do · 1 of 3 · 1 of 2</a:t>
            </a:r>
          </a:p>
        </p:txBody>
      </p:sp>
      <p:pic>
        <p:nvPicPr>
          <p:cNvPr id="4" name="">
            <a:extLst xmlns:a="http://schemas.openxmlformats.org/drawingml/2006/main">
              <a:ext uri="{FF2B5EF4-FFF2-40B4-BE49-F238E27FC236}">
                <a16:creationId xmlns:a16="http://schemas.microsoft.com/office/drawing/2014/main" id="{1F2A15D6-692B-4406-A1E9-17C1DD45680B}"/>
              </a:ext>
            </a:extLst>
          </p:cNvPr>
          <p:cNvPicPr>
            <a:picLocks xmlns:a="http://schemas.openxmlformats.org/drawingml/2006/main" noChangeAspect="1"/>
          </p:cNvPicPr>
          <p:nvPr/>
        </p:nvPicPr>
        <p:blipFill>
          <a:blip xmlns:r="http://schemas.openxmlformats.org/officeDocument/2006/relationships" xmlns:a="http://schemas.openxmlformats.org/drawingml/2006/main" r:embed="R62ed64edf7de4a80"/>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C9B8BAA2-B799-45DC-84A0-078DED284BFC}"/>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84E21C08-4EBB-4D67-A6D6-0D4688A704AB}"/>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12AFC972-F032-4D1A-9DA5-53D631D03A1E}"/>
              </a:ext>
            </a:extLst>
          </p:cNvPr>
          <p:cNvSpPr>
            <a:spLocks xmlns:a="http://schemas.openxmlformats.org/drawingml/2006/main" noGrp="1"/>
          </p:cNvSpPr>
          <p:nvPr/>
        </p:nvSpPr>
        <p:spPr>
          <a:xfrm xmlns:a="http://schemas.openxmlformats.org/drawingml/2006/main">
            <a:off x="2667000" y="1143000"/>
            <a:ext cx="1695450" cy="85725"/>
          </a:xfrm>
          <a:prstGeom xmlns:a="http://schemas.openxmlformats.org/drawingml/2006/main" prst="rect">
            <a:avLst/>
          </a:prstGeom>
          <a:solidFill xmlns:a="http://schemas.openxmlformats.org/drawingml/2006/main">
            <a:srgbClr val="356B51"/>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522048A0-56FA-4529-A841-E0BD46AF5216}"/>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E47E0AB8-C38B-4059-8716-B18B9AF5B6E2}"/>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93C76FA2-8296-4692-AA89-275408065CAF}"/>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FC9AA7C3-A692-4C8F-97D2-B1EB02F8A77E}"/>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ART-GROW-A2-W01-P2 · version ______</a:t>
            </a:r>
          </a:p>
        </p:txBody>
      </p:sp>
      <p:sp>
        <p:nvSpPr>
          <p:cNvPr id="12" name="licence-footer">
            <a:extLst xmlns:a="http://schemas.openxmlformats.org/drawingml/2006/main">
              <a:ext uri="{FF2B5EF4-FFF2-40B4-BE49-F238E27FC236}">
                <a16:creationId xmlns:a16="http://schemas.microsoft.com/office/drawing/2014/main" id="{6EE231C9-5A58-4263-9EB5-AB6CACF09FEB}"/>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28EA1ABA-A013-48B3-823C-89E39667ADF5}"/>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One contrast and one repeat from the model, shown with marks or words.</a:t>
            </a:r>
          </a:p>
        </p:txBody>
      </p:sp>
      <p:sp>
        <p:nvSpPr>
          <p:cNvPr id="14" name="figure-example_a-0">
            <a:extLst xmlns:a="http://schemas.openxmlformats.org/drawingml/2006/main">
              <a:ext uri="{FF2B5EF4-FFF2-40B4-BE49-F238E27FC236}">
                <a16:creationId xmlns:a16="http://schemas.microsoft.com/office/drawing/2014/main" id="{7BDCC5A0-8F84-4156-8279-9651EA8CF244}"/>
              </a:ext>
            </a:extLst>
          </p:cNvPr>
          <p:cNvSpPr>
            <a:spLocks xmlns:a="http://schemas.openxmlformats.org/drawingml/2006/main" noGrp="1"/>
          </p:cNvSpPr>
          <p:nvPr/>
        </p:nvSpPr>
        <p:spPr>
          <a:xfrm xmlns:a="http://schemas.openxmlformats.org/drawingml/2006/main">
            <a:off x="381000" y="1992439"/>
            <a:ext cx="11430000" cy="3571875"/>
          </a:xfrm>
          <a:prstGeom xmlns:a="http://schemas.openxmlformats.org/drawingml/2006/main" prst="rect">
            <a:avLst/>
          </a:prstGeom>
          <a:solidFill xmlns:a="http://schemas.openxmlformats.org/drawingml/2006/main">
            <a:srgbClr val="14213D"/>
          </a:solidFill>
          <a:ln xmlns:a="http://schemas.openxmlformats.org/drawingml/2006/main" w="0">
            <a:noFill/>
          </a:ln>
        </p:spPr>
      </p:sp>
      <p:sp>
        <p:nvSpPr>
          <p:cNvPr id="15" name="figure-example_a-1">
            <a:extLst xmlns:a="http://schemas.openxmlformats.org/drawingml/2006/main">
              <a:ext uri="{FF2B5EF4-FFF2-40B4-BE49-F238E27FC236}">
                <a16:creationId xmlns:a16="http://schemas.microsoft.com/office/drawing/2014/main" id="{7691BB90-13D9-448A-B2D3-C25CC3BDF920}"/>
              </a:ext>
            </a:extLst>
          </p:cNvPr>
          <p:cNvSpPr>
            <a:spLocks xmlns:a="http://schemas.openxmlformats.org/drawingml/2006/main" noGrp="1"/>
          </p:cNvSpPr>
          <p:nvPr/>
        </p:nvSpPr>
        <p:spPr>
          <a:xfrm xmlns:a="http://schemas.openxmlformats.org/drawingml/2006/main">
            <a:off x="1537607" y="3302127"/>
            <a:ext cx="952500" cy="952500"/>
          </a:xfrm>
          <a:prstGeom xmlns:a="http://schemas.openxmlformats.org/drawingml/2006/main" prst="ellipse">
            <a:avLst/>
          </a:prstGeom>
          <a:noFill xmlns:a="http://schemas.openxmlformats.org/drawingml/2006/main"/>
          <a:ln xmlns:a="http://schemas.openxmlformats.org/drawingml/2006/main" w="119063">
            <a:solidFill>
              <a:srgbClr val="FFE45E"/>
            </a:solidFill>
          </a:ln>
        </p:spPr>
      </p:sp>
      <p:sp>
        <p:nvSpPr>
          <p:cNvPr id="16" name="figure-example_a-2">
            <a:extLst xmlns:a="http://schemas.openxmlformats.org/drawingml/2006/main">
              <a:ext uri="{FF2B5EF4-FFF2-40B4-BE49-F238E27FC236}">
                <a16:creationId xmlns:a16="http://schemas.microsoft.com/office/drawing/2014/main" id="{6201CE12-E9D0-4663-8943-352D76EE14F1}"/>
              </a:ext>
            </a:extLst>
          </p:cNvPr>
          <p:cNvSpPr>
            <a:spLocks xmlns:a="http://schemas.openxmlformats.org/drawingml/2006/main" noGrp="1"/>
          </p:cNvSpPr>
          <p:nvPr/>
        </p:nvSpPr>
        <p:spPr>
          <a:xfrm xmlns:a="http://schemas.openxmlformats.org/drawingml/2006/main">
            <a:off x="3170464" y="3302127"/>
            <a:ext cx="952500" cy="952500"/>
          </a:xfrm>
          <a:prstGeom xmlns:a="http://schemas.openxmlformats.org/drawingml/2006/main" prst="ellipse">
            <a:avLst/>
          </a:prstGeom>
          <a:solidFill xmlns:a="http://schemas.openxmlformats.org/drawingml/2006/main">
            <a:srgbClr val="FF8C32"/>
          </a:solidFill>
          <a:ln xmlns:a="http://schemas.openxmlformats.org/drawingml/2006/main" w="0">
            <a:noFill/>
          </a:ln>
        </p:spPr>
      </p:sp>
      <p:sp>
        <p:nvSpPr>
          <p:cNvPr id="17" name="figure-example_a-3">
            <a:extLst xmlns:a="http://schemas.openxmlformats.org/drawingml/2006/main">
              <a:ext uri="{FF2B5EF4-FFF2-40B4-BE49-F238E27FC236}">
                <a16:creationId xmlns:a16="http://schemas.microsoft.com/office/drawing/2014/main" id="{C7EDECAF-E867-4C48-AF58-5353747AEA6B}"/>
              </a:ext>
            </a:extLst>
          </p:cNvPr>
          <p:cNvSpPr>
            <a:spLocks xmlns:a="http://schemas.openxmlformats.org/drawingml/2006/main" noGrp="1"/>
          </p:cNvSpPr>
          <p:nvPr/>
        </p:nvSpPr>
        <p:spPr>
          <a:xfrm xmlns:a="http://schemas.openxmlformats.org/drawingml/2006/main">
            <a:off x="4803321" y="3302127"/>
            <a:ext cx="952500" cy="952500"/>
          </a:xfrm>
          <a:prstGeom xmlns:a="http://schemas.openxmlformats.org/drawingml/2006/main" prst="ellipse">
            <a:avLst/>
          </a:prstGeom>
          <a:noFill xmlns:a="http://schemas.openxmlformats.org/drawingml/2006/main"/>
          <a:ln xmlns:a="http://schemas.openxmlformats.org/drawingml/2006/main" w="119063">
            <a:solidFill>
              <a:srgbClr val="FFE45E"/>
            </a:solidFill>
          </a:ln>
        </p:spPr>
      </p:sp>
      <p:sp>
        <p:nvSpPr>
          <p:cNvPr id="18" name="figure-example_a-4">
            <a:extLst xmlns:a="http://schemas.openxmlformats.org/drawingml/2006/main">
              <a:ext uri="{FF2B5EF4-FFF2-40B4-BE49-F238E27FC236}">
                <a16:creationId xmlns:a16="http://schemas.microsoft.com/office/drawing/2014/main" id="{6DB7C14A-8556-4218-8CCF-794D0B6ACD3E}"/>
              </a:ext>
            </a:extLst>
          </p:cNvPr>
          <p:cNvSpPr>
            <a:spLocks xmlns:a="http://schemas.openxmlformats.org/drawingml/2006/main" noGrp="1"/>
          </p:cNvSpPr>
          <p:nvPr/>
        </p:nvSpPr>
        <p:spPr>
          <a:xfrm xmlns:a="http://schemas.openxmlformats.org/drawingml/2006/main">
            <a:off x="6436179" y="3302127"/>
            <a:ext cx="952500" cy="952500"/>
          </a:xfrm>
          <a:prstGeom xmlns:a="http://schemas.openxmlformats.org/drawingml/2006/main" prst="ellipse">
            <a:avLst/>
          </a:prstGeom>
          <a:solidFill xmlns:a="http://schemas.openxmlformats.org/drawingml/2006/main">
            <a:srgbClr val="FF8C32"/>
          </a:solidFill>
          <a:ln xmlns:a="http://schemas.openxmlformats.org/drawingml/2006/main" w="0">
            <a:noFill/>
          </a:ln>
        </p:spPr>
      </p:sp>
      <p:sp>
        <p:nvSpPr>
          <p:cNvPr id="19" name="figure-example_a-5">
            <a:extLst xmlns:a="http://schemas.openxmlformats.org/drawingml/2006/main">
              <a:ext uri="{FF2B5EF4-FFF2-40B4-BE49-F238E27FC236}">
                <a16:creationId xmlns:a16="http://schemas.microsoft.com/office/drawing/2014/main" id="{307CCA83-A011-4D4F-8C9A-B644BEC10A2B}"/>
              </a:ext>
            </a:extLst>
          </p:cNvPr>
          <p:cNvSpPr>
            <a:spLocks xmlns:a="http://schemas.openxmlformats.org/drawingml/2006/main" noGrp="1"/>
          </p:cNvSpPr>
          <p:nvPr/>
        </p:nvSpPr>
        <p:spPr>
          <a:xfrm xmlns:a="http://schemas.openxmlformats.org/drawingml/2006/main">
            <a:off x="8069036" y="3302127"/>
            <a:ext cx="952500" cy="952500"/>
          </a:xfrm>
          <a:prstGeom xmlns:a="http://schemas.openxmlformats.org/drawingml/2006/main" prst="ellipse">
            <a:avLst/>
          </a:prstGeom>
          <a:noFill xmlns:a="http://schemas.openxmlformats.org/drawingml/2006/main"/>
          <a:ln xmlns:a="http://schemas.openxmlformats.org/drawingml/2006/main" w="119063">
            <a:solidFill>
              <a:srgbClr val="FFE45E"/>
            </a:solidFill>
          </a:ln>
        </p:spPr>
      </p:sp>
      <p:sp>
        <p:nvSpPr>
          <p:cNvPr id="20" name="figure-example_a-6">
            <a:extLst xmlns:a="http://schemas.openxmlformats.org/drawingml/2006/main">
              <a:ext uri="{FF2B5EF4-FFF2-40B4-BE49-F238E27FC236}">
                <a16:creationId xmlns:a16="http://schemas.microsoft.com/office/drawing/2014/main" id="{CE8E4B3E-60B8-4E7D-A29C-D2696306DBAE}"/>
              </a:ext>
            </a:extLst>
          </p:cNvPr>
          <p:cNvSpPr>
            <a:spLocks xmlns:a="http://schemas.openxmlformats.org/drawingml/2006/main" noGrp="1"/>
          </p:cNvSpPr>
          <p:nvPr/>
        </p:nvSpPr>
        <p:spPr>
          <a:xfrm xmlns:a="http://schemas.openxmlformats.org/drawingml/2006/main">
            <a:off x="9701893" y="3302127"/>
            <a:ext cx="952500" cy="952500"/>
          </a:xfrm>
          <a:prstGeom xmlns:a="http://schemas.openxmlformats.org/drawingml/2006/main" prst="ellipse">
            <a:avLst/>
          </a:prstGeom>
          <a:solidFill xmlns:a="http://schemas.openxmlformats.org/drawingml/2006/main">
            <a:srgbClr val="FF8C32"/>
          </a:solidFill>
          <a:ln xmlns:a="http://schemas.openxmlformats.org/drawingml/2006/main" w="0">
            <a:noFill/>
          </a:ln>
        </p:spPr>
      </p:sp>
      <p:sp>
        <p:nvSpPr>
          <p:cNvPr id="21" name="figure-description-example_a">
            <a:extLst xmlns:a="http://schemas.openxmlformats.org/drawingml/2006/main">
              <a:ext uri="{FF2B5EF4-FFF2-40B4-BE49-F238E27FC236}">
                <a16:creationId xmlns:a16="http://schemas.microsoft.com/office/drawing/2014/main" id="{108AAB6E-0DAF-4F6F-AF9D-C2E59936898E}"/>
              </a:ext>
            </a:extLst>
          </p:cNvPr>
          <p:cNvSpPr>
            <a:spLocks xmlns:a="http://schemas.openxmlformats.org/drawingml/2006/main" noGrp="1"/>
          </p:cNvSpPr>
          <p:nvPr/>
        </p:nvSpPr>
        <p:spPr>
          <a:xfrm xmlns:a="http://schemas.openxmlformats.org/drawingml/2006/main">
            <a:off x="381000" y="5842635"/>
            <a:ext cx="114300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A has a very dark blue ground. Its row is yellow ring, orange dot, yellow ring, orange dot, yellow ring, orange dot, with even dark gaps.</a:t>
            </a:r>
          </a:p>
        </p:txBody>
      </p:sp>
    </p:spTree>
    <p:extLst>
      <p:ext uri="{BB962C8B-B14F-4D97-AF65-F5344CB8AC3E}">
        <p14:creationId xmlns:p14="http://schemas.microsoft.com/office/powerpoint/2010/main" val="73806308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C89F325D-8198-4E26-B619-AF3AFA80B454}"/>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56B51"/>
                </a:solidFill>
                <a:latin typeface="Arial"/>
                <a:ea typeface="Arial"/>
                <a:cs typeface="Arial"/>
              </a:defRPr>
            </a:defPPr>
          </a:lstStyle>
          <a:p xmlns:a="http://schemas.openxmlformats.org/drawingml/2006/main">
            <a:pPr algn="l">
              <a:lnSpc>
                <a:spcPct val="108000"/>
              </a:lnSpc>
              <a:buNone/>
              <a:defRPr sz="1050" b="1" lang="en-GB">
                <a:solidFill>
                  <a:srgbClr val="356B51"/>
                </a:solidFill>
                <a:latin typeface="Arial"/>
                <a:ea typeface="Arial"/>
                <a:cs typeface="Arial"/>
              </a:defRPr>
            </a:pPr>
            <a:r>
              <a:rPr sz="1050" b="1" lang="en-GB">
                <a:solidFill>
                  <a:srgbClr val="356B51"/>
                </a:solidFill>
                <a:latin typeface="Arial"/>
                <a:ea typeface="Arial"/>
                <a:cs typeface="Arial"/>
              </a:rPr>
              <a:t>Art · GROW · Autumn 2 · Week 1</a:t>
            </a:r>
          </a:p>
        </p:txBody>
      </p:sp>
      <p:sp>
        <p:nvSpPr>
          <p:cNvPr id="2" name="stage-time">
            <a:extLst xmlns:a="http://schemas.openxmlformats.org/drawingml/2006/main">
              <a:ext uri="{FF2B5EF4-FFF2-40B4-BE49-F238E27FC236}">
                <a16:creationId xmlns:a16="http://schemas.microsoft.com/office/drawing/2014/main" id="{B882FD2F-B94C-426A-8B39-3F08205A8488}"/>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56B51"/>
                </a:solidFill>
                <a:latin typeface="Arial"/>
                <a:ea typeface="Arial"/>
                <a:cs typeface="Arial"/>
              </a:defRPr>
            </a:defPPr>
          </a:lstStyle>
          <a:p xmlns:a="http://schemas.openxmlformats.org/drawingml/2006/main">
            <a:pPr algn="r">
              <a:lnSpc>
                <a:spcPct val="108000"/>
              </a:lnSpc>
              <a:buNone/>
              <a:defRPr sz="1425" b="1" lang="en-GB">
                <a:solidFill>
                  <a:srgbClr val="356B51"/>
                </a:solidFill>
                <a:latin typeface="Arial"/>
                <a:ea typeface="Arial"/>
                <a:cs typeface="Arial"/>
              </a:defRPr>
            </a:pPr>
            <a:r>
              <a:rPr sz="1425" b="1" lang="en-GB">
                <a:solidFill>
                  <a:srgbClr val="356B51"/>
                </a:solidFill>
                <a:latin typeface="Arial"/>
                <a:ea typeface="Arial"/>
                <a:cs typeface="Arial"/>
              </a:rPr>
              <a:t>I do · 2 min · 08 to 10</a:t>
            </a:r>
          </a:p>
        </p:txBody>
      </p:sp>
      <p:sp>
        <p:nvSpPr>
          <p:cNvPr id="3" name="slide-title">
            <a:extLst xmlns:a="http://schemas.openxmlformats.org/drawingml/2006/main">
              <a:ext uri="{FF2B5EF4-FFF2-40B4-BE49-F238E27FC236}">
                <a16:creationId xmlns:a16="http://schemas.microsoft.com/office/drawing/2014/main" id="{7370F3AE-0244-47E4-8A4E-89FC830BF925}"/>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56B51"/>
                </a:solidFill>
                <a:latin typeface="Arial"/>
                <a:ea typeface="Arial"/>
                <a:cs typeface="Arial"/>
              </a:defRPr>
            </a:defPPr>
          </a:lstStyle>
          <a:p xmlns:a="http://schemas.openxmlformats.org/drawingml/2006/main">
            <a:pPr algn="l">
              <a:lnSpc>
                <a:spcPct val="108000"/>
              </a:lnSpc>
              <a:buNone/>
              <a:defRPr sz="2700" b="1" lang="en-GB">
                <a:solidFill>
                  <a:srgbClr val="356B51"/>
                </a:solidFill>
                <a:latin typeface="Arial"/>
                <a:ea typeface="Arial"/>
                <a:cs typeface="Arial"/>
              </a:defRPr>
            </a:pPr>
            <a:r>
              <a:rPr sz="2700" b="1" lang="en-GB">
                <a:solidFill>
                  <a:srgbClr val="356B51"/>
                </a:solidFill>
                <a:latin typeface="Arial"/>
                <a:ea typeface="Arial"/>
                <a:cs typeface="Arial"/>
              </a:rPr>
              <a:t>I do · 1 of 3 · 2 of 2</a:t>
            </a:r>
          </a:p>
        </p:txBody>
      </p:sp>
      <p:pic>
        <p:nvPicPr>
          <p:cNvPr id="4" name="">
            <a:extLst xmlns:a="http://schemas.openxmlformats.org/drawingml/2006/main">
              <a:ext uri="{FF2B5EF4-FFF2-40B4-BE49-F238E27FC236}">
                <a16:creationId xmlns:a16="http://schemas.microsoft.com/office/drawing/2014/main" id="{87AA8966-9F57-4435-95BA-437CD625D734}"/>
              </a:ext>
            </a:extLst>
          </p:cNvPr>
          <p:cNvPicPr>
            <a:picLocks xmlns:a="http://schemas.openxmlformats.org/drawingml/2006/main" noChangeAspect="1"/>
          </p:cNvPicPr>
          <p:nvPr/>
        </p:nvPicPr>
        <p:blipFill>
          <a:blip xmlns:r="http://schemas.openxmlformats.org/officeDocument/2006/relationships" xmlns:a="http://schemas.openxmlformats.org/drawingml/2006/main" r:embed="R60ff23c5de494905"/>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DB56B37E-AED0-44BF-B836-AE9CFB7770FD}"/>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3A379B55-4D3A-4F7F-A638-9C9F84E08D79}"/>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825FB137-4157-4E35-B17E-8324BFDB386F}"/>
              </a:ext>
            </a:extLst>
          </p:cNvPr>
          <p:cNvSpPr>
            <a:spLocks xmlns:a="http://schemas.openxmlformats.org/drawingml/2006/main" noGrp="1"/>
          </p:cNvSpPr>
          <p:nvPr/>
        </p:nvSpPr>
        <p:spPr>
          <a:xfrm xmlns:a="http://schemas.openxmlformats.org/drawingml/2006/main">
            <a:off x="2667000" y="1143000"/>
            <a:ext cx="1695450" cy="85725"/>
          </a:xfrm>
          <a:prstGeom xmlns:a="http://schemas.openxmlformats.org/drawingml/2006/main" prst="rect">
            <a:avLst/>
          </a:prstGeom>
          <a:solidFill xmlns:a="http://schemas.openxmlformats.org/drawingml/2006/main">
            <a:srgbClr val="356B51"/>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1012A89C-D4ED-4741-BE11-79056FFEF778}"/>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E711CAA7-0F98-48A0-8FA8-FC30954A773C}"/>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33FC440C-39C9-4266-9CB2-024F648B4324}"/>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E9C123FC-F5F5-4E31-AAEA-13AE1127FAFA}"/>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ART-GROW-A2-W01-P2 · version ______</a:t>
            </a:r>
          </a:p>
        </p:txBody>
      </p:sp>
      <p:sp>
        <p:nvSpPr>
          <p:cNvPr id="12" name="licence-footer">
            <a:extLst xmlns:a="http://schemas.openxmlformats.org/drawingml/2006/main">
              <a:ext uri="{FF2B5EF4-FFF2-40B4-BE49-F238E27FC236}">
                <a16:creationId xmlns:a16="http://schemas.microsoft.com/office/drawing/2014/main" id="{F0FEC320-E837-44E8-8B53-2C88CBD8A913}"/>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DA4BF032-5A1E-4262-B51E-6231E033B2AE}"/>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One contrast and one repeat from the model, shown with marks or words.</a:t>
            </a:r>
          </a:p>
        </p:txBody>
      </p:sp>
      <p:sp>
        <p:nvSpPr>
          <p:cNvPr id="14" name="figure-outline_test-0">
            <a:extLst xmlns:a="http://schemas.openxmlformats.org/drawingml/2006/main">
              <a:ext uri="{FF2B5EF4-FFF2-40B4-BE49-F238E27FC236}">
                <a16:creationId xmlns:a16="http://schemas.microsoft.com/office/drawing/2014/main" id="{69DD2D4B-CC84-452F-93A7-C263156723EE}"/>
              </a:ext>
            </a:extLst>
          </p:cNvPr>
          <p:cNvSpPr>
            <a:spLocks xmlns:a="http://schemas.openxmlformats.org/drawingml/2006/main" noGrp="1"/>
          </p:cNvSpPr>
          <p:nvPr/>
        </p:nvSpPr>
        <p:spPr>
          <a:xfrm xmlns:a="http://schemas.openxmlformats.org/drawingml/2006/main">
            <a:off x="1545445" y="1904619"/>
            <a:ext cx="9101110" cy="2676797"/>
          </a:xfrm>
          <a:prstGeom xmlns:a="http://schemas.openxmlformats.org/drawingml/2006/main" prst="rect">
            <a:avLst/>
          </a:prstGeom>
          <a:solidFill xmlns:a="http://schemas.openxmlformats.org/drawingml/2006/main">
            <a:srgbClr val="14213D"/>
          </a:solidFill>
          <a:ln xmlns:a="http://schemas.openxmlformats.org/drawingml/2006/main" w="0">
            <a:noFill/>
          </a:ln>
        </p:spPr>
      </p:sp>
      <p:sp>
        <p:nvSpPr>
          <p:cNvPr id="15" name="figure-outline_test-1">
            <a:extLst xmlns:a="http://schemas.openxmlformats.org/drawingml/2006/main">
              <a:ext uri="{FF2B5EF4-FFF2-40B4-BE49-F238E27FC236}">
                <a16:creationId xmlns:a16="http://schemas.microsoft.com/office/drawing/2014/main" id="{66BFC8DF-3FD9-4D69-9A02-64D3D3B2BBE6}"/>
              </a:ext>
            </a:extLst>
          </p:cNvPr>
          <p:cNvSpPr>
            <a:spLocks xmlns:a="http://schemas.openxmlformats.org/drawingml/2006/main" noGrp="1"/>
          </p:cNvSpPr>
          <p:nvPr/>
        </p:nvSpPr>
        <p:spPr>
          <a:xfrm xmlns:a="http://schemas.openxmlformats.org/drawingml/2006/main">
            <a:off x="3151523" y="2573818"/>
            <a:ext cx="1338399" cy="1338399"/>
          </a:xfrm>
          <a:prstGeom xmlns:a="http://schemas.openxmlformats.org/drawingml/2006/main" prst="ellipse">
            <a:avLst/>
          </a:prstGeom>
          <a:noFill xmlns:a="http://schemas.openxmlformats.org/drawingml/2006/main"/>
          <a:ln xmlns:a="http://schemas.openxmlformats.org/drawingml/2006/main" w="53536">
            <a:solidFill>
              <a:srgbClr val="FFE45E"/>
            </a:solidFill>
          </a:ln>
        </p:spPr>
      </p:sp>
      <p:sp>
        <p:nvSpPr>
          <p:cNvPr id="16" name="figure-outline_test-2">
            <a:extLst xmlns:a="http://schemas.openxmlformats.org/drawingml/2006/main">
              <a:ext uri="{FF2B5EF4-FFF2-40B4-BE49-F238E27FC236}">
                <a16:creationId xmlns:a16="http://schemas.microsoft.com/office/drawing/2014/main" id="{32BB8F24-DA79-4B6F-9945-900A7A467D30}"/>
              </a:ext>
            </a:extLst>
          </p:cNvPr>
          <p:cNvSpPr>
            <a:spLocks xmlns:a="http://schemas.openxmlformats.org/drawingml/2006/main" noGrp="1"/>
          </p:cNvSpPr>
          <p:nvPr/>
        </p:nvSpPr>
        <p:spPr>
          <a:xfrm xmlns:a="http://schemas.openxmlformats.org/drawingml/2006/main">
            <a:off x="7702078" y="2573818"/>
            <a:ext cx="1338399" cy="1338399"/>
          </a:xfrm>
          <a:prstGeom xmlns:a="http://schemas.openxmlformats.org/drawingml/2006/main" prst="ellipse">
            <a:avLst/>
          </a:prstGeom>
          <a:noFill xmlns:a="http://schemas.openxmlformats.org/drawingml/2006/main"/>
          <a:ln xmlns:a="http://schemas.openxmlformats.org/drawingml/2006/main" w="214144">
            <a:solidFill>
              <a:srgbClr val="FFE45E"/>
            </a:solidFill>
          </a:ln>
        </p:spPr>
      </p:sp>
      <p:sp>
        <p:nvSpPr>
          <p:cNvPr id="17" name="figure-outline_test-3">
            <a:extLst xmlns:a="http://schemas.openxmlformats.org/drawingml/2006/main">
              <a:ext uri="{FF2B5EF4-FFF2-40B4-BE49-F238E27FC236}">
                <a16:creationId xmlns:a16="http://schemas.microsoft.com/office/drawing/2014/main" id="{55AE5C7C-9967-492D-A259-1D62F0D948F3}"/>
              </a:ext>
            </a:extLst>
          </p:cNvPr>
          <p:cNvSpPr>
            <a:spLocks xmlns:a="http://schemas.openxmlformats.org/drawingml/2006/main" noGrp="1"/>
          </p:cNvSpPr>
          <p:nvPr/>
        </p:nvSpPr>
        <p:spPr>
          <a:xfrm xmlns:a="http://schemas.openxmlformats.org/drawingml/2006/main">
            <a:off x="2996728" y="4979456"/>
            <a:ext cx="1156898" cy="6370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3583" b="0" lang="en-GB">
                <a:solidFill>
                  <a:srgbClr val="152238"/>
                </a:solidFill>
                <a:latin typeface="Arial"/>
                <a:ea typeface="Arial"/>
                <a:cs typeface="Arial"/>
              </a:defRPr>
            </a:defPPr>
          </a:lstStyle>
          <a:p xmlns:a="http://schemas.openxmlformats.org/drawingml/2006/main">
            <a:pPr algn="l">
              <a:lnSpc>
                <a:spcPct val="108000"/>
              </a:lnSpc>
              <a:buNone/>
              <a:defRPr sz="3583" b="0" lang="en-GB">
                <a:solidFill>
                  <a:srgbClr val="152238"/>
                </a:solidFill>
                <a:latin typeface="Arial"/>
                <a:ea typeface="Arial"/>
                <a:cs typeface="Arial"/>
              </a:defRPr>
            </a:pPr>
            <a:r>
              <a:rPr sz="3583" b="0" lang="en-GB">
                <a:solidFill>
                  <a:srgbClr val="152238"/>
                </a:solidFill>
                <a:latin typeface="Arial"/>
                <a:ea typeface="Arial"/>
                <a:cs typeface="Arial"/>
              </a:rPr>
              <a:t>THIN</a:t>
            </a:r>
          </a:p>
        </p:txBody>
      </p:sp>
      <p:sp>
        <p:nvSpPr>
          <p:cNvPr id="18" name="figure-outline_test-4">
            <a:extLst xmlns:a="http://schemas.openxmlformats.org/drawingml/2006/main">
              <a:ext uri="{FF2B5EF4-FFF2-40B4-BE49-F238E27FC236}">
                <a16:creationId xmlns:a16="http://schemas.microsoft.com/office/drawing/2014/main" id="{2EC13AD1-1C30-455A-9E46-0D3240FE41C7}"/>
              </a:ext>
            </a:extLst>
          </p:cNvPr>
          <p:cNvSpPr>
            <a:spLocks xmlns:a="http://schemas.openxmlformats.org/drawingml/2006/main" noGrp="1"/>
          </p:cNvSpPr>
          <p:nvPr/>
        </p:nvSpPr>
        <p:spPr>
          <a:xfrm xmlns:a="http://schemas.openxmlformats.org/drawingml/2006/main">
            <a:off x="7011924" y="4979456"/>
            <a:ext cx="2092562" cy="6370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3583" b="0" lang="en-GB">
                <a:solidFill>
                  <a:srgbClr val="152238"/>
                </a:solidFill>
                <a:latin typeface="Arial"/>
                <a:ea typeface="Arial"/>
                <a:cs typeface="Arial"/>
              </a:defRPr>
            </a:defPPr>
          </a:lstStyle>
          <a:p xmlns:a="http://schemas.openxmlformats.org/drawingml/2006/main">
            <a:pPr algn="l">
              <a:lnSpc>
                <a:spcPct val="108000"/>
              </a:lnSpc>
              <a:buNone/>
              <a:defRPr sz="3583" b="0" lang="en-GB">
                <a:solidFill>
                  <a:srgbClr val="152238"/>
                </a:solidFill>
                <a:latin typeface="Arial"/>
                <a:ea typeface="Arial"/>
                <a:cs typeface="Arial"/>
              </a:defRPr>
            </a:pPr>
            <a:r>
              <a:rPr sz="3583" b="0" lang="en-GB">
                <a:solidFill>
                  <a:srgbClr val="152238"/>
                </a:solidFill>
                <a:latin typeface="Arial"/>
                <a:ea typeface="Arial"/>
                <a:cs typeface="Arial"/>
              </a:rPr>
              <a:t>THICKER</a:t>
            </a:r>
          </a:p>
        </p:txBody>
      </p:sp>
      <p:sp>
        <p:nvSpPr>
          <p:cNvPr id="19" name="figure-description-outline_test">
            <a:extLst xmlns:a="http://schemas.openxmlformats.org/drawingml/2006/main">
              <a:ext uri="{FF2B5EF4-FFF2-40B4-BE49-F238E27FC236}">
                <a16:creationId xmlns:a16="http://schemas.microsoft.com/office/drawing/2014/main" id="{751232F7-34B7-40D7-B14B-0ADB8EA3CE1C}"/>
              </a:ext>
            </a:extLst>
          </p:cNvPr>
          <p:cNvSpPr>
            <a:spLocks xmlns:a="http://schemas.openxmlformats.org/drawingml/2006/main" noGrp="1"/>
          </p:cNvSpPr>
          <p:nvPr/>
        </p:nvSpPr>
        <p:spPr>
          <a:xfrm xmlns:a="http://schemas.openxmlformats.org/drawingml/2006/main">
            <a:off x="381000" y="5842635"/>
            <a:ext cx="114300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A yellow ring with a thin line and a yellow ring with a thicker line are shown on a separate dark test strip.</a:t>
            </a:r>
          </a:p>
        </p:txBody>
      </p:sp>
    </p:spTree>
    <p:extLst>
      <p:ext uri="{BB962C8B-B14F-4D97-AF65-F5344CB8AC3E}">
        <p14:creationId xmlns:p14="http://schemas.microsoft.com/office/powerpoint/2010/main" val="36791401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lesson-header">
            <a:extLst xmlns:a="http://schemas.openxmlformats.org/drawingml/2006/main">
              <a:ext uri="{FF2B5EF4-FFF2-40B4-BE49-F238E27FC236}">
                <a16:creationId xmlns:a16="http://schemas.microsoft.com/office/drawing/2014/main" id="{A2396F43-51FD-4687-8676-B28EF8508EDB}"/>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56B51"/>
                </a:solidFill>
                <a:latin typeface="Arial"/>
                <a:ea typeface="Arial"/>
                <a:cs typeface="Arial"/>
              </a:defRPr>
            </a:defPPr>
          </a:lstStyle>
          <a:p xmlns:a="http://schemas.openxmlformats.org/drawingml/2006/main">
            <a:pPr algn="l">
              <a:lnSpc>
                <a:spcPct val="108000"/>
              </a:lnSpc>
              <a:buNone/>
              <a:defRPr sz="1050" b="1" lang="en-GB">
                <a:solidFill>
                  <a:srgbClr val="356B51"/>
                </a:solidFill>
                <a:latin typeface="Arial"/>
                <a:ea typeface="Arial"/>
                <a:cs typeface="Arial"/>
              </a:defRPr>
            </a:pPr>
            <a:r>
              <a:rPr sz="1050" b="1" lang="en-GB">
                <a:solidFill>
                  <a:srgbClr val="356B51"/>
                </a:solidFill>
                <a:latin typeface="Arial"/>
                <a:ea typeface="Arial"/>
                <a:cs typeface="Arial"/>
              </a:rPr>
              <a:t>Art · GROW · Autumn 2 · Week 1</a:t>
            </a:r>
          </a:p>
        </p:txBody>
      </p:sp>
      <p:sp>
        <p:nvSpPr>
          <p:cNvPr id="2" name="stage-time">
            <a:extLst xmlns:a="http://schemas.openxmlformats.org/drawingml/2006/main">
              <a:ext uri="{FF2B5EF4-FFF2-40B4-BE49-F238E27FC236}">
                <a16:creationId xmlns:a16="http://schemas.microsoft.com/office/drawing/2014/main" id="{81FE60DE-1C7B-4E20-9659-114ECDF4CF82}"/>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56B51"/>
                </a:solidFill>
                <a:latin typeface="Arial"/>
                <a:ea typeface="Arial"/>
                <a:cs typeface="Arial"/>
              </a:defRPr>
            </a:defPPr>
          </a:lstStyle>
          <a:p xmlns:a="http://schemas.openxmlformats.org/drawingml/2006/main">
            <a:pPr algn="r">
              <a:lnSpc>
                <a:spcPct val="108000"/>
              </a:lnSpc>
              <a:buNone/>
              <a:defRPr sz="1425" b="1" lang="en-GB">
                <a:solidFill>
                  <a:srgbClr val="356B51"/>
                </a:solidFill>
                <a:latin typeface="Arial"/>
                <a:ea typeface="Arial"/>
                <a:cs typeface="Arial"/>
              </a:defRPr>
            </a:pPr>
            <a:r>
              <a:rPr sz="1425" b="1" lang="en-GB">
                <a:solidFill>
                  <a:srgbClr val="356B51"/>
                </a:solidFill>
                <a:latin typeface="Arial"/>
                <a:ea typeface="Arial"/>
                <a:cs typeface="Arial"/>
              </a:rPr>
              <a:t>I do · 2 min · 10 to 12</a:t>
            </a:r>
          </a:p>
        </p:txBody>
      </p:sp>
      <p:sp>
        <p:nvSpPr>
          <p:cNvPr id="3" name="slide-title">
            <a:extLst xmlns:a="http://schemas.openxmlformats.org/drawingml/2006/main">
              <a:ext uri="{FF2B5EF4-FFF2-40B4-BE49-F238E27FC236}">
                <a16:creationId xmlns:a16="http://schemas.microsoft.com/office/drawing/2014/main" id="{71A7CB7E-1D54-4FA5-8642-E1268B7424FD}"/>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56B51"/>
                </a:solidFill>
                <a:latin typeface="Arial"/>
                <a:ea typeface="Arial"/>
                <a:cs typeface="Arial"/>
              </a:defRPr>
            </a:defPPr>
          </a:lstStyle>
          <a:p xmlns:a="http://schemas.openxmlformats.org/drawingml/2006/main">
            <a:pPr algn="l">
              <a:lnSpc>
                <a:spcPct val="108000"/>
              </a:lnSpc>
              <a:buNone/>
              <a:defRPr sz="2700" b="1" lang="en-GB">
                <a:solidFill>
                  <a:srgbClr val="356B51"/>
                </a:solidFill>
                <a:latin typeface="Arial"/>
                <a:ea typeface="Arial"/>
                <a:cs typeface="Arial"/>
              </a:defRPr>
            </a:pPr>
            <a:r>
              <a:rPr sz="2700" b="1" lang="en-GB">
                <a:solidFill>
                  <a:srgbClr val="356B51"/>
                </a:solidFill>
                <a:latin typeface="Arial"/>
                <a:ea typeface="Arial"/>
                <a:cs typeface="Arial"/>
              </a:rPr>
              <a:t>I do · 2 of 3</a:t>
            </a:r>
          </a:p>
        </p:txBody>
      </p:sp>
      <p:pic>
        <p:nvPicPr>
          <p:cNvPr id="4" name="">
            <a:extLst xmlns:a="http://schemas.openxmlformats.org/drawingml/2006/main">
              <a:ext uri="{FF2B5EF4-FFF2-40B4-BE49-F238E27FC236}">
                <a16:creationId xmlns:a16="http://schemas.microsoft.com/office/drawing/2014/main" id="{1E24DC04-890C-45ED-A3F4-4EBAA3B328AB}"/>
              </a:ext>
            </a:extLst>
          </p:cNvPr>
          <p:cNvPicPr>
            <a:picLocks xmlns:a="http://schemas.openxmlformats.org/drawingml/2006/main" noChangeAspect="1"/>
          </p:cNvPicPr>
          <p:nvPr/>
        </p:nvPicPr>
        <p:blipFill>
          <a:blip xmlns:r="http://schemas.openxmlformats.org/officeDocument/2006/relationships" xmlns:a="http://schemas.openxmlformats.org/drawingml/2006/main" r:embed="Re5f9ff36c5754663"/>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E6C101A4-760C-425D-AABA-B0C2D448F6BC}"/>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EC2479E8-0EF8-46E6-AD8E-C828182685E0}"/>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EBAF47C9-6598-47F7-9B0C-28E0949AA0E7}"/>
              </a:ext>
            </a:extLst>
          </p:cNvPr>
          <p:cNvSpPr>
            <a:spLocks xmlns:a="http://schemas.openxmlformats.org/drawingml/2006/main" noGrp="1"/>
          </p:cNvSpPr>
          <p:nvPr/>
        </p:nvSpPr>
        <p:spPr>
          <a:xfrm xmlns:a="http://schemas.openxmlformats.org/drawingml/2006/main">
            <a:off x="2667000" y="1143000"/>
            <a:ext cx="1695450" cy="85725"/>
          </a:xfrm>
          <a:prstGeom xmlns:a="http://schemas.openxmlformats.org/drawingml/2006/main" prst="rect">
            <a:avLst/>
          </a:prstGeom>
          <a:solidFill xmlns:a="http://schemas.openxmlformats.org/drawingml/2006/main">
            <a:srgbClr val="356B51"/>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56033D69-FA7C-4074-9F8A-01D21D6B9891}"/>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7566E62B-D2FB-4712-87A6-DC9914A46911}"/>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64DE30F5-876F-4881-A642-27AF26EE17CC}"/>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4559DF45-E1B2-4AAC-ABE0-D156E6F8CCEA}"/>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ART-GROW-A2-W01-P2 · version ______</a:t>
            </a:r>
          </a:p>
        </p:txBody>
      </p:sp>
      <p:sp>
        <p:nvSpPr>
          <p:cNvPr id="12" name="licence-footer">
            <a:extLst xmlns:a="http://schemas.openxmlformats.org/drawingml/2006/main">
              <a:ext uri="{FF2B5EF4-FFF2-40B4-BE49-F238E27FC236}">
                <a16:creationId xmlns:a16="http://schemas.microsoft.com/office/drawing/2014/main" id="{870642AA-6EE4-4925-A7BA-8F84BB1027AC}"/>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3FD572B7-4392-4825-AFB7-CD1579688903}"/>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One contrast and one repeat from the model, shown with marks or words.</a:t>
            </a:r>
          </a:p>
        </p:txBody>
      </p:sp>
      <p:sp>
        <p:nvSpPr>
          <p:cNvPr id="14" name="body-0">
            <a:extLst xmlns:a="http://schemas.openxmlformats.org/drawingml/2006/main">
              <a:ext uri="{FF2B5EF4-FFF2-40B4-BE49-F238E27FC236}">
                <a16:creationId xmlns:a16="http://schemas.microsoft.com/office/drawing/2014/main" id="{D8E600D7-A4F5-4F78-8E36-B2E398C32114}"/>
              </a:ext>
            </a:extLst>
          </p:cNvPr>
          <p:cNvSpPr>
            <a:spLocks xmlns:a="http://schemas.openxmlformats.org/drawingml/2006/main" noGrp="1"/>
          </p:cNvSpPr>
          <p:nvPr/>
        </p:nvSpPr>
        <p:spPr>
          <a:xfrm xmlns:a="http://schemas.openxmlformats.org/drawingml/2006/main">
            <a:off x="381000" y="190461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My strength: the bright marks contrast with the dark ground.</a:t>
            </a:r>
          </a:p>
        </p:txBody>
      </p:sp>
      <p:sp>
        <p:nvSpPr>
          <p:cNvPr id="15" name="body-1">
            <a:extLst xmlns:a="http://schemas.openxmlformats.org/drawingml/2006/main">
              <a:ext uri="{FF2B5EF4-FFF2-40B4-BE49-F238E27FC236}">
                <a16:creationId xmlns:a16="http://schemas.microsoft.com/office/drawing/2014/main" id="{1D4D8B7E-258F-4DEE-8D09-ED275C1473DC}"/>
              </a:ext>
            </a:extLst>
          </p:cNvPr>
          <p:cNvSpPr>
            <a:spLocks xmlns:a="http://schemas.openxmlformats.org/drawingml/2006/main" noGrp="1"/>
          </p:cNvSpPr>
          <p:nvPr/>
        </p:nvSpPr>
        <p:spPr>
          <a:xfrm xmlns:a="http://schemas.openxmlformats.org/drawingml/2006/main">
            <a:off x="381000" y="2446211"/>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My change: I could make the ring outlines thicker so they show more clearly.</a:t>
            </a:r>
          </a:p>
        </p:txBody>
      </p:sp>
      <p:sp>
        <p:nvSpPr>
          <p:cNvPr id="16" name="body-2">
            <a:extLst xmlns:a="http://schemas.openxmlformats.org/drawingml/2006/main">
              <a:ext uri="{FF2B5EF4-FFF2-40B4-BE49-F238E27FC236}">
                <a16:creationId xmlns:a16="http://schemas.microsoft.com/office/drawing/2014/main" id="{40BAC106-EC65-4670-B1DA-9019C2DE8789}"/>
              </a:ext>
            </a:extLst>
          </p:cNvPr>
          <p:cNvSpPr>
            <a:spLocks xmlns:a="http://schemas.openxmlformats.org/drawingml/2006/main" noGrp="1"/>
          </p:cNvSpPr>
          <p:nvPr/>
        </p:nvSpPr>
        <p:spPr>
          <a:xfrm xmlns:a="http://schemas.openxmlformats.org/drawingml/2006/main">
            <a:off x="381000" y="2987802"/>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I test that change on a scrap. If I use it, I change each ring in the repeat.</a:t>
            </a:r>
          </a:p>
        </p:txBody>
      </p:sp>
      <p:sp>
        <p:nvSpPr>
          <p:cNvPr id="17" name="body-3">
            <a:extLst xmlns:a="http://schemas.openxmlformats.org/drawingml/2006/main">
              <a:ext uri="{FF2B5EF4-FFF2-40B4-BE49-F238E27FC236}">
                <a16:creationId xmlns:a16="http://schemas.microsoft.com/office/drawing/2014/main" id="{670A7EAC-DB6D-48E4-BDDE-D9795EA41636}"/>
              </a:ext>
            </a:extLst>
          </p:cNvPr>
          <p:cNvSpPr>
            <a:spLocks xmlns:a="http://schemas.openxmlformats.org/drawingml/2006/main" noGrp="1"/>
          </p:cNvSpPr>
          <p:nvPr/>
        </p:nvSpPr>
        <p:spPr>
          <a:xfrm xmlns:a="http://schemas.openxmlformats.org/drawingml/2006/main">
            <a:off x="381000" y="3529394"/>
            <a:ext cx="11430000" cy="446342"/>
          </a:xfrm>
          <a:prstGeom xmlns:a="http://schemas.openxmlformats.org/drawingml/2006/main" prst="rect">
            <a:avLst/>
          </a:prstGeom>
          <a:solidFill xmlns:a="http://schemas.openxmlformats.org/drawingml/2006/main">
            <a:srgbClr val="FFE4C8"/>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I can choose a different effect. I give a reason I can show in the work.</a:t>
            </a:r>
          </a:p>
        </p:txBody>
      </p:sp>
    </p:spTree>
    <p:extLst>
      <p:ext uri="{BB962C8B-B14F-4D97-AF65-F5344CB8AC3E}">
        <p14:creationId xmlns:p14="http://schemas.microsoft.com/office/powerpoint/2010/main" val="89065602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89E40457-E1A9-4C67-A9C4-D0371C6DAE7C}"/>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56B51"/>
                </a:solidFill>
                <a:latin typeface="Arial"/>
                <a:ea typeface="Arial"/>
                <a:cs typeface="Arial"/>
              </a:defRPr>
            </a:defPPr>
          </a:lstStyle>
          <a:p xmlns:a="http://schemas.openxmlformats.org/drawingml/2006/main">
            <a:pPr algn="l">
              <a:lnSpc>
                <a:spcPct val="108000"/>
              </a:lnSpc>
              <a:buNone/>
              <a:defRPr sz="1050" b="1" lang="en-GB">
                <a:solidFill>
                  <a:srgbClr val="356B51"/>
                </a:solidFill>
                <a:latin typeface="Arial"/>
                <a:ea typeface="Arial"/>
                <a:cs typeface="Arial"/>
              </a:defRPr>
            </a:pPr>
            <a:r>
              <a:rPr sz="1050" b="1" lang="en-GB">
                <a:solidFill>
                  <a:srgbClr val="356B51"/>
                </a:solidFill>
                <a:latin typeface="Arial"/>
                <a:ea typeface="Arial"/>
                <a:cs typeface="Arial"/>
              </a:rPr>
              <a:t>Art · GROW · Autumn 2 · Week 1</a:t>
            </a:r>
          </a:p>
        </p:txBody>
      </p:sp>
      <p:sp>
        <p:nvSpPr>
          <p:cNvPr id="2" name="stage-time">
            <a:extLst xmlns:a="http://schemas.openxmlformats.org/drawingml/2006/main">
              <a:ext uri="{FF2B5EF4-FFF2-40B4-BE49-F238E27FC236}">
                <a16:creationId xmlns:a16="http://schemas.microsoft.com/office/drawing/2014/main" id="{4F61E7D0-AAA1-44E6-BDDA-AB163645AD41}"/>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56B51"/>
                </a:solidFill>
                <a:latin typeface="Arial"/>
                <a:ea typeface="Arial"/>
                <a:cs typeface="Arial"/>
              </a:defRPr>
            </a:defPPr>
          </a:lstStyle>
          <a:p xmlns:a="http://schemas.openxmlformats.org/drawingml/2006/main">
            <a:pPr algn="r">
              <a:lnSpc>
                <a:spcPct val="108000"/>
              </a:lnSpc>
              <a:buNone/>
              <a:defRPr sz="1425" b="1" lang="en-GB">
                <a:solidFill>
                  <a:srgbClr val="356B51"/>
                </a:solidFill>
                <a:latin typeface="Arial"/>
                <a:ea typeface="Arial"/>
                <a:cs typeface="Arial"/>
              </a:defRPr>
            </a:pPr>
            <a:r>
              <a:rPr sz="1425" b="1" lang="en-GB">
                <a:solidFill>
                  <a:srgbClr val="356B51"/>
                </a:solidFill>
                <a:latin typeface="Arial"/>
                <a:ea typeface="Arial"/>
                <a:cs typeface="Arial"/>
              </a:rPr>
              <a:t>I do · 2 min · 10 to 12</a:t>
            </a:r>
          </a:p>
        </p:txBody>
      </p:sp>
      <p:sp>
        <p:nvSpPr>
          <p:cNvPr id="3" name="slide-title">
            <a:extLst xmlns:a="http://schemas.openxmlformats.org/drawingml/2006/main">
              <a:ext uri="{FF2B5EF4-FFF2-40B4-BE49-F238E27FC236}">
                <a16:creationId xmlns:a16="http://schemas.microsoft.com/office/drawing/2014/main" id="{5D02BAEA-E5C6-40B1-B25B-4306B177F924}"/>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56B51"/>
                </a:solidFill>
                <a:latin typeface="Arial"/>
                <a:ea typeface="Arial"/>
                <a:cs typeface="Arial"/>
              </a:defRPr>
            </a:defPPr>
          </a:lstStyle>
          <a:p xmlns:a="http://schemas.openxmlformats.org/drawingml/2006/main">
            <a:pPr algn="l">
              <a:lnSpc>
                <a:spcPct val="108000"/>
              </a:lnSpc>
              <a:buNone/>
              <a:defRPr sz="2700" b="1" lang="en-GB">
                <a:solidFill>
                  <a:srgbClr val="356B51"/>
                </a:solidFill>
                <a:latin typeface="Arial"/>
                <a:ea typeface="Arial"/>
                <a:cs typeface="Arial"/>
              </a:defRPr>
            </a:pPr>
            <a:r>
              <a:rPr sz="2700" b="1" lang="en-GB">
                <a:solidFill>
                  <a:srgbClr val="356B51"/>
                </a:solidFill>
                <a:latin typeface="Arial"/>
                <a:ea typeface="Arial"/>
                <a:cs typeface="Arial"/>
              </a:rPr>
              <a:t>I do · 2 of 3 · 1 of 2</a:t>
            </a:r>
          </a:p>
        </p:txBody>
      </p:sp>
      <p:pic>
        <p:nvPicPr>
          <p:cNvPr id="4" name="">
            <a:extLst xmlns:a="http://schemas.openxmlformats.org/drawingml/2006/main">
              <a:ext uri="{FF2B5EF4-FFF2-40B4-BE49-F238E27FC236}">
                <a16:creationId xmlns:a16="http://schemas.microsoft.com/office/drawing/2014/main" id="{E3071429-9B7B-4F1E-AF56-E30F0039B897}"/>
              </a:ext>
            </a:extLst>
          </p:cNvPr>
          <p:cNvPicPr>
            <a:picLocks xmlns:a="http://schemas.openxmlformats.org/drawingml/2006/main" noChangeAspect="1"/>
          </p:cNvPicPr>
          <p:nvPr/>
        </p:nvPicPr>
        <p:blipFill>
          <a:blip xmlns:r="http://schemas.openxmlformats.org/officeDocument/2006/relationships" xmlns:a="http://schemas.openxmlformats.org/drawingml/2006/main" r:embed="R9dbc69fc5058400f"/>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7B05851F-0C4F-4C48-B250-8B157EF21113}"/>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CEC4147F-C3D6-4FA7-8668-E8A140355827}"/>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ECFAE323-AACF-4265-8D73-47DD3875EDFD}"/>
              </a:ext>
            </a:extLst>
          </p:cNvPr>
          <p:cNvSpPr>
            <a:spLocks xmlns:a="http://schemas.openxmlformats.org/drawingml/2006/main" noGrp="1"/>
          </p:cNvSpPr>
          <p:nvPr/>
        </p:nvSpPr>
        <p:spPr>
          <a:xfrm xmlns:a="http://schemas.openxmlformats.org/drawingml/2006/main">
            <a:off x="2667000" y="1143000"/>
            <a:ext cx="1695450" cy="85725"/>
          </a:xfrm>
          <a:prstGeom xmlns:a="http://schemas.openxmlformats.org/drawingml/2006/main" prst="rect">
            <a:avLst/>
          </a:prstGeom>
          <a:solidFill xmlns:a="http://schemas.openxmlformats.org/drawingml/2006/main">
            <a:srgbClr val="356B51"/>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F4EC81A9-9899-4395-868F-B7964627849B}"/>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9761A511-BB03-4776-8C4C-FAAF3C81B07A}"/>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22214213-AF46-4ADD-B71A-774985E8C290}"/>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A99F2193-A68F-44B1-A91E-540FE83BBF44}"/>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ART-GROW-A2-W01-P2 · version ______</a:t>
            </a:r>
          </a:p>
        </p:txBody>
      </p:sp>
      <p:sp>
        <p:nvSpPr>
          <p:cNvPr id="12" name="licence-footer">
            <a:extLst xmlns:a="http://schemas.openxmlformats.org/drawingml/2006/main">
              <a:ext uri="{FF2B5EF4-FFF2-40B4-BE49-F238E27FC236}">
                <a16:creationId xmlns:a16="http://schemas.microsoft.com/office/drawing/2014/main" id="{FD1B43E4-F80B-4CEF-B02B-2D635101B80B}"/>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B60436AA-329D-4488-B544-75277F5EA30D}"/>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One contrast and one repeat from the model, shown with marks or words.</a:t>
            </a:r>
          </a:p>
        </p:txBody>
      </p:sp>
      <p:sp>
        <p:nvSpPr>
          <p:cNvPr id="14" name="figure-example_a-0">
            <a:extLst xmlns:a="http://schemas.openxmlformats.org/drawingml/2006/main">
              <a:ext uri="{FF2B5EF4-FFF2-40B4-BE49-F238E27FC236}">
                <a16:creationId xmlns:a16="http://schemas.microsoft.com/office/drawing/2014/main" id="{0CA871B9-2ABB-4DFD-80F5-9483FCAD2C2C}"/>
              </a:ext>
            </a:extLst>
          </p:cNvPr>
          <p:cNvSpPr>
            <a:spLocks xmlns:a="http://schemas.openxmlformats.org/drawingml/2006/main" noGrp="1"/>
          </p:cNvSpPr>
          <p:nvPr/>
        </p:nvSpPr>
        <p:spPr>
          <a:xfrm xmlns:a="http://schemas.openxmlformats.org/drawingml/2006/main">
            <a:off x="381000" y="1992439"/>
            <a:ext cx="11430000" cy="3571875"/>
          </a:xfrm>
          <a:prstGeom xmlns:a="http://schemas.openxmlformats.org/drawingml/2006/main" prst="rect">
            <a:avLst/>
          </a:prstGeom>
          <a:solidFill xmlns:a="http://schemas.openxmlformats.org/drawingml/2006/main">
            <a:srgbClr val="14213D"/>
          </a:solidFill>
          <a:ln xmlns:a="http://schemas.openxmlformats.org/drawingml/2006/main" w="0">
            <a:noFill/>
          </a:ln>
        </p:spPr>
      </p:sp>
      <p:sp>
        <p:nvSpPr>
          <p:cNvPr id="15" name="figure-example_a-1">
            <a:extLst xmlns:a="http://schemas.openxmlformats.org/drawingml/2006/main">
              <a:ext uri="{FF2B5EF4-FFF2-40B4-BE49-F238E27FC236}">
                <a16:creationId xmlns:a16="http://schemas.microsoft.com/office/drawing/2014/main" id="{09F659AD-E2DF-4529-8A16-B545E3A128EC}"/>
              </a:ext>
            </a:extLst>
          </p:cNvPr>
          <p:cNvSpPr>
            <a:spLocks xmlns:a="http://schemas.openxmlformats.org/drawingml/2006/main" noGrp="1"/>
          </p:cNvSpPr>
          <p:nvPr/>
        </p:nvSpPr>
        <p:spPr>
          <a:xfrm xmlns:a="http://schemas.openxmlformats.org/drawingml/2006/main">
            <a:off x="1537607" y="3302127"/>
            <a:ext cx="952500" cy="952500"/>
          </a:xfrm>
          <a:prstGeom xmlns:a="http://schemas.openxmlformats.org/drawingml/2006/main" prst="ellipse">
            <a:avLst/>
          </a:prstGeom>
          <a:noFill xmlns:a="http://schemas.openxmlformats.org/drawingml/2006/main"/>
          <a:ln xmlns:a="http://schemas.openxmlformats.org/drawingml/2006/main" w="119063">
            <a:solidFill>
              <a:srgbClr val="FFE45E"/>
            </a:solidFill>
          </a:ln>
        </p:spPr>
      </p:sp>
      <p:sp>
        <p:nvSpPr>
          <p:cNvPr id="16" name="figure-example_a-2">
            <a:extLst xmlns:a="http://schemas.openxmlformats.org/drawingml/2006/main">
              <a:ext uri="{FF2B5EF4-FFF2-40B4-BE49-F238E27FC236}">
                <a16:creationId xmlns:a16="http://schemas.microsoft.com/office/drawing/2014/main" id="{17A803AD-106F-4D1A-A1C7-B85F4327C7AD}"/>
              </a:ext>
            </a:extLst>
          </p:cNvPr>
          <p:cNvSpPr>
            <a:spLocks xmlns:a="http://schemas.openxmlformats.org/drawingml/2006/main" noGrp="1"/>
          </p:cNvSpPr>
          <p:nvPr/>
        </p:nvSpPr>
        <p:spPr>
          <a:xfrm xmlns:a="http://schemas.openxmlformats.org/drawingml/2006/main">
            <a:off x="3170464" y="3302127"/>
            <a:ext cx="952500" cy="952500"/>
          </a:xfrm>
          <a:prstGeom xmlns:a="http://schemas.openxmlformats.org/drawingml/2006/main" prst="ellipse">
            <a:avLst/>
          </a:prstGeom>
          <a:solidFill xmlns:a="http://schemas.openxmlformats.org/drawingml/2006/main">
            <a:srgbClr val="FF8C32"/>
          </a:solidFill>
          <a:ln xmlns:a="http://schemas.openxmlformats.org/drawingml/2006/main" w="0">
            <a:noFill/>
          </a:ln>
        </p:spPr>
      </p:sp>
      <p:sp>
        <p:nvSpPr>
          <p:cNvPr id="17" name="figure-example_a-3">
            <a:extLst xmlns:a="http://schemas.openxmlformats.org/drawingml/2006/main">
              <a:ext uri="{FF2B5EF4-FFF2-40B4-BE49-F238E27FC236}">
                <a16:creationId xmlns:a16="http://schemas.microsoft.com/office/drawing/2014/main" id="{310264EE-726A-4D24-82B9-2E855C87DA6A}"/>
              </a:ext>
            </a:extLst>
          </p:cNvPr>
          <p:cNvSpPr>
            <a:spLocks xmlns:a="http://schemas.openxmlformats.org/drawingml/2006/main" noGrp="1"/>
          </p:cNvSpPr>
          <p:nvPr/>
        </p:nvSpPr>
        <p:spPr>
          <a:xfrm xmlns:a="http://schemas.openxmlformats.org/drawingml/2006/main">
            <a:off x="4803321" y="3302127"/>
            <a:ext cx="952500" cy="952500"/>
          </a:xfrm>
          <a:prstGeom xmlns:a="http://schemas.openxmlformats.org/drawingml/2006/main" prst="ellipse">
            <a:avLst/>
          </a:prstGeom>
          <a:noFill xmlns:a="http://schemas.openxmlformats.org/drawingml/2006/main"/>
          <a:ln xmlns:a="http://schemas.openxmlformats.org/drawingml/2006/main" w="119063">
            <a:solidFill>
              <a:srgbClr val="FFE45E"/>
            </a:solidFill>
          </a:ln>
        </p:spPr>
      </p:sp>
      <p:sp>
        <p:nvSpPr>
          <p:cNvPr id="18" name="figure-example_a-4">
            <a:extLst xmlns:a="http://schemas.openxmlformats.org/drawingml/2006/main">
              <a:ext uri="{FF2B5EF4-FFF2-40B4-BE49-F238E27FC236}">
                <a16:creationId xmlns:a16="http://schemas.microsoft.com/office/drawing/2014/main" id="{A5BE82A4-18E0-4D7F-B416-2769D16AB0C0}"/>
              </a:ext>
            </a:extLst>
          </p:cNvPr>
          <p:cNvSpPr>
            <a:spLocks xmlns:a="http://schemas.openxmlformats.org/drawingml/2006/main" noGrp="1"/>
          </p:cNvSpPr>
          <p:nvPr/>
        </p:nvSpPr>
        <p:spPr>
          <a:xfrm xmlns:a="http://schemas.openxmlformats.org/drawingml/2006/main">
            <a:off x="6436179" y="3302127"/>
            <a:ext cx="952500" cy="952500"/>
          </a:xfrm>
          <a:prstGeom xmlns:a="http://schemas.openxmlformats.org/drawingml/2006/main" prst="ellipse">
            <a:avLst/>
          </a:prstGeom>
          <a:solidFill xmlns:a="http://schemas.openxmlformats.org/drawingml/2006/main">
            <a:srgbClr val="FF8C32"/>
          </a:solidFill>
          <a:ln xmlns:a="http://schemas.openxmlformats.org/drawingml/2006/main" w="0">
            <a:noFill/>
          </a:ln>
        </p:spPr>
      </p:sp>
      <p:sp>
        <p:nvSpPr>
          <p:cNvPr id="19" name="figure-example_a-5">
            <a:extLst xmlns:a="http://schemas.openxmlformats.org/drawingml/2006/main">
              <a:ext uri="{FF2B5EF4-FFF2-40B4-BE49-F238E27FC236}">
                <a16:creationId xmlns:a16="http://schemas.microsoft.com/office/drawing/2014/main" id="{DE3BF886-0B23-4E93-9B37-91E2DF4656FC}"/>
              </a:ext>
            </a:extLst>
          </p:cNvPr>
          <p:cNvSpPr>
            <a:spLocks xmlns:a="http://schemas.openxmlformats.org/drawingml/2006/main" noGrp="1"/>
          </p:cNvSpPr>
          <p:nvPr/>
        </p:nvSpPr>
        <p:spPr>
          <a:xfrm xmlns:a="http://schemas.openxmlformats.org/drawingml/2006/main">
            <a:off x="8069036" y="3302127"/>
            <a:ext cx="952500" cy="952500"/>
          </a:xfrm>
          <a:prstGeom xmlns:a="http://schemas.openxmlformats.org/drawingml/2006/main" prst="ellipse">
            <a:avLst/>
          </a:prstGeom>
          <a:noFill xmlns:a="http://schemas.openxmlformats.org/drawingml/2006/main"/>
          <a:ln xmlns:a="http://schemas.openxmlformats.org/drawingml/2006/main" w="119063">
            <a:solidFill>
              <a:srgbClr val="FFE45E"/>
            </a:solidFill>
          </a:ln>
        </p:spPr>
      </p:sp>
      <p:sp>
        <p:nvSpPr>
          <p:cNvPr id="20" name="figure-example_a-6">
            <a:extLst xmlns:a="http://schemas.openxmlformats.org/drawingml/2006/main">
              <a:ext uri="{FF2B5EF4-FFF2-40B4-BE49-F238E27FC236}">
                <a16:creationId xmlns:a16="http://schemas.microsoft.com/office/drawing/2014/main" id="{A26A661A-7EBE-4552-B31A-1C6683F57A2B}"/>
              </a:ext>
            </a:extLst>
          </p:cNvPr>
          <p:cNvSpPr>
            <a:spLocks xmlns:a="http://schemas.openxmlformats.org/drawingml/2006/main" noGrp="1"/>
          </p:cNvSpPr>
          <p:nvPr/>
        </p:nvSpPr>
        <p:spPr>
          <a:xfrm xmlns:a="http://schemas.openxmlformats.org/drawingml/2006/main">
            <a:off x="9701893" y="3302127"/>
            <a:ext cx="952500" cy="952500"/>
          </a:xfrm>
          <a:prstGeom xmlns:a="http://schemas.openxmlformats.org/drawingml/2006/main" prst="ellipse">
            <a:avLst/>
          </a:prstGeom>
          <a:solidFill xmlns:a="http://schemas.openxmlformats.org/drawingml/2006/main">
            <a:srgbClr val="FF8C32"/>
          </a:solidFill>
          <a:ln xmlns:a="http://schemas.openxmlformats.org/drawingml/2006/main" w="0">
            <a:noFill/>
          </a:ln>
        </p:spPr>
      </p:sp>
      <p:sp>
        <p:nvSpPr>
          <p:cNvPr id="21" name="figure-description-example_a">
            <a:extLst xmlns:a="http://schemas.openxmlformats.org/drawingml/2006/main">
              <a:ext uri="{FF2B5EF4-FFF2-40B4-BE49-F238E27FC236}">
                <a16:creationId xmlns:a16="http://schemas.microsoft.com/office/drawing/2014/main" id="{FB662172-83E2-4462-8822-E4139234DF92}"/>
              </a:ext>
            </a:extLst>
          </p:cNvPr>
          <p:cNvSpPr>
            <a:spLocks xmlns:a="http://schemas.openxmlformats.org/drawingml/2006/main" noGrp="1"/>
          </p:cNvSpPr>
          <p:nvPr/>
        </p:nvSpPr>
        <p:spPr>
          <a:xfrm xmlns:a="http://schemas.openxmlformats.org/drawingml/2006/main">
            <a:off x="381000" y="5842635"/>
            <a:ext cx="114300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A has a very dark blue ground. Its row is yellow ring, orange dot, yellow ring, orange dot, yellow ring, orange dot, with even dark gaps.</a:t>
            </a:r>
          </a:p>
        </p:txBody>
      </p:sp>
    </p:spTree>
    <p:extLst>
      <p:ext uri="{BB962C8B-B14F-4D97-AF65-F5344CB8AC3E}">
        <p14:creationId xmlns:p14="http://schemas.microsoft.com/office/powerpoint/2010/main" val="133577494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DC2EA521-3E6D-4739-B0D7-54B6D88E9DA3}"/>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56B51"/>
                </a:solidFill>
                <a:latin typeface="Arial"/>
                <a:ea typeface="Arial"/>
                <a:cs typeface="Arial"/>
              </a:defRPr>
            </a:defPPr>
          </a:lstStyle>
          <a:p xmlns:a="http://schemas.openxmlformats.org/drawingml/2006/main">
            <a:pPr algn="l">
              <a:lnSpc>
                <a:spcPct val="108000"/>
              </a:lnSpc>
              <a:buNone/>
              <a:defRPr sz="1050" b="1" lang="en-GB">
                <a:solidFill>
                  <a:srgbClr val="356B51"/>
                </a:solidFill>
                <a:latin typeface="Arial"/>
                <a:ea typeface="Arial"/>
                <a:cs typeface="Arial"/>
              </a:defRPr>
            </a:pPr>
            <a:r>
              <a:rPr sz="1050" b="1" lang="en-GB">
                <a:solidFill>
                  <a:srgbClr val="356B51"/>
                </a:solidFill>
                <a:latin typeface="Arial"/>
                <a:ea typeface="Arial"/>
                <a:cs typeface="Arial"/>
              </a:rPr>
              <a:t>Art · GROW · Autumn 2 · Week 1</a:t>
            </a:r>
          </a:p>
        </p:txBody>
      </p:sp>
      <p:sp>
        <p:nvSpPr>
          <p:cNvPr id="2" name="stage-time">
            <a:extLst xmlns:a="http://schemas.openxmlformats.org/drawingml/2006/main">
              <a:ext uri="{FF2B5EF4-FFF2-40B4-BE49-F238E27FC236}">
                <a16:creationId xmlns:a16="http://schemas.microsoft.com/office/drawing/2014/main" id="{C1BF2AFD-3C5A-4C68-820A-B05DBF6674CB}"/>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56B51"/>
                </a:solidFill>
                <a:latin typeface="Arial"/>
                <a:ea typeface="Arial"/>
                <a:cs typeface="Arial"/>
              </a:defRPr>
            </a:defPPr>
          </a:lstStyle>
          <a:p xmlns:a="http://schemas.openxmlformats.org/drawingml/2006/main">
            <a:pPr algn="r">
              <a:lnSpc>
                <a:spcPct val="108000"/>
              </a:lnSpc>
              <a:buNone/>
              <a:defRPr sz="1425" b="1" lang="en-GB">
                <a:solidFill>
                  <a:srgbClr val="356B51"/>
                </a:solidFill>
                <a:latin typeface="Arial"/>
                <a:ea typeface="Arial"/>
                <a:cs typeface="Arial"/>
              </a:defRPr>
            </a:pPr>
            <a:r>
              <a:rPr sz="1425" b="1" lang="en-GB">
                <a:solidFill>
                  <a:srgbClr val="356B51"/>
                </a:solidFill>
                <a:latin typeface="Arial"/>
                <a:ea typeface="Arial"/>
                <a:cs typeface="Arial"/>
              </a:rPr>
              <a:t>I do · 2 min · 10 to 12</a:t>
            </a:r>
          </a:p>
        </p:txBody>
      </p:sp>
      <p:sp>
        <p:nvSpPr>
          <p:cNvPr id="3" name="slide-title">
            <a:extLst xmlns:a="http://schemas.openxmlformats.org/drawingml/2006/main">
              <a:ext uri="{FF2B5EF4-FFF2-40B4-BE49-F238E27FC236}">
                <a16:creationId xmlns:a16="http://schemas.microsoft.com/office/drawing/2014/main" id="{DE7BAB3E-7363-4870-BE7C-7DB9096FB7F3}"/>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56B51"/>
                </a:solidFill>
                <a:latin typeface="Arial"/>
                <a:ea typeface="Arial"/>
                <a:cs typeface="Arial"/>
              </a:defRPr>
            </a:defPPr>
          </a:lstStyle>
          <a:p xmlns:a="http://schemas.openxmlformats.org/drawingml/2006/main">
            <a:pPr algn="l">
              <a:lnSpc>
                <a:spcPct val="108000"/>
              </a:lnSpc>
              <a:buNone/>
              <a:defRPr sz="2700" b="1" lang="en-GB">
                <a:solidFill>
                  <a:srgbClr val="356B51"/>
                </a:solidFill>
                <a:latin typeface="Arial"/>
                <a:ea typeface="Arial"/>
                <a:cs typeface="Arial"/>
              </a:defRPr>
            </a:pPr>
            <a:r>
              <a:rPr sz="2700" b="1" lang="en-GB">
                <a:solidFill>
                  <a:srgbClr val="356B51"/>
                </a:solidFill>
                <a:latin typeface="Arial"/>
                <a:ea typeface="Arial"/>
                <a:cs typeface="Arial"/>
              </a:rPr>
              <a:t>I do · 2 of 3 · 2 of 2</a:t>
            </a:r>
          </a:p>
        </p:txBody>
      </p:sp>
      <p:pic>
        <p:nvPicPr>
          <p:cNvPr id="4" name="">
            <a:extLst xmlns:a="http://schemas.openxmlformats.org/drawingml/2006/main">
              <a:ext uri="{FF2B5EF4-FFF2-40B4-BE49-F238E27FC236}">
                <a16:creationId xmlns:a16="http://schemas.microsoft.com/office/drawing/2014/main" id="{E2D30C8D-857F-46C4-B315-C56DF84457AC}"/>
              </a:ext>
            </a:extLst>
          </p:cNvPr>
          <p:cNvPicPr>
            <a:picLocks xmlns:a="http://schemas.openxmlformats.org/drawingml/2006/main" noChangeAspect="1"/>
          </p:cNvPicPr>
          <p:nvPr/>
        </p:nvPicPr>
        <p:blipFill>
          <a:blip xmlns:r="http://schemas.openxmlformats.org/officeDocument/2006/relationships" xmlns:a="http://schemas.openxmlformats.org/drawingml/2006/main" r:embed="R2abb0396afd34a9c"/>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9B5487BF-0FA6-4426-A391-AED2292DB7A8}"/>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283866E1-197C-46F8-A6FA-E1D941086536}"/>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78D6C709-686B-46AE-8235-9D92FB2B3DE1}"/>
              </a:ext>
            </a:extLst>
          </p:cNvPr>
          <p:cNvSpPr>
            <a:spLocks xmlns:a="http://schemas.openxmlformats.org/drawingml/2006/main" noGrp="1"/>
          </p:cNvSpPr>
          <p:nvPr/>
        </p:nvSpPr>
        <p:spPr>
          <a:xfrm xmlns:a="http://schemas.openxmlformats.org/drawingml/2006/main">
            <a:off x="2667000" y="1143000"/>
            <a:ext cx="1695450" cy="85725"/>
          </a:xfrm>
          <a:prstGeom xmlns:a="http://schemas.openxmlformats.org/drawingml/2006/main" prst="rect">
            <a:avLst/>
          </a:prstGeom>
          <a:solidFill xmlns:a="http://schemas.openxmlformats.org/drawingml/2006/main">
            <a:srgbClr val="356B51"/>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2ADC596C-3263-4E39-8DB5-EF2EA2A35B0A}"/>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987E824F-EBA3-4E96-A4E0-A8CF7582EB25}"/>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AD9AA4C5-8D8A-4E4D-82A4-33789915417C}"/>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502BE54D-E5D2-4524-B7DC-A2510FBDF381}"/>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ART-GROW-A2-W01-P2 · version ______</a:t>
            </a:r>
          </a:p>
        </p:txBody>
      </p:sp>
      <p:sp>
        <p:nvSpPr>
          <p:cNvPr id="12" name="licence-footer">
            <a:extLst xmlns:a="http://schemas.openxmlformats.org/drawingml/2006/main">
              <a:ext uri="{FF2B5EF4-FFF2-40B4-BE49-F238E27FC236}">
                <a16:creationId xmlns:a16="http://schemas.microsoft.com/office/drawing/2014/main" id="{BB4DDDCB-0CCE-480B-8CAD-A7B6EC350009}"/>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05B71A12-492A-4B43-871D-0FC1E5C06F40}"/>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One contrast and one repeat from the model, shown with marks or words.</a:t>
            </a:r>
          </a:p>
        </p:txBody>
      </p:sp>
      <p:sp>
        <p:nvSpPr>
          <p:cNvPr id="14" name="figure-outline_test-0">
            <a:extLst xmlns:a="http://schemas.openxmlformats.org/drawingml/2006/main">
              <a:ext uri="{FF2B5EF4-FFF2-40B4-BE49-F238E27FC236}">
                <a16:creationId xmlns:a16="http://schemas.microsoft.com/office/drawing/2014/main" id="{514DD31F-8B76-410D-82E2-66B7729A931F}"/>
              </a:ext>
            </a:extLst>
          </p:cNvPr>
          <p:cNvSpPr>
            <a:spLocks xmlns:a="http://schemas.openxmlformats.org/drawingml/2006/main" noGrp="1"/>
          </p:cNvSpPr>
          <p:nvPr/>
        </p:nvSpPr>
        <p:spPr>
          <a:xfrm xmlns:a="http://schemas.openxmlformats.org/drawingml/2006/main">
            <a:off x="1545445" y="1904619"/>
            <a:ext cx="9101110" cy="2676797"/>
          </a:xfrm>
          <a:prstGeom xmlns:a="http://schemas.openxmlformats.org/drawingml/2006/main" prst="rect">
            <a:avLst/>
          </a:prstGeom>
          <a:solidFill xmlns:a="http://schemas.openxmlformats.org/drawingml/2006/main">
            <a:srgbClr val="14213D"/>
          </a:solidFill>
          <a:ln xmlns:a="http://schemas.openxmlformats.org/drawingml/2006/main" w="0">
            <a:noFill/>
          </a:ln>
        </p:spPr>
      </p:sp>
      <p:sp>
        <p:nvSpPr>
          <p:cNvPr id="15" name="figure-outline_test-1">
            <a:extLst xmlns:a="http://schemas.openxmlformats.org/drawingml/2006/main">
              <a:ext uri="{FF2B5EF4-FFF2-40B4-BE49-F238E27FC236}">
                <a16:creationId xmlns:a16="http://schemas.microsoft.com/office/drawing/2014/main" id="{CF435B9C-8D7E-4AB2-A413-A505D4E0CD6E}"/>
              </a:ext>
            </a:extLst>
          </p:cNvPr>
          <p:cNvSpPr>
            <a:spLocks xmlns:a="http://schemas.openxmlformats.org/drawingml/2006/main" noGrp="1"/>
          </p:cNvSpPr>
          <p:nvPr/>
        </p:nvSpPr>
        <p:spPr>
          <a:xfrm xmlns:a="http://schemas.openxmlformats.org/drawingml/2006/main">
            <a:off x="3151523" y="2573818"/>
            <a:ext cx="1338399" cy="1338399"/>
          </a:xfrm>
          <a:prstGeom xmlns:a="http://schemas.openxmlformats.org/drawingml/2006/main" prst="ellipse">
            <a:avLst/>
          </a:prstGeom>
          <a:noFill xmlns:a="http://schemas.openxmlformats.org/drawingml/2006/main"/>
          <a:ln xmlns:a="http://schemas.openxmlformats.org/drawingml/2006/main" w="53536">
            <a:solidFill>
              <a:srgbClr val="FFE45E"/>
            </a:solidFill>
          </a:ln>
        </p:spPr>
      </p:sp>
      <p:sp>
        <p:nvSpPr>
          <p:cNvPr id="16" name="figure-outline_test-2">
            <a:extLst xmlns:a="http://schemas.openxmlformats.org/drawingml/2006/main">
              <a:ext uri="{FF2B5EF4-FFF2-40B4-BE49-F238E27FC236}">
                <a16:creationId xmlns:a16="http://schemas.microsoft.com/office/drawing/2014/main" id="{A970557D-BBF7-4EE8-8839-AE6D6FD0A6DF}"/>
              </a:ext>
            </a:extLst>
          </p:cNvPr>
          <p:cNvSpPr>
            <a:spLocks xmlns:a="http://schemas.openxmlformats.org/drawingml/2006/main" noGrp="1"/>
          </p:cNvSpPr>
          <p:nvPr/>
        </p:nvSpPr>
        <p:spPr>
          <a:xfrm xmlns:a="http://schemas.openxmlformats.org/drawingml/2006/main">
            <a:off x="7702078" y="2573818"/>
            <a:ext cx="1338399" cy="1338399"/>
          </a:xfrm>
          <a:prstGeom xmlns:a="http://schemas.openxmlformats.org/drawingml/2006/main" prst="ellipse">
            <a:avLst/>
          </a:prstGeom>
          <a:noFill xmlns:a="http://schemas.openxmlformats.org/drawingml/2006/main"/>
          <a:ln xmlns:a="http://schemas.openxmlformats.org/drawingml/2006/main" w="214144">
            <a:solidFill>
              <a:srgbClr val="FFE45E"/>
            </a:solidFill>
          </a:ln>
        </p:spPr>
      </p:sp>
      <p:sp>
        <p:nvSpPr>
          <p:cNvPr id="17" name="figure-outline_test-3">
            <a:extLst xmlns:a="http://schemas.openxmlformats.org/drawingml/2006/main">
              <a:ext uri="{FF2B5EF4-FFF2-40B4-BE49-F238E27FC236}">
                <a16:creationId xmlns:a16="http://schemas.microsoft.com/office/drawing/2014/main" id="{08786944-7E2F-484B-A88D-500236A674EF}"/>
              </a:ext>
            </a:extLst>
          </p:cNvPr>
          <p:cNvSpPr>
            <a:spLocks xmlns:a="http://schemas.openxmlformats.org/drawingml/2006/main" noGrp="1"/>
          </p:cNvSpPr>
          <p:nvPr/>
        </p:nvSpPr>
        <p:spPr>
          <a:xfrm xmlns:a="http://schemas.openxmlformats.org/drawingml/2006/main">
            <a:off x="2996728" y="4979456"/>
            <a:ext cx="1156898" cy="6370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3583" b="0" lang="en-GB">
                <a:solidFill>
                  <a:srgbClr val="152238"/>
                </a:solidFill>
                <a:latin typeface="Arial"/>
                <a:ea typeface="Arial"/>
                <a:cs typeface="Arial"/>
              </a:defRPr>
            </a:defPPr>
          </a:lstStyle>
          <a:p xmlns:a="http://schemas.openxmlformats.org/drawingml/2006/main">
            <a:pPr algn="l">
              <a:lnSpc>
                <a:spcPct val="108000"/>
              </a:lnSpc>
              <a:buNone/>
              <a:defRPr sz="3583" b="0" lang="en-GB">
                <a:solidFill>
                  <a:srgbClr val="152238"/>
                </a:solidFill>
                <a:latin typeface="Arial"/>
                <a:ea typeface="Arial"/>
                <a:cs typeface="Arial"/>
              </a:defRPr>
            </a:pPr>
            <a:r>
              <a:rPr sz="3583" b="0" lang="en-GB">
                <a:solidFill>
                  <a:srgbClr val="152238"/>
                </a:solidFill>
                <a:latin typeface="Arial"/>
                <a:ea typeface="Arial"/>
                <a:cs typeface="Arial"/>
              </a:rPr>
              <a:t>THIN</a:t>
            </a:r>
          </a:p>
        </p:txBody>
      </p:sp>
      <p:sp>
        <p:nvSpPr>
          <p:cNvPr id="18" name="figure-outline_test-4">
            <a:extLst xmlns:a="http://schemas.openxmlformats.org/drawingml/2006/main">
              <a:ext uri="{FF2B5EF4-FFF2-40B4-BE49-F238E27FC236}">
                <a16:creationId xmlns:a16="http://schemas.microsoft.com/office/drawing/2014/main" id="{165D6DFC-FD2F-41F9-B019-CE8434F02A3D}"/>
              </a:ext>
            </a:extLst>
          </p:cNvPr>
          <p:cNvSpPr>
            <a:spLocks xmlns:a="http://schemas.openxmlformats.org/drawingml/2006/main" noGrp="1"/>
          </p:cNvSpPr>
          <p:nvPr/>
        </p:nvSpPr>
        <p:spPr>
          <a:xfrm xmlns:a="http://schemas.openxmlformats.org/drawingml/2006/main">
            <a:off x="7011924" y="4979456"/>
            <a:ext cx="2092562" cy="6370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3583" b="0" lang="en-GB">
                <a:solidFill>
                  <a:srgbClr val="152238"/>
                </a:solidFill>
                <a:latin typeface="Arial"/>
                <a:ea typeface="Arial"/>
                <a:cs typeface="Arial"/>
              </a:defRPr>
            </a:defPPr>
          </a:lstStyle>
          <a:p xmlns:a="http://schemas.openxmlformats.org/drawingml/2006/main">
            <a:pPr algn="l">
              <a:lnSpc>
                <a:spcPct val="108000"/>
              </a:lnSpc>
              <a:buNone/>
              <a:defRPr sz="3583" b="0" lang="en-GB">
                <a:solidFill>
                  <a:srgbClr val="152238"/>
                </a:solidFill>
                <a:latin typeface="Arial"/>
                <a:ea typeface="Arial"/>
                <a:cs typeface="Arial"/>
              </a:defRPr>
            </a:pPr>
            <a:r>
              <a:rPr sz="3583" b="0" lang="en-GB">
                <a:solidFill>
                  <a:srgbClr val="152238"/>
                </a:solidFill>
                <a:latin typeface="Arial"/>
                <a:ea typeface="Arial"/>
                <a:cs typeface="Arial"/>
              </a:rPr>
              <a:t>THICKER</a:t>
            </a:r>
          </a:p>
        </p:txBody>
      </p:sp>
      <p:sp>
        <p:nvSpPr>
          <p:cNvPr id="19" name="figure-description-outline_test">
            <a:extLst xmlns:a="http://schemas.openxmlformats.org/drawingml/2006/main">
              <a:ext uri="{FF2B5EF4-FFF2-40B4-BE49-F238E27FC236}">
                <a16:creationId xmlns:a16="http://schemas.microsoft.com/office/drawing/2014/main" id="{77B0BC7E-0DAD-4497-9294-6C8D58B04B8B}"/>
              </a:ext>
            </a:extLst>
          </p:cNvPr>
          <p:cNvSpPr>
            <a:spLocks xmlns:a="http://schemas.openxmlformats.org/drawingml/2006/main" noGrp="1"/>
          </p:cNvSpPr>
          <p:nvPr/>
        </p:nvSpPr>
        <p:spPr>
          <a:xfrm xmlns:a="http://schemas.openxmlformats.org/drawingml/2006/main">
            <a:off x="381000" y="5842635"/>
            <a:ext cx="114300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A yellow ring with a thin line and a yellow ring with a thicker line are shown on a separate dark test strip.</a:t>
            </a:r>
          </a:p>
        </p:txBody>
      </p:sp>
    </p:spTree>
    <p:extLst>
      <p:ext uri="{BB962C8B-B14F-4D97-AF65-F5344CB8AC3E}">
        <p14:creationId xmlns:p14="http://schemas.microsoft.com/office/powerpoint/2010/main" val="44977248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lesson-header">
            <a:extLst xmlns:a="http://schemas.openxmlformats.org/drawingml/2006/main">
              <a:ext uri="{FF2B5EF4-FFF2-40B4-BE49-F238E27FC236}">
                <a16:creationId xmlns:a16="http://schemas.microsoft.com/office/drawing/2014/main" id="{9E5835D0-01D2-46F2-8221-BD9F54AB777B}"/>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56B51"/>
                </a:solidFill>
                <a:latin typeface="Arial"/>
                <a:ea typeface="Arial"/>
                <a:cs typeface="Arial"/>
              </a:defRPr>
            </a:defPPr>
          </a:lstStyle>
          <a:p xmlns:a="http://schemas.openxmlformats.org/drawingml/2006/main">
            <a:pPr algn="l">
              <a:lnSpc>
                <a:spcPct val="108000"/>
              </a:lnSpc>
              <a:buNone/>
              <a:defRPr sz="1050" b="1" lang="en-GB">
                <a:solidFill>
                  <a:srgbClr val="356B51"/>
                </a:solidFill>
                <a:latin typeface="Arial"/>
                <a:ea typeface="Arial"/>
                <a:cs typeface="Arial"/>
              </a:defRPr>
            </a:pPr>
            <a:r>
              <a:rPr sz="1050" b="1" lang="en-GB">
                <a:solidFill>
                  <a:srgbClr val="356B51"/>
                </a:solidFill>
                <a:latin typeface="Arial"/>
                <a:ea typeface="Arial"/>
                <a:cs typeface="Arial"/>
              </a:rPr>
              <a:t>Art · GROW · Autumn 2 · Week 1</a:t>
            </a:r>
          </a:p>
        </p:txBody>
      </p:sp>
      <p:sp>
        <p:nvSpPr>
          <p:cNvPr id="2" name="stage-time">
            <a:extLst xmlns:a="http://schemas.openxmlformats.org/drawingml/2006/main">
              <a:ext uri="{FF2B5EF4-FFF2-40B4-BE49-F238E27FC236}">
                <a16:creationId xmlns:a16="http://schemas.microsoft.com/office/drawing/2014/main" id="{7A2ED553-7F8A-48B8-B88A-EDE6FCD26DE4}"/>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56B51"/>
                </a:solidFill>
                <a:latin typeface="Arial"/>
                <a:ea typeface="Arial"/>
                <a:cs typeface="Arial"/>
              </a:defRPr>
            </a:defPPr>
          </a:lstStyle>
          <a:p xmlns:a="http://schemas.openxmlformats.org/drawingml/2006/main">
            <a:pPr algn="r">
              <a:lnSpc>
                <a:spcPct val="108000"/>
              </a:lnSpc>
              <a:buNone/>
              <a:defRPr sz="1425" b="1" lang="en-GB">
                <a:solidFill>
                  <a:srgbClr val="356B51"/>
                </a:solidFill>
                <a:latin typeface="Arial"/>
                <a:ea typeface="Arial"/>
                <a:cs typeface="Arial"/>
              </a:defRPr>
            </a:pPr>
            <a:r>
              <a:rPr sz="1425" b="1" lang="en-GB">
                <a:solidFill>
                  <a:srgbClr val="356B51"/>
                </a:solidFill>
                <a:latin typeface="Arial"/>
                <a:ea typeface="Arial"/>
                <a:cs typeface="Arial"/>
              </a:rPr>
              <a:t>I do · 2 min · 12 to 14</a:t>
            </a:r>
          </a:p>
        </p:txBody>
      </p:sp>
      <p:sp>
        <p:nvSpPr>
          <p:cNvPr id="3" name="slide-title">
            <a:extLst xmlns:a="http://schemas.openxmlformats.org/drawingml/2006/main">
              <a:ext uri="{FF2B5EF4-FFF2-40B4-BE49-F238E27FC236}">
                <a16:creationId xmlns:a16="http://schemas.microsoft.com/office/drawing/2014/main" id="{850CEE2E-605D-4BFA-9107-8D84124D108D}"/>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56B51"/>
                </a:solidFill>
                <a:latin typeface="Arial"/>
                <a:ea typeface="Arial"/>
                <a:cs typeface="Arial"/>
              </a:defRPr>
            </a:defPPr>
          </a:lstStyle>
          <a:p xmlns:a="http://schemas.openxmlformats.org/drawingml/2006/main">
            <a:pPr algn="l">
              <a:lnSpc>
                <a:spcPct val="108000"/>
              </a:lnSpc>
              <a:buNone/>
              <a:defRPr sz="2700" b="1" lang="en-GB">
                <a:solidFill>
                  <a:srgbClr val="356B51"/>
                </a:solidFill>
                <a:latin typeface="Arial"/>
                <a:ea typeface="Arial"/>
                <a:cs typeface="Arial"/>
              </a:defRPr>
            </a:pPr>
            <a:r>
              <a:rPr sz="2700" b="1" lang="en-GB">
                <a:solidFill>
                  <a:srgbClr val="356B51"/>
                </a:solidFill>
                <a:latin typeface="Arial"/>
                <a:ea typeface="Arial"/>
                <a:cs typeface="Arial"/>
              </a:rPr>
              <a:t>I do · 3 of 3 · words 1–2</a:t>
            </a:r>
          </a:p>
        </p:txBody>
      </p:sp>
      <p:pic>
        <p:nvPicPr>
          <p:cNvPr id="4" name="">
            <a:extLst xmlns:a="http://schemas.openxmlformats.org/drawingml/2006/main">
              <a:ext uri="{FF2B5EF4-FFF2-40B4-BE49-F238E27FC236}">
                <a16:creationId xmlns:a16="http://schemas.microsoft.com/office/drawing/2014/main" id="{D1E8EFBD-4BA4-4F8F-9855-76C03102DDD5}"/>
              </a:ext>
            </a:extLst>
          </p:cNvPr>
          <p:cNvPicPr>
            <a:picLocks xmlns:a="http://schemas.openxmlformats.org/drawingml/2006/main" noChangeAspect="1"/>
          </p:cNvPicPr>
          <p:nvPr/>
        </p:nvPicPr>
        <p:blipFill>
          <a:blip xmlns:r="http://schemas.openxmlformats.org/officeDocument/2006/relationships" xmlns:a="http://schemas.openxmlformats.org/drawingml/2006/main" r:embed="R60b0487874a14b3f"/>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4FFD8737-E1D1-449F-88BD-E44410EB5C2C}"/>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89C1F09A-CCA3-475D-8285-A071C3960B85}"/>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B755656B-C46B-403D-847F-45164499B5EC}"/>
              </a:ext>
            </a:extLst>
          </p:cNvPr>
          <p:cNvSpPr>
            <a:spLocks xmlns:a="http://schemas.openxmlformats.org/drawingml/2006/main" noGrp="1"/>
          </p:cNvSpPr>
          <p:nvPr/>
        </p:nvSpPr>
        <p:spPr>
          <a:xfrm xmlns:a="http://schemas.openxmlformats.org/drawingml/2006/main">
            <a:off x="2667000" y="1143000"/>
            <a:ext cx="1695450" cy="85725"/>
          </a:xfrm>
          <a:prstGeom xmlns:a="http://schemas.openxmlformats.org/drawingml/2006/main" prst="rect">
            <a:avLst/>
          </a:prstGeom>
          <a:solidFill xmlns:a="http://schemas.openxmlformats.org/drawingml/2006/main">
            <a:srgbClr val="356B51"/>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BC8131C9-DD97-4535-A7C4-CAC11527864B}"/>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A36C9FE4-978E-44E6-8BDB-CCB06CE3BA36}"/>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E29B377A-4D40-4D3D-8C4D-96C0B28E32E2}"/>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CCFA53F0-030E-4947-B459-357679680642}"/>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ART-GROW-A2-W01-P2 · version ______</a:t>
            </a:r>
          </a:p>
        </p:txBody>
      </p:sp>
      <p:sp>
        <p:nvSpPr>
          <p:cNvPr id="12" name="licence-footer">
            <a:extLst xmlns:a="http://schemas.openxmlformats.org/drawingml/2006/main">
              <a:ext uri="{FF2B5EF4-FFF2-40B4-BE49-F238E27FC236}">
                <a16:creationId xmlns:a16="http://schemas.microsoft.com/office/drawing/2014/main" id="{DD9A797C-CCE5-446A-89E0-26DFD6BD5BFD}"/>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53F34F5F-0BEB-4362-9F2E-46B1F8CFA3D3}"/>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One contrast and one repeat from the model, shown with marks or words.</a:t>
            </a:r>
          </a:p>
        </p:txBody>
      </p:sp>
      <p:sp>
        <p:nvSpPr>
          <p:cNvPr id="14" name="vocabulary-heading">
            <a:extLst xmlns:a="http://schemas.openxmlformats.org/drawingml/2006/main">
              <a:ext uri="{FF2B5EF4-FFF2-40B4-BE49-F238E27FC236}">
                <a16:creationId xmlns:a16="http://schemas.microsoft.com/office/drawing/2014/main" id="{2037B85A-5DDC-4573-9114-822979070FBD}"/>
              </a:ext>
            </a:extLst>
          </p:cNvPr>
          <p:cNvSpPr>
            <a:spLocks xmlns:a="http://schemas.openxmlformats.org/drawingml/2006/main" noGrp="1"/>
          </p:cNvSpPr>
          <p:nvPr/>
        </p:nvSpPr>
        <p:spPr>
          <a:xfrm xmlns:a="http://schemas.openxmlformats.org/drawingml/2006/main">
            <a:off x="381000" y="1904619"/>
            <a:ext cx="1143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75" b="1" lang="en-GB">
                <a:solidFill>
                  <a:srgbClr val="356B51"/>
                </a:solidFill>
                <a:latin typeface="Arial"/>
                <a:ea typeface="Arial"/>
                <a:cs typeface="Arial"/>
              </a:defRPr>
            </a:defPPr>
          </a:lstStyle>
          <a:p xmlns:a="http://schemas.openxmlformats.org/drawingml/2006/main">
            <a:pPr algn="l">
              <a:lnSpc>
                <a:spcPct val="108000"/>
              </a:lnSpc>
              <a:buNone/>
              <a:defRPr sz="1875" b="1" lang="en-GB">
                <a:solidFill>
                  <a:srgbClr val="356B51"/>
                </a:solidFill>
                <a:latin typeface="Arial"/>
                <a:ea typeface="Arial"/>
                <a:cs typeface="Arial"/>
              </a:defRPr>
            </a:pPr>
            <a:r>
              <a:rPr sz="1875" b="1" lang="en-GB">
                <a:solidFill>
                  <a:srgbClr val="356B51"/>
                </a:solidFill>
                <a:latin typeface="Arial"/>
                <a:ea typeface="Arial"/>
                <a:cs typeface="Arial"/>
              </a:rPr>
              <a:t>Must-know words — five</a:t>
            </a:r>
          </a:p>
        </p:txBody>
      </p:sp>
      <p:sp>
        <p:nvSpPr>
          <p:cNvPr id="15" name="vocabulary-0">
            <a:extLst xmlns:a="http://schemas.openxmlformats.org/drawingml/2006/main">
              <a:ext uri="{FF2B5EF4-FFF2-40B4-BE49-F238E27FC236}">
                <a16:creationId xmlns:a16="http://schemas.microsoft.com/office/drawing/2014/main" id="{F9F3F25C-3AE4-4BFF-888C-348DA8A42258}"/>
              </a:ext>
            </a:extLst>
          </p:cNvPr>
          <p:cNvSpPr>
            <a:spLocks xmlns:a="http://schemas.openxmlformats.org/drawingml/2006/main" noGrp="1"/>
          </p:cNvSpPr>
          <p:nvPr/>
        </p:nvSpPr>
        <p:spPr>
          <a:xfrm xmlns:a="http://schemas.openxmlformats.org/drawingml/2006/main">
            <a:off x="381000" y="2361819"/>
            <a:ext cx="5562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75" b="1" lang="en-GB">
                <a:solidFill>
                  <a:srgbClr val="17263B"/>
                </a:solidFill>
                <a:latin typeface="Arial"/>
                <a:ea typeface="Arial"/>
                <a:cs typeface="Arial"/>
              </a:defRPr>
            </a:defPPr>
          </a:lstStyle>
          <a:p xmlns:a="http://schemas.openxmlformats.org/drawingml/2006/main">
            <a:pPr algn="l">
              <a:lnSpc>
                <a:spcPct val="108000"/>
              </a:lnSpc>
              <a:buNone/>
              <a:defRPr sz="1875" b="1" lang="en-GB">
                <a:solidFill>
                  <a:srgbClr val="17263B"/>
                </a:solidFill>
                <a:latin typeface="Arial"/>
                <a:ea typeface="Arial"/>
                <a:cs typeface="Arial"/>
              </a:defRPr>
            </a:pPr>
            <a:r>
              <a:rPr sz="1875" b="1" lang="en-GB">
                <a:solidFill>
                  <a:srgbClr val="17263B"/>
                </a:solidFill>
                <a:latin typeface="Arial"/>
                <a:ea typeface="Arial"/>
                <a:cs typeface="Arial"/>
              </a:rPr>
              <a:t>contrast — a difference, such as bright marks against a dark ground.</a:t>
            </a:r>
          </a:p>
        </p:txBody>
      </p:sp>
      <p:sp>
        <p:nvSpPr>
          <p:cNvPr id="16" name="figure-word_contrast-0">
            <a:extLst xmlns:a="http://schemas.openxmlformats.org/drawingml/2006/main">
              <a:ext uri="{FF2B5EF4-FFF2-40B4-BE49-F238E27FC236}">
                <a16:creationId xmlns:a16="http://schemas.microsoft.com/office/drawing/2014/main" id="{9BDAE3C9-9922-490D-9AB4-BA454E46D394}"/>
              </a:ext>
            </a:extLst>
          </p:cNvPr>
          <p:cNvSpPr>
            <a:spLocks xmlns:a="http://schemas.openxmlformats.org/drawingml/2006/main" noGrp="1"/>
          </p:cNvSpPr>
          <p:nvPr/>
        </p:nvSpPr>
        <p:spPr>
          <a:xfrm xmlns:a="http://schemas.openxmlformats.org/drawingml/2006/main">
            <a:off x="381000" y="3174918"/>
            <a:ext cx="2617694" cy="1636059"/>
          </a:xfrm>
          <a:prstGeom xmlns:a="http://schemas.openxmlformats.org/drawingml/2006/main" prst="rect">
            <a:avLst/>
          </a:prstGeom>
          <a:solidFill xmlns:a="http://schemas.openxmlformats.org/drawingml/2006/main">
            <a:srgbClr val="14213D"/>
          </a:solidFill>
          <a:ln xmlns:a="http://schemas.openxmlformats.org/drawingml/2006/main" w="0">
            <a:noFill/>
          </a:ln>
        </p:spPr>
      </p:sp>
      <p:sp>
        <p:nvSpPr>
          <p:cNvPr id="17" name="figure-word_contrast-1">
            <a:extLst xmlns:a="http://schemas.openxmlformats.org/drawingml/2006/main">
              <a:ext uri="{FF2B5EF4-FFF2-40B4-BE49-F238E27FC236}">
                <a16:creationId xmlns:a16="http://schemas.microsoft.com/office/drawing/2014/main" id="{3BAF14BF-7DBB-4813-A8A9-5B5850056883}"/>
              </a:ext>
            </a:extLst>
          </p:cNvPr>
          <p:cNvSpPr>
            <a:spLocks xmlns:a="http://schemas.openxmlformats.org/drawingml/2006/main" noGrp="1"/>
          </p:cNvSpPr>
          <p:nvPr/>
        </p:nvSpPr>
        <p:spPr>
          <a:xfrm xmlns:a="http://schemas.openxmlformats.org/drawingml/2006/main">
            <a:off x="1280832" y="3583933"/>
            <a:ext cx="818029" cy="818029"/>
          </a:xfrm>
          <a:prstGeom xmlns:a="http://schemas.openxmlformats.org/drawingml/2006/main" prst="ellipse">
            <a:avLst/>
          </a:prstGeom>
          <a:noFill xmlns:a="http://schemas.openxmlformats.org/drawingml/2006/main"/>
          <a:ln xmlns:a="http://schemas.openxmlformats.org/drawingml/2006/main" w="98164">
            <a:solidFill>
              <a:srgbClr val="FFE45E"/>
            </a:solidFill>
          </a:ln>
        </p:spPr>
      </p:sp>
      <p:sp>
        <p:nvSpPr>
          <p:cNvPr id="18" name="figure-word_contrast-2">
            <a:extLst xmlns:a="http://schemas.openxmlformats.org/drawingml/2006/main">
              <a:ext uri="{FF2B5EF4-FFF2-40B4-BE49-F238E27FC236}">
                <a16:creationId xmlns:a16="http://schemas.microsoft.com/office/drawing/2014/main" id="{62301569-D4EA-48E8-9C55-23C7499ACDA2}"/>
              </a:ext>
            </a:extLst>
          </p:cNvPr>
          <p:cNvSpPr>
            <a:spLocks xmlns:a="http://schemas.openxmlformats.org/drawingml/2006/main" noGrp="1"/>
          </p:cNvSpPr>
          <p:nvPr/>
        </p:nvSpPr>
        <p:spPr>
          <a:xfrm xmlns:a="http://schemas.openxmlformats.org/drawingml/2006/main">
            <a:off x="3325906" y="3174918"/>
            <a:ext cx="2617694" cy="1636059"/>
          </a:xfrm>
          <a:prstGeom xmlns:a="http://schemas.openxmlformats.org/drawingml/2006/main" prst="rect">
            <a:avLst/>
          </a:prstGeom>
          <a:solidFill xmlns:a="http://schemas.openxmlformats.org/drawingml/2006/main">
            <a:srgbClr val="FFE888"/>
          </a:solidFill>
          <a:ln xmlns:a="http://schemas.openxmlformats.org/drawingml/2006/main" w="0">
            <a:noFill/>
          </a:ln>
        </p:spPr>
      </p:sp>
      <p:sp>
        <p:nvSpPr>
          <p:cNvPr id="19" name="figure-word_contrast-3">
            <a:extLst xmlns:a="http://schemas.openxmlformats.org/drawingml/2006/main">
              <a:ext uri="{FF2B5EF4-FFF2-40B4-BE49-F238E27FC236}">
                <a16:creationId xmlns:a16="http://schemas.microsoft.com/office/drawing/2014/main" id="{296B99ED-FAB0-419D-9E28-68C0DF4356CE}"/>
              </a:ext>
            </a:extLst>
          </p:cNvPr>
          <p:cNvSpPr>
            <a:spLocks xmlns:a="http://schemas.openxmlformats.org/drawingml/2006/main" noGrp="1"/>
          </p:cNvSpPr>
          <p:nvPr/>
        </p:nvSpPr>
        <p:spPr>
          <a:xfrm xmlns:a="http://schemas.openxmlformats.org/drawingml/2006/main">
            <a:off x="4225738" y="3583933"/>
            <a:ext cx="818029" cy="818029"/>
          </a:xfrm>
          <a:prstGeom xmlns:a="http://schemas.openxmlformats.org/drawingml/2006/main" prst="ellipse">
            <a:avLst/>
          </a:prstGeom>
          <a:noFill xmlns:a="http://schemas.openxmlformats.org/drawingml/2006/main"/>
          <a:ln xmlns:a="http://schemas.openxmlformats.org/drawingml/2006/main" w="98164">
            <a:solidFill>
              <a:srgbClr val="FFE45E"/>
            </a:solidFill>
          </a:ln>
        </p:spPr>
      </p:sp>
      <p:sp>
        <p:nvSpPr>
          <p:cNvPr id="20" name="figure-word_contrast-4">
            <a:extLst xmlns:a="http://schemas.openxmlformats.org/drawingml/2006/main">
              <a:ext uri="{FF2B5EF4-FFF2-40B4-BE49-F238E27FC236}">
                <a16:creationId xmlns:a16="http://schemas.microsoft.com/office/drawing/2014/main" id="{A3B220A8-7FD9-4113-95D3-797AE0EE686A}"/>
              </a:ext>
            </a:extLst>
          </p:cNvPr>
          <p:cNvSpPr>
            <a:spLocks xmlns:a="http://schemas.openxmlformats.org/drawingml/2006/main" noGrp="1"/>
          </p:cNvSpPr>
          <p:nvPr/>
        </p:nvSpPr>
        <p:spPr>
          <a:xfrm xmlns:a="http://schemas.openxmlformats.org/drawingml/2006/main">
            <a:off x="1096271" y="5054259"/>
            <a:ext cx="867984" cy="38938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190" b="0" lang="en-GB">
                <a:solidFill>
                  <a:srgbClr val="152238"/>
                </a:solidFill>
                <a:latin typeface="Arial"/>
                <a:ea typeface="Arial"/>
                <a:cs typeface="Arial"/>
              </a:defRPr>
            </a:defPPr>
          </a:lstStyle>
          <a:p xmlns:a="http://schemas.openxmlformats.org/drawingml/2006/main">
            <a:pPr algn="l">
              <a:lnSpc>
                <a:spcPct val="108000"/>
              </a:lnSpc>
              <a:buNone/>
              <a:defRPr sz="2190" b="0" lang="en-GB">
                <a:solidFill>
                  <a:srgbClr val="152238"/>
                </a:solidFill>
                <a:latin typeface="Arial"/>
                <a:ea typeface="Arial"/>
                <a:cs typeface="Arial"/>
              </a:defRPr>
            </a:pPr>
            <a:r>
              <a:rPr sz="2190" b="0" lang="en-GB">
                <a:solidFill>
                  <a:srgbClr val="152238"/>
                </a:solidFill>
                <a:latin typeface="Arial"/>
                <a:ea typeface="Arial"/>
                <a:cs typeface="Arial"/>
              </a:rPr>
              <a:t>DARK</a:t>
            </a:r>
          </a:p>
        </p:txBody>
      </p:sp>
      <p:sp>
        <p:nvSpPr>
          <p:cNvPr id="21" name="figure-word_contrast-5">
            <a:extLst xmlns:a="http://schemas.openxmlformats.org/drawingml/2006/main">
              <a:ext uri="{FF2B5EF4-FFF2-40B4-BE49-F238E27FC236}">
                <a16:creationId xmlns:a16="http://schemas.microsoft.com/office/drawing/2014/main" id="{C097704A-CACF-4EAD-950C-3666519822AF}"/>
              </a:ext>
            </a:extLst>
          </p:cNvPr>
          <p:cNvSpPr>
            <a:spLocks xmlns:a="http://schemas.openxmlformats.org/drawingml/2006/main" noGrp="1"/>
          </p:cNvSpPr>
          <p:nvPr/>
        </p:nvSpPr>
        <p:spPr>
          <a:xfrm xmlns:a="http://schemas.openxmlformats.org/drawingml/2006/main">
            <a:off x="4188423" y="5054259"/>
            <a:ext cx="806464" cy="38938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190" b="0" lang="en-GB">
                <a:solidFill>
                  <a:srgbClr val="152238"/>
                </a:solidFill>
                <a:latin typeface="Arial"/>
                <a:ea typeface="Arial"/>
                <a:cs typeface="Arial"/>
              </a:defRPr>
            </a:defPPr>
          </a:lstStyle>
          <a:p xmlns:a="http://schemas.openxmlformats.org/drawingml/2006/main">
            <a:pPr algn="l">
              <a:lnSpc>
                <a:spcPct val="108000"/>
              </a:lnSpc>
              <a:buNone/>
              <a:defRPr sz="2190" b="0" lang="en-GB">
                <a:solidFill>
                  <a:srgbClr val="152238"/>
                </a:solidFill>
                <a:latin typeface="Arial"/>
                <a:ea typeface="Arial"/>
                <a:cs typeface="Arial"/>
              </a:defRPr>
            </a:pPr>
            <a:r>
              <a:rPr sz="2190" b="0" lang="en-GB">
                <a:solidFill>
                  <a:srgbClr val="152238"/>
                </a:solidFill>
                <a:latin typeface="Arial"/>
                <a:ea typeface="Arial"/>
                <a:cs typeface="Arial"/>
              </a:rPr>
              <a:t>PALE</a:t>
            </a:r>
          </a:p>
        </p:txBody>
      </p:sp>
      <p:sp>
        <p:nvSpPr>
          <p:cNvPr id="22" name="figure-description-word_contrast">
            <a:extLst xmlns:a="http://schemas.openxmlformats.org/drawingml/2006/main">
              <a:ext uri="{FF2B5EF4-FFF2-40B4-BE49-F238E27FC236}">
                <a16:creationId xmlns:a16="http://schemas.microsoft.com/office/drawing/2014/main" id="{AA105A78-D044-40C4-9194-EA0CB0587CD9}"/>
              </a:ext>
            </a:extLst>
          </p:cNvPr>
          <p:cNvSpPr>
            <a:spLocks xmlns:a="http://schemas.openxmlformats.org/drawingml/2006/main" noGrp="1"/>
          </p:cNvSpPr>
          <p:nvPr/>
        </p:nvSpPr>
        <p:spPr>
          <a:xfrm xmlns:a="http://schemas.openxmlformats.org/drawingml/2006/main">
            <a:off x="381000" y="5602224"/>
            <a:ext cx="5562600" cy="4937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425" b="0" lang="en-GB">
                <a:solidFill>
                  <a:srgbClr val="17263B"/>
                </a:solidFill>
                <a:latin typeface="Arial"/>
                <a:ea typeface="Arial"/>
                <a:cs typeface="Arial"/>
              </a:defRPr>
            </a:defPPr>
          </a:lstStyle>
          <a:p xmlns:a="http://schemas.openxmlformats.org/drawingml/2006/main">
            <a:pPr algn="l">
              <a:lnSpc>
                <a:spcPct val="108000"/>
              </a:lnSpc>
              <a:buNone/>
              <a:defRPr sz="1425" b="0" lang="en-GB">
                <a:solidFill>
                  <a:srgbClr val="17263B"/>
                </a:solidFill>
                <a:latin typeface="Arial"/>
                <a:ea typeface="Arial"/>
                <a:cs typeface="Arial"/>
              </a:defRPr>
            </a:pPr>
            <a:r>
              <a:rPr sz="1425" b="0" lang="en-GB">
                <a:solidFill>
                  <a:srgbClr val="17263B"/>
                </a:solidFill>
                <a:latin typeface="Arial"/>
                <a:ea typeface="Arial"/>
                <a:cs typeface="Arial"/>
              </a:rPr>
              <a:t>The same yellow ring is shown on dark blue and pale yellow grounds. It stands out more on the dark ground.</a:t>
            </a:r>
          </a:p>
        </p:txBody>
      </p:sp>
      <p:sp>
        <p:nvSpPr>
          <p:cNvPr id="23" name="vocabulary-1">
            <a:extLst xmlns:a="http://schemas.openxmlformats.org/drawingml/2006/main">
              <a:ext uri="{FF2B5EF4-FFF2-40B4-BE49-F238E27FC236}">
                <a16:creationId xmlns:a16="http://schemas.microsoft.com/office/drawing/2014/main" id="{083CBAC7-F99B-4655-B94B-040735AE1AA0}"/>
              </a:ext>
            </a:extLst>
          </p:cNvPr>
          <p:cNvSpPr>
            <a:spLocks xmlns:a="http://schemas.openxmlformats.org/drawingml/2006/main" noGrp="1"/>
          </p:cNvSpPr>
          <p:nvPr/>
        </p:nvSpPr>
        <p:spPr>
          <a:xfrm xmlns:a="http://schemas.openxmlformats.org/drawingml/2006/main">
            <a:off x="6248400" y="2361819"/>
            <a:ext cx="5562600" cy="3476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75" b="1" lang="en-GB">
                <a:solidFill>
                  <a:srgbClr val="17263B"/>
                </a:solidFill>
                <a:latin typeface="Arial"/>
                <a:ea typeface="Arial"/>
                <a:cs typeface="Arial"/>
              </a:defRPr>
            </a:defPPr>
          </a:lstStyle>
          <a:p xmlns:a="http://schemas.openxmlformats.org/drawingml/2006/main">
            <a:pPr algn="l">
              <a:lnSpc>
                <a:spcPct val="108000"/>
              </a:lnSpc>
              <a:buNone/>
              <a:defRPr sz="1875" b="1" lang="en-GB">
                <a:solidFill>
                  <a:srgbClr val="17263B"/>
                </a:solidFill>
                <a:latin typeface="Arial"/>
                <a:ea typeface="Arial"/>
                <a:cs typeface="Arial"/>
              </a:defRPr>
            </a:pPr>
            <a:r>
              <a:rPr sz="1875" b="1" lang="en-GB">
                <a:solidFill>
                  <a:srgbClr val="17263B"/>
                </a:solidFill>
                <a:latin typeface="Arial"/>
                <a:ea typeface="Arial"/>
                <a:cs typeface="Arial"/>
              </a:rPr>
              <a:t>warm — the red, orange and yellow colour group.</a:t>
            </a:r>
          </a:p>
        </p:txBody>
      </p:sp>
      <p:sp>
        <p:nvSpPr>
          <p:cNvPr id="24" name="figure-word_warm-0">
            <a:extLst xmlns:a="http://schemas.openxmlformats.org/drawingml/2006/main">
              <a:ext uri="{FF2B5EF4-FFF2-40B4-BE49-F238E27FC236}">
                <a16:creationId xmlns:a16="http://schemas.microsoft.com/office/drawing/2014/main" id="{03B573E9-6E7C-4F3D-B3ED-9C477A97F474}"/>
              </a:ext>
            </a:extLst>
          </p:cNvPr>
          <p:cNvSpPr>
            <a:spLocks xmlns:a="http://schemas.openxmlformats.org/drawingml/2006/main" noGrp="1"/>
          </p:cNvSpPr>
          <p:nvPr/>
        </p:nvSpPr>
        <p:spPr>
          <a:xfrm xmlns:a="http://schemas.openxmlformats.org/drawingml/2006/main">
            <a:off x="6248400" y="3501971"/>
            <a:ext cx="1711569" cy="912837"/>
          </a:xfrm>
          <a:prstGeom xmlns:a="http://schemas.openxmlformats.org/drawingml/2006/main" prst="rect">
            <a:avLst/>
          </a:prstGeom>
          <a:solidFill xmlns:a="http://schemas.openxmlformats.org/drawingml/2006/main">
            <a:srgbClr val="D83835"/>
          </a:solidFill>
          <a:ln xmlns:a="http://schemas.openxmlformats.org/drawingml/2006/main" w="0">
            <a:noFill/>
          </a:ln>
        </p:spPr>
      </p:sp>
      <p:sp>
        <p:nvSpPr>
          <p:cNvPr id="25" name="figure-word_warm-1">
            <a:extLst xmlns:a="http://schemas.openxmlformats.org/drawingml/2006/main">
              <a:ext uri="{FF2B5EF4-FFF2-40B4-BE49-F238E27FC236}">
                <a16:creationId xmlns:a16="http://schemas.microsoft.com/office/drawing/2014/main" id="{5B31D696-3EC6-424B-BE01-F840F489318F}"/>
              </a:ext>
            </a:extLst>
          </p:cNvPr>
          <p:cNvSpPr>
            <a:spLocks xmlns:a="http://schemas.openxmlformats.org/drawingml/2006/main" noGrp="1"/>
          </p:cNvSpPr>
          <p:nvPr/>
        </p:nvSpPr>
        <p:spPr>
          <a:xfrm xmlns:a="http://schemas.openxmlformats.org/drawingml/2006/main">
            <a:off x="8173915" y="3501971"/>
            <a:ext cx="1711569" cy="912837"/>
          </a:xfrm>
          <a:prstGeom xmlns:a="http://schemas.openxmlformats.org/drawingml/2006/main" prst="rect">
            <a:avLst/>
          </a:prstGeom>
          <a:solidFill xmlns:a="http://schemas.openxmlformats.org/drawingml/2006/main">
            <a:srgbClr val="FF8C32"/>
          </a:solidFill>
          <a:ln xmlns:a="http://schemas.openxmlformats.org/drawingml/2006/main" w="0">
            <a:noFill/>
          </a:ln>
        </p:spPr>
      </p:sp>
      <p:sp>
        <p:nvSpPr>
          <p:cNvPr id="26" name="figure-word_warm-2">
            <a:extLst xmlns:a="http://schemas.openxmlformats.org/drawingml/2006/main">
              <a:ext uri="{FF2B5EF4-FFF2-40B4-BE49-F238E27FC236}">
                <a16:creationId xmlns:a16="http://schemas.microsoft.com/office/drawing/2014/main" id="{8204E11A-D759-4AFD-B981-017DE4374CE5}"/>
              </a:ext>
            </a:extLst>
          </p:cNvPr>
          <p:cNvSpPr>
            <a:spLocks xmlns:a="http://schemas.openxmlformats.org/drawingml/2006/main" noGrp="1"/>
          </p:cNvSpPr>
          <p:nvPr/>
        </p:nvSpPr>
        <p:spPr>
          <a:xfrm xmlns:a="http://schemas.openxmlformats.org/drawingml/2006/main">
            <a:off x="10099431" y="3501971"/>
            <a:ext cx="1711569" cy="912837"/>
          </a:xfrm>
          <a:prstGeom xmlns:a="http://schemas.openxmlformats.org/drawingml/2006/main" prst="rect">
            <a:avLst/>
          </a:prstGeom>
          <a:solidFill xmlns:a="http://schemas.openxmlformats.org/drawingml/2006/main">
            <a:srgbClr val="FFE45E"/>
          </a:solidFill>
          <a:ln xmlns:a="http://schemas.openxmlformats.org/drawingml/2006/main" w="0">
            <a:noFill/>
          </a:ln>
        </p:spPr>
      </p:sp>
      <p:sp>
        <p:nvSpPr>
          <p:cNvPr id="27" name="figure-word_warm-3">
            <a:extLst xmlns:a="http://schemas.openxmlformats.org/drawingml/2006/main">
              <a:ext uri="{FF2B5EF4-FFF2-40B4-BE49-F238E27FC236}">
                <a16:creationId xmlns:a16="http://schemas.microsoft.com/office/drawing/2014/main" id="{84AEFBC8-2513-4AA4-A188-977B1AD0E515}"/>
              </a:ext>
            </a:extLst>
          </p:cNvPr>
          <p:cNvSpPr>
            <a:spLocks xmlns:a="http://schemas.openxmlformats.org/drawingml/2006/main" noGrp="1"/>
          </p:cNvSpPr>
          <p:nvPr/>
        </p:nvSpPr>
        <p:spPr>
          <a:xfrm xmlns:a="http://schemas.openxmlformats.org/drawingml/2006/main">
            <a:off x="6683863" y="4683952"/>
            <a:ext cx="607189" cy="3394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09" b="0" lang="en-GB">
                <a:solidFill>
                  <a:srgbClr val="152238"/>
                </a:solidFill>
                <a:latin typeface="Arial"/>
                <a:ea typeface="Arial"/>
                <a:cs typeface="Arial"/>
              </a:defRPr>
            </a:defPPr>
          </a:lstStyle>
          <a:p xmlns:a="http://schemas.openxmlformats.org/drawingml/2006/main">
            <a:pPr algn="l">
              <a:lnSpc>
                <a:spcPct val="108000"/>
              </a:lnSpc>
              <a:buNone/>
              <a:defRPr sz="1909" b="0" lang="en-GB">
                <a:solidFill>
                  <a:srgbClr val="152238"/>
                </a:solidFill>
                <a:latin typeface="Arial"/>
                <a:ea typeface="Arial"/>
                <a:cs typeface="Arial"/>
              </a:defRPr>
            </a:pPr>
            <a:r>
              <a:rPr sz="1909" b="0" lang="en-GB">
                <a:solidFill>
                  <a:srgbClr val="152238"/>
                </a:solidFill>
                <a:latin typeface="Arial"/>
                <a:ea typeface="Arial"/>
                <a:cs typeface="Arial"/>
              </a:rPr>
              <a:t>RED</a:t>
            </a:r>
          </a:p>
        </p:txBody>
      </p:sp>
      <p:sp>
        <p:nvSpPr>
          <p:cNvPr id="28" name="figure-word_warm-4">
            <a:extLst xmlns:a="http://schemas.openxmlformats.org/drawingml/2006/main">
              <a:ext uri="{FF2B5EF4-FFF2-40B4-BE49-F238E27FC236}">
                <a16:creationId xmlns:a16="http://schemas.microsoft.com/office/drawing/2014/main" id="{9D120FCC-E767-406D-8850-DF3E0E355130}"/>
              </a:ext>
            </a:extLst>
          </p:cNvPr>
          <p:cNvSpPr>
            <a:spLocks xmlns:a="http://schemas.openxmlformats.org/drawingml/2006/main" noGrp="1"/>
          </p:cNvSpPr>
          <p:nvPr/>
        </p:nvSpPr>
        <p:spPr>
          <a:xfrm xmlns:a="http://schemas.openxmlformats.org/drawingml/2006/main">
            <a:off x="8409696" y="4683952"/>
            <a:ext cx="1146121" cy="3394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09" b="0" lang="en-GB">
                <a:solidFill>
                  <a:srgbClr val="152238"/>
                </a:solidFill>
                <a:latin typeface="Arial"/>
                <a:ea typeface="Arial"/>
                <a:cs typeface="Arial"/>
              </a:defRPr>
            </a:defPPr>
          </a:lstStyle>
          <a:p xmlns:a="http://schemas.openxmlformats.org/drawingml/2006/main">
            <a:pPr algn="l">
              <a:lnSpc>
                <a:spcPct val="108000"/>
              </a:lnSpc>
              <a:buNone/>
              <a:defRPr sz="1909" b="0" lang="en-GB">
                <a:solidFill>
                  <a:srgbClr val="152238"/>
                </a:solidFill>
                <a:latin typeface="Arial"/>
                <a:ea typeface="Arial"/>
                <a:cs typeface="Arial"/>
              </a:defRPr>
            </a:pPr>
            <a:r>
              <a:rPr sz="1909" b="0" lang="en-GB">
                <a:solidFill>
                  <a:srgbClr val="152238"/>
                </a:solidFill>
                <a:latin typeface="Arial"/>
                <a:ea typeface="Arial"/>
                <a:cs typeface="Arial"/>
              </a:rPr>
              <a:t>ORANGE</a:t>
            </a:r>
          </a:p>
        </p:txBody>
      </p:sp>
      <p:sp>
        <p:nvSpPr>
          <p:cNvPr id="29" name="figure-word_warm-5">
            <a:extLst xmlns:a="http://schemas.openxmlformats.org/drawingml/2006/main">
              <a:ext uri="{FF2B5EF4-FFF2-40B4-BE49-F238E27FC236}">
                <a16:creationId xmlns:a16="http://schemas.microsoft.com/office/drawing/2014/main" id="{F5CCECBF-A874-488B-B5F6-B49D9E57337F}"/>
              </a:ext>
            </a:extLst>
          </p:cNvPr>
          <p:cNvSpPr>
            <a:spLocks xmlns:a="http://schemas.openxmlformats.org/drawingml/2006/main" noGrp="1"/>
          </p:cNvSpPr>
          <p:nvPr/>
        </p:nvSpPr>
        <p:spPr>
          <a:xfrm xmlns:a="http://schemas.openxmlformats.org/drawingml/2006/main">
            <a:off x="10363737" y="4683952"/>
            <a:ext cx="1105867" cy="3394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09" b="0" lang="en-GB">
                <a:solidFill>
                  <a:srgbClr val="152238"/>
                </a:solidFill>
                <a:latin typeface="Arial"/>
                <a:ea typeface="Arial"/>
                <a:cs typeface="Arial"/>
              </a:defRPr>
            </a:defPPr>
          </a:lstStyle>
          <a:p xmlns:a="http://schemas.openxmlformats.org/drawingml/2006/main">
            <a:pPr algn="l">
              <a:lnSpc>
                <a:spcPct val="108000"/>
              </a:lnSpc>
              <a:buNone/>
              <a:defRPr sz="1909" b="0" lang="en-GB">
                <a:solidFill>
                  <a:srgbClr val="152238"/>
                </a:solidFill>
                <a:latin typeface="Arial"/>
                <a:ea typeface="Arial"/>
                <a:cs typeface="Arial"/>
              </a:defRPr>
            </a:pPr>
            <a:r>
              <a:rPr sz="1909" b="0" lang="en-GB">
                <a:solidFill>
                  <a:srgbClr val="152238"/>
                </a:solidFill>
                <a:latin typeface="Arial"/>
                <a:ea typeface="Arial"/>
                <a:cs typeface="Arial"/>
              </a:rPr>
              <a:t>YELLOW</a:t>
            </a:r>
          </a:p>
        </p:txBody>
      </p:sp>
      <p:sp>
        <p:nvSpPr>
          <p:cNvPr id="30" name="figure-description-word_warm">
            <a:extLst xmlns:a="http://schemas.openxmlformats.org/drawingml/2006/main">
              <a:ext uri="{FF2B5EF4-FFF2-40B4-BE49-F238E27FC236}">
                <a16:creationId xmlns:a16="http://schemas.microsoft.com/office/drawing/2014/main" id="{3F34ED3D-F169-41AA-B343-71222BF7898D}"/>
              </a:ext>
            </a:extLst>
          </p:cNvPr>
          <p:cNvSpPr>
            <a:spLocks xmlns:a="http://schemas.openxmlformats.org/drawingml/2006/main" noGrp="1"/>
          </p:cNvSpPr>
          <p:nvPr/>
        </p:nvSpPr>
        <p:spPr>
          <a:xfrm xmlns:a="http://schemas.openxmlformats.org/drawingml/2006/main">
            <a:off x="6248400" y="5815775"/>
            <a:ext cx="5562600" cy="2802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425" b="0" lang="en-GB">
                <a:solidFill>
                  <a:srgbClr val="17263B"/>
                </a:solidFill>
                <a:latin typeface="Arial"/>
                <a:ea typeface="Arial"/>
                <a:cs typeface="Arial"/>
              </a:defRPr>
            </a:defPPr>
          </a:lstStyle>
          <a:p xmlns:a="http://schemas.openxmlformats.org/drawingml/2006/main">
            <a:pPr algn="l">
              <a:lnSpc>
                <a:spcPct val="108000"/>
              </a:lnSpc>
              <a:buNone/>
              <a:defRPr sz="1425" b="0" lang="en-GB">
                <a:solidFill>
                  <a:srgbClr val="17263B"/>
                </a:solidFill>
                <a:latin typeface="Arial"/>
                <a:ea typeface="Arial"/>
                <a:cs typeface="Arial"/>
              </a:defRPr>
            </a:pPr>
            <a:r>
              <a:rPr sz="1425" b="0" lang="en-GB">
                <a:solidFill>
                  <a:srgbClr val="17263B"/>
                </a:solidFill>
                <a:latin typeface="Arial"/>
                <a:ea typeface="Arial"/>
                <a:cs typeface="Arial"/>
              </a:rPr>
              <a:t>Red, orange and yellow colour cards show the warm colour group.</a:t>
            </a:r>
          </a:p>
        </p:txBody>
      </p:sp>
    </p:spTree>
    <p:extLst>
      <p:ext uri="{BB962C8B-B14F-4D97-AF65-F5344CB8AC3E}">
        <p14:creationId xmlns:p14="http://schemas.microsoft.com/office/powerpoint/2010/main" val="115929654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lesson-header">
            <a:extLst xmlns:a="http://schemas.openxmlformats.org/drawingml/2006/main">
              <a:ext uri="{FF2B5EF4-FFF2-40B4-BE49-F238E27FC236}">
                <a16:creationId xmlns:a16="http://schemas.microsoft.com/office/drawing/2014/main" id="{9BE76ABA-EF6D-472A-B11E-3A4C0DC8C35E}"/>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56B51"/>
                </a:solidFill>
                <a:latin typeface="Arial"/>
                <a:ea typeface="Arial"/>
                <a:cs typeface="Arial"/>
              </a:defRPr>
            </a:defPPr>
          </a:lstStyle>
          <a:p xmlns:a="http://schemas.openxmlformats.org/drawingml/2006/main">
            <a:pPr algn="l">
              <a:lnSpc>
                <a:spcPct val="108000"/>
              </a:lnSpc>
              <a:buNone/>
              <a:defRPr sz="1050" b="1" lang="en-GB">
                <a:solidFill>
                  <a:srgbClr val="356B51"/>
                </a:solidFill>
                <a:latin typeface="Arial"/>
                <a:ea typeface="Arial"/>
                <a:cs typeface="Arial"/>
              </a:defRPr>
            </a:pPr>
            <a:r>
              <a:rPr sz="1050" b="1" lang="en-GB">
                <a:solidFill>
                  <a:srgbClr val="356B51"/>
                </a:solidFill>
                <a:latin typeface="Arial"/>
                <a:ea typeface="Arial"/>
                <a:cs typeface="Arial"/>
              </a:rPr>
              <a:t>Art · GROW · Autumn 2 · Week 1</a:t>
            </a:r>
          </a:p>
        </p:txBody>
      </p:sp>
      <p:sp>
        <p:nvSpPr>
          <p:cNvPr id="2" name="stage-time">
            <a:extLst xmlns:a="http://schemas.openxmlformats.org/drawingml/2006/main">
              <a:ext uri="{FF2B5EF4-FFF2-40B4-BE49-F238E27FC236}">
                <a16:creationId xmlns:a16="http://schemas.microsoft.com/office/drawing/2014/main" id="{0EFFEB45-FB79-4FE8-A04D-C813D6090455}"/>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56B51"/>
                </a:solidFill>
                <a:latin typeface="Arial"/>
                <a:ea typeface="Arial"/>
                <a:cs typeface="Arial"/>
              </a:defRPr>
            </a:defPPr>
          </a:lstStyle>
          <a:p xmlns:a="http://schemas.openxmlformats.org/drawingml/2006/main">
            <a:pPr algn="r">
              <a:lnSpc>
                <a:spcPct val="108000"/>
              </a:lnSpc>
              <a:buNone/>
              <a:defRPr sz="1425" b="1" lang="en-GB">
                <a:solidFill>
                  <a:srgbClr val="356B51"/>
                </a:solidFill>
                <a:latin typeface="Arial"/>
                <a:ea typeface="Arial"/>
                <a:cs typeface="Arial"/>
              </a:defRPr>
            </a:pPr>
            <a:r>
              <a:rPr sz="1425" b="1" lang="en-GB">
                <a:solidFill>
                  <a:srgbClr val="356B51"/>
                </a:solidFill>
                <a:latin typeface="Arial"/>
                <a:ea typeface="Arial"/>
                <a:cs typeface="Arial"/>
              </a:rPr>
              <a:t>I do · 2 min · 12 to 14</a:t>
            </a:r>
          </a:p>
        </p:txBody>
      </p:sp>
      <p:sp>
        <p:nvSpPr>
          <p:cNvPr id="3" name="slide-title">
            <a:extLst xmlns:a="http://schemas.openxmlformats.org/drawingml/2006/main">
              <a:ext uri="{FF2B5EF4-FFF2-40B4-BE49-F238E27FC236}">
                <a16:creationId xmlns:a16="http://schemas.microsoft.com/office/drawing/2014/main" id="{DBA23102-5300-4968-9390-B35345865135}"/>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56B51"/>
                </a:solidFill>
                <a:latin typeface="Arial"/>
                <a:ea typeface="Arial"/>
                <a:cs typeface="Arial"/>
              </a:defRPr>
            </a:defPPr>
          </a:lstStyle>
          <a:p xmlns:a="http://schemas.openxmlformats.org/drawingml/2006/main">
            <a:pPr algn="l">
              <a:lnSpc>
                <a:spcPct val="108000"/>
              </a:lnSpc>
              <a:buNone/>
              <a:defRPr sz="2700" b="1" lang="en-GB">
                <a:solidFill>
                  <a:srgbClr val="356B51"/>
                </a:solidFill>
                <a:latin typeface="Arial"/>
                <a:ea typeface="Arial"/>
                <a:cs typeface="Arial"/>
              </a:defRPr>
            </a:pPr>
            <a:r>
              <a:rPr sz="2700" b="1" lang="en-GB">
                <a:solidFill>
                  <a:srgbClr val="356B51"/>
                </a:solidFill>
                <a:latin typeface="Arial"/>
                <a:ea typeface="Arial"/>
                <a:cs typeface="Arial"/>
              </a:rPr>
              <a:t>I do · 3 of 3 · words 3–4</a:t>
            </a:r>
          </a:p>
        </p:txBody>
      </p:sp>
      <p:pic>
        <p:nvPicPr>
          <p:cNvPr id="4" name="">
            <a:extLst xmlns:a="http://schemas.openxmlformats.org/drawingml/2006/main">
              <a:ext uri="{FF2B5EF4-FFF2-40B4-BE49-F238E27FC236}">
                <a16:creationId xmlns:a16="http://schemas.microsoft.com/office/drawing/2014/main" id="{DB17F6A5-ACFE-41D9-AA9A-F9E2BAC4FC54}"/>
              </a:ext>
            </a:extLst>
          </p:cNvPr>
          <p:cNvPicPr>
            <a:picLocks xmlns:a="http://schemas.openxmlformats.org/drawingml/2006/main" noChangeAspect="1"/>
          </p:cNvPicPr>
          <p:nvPr/>
        </p:nvPicPr>
        <p:blipFill>
          <a:blip xmlns:r="http://schemas.openxmlformats.org/officeDocument/2006/relationships" xmlns:a="http://schemas.openxmlformats.org/drawingml/2006/main" r:embed="R72806c833e434c3d"/>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7D666FF5-3586-431D-854E-A8888A5D19D8}"/>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41FF43F6-61EF-411D-91D9-38A8C61E1C77}"/>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A1B8D79E-C54D-441E-B8CE-C2A39F3CB7E6}"/>
              </a:ext>
            </a:extLst>
          </p:cNvPr>
          <p:cNvSpPr>
            <a:spLocks xmlns:a="http://schemas.openxmlformats.org/drawingml/2006/main" noGrp="1"/>
          </p:cNvSpPr>
          <p:nvPr/>
        </p:nvSpPr>
        <p:spPr>
          <a:xfrm xmlns:a="http://schemas.openxmlformats.org/drawingml/2006/main">
            <a:off x="2667000" y="1143000"/>
            <a:ext cx="1695450" cy="85725"/>
          </a:xfrm>
          <a:prstGeom xmlns:a="http://schemas.openxmlformats.org/drawingml/2006/main" prst="rect">
            <a:avLst/>
          </a:prstGeom>
          <a:solidFill xmlns:a="http://schemas.openxmlformats.org/drawingml/2006/main">
            <a:srgbClr val="356B51"/>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8182B3E4-5C41-4546-8906-7EE912BDA97D}"/>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FF555620-1052-4F76-87F2-BEC060B02C15}"/>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28508DFE-9087-446B-82E6-298D0B0C8EEF}"/>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AF78CF72-B0A1-4D86-A6DF-2B8657523FC3}"/>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ART-GROW-A2-W01-P2 · version ______</a:t>
            </a:r>
          </a:p>
        </p:txBody>
      </p:sp>
      <p:sp>
        <p:nvSpPr>
          <p:cNvPr id="12" name="licence-footer">
            <a:extLst xmlns:a="http://schemas.openxmlformats.org/drawingml/2006/main">
              <a:ext uri="{FF2B5EF4-FFF2-40B4-BE49-F238E27FC236}">
                <a16:creationId xmlns:a16="http://schemas.microsoft.com/office/drawing/2014/main" id="{2F0B42FA-3694-4ACA-AD62-A7552CD1A374}"/>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74103562-BC0F-4D72-B11E-10A282A8998B}"/>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One contrast and one repeat from the model, shown with marks or words.</a:t>
            </a:r>
          </a:p>
        </p:txBody>
      </p:sp>
      <p:sp>
        <p:nvSpPr>
          <p:cNvPr id="14" name="vocabulary-heading">
            <a:extLst xmlns:a="http://schemas.openxmlformats.org/drawingml/2006/main">
              <a:ext uri="{FF2B5EF4-FFF2-40B4-BE49-F238E27FC236}">
                <a16:creationId xmlns:a16="http://schemas.microsoft.com/office/drawing/2014/main" id="{3CB26E14-5B38-4991-A8A2-F2AFE26804A8}"/>
              </a:ext>
            </a:extLst>
          </p:cNvPr>
          <p:cNvSpPr>
            <a:spLocks xmlns:a="http://schemas.openxmlformats.org/drawingml/2006/main" noGrp="1"/>
          </p:cNvSpPr>
          <p:nvPr/>
        </p:nvSpPr>
        <p:spPr>
          <a:xfrm xmlns:a="http://schemas.openxmlformats.org/drawingml/2006/main">
            <a:off x="381000" y="1904619"/>
            <a:ext cx="1143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75" b="1" lang="en-GB">
                <a:solidFill>
                  <a:srgbClr val="356B51"/>
                </a:solidFill>
                <a:latin typeface="Arial"/>
                <a:ea typeface="Arial"/>
                <a:cs typeface="Arial"/>
              </a:defRPr>
            </a:defPPr>
          </a:lstStyle>
          <a:p xmlns:a="http://schemas.openxmlformats.org/drawingml/2006/main">
            <a:pPr algn="l">
              <a:lnSpc>
                <a:spcPct val="108000"/>
              </a:lnSpc>
              <a:buNone/>
              <a:defRPr sz="1875" b="1" lang="en-GB">
                <a:solidFill>
                  <a:srgbClr val="356B51"/>
                </a:solidFill>
                <a:latin typeface="Arial"/>
                <a:ea typeface="Arial"/>
                <a:cs typeface="Arial"/>
              </a:defRPr>
            </a:pPr>
            <a:r>
              <a:rPr sz="1875" b="1" lang="en-GB">
                <a:solidFill>
                  <a:srgbClr val="356B51"/>
                </a:solidFill>
                <a:latin typeface="Arial"/>
                <a:ea typeface="Arial"/>
                <a:cs typeface="Arial"/>
              </a:rPr>
              <a:t>Must-know words — five</a:t>
            </a:r>
          </a:p>
        </p:txBody>
      </p:sp>
      <p:sp>
        <p:nvSpPr>
          <p:cNvPr id="15" name="vocabulary-2">
            <a:extLst xmlns:a="http://schemas.openxmlformats.org/drawingml/2006/main">
              <a:ext uri="{FF2B5EF4-FFF2-40B4-BE49-F238E27FC236}">
                <a16:creationId xmlns:a16="http://schemas.microsoft.com/office/drawing/2014/main" id="{B3E2932D-2370-4DDC-A94A-B44E88337F6C}"/>
              </a:ext>
            </a:extLst>
          </p:cNvPr>
          <p:cNvSpPr>
            <a:spLocks xmlns:a="http://schemas.openxmlformats.org/drawingml/2006/main" noGrp="1"/>
          </p:cNvSpPr>
          <p:nvPr/>
        </p:nvSpPr>
        <p:spPr>
          <a:xfrm xmlns:a="http://schemas.openxmlformats.org/drawingml/2006/main">
            <a:off x="381000" y="2361819"/>
            <a:ext cx="5562600" cy="3476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75" b="1" lang="en-GB">
                <a:solidFill>
                  <a:srgbClr val="17263B"/>
                </a:solidFill>
                <a:latin typeface="Arial"/>
                <a:ea typeface="Arial"/>
                <a:cs typeface="Arial"/>
              </a:defRPr>
            </a:defPPr>
          </a:lstStyle>
          <a:p xmlns:a="http://schemas.openxmlformats.org/drawingml/2006/main">
            <a:pPr algn="l">
              <a:lnSpc>
                <a:spcPct val="108000"/>
              </a:lnSpc>
              <a:buNone/>
              <a:defRPr sz="1875" b="1" lang="en-GB">
                <a:solidFill>
                  <a:srgbClr val="17263B"/>
                </a:solidFill>
                <a:latin typeface="Arial"/>
                <a:ea typeface="Arial"/>
                <a:cs typeface="Arial"/>
              </a:defRPr>
            </a:pPr>
            <a:r>
              <a:rPr sz="1875" b="1" lang="en-GB">
                <a:solidFill>
                  <a:srgbClr val="17263B"/>
                </a:solidFill>
                <a:latin typeface="Arial"/>
                <a:ea typeface="Arial"/>
                <a:cs typeface="Arial"/>
              </a:rPr>
              <a:t>cool — the blue and green colour group used here.</a:t>
            </a:r>
          </a:p>
        </p:txBody>
      </p:sp>
      <p:sp>
        <p:nvSpPr>
          <p:cNvPr id="16" name="figure-word_cool-0">
            <a:extLst xmlns:a="http://schemas.openxmlformats.org/drawingml/2006/main">
              <a:ext uri="{FF2B5EF4-FFF2-40B4-BE49-F238E27FC236}">
                <a16:creationId xmlns:a16="http://schemas.microsoft.com/office/drawing/2014/main" id="{4011978F-FFB9-4BCF-A5E9-B4CA054C46AC}"/>
              </a:ext>
            </a:extLst>
          </p:cNvPr>
          <p:cNvSpPr>
            <a:spLocks xmlns:a="http://schemas.openxmlformats.org/drawingml/2006/main" noGrp="1"/>
          </p:cNvSpPr>
          <p:nvPr/>
        </p:nvSpPr>
        <p:spPr>
          <a:xfrm xmlns:a="http://schemas.openxmlformats.org/drawingml/2006/main">
            <a:off x="381000" y="3193787"/>
            <a:ext cx="2582636" cy="1271451"/>
          </a:xfrm>
          <a:prstGeom xmlns:a="http://schemas.openxmlformats.org/drawingml/2006/main" prst="rect">
            <a:avLst/>
          </a:prstGeom>
          <a:solidFill xmlns:a="http://schemas.openxmlformats.org/drawingml/2006/main">
            <a:srgbClr val="3070D7"/>
          </a:solidFill>
          <a:ln xmlns:a="http://schemas.openxmlformats.org/drawingml/2006/main" w="0">
            <a:noFill/>
          </a:ln>
        </p:spPr>
      </p:sp>
      <p:sp>
        <p:nvSpPr>
          <p:cNvPr id="17" name="figure-word_cool-1">
            <a:extLst xmlns:a="http://schemas.openxmlformats.org/drawingml/2006/main">
              <a:ext uri="{FF2B5EF4-FFF2-40B4-BE49-F238E27FC236}">
                <a16:creationId xmlns:a16="http://schemas.microsoft.com/office/drawing/2014/main" id="{0CDA9268-308C-4AEA-8E30-70D4B91EC703}"/>
              </a:ext>
            </a:extLst>
          </p:cNvPr>
          <p:cNvSpPr>
            <a:spLocks xmlns:a="http://schemas.openxmlformats.org/drawingml/2006/main" noGrp="1"/>
          </p:cNvSpPr>
          <p:nvPr/>
        </p:nvSpPr>
        <p:spPr>
          <a:xfrm xmlns:a="http://schemas.openxmlformats.org/drawingml/2006/main">
            <a:off x="3360964" y="3193787"/>
            <a:ext cx="2582636" cy="1271451"/>
          </a:xfrm>
          <a:prstGeom xmlns:a="http://schemas.openxmlformats.org/drawingml/2006/main" prst="rect">
            <a:avLst/>
          </a:prstGeom>
          <a:solidFill xmlns:a="http://schemas.openxmlformats.org/drawingml/2006/main">
            <a:srgbClr val="38A85A"/>
          </a:solidFill>
          <a:ln xmlns:a="http://schemas.openxmlformats.org/drawingml/2006/main" w="0">
            <a:noFill/>
          </a:ln>
        </p:spPr>
      </p:sp>
      <p:sp>
        <p:nvSpPr>
          <p:cNvPr id="18" name="figure-word_cool-2">
            <a:extLst xmlns:a="http://schemas.openxmlformats.org/drawingml/2006/main">
              <a:ext uri="{FF2B5EF4-FFF2-40B4-BE49-F238E27FC236}">
                <a16:creationId xmlns:a16="http://schemas.microsoft.com/office/drawing/2014/main" id="{7ECF95C5-1F40-4A66-8746-C3ED15984261}"/>
              </a:ext>
            </a:extLst>
          </p:cNvPr>
          <p:cNvSpPr>
            <a:spLocks xmlns:a="http://schemas.openxmlformats.org/drawingml/2006/main" noGrp="1"/>
          </p:cNvSpPr>
          <p:nvPr/>
        </p:nvSpPr>
        <p:spPr>
          <a:xfrm xmlns:a="http://schemas.openxmlformats.org/drawingml/2006/main">
            <a:off x="1194435" y="4840118"/>
            <a:ext cx="977502" cy="4728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659" b="0" lang="en-GB">
                <a:solidFill>
                  <a:srgbClr val="152238"/>
                </a:solidFill>
                <a:latin typeface="Arial"/>
                <a:ea typeface="Arial"/>
                <a:cs typeface="Arial"/>
              </a:defRPr>
            </a:defPPr>
          </a:lstStyle>
          <a:p xmlns:a="http://schemas.openxmlformats.org/drawingml/2006/main">
            <a:pPr algn="l">
              <a:lnSpc>
                <a:spcPct val="108000"/>
              </a:lnSpc>
              <a:buNone/>
              <a:defRPr sz="2659" b="0" lang="en-GB">
                <a:solidFill>
                  <a:srgbClr val="152238"/>
                </a:solidFill>
                <a:latin typeface="Arial"/>
                <a:ea typeface="Arial"/>
                <a:cs typeface="Arial"/>
              </a:defRPr>
            </a:pPr>
            <a:r>
              <a:rPr sz="2659" b="0" lang="en-GB">
                <a:solidFill>
                  <a:srgbClr val="152238"/>
                </a:solidFill>
                <a:latin typeface="Arial"/>
                <a:ea typeface="Arial"/>
                <a:cs typeface="Arial"/>
              </a:rPr>
              <a:t>BLUE</a:t>
            </a:r>
          </a:p>
        </p:txBody>
      </p:sp>
      <p:sp>
        <p:nvSpPr>
          <p:cNvPr id="19" name="figure-word_cool-3">
            <a:extLst xmlns:a="http://schemas.openxmlformats.org/drawingml/2006/main">
              <a:ext uri="{FF2B5EF4-FFF2-40B4-BE49-F238E27FC236}">
                <a16:creationId xmlns:a16="http://schemas.microsoft.com/office/drawing/2014/main" id="{E248329A-E548-4535-A870-C21A08248FA2}"/>
              </a:ext>
            </a:extLst>
          </p:cNvPr>
          <p:cNvSpPr>
            <a:spLocks xmlns:a="http://schemas.openxmlformats.org/drawingml/2006/main" noGrp="1"/>
          </p:cNvSpPr>
          <p:nvPr/>
        </p:nvSpPr>
        <p:spPr>
          <a:xfrm xmlns:a="http://schemas.openxmlformats.org/drawingml/2006/main">
            <a:off x="3936002" y="4840118"/>
            <a:ext cx="1296267" cy="4728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659" b="0" lang="en-GB">
                <a:solidFill>
                  <a:srgbClr val="152238"/>
                </a:solidFill>
                <a:latin typeface="Arial"/>
                <a:ea typeface="Arial"/>
                <a:cs typeface="Arial"/>
              </a:defRPr>
            </a:defPPr>
          </a:lstStyle>
          <a:p xmlns:a="http://schemas.openxmlformats.org/drawingml/2006/main">
            <a:pPr algn="l">
              <a:lnSpc>
                <a:spcPct val="108000"/>
              </a:lnSpc>
              <a:buNone/>
              <a:defRPr sz="2659" b="0" lang="en-GB">
                <a:solidFill>
                  <a:srgbClr val="152238"/>
                </a:solidFill>
                <a:latin typeface="Arial"/>
                <a:ea typeface="Arial"/>
                <a:cs typeface="Arial"/>
              </a:defRPr>
            </a:pPr>
            <a:r>
              <a:rPr sz="2659" b="0" lang="en-GB">
                <a:solidFill>
                  <a:srgbClr val="152238"/>
                </a:solidFill>
                <a:latin typeface="Arial"/>
                <a:ea typeface="Arial"/>
                <a:cs typeface="Arial"/>
              </a:rPr>
              <a:t>GREEN</a:t>
            </a:r>
          </a:p>
        </p:txBody>
      </p:sp>
      <p:sp>
        <p:nvSpPr>
          <p:cNvPr id="20" name="figure-description-word_cool">
            <a:extLst xmlns:a="http://schemas.openxmlformats.org/drawingml/2006/main">
              <a:ext uri="{FF2B5EF4-FFF2-40B4-BE49-F238E27FC236}">
                <a16:creationId xmlns:a16="http://schemas.microsoft.com/office/drawing/2014/main" id="{5C7E25E3-0D32-4215-B832-C06AE6D800B2}"/>
              </a:ext>
            </a:extLst>
          </p:cNvPr>
          <p:cNvSpPr>
            <a:spLocks xmlns:a="http://schemas.openxmlformats.org/drawingml/2006/main" noGrp="1"/>
          </p:cNvSpPr>
          <p:nvPr/>
        </p:nvSpPr>
        <p:spPr>
          <a:xfrm xmlns:a="http://schemas.openxmlformats.org/drawingml/2006/main">
            <a:off x="381000" y="5815775"/>
            <a:ext cx="5562600" cy="2802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425" b="0" lang="en-GB">
                <a:solidFill>
                  <a:srgbClr val="17263B"/>
                </a:solidFill>
                <a:latin typeface="Arial"/>
                <a:ea typeface="Arial"/>
                <a:cs typeface="Arial"/>
              </a:defRPr>
            </a:defPPr>
          </a:lstStyle>
          <a:p xmlns:a="http://schemas.openxmlformats.org/drawingml/2006/main">
            <a:pPr algn="l">
              <a:lnSpc>
                <a:spcPct val="108000"/>
              </a:lnSpc>
              <a:buNone/>
              <a:defRPr sz="1425" b="0" lang="en-GB">
                <a:solidFill>
                  <a:srgbClr val="17263B"/>
                </a:solidFill>
                <a:latin typeface="Arial"/>
                <a:ea typeface="Arial"/>
                <a:cs typeface="Arial"/>
              </a:defRPr>
            </a:pPr>
            <a:r>
              <a:rPr sz="1425" b="0" lang="en-GB">
                <a:solidFill>
                  <a:srgbClr val="17263B"/>
                </a:solidFill>
                <a:latin typeface="Arial"/>
                <a:ea typeface="Arial"/>
                <a:cs typeface="Arial"/>
              </a:rPr>
              <a:t>Blue and green colour cards show the cool colour group.</a:t>
            </a:r>
          </a:p>
        </p:txBody>
      </p:sp>
      <p:sp>
        <p:nvSpPr>
          <p:cNvPr id="21" name="vocabulary-3">
            <a:extLst xmlns:a="http://schemas.openxmlformats.org/drawingml/2006/main">
              <a:ext uri="{FF2B5EF4-FFF2-40B4-BE49-F238E27FC236}">
                <a16:creationId xmlns:a16="http://schemas.microsoft.com/office/drawing/2014/main" id="{2BCB1178-4E2F-4DA3-9A60-1E25D7806665}"/>
              </a:ext>
            </a:extLst>
          </p:cNvPr>
          <p:cNvSpPr>
            <a:spLocks xmlns:a="http://schemas.openxmlformats.org/drawingml/2006/main" noGrp="1"/>
          </p:cNvSpPr>
          <p:nvPr/>
        </p:nvSpPr>
        <p:spPr>
          <a:xfrm xmlns:a="http://schemas.openxmlformats.org/drawingml/2006/main">
            <a:off x="6248400" y="2361819"/>
            <a:ext cx="5562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75" b="1" lang="en-GB">
                <a:solidFill>
                  <a:srgbClr val="17263B"/>
                </a:solidFill>
                <a:latin typeface="Arial"/>
                <a:ea typeface="Arial"/>
                <a:cs typeface="Arial"/>
              </a:defRPr>
            </a:defPPr>
          </a:lstStyle>
          <a:p xmlns:a="http://schemas.openxmlformats.org/drawingml/2006/main">
            <a:pPr algn="l">
              <a:lnSpc>
                <a:spcPct val="108000"/>
              </a:lnSpc>
              <a:buNone/>
              <a:defRPr sz="1875" b="1" lang="en-GB">
                <a:solidFill>
                  <a:srgbClr val="17263B"/>
                </a:solidFill>
                <a:latin typeface="Arial"/>
                <a:ea typeface="Arial"/>
                <a:cs typeface="Arial"/>
              </a:defRPr>
            </a:pPr>
            <a:r>
              <a:rPr sz="1875" b="1" lang="en-GB">
                <a:solidFill>
                  <a:srgbClr val="17263B"/>
                </a:solidFill>
                <a:latin typeface="Arial"/>
                <a:ea typeface="Arial"/>
                <a:cs typeface="Arial"/>
              </a:rPr>
              <a:t>pattern — an arrangement of marks or shapes; ours use a repeat.</a:t>
            </a:r>
          </a:p>
        </p:txBody>
      </p:sp>
      <p:sp>
        <p:nvSpPr>
          <p:cNvPr id="22" name="figure-word_pattern-0">
            <a:extLst xmlns:a="http://schemas.openxmlformats.org/drawingml/2006/main">
              <a:ext uri="{FF2B5EF4-FFF2-40B4-BE49-F238E27FC236}">
                <a16:creationId xmlns:a16="http://schemas.microsoft.com/office/drawing/2014/main" id="{06C1D969-31B6-4DA4-A501-82160B70E3F0}"/>
              </a:ext>
            </a:extLst>
          </p:cNvPr>
          <p:cNvSpPr>
            <a:spLocks xmlns:a="http://schemas.openxmlformats.org/drawingml/2006/main" noGrp="1"/>
          </p:cNvSpPr>
          <p:nvPr/>
        </p:nvSpPr>
        <p:spPr>
          <a:xfrm xmlns:a="http://schemas.openxmlformats.org/drawingml/2006/main">
            <a:off x="6511078" y="4141078"/>
            <a:ext cx="556260" cy="556260"/>
          </a:xfrm>
          <a:prstGeom xmlns:a="http://schemas.openxmlformats.org/drawingml/2006/main" prst="ellipse">
            <a:avLst/>
          </a:prstGeom>
          <a:noFill xmlns:a="http://schemas.openxmlformats.org/drawingml/2006/main"/>
          <a:ln xmlns:a="http://schemas.openxmlformats.org/drawingml/2006/main" w="61807">
            <a:solidFill>
              <a:srgbClr val="152238"/>
            </a:solidFill>
          </a:ln>
        </p:spPr>
      </p:sp>
      <p:sp>
        <p:nvSpPr>
          <p:cNvPr id="23" name="figure-word_pattern-1">
            <a:extLst xmlns:a="http://schemas.openxmlformats.org/drawingml/2006/main">
              <a:ext uri="{FF2B5EF4-FFF2-40B4-BE49-F238E27FC236}">
                <a16:creationId xmlns:a16="http://schemas.microsoft.com/office/drawing/2014/main" id="{D7DC0214-EB1D-44E5-A681-88282A233725}"/>
              </a:ext>
            </a:extLst>
          </p:cNvPr>
          <p:cNvSpPr>
            <a:spLocks xmlns:a="http://schemas.openxmlformats.org/drawingml/2006/main" noGrp="1"/>
          </p:cNvSpPr>
          <p:nvPr/>
        </p:nvSpPr>
        <p:spPr>
          <a:xfrm xmlns:a="http://schemas.openxmlformats.org/drawingml/2006/main">
            <a:off x="7422727" y="4141078"/>
            <a:ext cx="556260" cy="556260"/>
          </a:xfrm>
          <a:prstGeom xmlns:a="http://schemas.openxmlformats.org/drawingml/2006/main" prst="ellipse">
            <a:avLst/>
          </a:prstGeom>
          <a:solidFill xmlns:a="http://schemas.openxmlformats.org/drawingml/2006/main">
            <a:srgbClr val="152238"/>
          </a:solidFill>
          <a:ln xmlns:a="http://schemas.openxmlformats.org/drawingml/2006/main" w="0">
            <a:noFill/>
          </a:ln>
        </p:spPr>
      </p:sp>
      <p:sp>
        <p:nvSpPr>
          <p:cNvPr id="24" name="figure-word_pattern-2">
            <a:extLst xmlns:a="http://schemas.openxmlformats.org/drawingml/2006/main">
              <a:ext uri="{FF2B5EF4-FFF2-40B4-BE49-F238E27FC236}">
                <a16:creationId xmlns:a16="http://schemas.microsoft.com/office/drawing/2014/main" id="{C3D9DEC0-36DA-4C3A-9248-D360EBDA71B6}"/>
              </a:ext>
            </a:extLst>
          </p:cNvPr>
          <p:cNvSpPr>
            <a:spLocks xmlns:a="http://schemas.openxmlformats.org/drawingml/2006/main" noGrp="1"/>
          </p:cNvSpPr>
          <p:nvPr/>
        </p:nvSpPr>
        <p:spPr>
          <a:xfrm xmlns:a="http://schemas.openxmlformats.org/drawingml/2006/main">
            <a:off x="8334375" y="4141078"/>
            <a:ext cx="556260" cy="556260"/>
          </a:xfrm>
          <a:prstGeom xmlns:a="http://schemas.openxmlformats.org/drawingml/2006/main" prst="ellipse">
            <a:avLst/>
          </a:prstGeom>
          <a:noFill xmlns:a="http://schemas.openxmlformats.org/drawingml/2006/main"/>
          <a:ln xmlns:a="http://schemas.openxmlformats.org/drawingml/2006/main" w="61807">
            <a:solidFill>
              <a:srgbClr val="152238"/>
            </a:solidFill>
          </a:ln>
        </p:spPr>
      </p:sp>
      <p:sp>
        <p:nvSpPr>
          <p:cNvPr id="25" name="figure-word_pattern-3">
            <a:extLst xmlns:a="http://schemas.openxmlformats.org/drawingml/2006/main">
              <a:ext uri="{FF2B5EF4-FFF2-40B4-BE49-F238E27FC236}">
                <a16:creationId xmlns:a16="http://schemas.microsoft.com/office/drawing/2014/main" id="{15B76F75-0F44-41EE-B391-33FD049B1FF5}"/>
              </a:ext>
            </a:extLst>
          </p:cNvPr>
          <p:cNvSpPr>
            <a:spLocks xmlns:a="http://schemas.openxmlformats.org/drawingml/2006/main" noGrp="1"/>
          </p:cNvSpPr>
          <p:nvPr/>
        </p:nvSpPr>
        <p:spPr>
          <a:xfrm xmlns:a="http://schemas.openxmlformats.org/drawingml/2006/main">
            <a:off x="9246023" y="4141078"/>
            <a:ext cx="556260" cy="556260"/>
          </a:xfrm>
          <a:prstGeom xmlns:a="http://schemas.openxmlformats.org/drawingml/2006/main" prst="ellipse">
            <a:avLst/>
          </a:prstGeom>
          <a:solidFill xmlns:a="http://schemas.openxmlformats.org/drawingml/2006/main">
            <a:srgbClr val="152238"/>
          </a:solidFill>
          <a:ln xmlns:a="http://schemas.openxmlformats.org/drawingml/2006/main" w="0">
            <a:noFill/>
          </a:ln>
        </p:spPr>
      </p:sp>
      <p:sp>
        <p:nvSpPr>
          <p:cNvPr id="26" name="figure-word_pattern-4">
            <a:extLst xmlns:a="http://schemas.openxmlformats.org/drawingml/2006/main">
              <a:ext uri="{FF2B5EF4-FFF2-40B4-BE49-F238E27FC236}">
                <a16:creationId xmlns:a16="http://schemas.microsoft.com/office/drawing/2014/main" id="{3138A1E6-E6D0-4A40-B4B7-7FFF47D69C85}"/>
              </a:ext>
            </a:extLst>
          </p:cNvPr>
          <p:cNvSpPr>
            <a:spLocks xmlns:a="http://schemas.openxmlformats.org/drawingml/2006/main" noGrp="1"/>
          </p:cNvSpPr>
          <p:nvPr/>
        </p:nvSpPr>
        <p:spPr>
          <a:xfrm xmlns:a="http://schemas.openxmlformats.org/drawingml/2006/main">
            <a:off x="10157672" y="4141078"/>
            <a:ext cx="556260" cy="556260"/>
          </a:xfrm>
          <a:prstGeom xmlns:a="http://schemas.openxmlformats.org/drawingml/2006/main" prst="ellipse">
            <a:avLst/>
          </a:prstGeom>
          <a:noFill xmlns:a="http://schemas.openxmlformats.org/drawingml/2006/main"/>
          <a:ln xmlns:a="http://schemas.openxmlformats.org/drawingml/2006/main" w="61807">
            <a:solidFill>
              <a:srgbClr val="152238"/>
            </a:solidFill>
          </a:ln>
        </p:spPr>
      </p:sp>
      <p:sp>
        <p:nvSpPr>
          <p:cNvPr id="27" name="figure-word_pattern-5">
            <a:extLst xmlns:a="http://schemas.openxmlformats.org/drawingml/2006/main">
              <a:ext uri="{FF2B5EF4-FFF2-40B4-BE49-F238E27FC236}">
                <a16:creationId xmlns:a16="http://schemas.microsoft.com/office/drawing/2014/main" id="{E8D4E2D4-8184-41BF-A38F-D85F2A34B3D2}"/>
              </a:ext>
            </a:extLst>
          </p:cNvPr>
          <p:cNvSpPr>
            <a:spLocks xmlns:a="http://schemas.openxmlformats.org/drawingml/2006/main" noGrp="1"/>
          </p:cNvSpPr>
          <p:nvPr/>
        </p:nvSpPr>
        <p:spPr>
          <a:xfrm xmlns:a="http://schemas.openxmlformats.org/drawingml/2006/main">
            <a:off x="11069320" y="4141078"/>
            <a:ext cx="556260" cy="556260"/>
          </a:xfrm>
          <a:prstGeom xmlns:a="http://schemas.openxmlformats.org/drawingml/2006/main" prst="ellipse">
            <a:avLst/>
          </a:prstGeom>
          <a:solidFill xmlns:a="http://schemas.openxmlformats.org/drawingml/2006/main">
            <a:srgbClr val="152238"/>
          </a:solidFill>
          <a:ln xmlns:a="http://schemas.openxmlformats.org/drawingml/2006/main" w="0">
            <a:noFill/>
          </a:ln>
        </p:spPr>
      </p:sp>
      <p:sp>
        <p:nvSpPr>
          <p:cNvPr id="28" name="figure-description-word_pattern">
            <a:extLst xmlns:a="http://schemas.openxmlformats.org/drawingml/2006/main">
              <a:ext uri="{FF2B5EF4-FFF2-40B4-BE49-F238E27FC236}">
                <a16:creationId xmlns:a16="http://schemas.microsoft.com/office/drawing/2014/main" id="{B7A5F757-7ADC-4C40-B73C-46BD8B7EEBA9}"/>
              </a:ext>
            </a:extLst>
          </p:cNvPr>
          <p:cNvSpPr>
            <a:spLocks xmlns:a="http://schemas.openxmlformats.org/drawingml/2006/main" noGrp="1"/>
          </p:cNvSpPr>
          <p:nvPr/>
        </p:nvSpPr>
        <p:spPr>
          <a:xfrm xmlns:a="http://schemas.openxmlformats.org/drawingml/2006/main">
            <a:off x="6248400" y="5815775"/>
            <a:ext cx="5562600" cy="2802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425" b="0" lang="en-GB">
                <a:solidFill>
                  <a:srgbClr val="17263B"/>
                </a:solidFill>
                <a:latin typeface="Arial"/>
                <a:ea typeface="Arial"/>
                <a:cs typeface="Arial"/>
              </a:defRPr>
            </a:defPPr>
          </a:lstStyle>
          <a:p xmlns:a="http://schemas.openxmlformats.org/drawingml/2006/main">
            <a:pPr algn="l">
              <a:lnSpc>
                <a:spcPct val="108000"/>
              </a:lnSpc>
              <a:buNone/>
              <a:defRPr sz="1425" b="0" lang="en-GB">
                <a:solidFill>
                  <a:srgbClr val="17263B"/>
                </a:solidFill>
                <a:latin typeface="Arial"/>
                <a:ea typeface="Arial"/>
                <a:cs typeface="Arial"/>
              </a:defRPr>
            </a:pPr>
            <a:r>
              <a:rPr sz="1425" b="0" lang="en-GB">
                <a:solidFill>
                  <a:srgbClr val="17263B"/>
                </a:solidFill>
                <a:latin typeface="Arial"/>
                <a:ea typeface="Arial"/>
                <a:cs typeface="Arial"/>
              </a:rPr>
              <a:t>A ring and a dot are put in an order three times.</a:t>
            </a:r>
          </a:p>
        </p:txBody>
      </p:sp>
    </p:spTree>
    <p:extLst>
      <p:ext uri="{BB962C8B-B14F-4D97-AF65-F5344CB8AC3E}">
        <p14:creationId xmlns:p14="http://schemas.microsoft.com/office/powerpoint/2010/main" val="10845355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lesson-header">
            <a:extLst xmlns:a="http://schemas.openxmlformats.org/drawingml/2006/main">
              <a:ext uri="{FF2B5EF4-FFF2-40B4-BE49-F238E27FC236}">
                <a16:creationId xmlns:a16="http://schemas.microsoft.com/office/drawing/2014/main" id="{85243788-9E35-4875-B823-11E2ACB3BAD5}"/>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56B51"/>
                </a:solidFill>
                <a:latin typeface="Arial"/>
                <a:ea typeface="Arial"/>
                <a:cs typeface="Arial"/>
              </a:defRPr>
            </a:defPPr>
          </a:lstStyle>
          <a:p xmlns:a="http://schemas.openxmlformats.org/drawingml/2006/main">
            <a:pPr algn="l">
              <a:lnSpc>
                <a:spcPct val="108000"/>
              </a:lnSpc>
              <a:buNone/>
              <a:defRPr sz="1050" b="1" lang="en-GB">
                <a:solidFill>
                  <a:srgbClr val="356B51"/>
                </a:solidFill>
                <a:latin typeface="Arial"/>
                <a:ea typeface="Arial"/>
                <a:cs typeface="Arial"/>
              </a:defRPr>
            </a:pPr>
            <a:r>
              <a:rPr sz="1050" b="1" lang="en-GB">
                <a:solidFill>
                  <a:srgbClr val="356B51"/>
                </a:solidFill>
                <a:latin typeface="Arial"/>
                <a:ea typeface="Arial"/>
                <a:cs typeface="Arial"/>
              </a:rPr>
              <a:t>Art · GROW · Autumn 2 · Week 1</a:t>
            </a:r>
          </a:p>
        </p:txBody>
      </p:sp>
      <p:sp>
        <p:nvSpPr>
          <p:cNvPr id="2" name="stage-time">
            <a:extLst xmlns:a="http://schemas.openxmlformats.org/drawingml/2006/main">
              <a:ext uri="{FF2B5EF4-FFF2-40B4-BE49-F238E27FC236}">
                <a16:creationId xmlns:a16="http://schemas.microsoft.com/office/drawing/2014/main" id="{D8DF4A2C-155E-471F-82B4-FD039FF5F3BF}"/>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56B51"/>
                </a:solidFill>
                <a:latin typeface="Arial"/>
                <a:ea typeface="Arial"/>
                <a:cs typeface="Arial"/>
              </a:defRPr>
            </a:defPPr>
          </a:lstStyle>
          <a:p xmlns:a="http://schemas.openxmlformats.org/drawingml/2006/main">
            <a:pPr algn="r">
              <a:lnSpc>
                <a:spcPct val="108000"/>
              </a:lnSpc>
              <a:buNone/>
              <a:defRPr sz="1425" b="1" lang="en-GB">
                <a:solidFill>
                  <a:srgbClr val="356B51"/>
                </a:solidFill>
                <a:latin typeface="Arial"/>
                <a:ea typeface="Arial"/>
                <a:cs typeface="Arial"/>
              </a:defRPr>
            </a:pPr>
            <a:r>
              <a:rPr sz="1425" b="1" lang="en-GB">
                <a:solidFill>
                  <a:srgbClr val="356B51"/>
                </a:solidFill>
                <a:latin typeface="Arial"/>
                <a:ea typeface="Arial"/>
                <a:cs typeface="Arial"/>
              </a:rPr>
              <a:t>I do · 2 min · 12 to 14</a:t>
            </a:r>
          </a:p>
        </p:txBody>
      </p:sp>
      <p:sp>
        <p:nvSpPr>
          <p:cNvPr id="3" name="slide-title">
            <a:extLst xmlns:a="http://schemas.openxmlformats.org/drawingml/2006/main">
              <a:ext uri="{FF2B5EF4-FFF2-40B4-BE49-F238E27FC236}">
                <a16:creationId xmlns:a16="http://schemas.microsoft.com/office/drawing/2014/main" id="{B7521613-EB82-4CDB-B650-C2E74F4486F9}"/>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56B51"/>
                </a:solidFill>
                <a:latin typeface="Arial"/>
                <a:ea typeface="Arial"/>
                <a:cs typeface="Arial"/>
              </a:defRPr>
            </a:defPPr>
          </a:lstStyle>
          <a:p xmlns:a="http://schemas.openxmlformats.org/drawingml/2006/main">
            <a:pPr algn="l">
              <a:lnSpc>
                <a:spcPct val="108000"/>
              </a:lnSpc>
              <a:buNone/>
              <a:defRPr sz="2700" b="1" lang="en-GB">
                <a:solidFill>
                  <a:srgbClr val="356B51"/>
                </a:solidFill>
                <a:latin typeface="Arial"/>
                <a:ea typeface="Arial"/>
                <a:cs typeface="Arial"/>
              </a:defRPr>
            </a:pPr>
            <a:r>
              <a:rPr sz="2700" b="1" lang="en-GB">
                <a:solidFill>
                  <a:srgbClr val="356B51"/>
                </a:solidFill>
                <a:latin typeface="Arial"/>
                <a:ea typeface="Arial"/>
                <a:cs typeface="Arial"/>
              </a:rPr>
              <a:t>I do · 3 of 3 · word 5</a:t>
            </a:r>
          </a:p>
        </p:txBody>
      </p:sp>
      <p:pic>
        <p:nvPicPr>
          <p:cNvPr id="4" name="">
            <a:extLst xmlns:a="http://schemas.openxmlformats.org/drawingml/2006/main">
              <a:ext uri="{FF2B5EF4-FFF2-40B4-BE49-F238E27FC236}">
                <a16:creationId xmlns:a16="http://schemas.microsoft.com/office/drawing/2014/main" id="{5A568A69-696B-4E90-AB6A-E1443BB9B254}"/>
              </a:ext>
            </a:extLst>
          </p:cNvPr>
          <p:cNvPicPr>
            <a:picLocks xmlns:a="http://schemas.openxmlformats.org/drawingml/2006/main" noChangeAspect="1"/>
          </p:cNvPicPr>
          <p:nvPr/>
        </p:nvPicPr>
        <p:blipFill>
          <a:blip xmlns:r="http://schemas.openxmlformats.org/officeDocument/2006/relationships" xmlns:a="http://schemas.openxmlformats.org/drawingml/2006/main" r:embed="R51e65d8f6bd94d54"/>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D42ED37A-AB8E-467E-815A-C6EE93C27716}"/>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93E1FA9E-CAA8-49D7-ABF6-4A12570AAD8D}"/>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50A0B523-997B-4CA3-B1AA-82CA9F760094}"/>
              </a:ext>
            </a:extLst>
          </p:cNvPr>
          <p:cNvSpPr>
            <a:spLocks xmlns:a="http://schemas.openxmlformats.org/drawingml/2006/main" noGrp="1"/>
          </p:cNvSpPr>
          <p:nvPr/>
        </p:nvSpPr>
        <p:spPr>
          <a:xfrm xmlns:a="http://schemas.openxmlformats.org/drawingml/2006/main">
            <a:off x="2667000" y="1143000"/>
            <a:ext cx="1695450" cy="85725"/>
          </a:xfrm>
          <a:prstGeom xmlns:a="http://schemas.openxmlformats.org/drawingml/2006/main" prst="rect">
            <a:avLst/>
          </a:prstGeom>
          <a:solidFill xmlns:a="http://schemas.openxmlformats.org/drawingml/2006/main">
            <a:srgbClr val="356B51"/>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DF4FAAB0-4EE7-4065-91AD-75AD748CCD2D}"/>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30C45626-BFBC-48FB-8D98-80BF952C8324}"/>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41455A4F-A115-46EB-A241-714C4A41599F}"/>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F419EC6E-F763-435B-9AB1-A294AFA15293}"/>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ART-GROW-A2-W01-P2 · version ______</a:t>
            </a:r>
          </a:p>
        </p:txBody>
      </p:sp>
      <p:sp>
        <p:nvSpPr>
          <p:cNvPr id="12" name="licence-footer">
            <a:extLst xmlns:a="http://schemas.openxmlformats.org/drawingml/2006/main">
              <a:ext uri="{FF2B5EF4-FFF2-40B4-BE49-F238E27FC236}">
                <a16:creationId xmlns:a16="http://schemas.microsoft.com/office/drawing/2014/main" id="{C8DC92C0-B1E4-436D-A21A-753905230D08}"/>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94673322-FE56-45B7-805A-C02F79236514}"/>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One contrast and one repeat from the model, shown with marks or words.</a:t>
            </a:r>
          </a:p>
        </p:txBody>
      </p:sp>
      <p:sp>
        <p:nvSpPr>
          <p:cNvPr id="14" name="vocabulary-heading">
            <a:extLst xmlns:a="http://schemas.openxmlformats.org/drawingml/2006/main">
              <a:ext uri="{FF2B5EF4-FFF2-40B4-BE49-F238E27FC236}">
                <a16:creationId xmlns:a16="http://schemas.microsoft.com/office/drawing/2014/main" id="{C1CF6E61-E7DE-4180-9044-A259E64D8C90}"/>
              </a:ext>
            </a:extLst>
          </p:cNvPr>
          <p:cNvSpPr>
            <a:spLocks xmlns:a="http://schemas.openxmlformats.org/drawingml/2006/main" noGrp="1"/>
          </p:cNvSpPr>
          <p:nvPr/>
        </p:nvSpPr>
        <p:spPr>
          <a:xfrm xmlns:a="http://schemas.openxmlformats.org/drawingml/2006/main">
            <a:off x="381000" y="1904619"/>
            <a:ext cx="1143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75" b="1" lang="en-GB">
                <a:solidFill>
                  <a:srgbClr val="356B51"/>
                </a:solidFill>
                <a:latin typeface="Arial"/>
                <a:ea typeface="Arial"/>
                <a:cs typeface="Arial"/>
              </a:defRPr>
            </a:defPPr>
          </a:lstStyle>
          <a:p xmlns:a="http://schemas.openxmlformats.org/drawingml/2006/main">
            <a:pPr algn="l">
              <a:lnSpc>
                <a:spcPct val="108000"/>
              </a:lnSpc>
              <a:buNone/>
              <a:defRPr sz="1875" b="1" lang="en-GB">
                <a:solidFill>
                  <a:srgbClr val="356B51"/>
                </a:solidFill>
                <a:latin typeface="Arial"/>
                <a:ea typeface="Arial"/>
                <a:cs typeface="Arial"/>
              </a:defRPr>
            </a:pPr>
            <a:r>
              <a:rPr sz="1875" b="1" lang="en-GB">
                <a:solidFill>
                  <a:srgbClr val="356B51"/>
                </a:solidFill>
                <a:latin typeface="Arial"/>
                <a:ea typeface="Arial"/>
                <a:cs typeface="Arial"/>
              </a:rPr>
              <a:t>Must-know words — five</a:t>
            </a:r>
          </a:p>
        </p:txBody>
      </p:sp>
      <p:sp>
        <p:nvSpPr>
          <p:cNvPr id="15" name="vocabulary-4">
            <a:extLst xmlns:a="http://schemas.openxmlformats.org/drawingml/2006/main">
              <a:ext uri="{FF2B5EF4-FFF2-40B4-BE49-F238E27FC236}">
                <a16:creationId xmlns:a16="http://schemas.microsoft.com/office/drawing/2014/main" id="{5F963F45-5459-4694-A3FF-F497BEE81E24}"/>
              </a:ext>
            </a:extLst>
          </p:cNvPr>
          <p:cNvSpPr>
            <a:spLocks xmlns:a="http://schemas.openxmlformats.org/drawingml/2006/main" noGrp="1"/>
          </p:cNvSpPr>
          <p:nvPr/>
        </p:nvSpPr>
        <p:spPr>
          <a:xfrm xmlns:a="http://schemas.openxmlformats.org/drawingml/2006/main">
            <a:off x="381000" y="2361819"/>
            <a:ext cx="5562600" cy="3476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75" b="1" lang="en-GB">
                <a:solidFill>
                  <a:srgbClr val="17263B"/>
                </a:solidFill>
                <a:latin typeface="Arial"/>
                <a:ea typeface="Arial"/>
                <a:cs typeface="Arial"/>
              </a:defRPr>
            </a:defPPr>
          </a:lstStyle>
          <a:p xmlns:a="http://schemas.openxmlformats.org/drawingml/2006/main">
            <a:pPr algn="l">
              <a:lnSpc>
                <a:spcPct val="108000"/>
              </a:lnSpc>
              <a:buNone/>
              <a:defRPr sz="1875" b="1" lang="en-GB">
                <a:solidFill>
                  <a:srgbClr val="17263B"/>
                </a:solidFill>
                <a:latin typeface="Arial"/>
                <a:ea typeface="Arial"/>
                <a:cs typeface="Arial"/>
              </a:defRPr>
            </a:pPr>
            <a:r>
              <a:rPr sz="1875" b="1" lang="en-GB">
                <a:solidFill>
                  <a:srgbClr val="17263B"/>
                </a:solidFill>
                <a:latin typeface="Arial"/>
                <a:ea typeface="Arial"/>
                <a:cs typeface="Arial"/>
              </a:rPr>
              <a:t>repeat — use a mark or group of marks again.</a:t>
            </a:r>
          </a:p>
        </p:txBody>
      </p:sp>
      <p:sp>
        <p:nvSpPr>
          <p:cNvPr id="16" name="figure-word_repeat-0">
            <a:extLst xmlns:a="http://schemas.openxmlformats.org/drawingml/2006/main">
              <a:ext uri="{FF2B5EF4-FFF2-40B4-BE49-F238E27FC236}">
                <a16:creationId xmlns:a16="http://schemas.microsoft.com/office/drawing/2014/main" id="{9B4571F6-AD1F-4F08-994F-0254C2B1347C}"/>
              </a:ext>
            </a:extLst>
          </p:cNvPr>
          <p:cNvSpPr>
            <a:spLocks xmlns:a="http://schemas.openxmlformats.org/drawingml/2006/main" noGrp="1"/>
          </p:cNvSpPr>
          <p:nvPr/>
        </p:nvSpPr>
        <p:spPr>
          <a:xfrm xmlns:a="http://schemas.openxmlformats.org/drawingml/2006/main">
            <a:off x="1135815" y="3833935"/>
            <a:ext cx="569949" cy="569949"/>
          </a:xfrm>
          <a:prstGeom xmlns:a="http://schemas.openxmlformats.org/drawingml/2006/main" prst="ellipse">
            <a:avLst/>
          </a:prstGeom>
          <a:noFill xmlns:a="http://schemas.openxmlformats.org/drawingml/2006/main"/>
          <a:ln xmlns:a="http://schemas.openxmlformats.org/drawingml/2006/main" w="63328">
            <a:solidFill>
              <a:srgbClr val="152238"/>
            </a:solidFill>
          </a:ln>
        </p:spPr>
      </p:sp>
      <p:sp>
        <p:nvSpPr>
          <p:cNvPr id="17" name="figure-word_repeat-1">
            <a:extLst xmlns:a="http://schemas.openxmlformats.org/drawingml/2006/main">
              <a:ext uri="{FF2B5EF4-FFF2-40B4-BE49-F238E27FC236}">
                <a16:creationId xmlns:a16="http://schemas.microsoft.com/office/drawing/2014/main" id="{B462B7EB-8DEC-434F-B80C-8E1657A8CCA7}"/>
              </a:ext>
            </a:extLst>
          </p:cNvPr>
          <p:cNvSpPr>
            <a:spLocks xmlns:a="http://schemas.openxmlformats.org/drawingml/2006/main" noGrp="1"/>
          </p:cNvSpPr>
          <p:nvPr/>
        </p:nvSpPr>
        <p:spPr>
          <a:xfrm xmlns:a="http://schemas.openxmlformats.org/drawingml/2006/main">
            <a:off x="2006571" y="3833935"/>
            <a:ext cx="569949" cy="569949"/>
          </a:xfrm>
          <a:prstGeom xmlns:a="http://schemas.openxmlformats.org/drawingml/2006/main" prst="ellipse">
            <a:avLst/>
          </a:prstGeom>
          <a:solidFill xmlns:a="http://schemas.openxmlformats.org/drawingml/2006/main">
            <a:srgbClr val="152238"/>
          </a:solidFill>
          <a:ln xmlns:a="http://schemas.openxmlformats.org/drawingml/2006/main" w="0">
            <a:noFill/>
          </a:ln>
        </p:spPr>
      </p:sp>
      <p:sp>
        <p:nvSpPr>
          <p:cNvPr id="18" name="figure-word_repeat-2">
            <a:extLst xmlns:a="http://schemas.openxmlformats.org/drawingml/2006/main">
              <a:ext uri="{FF2B5EF4-FFF2-40B4-BE49-F238E27FC236}">
                <a16:creationId xmlns:a16="http://schemas.microsoft.com/office/drawing/2014/main" id="{F2E17227-B7C4-4A4C-98DC-24A1B72E0B47}"/>
              </a:ext>
            </a:extLst>
          </p:cNvPr>
          <p:cNvSpPr>
            <a:spLocks xmlns:a="http://schemas.openxmlformats.org/drawingml/2006/main" noGrp="1"/>
          </p:cNvSpPr>
          <p:nvPr/>
        </p:nvSpPr>
        <p:spPr>
          <a:xfrm xmlns:a="http://schemas.openxmlformats.org/drawingml/2006/main">
            <a:off x="3827240" y="3833935"/>
            <a:ext cx="569949" cy="569949"/>
          </a:xfrm>
          <a:prstGeom xmlns:a="http://schemas.openxmlformats.org/drawingml/2006/main" prst="ellipse">
            <a:avLst/>
          </a:prstGeom>
          <a:noFill xmlns:a="http://schemas.openxmlformats.org/drawingml/2006/main"/>
          <a:ln xmlns:a="http://schemas.openxmlformats.org/drawingml/2006/main" w="63328">
            <a:solidFill>
              <a:srgbClr val="152238"/>
            </a:solidFill>
          </a:ln>
        </p:spPr>
      </p:sp>
      <p:sp>
        <p:nvSpPr>
          <p:cNvPr id="19" name="figure-word_repeat-3">
            <a:extLst xmlns:a="http://schemas.openxmlformats.org/drawingml/2006/main">
              <a:ext uri="{FF2B5EF4-FFF2-40B4-BE49-F238E27FC236}">
                <a16:creationId xmlns:a16="http://schemas.microsoft.com/office/drawing/2014/main" id="{7C23AA6B-20DC-4E03-97F8-99C83577C5E6}"/>
              </a:ext>
            </a:extLst>
          </p:cNvPr>
          <p:cNvSpPr>
            <a:spLocks xmlns:a="http://schemas.openxmlformats.org/drawingml/2006/main" noGrp="1"/>
          </p:cNvSpPr>
          <p:nvPr/>
        </p:nvSpPr>
        <p:spPr>
          <a:xfrm xmlns:a="http://schemas.openxmlformats.org/drawingml/2006/main">
            <a:off x="4697995" y="3833935"/>
            <a:ext cx="569949" cy="569949"/>
          </a:xfrm>
          <a:prstGeom xmlns:a="http://schemas.openxmlformats.org/drawingml/2006/main" prst="ellipse">
            <a:avLst/>
          </a:prstGeom>
          <a:solidFill xmlns:a="http://schemas.openxmlformats.org/drawingml/2006/main">
            <a:srgbClr val="152238"/>
          </a:solidFill>
          <a:ln xmlns:a="http://schemas.openxmlformats.org/drawingml/2006/main" w="0">
            <a:noFill/>
          </a:ln>
        </p:spPr>
      </p:sp>
      <p:sp>
        <p:nvSpPr>
          <p:cNvPr id="20" name="figure-word_repeat-4">
            <a:extLst xmlns:a="http://schemas.openxmlformats.org/drawingml/2006/main">
              <a:ext uri="{FF2B5EF4-FFF2-40B4-BE49-F238E27FC236}">
                <a16:creationId xmlns:a16="http://schemas.microsoft.com/office/drawing/2014/main" id="{BA869E47-154E-4159-8A39-89F7B1568A42}"/>
              </a:ext>
            </a:extLst>
          </p:cNvPr>
          <p:cNvSpPr>
            <a:spLocks xmlns:a="http://schemas.openxmlformats.org/drawingml/2006/main" noGrp="1"/>
          </p:cNvSpPr>
          <p:nvPr/>
        </p:nvSpPr>
        <p:spPr>
          <a:xfrm xmlns:a="http://schemas.openxmlformats.org/drawingml/2006/main">
            <a:off x="1895747" y="3327314"/>
            <a:ext cx="2643929" cy="15832"/>
          </a:xfrm>
          <a:custGeom xmlns:a="http://schemas.openxmlformats.org/drawingml/2006/main">
            <a:pathLst>
              <a:path w="2643929" h="15832">
                <a:moveTo>
                  <a:pt x="0" y="0"/>
                </a:moveTo>
                <a:lnTo>
                  <a:pt x="2643929" y="0"/>
                </a:lnTo>
              </a:path>
            </a:pathLst>
          </a:custGeom>
          <a:noFill xmlns:a="http://schemas.openxmlformats.org/drawingml/2006/main"/>
          <a:ln xmlns:a="http://schemas.openxmlformats.org/drawingml/2006/main" w="47496">
            <a:solidFill>
              <a:srgbClr val="152238"/>
            </a:solidFill>
          </a:ln>
        </p:spPr>
      </p:sp>
      <p:sp>
        <p:nvSpPr>
          <p:cNvPr id="21" name="figure-word_repeat-5">
            <a:extLst xmlns:a="http://schemas.openxmlformats.org/drawingml/2006/main">
              <a:ext uri="{FF2B5EF4-FFF2-40B4-BE49-F238E27FC236}">
                <a16:creationId xmlns:a16="http://schemas.microsoft.com/office/drawing/2014/main" id="{4B9E4F1F-6754-442F-83D6-0912CAC061B2}"/>
              </a:ext>
            </a:extLst>
          </p:cNvPr>
          <p:cNvSpPr>
            <a:spLocks xmlns:a="http://schemas.openxmlformats.org/drawingml/2006/main" noGrp="1"/>
          </p:cNvSpPr>
          <p:nvPr/>
        </p:nvSpPr>
        <p:spPr>
          <a:xfrm xmlns:a="http://schemas.openxmlformats.org/drawingml/2006/main">
            <a:off x="4365525" y="3200659"/>
            <a:ext cx="174151" cy="126655"/>
          </a:xfrm>
          <a:custGeom xmlns:a="http://schemas.openxmlformats.org/drawingml/2006/main">
            <a:pathLst>
              <a:path w="174151" h="126655">
                <a:moveTo>
                  <a:pt x="174151" y="126655"/>
                </a:moveTo>
                <a:lnTo>
                  <a:pt x="0" y="0"/>
                </a:lnTo>
              </a:path>
            </a:pathLst>
          </a:custGeom>
          <a:noFill xmlns:a="http://schemas.openxmlformats.org/drawingml/2006/main"/>
          <a:ln xmlns:a="http://schemas.openxmlformats.org/drawingml/2006/main" w="47496">
            <a:solidFill>
              <a:srgbClr val="152238"/>
            </a:solidFill>
          </a:ln>
        </p:spPr>
      </p:sp>
      <p:sp>
        <p:nvSpPr>
          <p:cNvPr id="22" name="figure-word_repeat-6">
            <a:extLst xmlns:a="http://schemas.openxmlformats.org/drawingml/2006/main">
              <a:ext uri="{FF2B5EF4-FFF2-40B4-BE49-F238E27FC236}">
                <a16:creationId xmlns:a16="http://schemas.microsoft.com/office/drawing/2014/main" id="{A88D30BF-0D4E-4E5C-A375-A5AE908FA183}"/>
              </a:ext>
            </a:extLst>
          </p:cNvPr>
          <p:cNvSpPr>
            <a:spLocks xmlns:a="http://schemas.openxmlformats.org/drawingml/2006/main" noGrp="1"/>
          </p:cNvSpPr>
          <p:nvPr/>
        </p:nvSpPr>
        <p:spPr>
          <a:xfrm xmlns:a="http://schemas.openxmlformats.org/drawingml/2006/main">
            <a:off x="4365525" y="3327314"/>
            <a:ext cx="174151" cy="126655"/>
          </a:xfrm>
          <a:custGeom xmlns:a="http://schemas.openxmlformats.org/drawingml/2006/main">
            <a:pathLst>
              <a:path w="174151" h="126655">
                <a:moveTo>
                  <a:pt x="174151" y="0"/>
                </a:moveTo>
                <a:lnTo>
                  <a:pt x="0" y="126655"/>
                </a:lnTo>
              </a:path>
            </a:pathLst>
          </a:custGeom>
          <a:noFill xmlns:a="http://schemas.openxmlformats.org/drawingml/2006/main"/>
          <a:ln xmlns:a="http://schemas.openxmlformats.org/drawingml/2006/main" w="47496">
            <a:solidFill>
              <a:srgbClr val="152238"/>
            </a:solidFill>
          </a:ln>
        </p:spPr>
      </p:sp>
      <p:sp>
        <p:nvSpPr>
          <p:cNvPr id="23" name="figure-description-word_repeat">
            <a:extLst xmlns:a="http://schemas.openxmlformats.org/drawingml/2006/main">
              <a:ext uri="{FF2B5EF4-FFF2-40B4-BE49-F238E27FC236}">
                <a16:creationId xmlns:a16="http://schemas.microsoft.com/office/drawing/2014/main" id="{5BCF421B-D4D6-4BBB-9F84-D591E8DDE8B4}"/>
              </a:ext>
            </a:extLst>
          </p:cNvPr>
          <p:cNvSpPr>
            <a:spLocks xmlns:a="http://schemas.openxmlformats.org/drawingml/2006/main" noGrp="1"/>
          </p:cNvSpPr>
          <p:nvPr/>
        </p:nvSpPr>
        <p:spPr>
          <a:xfrm xmlns:a="http://schemas.openxmlformats.org/drawingml/2006/main">
            <a:off x="381000" y="5164074"/>
            <a:ext cx="5562600" cy="4937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425" b="0" lang="en-GB">
                <a:solidFill>
                  <a:srgbClr val="17263B"/>
                </a:solidFill>
                <a:latin typeface="Arial"/>
                <a:ea typeface="Arial"/>
                <a:cs typeface="Arial"/>
              </a:defRPr>
            </a:defPPr>
          </a:lstStyle>
          <a:p xmlns:a="http://schemas.openxmlformats.org/drawingml/2006/main">
            <a:pPr algn="l">
              <a:lnSpc>
                <a:spcPct val="108000"/>
              </a:lnSpc>
              <a:buNone/>
              <a:defRPr sz="1425" b="0" lang="en-GB">
                <a:solidFill>
                  <a:srgbClr val="17263B"/>
                </a:solidFill>
                <a:latin typeface="Arial"/>
                <a:ea typeface="Arial"/>
                <a:cs typeface="Arial"/>
              </a:defRPr>
            </a:pPr>
            <a:r>
              <a:rPr sz="1425" b="0" lang="en-GB">
                <a:solidFill>
                  <a:srgbClr val="17263B"/>
                </a:solidFill>
                <a:latin typeface="Arial"/>
                <a:ea typeface="Arial"/>
                <a:cs typeface="Arial"/>
              </a:rPr>
              <a:t>A ring-and-dot pair appears twice. An arrow goes from the first pair to the next.</a:t>
            </a:r>
          </a:p>
        </p:txBody>
      </p:sp>
      <p:sp>
        <p:nvSpPr>
          <p:cNvPr id="24" name="vocabulary-check">
            <a:extLst xmlns:a="http://schemas.openxmlformats.org/drawingml/2006/main">
              <a:ext uri="{FF2B5EF4-FFF2-40B4-BE49-F238E27FC236}">
                <a16:creationId xmlns:a16="http://schemas.microsoft.com/office/drawing/2014/main" id="{A6208F49-1B43-4F9B-9BB4-B549059E9CE8}"/>
              </a:ext>
            </a:extLst>
          </p:cNvPr>
          <p:cNvSpPr>
            <a:spLocks xmlns:a="http://schemas.openxmlformats.org/drawingml/2006/main" noGrp="1"/>
          </p:cNvSpPr>
          <p:nvPr/>
        </p:nvSpPr>
        <p:spPr>
          <a:xfrm xmlns:a="http://schemas.openxmlformats.org/drawingml/2006/main">
            <a:off x="381000" y="5772150"/>
            <a:ext cx="1143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0" lang="en-GB">
                <a:solidFill>
                  <a:srgbClr val="17263B"/>
                </a:solidFill>
                <a:latin typeface="Arial"/>
                <a:ea typeface="Arial"/>
                <a:cs typeface="Arial"/>
              </a:defRPr>
            </a:defPPr>
          </a:lstStyle>
          <a:p xmlns:a="http://schemas.openxmlformats.org/drawingml/2006/main">
            <a:pPr algn="l">
              <a:lnSpc>
                <a:spcPct val="108000"/>
              </a:lnSpc>
              <a:buNone/>
              <a:defRPr sz="1650" b="0" lang="en-GB">
                <a:solidFill>
                  <a:srgbClr val="17263B"/>
                </a:solidFill>
                <a:latin typeface="Arial"/>
                <a:ea typeface="Arial"/>
                <a:cs typeface="Arial"/>
              </a:defRPr>
            </a:pPr>
            <a:r>
              <a:rPr sz="1650" b="0" lang="en-GB">
                <a:solidFill>
                  <a:srgbClr val="17263B"/>
                </a:solidFill>
                <a:latin typeface="Arial"/>
                <a:ea typeface="Arial"/>
                <a:cs typeface="Arial"/>
              </a:rPr>
              <a:t>Check: Which two features make my work fit our plan?</a:t>
            </a:r>
          </a:p>
        </p:txBody>
      </p:sp>
    </p:spTree>
    <p:extLst>
      <p:ext uri="{BB962C8B-B14F-4D97-AF65-F5344CB8AC3E}">
        <p14:creationId xmlns:p14="http://schemas.microsoft.com/office/powerpoint/2010/main" val="39317059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A52A6FB2-E6B2-4B4A-AB77-E5F265DC832D}"/>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56B51"/>
                </a:solidFill>
                <a:latin typeface="Arial"/>
                <a:ea typeface="Arial"/>
                <a:cs typeface="Arial"/>
              </a:defRPr>
            </a:defPPr>
          </a:lstStyle>
          <a:p xmlns:a="http://schemas.openxmlformats.org/drawingml/2006/main">
            <a:pPr algn="l">
              <a:lnSpc>
                <a:spcPct val="108000"/>
              </a:lnSpc>
              <a:buNone/>
              <a:defRPr sz="1050" b="1" lang="en-GB">
                <a:solidFill>
                  <a:srgbClr val="356B51"/>
                </a:solidFill>
                <a:latin typeface="Arial"/>
                <a:ea typeface="Arial"/>
                <a:cs typeface="Arial"/>
              </a:defRPr>
            </a:pPr>
            <a:r>
              <a:rPr sz="1050" b="1" lang="en-GB">
                <a:solidFill>
                  <a:srgbClr val="356B51"/>
                </a:solidFill>
                <a:latin typeface="Arial"/>
                <a:ea typeface="Arial"/>
                <a:cs typeface="Arial"/>
              </a:rPr>
              <a:t>Art · GROW · Autumn 2 · Week 1</a:t>
            </a:r>
          </a:p>
        </p:txBody>
      </p:sp>
      <p:sp>
        <p:nvSpPr>
          <p:cNvPr id="2" name="stage-time">
            <a:extLst xmlns:a="http://schemas.openxmlformats.org/drawingml/2006/main">
              <a:ext uri="{FF2B5EF4-FFF2-40B4-BE49-F238E27FC236}">
                <a16:creationId xmlns:a16="http://schemas.microsoft.com/office/drawing/2014/main" id="{86BD4EF9-C3A9-4C52-9472-D7A5F00CDCAD}"/>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56B51"/>
                </a:solidFill>
                <a:latin typeface="Arial"/>
                <a:ea typeface="Arial"/>
                <a:cs typeface="Arial"/>
              </a:defRPr>
            </a:defPPr>
          </a:lstStyle>
          <a:p xmlns:a="http://schemas.openxmlformats.org/drawingml/2006/main">
            <a:pPr algn="r">
              <a:lnSpc>
                <a:spcPct val="108000"/>
              </a:lnSpc>
              <a:buNone/>
              <a:defRPr sz="1425" b="1" lang="en-GB">
                <a:solidFill>
                  <a:srgbClr val="356B51"/>
                </a:solidFill>
                <a:latin typeface="Arial"/>
                <a:ea typeface="Arial"/>
                <a:cs typeface="Arial"/>
              </a:defRPr>
            </a:pPr>
            <a:r>
              <a:rPr sz="1425" b="1" lang="en-GB">
                <a:solidFill>
                  <a:srgbClr val="356B51"/>
                </a:solidFill>
                <a:latin typeface="Arial"/>
                <a:ea typeface="Arial"/>
                <a:cs typeface="Arial"/>
              </a:rPr>
              <a:t>We do · 4 min · 14 to 18</a:t>
            </a:r>
          </a:p>
        </p:txBody>
      </p:sp>
      <p:sp>
        <p:nvSpPr>
          <p:cNvPr id="3" name="slide-title">
            <a:extLst xmlns:a="http://schemas.openxmlformats.org/drawingml/2006/main">
              <a:ext uri="{FF2B5EF4-FFF2-40B4-BE49-F238E27FC236}">
                <a16:creationId xmlns:a16="http://schemas.microsoft.com/office/drawing/2014/main" id="{29791841-49A7-4AE3-BD2D-46D2BB09F901}"/>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56B51"/>
                </a:solidFill>
                <a:latin typeface="Arial"/>
                <a:ea typeface="Arial"/>
                <a:cs typeface="Arial"/>
              </a:defRPr>
            </a:defPPr>
          </a:lstStyle>
          <a:p xmlns:a="http://schemas.openxmlformats.org/drawingml/2006/main">
            <a:pPr algn="l">
              <a:lnSpc>
                <a:spcPct val="108000"/>
              </a:lnSpc>
              <a:buNone/>
              <a:defRPr sz="2700" b="1" lang="en-GB">
                <a:solidFill>
                  <a:srgbClr val="356B51"/>
                </a:solidFill>
                <a:latin typeface="Arial"/>
                <a:ea typeface="Arial"/>
                <a:cs typeface="Arial"/>
              </a:defRPr>
            </a:pPr>
            <a:r>
              <a:rPr sz="2700" b="1" lang="en-GB">
                <a:solidFill>
                  <a:srgbClr val="356B51"/>
                </a:solidFill>
                <a:latin typeface="Arial"/>
                <a:ea typeface="Arial"/>
                <a:cs typeface="Arial"/>
              </a:rPr>
              <a:t>We do · 1 of 2</a:t>
            </a:r>
          </a:p>
        </p:txBody>
      </p:sp>
      <p:pic>
        <p:nvPicPr>
          <p:cNvPr id="4" name="">
            <a:extLst xmlns:a="http://schemas.openxmlformats.org/drawingml/2006/main">
              <a:ext uri="{FF2B5EF4-FFF2-40B4-BE49-F238E27FC236}">
                <a16:creationId xmlns:a16="http://schemas.microsoft.com/office/drawing/2014/main" id="{85B1ED42-D058-4F86-988E-4C44D0A9D202}"/>
              </a:ext>
            </a:extLst>
          </p:cNvPr>
          <p:cNvPicPr>
            <a:picLocks xmlns:a="http://schemas.openxmlformats.org/drawingml/2006/main" noChangeAspect="1"/>
          </p:cNvPicPr>
          <p:nvPr/>
        </p:nvPicPr>
        <p:blipFill>
          <a:blip xmlns:r="http://schemas.openxmlformats.org/officeDocument/2006/relationships" xmlns:a="http://schemas.openxmlformats.org/drawingml/2006/main" r:embed="Re16a2eb863c544e9"/>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4998641E-1419-4F13-A4E3-374DD6AB4FA2}"/>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AFE05920-4902-48A2-89B1-4C9901221EC7}"/>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5D6E94EF-7A29-447A-BD47-04DF5CBBB98D}"/>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6C36A453-F772-4AC1-8E1A-821DA47B600E}"/>
              </a:ext>
            </a:extLst>
          </p:cNvPr>
          <p:cNvSpPr>
            <a:spLocks xmlns:a="http://schemas.openxmlformats.org/drawingml/2006/main" noGrp="1"/>
          </p:cNvSpPr>
          <p:nvPr/>
        </p:nvSpPr>
        <p:spPr>
          <a:xfrm xmlns:a="http://schemas.openxmlformats.org/drawingml/2006/main">
            <a:off x="4381500" y="1143000"/>
            <a:ext cx="2266950" cy="85725"/>
          </a:xfrm>
          <a:prstGeom xmlns:a="http://schemas.openxmlformats.org/drawingml/2006/main" prst="rect">
            <a:avLst/>
          </a:prstGeom>
          <a:solidFill xmlns:a="http://schemas.openxmlformats.org/drawingml/2006/main">
            <a:srgbClr val="356B51"/>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9C20908D-573B-4233-A440-42077A77052D}"/>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629DF1C2-0A47-47B5-B671-52ABBE7F0CF6}"/>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73296EE4-13DC-4DC6-90E7-E4EDB6238EB7}"/>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ART-GROW-A2-W01-P2 · version ______</a:t>
            </a:r>
          </a:p>
        </p:txBody>
      </p:sp>
      <p:sp>
        <p:nvSpPr>
          <p:cNvPr id="12" name="licence-footer">
            <a:extLst xmlns:a="http://schemas.openxmlformats.org/drawingml/2006/main">
              <a:ext uri="{FF2B5EF4-FFF2-40B4-BE49-F238E27FC236}">
                <a16:creationId xmlns:a16="http://schemas.microsoft.com/office/drawing/2014/main" id="{7B9AB18B-7E14-4B10-9E62-30C6D0EA11CA}"/>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52A2932C-9DD4-4736-956C-D59B895F8840}"/>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chosen pair and one check from the small test.</a:t>
            </a:r>
          </a:p>
        </p:txBody>
      </p:sp>
      <p:sp>
        <p:nvSpPr>
          <p:cNvPr id="14" name="body-0">
            <a:extLst xmlns:a="http://schemas.openxmlformats.org/drawingml/2006/main">
              <a:ext uri="{FF2B5EF4-FFF2-40B4-BE49-F238E27FC236}">
                <a16:creationId xmlns:a16="http://schemas.microsoft.com/office/drawing/2014/main" id="{CC24E9DB-682D-4A9E-9EED-4D1656136D6F}"/>
              </a:ext>
            </a:extLst>
          </p:cNvPr>
          <p:cNvSpPr>
            <a:spLocks xmlns:a="http://schemas.openxmlformats.org/drawingml/2006/main" noGrp="1"/>
          </p:cNvSpPr>
          <p:nvPr/>
        </p:nvSpPr>
        <p:spPr>
          <a:xfrm xmlns:a="http://schemas.openxmlformats.org/drawingml/2006/main">
            <a:off x="381000" y="190461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Choose, repeat and check</a:t>
            </a:r>
          </a:p>
        </p:txBody>
      </p:sp>
      <p:sp>
        <p:nvSpPr>
          <p:cNvPr id="15" name="body-1">
            <a:extLst xmlns:a="http://schemas.openxmlformats.org/drawingml/2006/main">
              <a:ext uri="{FF2B5EF4-FFF2-40B4-BE49-F238E27FC236}">
                <a16:creationId xmlns:a16="http://schemas.microsoft.com/office/drawing/2014/main" id="{7BB0F555-9A16-4620-9F4B-6CDFE5B76452}"/>
              </a:ext>
            </a:extLst>
          </p:cNvPr>
          <p:cNvSpPr>
            <a:spLocks xmlns:a="http://schemas.openxmlformats.org/drawingml/2006/main" noGrp="1"/>
          </p:cNvSpPr>
          <p:nvPr/>
        </p:nvSpPr>
        <p:spPr>
          <a:xfrm xmlns:a="http://schemas.openxmlformats.org/drawingml/2006/main">
            <a:off x="381000" y="2446211"/>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Guided example</a:t>
            </a:r>
          </a:p>
        </p:txBody>
      </p:sp>
      <p:sp>
        <p:nvSpPr>
          <p:cNvPr id="16" name="body-2">
            <a:extLst xmlns:a="http://schemas.openxmlformats.org/drawingml/2006/main">
              <a:ext uri="{FF2B5EF4-FFF2-40B4-BE49-F238E27FC236}">
                <a16:creationId xmlns:a16="http://schemas.microsoft.com/office/drawing/2014/main" id="{D0CEDBF6-79EB-420F-A346-37749022CB78}"/>
              </a:ext>
            </a:extLst>
          </p:cNvPr>
          <p:cNvSpPr>
            <a:spLocks xmlns:a="http://schemas.openxmlformats.org/drawingml/2006/main" noGrp="1"/>
          </p:cNvSpPr>
          <p:nvPr/>
        </p:nvSpPr>
        <p:spPr>
          <a:xfrm xmlns:a="http://schemas.openxmlformats.org/drawingml/2006/main">
            <a:off x="381000" y="2987802"/>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Use a dark ground. Start our pair with a yellow ring.</a:t>
            </a:r>
          </a:p>
        </p:txBody>
      </p:sp>
      <p:sp>
        <p:nvSpPr>
          <p:cNvPr id="17" name="body-3">
            <a:extLst xmlns:a="http://schemas.openxmlformats.org/drawingml/2006/main">
              <a:ext uri="{FF2B5EF4-FFF2-40B4-BE49-F238E27FC236}">
                <a16:creationId xmlns:a16="http://schemas.microsoft.com/office/drawing/2014/main" id="{81ACB090-0FEE-423C-B8F7-069A6061DD69}"/>
              </a:ext>
            </a:extLst>
          </p:cNvPr>
          <p:cNvSpPr>
            <a:spLocks xmlns:a="http://schemas.openxmlformats.org/drawingml/2006/main" noGrp="1"/>
          </p:cNvSpPr>
          <p:nvPr/>
        </p:nvSpPr>
        <p:spPr>
          <a:xfrm xmlns:a="http://schemas.openxmlformats.org/drawingml/2006/main">
            <a:off x="381000" y="3529394"/>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Choose the second mark: orange dot or bright light blue dot.</a:t>
            </a:r>
          </a:p>
        </p:txBody>
      </p:sp>
      <p:sp>
        <p:nvSpPr>
          <p:cNvPr id="18" name="body-4">
            <a:extLst xmlns:a="http://schemas.openxmlformats.org/drawingml/2006/main">
              <a:ext uri="{FF2B5EF4-FFF2-40B4-BE49-F238E27FC236}">
                <a16:creationId xmlns:a16="http://schemas.microsoft.com/office/drawing/2014/main" id="{DA89B88F-4A36-497E-A477-A57024E00055}"/>
              </a:ext>
            </a:extLst>
          </p:cNvPr>
          <p:cNvSpPr>
            <a:spLocks xmlns:a="http://schemas.openxmlformats.org/drawingml/2006/main" noGrp="1"/>
          </p:cNvSpPr>
          <p:nvPr/>
        </p:nvSpPr>
        <p:spPr>
          <a:xfrm xmlns:a="http://schemas.openxmlformats.org/drawingml/2006/main">
            <a:off x="381000" y="4070985"/>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Our example space: Second mark __________  Intended effect __________</a:t>
            </a:r>
          </a:p>
        </p:txBody>
      </p:sp>
      <p:sp>
        <p:nvSpPr>
          <p:cNvPr id="19" name="body-5">
            <a:extLst xmlns:a="http://schemas.openxmlformats.org/drawingml/2006/main">
              <a:ext uri="{FF2B5EF4-FFF2-40B4-BE49-F238E27FC236}">
                <a16:creationId xmlns:a16="http://schemas.microsoft.com/office/drawing/2014/main" id="{5CAF457E-FDB5-4FDE-9178-1797B5294E5E}"/>
              </a:ext>
            </a:extLst>
          </p:cNvPr>
          <p:cNvSpPr>
            <a:spLocks xmlns:a="http://schemas.openxmlformats.org/drawingml/2006/main" noGrp="1"/>
          </p:cNvSpPr>
          <p:nvPr/>
        </p:nvSpPr>
        <p:spPr>
          <a:xfrm xmlns:a="http://schemas.openxmlformats.org/drawingml/2006/main">
            <a:off x="381000" y="4612577"/>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Each pupil now picks one of those pairs.</a:t>
            </a:r>
          </a:p>
        </p:txBody>
      </p:sp>
      <p:sp>
        <p:nvSpPr>
          <p:cNvPr id="20" name="body-6">
            <a:extLst xmlns:a="http://schemas.openxmlformats.org/drawingml/2006/main">
              <a:ext uri="{FF2B5EF4-FFF2-40B4-BE49-F238E27FC236}">
                <a16:creationId xmlns:a16="http://schemas.microsoft.com/office/drawing/2014/main" id="{D71CB40E-8E9E-4F8F-81D6-B14E16C71910}"/>
              </a:ext>
            </a:extLst>
          </p:cNvPr>
          <p:cNvSpPr>
            <a:spLocks xmlns:a="http://schemas.openxmlformats.org/drawingml/2006/main" noGrp="1"/>
          </p:cNvSpPr>
          <p:nvPr/>
        </p:nvSpPr>
        <p:spPr>
          <a:xfrm xmlns:a="http://schemas.openxmlformats.org/drawingml/2006/main">
            <a:off x="381000" y="5154168"/>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Make or direct the pair on your small test paper.</a:t>
            </a:r>
          </a:p>
        </p:txBody>
      </p:sp>
    </p:spTree>
    <p:extLst>
      <p:ext uri="{BB962C8B-B14F-4D97-AF65-F5344CB8AC3E}">
        <p14:creationId xmlns:p14="http://schemas.microsoft.com/office/powerpoint/2010/main" val="177938814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lesson-header">
            <a:extLst xmlns:a="http://schemas.openxmlformats.org/drawingml/2006/main">
              <a:ext uri="{FF2B5EF4-FFF2-40B4-BE49-F238E27FC236}">
                <a16:creationId xmlns:a16="http://schemas.microsoft.com/office/drawing/2014/main" id="{D8BA8E03-20B4-4E6C-AFF1-D3BEBDBC7194}"/>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56B51"/>
                </a:solidFill>
                <a:latin typeface="Arial"/>
                <a:ea typeface="Arial"/>
                <a:cs typeface="Arial"/>
              </a:defRPr>
            </a:defPPr>
          </a:lstStyle>
          <a:p xmlns:a="http://schemas.openxmlformats.org/drawingml/2006/main">
            <a:pPr algn="l">
              <a:lnSpc>
                <a:spcPct val="108000"/>
              </a:lnSpc>
              <a:buNone/>
              <a:defRPr sz="1050" b="1" lang="en-GB">
                <a:solidFill>
                  <a:srgbClr val="356B51"/>
                </a:solidFill>
                <a:latin typeface="Arial"/>
                <a:ea typeface="Arial"/>
                <a:cs typeface="Arial"/>
              </a:defRPr>
            </a:pPr>
            <a:r>
              <a:rPr sz="1050" b="1" lang="en-GB">
                <a:solidFill>
                  <a:srgbClr val="356B51"/>
                </a:solidFill>
                <a:latin typeface="Arial"/>
                <a:ea typeface="Arial"/>
                <a:cs typeface="Arial"/>
              </a:rPr>
              <a:t>Art · GROW · Autumn 2 · Week 1</a:t>
            </a:r>
          </a:p>
        </p:txBody>
      </p:sp>
      <p:sp>
        <p:nvSpPr>
          <p:cNvPr id="2" name="stage-time">
            <a:extLst xmlns:a="http://schemas.openxmlformats.org/drawingml/2006/main">
              <a:ext uri="{FF2B5EF4-FFF2-40B4-BE49-F238E27FC236}">
                <a16:creationId xmlns:a16="http://schemas.microsoft.com/office/drawing/2014/main" id="{20484231-13E5-4CD8-9CC2-23FBF586BDDB}"/>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56B51"/>
                </a:solidFill>
                <a:latin typeface="Arial"/>
                <a:ea typeface="Arial"/>
                <a:cs typeface="Arial"/>
              </a:defRPr>
            </a:defPPr>
          </a:lstStyle>
          <a:p xmlns:a="http://schemas.openxmlformats.org/drawingml/2006/main">
            <a:pPr algn="r">
              <a:lnSpc>
                <a:spcPct val="108000"/>
              </a:lnSpc>
              <a:buNone/>
              <a:defRPr sz="1425" b="1" lang="en-GB">
                <a:solidFill>
                  <a:srgbClr val="356B51"/>
                </a:solidFill>
                <a:latin typeface="Arial"/>
                <a:ea typeface="Arial"/>
                <a:cs typeface="Arial"/>
              </a:defRPr>
            </a:pPr>
            <a:r>
              <a:rPr sz="1425" b="1" lang="en-GB">
                <a:solidFill>
                  <a:srgbClr val="356B51"/>
                </a:solidFill>
                <a:latin typeface="Arial"/>
                <a:ea typeface="Arial"/>
                <a:cs typeface="Arial"/>
              </a:rPr>
              <a:t>We do · 4 min · 14 to 18</a:t>
            </a:r>
          </a:p>
        </p:txBody>
      </p:sp>
      <p:sp>
        <p:nvSpPr>
          <p:cNvPr id="3" name="slide-title">
            <a:extLst xmlns:a="http://schemas.openxmlformats.org/drawingml/2006/main">
              <a:ext uri="{FF2B5EF4-FFF2-40B4-BE49-F238E27FC236}">
                <a16:creationId xmlns:a16="http://schemas.microsoft.com/office/drawing/2014/main" id="{E94C595D-EDF7-4EF2-828E-B34BD8AC8796}"/>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56B51"/>
                </a:solidFill>
                <a:latin typeface="Arial"/>
                <a:ea typeface="Arial"/>
                <a:cs typeface="Arial"/>
              </a:defRPr>
            </a:defPPr>
          </a:lstStyle>
          <a:p xmlns:a="http://schemas.openxmlformats.org/drawingml/2006/main">
            <a:pPr algn="l">
              <a:lnSpc>
                <a:spcPct val="108000"/>
              </a:lnSpc>
              <a:buNone/>
              <a:defRPr sz="2700" b="1" lang="en-GB">
                <a:solidFill>
                  <a:srgbClr val="356B51"/>
                </a:solidFill>
                <a:latin typeface="Arial"/>
                <a:ea typeface="Arial"/>
                <a:cs typeface="Arial"/>
              </a:defRPr>
            </a:pPr>
            <a:r>
              <a:rPr sz="2700" b="1" lang="en-GB">
                <a:solidFill>
                  <a:srgbClr val="356B51"/>
                </a:solidFill>
                <a:latin typeface="Arial"/>
                <a:ea typeface="Arial"/>
                <a:cs typeface="Arial"/>
              </a:rPr>
              <a:t>We do · 1 of 2 · 1 of 2</a:t>
            </a:r>
          </a:p>
        </p:txBody>
      </p:sp>
      <p:pic>
        <p:nvPicPr>
          <p:cNvPr id="4" name="">
            <a:extLst xmlns:a="http://schemas.openxmlformats.org/drawingml/2006/main">
              <a:ext uri="{FF2B5EF4-FFF2-40B4-BE49-F238E27FC236}">
                <a16:creationId xmlns:a16="http://schemas.microsoft.com/office/drawing/2014/main" id="{CAB9438C-C645-425D-81CB-B98158BCFB35}"/>
              </a:ext>
            </a:extLst>
          </p:cNvPr>
          <p:cNvPicPr>
            <a:picLocks xmlns:a="http://schemas.openxmlformats.org/drawingml/2006/main" noChangeAspect="1"/>
          </p:cNvPicPr>
          <p:nvPr/>
        </p:nvPicPr>
        <p:blipFill>
          <a:blip xmlns:r="http://schemas.openxmlformats.org/officeDocument/2006/relationships" xmlns:a="http://schemas.openxmlformats.org/drawingml/2006/main" r:embed="R3f93e1ba4ceb4bc9"/>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5BC6F256-6879-484D-BA9C-7603E5260C20}"/>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E258115C-5940-484B-B878-959CD491943A}"/>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E793F16A-C8FE-4CDD-BF2F-EA68D73BEC63}"/>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5E5A9F80-E092-4CF7-8D21-FE6B1F9FEB2A}"/>
              </a:ext>
            </a:extLst>
          </p:cNvPr>
          <p:cNvSpPr>
            <a:spLocks xmlns:a="http://schemas.openxmlformats.org/drawingml/2006/main" noGrp="1"/>
          </p:cNvSpPr>
          <p:nvPr/>
        </p:nvSpPr>
        <p:spPr>
          <a:xfrm xmlns:a="http://schemas.openxmlformats.org/drawingml/2006/main">
            <a:off x="4381500" y="1143000"/>
            <a:ext cx="2266950" cy="85725"/>
          </a:xfrm>
          <a:prstGeom xmlns:a="http://schemas.openxmlformats.org/drawingml/2006/main" prst="rect">
            <a:avLst/>
          </a:prstGeom>
          <a:solidFill xmlns:a="http://schemas.openxmlformats.org/drawingml/2006/main">
            <a:srgbClr val="356B51"/>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6D341554-22E7-4F57-8E46-B8E75EE70123}"/>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B718FEAC-DE43-4D6A-A319-468C4F099A01}"/>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3726C966-E48E-4339-8987-3E1D176FAB50}"/>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ART-GROW-A2-W01-P2 · version ______</a:t>
            </a:r>
          </a:p>
        </p:txBody>
      </p:sp>
      <p:sp>
        <p:nvSpPr>
          <p:cNvPr id="12" name="licence-footer">
            <a:extLst xmlns:a="http://schemas.openxmlformats.org/drawingml/2006/main">
              <a:ext uri="{FF2B5EF4-FFF2-40B4-BE49-F238E27FC236}">
                <a16:creationId xmlns:a16="http://schemas.microsoft.com/office/drawing/2014/main" id="{2922FC29-63B2-491D-9A53-77BBFBF6EC46}"/>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FFD107DB-2FC1-4804-8031-A457063202CE}"/>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chosen pair and one check from the small test.</a:t>
            </a:r>
          </a:p>
        </p:txBody>
      </p:sp>
      <p:sp>
        <p:nvSpPr>
          <p:cNvPr id="14" name="figure-guided_start-0">
            <a:extLst xmlns:a="http://schemas.openxmlformats.org/drawingml/2006/main">
              <a:ext uri="{FF2B5EF4-FFF2-40B4-BE49-F238E27FC236}">
                <a16:creationId xmlns:a16="http://schemas.microsoft.com/office/drawing/2014/main" id="{D79655CD-FD96-4B2F-B47E-324CFCD89303}"/>
              </a:ext>
            </a:extLst>
          </p:cNvPr>
          <p:cNvSpPr>
            <a:spLocks xmlns:a="http://schemas.openxmlformats.org/drawingml/2006/main" noGrp="1"/>
          </p:cNvSpPr>
          <p:nvPr/>
        </p:nvSpPr>
        <p:spPr>
          <a:xfrm xmlns:a="http://schemas.openxmlformats.org/drawingml/2006/main">
            <a:off x="381000" y="1992439"/>
            <a:ext cx="11430000" cy="3571875"/>
          </a:xfrm>
          <a:prstGeom xmlns:a="http://schemas.openxmlformats.org/drawingml/2006/main" prst="rect">
            <a:avLst/>
          </a:prstGeom>
          <a:solidFill xmlns:a="http://schemas.openxmlformats.org/drawingml/2006/main">
            <a:srgbClr val="14213D"/>
          </a:solidFill>
          <a:ln xmlns:a="http://schemas.openxmlformats.org/drawingml/2006/main" w="0">
            <a:noFill/>
          </a:ln>
        </p:spPr>
      </p:sp>
      <p:sp>
        <p:nvSpPr>
          <p:cNvPr id="15" name="figure-guided_start-1">
            <a:extLst xmlns:a="http://schemas.openxmlformats.org/drawingml/2006/main">
              <a:ext uri="{FF2B5EF4-FFF2-40B4-BE49-F238E27FC236}">
                <a16:creationId xmlns:a16="http://schemas.microsoft.com/office/drawing/2014/main" id="{9FA5AAD6-DBF9-46D5-BD40-120D404318BB}"/>
              </a:ext>
            </a:extLst>
          </p:cNvPr>
          <p:cNvSpPr>
            <a:spLocks xmlns:a="http://schemas.openxmlformats.org/drawingml/2006/main" noGrp="1"/>
          </p:cNvSpPr>
          <p:nvPr/>
        </p:nvSpPr>
        <p:spPr>
          <a:xfrm xmlns:a="http://schemas.openxmlformats.org/drawingml/2006/main">
            <a:off x="1571625" y="3302127"/>
            <a:ext cx="952500" cy="952500"/>
          </a:xfrm>
          <a:prstGeom xmlns:a="http://schemas.openxmlformats.org/drawingml/2006/main" prst="ellipse">
            <a:avLst/>
          </a:prstGeom>
          <a:noFill xmlns:a="http://schemas.openxmlformats.org/drawingml/2006/main"/>
          <a:ln xmlns:a="http://schemas.openxmlformats.org/drawingml/2006/main" w="119063">
            <a:solidFill>
              <a:srgbClr val="FFE45E"/>
            </a:solidFill>
          </a:ln>
        </p:spPr>
      </p:sp>
      <p:sp>
        <p:nvSpPr>
          <p:cNvPr id="16" name="figure-description-guided_start">
            <a:extLst xmlns:a="http://schemas.openxmlformats.org/drawingml/2006/main">
              <a:ext uri="{FF2B5EF4-FFF2-40B4-BE49-F238E27FC236}">
                <a16:creationId xmlns:a16="http://schemas.microsoft.com/office/drawing/2014/main" id="{8E7F8243-4834-49E5-BECC-051D45195A62}"/>
              </a:ext>
            </a:extLst>
          </p:cNvPr>
          <p:cNvSpPr>
            <a:spLocks xmlns:a="http://schemas.openxmlformats.org/drawingml/2006/main" noGrp="1"/>
          </p:cNvSpPr>
          <p:nvPr/>
        </p:nvSpPr>
        <p:spPr>
          <a:xfrm xmlns:a="http://schemas.openxmlformats.org/drawingml/2006/main">
            <a:off x="381000" y="5842635"/>
            <a:ext cx="114300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The shared pattern starts with one yellow ring on a dark ground. Space remains for a chosen next mark and the repeat.</a:t>
            </a:r>
          </a:p>
        </p:txBody>
      </p:sp>
    </p:spTree>
    <p:extLst>
      <p:ext uri="{BB962C8B-B14F-4D97-AF65-F5344CB8AC3E}">
        <p14:creationId xmlns:p14="http://schemas.microsoft.com/office/powerpoint/2010/main" val="179543023"/>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9875DDED-C328-4573-B52F-01B25473526A}"/>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56B51"/>
                </a:solidFill>
                <a:latin typeface="Arial"/>
                <a:ea typeface="Arial"/>
                <a:cs typeface="Arial"/>
              </a:defRPr>
            </a:defPPr>
          </a:lstStyle>
          <a:p xmlns:a="http://schemas.openxmlformats.org/drawingml/2006/main">
            <a:pPr algn="l">
              <a:lnSpc>
                <a:spcPct val="108000"/>
              </a:lnSpc>
              <a:buNone/>
              <a:defRPr sz="1050" b="1" lang="en-GB">
                <a:solidFill>
                  <a:srgbClr val="356B51"/>
                </a:solidFill>
                <a:latin typeface="Arial"/>
                <a:ea typeface="Arial"/>
                <a:cs typeface="Arial"/>
              </a:defRPr>
            </a:pPr>
            <a:r>
              <a:rPr sz="1050" b="1" lang="en-GB">
                <a:solidFill>
                  <a:srgbClr val="356B51"/>
                </a:solidFill>
                <a:latin typeface="Arial"/>
                <a:ea typeface="Arial"/>
                <a:cs typeface="Arial"/>
              </a:rPr>
              <a:t>Art · GROW · Autumn 2 · Week 1</a:t>
            </a:r>
          </a:p>
        </p:txBody>
      </p:sp>
      <p:sp>
        <p:nvSpPr>
          <p:cNvPr id="2" name="stage-time">
            <a:extLst xmlns:a="http://schemas.openxmlformats.org/drawingml/2006/main">
              <a:ext uri="{FF2B5EF4-FFF2-40B4-BE49-F238E27FC236}">
                <a16:creationId xmlns:a16="http://schemas.microsoft.com/office/drawing/2014/main" id="{840AC814-06E9-45CF-9859-CEAF8F899CA9}"/>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56B51"/>
                </a:solidFill>
                <a:latin typeface="Arial"/>
                <a:ea typeface="Arial"/>
                <a:cs typeface="Arial"/>
              </a:defRPr>
            </a:defPPr>
          </a:lstStyle>
          <a:p xmlns:a="http://schemas.openxmlformats.org/drawingml/2006/main">
            <a:pPr algn="r">
              <a:lnSpc>
                <a:spcPct val="108000"/>
              </a:lnSpc>
              <a:buNone/>
              <a:defRPr sz="1425" b="1" lang="en-GB">
                <a:solidFill>
                  <a:srgbClr val="356B51"/>
                </a:solidFill>
                <a:latin typeface="Arial"/>
                <a:ea typeface="Arial"/>
                <a:cs typeface="Arial"/>
              </a:defRPr>
            </a:pPr>
            <a:r>
              <a:rPr sz="1425" b="1" lang="en-GB">
                <a:solidFill>
                  <a:srgbClr val="356B51"/>
                </a:solidFill>
                <a:latin typeface="Arial"/>
                <a:ea typeface="Arial"/>
                <a:cs typeface="Arial"/>
              </a:rPr>
              <a:t>We do · 4 min · 14 to 18</a:t>
            </a:r>
          </a:p>
        </p:txBody>
      </p:sp>
      <p:sp>
        <p:nvSpPr>
          <p:cNvPr id="3" name="slide-title">
            <a:extLst xmlns:a="http://schemas.openxmlformats.org/drawingml/2006/main">
              <a:ext uri="{FF2B5EF4-FFF2-40B4-BE49-F238E27FC236}">
                <a16:creationId xmlns:a16="http://schemas.microsoft.com/office/drawing/2014/main" id="{D8FA92E8-AFD4-44E2-90D2-3E5A5820127C}"/>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56B51"/>
                </a:solidFill>
                <a:latin typeface="Arial"/>
                <a:ea typeface="Arial"/>
                <a:cs typeface="Arial"/>
              </a:defRPr>
            </a:defPPr>
          </a:lstStyle>
          <a:p xmlns:a="http://schemas.openxmlformats.org/drawingml/2006/main">
            <a:pPr algn="l">
              <a:lnSpc>
                <a:spcPct val="108000"/>
              </a:lnSpc>
              <a:buNone/>
              <a:defRPr sz="2700" b="1" lang="en-GB">
                <a:solidFill>
                  <a:srgbClr val="356B51"/>
                </a:solidFill>
                <a:latin typeface="Arial"/>
                <a:ea typeface="Arial"/>
                <a:cs typeface="Arial"/>
              </a:defRPr>
            </a:pPr>
            <a:r>
              <a:rPr sz="2700" b="1" lang="en-GB">
                <a:solidFill>
                  <a:srgbClr val="356B51"/>
                </a:solidFill>
                <a:latin typeface="Arial"/>
                <a:ea typeface="Arial"/>
                <a:cs typeface="Arial"/>
              </a:rPr>
              <a:t>We do · 1 of 2 · 2 of 2</a:t>
            </a:r>
          </a:p>
        </p:txBody>
      </p:sp>
      <p:pic>
        <p:nvPicPr>
          <p:cNvPr id="4" name="">
            <a:extLst xmlns:a="http://schemas.openxmlformats.org/drawingml/2006/main">
              <a:ext uri="{FF2B5EF4-FFF2-40B4-BE49-F238E27FC236}">
                <a16:creationId xmlns:a16="http://schemas.microsoft.com/office/drawing/2014/main" id="{24E93385-F33B-405F-8D35-541FBD89AC3E}"/>
              </a:ext>
            </a:extLst>
          </p:cNvPr>
          <p:cNvPicPr>
            <a:picLocks xmlns:a="http://schemas.openxmlformats.org/drawingml/2006/main" noChangeAspect="1"/>
          </p:cNvPicPr>
          <p:nvPr/>
        </p:nvPicPr>
        <p:blipFill>
          <a:blip xmlns:r="http://schemas.openxmlformats.org/officeDocument/2006/relationships" xmlns:a="http://schemas.openxmlformats.org/drawingml/2006/main" r:embed="Rfdb423c7f8de4bee"/>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78154265-58A8-45D3-A6A6-F39A868E4A0A}"/>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645160A6-B236-4BD8-A283-6280CC5B27D2}"/>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21AD9E87-A287-4E58-B0A9-0E3405A57ACB}"/>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319988D4-CDE5-4584-995F-9977483816D2}"/>
              </a:ext>
            </a:extLst>
          </p:cNvPr>
          <p:cNvSpPr>
            <a:spLocks xmlns:a="http://schemas.openxmlformats.org/drawingml/2006/main" noGrp="1"/>
          </p:cNvSpPr>
          <p:nvPr/>
        </p:nvSpPr>
        <p:spPr>
          <a:xfrm xmlns:a="http://schemas.openxmlformats.org/drawingml/2006/main">
            <a:off x="4381500" y="1143000"/>
            <a:ext cx="2266950" cy="85725"/>
          </a:xfrm>
          <a:prstGeom xmlns:a="http://schemas.openxmlformats.org/drawingml/2006/main" prst="rect">
            <a:avLst/>
          </a:prstGeom>
          <a:solidFill xmlns:a="http://schemas.openxmlformats.org/drawingml/2006/main">
            <a:srgbClr val="356B51"/>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D213AC9B-374A-401C-912E-996772C3A8BE}"/>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5C366853-D6C3-462B-831F-BE022A739126}"/>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1D16D294-888A-4067-B379-5A38190B0CEB}"/>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ART-GROW-A2-W01-P2 · version ______</a:t>
            </a:r>
          </a:p>
        </p:txBody>
      </p:sp>
      <p:sp>
        <p:nvSpPr>
          <p:cNvPr id="12" name="licence-footer">
            <a:extLst xmlns:a="http://schemas.openxmlformats.org/drawingml/2006/main">
              <a:ext uri="{FF2B5EF4-FFF2-40B4-BE49-F238E27FC236}">
                <a16:creationId xmlns:a16="http://schemas.microsoft.com/office/drawing/2014/main" id="{26C95831-1077-411A-9992-018F7EB25391}"/>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43139AED-DB7D-495A-BBF9-4642CD71E24E}"/>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chosen pair and one check from the small test.</a:t>
            </a:r>
          </a:p>
        </p:txBody>
      </p:sp>
      <p:sp>
        <p:nvSpPr>
          <p:cNvPr id="14" name="figure-colour_orange-0">
            <a:extLst xmlns:a="http://schemas.openxmlformats.org/drawingml/2006/main">
              <a:ext uri="{FF2B5EF4-FFF2-40B4-BE49-F238E27FC236}">
                <a16:creationId xmlns:a16="http://schemas.microsoft.com/office/drawing/2014/main" id="{E765D2AE-B414-4C7F-BB16-7C5C6F52E655}"/>
              </a:ext>
            </a:extLst>
          </p:cNvPr>
          <p:cNvSpPr>
            <a:spLocks xmlns:a="http://schemas.openxmlformats.org/drawingml/2006/main" noGrp="1"/>
          </p:cNvSpPr>
          <p:nvPr/>
        </p:nvSpPr>
        <p:spPr>
          <a:xfrm xmlns:a="http://schemas.openxmlformats.org/drawingml/2006/main">
            <a:off x="1213592" y="2204420"/>
            <a:ext cx="3897417" cy="1948708"/>
          </a:xfrm>
          <a:prstGeom xmlns:a="http://schemas.openxmlformats.org/drawingml/2006/main" prst="rect">
            <a:avLst/>
          </a:prstGeom>
          <a:solidFill xmlns:a="http://schemas.openxmlformats.org/drawingml/2006/main">
            <a:srgbClr val="FF8C32"/>
          </a:solidFill>
          <a:ln xmlns:a="http://schemas.openxmlformats.org/drawingml/2006/main" w="0">
            <a:noFill/>
          </a:ln>
        </p:spPr>
      </p:sp>
      <p:sp>
        <p:nvSpPr>
          <p:cNvPr id="15" name="figure-colour_orange-1">
            <a:extLst xmlns:a="http://schemas.openxmlformats.org/drawingml/2006/main">
              <a:ext uri="{FF2B5EF4-FFF2-40B4-BE49-F238E27FC236}">
                <a16:creationId xmlns:a16="http://schemas.microsoft.com/office/drawing/2014/main" id="{3D05F30A-7340-4D91-9175-6CA36121FC77}"/>
              </a:ext>
            </a:extLst>
          </p:cNvPr>
          <p:cNvSpPr>
            <a:spLocks xmlns:a="http://schemas.openxmlformats.org/drawingml/2006/main" noGrp="1"/>
          </p:cNvSpPr>
          <p:nvPr/>
        </p:nvSpPr>
        <p:spPr>
          <a:xfrm xmlns:a="http://schemas.openxmlformats.org/drawingml/2006/main">
            <a:off x="1042736" y="4802198"/>
            <a:ext cx="2044251" cy="6295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3541" b="0" lang="en-GB">
                <a:solidFill>
                  <a:srgbClr val="152238"/>
                </a:solidFill>
                <a:latin typeface="Arial"/>
                <a:ea typeface="Arial"/>
                <a:cs typeface="Arial"/>
              </a:defRPr>
            </a:defPPr>
          </a:lstStyle>
          <a:p xmlns:a="http://schemas.openxmlformats.org/drawingml/2006/main">
            <a:pPr algn="l">
              <a:lnSpc>
                <a:spcPct val="108000"/>
              </a:lnSpc>
              <a:buNone/>
              <a:defRPr sz="3541" b="0" lang="en-GB">
                <a:solidFill>
                  <a:srgbClr val="152238"/>
                </a:solidFill>
                <a:latin typeface="Arial"/>
                <a:ea typeface="Arial"/>
                <a:cs typeface="Arial"/>
              </a:defRPr>
            </a:pPr>
            <a:r>
              <a:rPr sz="3541" b="0" lang="en-GB">
                <a:solidFill>
                  <a:srgbClr val="152238"/>
                </a:solidFill>
                <a:latin typeface="Arial"/>
                <a:ea typeface="Arial"/>
                <a:cs typeface="Arial"/>
              </a:rPr>
              <a:t>ORANGE</a:t>
            </a:r>
          </a:p>
        </p:txBody>
      </p:sp>
      <p:sp>
        <p:nvSpPr>
          <p:cNvPr id="16" name="figure-description-colour_orange">
            <a:extLst xmlns:a="http://schemas.openxmlformats.org/drawingml/2006/main">
              <a:ext uri="{FF2B5EF4-FFF2-40B4-BE49-F238E27FC236}">
                <a16:creationId xmlns:a16="http://schemas.microsoft.com/office/drawing/2014/main" id="{1504EBE6-4000-4B43-9076-12146EDC7826}"/>
              </a:ext>
            </a:extLst>
          </p:cNvPr>
          <p:cNvSpPr>
            <a:spLocks xmlns:a="http://schemas.openxmlformats.org/drawingml/2006/main" noGrp="1"/>
          </p:cNvSpPr>
          <p:nvPr/>
        </p:nvSpPr>
        <p:spPr>
          <a:xfrm xmlns:a="http://schemas.openxmlformats.org/drawingml/2006/main">
            <a:off x="381000" y="5842635"/>
            <a:ext cx="55626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An orange colour card has its name below the colour.</a:t>
            </a:r>
          </a:p>
        </p:txBody>
      </p:sp>
      <p:sp>
        <p:nvSpPr>
          <p:cNvPr id="17" name="figure-colour_light_blue-0">
            <a:extLst xmlns:a="http://schemas.openxmlformats.org/drawingml/2006/main">
              <a:ext uri="{FF2B5EF4-FFF2-40B4-BE49-F238E27FC236}">
                <a16:creationId xmlns:a16="http://schemas.microsoft.com/office/drawing/2014/main" id="{E43ADEC1-1E1C-41C6-B01F-BA8673872D3D}"/>
              </a:ext>
            </a:extLst>
          </p:cNvPr>
          <p:cNvSpPr>
            <a:spLocks xmlns:a="http://schemas.openxmlformats.org/drawingml/2006/main" noGrp="1"/>
          </p:cNvSpPr>
          <p:nvPr/>
        </p:nvSpPr>
        <p:spPr>
          <a:xfrm xmlns:a="http://schemas.openxmlformats.org/drawingml/2006/main">
            <a:off x="7080992" y="2204420"/>
            <a:ext cx="3897417" cy="1948708"/>
          </a:xfrm>
          <a:prstGeom xmlns:a="http://schemas.openxmlformats.org/drawingml/2006/main" prst="rect">
            <a:avLst/>
          </a:prstGeom>
          <a:solidFill xmlns:a="http://schemas.openxmlformats.org/drawingml/2006/main">
            <a:srgbClr val="78D6FF"/>
          </a:solidFill>
          <a:ln xmlns:a="http://schemas.openxmlformats.org/drawingml/2006/main" w="0">
            <a:noFill/>
          </a:ln>
        </p:spPr>
      </p:sp>
      <p:sp>
        <p:nvSpPr>
          <p:cNvPr id="18" name="figure-colour_light_blue-1">
            <a:extLst xmlns:a="http://schemas.openxmlformats.org/drawingml/2006/main">
              <a:ext uri="{FF2B5EF4-FFF2-40B4-BE49-F238E27FC236}">
                <a16:creationId xmlns:a16="http://schemas.microsoft.com/office/drawing/2014/main" id="{06B08245-A487-4075-9A11-29F39CAA9A35}"/>
              </a:ext>
            </a:extLst>
          </p:cNvPr>
          <p:cNvSpPr>
            <a:spLocks xmlns:a="http://schemas.openxmlformats.org/drawingml/2006/main" noGrp="1"/>
          </p:cNvSpPr>
          <p:nvPr/>
        </p:nvSpPr>
        <p:spPr>
          <a:xfrm xmlns:a="http://schemas.openxmlformats.org/drawingml/2006/main">
            <a:off x="6910136" y="4802198"/>
            <a:ext cx="2719243" cy="6295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3541" b="0" lang="en-GB">
                <a:solidFill>
                  <a:srgbClr val="152238"/>
                </a:solidFill>
                <a:latin typeface="Arial"/>
                <a:ea typeface="Arial"/>
                <a:cs typeface="Arial"/>
              </a:defRPr>
            </a:defPPr>
          </a:lstStyle>
          <a:p xmlns:a="http://schemas.openxmlformats.org/drawingml/2006/main">
            <a:pPr algn="l">
              <a:lnSpc>
                <a:spcPct val="108000"/>
              </a:lnSpc>
              <a:buNone/>
              <a:defRPr sz="3541" b="0" lang="en-GB">
                <a:solidFill>
                  <a:srgbClr val="152238"/>
                </a:solidFill>
                <a:latin typeface="Arial"/>
                <a:ea typeface="Arial"/>
                <a:cs typeface="Arial"/>
              </a:defRPr>
            </a:pPr>
            <a:r>
              <a:rPr sz="3541" b="0" lang="en-GB">
                <a:solidFill>
                  <a:srgbClr val="152238"/>
                </a:solidFill>
                <a:latin typeface="Arial"/>
                <a:ea typeface="Arial"/>
                <a:cs typeface="Arial"/>
              </a:rPr>
              <a:t>LIGHT BLUE</a:t>
            </a:r>
          </a:p>
        </p:txBody>
      </p:sp>
      <p:sp>
        <p:nvSpPr>
          <p:cNvPr id="19" name="figure-description-colour_light_blue">
            <a:extLst xmlns:a="http://schemas.openxmlformats.org/drawingml/2006/main">
              <a:ext uri="{FF2B5EF4-FFF2-40B4-BE49-F238E27FC236}">
                <a16:creationId xmlns:a16="http://schemas.microsoft.com/office/drawing/2014/main" id="{C38E0316-E471-413F-A530-431F96816904}"/>
              </a:ext>
            </a:extLst>
          </p:cNvPr>
          <p:cNvSpPr>
            <a:spLocks xmlns:a="http://schemas.openxmlformats.org/drawingml/2006/main" noGrp="1"/>
          </p:cNvSpPr>
          <p:nvPr/>
        </p:nvSpPr>
        <p:spPr>
          <a:xfrm xmlns:a="http://schemas.openxmlformats.org/drawingml/2006/main">
            <a:off x="6248400" y="5842635"/>
            <a:ext cx="55626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A light blue colour card has its name below the colour.</a:t>
            </a:r>
          </a:p>
        </p:txBody>
      </p:sp>
    </p:spTree>
    <p:extLst>
      <p:ext uri="{BB962C8B-B14F-4D97-AF65-F5344CB8AC3E}">
        <p14:creationId xmlns:p14="http://schemas.microsoft.com/office/powerpoint/2010/main" val="1789388316"/>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lesson-header">
            <a:extLst xmlns:a="http://schemas.openxmlformats.org/drawingml/2006/main">
              <a:ext uri="{FF2B5EF4-FFF2-40B4-BE49-F238E27FC236}">
                <a16:creationId xmlns:a16="http://schemas.microsoft.com/office/drawing/2014/main" id="{339CCA02-9EAE-4C55-9F19-622480E8F10C}"/>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56B51"/>
                </a:solidFill>
                <a:latin typeface="Arial"/>
                <a:ea typeface="Arial"/>
                <a:cs typeface="Arial"/>
              </a:defRPr>
            </a:defPPr>
          </a:lstStyle>
          <a:p xmlns:a="http://schemas.openxmlformats.org/drawingml/2006/main">
            <a:pPr algn="l">
              <a:lnSpc>
                <a:spcPct val="108000"/>
              </a:lnSpc>
              <a:buNone/>
              <a:defRPr sz="1050" b="1" lang="en-GB">
                <a:solidFill>
                  <a:srgbClr val="356B51"/>
                </a:solidFill>
                <a:latin typeface="Arial"/>
                <a:ea typeface="Arial"/>
                <a:cs typeface="Arial"/>
              </a:defRPr>
            </a:pPr>
            <a:r>
              <a:rPr sz="1050" b="1" lang="en-GB">
                <a:solidFill>
                  <a:srgbClr val="356B51"/>
                </a:solidFill>
                <a:latin typeface="Arial"/>
                <a:ea typeface="Arial"/>
                <a:cs typeface="Arial"/>
              </a:rPr>
              <a:t>Art · GROW · Autumn 2 · Week 1</a:t>
            </a:r>
          </a:p>
        </p:txBody>
      </p:sp>
      <p:sp>
        <p:nvSpPr>
          <p:cNvPr id="2" name="stage-time">
            <a:extLst xmlns:a="http://schemas.openxmlformats.org/drawingml/2006/main">
              <a:ext uri="{FF2B5EF4-FFF2-40B4-BE49-F238E27FC236}">
                <a16:creationId xmlns:a16="http://schemas.microsoft.com/office/drawing/2014/main" id="{413B16B4-546C-438C-BE3D-C62682E9BCCA}"/>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56B51"/>
                </a:solidFill>
                <a:latin typeface="Arial"/>
                <a:ea typeface="Arial"/>
                <a:cs typeface="Arial"/>
              </a:defRPr>
            </a:defPPr>
          </a:lstStyle>
          <a:p xmlns:a="http://schemas.openxmlformats.org/drawingml/2006/main">
            <a:pPr algn="r">
              <a:lnSpc>
                <a:spcPct val="108000"/>
              </a:lnSpc>
              <a:buNone/>
              <a:defRPr sz="1425" b="1" lang="en-GB">
                <a:solidFill>
                  <a:srgbClr val="356B51"/>
                </a:solidFill>
                <a:latin typeface="Arial"/>
                <a:ea typeface="Arial"/>
                <a:cs typeface="Arial"/>
              </a:defRPr>
            </a:pPr>
            <a:r>
              <a:rPr sz="1425" b="1" lang="en-GB">
                <a:solidFill>
                  <a:srgbClr val="356B51"/>
                </a:solidFill>
                <a:latin typeface="Arial"/>
                <a:ea typeface="Arial"/>
                <a:cs typeface="Arial"/>
              </a:rPr>
              <a:t>We do · 4 min · 18 to 22</a:t>
            </a:r>
          </a:p>
        </p:txBody>
      </p:sp>
      <p:sp>
        <p:nvSpPr>
          <p:cNvPr id="3" name="slide-title">
            <a:extLst xmlns:a="http://schemas.openxmlformats.org/drawingml/2006/main">
              <a:ext uri="{FF2B5EF4-FFF2-40B4-BE49-F238E27FC236}">
                <a16:creationId xmlns:a16="http://schemas.microsoft.com/office/drawing/2014/main" id="{161A59DC-A6B9-4F54-9A0C-321B2E6AA00F}"/>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56B51"/>
                </a:solidFill>
                <a:latin typeface="Arial"/>
                <a:ea typeface="Arial"/>
                <a:cs typeface="Arial"/>
              </a:defRPr>
            </a:defPPr>
          </a:lstStyle>
          <a:p xmlns:a="http://schemas.openxmlformats.org/drawingml/2006/main">
            <a:pPr algn="l">
              <a:lnSpc>
                <a:spcPct val="108000"/>
              </a:lnSpc>
              <a:buNone/>
              <a:defRPr sz="2700" b="1" lang="en-GB">
                <a:solidFill>
                  <a:srgbClr val="356B51"/>
                </a:solidFill>
                <a:latin typeface="Arial"/>
                <a:ea typeface="Arial"/>
                <a:cs typeface="Arial"/>
              </a:defRPr>
            </a:pPr>
            <a:r>
              <a:rPr sz="2700" b="1" lang="en-GB">
                <a:solidFill>
                  <a:srgbClr val="356B51"/>
                </a:solidFill>
                <a:latin typeface="Arial"/>
                <a:ea typeface="Arial"/>
                <a:cs typeface="Arial"/>
              </a:rPr>
              <a:t>We do · 2 of 2</a:t>
            </a:r>
          </a:p>
        </p:txBody>
      </p:sp>
      <p:pic>
        <p:nvPicPr>
          <p:cNvPr id="4" name="">
            <a:extLst xmlns:a="http://schemas.openxmlformats.org/drawingml/2006/main">
              <a:ext uri="{FF2B5EF4-FFF2-40B4-BE49-F238E27FC236}">
                <a16:creationId xmlns:a16="http://schemas.microsoft.com/office/drawing/2014/main" id="{AC1553BA-A8F8-4923-B5CC-07F98E559599}"/>
              </a:ext>
            </a:extLst>
          </p:cNvPr>
          <p:cNvPicPr>
            <a:picLocks xmlns:a="http://schemas.openxmlformats.org/drawingml/2006/main" noChangeAspect="1"/>
          </p:cNvPicPr>
          <p:nvPr/>
        </p:nvPicPr>
        <p:blipFill>
          <a:blip xmlns:r="http://schemas.openxmlformats.org/officeDocument/2006/relationships" xmlns:a="http://schemas.openxmlformats.org/drawingml/2006/main" r:embed="R9bc78c02902647b3"/>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13F6AD28-8B9D-4424-BA75-256D2FEFA58D}"/>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0678A845-ECFF-4FBF-A5C2-DCD9D1237167}"/>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ADFA2C4F-15F2-41D0-A0A3-5D87D354FD9C}"/>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0AE5D88B-CEC3-4E3A-AFD8-58B75BDED325}"/>
              </a:ext>
            </a:extLst>
          </p:cNvPr>
          <p:cNvSpPr>
            <a:spLocks xmlns:a="http://schemas.openxmlformats.org/drawingml/2006/main" noGrp="1"/>
          </p:cNvSpPr>
          <p:nvPr/>
        </p:nvSpPr>
        <p:spPr>
          <a:xfrm xmlns:a="http://schemas.openxmlformats.org/drawingml/2006/main">
            <a:off x="4381500" y="1143000"/>
            <a:ext cx="2266950" cy="85725"/>
          </a:xfrm>
          <a:prstGeom xmlns:a="http://schemas.openxmlformats.org/drawingml/2006/main" prst="rect">
            <a:avLst/>
          </a:prstGeom>
          <a:solidFill xmlns:a="http://schemas.openxmlformats.org/drawingml/2006/main">
            <a:srgbClr val="356B51"/>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97C07053-09A0-4CE6-82FB-0FB523B4C81B}"/>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4C9034BD-0B97-420B-B576-FAD06ABCE812}"/>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A6318B8F-E793-4DF3-BD0D-1D14F1E724BA}"/>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ART-GROW-A2-W01-P2 · version ______</a:t>
            </a:r>
          </a:p>
        </p:txBody>
      </p:sp>
      <p:sp>
        <p:nvSpPr>
          <p:cNvPr id="12" name="licence-footer">
            <a:extLst xmlns:a="http://schemas.openxmlformats.org/drawingml/2006/main">
              <a:ext uri="{FF2B5EF4-FFF2-40B4-BE49-F238E27FC236}">
                <a16:creationId xmlns:a16="http://schemas.microsoft.com/office/drawing/2014/main" id="{763D5EA9-D86E-4E9B-B7BC-1EE5DE3829F7}"/>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12035B1F-5C17-4551-9B51-D4B44DAF3F34}"/>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chosen pair and one check from the small test.</a:t>
            </a:r>
          </a:p>
        </p:txBody>
      </p:sp>
      <p:sp>
        <p:nvSpPr>
          <p:cNvPr id="14" name="body-0">
            <a:extLst xmlns:a="http://schemas.openxmlformats.org/drawingml/2006/main">
              <a:ext uri="{FF2B5EF4-FFF2-40B4-BE49-F238E27FC236}">
                <a16:creationId xmlns:a16="http://schemas.microsoft.com/office/drawing/2014/main" id="{F4EFECD7-56B1-45EA-98E0-C6E952668D86}"/>
              </a:ext>
            </a:extLst>
          </p:cNvPr>
          <p:cNvSpPr>
            <a:spLocks xmlns:a="http://schemas.openxmlformats.org/drawingml/2006/main" noGrp="1"/>
          </p:cNvSpPr>
          <p:nvPr/>
        </p:nvSpPr>
        <p:spPr>
          <a:xfrm xmlns:a="http://schemas.openxmlformats.org/drawingml/2006/main">
            <a:off x="381000" y="190461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Repeat the same pair once more. STOP.</a:t>
            </a:r>
          </a:p>
        </p:txBody>
      </p:sp>
      <p:sp>
        <p:nvSpPr>
          <p:cNvPr id="15" name="body-1">
            <a:extLst xmlns:a="http://schemas.openxmlformats.org/drawingml/2006/main">
              <a:ext uri="{FF2B5EF4-FFF2-40B4-BE49-F238E27FC236}">
                <a16:creationId xmlns:a16="http://schemas.microsoft.com/office/drawing/2014/main" id="{5C44A5F8-BB22-41F2-97FC-4C99AA2AA44F}"/>
              </a:ext>
            </a:extLst>
          </p:cNvPr>
          <p:cNvSpPr>
            <a:spLocks xmlns:a="http://schemas.openxmlformats.org/drawingml/2006/main" noGrp="1"/>
          </p:cNvSpPr>
          <p:nvPr/>
        </p:nvSpPr>
        <p:spPr>
          <a:xfrm xmlns:a="http://schemas.openxmlformats.org/drawingml/2006/main">
            <a:off x="381000" y="2446211"/>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Check: do your bright marks stand out from the ground?</a:t>
            </a:r>
          </a:p>
        </p:txBody>
      </p:sp>
      <p:sp>
        <p:nvSpPr>
          <p:cNvPr id="16" name="body-2">
            <a:extLst xmlns:a="http://schemas.openxmlformats.org/drawingml/2006/main">
              <a:ext uri="{FF2B5EF4-FFF2-40B4-BE49-F238E27FC236}">
                <a16:creationId xmlns:a16="http://schemas.microsoft.com/office/drawing/2014/main" id="{D32A4250-023E-4C36-96E8-49D753A00CDF}"/>
              </a:ext>
            </a:extLst>
          </p:cNvPr>
          <p:cNvSpPr>
            <a:spLocks xmlns:a="http://schemas.openxmlformats.org/drawingml/2006/main" noGrp="1"/>
          </p:cNvSpPr>
          <p:nvPr/>
        </p:nvSpPr>
        <p:spPr>
          <a:xfrm xmlns:a="http://schemas.openxmlformats.org/drawingml/2006/main">
            <a:off x="381000" y="2987802"/>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Check: did your chosen pair repeat in the same order?</a:t>
            </a:r>
          </a:p>
        </p:txBody>
      </p:sp>
    </p:spTree>
    <p:extLst>
      <p:ext uri="{BB962C8B-B14F-4D97-AF65-F5344CB8AC3E}">
        <p14:creationId xmlns:p14="http://schemas.microsoft.com/office/powerpoint/2010/main" val="749198892"/>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lesson-header">
            <a:extLst xmlns:a="http://schemas.openxmlformats.org/drawingml/2006/main">
              <a:ext uri="{FF2B5EF4-FFF2-40B4-BE49-F238E27FC236}">
                <a16:creationId xmlns:a16="http://schemas.microsoft.com/office/drawing/2014/main" id="{53EE2977-3976-47B1-9567-7E89E3FDD6BD}"/>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56B51"/>
                </a:solidFill>
                <a:latin typeface="Arial"/>
                <a:ea typeface="Arial"/>
                <a:cs typeface="Arial"/>
              </a:defRPr>
            </a:defPPr>
          </a:lstStyle>
          <a:p xmlns:a="http://schemas.openxmlformats.org/drawingml/2006/main">
            <a:pPr algn="l">
              <a:lnSpc>
                <a:spcPct val="108000"/>
              </a:lnSpc>
              <a:buNone/>
              <a:defRPr sz="1050" b="1" lang="en-GB">
                <a:solidFill>
                  <a:srgbClr val="356B51"/>
                </a:solidFill>
                <a:latin typeface="Arial"/>
                <a:ea typeface="Arial"/>
                <a:cs typeface="Arial"/>
              </a:defRPr>
            </a:pPr>
            <a:r>
              <a:rPr sz="1050" b="1" lang="en-GB">
                <a:solidFill>
                  <a:srgbClr val="356B51"/>
                </a:solidFill>
                <a:latin typeface="Arial"/>
                <a:ea typeface="Arial"/>
                <a:cs typeface="Arial"/>
              </a:rPr>
              <a:t>Art · GROW · Autumn 2 · Week 1</a:t>
            </a:r>
          </a:p>
        </p:txBody>
      </p:sp>
      <p:sp>
        <p:nvSpPr>
          <p:cNvPr id="2" name="stage-time">
            <a:extLst xmlns:a="http://schemas.openxmlformats.org/drawingml/2006/main">
              <a:ext uri="{FF2B5EF4-FFF2-40B4-BE49-F238E27FC236}">
                <a16:creationId xmlns:a16="http://schemas.microsoft.com/office/drawing/2014/main" id="{0C29640C-88CA-47D9-8136-E4CC09ECBF77}"/>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56B51"/>
                </a:solidFill>
                <a:latin typeface="Arial"/>
                <a:ea typeface="Arial"/>
                <a:cs typeface="Arial"/>
              </a:defRPr>
            </a:defPPr>
          </a:lstStyle>
          <a:p xmlns:a="http://schemas.openxmlformats.org/drawingml/2006/main">
            <a:pPr algn="r">
              <a:lnSpc>
                <a:spcPct val="108000"/>
              </a:lnSpc>
              <a:buNone/>
              <a:defRPr sz="1425" b="1" lang="en-GB">
                <a:solidFill>
                  <a:srgbClr val="356B51"/>
                </a:solidFill>
                <a:latin typeface="Arial"/>
                <a:ea typeface="Arial"/>
                <a:cs typeface="Arial"/>
              </a:defRPr>
            </a:pPr>
            <a:r>
              <a:rPr sz="1425" b="1" lang="en-GB">
                <a:solidFill>
                  <a:srgbClr val="356B51"/>
                </a:solidFill>
                <a:latin typeface="Arial"/>
                <a:ea typeface="Arial"/>
                <a:cs typeface="Arial"/>
              </a:rPr>
              <a:t>We do · 4 min · 18 to 22</a:t>
            </a:r>
          </a:p>
        </p:txBody>
      </p:sp>
      <p:sp>
        <p:nvSpPr>
          <p:cNvPr id="3" name="slide-title">
            <a:extLst xmlns:a="http://schemas.openxmlformats.org/drawingml/2006/main">
              <a:ext uri="{FF2B5EF4-FFF2-40B4-BE49-F238E27FC236}">
                <a16:creationId xmlns:a16="http://schemas.microsoft.com/office/drawing/2014/main" id="{3605FA5A-6E74-44F8-934F-9F532695EB17}"/>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56B51"/>
                </a:solidFill>
                <a:latin typeface="Arial"/>
                <a:ea typeface="Arial"/>
                <a:cs typeface="Arial"/>
              </a:defRPr>
            </a:defPPr>
          </a:lstStyle>
          <a:p xmlns:a="http://schemas.openxmlformats.org/drawingml/2006/main">
            <a:pPr algn="l">
              <a:lnSpc>
                <a:spcPct val="108000"/>
              </a:lnSpc>
              <a:buNone/>
              <a:defRPr sz="2700" b="1" lang="en-GB">
                <a:solidFill>
                  <a:srgbClr val="356B51"/>
                </a:solidFill>
                <a:latin typeface="Arial"/>
                <a:ea typeface="Arial"/>
                <a:cs typeface="Arial"/>
              </a:defRPr>
            </a:pPr>
            <a:r>
              <a:rPr sz="2700" b="1" lang="en-GB">
                <a:solidFill>
                  <a:srgbClr val="356B51"/>
                </a:solidFill>
                <a:latin typeface="Arial"/>
                <a:ea typeface="Arial"/>
                <a:cs typeface="Arial"/>
              </a:rPr>
              <a:t>We do · 2 of 2 · 1 of 2</a:t>
            </a:r>
          </a:p>
        </p:txBody>
      </p:sp>
      <p:pic>
        <p:nvPicPr>
          <p:cNvPr id="4" name="">
            <a:extLst xmlns:a="http://schemas.openxmlformats.org/drawingml/2006/main">
              <a:ext uri="{FF2B5EF4-FFF2-40B4-BE49-F238E27FC236}">
                <a16:creationId xmlns:a16="http://schemas.microsoft.com/office/drawing/2014/main" id="{A21960DD-B3AD-4985-B61F-BF7C6762F7D1}"/>
              </a:ext>
            </a:extLst>
          </p:cNvPr>
          <p:cNvPicPr>
            <a:picLocks xmlns:a="http://schemas.openxmlformats.org/drawingml/2006/main" noChangeAspect="1"/>
          </p:cNvPicPr>
          <p:nvPr/>
        </p:nvPicPr>
        <p:blipFill>
          <a:blip xmlns:r="http://schemas.openxmlformats.org/officeDocument/2006/relationships" xmlns:a="http://schemas.openxmlformats.org/drawingml/2006/main" r:embed="Raf3ebd063c514aa0"/>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2F3171CA-2CA5-4807-ADBD-B9977A816F77}"/>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EE27A35C-16B7-48FE-994B-E4EE8C75E1E7}"/>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32E77F9C-1F7E-4155-84DF-AFAAFA1AA898}"/>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F3AD0DBE-BCF1-4981-9571-86E18E065BFC}"/>
              </a:ext>
            </a:extLst>
          </p:cNvPr>
          <p:cNvSpPr>
            <a:spLocks xmlns:a="http://schemas.openxmlformats.org/drawingml/2006/main" noGrp="1"/>
          </p:cNvSpPr>
          <p:nvPr/>
        </p:nvSpPr>
        <p:spPr>
          <a:xfrm xmlns:a="http://schemas.openxmlformats.org/drawingml/2006/main">
            <a:off x="4381500" y="1143000"/>
            <a:ext cx="2266950" cy="85725"/>
          </a:xfrm>
          <a:prstGeom xmlns:a="http://schemas.openxmlformats.org/drawingml/2006/main" prst="rect">
            <a:avLst/>
          </a:prstGeom>
          <a:solidFill xmlns:a="http://schemas.openxmlformats.org/drawingml/2006/main">
            <a:srgbClr val="356B51"/>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85EF3631-081C-44DD-B39C-66A42660DF3A}"/>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1ECFFCBE-6892-4177-86C6-87A7E5741B44}"/>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170905D4-E231-4AAF-8420-64B9236D71D0}"/>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ART-GROW-A2-W01-P2 · version ______</a:t>
            </a:r>
          </a:p>
        </p:txBody>
      </p:sp>
      <p:sp>
        <p:nvSpPr>
          <p:cNvPr id="12" name="licence-footer">
            <a:extLst xmlns:a="http://schemas.openxmlformats.org/drawingml/2006/main">
              <a:ext uri="{FF2B5EF4-FFF2-40B4-BE49-F238E27FC236}">
                <a16:creationId xmlns:a16="http://schemas.microsoft.com/office/drawing/2014/main" id="{FBBEAE32-B16C-4974-82A7-C1266285A004}"/>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6A61C043-03AD-4C24-A728-235866944FA9}"/>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chosen pair and one check from the small test.</a:t>
            </a:r>
          </a:p>
        </p:txBody>
      </p:sp>
      <p:sp>
        <p:nvSpPr>
          <p:cNvPr id="14" name="figure-guided_start-0">
            <a:extLst xmlns:a="http://schemas.openxmlformats.org/drawingml/2006/main">
              <a:ext uri="{FF2B5EF4-FFF2-40B4-BE49-F238E27FC236}">
                <a16:creationId xmlns:a16="http://schemas.microsoft.com/office/drawing/2014/main" id="{1280439F-B62B-4568-83EA-798F0892B2E9}"/>
              </a:ext>
            </a:extLst>
          </p:cNvPr>
          <p:cNvSpPr>
            <a:spLocks xmlns:a="http://schemas.openxmlformats.org/drawingml/2006/main" noGrp="1"/>
          </p:cNvSpPr>
          <p:nvPr/>
        </p:nvSpPr>
        <p:spPr>
          <a:xfrm xmlns:a="http://schemas.openxmlformats.org/drawingml/2006/main">
            <a:off x="381000" y="1992439"/>
            <a:ext cx="11430000" cy="3571875"/>
          </a:xfrm>
          <a:prstGeom xmlns:a="http://schemas.openxmlformats.org/drawingml/2006/main" prst="rect">
            <a:avLst/>
          </a:prstGeom>
          <a:solidFill xmlns:a="http://schemas.openxmlformats.org/drawingml/2006/main">
            <a:srgbClr val="14213D"/>
          </a:solidFill>
          <a:ln xmlns:a="http://schemas.openxmlformats.org/drawingml/2006/main" w="0">
            <a:noFill/>
          </a:ln>
        </p:spPr>
      </p:sp>
      <p:sp>
        <p:nvSpPr>
          <p:cNvPr id="15" name="figure-guided_start-1">
            <a:extLst xmlns:a="http://schemas.openxmlformats.org/drawingml/2006/main">
              <a:ext uri="{FF2B5EF4-FFF2-40B4-BE49-F238E27FC236}">
                <a16:creationId xmlns:a16="http://schemas.microsoft.com/office/drawing/2014/main" id="{9F93B79C-47E9-4C38-B5D0-F5DD96A2974F}"/>
              </a:ext>
            </a:extLst>
          </p:cNvPr>
          <p:cNvSpPr>
            <a:spLocks xmlns:a="http://schemas.openxmlformats.org/drawingml/2006/main" noGrp="1"/>
          </p:cNvSpPr>
          <p:nvPr/>
        </p:nvSpPr>
        <p:spPr>
          <a:xfrm xmlns:a="http://schemas.openxmlformats.org/drawingml/2006/main">
            <a:off x="1571625" y="3302127"/>
            <a:ext cx="952500" cy="952500"/>
          </a:xfrm>
          <a:prstGeom xmlns:a="http://schemas.openxmlformats.org/drawingml/2006/main" prst="ellipse">
            <a:avLst/>
          </a:prstGeom>
          <a:noFill xmlns:a="http://schemas.openxmlformats.org/drawingml/2006/main"/>
          <a:ln xmlns:a="http://schemas.openxmlformats.org/drawingml/2006/main" w="119063">
            <a:solidFill>
              <a:srgbClr val="FFE45E"/>
            </a:solidFill>
          </a:ln>
        </p:spPr>
      </p:sp>
      <p:sp>
        <p:nvSpPr>
          <p:cNvPr id="16" name="figure-description-guided_start">
            <a:extLst xmlns:a="http://schemas.openxmlformats.org/drawingml/2006/main">
              <a:ext uri="{FF2B5EF4-FFF2-40B4-BE49-F238E27FC236}">
                <a16:creationId xmlns:a16="http://schemas.microsoft.com/office/drawing/2014/main" id="{C738FC55-58D3-473E-BB61-8937CE134CA2}"/>
              </a:ext>
            </a:extLst>
          </p:cNvPr>
          <p:cNvSpPr>
            <a:spLocks xmlns:a="http://schemas.openxmlformats.org/drawingml/2006/main" noGrp="1"/>
          </p:cNvSpPr>
          <p:nvPr/>
        </p:nvSpPr>
        <p:spPr>
          <a:xfrm xmlns:a="http://schemas.openxmlformats.org/drawingml/2006/main">
            <a:off x="381000" y="5842635"/>
            <a:ext cx="114300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The shared pattern starts with one yellow ring on a dark ground. Space remains for a chosen next mark and the repeat.</a:t>
            </a:r>
          </a:p>
        </p:txBody>
      </p:sp>
    </p:spTree>
    <p:extLst>
      <p:ext uri="{BB962C8B-B14F-4D97-AF65-F5344CB8AC3E}">
        <p14:creationId xmlns:p14="http://schemas.microsoft.com/office/powerpoint/2010/main" val="1690301508"/>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3799BD3E-C908-463C-B7FB-401C917F2FD8}"/>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56B51"/>
                </a:solidFill>
                <a:latin typeface="Arial"/>
                <a:ea typeface="Arial"/>
                <a:cs typeface="Arial"/>
              </a:defRPr>
            </a:defPPr>
          </a:lstStyle>
          <a:p xmlns:a="http://schemas.openxmlformats.org/drawingml/2006/main">
            <a:pPr algn="l">
              <a:lnSpc>
                <a:spcPct val="108000"/>
              </a:lnSpc>
              <a:buNone/>
              <a:defRPr sz="1050" b="1" lang="en-GB">
                <a:solidFill>
                  <a:srgbClr val="356B51"/>
                </a:solidFill>
                <a:latin typeface="Arial"/>
                <a:ea typeface="Arial"/>
                <a:cs typeface="Arial"/>
              </a:defRPr>
            </a:pPr>
            <a:r>
              <a:rPr sz="1050" b="1" lang="en-GB">
                <a:solidFill>
                  <a:srgbClr val="356B51"/>
                </a:solidFill>
                <a:latin typeface="Arial"/>
                <a:ea typeface="Arial"/>
                <a:cs typeface="Arial"/>
              </a:rPr>
              <a:t>Art · GROW · Autumn 2 · Week 1</a:t>
            </a:r>
          </a:p>
        </p:txBody>
      </p:sp>
      <p:sp>
        <p:nvSpPr>
          <p:cNvPr id="2" name="stage-time">
            <a:extLst xmlns:a="http://schemas.openxmlformats.org/drawingml/2006/main">
              <a:ext uri="{FF2B5EF4-FFF2-40B4-BE49-F238E27FC236}">
                <a16:creationId xmlns:a16="http://schemas.microsoft.com/office/drawing/2014/main" id="{1F72F462-FC31-4FA4-8710-D83D15071573}"/>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56B51"/>
                </a:solidFill>
                <a:latin typeface="Arial"/>
                <a:ea typeface="Arial"/>
                <a:cs typeface="Arial"/>
              </a:defRPr>
            </a:defPPr>
          </a:lstStyle>
          <a:p xmlns:a="http://schemas.openxmlformats.org/drawingml/2006/main">
            <a:pPr algn="r">
              <a:lnSpc>
                <a:spcPct val="108000"/>
              </a:lnSpc>
              <a:buNone/>
              <a:defRPr sz="1425" b="1" lang="en-GB">
                <a:solidFill>
                  <a:srgbClr val="356B51"/>
                </a:solidFill>
                <a:latin typeface="Arial"/>
                <a:ea typeface="Arial"/>
                <a:cs typeface="Arial"/>
              </a:defRPr>
            </a:pPr>
            <a:r>
              <a:rPr sz="1425" b="1" lang="en-GB">
                <a:solidFill>
                  <a:srgbClr val="356B51"/>
                </a:solidFill>
                <a:latin typeface="Arial"/>
                <a:ea typeface="Arial"/>
                <a:cs typeface="Arial"/>
              </a:rPr>
              <a:t>We do · 4 min · 18 to 22</a:t>
            </a:r>
          </a:p>
        </p:txBody>
      </p:sp>
      <p:sp>
        <p:nvSpPr>
          <p:cNvPr id="3" name="slide-title">
            <a:extLst xmlns:a="http://schemas.openxmlformats.org/drawingml/2006/main">
              <a:ext uri="{FF2B5EF4-FFF2-40B4-BE49-F238E27FC236}">
                <a16:creationId xmlns:a16="http://schemas.microsoft.com/office/drawing/2014/main" id="{B81DFC36-050A-4E6B-B1C8-04A466914EE3}"/>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56B51"/>
                </a:solidFill>
                <a:latin typeface="Arial"/>
                <a:ea typeface="Arial"/>
                <a:cs typeface="Arial"/>
              </a:defRPr>
            </a:defPPr>
          </a:lstStyle>
          <a:p xmlns:a="http://schemas.openxmlformats.org/drawingml/2006/main">
            <a:pPr algn="l">
              <a:lnSpc>
                <a:spcPct val="108000"/>
              </a:lnSpc>
              <a:buNone/>
              <a:defRPr sz="2700" b="1" lang="en-GB">
                <a:solidFill>
                  <a:srgbClr val="356B51"/>
                </a:solidFill>
                <a:latin typeface="Arial"/>
                <a:ea typeface="Arial"/>
                <a:cs typeface="Arial"/>
              </a:defRPr>
            </a:pPr>
            <a:r>
              <a:rPr sz="2700" b="1" lang="en-GB">
                <a:solidFill>
                  <a:srgbClr val="356B51"/>
                </a:solidFill>
                <a:latin typeface="Arial"/>
                <a:ea typeface="Arial"/>
                <a:cs typeface="Arial"/>
              </a:rPr>
              <a:t>We do · 2 of 2 · 2 of 2</a:t>
            </a:r>
          </a:p>
        </p:txBody>
      </p:sp>
      <p:pic>
        <p:nvPicPr>
          <p:cNvPr id="4" name="">
            <a:extLst xmlns:a="http://schemas.openxmlformats.org/drawingml/2006/main">
              <a:ext uri="{FF2B5EF4-FFF2-40B4-BE49-F238E27FC236}">
                <a16:creationId xmlns:a16="http://schemas.microsoft.com/office/drawing/2014/main" id="{93CF65CD-D4E1-44D0-8B67-16C8D7891D04}"/>
              </a:ext>
            </a:extLst>
          </p:cNvPr>
          <p:cNvPicPr>
            <a:picLocks xmlns:a="http://schemas.openxmlformats.org/drawingml/2006/main" noChangeAspect="1"/>
          </p:cNvPicPr>
          <p:nvPr/>
        </p:nvPicPr>
        <p:blipFill>
          <a:blip xmlns:r="http://schemas.openxmlformats.org/officeDocument/2006/relationships" xmlns:a="http://schemas.openxmlformats.org/drawingml/2006/main" r:embed="R277dbc35a5904338"/>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7D9E0811-311A-46F0-A9B1-ED66ACA62043}"/>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D68A44C3-BA73-480C-9A71-D24E30D2F27F}"/>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6B67B756-265F-4A77-BFC8-9D12A118D2CE}"/>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68D2DFA8-1EE9-4B8C-A2E0-EA69C101F642}"/>
              </a:ext>
            </a:extLst>
          </p:cNvPr>
          <p:cNvSpPr>
            <a:spLocks xmlns:a="http://schemas.openxmlformats.org/drawingml/2006/main" noGrp="1"/>
          </p:cNvSpPr>
          <p:nvPr/>
        </p:nvSpPr>
        <p:spPr>
          <a:xfrm xmlns:a="http://schemas.openxmlformats.org/drawingml/2006/main">
            <a:off x="4381500" y="1143000"/>
            <a:ext cx="2266950" cy="85725"/>
          </a:xfrm>
          <a:prstGeom xmlns:a="http://schemas.openxmlformats.org/drawingml/2006/main" prst="rect">
            <a:avLst/>
          </a:prstGeom>
          <a:solidFill xmlns:a="http://schemas.openxmlformats.org/drawingml/2006/main">
            <a:srgbClr val="356B51"/>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C6F85C33-92C2-449B-BED1-D41D84E36A20}"/>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386BB3DA-B282-4625-8931-B7AF6F4F0222}"/>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46EBE1C6-68A1-4339-ABB6-5F12939773E7}"/>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ART-GROW-A2-W01-P2 · version ______</a:t>
            </a:r>
          </a:p>
        </p:txBody>
      </p:sp>
      <p:sp>
        <p:nvSpPr>
          <p:cNvPr id="12" name="licence-footer">
            <a:extLst xmlns:a="http://schemas.openxmlformats.org/drawingml/2006/main">
              <a:ext uri="{FF2B5EF4-FFF2-40B4-BE49-F238E27FC236}">
                <a16:creationId xmlns:a16="http://schemas.microsoft.com/office/drawing/2014/main" id="{A258B70D-9306-4C07-85FD-4C171431A6C9}"/>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980DCED9-8D66-460A-964E-BD5CB490B4CD}"/>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chosen pair and one check from the small test.</a:t>
            </a:r>
          </a:p>
        </p:txBody>
      </p:sp>
      <p:sp>
        <p:nvSpPr>
          <p:cNvPr id="14" name="figure-colour_orange-0">
            <a:extLst xmlns:a="http://schemas.openxmlformats.org/drawingml/2006/main">
              <a:ext uri="{FF2B5EF4-FFF2-40B4-BE49-F238E27FC236}">
                <a16:creationId xmlns:a16="http://schemas.microsoft.com/office/drawing/2014/main" id="{581689A3-6605-412F-9A72-CA92277DB207}"/>
              </a:ext>
            </a:extLst>
          </p:cNvPr>
          <p:cNvSpPr>
            <a:spLocks xmlns:a="http://schemas.openxmlformats.org/drawingml/2006/main" noGrp="1"/>
          </p:cNvSpPr>
          <p:nvPr/>
        </p:nvSpPr>
        <p:spPr>
          <a:xfrm xmlns:a="http://schemas.openxmlformats.org/drawingml/2006/main">
            <a:off x="1213592" y="2204420"/>
            <a:ext cx="3897417" cy="1948708"/>
          </a:xfrm>
          <a:prstGeom xmlns:a="http://schemas.openxmlformats.org/drawingml/2006/main" prst="rect">
            <a:avLst/>
          </a:prstGeom>
          <a:solidFill xmlns:a="http://schemas.openxmlformats.org/drawingml/2006/main">
            <a:srgbClr val="FF8C32"/>
          </a:solidFill>
          <a:ln xmlns:a="http://schemas.openxmlformats.org/drawingml/2006/main" w="0">
            <a:noFill/>
          </a:ln>
        </p:spPr>
      </p:sp>
      <p:sp>
        <p:nvSpPr>
          <p:cNvPr id="15" name="figure-colour_orange-1">
            <a:extLst xmlns:a="http://schemas.openxmlformats.org/drawingml/2006/main">
              <a:ext uri="{FF2B5EF4-FFF2-40B4-BE49-F238E27FC236}">
                <a16:creationId xmlns:a16="http://schemas.microsoft.com/office/drawing/2014/main" id="{23DA7669-D2B6-477E-BF20-B8E3A074E40D}"/>
              </a:ext>
            </a:extLst>
          </p:cNvPr>
          <p:cNvSpPr>
            <a:spLocks xmlns:a="http://schemas.openxmlformats.org/drawingml/2006/main" noGrp="1"/>
          </p:cNvSpPr>
          <p:nvPr/>
        </p:nvSpPr>
        <p:spPr>
          <a:xfrm xmlns:a="http://schemas.openxmlformats.org/drawingml/2006/main">
            <a:off x="1042736" y="4802198"/>
            <a:ext cx="2044251" cy="6295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3541" b="0" lang="en-GB">
                <a:solidFill>
                  <a:srgbClr val="152238"/>
                </a:solidFill>
                <a:latin typeface="Arial"/>
                <a:ea typeface="Arial"/>
                <a:cs typeface="Arial"/>
              </a:defRPr>
            </a:defPPr>
          </a:lstStyle>
          <a:p xmlns:a="http://schemas.openxmlformats.org/drawingml/2006/main">
            <a:pPr algn="l">
              <a:lnSpc>
                <a:spcPct val="108000"/>
              </a:lnSpc>
              <a:buNone/>
              <a:defRPr sz="3541" b="0" lang="en-GB">
                <a:solidFill>
                  <a:srgbClr val="152238"/>
                </a:solidFill>
                <a:latin typeface="Arial"/>
                <a:ea typeface="Arial"/>
                <a:cs typeface="Arial"/>
              </a:defRPr>
            </a:pPr>
            <a:r>
              <a:rPr sz="3541" b="0" lang="en-GB">
                <a:solidFill>
                  <a:srgbClr val="152238"/>
                </a:solidFill>
                <a:latin typeface="Arial"/>
                <a:ea typeface="Arial"/>
                <a:cs typeface="Arial"/>
              </a:rPr>
              <a:t>ORANGE</a:t>
            </a:r>
          </a:p>
        </p:txBody>
      </p:sp>
      <p:sp>
        <p:nvSpPr>
          <p:cNvPr id="16" name="figure-description-colour_orange">
            <a:extLst xmlns:a="http://schemas.openxmlformats.org/drawingml/2006/main">
              <a:ext uri="{FF2B5EF4-FFF2-40B4-BE49-F238E27FC236}">
                <a16:creationId xmlns:a16="http://schemas.microsoft.com/office/drawing/2014/main" id="{F30DFAD1-4CA6-41DD-AA8E-88CB9E8343A8}"/>
              </a:ext>
            </a:extLst>
          </p:cNvPr>
          <p:cNvSpPr>
            <a:spLocks xmlns:a="http://schemas.openxmlformats.org/drawingml/2006/main" noGrp="1"/>
          </p:cNvSpPr>
          <p:nvPr/>
        </p:nvSpPr>
        <p:spPr>
          <a:xfrm xmlns:a="http://schemas.openxmlformats.org/drawingml/2006/main">
            <a:off x="381000" y="5842635"/>
            <a:ext cx="55626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An orange colour card has its name below the colour.</a:t>
            </a:r>
          </a:p>
        </p:txBody>
      </p:sp>
      <p:sp>
        <p:nvSpPr>
          <p:cNvPr id="17" name="figure-colour_light_blue-0">
            <a:extLst xmlns:a="http://schemas.openxmlformats.org/drawingml/2006/main">
              <a:ext uri="{FF2B5EF4-FFF2-40B4-BE49-F238E27FC236}">
                <a16:creationId xmlns:a16="http://schemas.microsoft.com/office/drawing/2014/main" id="{2DAF4DBD-076D-472F-8A89-9568B57A5FCE}"/>
              </a:ext>
            </a:extLst>
          </p:cNvPr>
          <p:cNvSpPr>
            <a:spLocks xmlns:a="http://schemas.openxmlformats.org/drawingml/2006/main" noGrp="1"/>
          </p:cNvSpPr>
          <p:nvPr/>
        </p:nvSpPr>
        <p:spPr>
          <a:xfrm xmlns:a="http://schemas.openxmlformats.org/drawingml/2006/main">
            <a:off x="7080992" y="2204420"/>
            <a:ext cx="3897417" cy="1948708"/>
          </a:xfrm>
          <a:prstGeom xmlns:a="http://schemas.openxmlformats.org/drawingml/2006/main" prst="rect">
            <a:avLst/>
          </a:prstGeom>
          <a:solidFill xmlns:a="http://schemas.openxmlformats.org/drawingml/2006/main">
            <a:srgbClr val="78D6FF"/>
          </a:solidFill>
          <a:ln xmlns:a="http://schemas.openxmlformats.org/drawingml/2006/main" w="0">
            <a:noFill/>
          </a:ln>
        </p:spPr>
      </p:sp>
      <p:sp>
        <p:nvSpPr>
          <p:cNvPr id="18" name="figure-colour_light_blue-1">
            <a:extLst xmlns:a="http://schemas.openxmlformats.org/drawingml/2006/main">
              <a:ext uri="{FF2B5EF4-FFF2-40B4-BE49-F238E27FC236}">
                <a16:creationId xmlns:a16="http://schemas.microsoft.com/office/drawing/2014/main" id="{B140A98B-2D14-4E43-8839-5F4FDA75CC0A}"/>
              </a:ext>
            </a:extLst>
          </p:cNvPr>
          <p:cNvSpPr>
            <a:spLocks xmlns:a="http://schemas.openxmlformats.org/drawingml/2006/main" noGrp="1"/>
          </p:cNvSpPr>
          <p:nvPr/>
        </p:nvSpPr>
        <p:spPr>
          <a:xfrm xmlns:a="http://schemas.openxmlformats.org/drawingml/2006/main">
            <a:off x="6910136" y="4802198"/>
            <a:ext cx="2719243" cy="6295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3541" b="0" lang="en-GB">
                <a:solidFill>
                  <a:srgbClr val="152238"/>
                </a:solidFill>
                <a:latin typeface="Arial"/>
                <a:ea typeface="Arial"/>
                <a:cs typeface="Arial"/>
              </a:defRPr>
            </a:defPPr>
          </a:lstStyle>
          <a:p xmlns:a="http://schemas.openxmlformats.org/drawingml/2006/main">
            <a:pPr algn="l">
              <a:lnSpc>
                <a:spcPct val="108000"/>
              </a:lnSpc>
              <a:buNone/>
              <a:defRPr sz="3541" b="0" lang="en-GB">
                <a:solidFill>
                  <a:srgbClr val="152238"/>
                </a:solidFill>
                <a:latin typeface="Arial"/>
                <a:ea typeface="Arial"/>
                <a:cs typeface="Arial"/>
              </a:defRPr>
            </a:pPr>
            <a:r>
              <a:rPr sz="3541" b="0" lang="en-GB">
                <a:solidFill>
                  <a:srgbClr val="152238"/>
                </a:solidFill>
                <a:latin typeface="Arial"/>
                <a:ea typeface="Arial"/>
                <a:cs typeface="Arial"/>
              </a:rPr>
              <a:t>LIGHT BLUE</a:t>
            </a:r>
          </a:p>
        </p:txBody>
      </p:sp>
      <p:sp>
        <p:nvSpPr>
          <p:cNvPr id="19" name="figure-description-colour_light_blue">
            <a:extLst xmlns:a="http://schemas.openxmlformats.org/drawingml/2006/main">
              <a:ext uri="{FF2B5EF4-FFF2-40B4-BE49-F238E27FC236}">
                <a16:creationId xmlns:a16="http://schemas.microsoft.com/office/drawing/2014/main" id="{AF3C3739-E2CC-490D-AB9C-DDBBFBBF1D27}"/>
              </a:ext>
            </a:extLst>
          </p:cNvPr>
          <p:cNvSpPr>
            <a:spLocks xmlns:a="http://schemas.openxmlformats.org/drawingml/2006/main" noGrp="1"/>
          </p:cNvSpPr>
          <p:nvPr/>
        </p:nvSpPr>
        <p:spPr>
          <a:xfrm xmlns:a="http://schemas.openxmlformats.org/drawingml/2006/main">
            <a:off x="6248400" y="5842635"/>
            <a:ext cx="55626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A light blue colour card has its name below the colour.</a:t>
            </a:r>
          </a:p>
        </p:txBody>
      </p:sp>
    </p:spTree>
    <p:extLst>
      <p:ext uri="{BB962C8B-B14F-4D97-AF65-F5344CB8AC3E}">
        <p14:creationId xmlns:p14="http://schemas.microsoft.com/office/powerpoint/2010/main" val="1654327380"/>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lesson-header">
            <a:extLst xmlns:a="http://schemas.openxmlformats.org/drawingml/2006/main">
              <a:ext uri="{FF2B5EF4-FFF2-40B4-BE49-F238E27FC236}">
                <a16:creationId xmlns:a16="http://schemas.microsoft.com/office/drawing/2014/main" id="{C7768B7D-BB28-4468-AD64-2916690B5A6C}"/>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56B51"/>
                </a:solidFill>
                <a:latin typeface="Arial"/>
                <a:ea typeface="Arial"/>
                <a:cs typeface="Arial"/>
              </a:defRPr>
            </a:defPPr>
          </a:lstStyle>
          <a:p xmlns:a="http://schemas.openxmlformats.org/drawingml/2006/main">
            <a:pPr algn="l">
              <a:lnSpc>
                <a:spcPct val="108000"/>
              </a:lnSpc>
              <a:buNone/>
              <a:defRPr sz="1050" b="1" lang="en-GB">
                <a:solidFill>
                  <a:srgbClr val="356B51"/>
                </a:solidFill>
                <a:latin typeface="Arial"/>
                <a:ea typeface="Arial"/>
                <a:cs typeface="Arial"/>
              </a:defRPr>
            </a:pPr>
            <a:r>
              <a:rPr sz="1050" b="1" lang="en-GB">
                <a:solidFill>
                  <a:srgbClr val="356B51"/>
                </a:solidFill>
                <a:latin typeface="Arial"/>
                <a:ea typeface="Arial"/>
                <a:cs typeface="Arial"/>
              </a:rPr>
              <a:t>Art · GROW · Autumn 2 · Week 1</a:t>
            </a:r>
          </a:p>
        </p:txBody>
      </p:sp>
      <p:sp>
        <p:nvSpPr>
          <p:cNvPr id="2" name="stage-time">
            <a:extLst xmlns:a="http://schemas.openxmlformats.org/drawingml/2006/main">
              <a:ext uri="{FF2B5EF4-FFF2-40B4-BE49-F238E27FC236}">
                <a16:creationId xmlns:a16="http://schemas.microsoft.com/office/drawing/2014/main" id="{B797DBA5-F6CC-45F1-98F7-F6363756D724}"/>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56B51"/>
                </a:solidFill>
                <a:latin typeface="Arial"/>
                <a:ea typeface="Arial"/>
                <a:cs typeface="Arial"/>
              </a:defRPr>
            </a:defPPr>
          </a:lstStyle>
          <a:p xmlns:a="http://schemas.openxmlformats.org/drawingml/2006/main">
            <a:pPr algn="r">
              <a:lnSpc>
                <a:spcPct val="108000"/>
              </a:lnSpc>
              <a:buNone/>
              <a:defRPr sz="1425" b="1" lang="en-GB">
                <a:solidFill>
                  <a:srgbClr val="356B51"/>
                </a:solidFill>
                <a:latin typeface="Arial"/>
                <a:ea typeface="Arial"/>
                <a:cs typeface="Arial"/>
              </a:defRPr>
            </a:pPr>
            <a:r>
              <a:rPr sz="1425" b="1" lang="en-GB">
                <a:solidFill>
                  <a:srgbClr val="356B51"/>
                </a:solidFill>
                <a:latin typeface="Arial"/>
                <a:ea typeface="Arial"/>
                <a:cs typeface="Arial"/>
              </a:rPr>
              <a:t>You do · 15 min · 22 to 37</a:t>
            </a:r>
          </a:p>
        </p:txBody>
      </p:sp>
      <p:sp>
        <p:nvSpPr>
          <p:cNvPr id="3" name="slide-title">
            <a:extLst xmlns:a="http://schemas.openxmlformats.org/drawingml/2006/main">
              <a:ext uri="{FF2B5EF4-FFF2-40B4-BE49-F238E27FC236}">
                <a16:creationId xmlns:a16="http://schemas.microsoft.com/office/drawing/2014/main" id="{29D91F74-A4B6-47C3-AEC4-7252A2430946}"/>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56B51"/>
                </a:solidFill>
                <a:latin typeface="Arial"/>
                <a:ea typeface="Arial"/>
                <a:cs typeface="Arial"/>
              </a:defRPr>
            </a:defPPr>
          </a:lstStyle>
          <a:p xmlns:a="http://schemas.openxmlformats.org/drawingml/2006/main">
            <a:pPr algn="l">
              <a:lnSpc>
                <a:spcPct val="108000"/>
              </a:lnSpc>
              <a:buNone/>
              <a:defRPr sz="2700" b="1" lang="en-GB">
                <a:solidFill>
                  <a:srgbClr val="356B51"/>
                </a:solidFill>
                <a:latin typeface="Arial"/>
                <a:ea typeface="Arial"/>
                <a:cs typeface="Arial"/>
              </a:defRPr>
            </a:pPr>
            <a:r>
              <a:rPr sz="2700" b="1" lang="en-GB">
                <a:solidFill>
                  <a:srgbClr val="356B51"/>
                </a:solidFill>
                <a:latin typeface="Arial"/>
                <a:ea typeface="Arial"/>
                <a:cs typeface="Arial"/>
              </a:rPr>
              <a:t>You do · choose one route</a:t>
            </a:r>
          </a:p>
        </p:txBody>
      </p:sp>
      <p:pic>
        <p:nvPicPr>
          <p:cNvPr id="4" name="">
            <a:extLst xmlns:a="http://schemas.openxmlformats.org/drawingml/2006/main">
              <a:ext uri="{FF2B5EF4-FFF2-40B4-BE49-F238E27FC236}">
                <a16:creationId xmlns:a16="http://schemas.microsoft.com/office/drawing/2014/main" id="{EBB3B98A-CA45-4D90-928F-9E854EEC56A7}"/>
              </a:ext>
            </a:extLst>
          </p:cNvPr>
          <p:cNvPicPr>
            <a:picLocks xmlns:a="http://schemas.openxmlformats.org/drawingml/2006/main" noChangeAspect="1"/>
          </p:cNvPicPr>
          <p:nvPr/>
        </p:nvPicPr>
        <p:blipFill>
          <a:blip xmlns:r="http://schemas.openxmlformats.org/officeDocument/2006/relationships" xmlns:a="http://schemas.openxmlformats.org/drawingml/2006/main" r:embed="R073bcfdaa39e422e"/>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FE806C0B-C2DA-423A-8E67-2C4728349893}"/>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27ADBF30-F45A-4CF4-B97A-EF767FF65F29}"/>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AF3B9752-C5AE-47F6-86FA-B34C26511005}"/>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42F27DA7-9891-477A-80AB-168238B56212}"/>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81D35521-0331-4424-B2A8-B350AE63AC19}"/>
              </a:ext>
            </a:extLst>
          </p:cNvPr>
          <p:cNvSpPr>
            <a:spLocks xmlns:a="http://schemas.openxmlformats.org/drawingml/2006/main" noGrp="1"/>
          </p:cNvSpPr>
          <p:nvPr/>
        </p:nvSpPr>
        <p:spPr>
          <a:xfrm xmlns:a="http://schemas.openxmlformats.org/drawingml/2006/main">
            <a:off x="6667500" y="1143000"/>
            <a:ext cx="4267200" cy="85725"/>
          </a:xfrm>
          <a:prstGeom xmlns:a="http://schemas.openxmlformats.org/drawingml/2006/main" prst="rect">
            <a:avLst/>
          </a:prstGeom>
          <a:solidFill xmlns:a="http://schemas.openxmlformats.org/drawingml/2006/main">
            <a:srgbClr val="356B51"/>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72B9AB5A-070F-470A-807D-0F69F90A6088}"/>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33A324A3-4699-44E7-89B8-03F230E822AD}"/>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ART-GROW-A2-W01-P2 · version ______</a:t>
            </a:r>
          </a:p>
        </p:txBody>
      </p:sp>
      <p:sp>
        <p:nvSpPr>
          <p:cNvPr id="12" name="licence-footer">
            <a:extLst xmlns:a="http://schemas.openxmlformats.org/drawingml/2006/main">
              <a:ext uri="{FF2B5EF4-FFF2-40B4-BE49-F238E27FC236}">
                <a16:creationId xmlns:a16="http://schemas.microsoft.com/office/drawing/2014/main" id="{FB540099-B6A1-462D-A72D-443FE9158E7C}"/>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23EE048C-2305-49F4-82BF-BF90A99AC6B9}"/>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small artwork or directed plan, one strength and one change.</a:t>
            </a:r>
          </a:p>
        </p:txBody>
      </p:sp>
      <p:sp>
        <p:nvSpPr>
          <p:cNvPr id="14" name="body-0">
            <a:extLst xmlns:a="http://schemas.openxmlformats.org/drawingml/2006/main">
              <a:ext uri="{FF2B5EF4-FFF2-40B4-BE49-F238E27FC236}">
                <a16:creationId xmlns:a16="http://schemas.microsoft.com/office/drawing/2014/main" id="{DC6A3101-4ECA-499B-9610-7028E5E0930D}"/>
              </a:ext>
            </a:extLst>
          </p:cNvPr>
          <p:cNvSpPr>
            <a:spLocks xmlns:a="http://schemas.openxmlformats.org/drawingml/2006/main" noGrp="1"/>
          </p:cNvSpPr>
          <p:nvPr/>
        </p:nvSpPr>
        <p:spPr>
          <a:xfrm xmlns:a="http://schemas.openxmlformats.org/drawingml/2006/main">
            <a:off x="381000" y="190461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Choose one route.</a:t>
            </a:r>
          </a:p>
        </p:txBody>
      </p:sp>
    </p:spTree>
    <p:extLst>
      <p:ext uri="{BB962C8B-B14F-4D97-AF65-F5344CB8AC3E}">
        <p14:creationId xmlns:p14="http://schemas.microsoft.com/office/powerpoint/2010/main" val="1908412910"/>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DEE6C14E-CA47-4C17-8105-7987BF562C1D}"/>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56B51"/>
                </a:solidFill>
                <a:latin typeface="Arial"/>
                <a:ea typeface="Arial"/>
                <a:cs typeface="Arial"/>
              </a:defRPr>
            </a:defPPr>
          </a:lstStyle>
          <a:p xmlns:a="http://schemas.openxmlformats.org/drawingml/2006/main">
            <a:pPr algn="l">
              <a:lnSpc>
                <a:spcPct val="108000"/>
              </a:lnSpc>
              <a:buNone/>
              <a:defRPr sz="1050" b="1" lang="en-GB">
                <a:solidFill>
                  <a:srgbClr val="356B51"/>
                </a:solidFill>
                <a:latin typeface="Arial"/>
                <a:ea typeface="Arial"/>
                <a:cs typeface="Arial"/>
              </a:defRPr>
            </a:pPr>
            <a:r>
              <a:rPr sz="1050" b="1" lang="en-GB">
                <a:solidFill>
                  <a:srgbClr val="356B51"/>
                </a:solidFill>
                <a:latin typeface="Arial"/>
                <a:ea typeface="Arial"/>
                <a:cs typeface="Arial"/>
              </a:rPr>
              <a:t>Art · GROW · Autumn 2 · Week 1</a:t>
            </a:r>
          </a:p>
        </p:txBody>
      </p:sp>
      <p:sp>
        <p:nvSpPr>
          <p:cNvPr id="2" name="stage-time">
            <a:extLst xmlns:a="http://schemas.openxmlformats.org/drawingml/2006/main">
              <a:ext uri="{FF2B5EF4-FFF2-40B4-BE49-F238E27FC236}">
                <a16:creationId xmlns:a16="http://schemas.microsoft.com/office/drawing/2014/main" id="{9B9CF991-B26D-486D-A31C-24F09A546B9E}"/>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56B51"/>
                </a:solidFill>
                <a:latin typeface="Arial"/>
                <a:ea typeface="Arial"/>
                <a:cs typeface="Arial"/>
              </a:defRPr>
            </a:defPPr>
          </a:lstStyle>
          <a:p xmlns:a="http://schemas.openxmlformats.org/drawingml/2006/main">
            <a:pPr algn="r">
              <a:lnSpc>
                <a:spcPct val="108000"/>
              </a:lnSpc>
              <a:buNone/>
              <a:defRPr sz="1425" b="1" lang="en-GB">
                <a:solidFill>
                  <a:srgbClr val="356B51"/>
                </a:solidFill>
                <a:latin typeface="Arial"/>
                <a:ea typeface="Arial"/>
                <a:cs typeface="Arial"/>
              </a:defRPr>
            </a:pPr>
            <a:r>
              <a:rPr sz="1425" b="1" lang="en-GB">
                <a:solidFill>
                  <a:srgbClr val="356B51"/>
                </a:solidFill>
                <a:latin typeface="Arial"/>
                <a:ea typeface="Arial"/>
                <a:cs typeface="Arial"/>
              </a:rPr>
              <a:t>You do · 15 min · 22 to 37</a:t>
            </a:r>
          </a:p>
        </p:txBody>
      </p:sp>
      <p:sp>
        <p:nvSpPr>
          <p:cNvPr id="3" name="slide-title">
            <a:extLst xmlns:a="http://schemas.openxmlformats.org/drawingml/2006/main">
              <a:ext uri="{FF2B5EF4-FFF2-40B4-BE49-F238E27FC236}">
                <a16:creationId xmlns:a16="http://schemas.microsoft.com/office/drawing/2014/main" id="{43D54AA8-4F80-44A0-85F9-6D1530A3C506}"/>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56B51"/>
                </a:solidFill>
                <a:latin typeface="Arial"/>
                <a:ea typeface="Arial"/>
                <a:cs typeface="Arial"/>
              </a:defRPr>
            </a:defPPr>
          </a:lstStyle>
          <a:p xmlns:a="http://schemas.openxmlformats.org/drawingml/2006/main">
            <a:pPr algn="l">
              <a:lnSpc>
                <a:spcPct val="108000"/>
              </a:lnSpc>
              <a:buNone/>
              <a:defRPr sz="2700" b="1" lang="en-GB">
                <a:solidFill>
                  <a:srgbClr val="356B51"/>
                </a:solidFill>
                <a:latin typeface="Arial"/>
                <a:ea typeface="Arial"/>
                <a:cs typeface="Arial"/>
              </a:defRPr>
            </a:pPr>
            <a:r>
              <a:rPr sz="2700" b="1" lang="en-GB">
                <a:solidFill>
                  <a:srgbClr val="356B51"/>
                </a:solidFill>
                <a:latin typeface="Arial"/>
                <a:ea typeface="Arial"/>
                <a:cs typeface="Arial"/>
              </a:rPr>
              <a:t>You do · choose one route · 1 of 2</a:t>
            </a:r>
          </a:p>
        </p:txBody>
      </p:sp>
      <p:pic>
        <p:nvPicPr>
          <p:cNvPr id="4" name="">
            <a:extLst xmlns:a="http://schemas.openxmlformats.org/drawingml/2006/main">
              <a:ext uri="{FF2B5EF4-FFF2-40B4-BE49-F238E27FC236}">
                <a16:creationId xmlns:a16="http://schemas.microsoft.com/office/drawing/2014/main" id="{CEC88F87-9587-4EA5-94F0-2C7B5C2972C9}"/>
              </a:ext>
            </a:extLst>
          </p:cNvPr>
          <p:cNvPicPr>
            <a:picLocks xmlns:a="http://schemas.openxmlformats.org/drawingml/2006/main" noChangeAspect="1"/>
          </p:cNvPicPr>
          <p:nvPr/>
        </p:nvPicPr>
        <p:blipFill>
          <a:blip xmlns:r="http://schemas.openxmlformats.org/officeDocument/2006/relationships" xmlns:a="http://schemas.openxmlformats.org/drawingml/2006/main" r:embed="R2d588478c28d40d5"/>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DFE44225-B12C-4851-8D45-776B7DB4B106}"/>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7F678A9A-9CD5-43A5-9FEF-1CE6E80F7B59}"/>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4AD1371C-F1A3-478D-8ACD-426E604598B5}"/>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DE7F7E1A-1803-47BA-A3B4-832F3DF3A3B4}"/>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2FCD68A7-BE69-4003-B43F-CBFC7A93C6BF}"/>
              </a:ext>
            </a:extLst>
          </p:cNvPr>
          <p:cNvSpPr>
            <a:spLocks xmlns:a="http://schemas.openxmlformats.org/drawingml/2006/main" noGrp="1"/>
          </p:cNvSpPr>
          <p:nvPr/>
        </p:nvSpPr>
        <p:spPr>
          <a:xfrm xmlns:a="http://schemas.openxmlformats.org/drawingml/2006/main">
            <a:off x="6667500" y="1143000"/>
            <a:ext cx="4267200" cy="85725"/>
          </a:xfrm>
          <a:prstGeom xmlns:a="http://schemas.openxmlformats.org/drawingml/2006/main" prst="rect">
            <a:avLst/>
          </a:prstGeom>
          <a:solidFill xmlns:a="http://schemas.openxmlformats.org/drawingml/2006/main">
            <a:srgbClr val="356B51"/>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60CCCE93-09EC-42AF-9D8B-D66D6898C6F9}"/>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6A5E76CC-3D6A-4DB1-8D0E-FE38195A4C58}"/>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ART-GROW-A2-W01-P2 · version ______</a:t>
            </a:r>
          </a:p>
        </p:txBody>
      </p:sp>
      <p:sp>
        <p:nvSpPr>
          <p:cNvPr id="12" name="licence-footer">
            <a:extLst xmlns:a="http://schemas.openxmlformats.org/drawingml/2006/main">
              <a:ext uri="{FF2B5EF4-FFF2-40B4-BE49-F238E27FC236}">
                <a16:creationId xmlns:a16="http://schemas.microsoft.com/office/drawing/2014/main" id="{33C4E228-22F5-43C2-A810-7453D6075A2E}"/>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54D1E899-8E66-44E3-B6CF-EBD706A0D373}"/>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small artwork or directed plan, one strength and one change.</a:t>
            </a:r>
          </a:p>
        </p:txBody>
      </p:sp>
      <p:sp>
        <p:nvSpPr>
          <p:cNvPr id="14" name="figure-example_a-0">
            <a:extLst xmlns:a="http://schemas.openxmlformats.org/drawingml/2006/main">
              <a:ext uri="{FF2B5EF4-FFF2-40B4-BE49-F238E27FC236}">
                <a16:creationId xmlns:a16="http://schemas.microsoft.com/office/drawing/2014/main" id="{39ECFF72-0392-4402-AFD0-B4F3E143A084}"/>
              </a:ext>
            </a:extLst>
          </p:cNvPr>
          <p:cNvSpPr>
            <a:spLocks xmlns:a="http://schemas.openxmlformats.org/drawingml/2006/main" noGrp="1"/>
          </p:cNvSpPr>
          <p:nvPr/>
        </p:nvSpPr>
        <p:spPr>
          <a:xfrm xmlns:a="http://schemas.openxmlformats.org/drawingml/2006/main">
            <a:off x="381000" y="1992439"/>
            <a:ext cx="11430000" cy="3571875"/>
          </a:xfrm>
          <a:prstGeom xmlns:a="http://schemas.openxmlformats.org/drawingml/2006/main" prst="rect">
            <a:avLst/>
          </a:prstGeom>
          <a:solidFill xmlns:a="http://schemas.openxmlformats.org/drawingml/2006/main">
            <a:srgbClr val="14213D"/>
          </a:solidFill>
          <a:ln xmlns:a="http://schemas.openxmlformats.org/drawingml/2006/main" w="0">
            <a:noFill/>
          </a:ln>
        </p:spPr>
      </p:sp>
      <p:sp>
        <p:nvSpPr>
          <p:cNvPr id="15" name="figure-example_a-1">
            <a:extLst xmlns:a="http://schemas.openxmlformats.org/drawingml/2006/main">
              <a:ext uri="{FF2B5EF4-FFF2-40B4-BE49-F238E27FC236}">
                <a16:creationId xmlns:a16="http://schemas.microsoft.com/office/drawing/2014/main" id="{13D3E504-CCED-434C-8DA6-3392FAE52CCA}"/>
              </a:ext>
            </a:extLst>
          </p:cNvPr>
          <p:cNvSpPr>
            <a:spLocks xmlns:a="http://schemas.openxmlformats.org/drawingml/2006/main" noGrp="1"/>
          </p:cNvSpPr>
          <p:nvPr/>
        </p:nvSpPr>
        <p:spPr>
          <a:xfrm xmlns:a="http://schemas.openxmlformats.org/drawingml/2006/main">
            <a:off x="1537607" y="3302127"/>
            <a:ext cx="952500" cy="952500"/>
          </a:xfrm>
          <a:prstGeom xmlns:a="http://schemas.openxmlformats.org/drawingml/2006/main" prst="ellipse">
            <a:avLst/>
          </a:prstGeom>
          <a:noFill xmlns:a="http://schemas.openxmlformats.org/drawingml/2006/main"/>
          <a:ln xmlns:a="http://schemas.openxmlformats.org/drawingml/2006/main" w="119063">
            <a:solidFill>
              <a:srgbClr val="FFE45E"/>
            </a:solidFill>
          </a:ln>
        </p:spPr>
      </p:sp>
      <p:sp>
        <p:nvSpPr>
          <p:cNvPr id="16" name="figure-example_a-2">
            <a:extLst xmlns:a="http://schemas.openxmlformats.org/drawingml/2006/main">
              <a:ext uri="{FF2B5EF4-FFF2-40B4-BE49-F238E27FC236}">
                <a16:creationId xmlns:a16="http://schemas.microsoft.com/office/drawing/2014/main" id="{F7ACB093-7E03-439F-85D2-988F6375A2A5}"/>
              </a:ext>
            </a:extLst>
          </p:cNvPr>
          <p:cNvSpPr>
            <a:spLocks xmlns:a="http://schemas.openxmlformats.org/drawingml/2006/main" noGrp="1"/>
          </p:cNvSpPr>
          <p:nvPr/>
        </p:nvSpPr>
        <p:spPr>
          <a:xfrm xmlns:a="http://schemas.openxmlformats.org/drawingml/2006/main">
            <a:off x="3170464" y="3302127"/>
            <a:ext cx="952500" cy="952500"/>
          </a:xfrm>
          <a:prstGeom xmlns:a="http://schemas.openxmlformats.org/drawingml/2006/main" prst="ellipse">
            <a:avLst/>
          </a:prstGeom>
          <a:solidFill xmlns:a="http://schemas.openxmlformats.org/drawingml/2006/main">
            <a:srgbClr val="FF8C32"/>
          </a:solidFill>
          <a:ln xmlns:a="http://schemas.openxmlformats.org/drawingml/2006/main" w="0">
            <a:noFill/>
          </a:ln>
        </p:spPr>
      </p:sp>
      <p:sp>
        <p:nvSpPr>
          <p:cNvPr id="17" name="figure-example_a-3">
            <a:extLst xmlns:a="http://schemas.openxmlformats.org/drawingml/2006/main">
              <a:ext uri="{FF2B5EF4-FFF2-40B4-BE49-F238E27FC236}">
                <a16:creationId xmlns:a16="http://schemas.microsoft.com/office/drawing/2014/main" id="{C10DCA9E-18F2-4740-905C-F30764790903}"/>
              </a:ext>
            </a:extLst>
          </p:cNvPr>
          <p:cNvSpPr>
            <a:spLocks xmlns:a="http://schemas.openxmlformats.org/drawingml/2006/main" noGrp="1"/>
          </p:cNvSpPr>
          <p:nvPr/>
        </p:nvSpPr>
        <p:spPr>
          <a:xfrm xmlns:a="http://schemas.openxmlformats.org/drawingml/2006/main">
            <a:off x="4803321" y="3302127"/>
            <a:ext cx="952500" cy="952500"/>
          </a:xfrm>
          <a:prstGeom xmlns:a="http://schemas.openxmlformats.org/drawingml/2006/main" prst="ellipse">
            <a:avLst/>
          </a:prstGeom>
          <a:noFill xmlns:a="http://schemas.openxmlformats.org/drawingml/2006/main"/>
          <a:ln xmlns:a="http://schemas.openxmlformats.org/drawingml/2006/main" w="119063">
            <a:solidFill>
              <a:srgbClr val="FFE45E"/>
            </a:solidFill>
          </a:ln>
        </p:spPr>
      </p:sp>
      <p:sp>
        <p:nvSpPr>
          <p:cNvPr id="18" name="figure-example_a-4">
            <a:extLst xmlns:a="http://schemas.openxmlformats.org/drawingml/2006/main">
              <a:ext uri="{FF2B5EF4-FFF2-40B4-BE49-F238E27FC236}">
                <a16:creationId xmlns:a16="http://schemas.microsoft.com/office/drawing/2014/main" id="{D86FE090-1421-426D-8BB3-5668C0AAB246}"/>
              </a:ext>
            </a:extLst>
          </p:cNvPr>
          <p:cNvSpPr>
            <a:spLocks xmlns:a="http://schemas.openxmlformats.org/drawingml/2006/main" noGrp="1"/>
          </p:cNvSpPr>
          <p:nvPr/>
        </p:nvSpPr>
        <p:spPr>
          <a:xfrm xmlns:a="http://schemas.openxmlformats.org/drawingml/2006/main">
            <a:off x="6436179" y="3302127"/>
            <a:ext cx="952500" cy="952500"/>
          </a:xfrm>
          <a:prstGeom xmlns:a="http://schemas.openxmlformats.org/drawingml/2006/main" prst="ellipse">
            <a:avLst/>
          </a:prstGeom>
          <a:solidFill xmlns:a="http://schemas.openxmlformats.org/drawingml/2006/main">
            <a:srgbClr val="FF8C32"/>
          </a:solidFill>
          <a:ln xmlns:a="http://schemas.openxmlformats.org/drawingml/2006/main" w="0">
            <a:noFill/>
          </a:ln>
        </p:spPr>
      </p:sp>
      <p:sp>
        <p:nvSpPr>
          <p:cNvPr id="19" name="figure-example_a-5">
            <a:extLst xmlns:a="http://schemas.openxmlformats.org/drawingml/2006/main">
              <a:ext uri="{FF2B5EF4-FFF2-40B4-BE49-F238E27FC236}">
                <a16:creationId xmlns:a16="http://schemas.microsoft.com/office/drawing/2014/main" id="{9FF89AE5-37A2-478F-BE71-67349FAA8606}"/>
              </a:ext>
            </a:extLst>
          </p:cNvPr>
          <p:cNvSpPr>
            <a:spLocks xmlns:a="http://schemas.openxmlformats.org/drawingml/2006/main" noGrp="1"/>
          </p:cNvSpPr>
          <p:nvPr/>
        </p:nvSpPr>
        <p:spPr>
          <a:xfrm xmlns:a="http://schemas.openxmlformats.org/drawingml/2006/main">
            <a:off x="8069036" y="3302127"/>
            <a:ext cx="952500" cy="952500"/>
          </a:xfrm>
          <a:prstGeom xmlns:a="http://schemas.openxmlformats.org/drawingml/2006/main" prst="ellipse">
            <a:avLst/>
          </a:prstGeom>
          <a:noFill xmlns:a="http://schemas.openxmlformats.org/drawingml/2006/main"/>
          <a:ln xmlns:a="http://schemas.openxmlformats.org/drawingml/2006/main" w="119063">
            <a:solidFill>
              <a:srgbClr val="FFE45E"/>
            </a:solidFill>
          </a:ln>
        </p:spPr>
      </p:sp>
      <p:sp>
        <p:nvSpPr>
          <p:cNvPr id="20" name="figure-example_a-6">
            <a:extLst xmlns:a="http://schemas.openxmlformats.org/drawingml/2006/main">
              <a:ext uri="{FF2B5EF4-FFF2-40B4-BE49-F238E27FC236}">
                <a16:creationId xmlns:a16="http://schemas.microsoft.com/office/drawing/2014/main" id="{D5984519-8A2E-4FCF-9555-F91F3BF0BA6F}"/>
              </a:ext>
            </a:extLst>
          </p:cNvPr>
          <p:cNvSpPr>
            <a:spLocks xmlns:a="http://schemas.openxmlformats.org/drawingml/2006/main" noGrp="1"/>
          </p:cNvSpPr>
          <p:nvPr/>
        </p:nvSpPr>
        <p:spPr>
          <a:xfrm xmlns:a="http://schemas.openxmlformats.org/drawingml/2006/main">
            <a:off x="9701893" y="3302127"/>
            <a:ext cx="952500" cy="952500"/>
          </a:xfrm>
          <a:prstGeom xmlns:a="http://schemas.openxmlformats.org/drawingml/2006/main" prst="ellipse">
            <a:avLst/>
          </a:prstGeom>
          <a:solidFill xmlns:a="http://schemas.openxmlformats.org/drawingml/2006/main">
            <a:srgbClr val="FF8C32"/>
          </a:solidFill>
          <a:ln xmlns:a="http://schemas.openxmlformats.org/drawingml/2006/main" w="0">
            <a:noFill/>
          </a:ln>
        </p:spPr>
      </p:sp>
      <p:sp>
        <p:nvSpPr>
          <p:cNvPr id="21" name="figure-description-example_a">
            <a:extLst xmlns:a="http://schemas.openxmlformats.org/drawingml/2006/main">
              <a:ext uri="{FF2B5EF4-FFF2-40B4-BE49-F238E27FC236}">
                <a16:creationId xmlns:a16="http://schemas.microsoft.com/office/drawing/2014/main" id="{EEB222A9-591A-4466-BC94-D5DA2A0202D6}"/>
              </a:ext>
            </a:extLst>
          </p:cNvPr>
          <p:cNvSpPr>
            <a:spLocks xmlns:a="http://schemas.openxmlformats.org/drawingml/2006/main" noGrp="1"/>
          </p:cNvSpPr>
          <p:nvPr/>
        </p:nvSpPr>
        <p:spPr>
          <a:xfrm xmlns:a="http://schemas.openxmlformats.org/drawingml/2006/main">
            <a:off x="381000" y="5842635"/>
            <a:ext cx="114300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A has a very dark blue ground. Its row is yellow ring, orange dot, yellow ring, orange dot, yellow ring, orange dot, with even dark gaps.</a:t>
            </a:r>
          </a:p>
        </p:txBody>
      </p:sp>
    </p:spTree>
    <p:extLst>
      <p:ext uri="{BB962C8B-B14F-4D97-AF65-F5344CB8AC3E}">
        <p14:creationId xmlns:p14="http://schemas.microsoft.com/office/powerpoint/2010/main" val="5806118"/>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0F979486-7A58-4AD8-AA55-69E960769162}"/>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56B51"/>
                </a:solidFill>
                <a:latin typeface="Arial"/>
                <a:ea typeface="Arial"/>
                <a:cs typeface="Arial"/>
              </a:defRPr>
            </a:defPPr>
          </a:lstStyle>
          <a:p xmlns:a="http://schemas.openxmlformats.org/drawingml/2006/main">
            <a:pPr algn="l">
              <a:lnSpc>
                <a:spcPct val="108000"/>
              </a:lnSpc>
              <a:buNone/>
              <a:defRPr sz="1050" b="1" lang="en-GB">
                <a:solidFill>
                  <a:srgbClr val="356B51"/>
                </a:solidFill>
                <a:latin typeface="Arial"/>
                <a:ea typeface="Arial"/>
                <a:cs typeface="Arial"/>
              </a:defRPr>
            </a:pPr>
            <a:r>
              <a:rPr sz="1050" b="1" lang="en-GB">
                <a:solidFill>
                  <a:srgbClr val="356B51"/>
                </a:solidFill>
                <a:latin typeface="Arial"/>
                <a:ea typeface="Arial"/>
                <a:cs typeface="Arial"/>
              </a:rPr>
              <a:t>Art · GROW · Autumn 2 · Week 1</a:t>
            </a:r>
          </a:p>
        </p:txBody>
      </p:sp>
      <p:sp>
        <p:nvSpPr>
          <p:cNvPr id="2" name="stage-time">
            <a:extLst xmlns:a="http://schemas.openxmlformats.org/drawingml/2006/main">
              <a:ext uri="{FF2B5EF4-FFF2-40B4-BE49-F238E27FC236}">
                <a16:creationId xmlns:a16="http://schemas.microsoft.com/office/drawing/2014/main" id="{D2A12300-464C-4030-B924-A77B174FE20F}"/>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56B51"/>
                </a:solidFill>
                <a:latin typeface="Arial"/>
                <a:ea typeface="Arial"/>
                <a:cs typeface="Arial"/>
              </a:defRPr>
            </a:defPPr>
          </a:lstStyle>
          <a:p xmlns:a="http://schemas.openxmlformats.org/drawingml/2006/main">
            <a:pPr algn="r">
              <a:lnSpc>
                <a:spcPct val="108000"/>
              </a:lnSpc>
              <a:buNone/>
              <a:defRPr sz="1425" b="1" lang="en-GB">
                <a:solidFill>
                  <a:srgbClr val="356B51"/>
                </a:solidFill>
                <a:latin typeface="Arial"/>
                <a:ea typeface="Arial"/>
                <a:cs typeface="Arial"/>
              </a:defRPr>
            </a:pPr>
            <a:r>
              <a:rPr sz="1425" b="1" lang="en-GB">
                <a:solidFill>
                  <a:srgbClr val="356B51"/>
                </a:solidFill>
                <a:latin typeface="Arial"/>
                <a:ea typeface="Arial"/>
                <a:cs typeface="Arial"/>
              </a:rPr>
              <a:t>You do · 15 min · 22 to 37</a:t>
            </a:r>
          </a:p>
        </p:txBody>
      </p:sp>
      <p:sp>
        <p:nvSpPr>
          <p:cNvPr id="3" name="slide-title">
            <a:extLst xmlns:a="http://schemas.openxmlformats.org/drawingml/2006/main">
              <a:ext uri="{FF2B5EF4-FFF2-40B4-BE49-F238E27FC236}">
                <a16:creationId xmlns:a16="http://schemas.microsoft.com/office/drawing/2014/main" id="{DAE649B7-1474-4536-96FF-6AECC3E7FD88}"/>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56B51"/>
                </a:solidFill>
                <a:latin typeface="Arial"/>
                <a:ea typeface="Arial"/>
                <a:cs typeface="Arial"/>
              </a:defRPr>
            </a:defPPr>
          </a:lstStyle>
          <a:p xmlns:a="http://schemas.openxmlformats.org/drawingml/2006/main">
            <a:pPr algn="l">
              <a:lnSpc>
                <a:spcPct val="108000"/>
              </a:lnSpc>
              <a:buNone/>
              <a:defRPr sz="2700" b="1" lang="en-GB">
                <a:solidFill>
                  <a:srgbClr val="356B51"/>
                </a:solidFill>
                <a:latin typeface="Arial"/>
                <a:ea typeface="Arial"/>
                <a:cs typeface="Arial"/>
              </a:defRPr>
            </a:pPr>
            <a:r>
              <a:rPr sz="2700" b="1" lang="en-GB">
                <a:solidFill>
                  <a:srgbClr val="356B51"/>
                </a:solidFill>
                <a:latin typeface="Arial"/>
                <a:ea typeface="Arial"/>
                <a:cs typeface="Arial"/>
              </a:rPr>
              <a:t>You do · choose one route · 2 of 2</a:t>
            </a:r>
          </a:p>
        </p:txBody>
      </p:sp>
      <p:pic>
        <p:nvPicPr>
          <p:cNvPr id="4" name="">
            <a:extLst xmlns:a="http://schemas.openxmlformats.org/drawingml/2006/main">
              <a:ext uri="{FF2B5EF4-FFF2-40B4-BE49-F238E27FC236}">
                <a16:creationId xmlns:a16="http://schemas.microsoft.com/office/drawing/2014/main" id="{5733C1C9-CD46-4FAD-86E6-55F81F7547FF}"/>
              </a:ext>
            </a:extLst>
          </p:cNvPr>
          <p:cNvPicPr>
            <a:picLocks xmlns:a="http://schemas.openxmlformats.org/drawingml/2006/main" noChangeAspect="1"/>
          </p:cNvPicPr>
          <p:nvPr/>
        </p:nvPicPr>
        <p:blipFill>
          <a:blip xmlns:r="http://schemas.openxmlformats.org/officeDocument/2006/relationships" xmlns:a="http://schemas.openxmlformats.org/drawingml/2006/main" r:embed="R576480a052374d08"/>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798C9CE1-059B-4496-9F10-6F3A40F24BB4}"/>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5BAF178B-39C7-4B07-9E97-50F39449AC74}"/>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BB72F1FA-C5ED-4C93-A28D-99A5727BAD1D}"/>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FAAFBC4A-77A2-4F92-8C86-6727C95D4E02}"/>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E6FE08FB-B9D8-4FDE-8E00-EF304D852815}"/>
              </a:ext>
            </a:extLst>
          </p:cNvPr>
          <p:cNvSpPr>
            <a:spLocks xmlns:a="http://schemas.openxmlformats.org/drawingml/2006/main" noGrp="1"/>
          </p:cNvSpPr>
          <p:nvPr/>
        </p:nvSpPr>
        <p:spPr>
          <a:xfrm xmlns:a="http://schemas.openxmlformats.org/drawingml/2006/main">
            <a:off x="6667500" y="1143000"/>
            <a:ext cx="4267200" cy="85725"/>
          </a:xfrm>
          <a:prstGeom xmlns:a="http://schemas.openxmlformats.org/drawingml/2006/main" prst="rect">
            <a:avLst/>
          </a:prstGeom>
          <a:solidFill xmlns:a="http://schemas.openxmlformats.org/drawingml/2006/main">
            <a:srgbClr val="356B51"/>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2448EBAE-935C-4DC3-9DDD-ADB81EB98785}"/>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23917CF8-0228-4683-B4CE-5BD1BCC00FC2}"/>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ART-GROW-A2-W01-P2 · version ______</a:t>
            </a:r>
          </a:p>
        </p:txBody>
      </p:sp>
      <p:sp>
        <p:nvSpPr>
          <p:cNvPr id="12" name="licence-footer">
            <a:extLst xmlns:a="http://schemas.openxmlformats.org/drawingml/2006/main">
              <a:ext uri="{FF2B5EF4-FFF2-40B4-BE49-F238E27FC236}">
                <a16:creationId xmlns:a16="http://schemas.microsoft.com/office/drawing/2014/main" id="{322E7193-B7BD-4D4E-9ECC-C1C949E377B8}"/>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DD3B3A56-7772-4816-BAA9-2EF004504337}"/>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small artwork or directed plan, one strength and one change.</a:t>
            </a:r>
          </a:p>
        </p:txBody>
      </p:sp>
      <p:sp>
        <p:nvSpPr>
          <p:cNvPr id="14" name="figure-example_b-0">
            <a:extLst xmlns:a="http://schemas.openxmlformats.org/drawingml/2006/main">
              <a:ext uri="{FF2B5EF4-FFF2-40B4-BE49-F238E27FC236}">
                <a16:creationId xmlns:a16="http://schemas.microsoft.com/office/drawing/2014/main" id="{C06681A8-B761-4E4A-9390-61E0102F6B54}"/>
              </a:ext>
            </a:extLst>
          </p:cNvPr>
          <p:cNvSpPr>
            <a:spLocks xmlns:a="http://schemas.openxmlformats.org/drawingml/2006/main" noGrp="1"/>
          </p:cNvSpPr>
          <p:nvPr/>
        </p:nvSpPr>
        <p:spPr>
          <a:xfrm xmlns:a="http://schemas.openxmlformats.org/drawingml/2006/main">
            <a:off x="459638" y="1904619"/>
            <a:ext cx="11272723" cy="3522726"/>
          </a:xfrm>
          <a:prstGeom xmlns:a="http://schemas.openxmlformats.org/drawingml/2006/main" prst="rect">
            <a:avLst/>
          </a:prstGeom>
          <a:solidFill xmlns:a="http://schemas.openxmlformats.org/drawingml/2006/main">
            <a:srgbClr val="FFE888"/>
          </a:solidFill>
          <a:ln xmlns:a="http://schemas.openxmlformats.org/drawingml/2006/main" w="0">
            <a:noFill/>
          </a:ln>
        </p:spPr>
      </p:sp>
      <p:sp>
        <p:nvSpPr>
          <p:cNvPr id="15" name="figure-example_b-1">
            <a:extLst xmlns:a="http://schemas.openxmlformats.org/drawingml/2006/main">
              <a:ext uri="{FF2B5EF4-FFF2-40B4-BE49-F238E27FC236}">
                <a16:creationId xmlns:a16="http://schemas.microsoft.com/office/drawing/2014/main" id="{F6AFFDB1-73C7-467D-9718-4DE5236144A8}"/>
              </a:ext>
            </a:extLst>
          </p:cNvPr>
          <p:cNvSpPr>
            <a:spLocks xmlns:a="http://schemas.openxmlformats.org/drawingml/2006/main" noGrp="1"/>
          </p:cNvSpPr>
          <p:nvPr/>
        </p:nvSpPr>
        <p:spPr>
          <a:xfrm xmlns:a="http://schemas.openxmlformats.org/drawingml/2006/main">
            <a:off x="1600331" y="3196285"/>
            <a:ext cx="939394" cy="939394"/>
          </a:xfrm>
          <a:prstGeom xmlns:a="http://schemas.openxmlformats.org/drawingml/2006/main" prst="ellipse">
            <a:avLst/>
          </a:prstGeom>
          <a:noFill xmlns:a="http://schemas.openxmlformats.org/drawingml/2006/main"/>
          <a:ln xmlns:a="http://schemas.openxmlformats.org/drawingml/2006/main" w="117424">
            <a:solidFill>
              <a:srgbClr val="FFE45E"/>
            </a:solidFill>
          </a:ln>
        </p:spPr>
      </p:sp>
      <p:sp>
        <p:nvSpPr>
          <p:cNvPr id="16" name="figure-example_b-2">
            <a:extLst xmlns:a="http://schemas.openxmlformats.org/drawingml/2006/main">
              <a:ext uri="{FF2B5EF4-FFF2-40B4-BE49-F238E27FC236}">
                <a16:creationId xmlns:a16="http://schemas.microsoft.com/office/drawing/2014/main" id="{D46EC35A-BFA2-4753-84C2-0CF47B45335B}"/>
              </a:ext>
            </a:extLst>
          </p:cNvPr>
          <p:cNvSpPr>
            <a:spLocks xmlns:a="http://schemas.openxmlformats.org/drawingml/2006/main" noGrp="1"/>
          </p:cNvSpPr>
          <p:nvPr/>
        </p:nvSpPr>
        <p:spPr>
          <a:xfrm xmlns:a="http://schemas.openxmlformats.org/drawingml/2006/main">
            <a:off x="3210720" y="3196285"/>
            <a:ext cx="939394" cy="939394"/>
          </a:xfrm>
          <a:prstGeom xmlns:a="http://schemas.openxmlformats.org/drawingml/2006/main" prst="ellipse">
            <a:avLst/>
          </a:prstGeom>
          <a:solidFill xmlns:a="http://schemas.openxmlformats.org/drawingml/2006/main">
            <a:srgbClr val="FF8C32"/>
          </a:solidFill>
          <a:ln xmlns:a="http://schemas.openxmlformats.org/drawingml/2006/main" w="0">
            <a:noFill/>
          </a:ln>
        </p:spPr>
      </p:sp>
      <p:sp>
        <p:nvSpPr>
          <p:cNvPr id="17" name="figure-example_b-3">
            <a:extLst xmlns:a="http://schemas.openxmlformats.org/drawingml/2006/main">
              <a:ext uri="{FF2B5EF4-FFF2-40B4-BE49-F238E27FC236}">
                <a16:creationId xmlns:a16="http://schemas.microsoft.com/office/drawing/2014/main" id="{B4EF0AA5-5CEF-4C2C-BDAC-A8E8A86942A8}"/>
              </a:ext>
            </a:extLst>
          </p:cNvPr>
          <p:cNvSpPr>
            <a:spLocks xmlns:a="http://schemas.openxmlformats.org/drawingml/2006/main" noGrp="1"/>
          </p:cNvSpPr>
          <p:nvPr/>
        </p:nvSpPr>
        <p:spPr>
          <a:xfrm xmlns:a="http://schemas.openxmlformats.org/drawingml/2006/main">
            <a:off x="4821109" y="3196285"/>
            <a:ext cx="939394" cy="939394"/>
          </a:xfrm>
          <a:prstGeom xmlns:a="http://schemas.openxmlformats.org/drawingml/2006/main" prst="ellipse">
            <a:avLst/>
          </a:prstGeom>
          <a:noFill xmlns:a="http://schemas.openxmlformats.org/drawingml/2006/main"/>
          <a:ln xmlns:a="http://schemas.openxmlformats.org/drawingml/2006/main" w="117424">
            <a:solidFill>
              <a:srgbClr val="FFE45E"/>
            </a:solidFill>
          </a:ln>
        </p:spPr>
      </p:sp>
      <p:sp>
        <p:nvSpPr>
          <p:cNvPr id="18" name="figure-example_b-4">
            <a:extLst xmlns:a="http://schemas.openxmlformats.org/drawingml/2006/main">
              <a:ext uri="{FF2B5EF4-FFF2-40B4-BE49-F238E27FC236}">
                <a16:creationId xmlns:a16="http://schemas.microsoft.com/office/drawing/2014/main" id="{FF19AECB-19C0-4FB6-8ECA-75800082A883}"/>
              </a:ext>
            </a:extLst>
          </p:cNvPr>
          <p:cNvSpPr>
            <a:spLocks xmlns:a="http://schemas.openxmlformats.org/drawingml/2006/main" noGrp="1"/>
          </p:cNvSpPr>
          <p:nvPr/>
        </p:nvSpPr>
        <p:spPr>
          <a:xfrm xmlns:a="http://schemas.openxmlformats.org/drawingml/2006/main">
            <a:off x="6431498" y="3196285"/>
            <a:ext cx="939394" cy="939394"/>
          </a:xfrm>
          <a:prstGeom xmlns:a="http://schemas.openxmlformats.org/drawingml/2006/main" prst="ellipse">
            <a:avLst/>
          </a:prstGeom>
          <a:solidFill xmlns:a="http://schemas.openxmlformats.org/drawingml/2006/main">
            <a:srgbClr val="FF8C32"/>
          </a:solidFill>
          <a:ln xmlns:a="http://schemas.openxmlformats.org/drawingml/2006/main" w="0">
            <a:noFill/>
          </a:ln>
        </p:spPr>
      </p:sp>
      <p:sp>
        <p:nvSpPr>
          <p:cNvPr id="19" name="figure-example_b-5">
            <a:extLst xmlns:a="http://schemas.openxmlformats.org/drawingml/2006/main">
              <a:ext uri="{FF2B5EF4-FFF2-40B4-BE49-F238E27FC236}">
                <a16:creationId xmlns:a16="http://schemas.microsoft.com/office/drawing/2014/main" id="{56F626BB-61EF-4D82-8002-43F18BEAC421}"/>
              </a:ext>
            </a:extLst>
          </p:cNvPr>
          <p:cNvSpPr>
            <a:spLocks xmlns:a="http://schemas.openxmlformats.org/drawingml/2006/main" noGrp="1"/>
          </p:cNvSpPr>
          <p:nvPr/>
        </p:nvSpPr>
        <p:spPr>
          <a:xfrm xmlns:a="http://schemas.openxmlformats.org/drawingml/2006/main">
            <a:off x="8041887" y="3196285"/>
            <a:ext cx="939394" cy="939394"/>
          </a:xfrm>
          <a:prstGeom xmlns:a="http://schemas.openxmlformats.org/drawingml/2006/main" prst="ellipse">
            <a:avLst/>
          </a:prstGeom>
          <a:noFill xmlns:a="http://schemas.openxmlformats.org/drawingml/2006/main"/>
          <a:ln xmlns:a="http://schemas.openxmlformats.org/drawingml/2006/main" w="117424">
            <a:solidFill>
              <a:srgbClr val="FFE45E"/>
            </a:solidFill>
          </a:ln>
        </p:spPr>
      </p:sp>
      <p:sp>
        <p:nvSpPr>
          <p:cNvPr id="20" name="figure-example_b-6">
            <a:extLst xmlns:a="http://schemas.openxmlformats.org/drawingml/2006/main">
              <a:ext uri="{FF2B5EF4-FFF2-40B4-BE49-F238E27FC236}">
                <a16:creationId xmlns:a16="http://schemas.microsoft.com/office/drawing/2014/main" id="{FEF68AC4-DF4E-4325-AB40-F291AAB10AF8}"/>
              </a:ext>
            </a:extLst>
          </p:cNvPr>
          <p:cNvSpPr>
            <a:spLocks xmlns:a="http://schemas.openxmlformats.org/drawingml/2006/main" noGrp="1"/>
          </p:cNvSpPr>
          <p:nvPr/>
        </p:nvSpPr>
        <p:spPr>
          <a:xfrm xmlns:a="http://schemas.openxmlformats.org/drawingml/2006/main">
            <a:off x="9652276" y="3196285"/>
            <a:ext cx="939394" cy="939394"/>
          </a:xfrm>
          <a:prstGeom xmlns:a="http://schemas.openxmlformats.org/drawingml/2006/main" prst="ellipse">
            <a:avLst/>
          </a:prstGeom>
          <a:solidFill xmlns:a="http://schemas.openxmlformats.org/drawingml/2006/main">
            <a:srgbClr val="FF8C32"/>
          </a:solidFill>
          <a:ln xmlns:a="http://schemas.openxmlformats.org/drawingml/2006/main" w="0">
            <a:noFill/>
          </a:ln>
        </p:spPr>
      </p:sp>
      <p:sp>
        <p:nvSpPr>
          <p:cNvPr id="21" name="figure-description-example_b">
            <a:extLst xmlns:a="http://schemas.openxmlformats.org/drawingml/2006/main">
              <a:ext uri="{FF2B5EF4-FFF2-40B4-BE49-F238E27FC236}">
                <a16:creationId xmlns:a16="http://schemas.microsoft.com/office/drawing/2014/main" id="{E7E8DAB7-3CE4-4C48-B017-A1DA7BB79A19}"/>
              </a:ext>
            </a:extLst>
          </p:cNvPr>
          <p:cNvSpPr>
            <a:spLocks xmlns:a="http://schemas.openxmlformats.org/drawingml/2006/main" noGrp="1"/>
          </p:cNvSpPr>
          <p:nvPr/>
        </p:nvSpPr>
        <p:spPr>
          <a:xfrm xmlns:a="http://schemas.openxmlformats.org/drawingml/2006/main">
            <a:off x="381000" y="5617845"/>
            <a:ext cx="11430000" cy="5162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B has the same yellow-ring and orange-dot row as A, with the same size, order and gaps, on a pale yellow ground. Its yellow rings are less clear.</a:t>
            </a:r>
          </a:p>
        </p:txBody>
      </p:sp>
    </p:spTree>
    <p:extLst>
      <p:ext uri="{BB962C8B-B14F-4D97-AF65-F5344CB8AC3E}">
        <p14:creationId xmlns:p14="http://schemas.microsoft.com/office/powerpoint/2010/main" val="756614584"/>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D258D573-3ED8-4834-B318-AEA115F33796}"/>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56B51"/>
                </a:solidFill>
                <a:latin typeface="Arial"/>
                <a:ea typeface="Arial"/>
                <a:cs typeface="Arial"/>
              </a:defRPr>
            </a:defPPr>
          </a:lstStyle>
          <a:p xmlns:a="http://schemas.openxmlformats.org/drawingml/2006/main">
            <a:pPr algn="l">
              <a:lnSpc>
                <a:spcPct val="108000"/>
              </a:lnSpc>
              <a:buNone/>
              <a:defRPr sz="1050" b="1" lang="en-GB">
                <a:solidFill>
                  <a:srgbClr val="356B51"/>
                </a:solidFill>
                <a:latin typeface="Arial"/>
                <a:ea typeface="Arial"/>
                <a:cs typeface="Arial"/>
              </a:defRPr>
            </a:pPr>
            <a:r>
              <a:rPr sz="1050" b="1" lang="en-GB">
                <a:solidFill>
                  <a:srgbClr val="356B51"/>
                </a:solidFill>
                <a:latin typeface="Arial"/>
                <a:ea typeface="Arial"/>
                <a:cs typeface="Arial"/>
              </a:rPr>
              <a:t>Art · GROW · Autumn 2 · Week 1</a:t>
            </a:r>
          </a:p>
        </p:txBody>
      </p:sp>
      <p:sp>
        <p:nvSpPr>
          <p:cNvPr id="2" name="stage-time">
            <a:extLst xmlns:a="http://schemas.openxmlformats.org/drawingml/2006/main">
              <a:ext uri="{FF2B5EF4-FFF2-40B4-BE49-F238E27FC236}">
                <a16:creationId xmlns:a16="http://schemas.microsoft.com/office/drawing/2014/main" id="{DDFD119F-AFE4-42AB-818B-E0768BF1E92A}"/>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56B51"/>
                </a:solidFill>
                <a:latin typeface="Arial"/>
                <a:ea typeface="Arial"/>
                <a:cs typeface="Arial"/>
              </a:defRPr>
            </a:defPPr>
          </a:lstStyle>
          <a:p xmlns:a="http://schemas.openxmlformats.org/drawingml/2006/main">
            <a:pPr algn="r">
              <a:lnSpc>
                <a:spcPct val="108000"/>
              </a:lnSpc>
              <a:buNone/>
              <a:defRPr sz="1425" b="1" lang="en-GB">
                <a:solidFill>
                  <a:srgbClr val="356B51"/>
                </a:solidFill>
                <a:latin typeface="Arial"/>
                <a:ea typeface="Arial"/>
                <a:cs typeface="Arial"/>
              </a:defRPr>
            </a:pPr>
            <a:r>
              <a:rPr sz="1425" b="1" lang="en-GB">
                <a:solidFill>
                  <a:srgbClr val="356B51"/>
                </a:solidFill>
                <a:latin typeface="Arial"/>
                <a:ea typeface="Arial"/>
                <a:cs typeface="Arial"/>
              </a:rPr>
              <a:t>You do · 15 min · 22 to 37</a:t>
            </a:r>
          </a:p>
        </p:txBody>
      </p:sp>
      <p:sp>
        <p:nvSpPr>
          <p:cNvPr id="3" name="slide-title">
            <a:extLst xmlns:a="http://schemas.openxmlformats.org/drawingml/2006/main">
              <a:ext uri="{FF2B5EF4-FFF2-40B4-BE49-F238E27FC236}">
                <a16:creationId xmlns:a16="http://schemas.microsoft.com/office/drawing/2014/main" id="{27622E5F-76B0-49A6-B448-923496E76FF6}"/>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56B51"/>
                </a:solidFill>
                <a:latin typeface="Arial"/>
                <a:ea typeface="Arial"/>
                <a:cs typeface="Arial"/>
              </a:defRPr>
            </a:defPPr>
          </a:lstStyle>
          <a:p xmlns:a="http://schemas.openxmlformats.org/drawingml/2006/main">
            <a:pPr algn="l">
              <a:lnSpc>
                <a:spcPct val="108000"/>
              </a:lnSpc>
              <a:buNone/>
              <a:defRPr sz="2700" b="1" lang="en-GB">
                <a:solidFill>
                  <a:srgbClr val="356B51"/>
                </a:solidFill>
                <a:latin typeface="Arial"/>
                <a:ea typeface="Arial"/>
                <a:cs typeface="Arial"/>
              </a:defRPr>
            </a:pPr>
            <a:r>
              <a:rPr sz="2700" b="1" lang="en-GB">
                <a:solidFill>
                  <a:srgbClr val="356B51"/>
                </a:solidFill>
                <a:latin typeface="Arial"/>
                <a:ea typeface="Arial"/>
                <a:cs typeface="Arial"/>
              </a:rPr>
              <a:t>You do · choose one route</a:t>
            </a:r>
          </a:p>
        </p:txBody>
      </p:sp>
      <p:sp>
        <p:nvSpPr>
          <p:cNvPr id="4" name="tier-route-label">
            <a:extLst xmlns:a="http://schemas.openxmlformats.org/drawingml/2006/main">
              <a:ext uri="{FF2B5EF4-FFF2-40B4-BE49-F238E27FC236}">
                <a16:creationId xmlns:a16="http://schemas.microsoft.com/office/drawing/2014/main" id="{2706F138-C8E2-45A5-A4E9-8A5998F24128}"/>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356B51"/>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Independent</a:t>
            </a:r>
          </a:p>
        </p:txBody>
      </p:sp>
      <p:pic>
        <p:nvPicPr>
          <p:cNvPr id="5" name="">
            <a:extLst xmlns:a="http://schemas.openxmlformats.org/drawingml/2006/main">
              <a:ext uri="{FF2B5EF4-FFF2-40B4-BE49-F238E27FC236}">
                <a16:creationId xmlns:a16="http://schemas.microsoft.com/office/drawing/2014/main" id="{0D9D5A75-2B19-48B7-BD43-33F48DF7AC27}"/>
              </a:ext>
            </a:extLst>
          </p:cNvPr>
          <p:cNvPicPr>
            <a:picLocks xmlns:a="http://schemas.openxmlformats.org/drawingml/2006/main" noChangeAspect="1"/>
          </p:cNvPicPr>
          <p:nvPr/>
        </p:nvPicPr>
        <p:blipFill>
          <a:blip xmlns:r="http://schemas.openxmlformats.org/officeDocument/2006/relationships" xmlns:a="http://schemas.openxmlformats.org/drawingml/2006/main" r:embed="R45349e5a02d743c9"/>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A61B5B68-CC67-4935-A8BC-7022EC123D22}"/>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4D7D388A-C169-4769-8A9A-6AAD197E274C}"/>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FF2B26E1-F91A-433C-A745-364223983F4B}"/>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347C068A-D953-4BB5-9B8F-80A775F2790A}"/>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E120D6D5-539D-48BD-8022-EBFD921D3B04}"/>
              </a:ext>
            </a:extLst>
          </p:cNvPr>
          <p:cNvSpPr>
            <a:spLocks xmlns:a="http://schemas.openxmlformats.org/drawingml/2006/main" noGrp="1"/>
          </p:cNvSpPr>
          <p:nvPr/>
        </p:nvSpPr>
        <p:spPr>
          <a:xfrm xmlns:a="http://schemas.openxmlformats.org/drawingml/2006/main">
            <a:off x="6667500" y="1143000"/>
            <a:ext cx="4267200" cy="85725"/>
          </a:xfrm>
          <a:prstGeom xmlns:a="http://schemas.openxmlformats.org/drawingml/2006/main" prst="rect">
            <a:avLst/>
          </a:prstGeom>
          <a:solidFill xmlns:a="http://schemas.openxmlformats.org/drawingml/2006/main">
            <a:srgbClr val="356B51"/>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1DE5EA23-05D3-481C-B0EC-3CD0D9E042EB}"/>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7C4AE7D1-8FD3-4B5F-9BEC-0BD7BC4711D7}"/>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ART-GROW-A2-W01-P2 · version ______</a:t>
            </a:r>
          </a:p>
        </p:txBody>
      </p:sp>
      <p:sp>
        <p:nvSpPr>
          <p:cNvPr id="13" name="licence-footer">
            <a:extLst xmlns:a="http://schemas.openxmlformats.org/drawingml/2006/main">
              <a:ext uri="{FF2B5EF4-FFF2-40B4-BE49-F238E27FC236}">
                <a16:creationId xmlns:a16="http://schemas.microsoft.com/office/drawing/2014/main" id="{5C510BE3-8DB2-4649-A867-CE24FAD6C058}"/>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D3615281-9A00-4563-A504-4C4490285F2B}"/>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small artwork or directed plan, one strength and one change.</a:t>
            </a:r>
          </a:p>
        </p:txBody>
      </p:sp>
      <p:sp>
        <p:nvSpPr>
          <p:cNvPr id="15" name="body-0">
            <a:extLst xmlns:a="http://schemas.openxmlformats.org/drawingml/2006/main">
              <a:ext uri="{FF2B5EF4-FFF2-40B4-BE49-F238E27FC236}">
                <a16:creationId xmlns:a16="http://schemas.microsoft.com/office/drawing/2014/main" id="{F98245C6-FEE7-471C-96E8-60BF95B06717}"/>
              </a:ext>
            </a:extLst>
          </p:cNvPr>
          <p:cNvSpPr>
            <a:spLocks xmlns:a="http://schemas.openxmlformats.org/drawingml/2006/main" noGrp="1"/>
          </p:cNvSpPr>
          <p:nvPr/>
        </p:nvSpPr>
        <p:spPr>
          <a:xfrm xmlns:a="http://schemas.openxmlformats.org/drawingml/2006/main">
            <a:off x="381000" y="190461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Plan a small light artwork for an imagined festival display.</a:t>
            </a:r>
          </a:p>
        </p:txBody>
      </p:sp>
      <p:sp>
        <p:nvSpPr>
          <p:cNvPr id="16" name="body-1">
            <a:extLst xmlns:a="http://schemas.openxmlformats.org/drawingml/2006/main">
              <a:ext uri="{FF2B5EF4-FFF2-40B4-BE49-F238E27FC236}">
                <a16:creationId xmlns:a16="http://schemas.microsoft.com/office/drawing/2014/main" id="{74169D96-640E-4896-AB38-C5FABB0A4504}"/>
              </a:ext>
            </a:extLst>
          </p:cNvPr>
          <p:cNvSpPr>
            <a:spLocks xmlns:a="http://schemas.openxmlformats.org/drawingml/2006/main" noGrp="1"/>
          </p:cNvSpPr>
          <p:nvPr/>
        </p:nvSpPr>
        <p:spPr>
          <a:xfrm xmlns:a="http://schemas.openxmlformats.org/drawingml/2006/main">
            <a:off x="381000" y="2446211"/>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Use a dark ground. Choose bright colours that stand out.</a:t>
            </a:r>
          </a:p>
        </p:txBody>
      </p:sp>
      <p:sp>
        <p:nvSpPr>
          <p:cNvPr id="17" name="body-2">
            <a:extLst xmlns:a="http://schemas.openxmlformats.org/drawingml/2006/main">
              <a:ext uri="{FF2B5EF4-FFF2-40B4-BE49-F238E27FC236}">
                <a16:creationId xmlns:a16="http://schemas.microsoft.com/office/drawing/2014/main" id="{A924EF5A-557A-4AFF-A9D6-857A72C1E07B}"/>
              </a:ext>
            </a:extLst>
          </p:cNvPr>
          <p:cNvSpPr>
            <a:spLocks xmlns:a="http://schemas.openxmlformats.org/drawingml/2006/main" noGrp="1"/>
          </p:cNvSpPr>
          <p:nvPr/>
        </p:nvSpPr>
        <p:spPr>
          <a:xfrm xmlns:a="http://schemas.openxmlformats.org/drawingml/2006/main">
            <a:off x="381000" y="2987802"/>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Choose a shape or pair to repeat: dots, rings, rays or your own simple marks.</a:t>
            </a:r>
          </a:p>
        </p:txBody>
      </p:sp>
      <p:sp>
        <p:nvSpPr>
          <p:cNvPr id="18" name="body-3">
            <a:extLst xmlns:a="http://schemas.openxmlformats.org/drawingml/2006/main">
              <a:ext uri="{FF2B5EF4-FFF2-40B4-BE49-F238E27FC236}">
                <a16:creationId xmlns:a16="http://schemas.microsoft.com/office/drawing/2014/main" id="{DC8FAFA7-9413-46F6-98E2-57880101B5AE}"/>
              </a:ext>
            </a:extLst>
          </p:cNvPr>
          <p:cNvSpPr>
            <a:spLocks xmlns:a="http://schemas.openxmlformats.org/drawingml/2006/main" noGrp="1"/>
          </p:cNvSpPr>
          <p:nvPr/>
        </p:nvSpPr>
        <p:spPr>
          <a:xfrm xmlns:a="http://schemas.openxmlformats.org/drawingml/2006/main">
            <a:off x="381000" y="3529394"/>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Make or direct at least three repeats. Keep some dark space around the marks.</a:t>
            </a:r>
          </a:p>
        </p:txBody>
      </p:sp>
      <p:sp>
        <p:nvSpPr>
          <p:cNvPr id="19" name="body-4">
            <a:extLst xmlns:a="http://schemas.openxmlformats.org/drawingml/2006/main">
              <a:ext uri="{FF2B5EF4-FFF2-40B4-BE49-F238E27FC236}">
                <a16:creationId xmlns:a16="http://schemas.microsoft.com/office/drawing/2014/main" id="{FD783F46-7B35-47E1-A4ED-867AE57DEB39}"/>
              </a:ext>
            </a:extLst>
          </p:cNvPr>
          <p:cNvSpPr>
            <a:spLocks xmlns:a="http://schemas.openxmlformats.org/drawingml/2006/main" noGrp="1"/>
          </p:cNvSpPr>
          <p:nvPr/>
        </p:nvSpPr>
        <p:spPr>
          <a:xfrm xmlns:a="http://schemas.openxmlformats.org/drawingml/2006/main">
            <a:off x="381000" y="4070985"/>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Check the work against your chosen colours and repeat.</a:t>
            </a:r>
          </a:p>
        </p:txBody>
      </p:sp>
      <p:sp>
        <p:nvSpPr>
          <p:cNvPr id="20" name="body-5">
            <a:extLst xmlns:a="http://schemas.openxmlformats.org/drawingml/2006/main">
              <a:ext uri="{FF2B5EF4-FFF2-40B4-BE49-F238E27FC236}">
                <a16:creationId xmlns:a16="http://schemas.microsoft.com/office/drawing/2014/main" id="{40280C49-12D7-4392-9144-5F76A0976F08}"/>
              </a:ext>
            </a:extLst>
          </p:cNvPr>
          <p:cNvSpPr>
            <a:spLocks xmlns:a="http://schemas.openxmlformats.org/drawingml/2006/main" noGrp="1"/>
          </p:cNvSpPr>
          <p:nvPr/>
        </p:nvSpPr>
        <p:spPr>
          <a:xfrm xmlns:a="http://schemas.openxmlformats.org/drawingml/2006/main">
            <a:off x="381000" y="4612577"/>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Show one strength: “My ___ works because ___.”</a:t>
            </a:r>
          </a:p>
        </p:txBody>
      </p:sp>
      <p:sp>
        <p:nvSpPr>
          <p:cNvPr id="21" name="body-6">
            <a:extLst xmlns:a="http://schemas.openxmlformats.org/drawingml/2006/main">
              <a:ext uri="{FF2B5EF4-FFF2-40B4-BE49-F238E27FC236}">
                <a16:creationId xmlns:a16="http://schemas.microsoft.com/office/drawing/2014/main" id="{AFDF0177-221D-4C04-9C49-B76BDAFA9F50}"/>
              </a:ext>
            </a:extLst>
          </p:cNvPr>
          <p:cNvSpPr>
            <a:spLocks xmlns:a="http://schemas.openxmlformats.org/drawingml/2006/main" noGrp="1"/>
          </p:cNvSpPr>
          <p:nvPr/>
        </p:nvSpPr>
        <p:spPr>
          <a:xfrm xmlns:a="http://schemas.openxmlformats.org/drawingml/2006/main">
            <a:off x="381000" y="5154168"/>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Show one change: “I could change ___ to ___ because ___.”</a:t>
            </a:r>
          </a:p>
        </p:txBody>
      </p:sp>
    </p:spTree>
    <p:extLst>
      <p:ext uri="{BB962C8B-B14F-4D97-AF65-F5344CB8AC3E}">
        <p14:creationId xmlns:p14="http://schemas.microsoft.com/office/powerpoint/2010/main" val="884988467"/>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lesson-header">
            <a:extLst xmlns:a="http://schemas.openxmlformats.org/drawingml/2006/main">
              <a:ext uri="{FF2B5EF4-FFF2-40B4-BE49-F238E27FC236}">
                <a16:creationId xmlns:a16="http://schemas.microsoft.com/office/drawing/2014/main" id="{0A4F74DE-07D5-436E-9CED-C824DB176CAF}"/>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56B51"/>
                </a:solidFill>
                <a:latin typeface="Arial"/>
                <a:ea typeface="Arial"/>
                <a:cs typeface="Arial"/>
              </a:defRPr>
            </a:defPPr>
          </a:lstStyle>
          <a:p xmlns:a="http://schemas.openxmlformats.org/drawingml/2006/main">
            <a:pPr algn="l">
              <a:lnSpc>
                <a:spcPct val="108000"/>
              </a:lnSpc>
              <a:buNone/>
              <a:defRPr sz="1050" b="1" lang="en-GB">
                <a:solidFill>
                  <a:srgbClr val="356B51"/>
                </a:solidFill>
                <a:latin typeface="Arial"/>
                <a:ea typeface="Arial"/>
                <a:cs typeface="Arial"/>
              </a:defRPr>
            </a:pPr>
            <a:r>
              <a:rPr sz="1050" b="1" lang="en-GB">
                <a:solidFill>
                  <a:srgbClr val="356B51"/>
                </a:solidFill>
                <a:latin typeface="Arial"/>
                <a:ea typeface="Arial"/>
                <a:cs typeface="Arial"/>
              </a:rPr>
              <a:t>Art · GROW · Autumn 2 · Week 1</a:t>
            </a:r>
          </a:p>
        </p:txBody>
      </p:sp>
      <p:sp>
        <p:nvSpPr>
          <p:cNvPr id="2" name="stage-time">
            <a:extLst xmlns:a="http://schemas.openxmlformats.org/drawingml/2006/main">
              <a:ext uri="{FF2B5EF4-FFF2-40B4-BE49-F238E27FC236}">
                <a16:creationId xmlns:a16="http://schemas.microsoft.com/office/drawing/2014/main" id="{DAEB8B52-CA57-4FE0-A464-3A77A36AA64A}"/>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56B51"/>
                </a:solidFill>
                <a:latin typeface="Arial"/>
                <a:ea typeface="Arial"/>
                <a:cs typeface="Arial"/>
              </a:defRPr>
            </a:defPPr>
          </a:lstStyle>
          <a:p xmlns:a="http://schemas.openxmlformats.org/drawingml/2006/main">
            <a:pPr algn="r">
              <a:lnSpc>
                <a:spcPct val="108000"/>
              </a:lnSpc>
              <a:buNone/>
              <a:defRPr sz="1425" b="1" lang="en-GB">
                <a:solidFill>
                  <a:srgbClr val="356B51"/>
                </a:solidFill>
                <a:latin typeface="Arial"/>
                <a:ea typeface="Arial"/>
                <a:cs typeface="Arial"/>
              </a:defRPr>
            </a:pPr>
            <a:r>
              <a:rPr sz="1425" b="1" lang="en-GB">
                <a:solidFill>
                  <a:srgbClr val="356B51"/>
                </a:solidFill>
                <a:latin typeface="Arial"/>
                <a:ea typeface="Arial"/>
                <a:cs typeface="Arial"/>
              </a:rPr>
              <a:t>You do · 15 min · 22 to 37</a:t>
            </a:r>
          </a:p>
        </p:txBody>
      </p:sp>
      <p:sp>
        <p:nvSpPr>
          <p:cNvPr id="3" name="slide-title">
            <a:extLst xmlns:a="http://schemas.openxmlformats.org/drawingml/2006/main">
              <a:ext uri="{FF2B5EF4-FFF2-40B4-BE49-F238E27FC236}">
                <a16:creationId xmlns:a16="http://schemas.microsoft.com/office/drawing/2014/main" id="{3819E807-433A-46BE-AAE9-3893E4AF1B68}"/>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56B51"/>
                </a:solidFill>
                <a:latin typeface="Arial"/>
                <a:ea typeface="Arial"/>
                <a:cs typeface="Arial"/>
              </a:defRPr>
            </a:defPPr>
          </a:lstStyle>
          <a:p xmlns:a="http://schemas.openxmlformats.org/drawingml/2006/main">
            <a:pPr algn="l">
              <a:lnSpc>
                <a:spcPct val="108000"/>
              </a:lnSpc>
              <a:buNone/>
              <a:defRPr sz="2700" b="1" lang="en-GB">
                <a:solidFill>
                  <a:srgbClr val="356B51"/>
                </a:solidFill>
                <a:latin typeface="Arial"/>
                <a:ea typeface="Arial"/>
                <a:cs typeface="Arial"/>
              </a:defRPr>
            </a:pPr>
            <a:r>
              <a:rPr sz="2700" b="1" lang="en-GB">
                <a:solidFill>
                  <a:srgbClr val="356B51"/>
                </a:solidFill>
                <a:latin typeface="Arial"/>
                <a:ea typeface="Arial"/>
                <a:cs typeface="Arial"/>
              </a:rPr>
              <a:t>You do · choose one route · continued</a:t>
            </a:r>
          </a:p>
        </p:txBody>
      </p:sp>
      <p:sp>
        <p:nvSpPr>
          <p:cNvPr id="4" name="tier-route-label">
            <a:extLst xmlns:a="http://schemas.openxmlformats.org/drawingml/2006/main">
              <a:ext uri="{FF2B5EF4-FFF2-40B4-BE49-F238E27FC236}">
                <a16:creationId xmlns:a16="http://schemas.microsoft.com/office/drawing/2014/main" id="{04B01A96-CF4A-419F-9370-62DFC6713B8B}"/>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356B51"/>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Independent</a:t>
            </a:r>
          </a:p>
        </p:txBody>
      </p:sp>
      <p:pic>
        <p:nvPicPr>
          <p:cNvPr id="5" name="">
            <a:extLst xmlns:a="http://schemas.openxmlformats.org/drawingml/2006/main">
              <a:ext uri="{FF2B5EF4-FFF2-40B4-BE49-F238E27FC236}">
                <a16:creationId xmlns:a16="http://schemas.microsoft.com/office/drawing/2014/main" id="{15CEC313-A552-4C8A-8673-FABC82DA9AC1}"/>
              </a:ext>
            </a:extLst>
          </p:cNvPr>
          <p:cNvPicPr>
            <a:picLocks xmlns:a="http://schemas.openxmlformats.org/drawingml/2006/main" noChangeAspect="1"/>
          </p:cNvPicPr>
          <p:nvPr/>
        </p:nvPicPr>
        <p:blipFill>
          <a:blip xmlns:r="http://schemas.openxmlformats.org/officeDocument/2006/relationships" xmlns:a="http://schemas.openxmlformats.org/drawingml/2006/main" r:embed="R3578f621537940ea"/>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E6933095-E9FA-46FA-AF5F-6D884C3AF458}"/>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37947DD5-64B7-492E-99B1-7943ECAE5373}"/>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07A259EB-90E4-4649-8156-03DDCF9A8A45}"/>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FB18D03E-5EF1-48CD-A99C-882E1801EA2A}"/>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4EA848A3-6184-49BC-9B89-AC9F992210CB}"/>
              </a:ext>
            </a:extLst>
          </p:cNvPr>
          <p:cNvSpPr>
            <a:spLocks xmlns:a="http://schemas.openxmlformats.org/drawingml/2006/main" noGrp="1"/>
          </p:cNvSpPr>
          <p:nvPr/>
        </p:nvSpPr>
        <p:spPr>
          <a:xfrm xmlns:a="http://schemas.openxmlformats.org/drawingml/2006/main">
            <a:off x="6667500" y="1143000"/>
            <a:ext cx="4267200" cy="85725"/>
          </a:xfrm>
          <a:prstGeom xmlns:a="http://schemas.openxmlformats.org/drawingml/2006/main" prst="rect">
            <a:avLst/>
          </a:prstGeom>
          <a:solidFill xmlns:a="http://schemas.openxmlformats.org/drawingml/2006/main">
            <a:srgbClr val="356B51"/>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88C6A048-57E5-4FF9-8EE3-1EC680DA9B16}"/>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7A3301F8-0004-41EE-89E8-23416B824EEA}"/>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ART-GROW-A2-W01-P2 · version ______</a:t>
            </a:r>
          </a:p>
        </p:txBody>
      </p:sp>
      <p:sp>
        <p:nvSpPr>
          <p:cNvPr id="13" name="licence-footer">
            <a:extLst xmlns:a="http://schemas.openxmlformats.org/drawingml/2006/main">
              <a:ext uri="{FF2B5EF4-FFF2-40B4-BE49-F238E27FC236}">
                <a16:creationId xmlns:a16="http://schemas.microsoft.com/office/drawing/2014/main" id="{0F835EEB-A338-4DE5-B694-03E5C927347D}"/>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0952D0C3-99AB-4312-AE9E-53C00A84D2C2}"/>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small artwork or directed plan, one strength and one change.</a:t>
            </a:r>
          </a:p>
        </p:txBody>
      </p:sp>
      <p:sp>
        <p:nvSpPr>
          <p:cNvPr id="15" name="body-0">
            <a:extLst xmlns:a="http://schemas.openxmlformats.org/drawingml/2006/main">
              <a:ext uri="{FF2B5EF4-FFF2-40B4-BE49-F238E27FC236}">
                <a16:creationId xmlns:a16="http://schemas.microsoft.com/office/drawing/2014/main" id="{EAA04DA6-79FB-4B06-A1F2-8064E1CCDD1C}"/>
              </a:ext>
            </a:extLst>
          </p:cNvPr>
          <p:cNvSpPr>
            <a:spLocks xmlns:a="http://schemas.openxmlformats.org/drawingml/2006/main" noGrp="1"/>
          </p:cNvSpPr>
          <p:nvPr/>
        </p:nvSpPr>
        <p:spPr>
          <a:xfrm xmlns:a="http://schemas.openxmlformats.org/drawingml/2006/main">
            <a:off x="381000" y="190461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Review: Test or direct a small part of that change. Keep the repeat clear.</a:t>
            </a:r>
          </a:p>
        </p:txBody>
      </p:sp>
    </p:spTree>
    <p:extLst>
      <p:ext uri="{BB962C8B-B14F-4D97-AF65-F5344CB8AC3E}">
        <p14:creationId xmlns:p14="http://schemas.microsoft.com/office/powerpoint/2010/main" val="1510684806"/>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BD577B58-56DB-45FC-8A0B-83B8CB13CD5D}"/>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56B51"/>
                </a:solidFill>
                <a:latin typeface="Arial"/>
                <a:ea typeface="Arial"/>
                <a:cs typeface="Arial"/>
              </a:defRPr>
            </a:defPPr>
          </a:lstStyle>
          <a:p xmlns:a="http://schemas.openxmlformats.org/drawingml/2006/main">
            <a:pPr algn="l">
              <a:lnSpc>
                <a:spcPct val="108000"/>
              </a:lnSpc>
              <a:buNone/>
              <a:defRPr sz="1050" b="1" lang="en-GB">
                <a:solidFill>
                  <a:srgbClr val="356B51"/>
                </a:solidFill>
                <a:latin typeface="Arial"/>
                <a:ea typeface="Arial"/>
                <a:cs typeface="Arial"/>
              </a:defRPr>
            </a:pPr>
            <a:r>
              <a:rPr sz="1050" b="1" lang="en-GB">
                <a:solidFill>
                  <a:srgbClr val="356B51"/>
                </a:solidFill>
                <a:latin typeface="Arial"/>
                <a:ea typeface="Arial"/>
                <a:cs typeface="Arial"/>
              </a:rPr>
              <a:t>Art · GROW · Autumn 2 · Week 1</a:t>
            </a:r>
          </a:p>
        </p:txBody>
      </p:sp>
      <p:sp>
        <p:nvSpPr>
          <p:cNvPr id="2" name="stage-time">
            <a:extLst xmlns:a="http://schemas.openxmlformats.org/drawingml/2006/main">
              <a:ext uri="{FF2B5EF4-FFF2-40B4-BE49-F238E27FC236}">
                <a16:creationId xmlns:a16="http://schemas.microsoft.com/office/drawing/2014/main" id="{017E565E-9541-456A-9286-F14E1DA174FD}"/>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56B51"/>
                </a:solidFill>
                <a:latin typeface="Arial"/>
                <a:ea typeface="Arial"/>
                <a:cs typeface="Arial"/>
              </a:defRPr>
            </a:defPPr>
          </a:lstStyle>
          <a:p xmlns:a="http://schemas.openxmlformats.org/drawingml/2006/main">
            <a:pPr algn="r">
              <a:lnSpc>
                <a:spcPct val="108000"/>
              </a:lnSpc>
              <a:buNone/>
              <a:defRPr sz="1425" b="1" lang="en-GB">
                <a:solidFill>
                  <a:srgbClr val="356B51"/>
                </a:solidFill>
                <a:latin typeface="Arial"/>
                <a:ea typeface="Arial"/>
                <a:cs typeface="Arial"/>
              </a:defRPr>
            </a:pPr>
            <a:r>
              <a:rPr sz="1425" b="1" lang="en-GB">
                <a:solidFill>
                  <a:srgbClr val="356B51"/>
                </a:solidFill>
                <a:latin typeface="Arial"/>
                <a:ea typeface="Arial"/>
                <a:cs typeface="Arial"/>
              </a:rPr>
              <a:t>You do · 15 min · 22 to 37</a:t>
            </a:r>
          </a:p>
        </p:txBody>
      </p:sp>
      <p:sp>
        <p:nvSpPr>
          <p:cNvPr id="3" name="slide-title">
            <a:extLst xmlns:a="http://schemas.openxmlformats.org/drawingml/2006/main">
              <a:ext uri="{FF2B5EF4-FFF2-40B4-BE49-F238E27FC236}">
                <a16:creationId xmlns:a16="http://schemas.microsoft.com/office/drawing/2014/main" id="{7B0E24DE-AC42-4AA3-840A-E90083E416D0}"/>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56B51"/>
                </a:solidFill>
                <a:latin typeface="Arial"/>
                <a:ea typeface="Arial"/>
                <a:cs typeface="Arial"/>
              </a:defRPr>
            </a:defPPr>
          </a:lstStyle>
          <a:p xmlns:a="http://schemas.openxmlformats.org/drawingml/2006/main">
            <a:pPr algn="l">
              <a:lnSpc>
                <a:spcPct val="108000"/>
              </a:lnSpc>
              <a:buNone/>
              <a:defRPr sz="2700" b="1" lang="en-GB">
                <a:solidFill>
                  <a:srgbClr val="356B51"/>
                </a:solidFill>
                <a:latin typeface="Arial"/>
                <a:ea typeface="Arial"/>
                <a:cs typeface="Arial"/>
              </a:defRPr>
            </a:pPr>
            <a:r>
              <a:rPr sz="2700" b="1" lang="en-GB">
                <a:solidFill>
                  <a:srgbClr val="356B51"/>
                </a:solidFill>
                <a:latin typeface="Arial"/>
                <a:ea typeface="Arial"/>
                <a:cs typeface="Arial"/>
              </a:rPr>
              <a:t>You do · choose one route</a:t>
            </a:r>
          </a:p>
        </p:txBody>
      </p:sp>
      <p:sp>
        <p:nvSpPr>
          <p:cNvPr id="4" name="tier-route-label">
            <a:extLst xmlns:a="http://schemas.openxmlformats.org/drawingml/2006/main">
              <a:ext uri="{FF2B5EF4-FFF2-40B4-BE49-F238E27FC236}">
                <a16:creationId xmlns:a16="http://schemas.microsoft.com/office/drawing/2014/main" id="{486CEA23-F80F-41D6-AEF0-4C776278BFB5}"/>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356B51"/>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Supported</a:t>
            </a:r>
          </a:p>
        </p:txBody>
      </p:sp>
      <p:pic>
        <p:nvPicPr>
          <p:cNvPr id="5" name="">
            <a:extLst xmlns:a="http://schemas.openxmlformats.org/drawingml/2006/main">
              <a:ext uri="{FF2B5EF4-FFF2-40B4-BE49-F238E27FC236}">
                <a16:creationId xmlns:a16="http://schemas.microsoft.com/office/drawing/2014/main" id="{6E12BA3B-A3D5-48B5-B755-B1496994CD19}"/>
              </a:ext>
            </a:extLst>
          </p:cNvPr>
          <p:cNvPicPr>
            <a:picLocks xmlns:a="http://schemas.openxmlformats.org/drawingml/2006/main" noChangeAspect="1"/>
          </p:cNvPicPr>
          <p:nvPr/>
        </p:nvPicPr>
        <p:blipFill>
          <a:blip xmlns:r="http://schemas.openxmlformats.org/officeDocument/2006/relationships" xmlns:a="http://schemas.openxmlformats.org/drawingml/2006/main" r:embed="Ra7970c7d8766454b"/>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E4A82AEF-662C-4FDD-9A3E-FBCED3346BD4}"/>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C7B529EF-58F0-4108-BEAE-1EA63D33B51B}"/>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22BC666D-1F30-4190-ABAD-56D51AADC18A}"/>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47CE37B2-D2E1-40C9-8887-48CC47D1D3E4}"/>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035E298D-99C3-4C00-A863-D918D2F8605B}"/>
              </a:ext>
            </a:extLst>
          </p:cNvPr>
          <p:cNvSpPr>
            <a:spLocks xmlns:a="http://schemas.openxmlformats.org/drawingml/2006/main" noGrp="1"/>
          </p:cNvSpPr>
          <p:nvPr/>
        </p:nvSpPr>
        <p:spPr>
          <a:xfrm xmlns:a="http://schemas.openxmlformats.org/drawingml/2006/main">
            <a:off x="6667500" y="1143000"/>
            <a:ext cx="4267200" cy="85725"/>
          </a:xfrm>
          <a:prstGeom xmlns:a="http://schemas.openxmlformats.org/drawingml/2006/main" prst="rect">
            <a:avLst/>
          </a:prstGeom>
          <a:solidFill xmlns:a="http://schemas.openxmlformats.org/drawingml/2006/main">
            <a:srgbClr val="356B51"/>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7E72830B-27AE-4E58-B34C-745802A3478F}"/>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46AAD0D8-6ED0-4C7A-A8AF-3C7556476B95}"/>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ART-GROW-A2-W01-P2 · version ______</a:t>
            </a:r>
          </a:p>
        </p:txBody>
      </p:sp>
      <p:sp>
        <p:nvSpPr>
          <p:cNvPr id="13" name="licence-footer">
            <a:extLst xmlns:a="http://schemas.openxmlformats.org/drawingml/2006/main">
              <a:ext uri="{FF2B5EF4-FFF2-40B4-BE49-F238E27FC236}">
                <a16:creationId xmlns:a16="http://schemas.microsoft.com/office/drawing/2014/main" id="{835648B9-EB25-4ED3-A4AF-9359B528708F}"/>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62D3C88C-35CA-46D4-BF84-8BB4D17B4A6F}"/>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small artwork or directed plan, one strength and one change.</a:t>
            </a:r>
          </a:p>
        </p:txBody>
      </p:sp>
      <p:sp>
        <p:nvSpPr>
          <p:cNvPr id="15" name="body-0">
            <a:extLst xmlns:a="http://schemas.openxmlformats.org/drawingml/2006/main">
              <a:ext uri="{FF2B5EF4-FFF2-40B4-BE49-F238E27FC236}">
                <a16:creationId xmlns:a16="http://schemas.microsoft.com/office/drawing/2014/main" id="{50FC4069-8C1A-40A5-B4DE-396D5B8E77A6}"/>
              </a:ext>
            </a:extLst>
          </p:cNvPr>
          <p:cNvSpPr>
            <a:spLocks xmlns:a="http://schemas.openxmlformats.org/drawingml/2006/main" noGrp="1"/>
          </p:cNvSpPr>
          <p:nvPr/>
        </p:nvSpPr>
        <p:spPr>
          <a:xfrm xmlns:a="http://schemas.openxmlformats.org/drawingml/2006/main">
            <a:off x="381000" y="190461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Use a small piece of dark paper.</a:t>
            </a:r>
          </a:p>
        </p:txBody>
      </p:sp>
      <p:sp>
        <p:nvSpPr>
          <p:cNvPr id="16" name="body-1">
            <a:extLst xmlns:a="http://schemas.openxmlformats.org/drawingml/2006/main">
              <a:ext uri="{FF2B5EF4-FFF2-40B4-BE49-F238E27FC236}">
                <a16:creationId xmlns:a16="http://schemas.microsoft.com/office/drawing/2014/main" id="{5E605B67-28E0-494C-B533-1B49A6AF3BEF}"/>
              </a:ext>
            </a:extLst>
          </p:cNvPr>
          <p:cNvSpPr>
            <a:spLocks xmlns:a="http://schemas.openxmlformats.org/drawingml/2006/main" noGrp="1"/>
          </p:cNvSpPr>
          <p:nvPr/>
        </p:nvSpPr>
        <p:spPr>
          <a:xfrm xmlns:a="http://schemas.openxmlformats.org/drawingml/2006/main">
            <a:off x="381000" y="2446211"/>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Choose your pair of marks.</a:t>
            </a:r>
          </a:p>
        </p:txBody>
      </p:sp>
      <p:sp>
        <p:nvSpPr>
          <p:cNvPr id="17" name="body-2">
            <a:extLst xmlns:a="http://schemas.openxmlformats.org/drawingml/2006/main">
              <a:ext uri="{FF2B5EF4-FFF2-40B4-BE49-F238E27FC236}">
                <a16:creationId xmlns:a16="http://schemas.microsoft.com/office/drawing/2014/main" id="{B68E8AA2-4F45-4CC1-9E1E-FBA039C55DED}"/>
              </a:ext>
            </a:extLst>
          </p:cNvPr>
          <p:cNvSpPr>
            <a:spLocks xmlns:a="http://schemas.openxmlformats.org/drawingml/2006/main" noGrp="1"/>
          </p:cNvSpPr>
          <p:nvPr/>
        </p:nvSpPr>
        <p:spPr>
          <a:xfrm xmlns:a="http://schemas.openxmlformats.org/drawingml/2006/main">
            <a:off x="381000" y="2987802"/>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A: Yellow ring / orange dot.</a:t>
            </a:r>
          </a:p>
        </p:txBody>
      </p:sp>
      <p:sp>
        <p:nvSpPr>
          <p:cNvPr id="18" name="body-3">
            <a:extLst xmlns:a="http://schemas.openxmlformats.org/drawingml/2006/main">
              <a:ext uri="{FF2B5EF4-FFF2-40B4-BE49-F238E27FC236}">
                <a16:creationId xmlns:a16="http://schemas.microsoft.com/office/drawing/2014/main" id="{D5FBFCDD-34B5-4206-8666-C06AAB72F446}"/>
              </a:ext>
            </a:extLst>
          </p:cNvPr>
          <p:cNvSpPr>
            <a:spLocks xmlns:a="http://schemas.openxmlformats.org/drawingml/2006/main" noGrp="1"/>
          </p:cNvSpPr>
          <p:nvPr/>
        </p:nvSpPr>
        <p:spPr>
          <a:xfrm xmlns:a="http://schemas.openxmlformats.org/drawingml/2006/main">
            <a:off x="381000" y="3529394"/>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B: Light blue ring / light green dot.</a:t>
            </a:r>
          </a:p>
        </p:txBody>
      </p:sp>
      <p:sp>
        <p:nvSpPr>
          <p:cNvPr id="19" name="body-4">
            <a:extLst xmlns:a="http://schemas.openxmlformats.org/drawingml/2006/main">
              <a:ext uri="{FF2B5EF4-FFF2-40B4-BE49-F238E27FC236}">
                <a16:creationId xmlns:a16="http://schemas.microsoft.com/office/drawing/2014/main" id="{BAFDB851-0EB2-4131-88B1-CB9AEC93A6BD}"/>
              </a:ext>
            </a:extLst>
          </p:cNvPr>
          <p:cNvSpPr>
            <a:spLocks xmlns:a="http://schemas.openxmlformats.org/drawingml/2006/main" noGrp="1"/>
          </p:cNvSpPr>
          <p:nvPr/>
        </p:nvSpPr>
        <p:spPr>
          <a:xfrm xmlns:a="http://schemas.openxmlformats.org/drawingml/2006/main">
            <a:off x="381000" y="4070985"/>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Make or direct your pair three times with an adult.</a:t>
            </a:r>
          </a:p>
        </p:txBody>
      </p:sp>
      <p:sp>
        <p:nvSpPr>
          <p:cNvPr id="20" name="body-5">
            <a:extLst xmlns:a="http://schemas.openxmlformats.org/drawingml/2006/main">
              <a:ext uri="{FF2B5EF4-FFF2-40B4-BE49-F238E27FC236}">
                <a16:creationId xmlns:a16="http://schemas.microsoft.com/office/drawing/2014/main" id="{940F88F6-8676-48C9-985E-6135E0F864CD}"/>
              </a:ext>
            </a:extLst>
          </p:cNvPr>
          <p:cNvSpPr>
            <a:spLocks xmlns:a="http://schemas.openxmlformats.org/drawingml/2006/main" noGrp="1"/>
          </p:cNvSpPr>
          <p:nvPr/>
        </p:nvSpPr>
        <p:spPr>
          <a:xfrm xmlns:a="http://schemas.openxmlformats.org/drawingml/2006/main">
            <a:off x="381000" y="4612577"/>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Check: do your bright marks stand out?</a:t>
            </a:r>
          </a:p>
        </p:txBody>
      </p:sp>
      <p:sp>
        <p:nvSpPr>
          <p:cNvPr id="21" name="body-6">
            <a:extLst xmlns:a="http://schemas.openxmlformats.org/drawingml/2006/main">
              <a:ext uri="{FF2B5EF4-FFF2-40B4-BE49-F238E27FC236}">
                <a16:creationId xmlns:a16="http://schemas.microsoft.com/office/drawing/2014/main" id="{A798E22C-1CA1-445C-AA53-0B0F2FD97E11}"/>
              </a:ext>
            </a:extLst>
          </p:cNvPr>
          <p:cNvSpPr>
            <a:spLocks xmlns:a="http://schemas.openxmlformats.org/drawingml/2006/main" noGrp="1"/>
          </p:cNvSpPr>
          <p:nvPr/>
        </p:nvSpPr>
        <p:spPr>
          <a:xfrm xmlns:a="http://schemas.openxmlformats.org/drawingml/2006/main">
            <a:off x="381000" y="5154168"/>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Check: can you follow the same pair each time?</a:t>
            </a:r>
          </a:p>
        </p:txBody>
      </p:sp>
    </p:spTree>
    <p:extLst>
      <p:ext uri="{BB962C8B-B14F-4D97-AF65-F5344CB8AC3E}">
        <p14:creationId xmlns:p14="http://schemas.microsoft.com/office/powerpoint/2010/main" val="2034406958"/>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lesson-header">
            <a:extLst xmlns:a="http://schemas.openxmlformats.org/drawingml/2006/main">
              <a:ext uri="{FF2B5EF4-FFF2-40B4-BE49-F238E27FC236}">
                <a16:creationId xmlns:a16="http://schemas.microsoft.com/office/drawing/2014/main" id="{F8711A98-F9BE-49CE-813D-086C81859A35}"/>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56B51"/>
                </a:solidFill>
                <a:latin typeface="Arial"/>
                <a:ea typeface="Arial"/>
                <a:cs typeface="Arial"/>
              </a:defRPr>
            </a:defPPr>
          </a:lstStyle>
          <a:p xmlns:a="http://schemas.openxmlformats.org/drawingml/2006/main">
            <a:pPr algn="l">
              <a:lnSpc>
                <a:spcPct val="108000"/>
              </a:lnSpc>
              <a:buNone/>
              <a:defRPr sz="1050" b="1" lang="en-GB">
                <a:solidFill>
                  <a:srgbClr val="356B51"/>
                </a:solidFill>
                <a:latin typeface="Arial"/>
                <a:ea typeface="Arial"/>
                <a:cs typeface="Arial"/>
              </a:defRPr>
            </a:pPr>
            <a:r>
              <a:rPr sz="1050" b="1" lang="en-GB">
                <a:solidFill>
                  <a:srgbClr val="356B51"/>
                </a:solidFill>
                <a:latin typeface="Arial"/>
                <a:ea typeface="Arial"/>
                <a:cs typeface="Arial"/>
              </a:rPr>
              <a:t>Art · GROW · Autumn 2 · Week 1</a:t>
            </a:r>
          </a:p>
        </p:txBody>
      </p:sp>
      <p:sp>
        <p:nvSpPr>
          <p:cNvPr id="2" name="stage-time">
            <a:extLst xmlns:a="http://schemas.openxmlformats.org/drawingml/2006/main">
              <a:ext uri="{FF2B5EF4-FFF2-40B4-BE49-F238E27FC236}">
                <a16:creationId xmlns:a16="http://schemas.microsoft.com/office/drawing/2014/main" id="{E625B8B9-B531-41A3-A27C-D1199D8B6633}"/>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56B51"/>
                </a:solidFill>
                <a:latin typeface="Arial"/>
                <a:ea typeface="Arial"/>
                <a:cs typeface="Arial"/>
              </a:defRPr>
            </a:defPPr>
          </a:lstStyle>
          <a:p xmlns:a="http://schemas.openxmlformats.org/drawingml/2006/main">
            <a:pPr algn="r">
              <a:lnSpc>
                <a:spcPct val="108000"/>
              </a:lnSpc>
              <a:buNone/>
              <a:defRPr sz="1425" b="1" lang="en-GB">
                <a:solidFill>
                  <a:srgbClr val="356B51"/>
                </a:solidFill>
                <a:latin typeface="Arial"/>
                <a:ea typeface="Arial"/>
                <a:cs typeface="Arial"/>
              </a:defRPr>
            </a:pPr>
            <a:r>
              <a:rPr sz="1425" b="1" lang="en-GB">
                <a:solidFill>
                  <a:srgbClr val="356B51"/>
                </a:solidFill>
                <a:latin typeface="Arial"/>
                <a:ea typeface="Arial"/>
                <a:cs typeface="Arial"/>
              </a:rPr>
              <a:t>You do · 15 min · 22 to 37</a:t>
            </a:r>
          </a:p>
        </p:txBody>
      </p:sp>
      <p:sp>
        <p:nvSpPr>
          <p:cNvPr id="3" name="slide-title">
            <a:extLst xmlns:a="http://schemas.openxmlformats.org/drawingml/2006/main">
              <a:ext uri="{FF2B5EF4-FFF2-40B4-BE49-F238E27FC236}">
                <a16:creationId xmlns:a16="http://schemas.microsoft.com/office/drawing/2014/main" id="{E91ADA2F-2A9C-41FD-A069-09297E29BDE2}"/>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56B51"/>
                </a:solidFill>
                <a:latin typeface="Arial"/>
                <a:ea typeface="Arial"/>
                <a:cs typeface="Arial"/>
              </a:defRPr>
            </a:defPPr>
          </a:lstStyle>
          <a:p xmlns:a="http://schemas.openxmlformats.org/drawingml/2006/main">
            <a:pPr algn="l">
              <a:lnSpc>
                <a:spcPct val="108000"/>
              </a:lnSpc>
              <a:buNone/>
              <a:defRPr sz="2700" b="1" lang="en-GB">
                <a:solidFill>
                  <a:srgbClr val="356B51"/>
                </a:solidFill>
                <a:latin typeface="Arial"/>
                <a:ea typeface="Arial"/>
                <a:cs typeface="Arial"/>
              </a:defRPr>
            </a:pPr>
            <a:r>
              <a:rPr sz="2700" b="1" lang="en-GB">
                <a:solidFill>
                  <a:srgbClr val="356B51"/>
                </a:solidFill>
                <a:latin typeface="Arial"/>
                <a:ea typeface="Arial"/>
                <a:cs typeface="Arial"/>
              </a:rPr>
              <a:t>You do · choose one route · continued</a:t>
            </a:r>
          </a:p>
        </p:txBody>
      </p:sp>
      <p:sp>
        <p:nvSpPr>
          <p:cNvPr id="4" name="tier-route-label">
            <a:extLst xmlns:a="http://schemas.openxmlformats.org/drawingml/2006/main">
              <a:ext uri="{FF2B5EF4-FFF2-40B4-BE49-F238E27FC236}">
                <a16:creationId xmlns:a16="http://schemas.microsoft.com/office/drawing/2014/main" id="{7A754668-E0A5-451E-9E47-7DF996551D19}"/>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356B51"/>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Supported</a:t>
            </a:r>
          </a:p>
        </p:txBody>
      </p:sp>
      <p:pic>
        <p:nvPicPr>
          <p:cNvPr id="5" name="">
            <a:extLst xmlns:a="http://schemas.openxmlformats.org/drawingml/2006/main">
              <a:ext uri="{FF2B5EF4-FFF2-40B4-BE49-F238E27FC236}">
                <a16:creationId xmlns:a16="http://schemas.microsoft.com/office/drawing/2014/main" id="{8667A613-331A-458E-AE74-9C36B6E0C888}"/>
              </a:ext>
            </a:extLst>
          </p:cNvPr>
          <p:cNvPicPr>
            <a:picLocks xmlns:a="http://schemas.openxmlformats.org/drawingml/2006/main" noChangeAspect="1"/>
          </p:cNvPicPr>
          <p:nvPr/>
        </p:nvPicPr>
        <p:blipFill>
          <a:blip xmlns:r="http://schemas.openxmlformats.org/officeDocument/2006/relationships" xmlns:a="http://schemas.openxmlformats.org/drawingml/2006/main" r:embed="R19c1137b2a75492c"/>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B8AC2489-72D4-4104-AAC4-E18B9ECE7728}"/>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AFBA51AC-E20C-4A93-BAF0-01465C4B0FE1}"/>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7F2ED5CA-A551-44EF-980F-BF9336CC6930}"/>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7764CB79-8229-4596-9756-1B86CC7EC660}"/>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0A417B2D-15DB-4CBF-B942-12020D07D76A}"/>
              </a:ext>
            </a:extLst>
          </p:cNvPr>
          <p:cNvSpPr>
            <a:spLocks xmlns:a="http://schemas.openxmlformats.org/drawingml/2006/main" noGrp="1"/>
          </p:cNvSpPr>
          <p:nvPr/>
        </p:nvSpPr>
        <p:spPr>
          <a:xfrm xmlns:a="http://schemas.openxmlformats.org/drawingml/2006/main">
            <a:off x="6667500" y="1143000"/>
            <a:ext cx="4267200" cy="85725"/>
          </a:xfrm>
          <a:prstGeom xmlns:a="http://schemas.openxmlformats.org/drawingml/2006/main" prst="rect">
            <a:avLst/>
          </a:prstGeom>
          <a:solidFill xmlns:a="http://schemas.openxmlformats.org/drawingml/2006/main">
            <a:srgbClr val="356B51"/>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52882B14-7A7E-49A7-9FFE-0FE29AC5DD6E}"/>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FA0C5866-F14A-4E45-AD63-96C17828B41B}"/>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ART-GROW-A2-W01-P2 · version ______</a:t>
            </a:r>
          </a:p>
        </p:txBody>
      </p:sp>
      <p:sp>
        <p:nvSpPr>
          <p:cNvPr id="13" name="licence-footer">
            <a:extLst xmlns:a="http://schemas.openxmlformats.org/drawingml/2006/main">
              <a:ext uri="{FF2B5EF4-FFF2-40B4-BE49-F238E27FC236}">
                <a16:creationId xmlns:a16="http://schemas.microsoft.com/office/drawing/2014/main" id="{B325CC9A-4D1A-4E3A-B21B-DB5B195BA0F8}"/>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0D842AF1-453E-4D5C-81B5-9C14C51A4DC3}"/>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small artwork or directed plan, one strength and one change.</a:t>
            </a:r>
          </a:p>
        </p:txBody>
      </p:sp>
      <p:sp>
        <p:nvSpPr>
          <p:cNvPr id="15" name="body-0">
            <a:extLst xmlns:a="http://schemas.openxmlformats.org/drawingml/2006/main">
              <a:ext uri="{FF2B5EF4-FFF2-40B4-BE49-F238E27FC236}">
                <a16:creationId xmlns:a16="http://schemas.microsoft.com/office/drawing/2014/main" id="{33C350CB-9A7E-4243-B522-5D141D9E2CA6}"/>
              </a:ext>
            </a:extLst>
          </p:cNvPr>
          <p:cNvSpPr>
            <a:spLocks xmlns:a="http://schemas.openxmlformats.org/drawingml/2006/main" noGrp="1"/>
          </p:cNvSpPr>
          <p:nvPr/>
        </p:nvSpPr>
        <p:spPr>
          <a:xfrm xmlns:a="http://schemas.openxmlformats.org/drawingml/2006/main">
            <a:off x="381000" y="190461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Choose one strength: clear contrast / clear repeat. Show where.</a:t>
            </a:r>
          </a:p>
        </p:txBody>
      </p:sp>
      <p:sp>
        <p:nvSpPr>
          <p:cNvPr id="16" name="body-1">
            <a:extLst xmlns:a="http://schemas.openxmlformats.org/drawingml/2006/main">
              <a:ext uri="{FF2B5EF4-FFF2-40B4-BE49-F238E27FC236}">
                <a16:creationId xmlns:a16="http://schemas.microsoft.com/office/drawing/2014/main" id="{DDA6A0CB-C583-498B-9D0B-BB0B910A4EB8}"/>
              </a:ext>
            </a:extLst>
          </p:cNvPr>
          <p:cNvSpPr>
            <a:spLocks xmlns:a="http://schemas.openxmlformats.org/drawingml/2006/main" noGrp="1"/>
          </p:cNvSpPr>
          <p:nvPr/>
        </p:nvSpPr>
        <p:spPr>
          <a:xfrm xmlns:a="http://schemas.openxmlformats.org/drawingml/2006/main">
            <a:off x="381000" y="2446211"/>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Choose one change: thicker ring outlines / wider gaps / your own change.</a:t>
            </a:r>
          </a:p>
        </p:txBody>
      </p:sp>
      <p:sp>
        <p:nvSpPr>
          <p:cNvPr id="17" name="body-2">
            <a:extLst xmlns:a="http://schemas.openxmlformats.org/drawingml/2006/main">
              <a:ext uri="{FF2B5EF4-FFF2-40B4-BE49-F238E27FC236}">
                <a16:creationId xmlns:a16="http://schemas.microsoft.com/office/drawing/2014/main" id="{DBF7B65B-8E08-4832-81A8-B50B209D5FD3}"/>
              </a:ext>
            </a:extLst>
          </p:cNvPr>
          <p:cNvSpPr>
            <a:spLocks xmlns:a="http://schemas.openxmlformats.org/drawingml/2006/main" noGrp="1"/>
          </p:cNvSpPr>
          <p:nvPr/>
        </p:nvSpPr>
        <p:spPr>
          <a:xfrm xmlns:a="http://schemas.openxmlformats.org/drawingml/2006/main">
            <a:off x="381000" y="2987802"/>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Review: Tell or show how your change could help. Test or direct one small part.</a:t>
            </a:r>
          </a:p>
        </p:txBody>
      </p:sp>
    </p:spTree>
    <p:extLst>
      <p:ext uri="{BB962C8B-B14F-4D97-AF65-F5344CB8AC3E}">
        <p14:creationId xmlns:p14="http://schemas.microsoft.com/office/powerpoint/2010/main" val="226754909"/>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1278EAF2-94EF-4560-8620-883B0891315B}"/>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56B51"/>
                </a:solidFill>
                <a:latin typeface="Arial"/>
                <a:ea typeface="Arial"/>
                <a:cs typeface="Arial"/>
              </a:defRPr>
            </a:defPPr>
          </a:lstStyle>
          <a:p xmlns:a="http://schemas.openxmlformats.org/drawingml/2006/main">
            <a:pPr algn="l">
              <a:lnSpc>
                <a:spcPct val="108000"/>
              </a:lnSpc>
              <a:buNone/>
              <a:defRPr sz="1050" b="1" lang="en-GB">
                <a:solidFill>
                  <a:srgbClr val="356B51"/>
                </a:solidFill>
                <a:latin typeface="Arial"/>
                <a:ea typeface="Arial"/>
                <a:cs typeface="Arial"/>
              </a:defRPr>
            </a:pPr>
            <a:r>
              <a:rPr sz="1050" b="1" lang="en-GB">
                <a:solidFill>
                  <a:srgbClr val="356B51"/>
                </a:solidFill>
                <a:latin typeface="Arial"/>
                <a:ea typeface="Arial"/>
                <a:cs typeface="Arial"/>
              </a:rPr>
              <a:t>Art · GROW · Autumn 2 · Week 1</a:t>
            </a:r>
          </a:p>
        </p:txBody>
      </p:sp>
      <p:sp>
        <p:nvSpPr>
          <p:cNvPr id="2" name="stage-time">
            <a:extLst xmlns:a="http://schemas.openxmlformats.org/drawingml/2006/main">
              <a:ext uri="{FF2B5EF4-FFF2-40B4-BE49-F238E27FC236}">
                <a16:creationId xmlns:a16="http://schemas.microsoft.com/office/drawing/2014/main" id="{2714A169-523E-48EF-8557-C158447CB770}"/>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56B51"/>
                </a:solidFill>
                <a:latin typeface="Arial"/>
                <a:ea typeface="Arial"/>
                <a:cs typeface="Arial"/>
              </a:defRPr>
            </a:defPPr>
          </a:lstStyle>
          <a:p xmlns:a="http://schemas.openxmlformats.org/drawingml/2006/main">
            <a:pPr algn="r">
              <a:lnSpc>
                <a:spcPct val="108000"/>
              </a:lnSpc>
              <a:buNone/>
              <a:defRPr sz="1425" b="1" lang="en-GB">
                <a:solidFill>
                  <a:srgbClr val="356B51"/>
                </a:solidFill>
                <a:latin typeface="Arial"/>
                <a:ea typeface="Arial"/>
                <a:cs typeface="Arial"/>
              </a:defRPr>
            </a:pPr>
            <a:r>
              <a:rPr sz="1425" b="1" lang="en-GB">
                <a:solidFill>
                  <a:srgbClr val="356B51"/>
                </a:solidFill>
                <a:latin typeface="Arial"/>
                <a:ea typeface="Arial"/>
                <a:cs typeface="Arial"/>
              </a:rPr>
              <a:t>You do · 15 min · 22 to 37</a:t>
            </a:r>
          </a:p>
        </p:txBody>
      </p:sp>
      <p:sp>
        <p:nvSpPr>
          <p:cNvPr id="3" name="slide-title">
            <a:extLst xmlns:a="http://schemas.openxmlformats.org/drawingml/2006/main">
              <a:ext uri="{FF2B5EF4-FFF2-40B4-BE49-F238E27FC236}">
                <a16:creationId xmlns:a16="http://schemas.microsoft.com/office/drawing/2014/main" id="{CFB6BBFB-978D-47F6-8E21-5E1A1D977544}"/>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56B51"/>
                </a:solidFill>
                <a:latin typeface="Arial"/>
                <a:ea typeface="Arial"/>
                <a:cs typeface="Arial"/>
              </a:defRPr>
            </a:defPPr>
          </a:lstStyle>
          <a:p xmlns:a="http://schemas.openxmlformats.org/drawingml/2006/main">
            <a:pPr algn="l">
              <a:lnSpc>
                <a:spcPct val="108000"/>
              </a:lnSpc>
              <a:buNone/>
              <a:defRPr sz="2700" b="1" lang="en-GB">
                <a:solidFill>
                  <a:srgbClr val="356B51"/>
                </a:solidFill>
                <a:latin typeface="Arial"/>
                <a:ea typeface="Arial"/>
                <a:cs typeface="Arial"/>
              </a:defRPr>
            </a:pPr>
            <a:r>
              <a:rPr sz="2700" b="1" lang="en-GB">
                <a:solidFill>
                  <a:srgbClr val="356B51"/>
                </a:solidFill>
                <a:latin typeface="Arial"/>
                <a:ea typeface="Arial"/>
                <a:cs typeface="Arial"/>
              </a:rPr>
              <a:t>You do · choose one route</a:t>
            </a:r>
          </a:p>
        </p:txBody>
      </p:sp>
      <p:sp>
        <p:nvSpPr>
          <p:cNvPr id="4" name="tier-route-label">
            <a:extLst xmlns:a="http://schemas.openxmlformats.org/drawingml/2006/main">
              <a:ext uri="{FF2B5EF4-FFF2-40B4-BE49-F238E27FC236}">
                <a16:creationId xmlns:a16="http://schemas.microsoft.com/office/drawing/2014/main" id="{69871864-F679-4DC3-B9EE-E88643AF0ED2}"/>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356B51"/>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Choice</a:t>
            </a:r>
          </a:p>
        </p:txBody>
      </p:sp>
      <p:pic>
        <p:nvPicPr>
          <p:cNvPr id="5" name="">
            <a:extLst xmlns:a="http://schemas.openxmlformats.org/drawingml/2006/main">
              <a:ext uri="{FF2B5EF4-FFF2-40B4-BE49-F238E27FC236}">
                <a16:creationId xmlns:a16="http://schemas.microsoft.com/office/drawing/2014/main" id="{D2E9B405-84DB-4948-8A02-9AE94F89182C}"/>
              </a:ext>
            </a:extLst>
          </p:cNvPr>
          <p:cNvPicPr>
            <a:picLocks xmlns:a="http://schemas.openxmlformats.org/drawingml/2006/main" noChangeAspect="1"/>
          </p:cNvPicPr>
          <p:nvPr/>
        </p:nvPicPr>
        <p:blipFill>
          <a:blip xmlns:r="http://schemas.openxmlformats.org/officeDocument/2006/relationships" xmlns:a="http://schemas.openxmlformats.org/drawingml/2006/main" r:embed="Rcb48e5c3b9ea45c2"/>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F6D14E3D-9C71-4601-A6CA-7318564C4B53}"/>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CC07161C-7C3B-4AFB-96E0-70CE5159CE0A}"/>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BAF16A0B-A5C3-4623-9F5D-4075E3B66A93}"/>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D7A80B35-1309-446C-9ACE-9F9CACD6B91D}"/>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1FFEF4D7-E781-4E80-86FE-388462CD84F6}"/>
              </a:ext>
            </a:extLst>
          </p:cNvPr>
          <p:cNvSpPr>
            <a:spLocks xmlns:a="http://schemas.openxmlformats.org/drawingml/2006/main" noGrp="1"/>
          </p:cNvSpPr>
          <p:nvPr/>
        </p:nvSpPr>
        <p:spPr>
          <a:xfrm xmlns:a="http://schemas.openxmlformats.org/drawingml/2006/main">
            <a:off x="6667500" y="1143000"/>
            <a:ext cx="4267200" cy="85725"/>
          </a:xfrm>
          <a:prstGeom xmlns:a="http://schemas.openxmlformats.org/drawingml/2006/main" prst="rect">
            <a:avLst/>
          </a:prstGeom>
          <a:solidFill xmlns:a="http://schemas.openxmlformats.org/drawingml/2006/main">
            <a:srgbClr val="356B51"/>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29247452-761E-4DB9-B267-C3DAB187E19E}"/>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37AD85A8-D309-4BA6-9D38-C109122C2C2E}"/>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ART-GROW-A2-W01-P2 · version ______</a:t>
            </a:r>
          </a:p>
        </p:txBody>
      </p:sp>
      <p:sp>
        <p:nvSpPr>
          <p:cNvPr id="13" name="licence-footer">
            <a:extLst xmlns:a="http://schemas.openxmlformats.org/drawingml/2006/main">
              <a:ext uri="{FF2B5EF4-FFF2-40B4-BE49-F238E27FC236}">
                <a16:creationId xmlns:a16="http://schemas.microsoft.com/office/drawing/2014/main" id="{7E0376F2-F482-4155-999B-C216A6D99C38}"/>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5078A97A-9D70-42EA-AB25-C7D6669FAD3C}"/>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small artwork or directed plan, one strength and one change.</a:t>
            </a:r>
          </a:p>
        </p:txBody>
      </p:sp>
      <p:sp>
        <p:nvSpPr>
          <p:cNvPr id="15" name="body-0">
            <a:extLst xmlns:a="http://schemas.openxmlformats.org/drawingml/2006/main">
              <a:ext uri="{FF2B5EF4-FFF2-40B4-BE49-F238E27FC236}">
                <a16:creationId xmlns:a16="http://schemas.microsoft.com/office/drawing/2014/main" id="{8B9831C6-E1BB-4EDB-BBA2-D0177F22C6DC}"/>
              </a:ext>
            </a:extLst>
          </p:cNvPr>
          <p:cNvSpPr>
            <a:spLocks xmlns:a="http://schemas.openxmlformats.org/drawingml/2006/main" noGrp="1"/>
          </p:cNvSpPr>
          <p:nvPr/>
        </p:nvSpPr>
        <p:spPr>
          <a:xfrm xmlns:a="http://schemas.openxmlformats.org/drawingml/2006/main">
            <a:off x="381000" y="190461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Choose to make marks, arrange paper shapes or direct an adult.</a:t>
            </a:r>
          </a:p>
        </p:txBody>
      </p:sp>
      <p:sp>
        <p:nvSpPr>
          <p:cNvPr id="16" name="body-1">
            <a:extLst xmlns:a="http://schemas.openxmlformats.org/drawingml/2006/main">
              <a:ext uri="{FF2B5EF4-FFF2-40B4-BE49-F238E27FC236}">
                <a16:creationId xmlns:a16="http://schemas.microsoft.com/office/drawing/2014/main" id="{DA69E15C-2FF7-43C6-91A9-D3D4B79FF97E}"/>
              </a:ext>
            </a:extLst>
          </p:cNvPr>
          <p:cNvSpPr>
            <a:spLocks xmlns:a="http://schemas.openxmlformats.org/drawingml/2006/main" noGrp="1"/>
          </p:cNvSpPr>
          <p:nvPr/>
        </p:nvSpPr>
        <p:spPr>
          <a:xfrm xmlns:a="http://schemas.openxmlformats.org/drawingml/2006/main">
            <a:off x="381000" y="2446211"/>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Use dark paper. Choose bright warm colours, cool colours or both.</a:t>
            </a:r>
          </a:p>
        </p:txBody>
      </p:sp>
      <p:sp>
        <p:nvSpPr>
          <p:cNvPr id="17" name="body-2">
            <a:extLst xmlns:a="http://schemas.openxmlformats.org/drawingml/2006/main">
              <a:ext uri="{FF2B5EF4-FFF2-40B4-BE49-F238E27FC236}">
                <a16:creationId xmlns:a16="http://schemas.microsoft.com/office/drawing/2014/main" id="{8274B108-EEEF-4B0B-87B4-86492567D9AA}"/>
              </a:ext>
            </a:extLst>
          </p:cNvPr>
          <p:cNvSpPr>
            <a:spLocks xmlns:a="http://schemas.openxmlformats.org/drawingml/2006/main" noGrp="1"/>
          </p:cNvSpPr>
          <p:nvPr/>
        </p:nvSpPr>
        <p:spPr>
          <a:xfrm xmlns:a="http://schemas.openxmlformats.org/drawingml/2006/main">
            <a:off x="381000" y="2987802"/>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Choose one repeat: dot/ring, ray/dot or your own simple pair.</a:t>
            </a:r>
          </a:p>
        </p:txBody>
      </p:sp>
      <p:sp>
        <p:nvSpPr>
          <p:cNvPr id="18" name="body-3">
            <a:extLst xmlns:a="http://schemas.openxmlformats.org/drawingml/2006/main">
              <a:ext uri="{FF2B5EF4-FFF2-40B4-BE49-F238E27FC236}">
                <a16:creationId xmlns:a16="http://schemas.microsoft.com/office/drawing/2014/main" id="{171928C5-7464-47F4-8F7B-6D0CB85B4527}"/>
              </a:ext>
            </a:extLst>
          </p:cNvPr>
          <p:cNvSpPr>
            <a:spLocks xmlns:a="http://schemas.openxmlformats.org/drawingml/2006/main" noGrp="1"/>
          </p:cNvSpPr>
          <p:nvPr/>
        </p:nvSpPr>
        <p:spPr>
          <a:xfrm xmlns:a="http://schemas.openxmlformats.org/drawingml/2006/main">
            <a:off x="381000" y="3529394"/>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Make or direct your pair at least three times.</a:t>
            </a:r>
          </a:p>
        </p:txBody>
      </p:sp>
      <p:sp>
        <p:nvSpPr>
          <p:cNvPr id="19" name="body-4">
            <a:extLst xmlns:a="http://schemas.openxmlformats.org/drawingml/2006/main">
              <a:ext uri="{FF2B5EF4-FFF2-40B4-BE49-F238E27FC236}">
                <a16:creationId xmlns:a16="http://schemas.microsoft.com/office/drawing/2014/main" id="{5F002AB9-5309-4024-BE79-57D0D6FE21BC}"/>
              </a:ext>
            </a:extLst>
          </p:cNvPr>
          <p:cNvSpPr>
            <a:spLocks xmlns:a="http://schemas.openxmlformats.org/drawingml/2006/main" noGrp="1"/>
          </p:cNvSpPr>
          <p:nvPr/>
        </p:nvSpPr>
        <p:spPr>
          <a:xfrm xmlns:a="http://schemas.openxmlformats.org/drawingml/2006/main">
            <a:off x="381000" y="4070985"/>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Leave some dark ground visible between marks.</a:t>
            </a:r>
          </a:p>
        </p:txBody>
      </p:sp>
      <p:sp>
        <p:nvSpPr>
          <p:cNvPr id="20" name="body-5">
            <a:extLst xmlns:a="http://schemas.openxmlformats.org/drawingml/2006/main">
              <a:ext uri="{FF2B5EF4-FFF2-40B4-BE49-F238E27FC236}">
                <a16:creationId xmlns:a16="http://schemas.microsoft.com/office/drawing/2014/main" id="{182FE555-34DA-4536-9B72-E92B2F6D8307}"/>
              </a:ext>
            </a:extLst>
          </p:cNvPr>
          <p:cNvSpPr>
            <a:spLocks xmlns:a="http://schemas.openxmlformats.org/drawingml/2006/main" noGrp="1"/>
          </p:cNvSpPr>
          <p:nvPr/>
        </p:nvSpPr>
        <p:spPr>
          <a:xfrm xmlns:a="http://schemas.openxmlformats.org/drawingml/2006/main">
            <a:off x="381000" y="4612577"/>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Show one strength in the contrast or repeat.</a:t>
            </a:r>
          </a:p>
        </p:txBody>
      </p:sp>
      <p:sp>
        <p:nvSpPr>
          <p:cNvPr id="21" name="body-6">
            <a:extLst xmlns:a="http://schemas.openxmlformats.org/drawingml/2006/main">
              <a:ext uri="{FF2B5EF4-FFF2-40B4-BE49-F238E27FC236}">
                <a16:creationId xmlns:a16="http://schemas.microsoft.com/office/drawing/2014/main" id="{5D2DC777-AD87-4F11-AEC3-0CF929B6A524}"/>
              </a:ext>
            </a:extLst>
          </p:cNvPr>
          <p:cNvSpPr>
            <a:spLocks xmlns:a="http://schemas.openxmlformats.org/drawingml/2006/main" noGrp="1"/>
          </p:cNvSpPr>
          <p:nvPr/>
        </p:nvSpPr>
        <p:spPr>
          <a:xfrm xmlns:a="http://schemas.openxmlformats.org/drawingml/2006/main">
            <a:off x="381000" y="5154168"/>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Show one change to a colour, shape, outline or gap. Give a reason.</a:t>
            </a:r>
          </a:p>
        </p:txBody>
      </p:sp>
    </p:spTree>
    <p:extLst>
      <p:ext uri="{BB962C8B-B14F-4D97-AF65-F5344CB8AC3E}">
        <p14:creationId xmlns:p14="http://schemas.microsoft.com/office/powerpoint/2010/main" val="1815155761"/>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lesson-header">
            <a:extLst xmlns:a="http://schemas.openxmlformats.org/drawingml/2006/main">
              <a:ext uri="{FF2B5EF4-FFF2-40B4-BE49-F238E27FC236}">
                <a16:creationId xmlns:a16="http://schemas.microsoft.com/office/drawing/2014/main" id="{DCA50B83-C8FA-4A2D-9323-1C54317A7B83}"/>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56B51"/>
                </a:solidFill>
                <a:latin typeface="Arial"/>
                <a:ea typeface="Arial"/>
                <a:cs typeface="Arial"/>
              </a:defRPr>
            </a:defPPr>
          </a:lstStyle>
          <a:p xmlns:a="http://schemas.openxmlformats.org/drawingml/2006/main">
            <a:pPr algn="l">
              <a:lnSpc>
                <a:spcPct val="108000"/>
              </a:lnSpc>
              <a:buNone/>
              <a:defRPr sz="1050" b="1" lang="en-GB">
                <a:solidFill>
                  <a:srgbClr val="356B51"/>
                </a:solidFill>
                <a:latin typeface="Arial"/>
                <a:ea typeface="Arial"/>
                <a:cs typeface="Arial"/>
              </a:defRPr>
            </a:pPr>
            <a:r>
              <a:rPr sz="1050" b="1" lang="en-GB">
                <a:solidFill>
                  <a:srgbClr val="356B51"/>
                </a:solidFill>
                <a:latin typeface="Arial"/>
                <a:ea typeface="Arial"/>
                <a:cs typeface="Arial"/>
              </a:rPr>
              <a:t>Art · GROW · Autumn 2 · Week 1</a:t>
            </a:r>
          </a:p>
        </p:txBody>
      </p:sp>
      <p:sp>
        <p:nvSpPr>
          <p:cNvPr id="2" name="stage-time">
            <a:extLst xmlns:a="http://schemas.openxmlformats.org/drawingml/2006/main">
              <a:ext uri="{FF2B5EF4-FFF2-40B4-BE49-F238E27FC236}">
                <a16:creationId xmlns:a16="http://schemas.microsoft.com/office/drawing/2014/main" id="{92D8550A-6A32-407C-A39F-1A4ECCBC3556}"/>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56B51"/>
                </a:solidFill>
                <a:latin typeface="Arial"/>
                <a:ea typeface="Arial"/>
                <a:cs typeface="Arial"/>
              </a:defRPr>
            </a:defPPr>
          </a:lstStyle>
          <a:p xmlns:a="http://schemas.openxmlformats.org/drawingml/2006/main">
            <a:pPr algn="r">
              <a:lnSpc>
                <a:spcPct val="108000"/>
              </a:lnSpc>
              <a:buNone/>
              <a:defRPr sz="1425" b="1" lang="en-GB">
                <a:solidFill>
                  <a:srgbClr val="356B51"/>
                </a:solidFill>
                <a:latin typeface="Arial"/>
                <a:ea typeface="Arial"/>
                <a:cs typeface="Arial"/>
              </a:defRPr>
            </a:pPr>
            <a:r>
              <a:rPr sz="1425" b="1" lang="en-GB">
                <a:solidFill>
                  <a:srgbClr val="356B51"/>
                </a:solidFill>
                <a:latin typeface="Arial"/>
                <a:ea typeface="Arial"/>
                <a:cs typeface="Arial"/>
              </a:rPr>
              <a:t>You do · 15 min · 22 to 37</a:t>
            </a:r>
          </a:p>
        </p:txBody>
      </p:sp>
      <p:sp>
        <p:nvSpPr>
          <p:cNvPr id="3" name="slide-title">
            <a:extLst xmlns:a="http://schemas.openxmlformats.org/drawingml/2006/main">
              <a:ext uri="{FF2B5EF4-FFF2-40B4-BE49-F238E27FC236}">
                <a16:creationId xmlns:a16="http://schemas.microsoft.com/office/drawing/2014/main" id="{1CBF0DAB-0FDC-4B08-A1B5-8D6D12EC7183}"/>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56B51"/>
                </a:solidFill>
                <a:latin typeface="Arial"/>
                <a:ea typeface="Arial"/>
                <a:cs typeface="Arial"/>
              </a:defRPr>
            </a:defPPr>
          </a:lstStyle>
          <a:p xmlns:a="http://schemas.openxmlformats.org/drawingml/2006/main">
            <a:pPr algn="l">
              <a:lnSpc>
                <a:spcPct val="108000"/>
              </a:lnSpc>
              <a:buNone/>
              <a:defRPr sz="2700" b="1" lang="en-GB">
                <a:solidFill>
                  <a:srgbClr val="356B51"/>
                </a:solidFill>
                <a:latin typeface="Arial"/>
                <a:ea typeface="Arial"/>
                <a:cs typeface="Arial"/>
              </a:defRPr>
            </a:pPr>
            <a:r>
              <a:rPr sz="2700" b="1" lang="en-GB">
                <a:solidFill>
                  <a:srgbClr val="356B51"/>
                </a:solidFill>
                <a:latin typeface="Arial"/>
                <a:ea typeface="Arial"/>
                <a:cs typeface="Arial"/>
              </a:rPr>
              <a:t>You do · choose one route · continued</a:t>
            </a:r>
          </a:p>
        </p:txBody>
      </p:sp>
      <p:sp>
        <p:nvSpPr>
          <p:cNvPr id="4" name="tier-route-label">
            <a:extLst xmlns:a="http://schemas.openxmlformats.org/drawingml/2006/main">
              <a:ext uri="{FF2B5EF4-FFF2-40B4-BE49-F238E27FC236}">
                <a16:creationId xmlns:a16="http://schemas.microsoft.com/office/drawing/2014/main" id="{000AD265-7F28-4C05-89B8-FFF75476FC93}"/>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356B51"/>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Choice</a:t>
            </a:r>
          </a:p>
        </p:txBody>
      </p:sp>
      <p:pic>
        <p:nvPicPr>
          <p:cNvPr id="5" name="">
            <a:extLst xmlns:a="http://schemas.openxmlformats.org/drawingml/2006/main">
              <a:ext uri="{FF2B5EF4-FFF2-40B4-BE49-F238E27FC236}">
                <a16:creationId xmlns:a16="http://schemas.microsoft.com/office/drawing/2014/main" id="{977EC220-59F0-4B29-9C25-5EA531DC4184}"/>
              </a:ext>
            </a:extLst>
          </p:cNvPr>
          <p:cNvPicPr>
            <a:picLocks xmlns:a="http://schemas.openxmlformats.org/drawingml/2006/main" noChangeAspect="1"/>
          </p:cNvPicPr>
          <p:nvPr/>
        </p:nvPicPr>
        <p:blipFill>
          <a:blip xmlns:r="http://schemas.openxmlformats.org/officeDocument/2006/relationships" xmlns:a="http://schemas.openxmlformats.org/drawingml/2006/main" r:embed="R277744952d3a4a83"/>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DF22C8E9-F507-49C9-97EA-51223BCBA0EB}"/>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28B035A3-3EA2-4DE4-9AD9-5CCDA8237721}"/>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EA805E24-D6CC-4431-8C22-0A8884FA42CB}"/>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D0EA6BAF-C7D6-411B-9BD5-4EF01A0816F9}"/>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93F109EB-B7DD-4C0D-92F3-2F0BFA068840}"/>
              </a:ext>
            </a:extLst>
          </p:cNvPr>
          <p:cNvSpPr>
            <a:spLocks xmlns:a="http://schemas.openxmlformats.org/drawingml/2006/main" noGrp="1"/>
          </p:cNvSpPr>
          <p:nvPr/>
        </p:nvSpPr>
        <p:spPr>
          <a:xfrm xmlns:a="http://schemas.openxmlformats.org/drawingml/2006/main">
            <a:off x="6667500" y="1143000"/>
            <a:ext cx="4267200" cy="85725"/>
          </a:xfrm>
          <a:prstGeom xmlns:a="http://schemas.openxmlformats.org/drawingml/2006/main" prst="rect">
            <a:avLst/>
          </a:prstGeom>
          <a:solidFill xmlns:a="http://schemas.openxmlformats.org/drawingml/2006/main">
            <a:srgbClr val="356B51"/>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78B49F19-5111-4968-81F5-213AD13F18C6}"/>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38F766DC-326D-4283-8969-B3698B7DA9D4}"/>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ART-GROW-A2-W01-P2 · version ______</a:t>
            </a:r>
          </a:p>
        </p:txBody>
      </p:sp>
      <p:sp>
        <p:nvSpPr>
          <p:cNvPr id="13" name="licence-footer">
            <a:extLst xmlns:a="http://schemas.openxmlformats.org/drawingml/2006/main">
              <a:ext uri="{FF2B5EF4-FFF2-40B4-BE49-F238E27FC236}">
                <a16:creationId xmlns:a16="http://schemas.microsoft.com/office/drawing/2014/main" id="{9C2A56EC-A46F-4BF1-8646-A4AAA6B20AFC}"/>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EF0C5195-2480-4CEA-8BBF-13737A34C512}"/>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small artwork or directed plan, one strength and one change.</a:t>
            </a:r>
          </a:p>
        </p:txBody>
      </p:sp>
      <p:sp>
        <p:nvSpPr>
          <p:cNvPr id="15" name="body-0">
            <a:extLst xmlns:a="http://schemas.openxmlformats.org/drawingml/2006/main">
              <a:ext uri="{FF2B5EF4-FFF2-40B4-BE49-F238E27FC236}">
                <a16:creationId xmlns:a16="http://schemas.microsoft.com/office/drawing/2014/main" id="{D789FA2F-FFF7-4C37-933D-57192D10B330}"/>
              </a:ext>
            </a:extLst>
          </p:cNvPr>
          <p:cNvSpPr>
            <a:spLocks xmlns:a="http://schemas.openxmlformats.org/drawingml/2006/main" noGrp="1"/>
          </p:cNvSpPr>
          <p:nvPr/>
        </p:nvSpPr>
        <p:spPr>
          <a:xfrm xmlns:a="http://schemas.openxmlformats.org/drawingml/2006/main">
            <a:off x="381000" y="190461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Review: Test or direct a small part of your change. Check how it affects the repeat.</a:t>
            </a:r>
          </a:p>
        </p:txBody>
      </p:sp>
    </p:spTree>
    <p:extLst>
      <p:ext uri="{BB962C8B-B14F-4D97-AF65-F5344CB8AC3E}">
        <p14:creationId xmlns:p14="http://schemas.microsoft.com/office/powerpoint/2010/main" val="2131438396"/>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622244BF-2534-4682-8129-BD468EAE4C2C}"/>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56B51"/>
                </a:solidFill>
                <a:latin typeface="Arial"/>
                <a:ea typeface="Arial"/>
                <a:cs typeface="Arial"/>
              </a:defRPr>
            </a:defPPr>
          </a:lstStyle>
          <a:p xmlns:a="http://schemas.openxmlformats.org/drawingml/2006/main">
            <a:pPr algn="l">
              <a:lnSpc>
                <a:spcPct val="108000"/>
              </a:lnSpc>
              <a:buNone/>
              <a:defRPr sz="1050" b="1" lang="en-GB">
                <a:solidFill>
                  <a:srgbClr val="356B51"/>
                </a:solidFill>
                <a:latin typeface="Arial"/>
                <a:ea typeface="Arial"/>
                <a:cs typeface="Arial"/>
              </a:defRPr>
            </a:pPr>
            <a:r>
              <a:rPr sz="1050" b="1" lang="en-GB">
                <a:solidFill>
                  <a:srgbClr val="356B51"/>
                </a:solidFill>
                <a:latin typeface="Arial"/>
                <a:ea typeface="Arial"/>
                <a:cs typeface="Arial"/>
              </a:rPr>
              <a:t>Art · GROW · Autumn 2 · Week 1</a:t>
            </a:r>
          </a:p>
        </p:txBody>
      </p:sp>
      <p:sp>
        <p:nvSpPr>
          <p:cNvPr id="2" name="stage-time">
            <a:extLst xmlns:a="http://schemas.openxmlformats.org/drawingml/2006/main">
              <a:ext uri="{FF2B5EF4-FFF2-40B4-BE49-F238E27FC236}">
                <a16:creationId xmlns:a16="http://schemas.microsoft.com/office/drawing/2014/main" id="{1206C09B-D64C-4A1A-840E-C839752C77E5}"/>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56B51"/>
                </a:solidFill>
                <a:latin typeface="Arial"/>
                <a:ea typeface="Arial"/>
                <a:cs typeface="Arial"/>
              </a:defRPr>
            </a:defPPr>
          </a:lstStyle>
          <a:p xmlns:a="http://schemas.openxmlformats.org/drawingml/2006/main">
            <a:pPr algn="r">
              <a:lnSpc>
                <a:spcPct val="108000"/>
              </a:lnSpc>
              <a:buNone/>
              <a:defRPr sz="1425" b="1" lang="en-GB">
                <a:solidFill>
                  <a:srgbClr val="356B51"/>
                </a:solidFill>
                <a:latin typeface="Arial"/>
                <a:ea typeface="Arial"/>
                <a:cs typeface="Arial"/>
              </a:defRPr>
            </a:pPr>
            <a:r>
              <a:rPr sz="1425" b="1" lang="en-GB">
                <a:solidFill>
                  <a:srgbClr val="356B51"/>
                </a:solidFill>
                <a:latin typeface="Arial"/>
                <a:ea typeface="Arial"/>
                <a:cs typeface="Arial"/>
              </a:rPr>
              <a:t>You do · 15 min · 22 to 37</a:t>
            </a:r>
          </a:p>
        </p:txBody>
      </p:sp>
      <p:sp>
        <p:nvSpPr>
          <p:cNvPr id="3" name="slide-title">
            <a:extLst xmlns:a="http://schemas.openxmlformats.org/drawingml/2006/main">
              <a:ext uri="{FF2B5EF4-FFF2-40B4-BE49-F238E27FC236}">
                <a16:creationId xmlns:a16="http://schemas.microsoft.com/office/drawing/2014/main" id="{FC701FAF-9138-42F1-9F4E-401ED2ACFA21}"/>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56B51"/>
                </a:solidFill>
                <a:latin typeface="Arial"/>
                <a:ea typeface="Arial"/>
                <a:cs typeface="Arial"/>
              </a:defRPr>
            </a:defPPr>
          </a:lstStyle>
          <a:p xmlns:a="http://schemas.openxmlformats.org/drawingml/2006/main">
            <a:pPr algn="l">
              <a:lnSpc>
                <a:spcPct val="108000"/>
              </a:lnSpc>
              <a:buNone/>
              <a:defRPr sz="2700" b="1" lang="en-GB">
                <a:solidFill>
                  <a:srgbClr val="356B51"/>
                </a:solidFill>
                <a:latin typeface="Arial"/>
                <a:ea typeface="Arial"/>
                <a:cs typeface="Arial"/>
              </a:defRPr>
            </a:pPr>
            <a:r>
              <a:rPr sz="2700" b="1" lang="en-GB">
                <a:solidFill>
                  <a:srgbClr val="356B51"/>
                </a:solidFill>
                <a:latin typeface="Arial"/>
                <a:ea typeface="Arial"/>
                <a:cs typeface="Arial"/>
              </a:rPr>
              <a:t>You do · choose one route</a:t>
            </a:r>
          </a:p>
        </p:txBody>
      </p:sp>
      <p:sp>
        <p:nvSpPr>
          <p:cNvPr id="4" name="tier-route-label">
            <a:extLst xmlns:a="http://schemas.openxmlformats.org/drawingml/2006/main">
              <a:ext uri="{FF2B5EF4-FFF2-40B4-BE49-F238E27FC236}">
                <a16:creationId xmlns:a16="http://schemas.microsoft.com/office/drawing/2014/main" id="{22A59821-5D33-465F-88BD-1D0CF5AF3947}"/>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356B51"/>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Aspire</a:t>
            </a:r>
          </a:p>
        </p:txBody>
      </p:sp>
      <p:pic>
        <p:nvPicPr>
          <p:cNvPr id="5" name="">
            <a:extLst xmlns:a="http://schemas.openxmlformats.org/drawingml/2006/main">
              <a:ext uri="{FF2B5EF4-FFF2-40B4-BE49-F238E27FC236}">
                <a16:creationId xmlns:a16="http://schemas.microsoft.com/office/drawing/2014/main" id="{0922612D-B954-4DD7-A651-163477C4B9FF}"/>
              </a:ext>
            </a:extLst>
          </p:cNvPr>
          <p:cNvPicPr>
            <a:picLocks xmlns:a="http://schemas.openxmlformats.org/drawingml/2006/main" noChangeAspect="1"/>
          </p:cNvPicPr>
          <p:nvPr/>
        </p:nvPicPr>
        <p:blipFill>
          <a:blip xmlns:r="http://schemas.openxmlformats.org/officeDocument/2006/relationships" xmlns:a="http://schemas.openxmlformats.org/drawingml/2006/main" r:embed="R52a15225d9284220"/>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5306D4F9-DBA9-4A84-8ACA-166AB8F830AD}"/>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5008D53E-766B-4048-8745-46A179010397}"/>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AF8195F8-637E-4C23-BADC-4D38059491B7}"/>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AD09C874-F80B-47D2-9D62-7070C3097651}"/>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80AA8BC0-1E07-462E-B82F-7D1E6E2545E7}"/>
              </a:ext>
            </a:extLst>
          </p:cNvPr>
          <p:cNvSpPr>
            <a:spLocks xmlns:a="http://schemas.openxmlformats.org/drawingml/2006/main" noGrp="1"/>
          </p:cNvSpPr>
          <p:nvPr/>
        </p:nvSpPr>
        <p:spPr>
          <a:xfrm xmlns:a="http://schemas.openxmlformats.org/drawingml/2006/main">
            <a:off x="6667500" y="1143000"/>
            <a:ext cx="4267200" cy="85725"/>
          </a:xfrm>
          <a:prstGeom xmlns:a="http://schemas.openxmlformats.org/drawingml/2006/main" prst="rect">
            <a:avLst/>
          </a:prstGeom>
          <a:solidFill xmlns:a="http://schemas.openxmlformats.org/drawingml/2006/main">
            <a:srgbClr val="356B51"/>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12273326-BFFD-48C1-9473-98DCCF330EA4}"/>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131210D7-7550-4CA9-8902-116413562764}"/>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ART-GROW-A2-W01-P2 · version ______</a:t>
            </a:r>
          </a:p>
        </p:txBody>
      </p:sp>
      <p:sp>
        <p:nvSpPr>
          <p:cNvPr id="13" name="licence-footer">
            <a:extLst xmlns:a="http://schemas.openxmlformats.org/drawingml/2006/main">
              <a:ext uri="{FF2B5EF4-FFF2-40B4-BE49-F238E27FC236}">
                <a16:creationId xmlns:a16="http://schemas.microsoft.com/office/drawing/2014/main" id="{52CB6FAC-8E18-4281-BD91-89E069156CA6}"/>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F1565B40-58D8-4F98-9F27-516CD15C2F37}"/>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small artwork or directed plan, one strength and one change.</a:t>
            </a:r>
          </a:p>
        </p:txBody>
      </p:sp>
      <p:sp>
        <p:nvSpPr>
          <p:cNvPr id="15" name="body-0">
            <a:extLst xmlns:a="http://schemas.openxmlformats.org/drawingml/2006/main">
              <a:ext uri="{FF2B5EF4-FFF2-40B4-BE49-F238E27FC236}">
                <a16:creationId xmlns:a16="http://schemas.microsoft.com/office/drawing/2014/main" id="{34A411AD-CDA9-4177-B446-F71262E0C212}"/>
              </a:ext>
            </a:extLst>
          </p:cNvPr>
          <p:cNvSpPr>
            <a:spLocks xmlns:a="http://schemas.openxmlformats.org/drawingml/2006/main" noGrp="1"/>
          </p:cNvSpPr>
          <p:nvPr/>
        </p:nvSpPr>
        <p:spPr>
          <a:xfrm xmlns:a="http://schemas.openxmlformats.org/drawingml/2006/main">
            <a:off x="381000" y="190461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Start with this complete plan on dark paper.</a:t>
            </a:r>
          </a:p>
        </p:txBody>
      </p:sp>
      <p:sp>
        <p:nvSpPr>
          <p:cNvPr id="16" name="body-1">
            <a:extLst xmlns:a="http://schemas.openxmlformats.org/drawingml/2006/main">
              <a:ext uri="{FF2B5EF4-FFF2-40B4-BE49-F238E27FC236}">
                <a16:creationId xmlns:a16="http://schemas.microsoft.com/office/drawing/2014/main" id="{AA21A758-59F4-4F95-88F1-5545DBCAB969}"/>
              </a:ext>
            </a:extLst>
          </p:cNvPr>
          <p:cNvSpPr>
            <a:spLocks xmlns:a="http://schemas.openxmlformats.org/drawingml/2006/main" noGrp="1"/>
          </p:cNvSpPr>
          <p:nvPr/>
        </p:nvSpPr>
        <p:spPr>
          <a:xfrm xmlns:a="http://schemas.openxmlformats.org/drawingml/2006/main">
            <a:off x="381000" y="2446211"/>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Yellow ring / orange dot, repeated three times with equal gaps.</a:t>
            </a:r>
          </a:p>
        </p:txBody>
      </p:sp>
      <p:sp>
        <p:nvSpPr>
          <p:cNvPr id="17" name="body-2">
            <a:extLst xmlns:a="http://schemas.openxmlformats.org/drawingml/2006/main">
              <a:ext uri="{FF2B5EF4-FFF2-40B4-BE49-F238E27FC236}">
                <a16:creationId xmlns:a16="http://schemas.microsoft.com/office/drawing/2014/main" id="{30C6B826-BC2F-431F-8495-7954076BBFAB}"/>
              </a:ext>
            </a:extLst>
          </p:cNvPr>
          <p:cNvSpPr>
            <a:spLocks xmlns:a="http://schemas.openxmlformats.org/drawingml/2006/main" noGrp="1"/>
          </p:cNvSpPr>
          <p:nvPr/>
        </p:nvSpPr>
        <p:spPr>
          <a:xfrm xmlns:a="http://schemas.openxmlformats.org/drawingml/2006/main">
            <a:off x="381000" y="2987802"/>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Make or direct the plan. Check its contrast and repeat.</a:t>
            </a:r>
          </a:p>
        </p:txBody>
      </p:sp>
      <p:sp>
        <p:nvSpPr>
          <p:cNvPr id="18" name="body-3">
            <a:extLst xmlns:a="http://schemas.openxmlformats.org/drawingml/2006/main">
              <a:ext uri="{FF2B5EF4-FFF2-40B4-BE49-F238E27FC236}">
                <a16:creationId xmlns:a16="http://schemas.microsoft.com/office/drawing/2014/main" id="{BAF682C7-4A5F-476C-9254-7C368F236EA1}"/>
              </a:ext>
            </a:extLst>
          </p:cNvPr>
          <p:cNvSpPr>
            <a:spLocks xmlns:a="http://schemas.openxmlformats.org/drawingml/2006/main" noGrp="1"/>
          </p:cNvSpPr>
          <p:nvPr/>
        </p:nvSpPr>
        <p:spPr>
          <a:xfrm xmlns:a="http://schemas.openxmlformats.org/drawingml/2006/main">
            <a:off x="381000" y="3529394"/>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Name one strength and show its evidence.</a:t>
            </a:r>
          </a:p>
        </p:txBody>
      </p:sp>
      <p:sp>
        <p:nvSpPr>
          <p:cNvPr id="19" name="body-4">
            <a:extLst xmlns:a="http://schemas.openxmlformats.org/drawingml/2006/main">
              <a:ext uri="{FF2B5EF4-FFF2-40B4-BE49-F238E27FC236}">
                <a16:creationId xmlns:a16="http://schemas.microsoft.com/office/drawing/2014/main" id="{CA17E311-05CF-418A-9041-780AF11CB289}"/>
              </a:ext>
            </a:extLst>
          </p:cNvPr>
          <p:cNvSpPr>
            <a:spLocks xmlns:a="http://schemas.openxmlformats.org/drawingml/2006/main" noGrp="1"/>
          </p:cNvSpPr>
          <p:nvPr/>
        </p:nvSpPr>
        <p:spPr>
          <a:xfrm xmlns:a="http://schemas.openxmlformats.org/drawingml/2006/main">
            <a:off x="381000" y="4070985"/>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Now plan one change: mark colour, outline thickness or gap size.</a:t>
            </a:r>
          </a:p>
        </p:txBody>
      </p:sp>
      <p:sp>
        <p:nvSpPr>
          <p:cNvPr id="20" name="body-5">
            <a:extLst xmlns:a="http://schemas.openxmlformats.org/drawingml/2006/main">
              <a:ext uri="{FF2B5EF4-FFF2-40B4-BE49-F238E27FC236}">
                <a16:creationId xmlns:a16="http://schemas.microsoft.com/office/drawing/2014/main" id="{C0355856-2821-41FD-A591-C5944124DD74}"/>
              </a:ext>
            </a:extLst>
          </p:cNvPr>
          <p:cNvSpPr>
            <a:spLocks xmlns:a="http://schemas.openxmlformats.org/drawingml/2006/main" noGrp="1"/>
          </p:cNvSpPr>
          <p:nvPr/>
        </p:nvSpPr>
        <p:spPr>
          <a:xfrm xmlns:a="http://schemas.openxmlformats.org/drawingml/2006/main">
            <a:off x="381000" y="4612577"/>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Keep the shape order and dark ground the same. Apply your change across the repeat.</a:t>
            </a:r>
          </a:p>
        </p:txBody>
      </p:sp>
      <p:sp>
        <p:nvSpPr>
          <p:cNvPr id="21" name="body-6">
            <a:extLst xmlns:a="http://schemas.openxmlformats.org/drawingml/2006/main">
              <a:ext uri="{FF2B5EF4-FFF2-40B4-BE49-F238E27FC236}">
                <a16:creationId xmlns:a16="http://schemas.microsoft.com/office/drawing/2014/main" id="{3C776867-E480-4E9D-846D-1B94828CF7B1}"/>
              </a:ext>
            </a:extLst>
          </p:cNvPr>
          <p:cNvSpPr>
            <a:spLocks xmlns:a="http://schemas.openxmlformats.org/drawingml/2006/main" noGrp="1"/>
          </p:cNvSpPr>
          <p:nvPr/>
        </p:nvSpPr>
        <p:spPr>
          <a:xfrm xmlns:a="http://schemas.openxmlformats.org/drawingml/2006/main">
            <a:off x="381000" y="5154168"/>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Test or direct the change on a short second strip of dark paper.</a:t>
            </a:r>
          </a:p>
        </p:txBody>
      </p:sp>
    </p:spTree>
    <p:extLst>
      <p:ext uri="{BB962C8B-B14F-4D97-AF65-F5344CB8AC3E}">
        <p14:creationId xmlns:p14="http://schemas.microsoft.com/office/powerpoint/2010/main" val="1997014983"/>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lesson-header">
            <a:extLst xmlns:a="http://schemas.openxmlformats.org/drawingml/2006/main">
              <a:ext uri="{FF2B5EF4-FFF2-40B4-BE49-F238E27FC236}">
                <a16:creationId xmlns:a16="http://schemas.microsoft.com/office/drawing/2014/main" id="{5A4B158F-0E81-4461-9061-2A9C4BF8E072}"/>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56B51"/>
                </a:solidFill>
                <a:latin typeface="Arial"/>
                <a:ea typeface="Arial"/>
                <a:cs typeface="Arial"/>
              </a:defRPr>
            </a:defPPr>
          </a:lstStyle>
          <a:p xmlns:a="http://schemas.openxmlformats.org/drawingml/2006/main">
            <a:pPr algn="l">
              <a:lnSpc>
                <a:spcPct val="108000"/>
              </a:lnSpc>
              <a:buNone/>
              <a:defRPr sz="1050" b="1" lang="en-GB">
                <a:solidFill>
                  <a:srgbClr val="356B51"/>
                </a:solidFill>
                <a:latin typeface="Arial"/>
                <a:ea typeface="Arial"/>
                <a:cs typeface="Arial"/>
              </a:defRPr>
            </a:pPr>
            <a:r>
              <a:rPr sz="1050" b="1" lang="en-GB">
                <a:solidFill>
                  <a:srgbClr val="356B51"/>
                </a:solidFill>
                <a:latin typeface="Arial"/>
                <a:ea typeface="Arial"/>
                <a:cs typeface="Arial"/>
              </a:rPr>
              <a:t>Art · GROW · Autumn 2 · Week 1</a:t>
            </a:r>
          </a:p>
        </p:txBody>
      </p:sp>
      <p:sp>
        <p:nvSpPr>
          <p:cNvPr id="2" name="stage-time">
            <a:extLst xmlns:a="http://schemas.openxmlformats.org/drawingml/2006/main">
              <a:ext uri="{FF2B5EF4-FFF2-40B4-BE49-F238E27FC236}">
                <a16:creationId xmlns:a16="http://schemas.microsoft.com/office/drawing/2014/main" id="{26538CD4-EE90-45FC-8D20-E045E83BC8A7}"/>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56B51"/>
                </a:solidFill>
                <a:latin typeface="Arial"/>
                <a:ea typeface="Arial"/>
                <a:cs typeface="Arial"/>
              </a:defRPr>
            </a:defPPr>
          </a:lstStyle>
          <a:p xmlns:a="http://schemas.openxmlformats.org/drawingml/2006/main">
            <a:pPr algn="r">
              <a:lnSpc>
                <a:spcPct val="108000"/>
              </a:lnSpc>
              <a:buNone/>
              <a:defRPr sz="1425" b="1" lang="en-GB">
                <a:solidFill>
                  <a:srgbClr val="356B51"/>
                </a:solidFill>
                <a:latin typeface="Arial"/>
                <a:ea typeface="Arial"/>
                <a:cs typeface="Arial"/>
              </a:defRPr>
            </a:pPr>
            <a:r>
              <a:rPr sz="1425" b="1" lang="en-GB">
                <a:solidFill>
                  <a:srgbClr val="356B51"/>
                </a:solidFill>
                <a:latin typeface="Arial"/>
                <a:ea typeface="Arial"/>
                <a:cs typeface="Arial"/>
              </a:rPr>
              <a:t>You do · 15 min · 22 to 37</a:t>
            </a:r>
          </a:p>
        </p:txBody>
      </p:sp>
      <p:sp>
        <p:nvSpPr>
          <p:cNvPr id="3" name="slide-title">
            <a:extLst xmlns:a="http://schemas.openxmlformats.org/drawingml/2006/main">
              <a:ext uri="{FF2B5EF4-FFF2-40B4-BE49-F238E27FC236}">
                <a16:creationId xmlns:a16="http://schemas.microsoft.com/office/drawing/2014/main" id="{605A8827-4889-408E-BF4A-E7090878EE8F}"/>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56B51"/>
                </a:solidFill>
                <a:latin typeface="Arial"/>
                <a:ea typeface="Arial"/>
                <a:cs typeface="Arial"/>
              </a:defRPr>
            </a:defPPr>
          </a:lstStyle>
          <a:p xmlns:a="http://schemas.openxmlformats.org/drawingml/2006/main">
            <a:pPr algn="l">
              <a:lnSpc>
                <a:spcPct val="108000"/>
              </a:lnSpc>
              <a:buNone/>
              <a:defRPr sz="2700" b="1" lang="en-GB">
                <a:solidFill>
                  <a:srgbClr val="356B51"/>
                </a:solidFill>
                <a:latin typeface="Arial"/>
                <a:ea typeface="Arial"/>
                <a:cs typeface="Arial"/>
              </a:defRPr>
            </a:pPr>
            <a:r>
              <a:rPr sz="2700" b="1" lang="en-GB">
                <a:solidFill>
                  <a:srgbClr val="356B51"/>
                </a:solidFill>
                <a:latin typeface="Arial"/>
                <a:ea typeface="Arial"/>
                <a:cs typeface="Arial"/>
              </a:rPr>
              <a:t>You do · choose one route · continued</a:t>
            </a:r>
          </a:p>
        </p:txBody>
      </p:sp>
      <p:sp>
        <p:nvSpPr>
          <p:cNvPr id="4" name="tier-route-label">
            <a:extLst xmlns:a="http://schemas.openxmlformats.org/drawingml/2006/main">
              <a:ext uri="{FF2B5EF4-FFF2-40B4-BE49-F238E27FC236}">
                <a16:creationId xmlns:a16="http://schemas.microsoft.com/office/drawing/2014/main" id="{B0FE3473-A441-4DAF-BB91-773196E97A59}"/>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356B51"/>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Aspire</a:t>
            </a:r>
          </a:p>
        </p:txBody>
      </p:sp>
      <p:pic>
        <p:nvPicPr>
          <p:cNvPr id="5" name="">
            <a:extLst xmlns:a="http://schemas.openxmlformats.org/drawingml/2006/main">
              <a:ext uri="{FF2B5EF4-FFF2-40B4-BE49-F238E27FC236}">
                <a16:creationId xmlns:a16="http://schemas.microsoft.com/office/drawing/2014/main" id="{5EE97F87-CE76-4968-81D4-E025205B5607}"/>
              </a:ext>
            </a:extLst>
          </p:cNvPr>
          <p:cNvPicPr>
            <a:picLocks xmlns:a="http://schemas.openxmlformats.org/drawingml/2006/main" noChangeAspect="1"/>
          </p:cNvPicPr>
          <p:nvPr/>
        </p:nvPicPr>
        <p:blipFill>
          <a:blip xmlns:r="http://schemas.openxmlformats.org/officeDocument/2006/relationships" xmlns:a="http://schemas.openxmlformats.org/drawingml/2006/main" r:embed="R8e0f8eeec5b94277"/>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438F4E65-3962-4BCA-B618-B4F151CDAD67}"/>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3FD1676C-CED2-4B25-842F-67FF77426199}"/>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369EFEC6-ED71-410E-A0FE-2CF549CD4879}"/>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FAEDD9EF-8195-4690-A8A7-5A3237837B25}"/>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515A47CA-00A3-463A-9A2D-65F27F4ACD6D}"/>
              </a:ext>
            </a:extLst>
          </p:cNvPr>
          <p:cNvSpPr>
            <a:spLocks xmlns:a="http://schemas.openxmlformats.org/drawingml/2006/main" noGrp="1"/>
          </p:cNvSpPr>
          <p:nvPr/>
        </p:nvSpPr>
        <p:spPr>
          <a:xfrm xmlns:a="http://schemas.openxmlformats.org/drawingml/2006/main">
            <a:off x="6667500" y="1143000"/>
            <a:ext cx="4267200" cy="85725"/>
          </a:xfrm>
          <a:prstGeom xmlns:a="http://schemas.openxmlformats.org/drawingml/2006/main" prst="rect">
            <a:avLst/>
          </a:prstGeom>
          <a:solidFill xmlns:a="http://schemas.openxmlformats.org/drawingml/2006/main">
            <a:srgbClr val="356B51"/>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3395F73C-3A8C-46B6-A949-8941E2B84522}"/>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75B64EAA-F2E2-424F-A8A1-269CDFABF1FC}"/>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ART-GROW-A2-W01-P2 · version ______</a:t>
            </a:r>
          </a:p>
        </p:txBody>
      </p:sp>
      <p:sp>
        <p:nvSpPr>
          <p:cNvPr id="13" name="licence-footer">
            <a:extLst xmlns:a="http://schemas.openxmlformats.org/drawingml/2006/main">
              <a:ext uri="{FF2B5EF4-FFF2-40B4-BE49-F238E27FC236}">
                <a16:creationId xmlns:a16="http://schemas.microsoft.com/office/drawing/2014/main" id="{2A6838F6-8680-404E-A7A6-E82C479C4B66}"/>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9CCEB458-54D9-4603-93A0-218A9D06A167}"/>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small artwork or directed plan, one strength and one change.</a:t>
            </a:r>
          </a:p>
        </p:txBody>
      </p:sp>
      <p:sp>
        <p:nvSpPr>
          <p:cNvPr id="15" name="body-0">
            <a:extLst xmlns:a="http://schemas.openxmlformats.org/drawingml/2006/main">
              <a:ext uri="{FF2B5EF4-FFF2-40B4-BE49-F238E27FC236}">
                <a16:creationId xmlns:a16="http://schemas.microsoft.com/office/drawing/2014/main" id="{FFF0D33C-6E13-46F4-B91A-39A3DCE87A3F}"/>
              </a:ext>
            </a:extLst>
          </p:cNvPr>
          <p:cNvSpPr>
            <a:spLocks xmlns:a="http://schemas.openxmlformats.org/drawingml/2006/main" noGrp="1"/>
          </p:cNvSpPr>
          <p:nvPr/>
        </p:nvSpPr>
        <p:spPr>
          <a:xfrm xmlns:a="http://schemas.openxmlformats.org/drawingml/2006/main">
            <a:off x="381000" y="190461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Explain the change in effect and which version you prefer for the display.</a:t>
            </a:r>
          </a:p>
        </p:txBody>
      </p:sp>
      <p:sp>
        <p:nvSpPr>
          <p:cNvPr id="16" name="body-1">
            <a:extLst xmlns:a="http://schemas.openxmlformats.org/drawingml/2006/main">
              <a:ext uri="{FF2B5EF4-FFF2-40B4-BE49-F238E27FC236}">
                <a16:creationId xmlns:a16="http://schemas.microsoft.com/office/drawing/2014/main" id="{535A4C4D-8666-4B77-AEA0-C1D1D6B5A035}"/>
              </a:ext>
            </a:extLst>
          </p:cNvPr>
          <p:cNvSpPr>
            <a:spLocks xmlns:a="http://schemas.openxmlformats.org/drawingml/2006/main" noGrp="1"/>
          </p:cNvSpPr>
          <p:nvPr/>
        </p:nvSpPr>
        <p:spPr>
          <a:xfrm xmlns:a="http://schemas.openxmlformats.org/drawingml/2006/main">
            <a:off x="381000" y="2446211"/>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Review: Does your test show the one change you planned? Correct it if needed.</a:t>
            </a:r>
          </a:p>
        </p:txBody>
      </p:sp>
    </p:spTree>
    <p:extLst>
      <p:ext uri="{BB962C8B-B14F-4D97-AF65-F5344CB8AC3E}">
        <p14:creationId xmlns:p14="http://schemas.microsoft.com/office/powerpoint/2010/main" val="1119825300"/>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7DB10DCE-515E-4433-A40C-2CBA22F17DEF}"/>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56B51"/>
                </a:solidFill>
                <a:latin typeface="Arial"/>
                <a:ea typeface="Arial"/>
                <a:cs typeface="Arial"/>
              </a:defRPr>
            </a:defPPr>
          </a:lstStyle>
          <a:p xmlns:a="http://schemas.openxmlformats.org/drawingml/2006/main">
            <a:pPr algn="l">
              <a:lnSpc>
                <a:spcPct val="108000"/>
              </a:lnSpc>
              <a:buNone/>
              <a:defRPr sz="1050" b="1" lang="en-GB">
                <a:solidFill>
                  <a:srgbClr val="356B51"/>
                </a:solidFill>
                <a:latin typeface="Arial"/>
                <a:ea typeface="Arial"/>
                <a:cs typeface="Arial"/>
              </a:defRPr>
            </a:pPr>
            <a:r>
              <a:rPr sz="1050" b="1" lang="en-GB">
                <a:solidFill>
                  <a:srgbClr val="356B51"/>
                </a:solidFill>
                <a:latin typeface="Arial"/>
                <a:ea typeface="Arial"/>
                <a:cs typeface="Arial"/>
              </a:rPr>
              <a:t>Art · GROW · Autumn 2 · Week 1</a:t>
            </a:r>
          </a:p>
        </p:txBody>
      </p:sp>
      <p:sp>
        <p:nvSpPr>
          <p:cNvPr id="2" name="stage-time">
            <a:extLst xmlns:a="http://schemas.openxmlformats.org/drawingml/2006/main">
              <a:ext uri="{FF2B5EF4-FFF2-40B4-BE49-F238E27FC236}">
                <a16:creationId xmlns:a16="http://schemas.microsoft.com/office/drawing/2014/main" id="{601D8B42-DB32-4D5B-A29A-C965C74CBCB9}"/>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56B51"/>
                </a:solidFill>
                <a:latin typeface="Arial"/>
                <a:ea typeface="Arial"/>
                <a:cs typeface="Arial"/>
              </a:defRPr>
            </a:defPPr>
          </a:lstStyle>
          <a:p xmlns:a="http://schemas.openxmlformats.org/drawingml/2006/main">
            <a:pPr algn="r">
              <a:lnSpc>
                <a:spcPct val="108000"/>
              </a:lnSpc>
              <a:buNone/>
              <a:defRPr sz="1425" b="1" lang="en-GB">
                <a:solidFill>
                  <a:srgbClr val="356B51"/>
                </a:solidFill>
                <a:latin typeface="Arial"/>
                <a:ea typeface="Arial"/>
                <a:cs typeface="Arial"/>
              </a:defRPr>
            </a:pPr>
            <a:r>
              <a:rPr sz="1425" b="1" lang="en-GB">
                <a:solidFill>
                  <a:srgbClr val="356B51"/>
                </a:solidFill>
                <a:latin typeface="Arial"/>
                <a:ea typeface="Arial"/>
                <a:cs typeface="Arial"/>
              </a:rPr>
              <a:t>Exit · 3 min · 37 to 40</a:t>
            </a:r>
          </a:p>
        </p:txBody>
      </p:sp>
      <p:sp>
        <p:nvSpPr>
          <p:cNvPr id="3" name="slide-title">
            <a:extLst xmlns:a="http://schemas.openxmlformats.org/drawingml/2006/main">
              <a:ext uri="{FF2B5EF4-FFF2-40B4-BE49-F238E27FC236}">
                <a16:creationId xmlns:a16="http://schemas.microsoft.com/office/drawing/2014/main" id="{C56EDD90-F7C7-4478-9374-77D8EBF36A98}"/>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56B51"/>
                </a:solidFill>
                <a:latin typeface="Arial"/>
                <a:ea typeface="Arial"/>
                <a:cs typeface="Arial"/>
              </a:defRPr>
            </a:defPPr>
          </a:lstStyle>
          <a:p xmlns:a="http://schemas.openxmlformats.org/drawingml/2006/main">
            <a:pPr algn="l">
              <a:lnSpc>
                <a:spcPct val="108000"/>
              </a:lnSpc>
              <a:buNone/>
              <a:defRPr sz="2700" b="1" lang="en-GB">
                <a:solidFill>
                  <a:srgbClr val="356B51"/>
                </a:solidFill>
                <a:latin typeface="Arial"/>
                <a:ea typeface="Arial"/>
                <a:cs typeface="Arial"/>
              </a:defRPr>
            </a:pPr>
            <a:r>
              <a:rPr sz="2700" b="1" lang="en-GB">
                <a:solidFill>
                  <a:srgbClr val="356B51"/>
                </a:solidFill>
                <a:latin typeface="Arial"/>
                <a:ea typeface="Arial"/>
                <a:cs typeface="Arial"/>
              </a:rPr>
              <a:t>Exit ticket · 1 of 2</a:t>
            </a:r>
          </a:p>
        </p:txBody>
      </p:sp>
      <p:pic>
        <p:nvPicPr>
          <p:cNvPr id="4" name="">
            <a:extLst xmlns:a="http://schemas.openxmlformats.org/drawingml/2006/main">
              <a:ext uri="{FF2B5EF4-FFF2-40B4-BE49-F238E27FC236}">
                <a16:creationId xmlns:a16="http://schemas.microsoft.com/office/drawing/2014/main" id="{B00E8F91-8792-489D-B1CF-D2F260B9603A}"/>
              </a:ext>
            </a:extLst>
          </p:cNvPr>
          <p:cNvPicPr>
            <a:picLocks xmlns:a="http://schemas.openxmlformats.org/drawingml/2006/main" noChangeAspect="1"/>
          </p:cNvPicPr>
          <p:nvPr/>
        </p:nvPicPr>
        <p:blipFill>
          <a:blip xmlns:r="http://schemas.openxmlformats.org/officeDocument/2006/relationships" xmlns:a="http://schemas.openxmlformats.org/drawingml/2006/main" r:embed="R845a661ad8434a4b"/>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D6F957C7-4FD8-46D4-9AF7-6C9DB0921380}"/>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1D031270-B1D2-4652-AEF8-DCE84B2FCDBF}"/>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A21461BE-714B-420F-9BC7-3366EF0FF8D5}"/>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C1B08A0B-07D0-49E4-B478-C2052B96635A}"/>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880742FB-53D5-442A-B6E6-050CB9522337}"/>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AEA33081-B166-43A5-8E27-41F0B3265543}"/>
              </a:ext>
            </a:extLst>
          </p:cNvPr>
          <p:cNvSpPr>
            <a:spLocks xmlns:a="http://schemas.openxmlformats.org/drawingml/2006/main" noGrp="1"/>
          </p:cNvSpPr>
          <p:nvPr/>
        </p:nvSpPr>
        <p:spPr>
          <a:xfrm xmlns:a="http://schemas.openxmlformats.org/drawingml/2006/main">
            <a:off x="10953750" y="1143000"/>
            <a:ext cx="838200" cy="85725"/>
          </a:xfrm>
          <a:prstGeom xmlns:a="http://schemas.openxmlformats.org/drawingml/2006/main" prst="rect">
            <a:avLst/>
          </a:prstGeom>
          <a:solidFill xmlns:a="http://schemas.openxmlformats.org/drawingml/2006/main">
            <a:srgbClr val="356B51"/>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F0BEDB13-BFD6-4735-ABA4-B28009F42023}"/>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ART-GROW-A2-W01-P2 · version ______</a:t>
            </a:r>
          </a:p>
        </p:txBody>
      </p:sp>
      <p:sp>
        <p:nvSpPr>
          <p:cNvPr id="12" name="licence-footer">
            <a:extLst xmlns:a="http://schemas.openxmlformats.org/drawingml/2006/main">
              <a:ext uri="{FF2B5EF4-FFF2-40B4-BE49-F238E27FC236}">
                <a16:creationId xmlns:a16="http://schemas.microsoft.com/office/drawing/2014/main" id="{9EB336F6-35A0-4642-B0D4-29712FF23FD7}"/>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0C19D8B2-4F80-4EBB-A418-A6002140EFC9}"/>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One Exit response with the art feature it refers to.</a:t>
            </a:r>
          </a:p>
        </p:txBody>
      </p:sp>
      <p:sp>
        <p:nvSpPr>
          <p:cNvPr id="14" name="figure-example_a-0">
            <a:extLst xmlns:a="http://schemas.openxmlformats.org/drawingml/2006/main">
              <a:ext uri="{FF2B5EF4-FFF2-40B4-BE49-F238E27FC236}">
                <a16:creationId xmlns:a16="http://schemas.microsoft.com/office/drawing/2014/main" id="{930CC71B-4251-4674-9E6A-DBFC854814B8}"/>
              </a:ext>
            </a:extLst>
          </p:cNvPr>
          <p:cNvSpPr>
            <a:spLocks xmlns:a="http://schemas.openxmlformats.org/drawingml/2006/main" noGrp="1"/>
          </p:cNvSpPr>
          <p:nvPr/>
        </p:nvSpPr>
        <p:spPr>
          <a:xfrm xmlns:a="http://schemas.openxmlformats.org/drawingml/2006/main">
            <a:off x="381000" y="1992439"/>
            <a:ext cx="11430000" cy="3571875"/>
          </a:xfrm>
          <a:prstGeom xmlns:a="http://schemas.openxmlformats.org/drawingml/2006/main" prst="rect">
            <a:avLst/>
          </a:prstGeom>
          <a:solidFill xmlns:a="http://schemas.openxmlformats.org/drawingml/2006/main">
            <a:srgbClr val="14213D"/>
          </a:solidFill>
          <a:ln xmlns:a="http://schemas.openxmlformats.org/drawingml/2006/main" w="0">
            <a:noFill/>
          </a:ln>
        </p:spPr>
      </p:sp>
      <p:sp>
        <p:nvSpPr>
          <p:cNvPr id="15" name="figure-example_a-1">
            <a:extLst xmlns:a="http://schemas.openxmlformats.org/drawingml/2006/main">
              <a:ext uri="{FF2B5EF4-FFF2-40B4-BE49-F238E27FC236}">
                <a16:creationId xmlns:a16="http://schemas.microsoft.com/office/drawing/2014/main" id="{CB7D062B-247C-44A3-8685-0BF55933FCF4}"/>
              </a:ext>
            </a:extLst>
          </p:cNvPr>
          <p:cNvSpPr>
            <a:spLocks xmlns:a="http://schemas.openxmlformats.org/drawingml/2006/main" noGrp="1"/>
          </p:cNvSpPr>
          <p:nvPr/>
        </p:nvSpPr>
        <p:spPr>
          <a:xfrm xmlns:a="http://schemas.openxmlformats.org/drawingml/2006/main">
            <a:off x="1537607" y="3302127"/>
            <a:ext cx="952500" cy="952500"/>
          </a:xfrm>
          <a:prstGeom xmlns:a="http://schemas.openxmlformats.org/drawingml/2006/main" prst="ellipse">
            <a:avLst/>
          </a:prstGeom>
          <a:noFill xmlns:a="http://schemas.openxmlformats.org/drawingml/2006/main"/>
          <a:ln xmlns:a="http://schemas.openxmlformats.org/drawingml/2006/main" w="119063">
            <a:solidFill>
              <a:srgbClr val="FFE45E"/>
            </a:solidFill>
          </a:ln>
        </p:spPr>
      </p:sp>
      <p:sp>
        <p:nvSpPr>
          <p:cNvPr id="16" name="figure-example_a-2">
            <a:extLst xmlns:a="http://schemas.openxmlformats.org/drawingml/2006/main">
              <a:ext uri="{FF2B5EF4-FFF2-40B4-BE49-F238E27FC236}">
                <a16:creationId xmlns:a16="http://schemas.microsoft.com/office/drawing/2014/main" id="{849AAFBD-F9C1-4F4E-9657-69D8CE1C1144}"/>
              </a:ext>
            </a:extLst>
          </p:cNvPr>
          <p:cNvSpPr>
            <a:spLocks xmlns:a="http://schemas.openxmlformats.org/drawingml/2006/main" noGrp="1"/>
          </p:cNvSpPr>
          <p:nvPr/>
        </p:nvSpPr>
        <p:spPr>
          <a:xfrm xmlns:a="http://schemas.openxmlformats.org/drawingml/2006/main">
            <a:off x="3170464" y="3302127"/>
            <a:ext cx="952500" cy="952500"/>
          </a:xfrm>
          <a:prstGeom xmlns:a="http://schemas.openxmlformats.org/drawingml/2006/main" prst="ellipse">
            <a:avLst/>
          </a:prstGeom>
          <a:solidFill xmlns:a="http://schemas.openxmlformats.org/drawingml/2006/main">
            <a:srgbClr val="FF8C32"/>
          </a:solidFill>
          <a:ln xmlns:a="http://schemas.openxmlformats.org/drawingml/2006/main" w="0">
            <a:noFill/>
          </a:ln>
        </p:spPr>
      </p:sp>
      <p:sp>
        <p:nvSpPr>
          <p:cNvPr id="17" name="figure-example_a-3">
            <a:extLst xmlns:a="http://schemas.openxmlformats.org/drawingml/2006/main">
              <a:ext uri="{FF2B5EF4-FFF2-40B4-BE49-F238E27FC236}">
                <a16:creationId xmlns:a16="http://schemas.microsoft.com/office/drawing/2014/main" id="{C4504C19-2ACA-4DA5-8C31-B0069E5D35A7}"/>
              </a:ext>
            </a:extLst>
          </p:cNvPr>
          <p:cNvSpPr>
            <a:spLocks xmlns:a="http://schemas.openxmlformats.org/drawingml/2006/main" noGrp="1"/>
          </p:cNvSpPr>
          <p:nvPr/>
        </p:nvSpPr>
        <p:spPr>
          <a:xfrm xmlns:a="http://schemas.openxmlformats.org/drawingml/2006/main">
            <a:off x="4803321" y="3302127"/>
            <a:ext cx="952500" cy="952500"/>
          </a:xfrm>
          <a:prstGeom xmlns:a="http://schemas.openxmlformats.org/drawingml/2006/main" prst="ellipse">
            <a:avLst/>
          </a:prstGeom>
          <a:noFill xmlns:a="http://schemas.openxmlformats.org/drawingml/2006/main"/>
          <a:ln xmlns:a="http://schemas.openxmlformats.org/drawingml/2006/main" w="119063">
            <a:solidFill>
              <a:srgbClr val="FFE45E"/>
            </a:solidFill>
          </a:ln>
        </p:spPr>
      </p:sp>
      <p:sp>
        <p:nvSpPr>
          <p:cNvPr id="18" name="figure-example_a-4">
            <a:extLst xmlns:a="http://schemas.openxmlformats.org/drawingml/2006/main">
              <a:ext uri="{FF2B5EF4-FFF2-40B4-BE49-F238E27FC236}">
                <a16:creationId xmlns:a16="http://schemas.microsoft.com/office/drawing/2014/main" id="{057F6078-AA20-46D6-8D5A-4B1F6A6D66CA}"/>
              </a:ext>
            </a:extLst>
          </p:cNvPr>
          <p:cNvSpPr>
            <a:spLocks xmlns:a="http://schemas.openxmlformats.org/drawingml/2006/main" noGrp="1"/>
          </p:cNvSpPr>
          <p:nvPr/>
        </p:nvSpPr>
        <p:spPr>
          <a:xfrm xmlns:a="http://schemas.openxmlformats.org/drawingml/2006/main">
            <a:off x="6436179" y="3302127"/>
            <a:ext cx="952500" cy="952500"/>
          </a:xfrm>
          <a:prstGeom xmlns:a="http://schemas.openxmlformats.org/drawingml/2006/main" prst="ellipse">
            <a:avLst/>
          </a:prstGeom>
          <a:solidFill xmlns:a="http://schemas.openxmlformats.org/drawingml/2006/main">
            <a:srgbClr val="FF8C32"/>
          </a:solidFill>
          <a:ln xmlns:a="http://schemas.openxmlformats.org/drawingml/2006/main" w="0">
            <a:noFill/>
          </a:ln>
        </p:spPr>
      </p:sp>
      <p:sp>
        <p:nvSpPr>
          <p:cNvPr id="19" name="figure-example_a-5">
            <a:extLst xmlns:a="http://schemas.openxmlformats.org/drawingml/2006/main">
              <a:ext uri="{FF2B5EF4-FFF2-40B4-BE49-F238E27FC236}">
                <a16:creationId xmlns:a16="http://schemas.microsoft.com/office/drawing/2014/main" id="{ACFFBC24-D192-4EFB-BF8A-0744834F64F5}"/>
              </a:ext>
            </a:extLst>
          </p:cNvPr>
          <p:cNvSpPr>
            <a:spLocks xmlns:a="http://schemas.openxmlformats.org/drawingml/2006/main" noGrp="1"/>
          </p:cNvSpPr>
          <p:nvPr/>
        </p:nvSpPr>
        <p:spPr>
          <a:xfrm xmlns:a="http://schemas.openxmlformats.org/drawingml/2006/main">
            <a:off x="8069036" y="3302127"/>
            <a:ext cx="952500" cy="952500"/>
          </a:xfrm>
          <a:prstGeom xmlns:a="http://schemas.openxmlformats.org/drawingml/2006/main" prst="ellipse">
            <a:avLst/>
          </a:prstGeom>
          <a:noFill xmlns:a="http://schemas.openxmlformats.org/drawingml/2006/main"/>
          <a:ln xmlns:a="http://schemas.openxmlformats.org/drawingml/2006/main" w="119063">
            <a:solidFill>
              <a:srgbClr val="FFE45E"/>
            </a:solidFill>
          </a:ln>
        </p:spPr>
      </p:sp>
      <p:sp>
        <p:nvSpPr>
          <p:cNvPr id="20" name="figure-example_a-6">
            <a:extLst xmlns:a="http://schemas.openxmlformats.org/drawingml/2006/main">
              <a:ext uri="{FF2B5EF4-FFF2-40B4-BE49-F238E27FC236}">
                <a16:creationId xmlns:a16="http://schemas.microsoft.com/office/drawing/2014/main" id="{74411B10-B2D8-46D1-A339-596E7305F020}"/>
              </a:ext>
            </a:extLst>
          </p:cNvPr>
          <p:cNvSpPr>
            <a:spLocks xmlns:a="http://schemas.openxmlformats.org/drawingml/2006/main" noGrp="1"/>
          </p:cNvSpPr>
          <p:nvPr/>
        </p:nvSpPr>
        <p:spPr>
          <a:xfrm xmlns:a="http://schemas.openxmlformats.org/drawingml/2006/main">
            <a:off x="9701893" y="3302127"/>
            <a:ext cx="952500" cy="952500"/>
          </a:xfrm>
          <a:prstGeom xmlns:a="http://schemas.openxmlformats.org/drawingml/2006/main" prst="ellipse">
            <a:avLst/>
          </a:prstGeom>
          <a:solidFill xmlns:a="http://schemas.openxmlformats.org/drawingml/2006/main">
            <a:srgbClr val="FF8C32"/>
          </a:solidFill>
          <a:ln xmlns:a="http://schemas.openxmlformats.org/drawingml/2006/main" w="0">
            <a:noFill/>
          </a:ln>
        </p:spPr>
      </p:sp>
      <p:sp>
        <p:nvSpPr>
          <p:cNvPr id="21" name="figure-description-example_a">
            <a:extLst xmlns:a="http://schemas.openxmlformats.org/drawingml/2006/main">
              <a:ext uri="{FF2B5EF4-FFF2-40B4-BE49-F238E27FC236}">
                <a16:creationId xmlns:a16="http://schemas.microsoft.com/office/drawing/2014/main" id="{973B12B7-9AD9-4AD4-A012-D255E4B8AAE2}"/>
              </a:ext>
            </a:extLst>
          </p:cNvPr>
          <p:cNvSpPr>
            <a:spLocks xmlns:a="http://schemas.openxmlformats.org/drawingml/2006/main" noGrp="1"/>
          </p:cNvSpPr>
          <p:nvPr/>
        </p:nvSpPr>
        <p:spPr>
          <a:xfrm xmlns:a="http://schemas.openxmlformats.org/drawingml/2006/main">
            <a:off x="381000" y="5842635"/>
            <a:ext cx="114300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A has a very dark blue ground. Its row is yellow ring, orange dot, yellow ring, orange dot, yellow ring, orange dot, with even dark gaps.</a:t>
            </a:r>
          </a:p>
        </p:txBody>
      </p:sp>
    </p:spTree>
    <p:extLst>
      <p:ext uri="{BB962C8B-B14F-4D97-AF65-F5344CB8AC3E}">
        <p14:creationId xmlns:p14="http://schemas.microsoft.com/office/powerpoint/2010/main" val="2139358355"/>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42987F6E-FD65-4ED9-9471-E027DE6D0D40}"/>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56B51"/>
                </a:solidFill>
                <a:latin typeface="Arial"/>
                <a:ea typeface="Arial"/>
                <a:cs typeface="Arial"/>
              </a:defRPr>
            </a:defPPr>
          </a:lstStyle>
          <a:p xmlns:a="http://schemas.openxmlformats.org/drawingml/2006/main">
            <a:pPr algn="l">
              <a:lnSpc>
                <a:spcPct val="108000"/>
              </a:lnSpc>
              <a:buNone/>
              <a:defRPr sz="1050" b="1" lang="en-GB">
                <a:solidFill>
                  <a:srgbClr val="356B51"/>
                </a:solidFill>
                <a:latin typeface="Arial"/>
                <a:ea typeface="Arial"/>
                <a:cs typeface="Arial"/>
              </a:defRPr>
            </a:pPr>
            <a:r>
              <a:rPr sz="1050" b="1" lang="en-GB">
                <a:solidFill>
                  <a:srgbClr val="356B51"/>
                </a:solidFill>
                <a:latin typeface="Arial"/>
                <a:ea typeface="Arial"/>
                <a:cs typeface="Arial"/>
              </a:rPr>
              <a:t>Art · GROW · Autumn 2 · Week 1</a:t>
            </a:r>
          </a:p>
        </p:txBody>
      </p:sp>
      <p:sp>
        <p:nvSpPr>
          <p:cNvPr id="2" name="stage-time">
            <a:extLst xmlns:a="http://schemas.openxmlformats.org/drawingml/2006/main">
              <a:ext uri="{FF2B5EF4-FFF2-40B4-BE49-F238E27FC236}">
                <a16:creationId xmlns:a16="http://schemas.microsoft.com/office/drawing/2014/main" id="{EAAA350F-F0A1-4DED-BACE-22031CD32A0F}"/>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56B51"/>
                </a:solidFill>
                <a:latin typeface="Arial"/>
                <a:ea typeface="Arial"/>
                <a:cs typeface="Arial"/>
              </a:defRPr>
            </a:defPPr>
          </a:lstStyle>
          <a:p xmlns:a="http://schemas.openxmlformats.org/drawingml/2006/main">
            <a:pPr algn="r">
              <a:lnSpc>
                <a:spcPct val="108000"/>
              </a:lnSpc>
              <a:buNone/>
              <a:defRPr sz="1425" b="1" lang="en-GB">
                <a:solidFill>
                  <a:srgbClr val="356B51"/>
                </a:solidFill>
                <a:latin typeface="Arial"/>
                <a:ea typeface="Arial"/>
                <a:cs typeface="Arial"/>
              </a:defRPr>
            </a:pPr>
            <a:r>
              <a:rPr sz="1425" b="1" lang="en-GB">
                <a:solidFill>
                  <a:srgbClr val="356B51"/>
                </a:solidFill>
                <a:latin typeface="Arial"/>
                <a:ea typeface="Arial"/>
                <a:cs typeface="Arial"/>
              </a:rPr>
              <a:t>Exit · 3 min · 37 to 40</a:t>
            </a:r>
          </a:p>
        </p:txBody>
      </p:sp>
      <p:sp>
        <p:nvSpPr>
          <p:cNvPr id="3" name="slide-title">
            <a:extLst xmlns:a="http://schemas.openxmlformats.org/drawingml/2006/main">
              <a:ext uri="{FF2B5EF4-FFF2-40B4-BE49-F238E27FC236}">
                <a16:creationId xmlns:a16="http://schemas.microsoft.com/office/drawing/2014/main" id="{4175617F-CD96-4A1E-B140-956F55827F7A}"/>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56B51"/>
                </a:solidFill>
                <a:latin typeface="Arial"/>
                <a:ea typeface="Arial"/>
                <a:cs typeface="Arial"/>
              </a:defRPr>
            </a:defPPr>
          </a:lstStyle>
          <a:p xmlns:a="http://schemas.openxmlformats.org/drawingml/2006/main">
            <a:pPr algn="l">
              <a:lnSpc>
                <a:spcPct val="108000"/>
              </a:lnSpc>
              <a:buNone/>
              <a:defRPr sz="2700" b="1" lang="en-GB">
                <a:solidFill>
                  <a:srgbClr val="356B51"/>
                </a:solidFill>
                <a:latin typeface="Arial"/>
                <a:ea typeface="Arial"/>
                <a:cs typeface="Arial"/>
              </a:defRPr>
            </a:pPr>
            <a:r>
              <a:rPr sz="2700" b="1" lang="en-GB">
                <a:solidFill>
                  <a:srgbClr val="356B51"/>
                </a:solidFill>
                <a:latin typeface="Arial"/>
                <a:ea typeface="Arial"/>
                <a:cs typeface="Arial"/>
              </a:rPr>
              <a:t>Exit ticket · 2 of 2</a:t>
            </a:r>
          </a:p>
        </p:txBody>
      </p:sp>
      <p:pic>
        <p:nvPicPr>
          <p:cNvPr id="4" name="">
            <a:extLst xmlns:a="http://schemas.openxmlformats.org/drawingml/2006/main">
              <a:ext uri="{FF2B5EF4-FFF2-40B4-BE49-F238E27FC236}">
                <a16:creationId xmlns:a16="http://schemas.microsoft.com/office/drawing/2014/main" id="{73418B99-9533-4985-B04A-CFB9E395225A}"/>
              </a:ext>
            </a:extLst>
          </p:cNvPr>
          <p:cNvPicPr>
            <a:picLocks xmlns:a="http://schemas.openxmlformats.org/drawingml/2006/main" noChangeAspect="1"/>
          </p:cNvPicPr>
          <p:nvPr/>
        </p:nvPicPr>
        <p:blipFill>
          <a:blip xmlns:r="http://schemas.openxmlformats.org/officeDocument/2006/relationships" xmlns:a="http://schemas.openxmlformats.org/drawingml/2006/main" r:embed="R9fad2b4d28d84571"/>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09B483C2-B88F-4321-AAC8-DB49A0500E04}"/>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64CDB084-F545-4B18-8C68-F90AA99258BE}"/>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1F838EFA-2484-42CB-87F7-B8EE05374471}"/>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B101BBBB-EC50-4858-A2E9-7F4E8BC664E2}"/>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EF15BF43-73FD-4C4E-8818-F08BB68CD40A}"/>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587D4B36-6EDA-4E4B-AEF4-EE49966D9A96}"/>
              </a:ext>
            </a:extLst>
          </p:cNvPr>
          <p:cNvSpPr>
            <a:spLocks xmlns:a="http://schemas.openxmlformats.org/drawingml/2006/main" noGrp="1"/>
          </p:cNvSpPr>
          <p:nvPr/>
        </p:nvSpPr>
        <p:spPr>
          <a:xfrm xmlns:a="http://schemas.openxmlformats.org/drawingml/2006/main">
            <a:off x="10953750" y="1143000"/>
            <a:ext cx="838200" cy="85725"/>
          </a:xfrm>
          <a:prstGeom xmlns:a="http://schemas.openxmlformats.org/drawingml/2006/main" prst="rect">
            <a:avLst/>
          </a:prstGeom>
          <a:solidFill xmlns:a="http://schemas.openxmlformats.org/drawingml/2006/main">
            <a:srgbClr val="356B51"/>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E8FC5DC5-3E96-4EA6-B2B4-67744A9398C1}"/>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ART-GROW-A2-W01-P2 · version ______</a:t>
            </a:r>
          </a:p>
        </p:txBody>
      </p:sp>
      <p:sp>
        <p:nvSpPr>
          <p:cNvPr id="12" name="licence-footer">
            <a:extLst xmlns:a="http://schemas.openxmlformats.org/drawingml/2006/main">
              <a:ext uri="{FF2B5EF4-FFF2-40B4-BE49-F238E27FC236}">
                <a16:creationId xmlns:a16="http://schemas.microsoft.com/office/drawing/2014/main" id="{8A675D47-E605-4567-8FB6-16A037F28ECD}"/>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05088B59-3BE1-4029-AD3B-775397ED801F}"/>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One Exit response with the art feature it refers to.</a:t>
            </a:r>
          </a:p>
        </p:txBody>
      </p:sp>
      <p:sp>
        <p:nvSpPr>
          <p:cNvPr id="14" name="figure-example_b-0">
            <a:extLst xmlns:a="http://schemas.openxmlformats.org/drawingml/2006/main">
              <a:ext uri="{FF2B5EF4-FFF2-40B4-BE49-F238E27FC236}">
                <a16:creationId xmlns:a16="http://schemas.microsoft.com/office/drawing/2014/main" id="{E7E44681-E471-47C0-9B2F-897E365295D2}"/>
              </a:ext>
            </a:extLst>
          </p:cNvPr>
          <p:cNvSpPr>
            <a:spLocks xmlns:a="http://schemas.openxmlformats.org/drawingml/2006/main" noGrp="1"/>
          </p:cNvSpPr>
          <p:nvPr/>
        </p:nvSpPr>
        <p:spPr>
          <a:xfrm xmlns:a="http://schemas.openxmlformats.org/drawingml/2006/main">
            <a:off x="459638" y="1904619"/>
            <a:ext cx="11272723" cy="3522726"/>
          </a:xfrm>
          <a:prstGeom xmlns:a="http://schemas.openxmlformats.org/drawingml/2006/main" prst="rect">
            <a:avLst/>
          </a:prstGeom>
          <a:solidFill xmlns:a="http://schemas.openxmlformats.org/drawingml/2006/main">
            <a:srgbClr val="FFE888"/>
          </a:solidFill>
          <a:ln xmlns:a="http://schemas.openxmlformats.org/drawingml/2006/main" w="0">
            <a:noFill/>
          </a:ln>
        </p:spPr>
      </p:sp>
      <p:sp>
        <p:nvSpPr>
          <p:cNvPr id="15" name="figure-example_b-1">
            <a:extLst xmlns:a="http://schemas.openxmlformats.org/drawingml/2006/main">
              <a:ext uri="{FF2B5EF4-FFF2-40B4-BE49-F238E27FC236}">
                <a16:creationId xmlns:a16="http://schemas.microsoft.com/office/drawing/2014/main" id="{FC85FEAE-9E1F-48FB-9C73-10327ECE2E7F}"/>
              </a:ext>
            </a:extLst>
          </p:cNvPr>
          <p:cNvSpPr>
            <a:spLocks xmlns:a="http://schemas.openxmlformats.org/drawingml/2006/main" noGrp="1"/>
          </p:cNvSpPr>
          <p:nvPr/>
        </p:nvSpPr>
        <p:spPr>
          <a:xfrm xmlns:a="http://schemas.openxmlformats.org/drawingml/2006/main">
            <a:off x="1600331" y="3196285"/>
            <a:ext cx="939394" cy="939394"/>
          </a:xfrm>
          <a:prstGeom xmlns:a="http://schemas.openxmlformats.org/drawingml/2006/main" prst="ellipse">
            <a:avLst/>
          </a:prstGeom>
          <a:noFill xmlns:a="http://schemas.openxmlformats.org/drawingml/2006/main"/>
          <a:ln xmlns:a="http://schemas.openxmlformats.org/drawingml/2006/main" w="117424">
            <a:solidFill>
              <a:srgbClr val="FFE45E"/>
            </a:solidFill>
          </a:ln>
        </p:spPr>
      </p:sp>
      <p:sp>
        <p:nvSpPr>
          <p:cNvPr id="16" name="figure-example_b-2">
            <a:extLst xmlns:a="http://schemas.openxmlformats.org/drawingml/2006/main">
              <a:ext uri="{FF2B5EF4-FFF2-40B4-BE49-F238E27FC236}">
                <a16:creationId xmlns:a16="http://schemas.microsoft.com/office/drawing/2014/main" id="{37BF1F7E-3C56-4D39-8191-460DFA23206A}"/>
              </a:ext>
            </a:extLst>
          </p:cNvPr>
          <p:cNvSpPr>
            <a:spLocks xmlns:a="http://schemas.openxmlformats.org/drawingml/2006/main" noGrp="1"/>
          </p:cNvSpPr>
          <p:nvPr/>
        </p:nvSpPr>
        <p:spPr>
          <a:xfrm xmlns:a="http://schemas.openxmlformats.org/drawingml/2006/main">
            <a:off x="3210720" y="3196285"/>
            <a:ext cx="939394" cy="939394"/>
          </a:xfrm>
          <a:prstGeom xmlns:a="http://schemas.openxmlformats.org/drawingml/2006/main" prst="ellipse">
            <a:avLst/>
          </a:prstGeom>
          <a:solidFill xmlns:a="http://schemas.openxmlformats.org/drawingml/2006/main">
            <a:srgbClr val="FF8C32"/>
          </a:solidFill>
          <a:ln xmlns:a="http://schemas.openxmlformats.org/drawingml/2006/main" w="0">
            <a:noFill/>
          </a:ln>
        </p:spPr>
      </p:sp>
      <p:sp>
        <p:nvSpPr>
          <p:cNvPr id="17" name="figure-example_b-3">
            <a:extLst xmlns:a="http://schemas.openxmlformats.org/drawingml/2006/main">
              <a:ext uri="{FF2B5EF4-FFF2-40B4-BE49-F238E27FC236}">
                <a16:creationId xmlns:a16="http://schemas.microsoft.com/office/drawing/2014/main" id="{B2E4573E-768D-4238-BAC7-9669C2F5B453}"/>
              </a:ext>
            </a:extLst>
          </p:cNvPr>
          <p:cNvSpPr>
            <a:spLocks xmlns:a="http://schemas.openxmlformats.org/drawingml/2006/main" noGrp="1"/>
          </p:cNvSpPr>
          <p:nvPr/>
        </p:nvSpPr>
        <p:spPr>
          <a:xfrm xmlns:a="http://schemas.openxmlformats.org/drawingml/2006/main">
            <a:off x="4821109" y="3196285"/>
            <a:ext cx="939394" cy="939394"/>
          </a:xfrm>
          <a:prstGeom xmlns:a="http://schemas.openxmlformats.org/drawingml/2006/main" prst="ellipse">
            <a:avLst/>
          </a:prstGeom>
          <a:noFill xmlns:a="http://schemas.openxmlformats.org/drawingml/2006/main"/>
          <a:ln xmlns:a="http://schemas.openxmlformats.org/drawingml/2006/main" w="117424">
            <a:solidFill>
              <a:srgbClr val="FFE45E"/>
            </a:solidFill>
          </a:ln>
        </p:spPr>
      </p:sp>
      <p:sp>
        <p:nvSpPr>
          <p:cNvPr id="18" name="figure-example_b-4">
            <a:extLst xmlns:a="http://schemas.openxmlformats.org/drawingml/2006/main">
              <a:ext uri="{FF2B5EF4-FFF2-40B4-BE49-F238E27FC236}">
                <a16:creationId xmlns:a16="http://schemas.microsoft.com/office/drawing/2014/main" id="{B7F58423-33CC-4FC0-9628-670F661916B8}"/>
              </a:ext>
            </a:extLst>
          </p:cNvPr>
          <p:cNvSpPr>
            <a:spLocks xmlns:a="http://schemas.openxmlformats.org/drawingml/2006/main" noGrp="1"/>
          </p:cNvSpPr>
          <p:nvPr/>
        </p:nvSpPr>
        <p:spPr>
          <a:xfrm xmlns:a="http://schemas.openxmlformats.org/drawingml/2006/main">
            <a:off x="6431498" y="3196285"/>
            <a:ext cx="939394" cy="939394"/>
          </a:xfrm>
          <a:prstGeom xmlns:a="http://schemas.openxmlformats.org/drawingml/2006/main" prst="ellipse">
            <a:avLst/>
          </a:prstGeom>
          <a:solidFill xmlns:a="http://schemas.openxmlformats.org/drawingml/2006/main">
            <a:srgbClr val="FF8C32"/>
          </a:solidFill>
          <a:ln xmlns:a="http://schemas.openxmlformats.org/drawingml/2006/main" w="0">
            <a:noFill/>
          </a:ln>
        </p:spPr>
      </p:sp>
      <p:sp>
        <p:nvSpPr>
          <p:cNvPr id="19" name="figure-example_b-5">
            <a:extLst xmlns:a="http://schemas.openxmlformats.org/drawingml/2006/main">
              <a:ext uri="{FF2B5EF4-FFF2-40B4-BE49-F238E27FC236}">
                <a16:creationId xmlns:a16="http://schemas.microsoft.com/office/drawing/2014/main" id="{C14087D6-CDC5-466F-8FC9-ECEA9470FCF9}"/>
              </a:ext>
            </a:extLst>
          </p:cNvPr>
          <p:cNvSpPr>
            <a:spLocks xmlns:a="http://schemas.openxmlformats.org/drawingml/2006/main" noGrp="1"/>
          </p:cNvSpPr>
          <p:nvPr/>
        </p:nvSpPr>
        <p:spPr>
          <a:xfrm xmlns:a="http://schemas.openxmlformats.org/drawingml/2006/main">
            <a:off x="8041887" y="3196285"/>
            <a:ext cx="939394" cy="939394"/>
          </a:xfrm>
          <a:prstGeom xmlns:a="http://schemas.openxmlformats.org/drawingml/2006/main" prst="ellipse">
            <a:avLst/>
          </a:prstGeom>
          <a:noFill xmlns:a="http://schemas.openxmlformats.org/drawingml/2006/main"/>
          <a:ln xmlns:a="http://schemas.openxmlformats.org/drawingml/2006/main" w="117424">
            <a:solidFill>
              <a:srgbClr val="FFE45E"/>
            </a:solidFill>
          </a:ln>
        </p:spPr>
      </p:sp>
      <p:sp>
        <p:nvSpPr>
          <p:cNvPr id="20" name="figure-example_b-6">
            <a:extLst xmlns:a="http://schemas.openxmlformats.org/drawingml/2006/main">
              <a:ext uri="{FF2B5EF4-FFF2-40B4-BE49-F238E27FC236}">
                <a16:creationId xmlns:a16="http://schemas.microsoft.com/office/drawing/2014/main" id="{280C12F8-1F20-4368-9C68-08B79B6E8CF2}"/>
              </a:ext>
            </a:extLst>
          </p:cNvPr>
          <p:cNvSpPr>
            <a:spLocks xmlns:a="http://schemas.openxmlformats.org/drawingml/2006/main" noGrp="1"/>
          </p:cNvSpPr>
          <p:nvPr/>
        </p:nvSpPr>
        <p:spPr>
          <a:xfrm xmlns:a="http://schemas.openxmlformats.org/drawingml/2006/main">
            <a:off x="9652276" y="3196285"/>
            <a:ext cx="939394" cy="939394"/>
          </a:xfrm>
          <a:prstGeom xmlns:a="http://schemas.openxmlformats.org/drawingml/2006/main" prst="ellipse">
            <a:avLst/>
          </a:prstGeom>
          <a:solidFill xmlns:a="http://schemas.openxmlformats.org/drawingml/2006/main">
            <a:srgbClr val="FF8C32"/>
          </a:solidFill>
          <a:ln xmlns:a="http://schemas.openxmlformats.org/drawingml/2006/main" w="0">
            <a:noFill/>
          </a:ln>
        </p:spPr>
      </p:sp>
      <p:sp>
        <p:nvSpPr>
          <p:cNvPr id="21" name="figure-description-example_b">
            <a:extLst xmlns:a="http://schemas.openxmlformats.org/drawingml/2006/main">
              <a:ext uri="{FF2B5EF4-FFF2-40B4-BE49-F238E27FC236}">
                <a16:creationId xmlns:a16="http://schemas.microsoft.com/office/drawing/2014/main" id="{B98EA466-DD3E-4C6E-8D0F-16FD05D060C7}"/>
              </a:ext>
            </a:extLst>
          </p:cNvPr>
          <p:cNvSpPr>
            <a:spLocks xmlns:a="http://schemas.openxmlformats.org/drawingml/2006/main" noGrp="1"/>
          </p:cNvSpPr>
          <p:nvPr/>
        </p:nvSpPr>
        <p:spPr>
          <a:xfrm xmlns:a="http://schemas.openxmlformats.org/drawingml/2006/main">
            <a:off x="381000" y="5617845"/>
            <a:ext cx="11430000" cy="5162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B has the same yellow-ring and orange-dot row as A, with the same size, order and gaps, on a pale yellow ground. Its yellow rings are less clear.</a:t>
            </a:r>
          </a:p>
        </p:txBody>
      </p:sp>
    </p:spTree>
    <p:extLst>
      <p:ext uri="{BB962C8B-B14F-4D97-AF65-F5344CB8AC3E}">
        <p14:creationId xmlns:p14="http://schemas.microsoft.com/office/powerpoint/2010/main" val="1717995189"/>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lesson-header">
            <a:extLst xmlns:a="http://schemas.openxmlformats.org/drawingml/2006/main">
              <a:ext uri="{FF2B5EF4-FFF2-40B4-BE49-F238E27FC236}">
                <a16:creationId xmlns:a16="http://schemas.microsoft.com/office/drawing/2014/main" id="{44ED6D48-5FFF-43D6-B55E-23E189863830}"/>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56B51"/>
                </a:solidFill>
                <a:latin typeface="Arial"/>
                <a:ea typeface="Arial"/>
                <a:cs typeface="Arial"/>
              </a:defRPr>
            </a:defPPr>
          </a:lstStyle>
          <a:p xmlns:a="http://schemas.openxmlformats.org/drawingml/2006/main">
            <a:pPr algn="l">
              <a:lnSpc>
                <a:spcPct val="108000"/>
              </a:lnSpc>
              <a:buNone/>
              <a:defRPr sz="1050" b="1" lang="en-GB">
                <a:solidFill>
                  <a:srgbClr val="356B51"/>
                </a:solidFill>
                <a:latin typeface="Arial"/>
                <a:ea typeface="Arial"/>
                <a:cs typeface="Arial"/>
              </a:defRPr>
            </a:pPr>
            <a:r>
              <a:rPr sz="1050" b="1" lang="en-GB">
                <a:solidFill>
                  <a:srgbClr val="356B51"/>
                </a:solidFill>
                <a:latin typeface="Arial"/>
                <a:ea typeface="Arial"/>
                <a:cs typeface="Arial"/>
              </a:rPr>
              <a:t>Art · GROW · Autumn 2 · Week 1</a:t>
            </a:r>
          </a:p>
        </p:txBody>
      </p:sp>
      <p:sp>
        <p:nvSpPr>
          <p:cNvPr id="2" name="stage-time">
            <a:extLst xmlns:a="http://schemas.openxmlformats.org/drawingml/2006/main">
              <a:ext uri="{FF2B5EF4-FFF2-40B4-BE49-F238E27FC236}">
                <a16:creationId xmlns:a16="http://schemas.microsoft.com/office/drawing/2014/main" id="{E6D785C7-59E4-4A55-9F14-085CB9A283CC}"/>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56B51"/>
                </a:solidFill>
                <a:latin typeface="Arial"/>
                <a:ea typeface="Arial"/>
                <a:cs typeface="Arial"/>
              </a:defRPr>
            </a:defPPr>
          </a:lstStyle>
          <a:p xmlns:a="http://schemas.openxmlformats.org/drawingml/2006/main">
            <a:pPr algn="r">
              <a:lnSpc>
                <a:spcPct val="108000"/>
              </a:lnSpc>
              <a:buNone/>
              <a:defRPr sz="1425" b="1" lang="en-GB">
                <a:solidFill>
                  <a:srgbClr val="356B51"/>
                </a:solidFill>
                <a:latin typeface="Arial"/>
                <a:ea typeface="Arial"/>
                <a:cs typeface="Arial"/>
              </a:defRPr>
            </a:pPr>
            <a:r>
              <a:rPr sz="1425" b="1" lang="en-GB">
                <a:solidFill>
                  <a:srgbClr val="356B51"/>
                </a:solidFill>
                <a:latin typeface="Arial"/>
                <a:ea typeface="Arial"/>
                <a:cs typeface="Arial"/>
              </a:rPr>
              <a:t>Exit · 3 min · 37 to 40</a:t>
            </a:r>
          </a:p>
        </p:txBody>
      </p:sp>
      <p:sp>
        <p:nvSpPr>
          <p:cNvPr id="3" name="slide-title">
            <a:extLst xmlns:a="http://schemas.openxmlformats.org/drawingml/2006/main">
              <a:ext uri="{FF2B5EF4-FFF2-40B4-BE49-F238E27FC236}">
                <a16:creationId xmlns:a16="http://schemas.microsoft.com/office/drawing/2014/main" id="{D9951A23-4DEE-4744-824F-173DC335CE39}"/>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56B51"/>
                </a:solidFill>
                <a:latin typeface="Arial"/>
                <a:ea typeface="Arial"/>
                <a:cs typeface="Arial"/>
              </a:defRPr>
            </a:defPPr>
          </a:lstStyle>
          <a:p xmlns:a="http://schemas.openxmlformats.org/drawingml/2006/main">
            <a:pPr algn="l">
              <a:lnSpc>
                <a:spcPct val="108000"/>
              </a:lnSpc>
              <a:buNone/>
              <a:defRPr sz="2700" b="1" lang="en-GB">
                <a:solidFill>
                  <a:srgbClr val="356B51"/>
                </a:solidFill>
                <a:latin typeface="Arial"/>
                <a:ea typeface="Arial"/>
                <a:cs typeface="Arial"/>
              </a:defRPr>
            </a:pPr>
            <a:r>
              <a:rPr sz="2700" b="1" lang="en-GB">
                <a:solidFill>
                  <a:srgbClr val="356B51"/>
                </a:solidFill>
                <a:latin typeface="Arial"/>
                <a:ea typeface="Arial"/>
                <a:cs typeface="Arial"/>
              </a:rPr>
              <a:t>Exit ticket</a:t>
            </a:r>
          </a:p>
        </p:txBody>
      </p:sp>
      <p:sp>
        <p:nvSpPr>
          <p:cNvPr id="4" name="tier-route-label">
            <a:extLst xmlns:a="http://schemas.openxmlformats.org/drawingml/2006/main">
              <a:ext uri="{FF2B5EF4-FFF2-40B4-BE49-F238E27FC236}">
                <a16:creationId xmlns:a16="http://schemas.microsoft.com/office/drawing/2014/main" id="{AEC17567-CF21-4892-AB88-D4FFC8C11DAD}"/>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356B51"/>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Supported</a:t>
            </a:r>
          </a:p>
        </p:txBody>
      </p:sp>
      <p:pic>
        <p:nvPicPr>
          <p:cNvPr id="5" name="">
            <a:extLst xmlns:a="http://schemas.openxmlformats.org/drawingml/2006/main">
              <a:ext uri="{FF2B5EF4-FFF2-40B4-BE49-F238E27FC236}">
                <a16:creationId xmlns:a16="http://schemas.microsoft.com/office/drawing/2014/main" id="{99EDE6EE-42F8-4953-97B4-A1B6B0AA50E3}"/>
              </a:ext>
            </a:extLst>
          </p:cNvPr>
          <p:cNvPicPr>
            <a:picLocks xmlns:a="http://schemas.openxmlformats.org/drawingml/2006/main" noChangeAspect="1"/>
          </p:cNvPicPr>
          <p:nvPr/>
        </p:nvPicPr>
        <p:blipFill>
          <a:blip xmlns:r="http://schemas.openxmlformats.org/officeDocument/2006/relationships" xmlns:a="http://schemas.openxmlformats.org/drawingml/2006/main" r:embed="R1dc4e637fdb6403c"/>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F2D63641-DA57-4A5D-8784-1AD147F103A4}"/>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0937857E-75A6-4F0D-A090-268C019F1809}"/>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8489BBF0-B1F9-4882-AF2C-EBC1D26F71C7}"/>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121C17CA-0490-4C1F-9578-8B4B3C4CC3FA}"/>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1C40734C-A36E-4B22-B293-DD5070915418}"/>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2B3ECD6D-F562-4BA9-AB33-D67B35E173A3}"/>
              </a:ext>
            </a:extLst>
          </p:cNvPr>
          <p:cNvSpPr>
            <a:spLocks xmlns:a="http://schemas.openxmlformats.org/drawingml/2006/main" noGrp="1"/>
          </p:cNvSpPr>
          <p:nvPr/>
        </p:nvSpPr>
        <p:spPr>
          <a:xfrm xmlns:a="http://schemas.openxmlformats.org/drawingml/2006/main">
            <a:off x="10953750" y="1143000"/>
            <a:ext cx="838200" cy="85725"/>
          </a:xfrm>
          <a:prstGeom xmlns:a="http://schemas.openxmlformats.org/drawingml/2006/main" prst="rect">
            <a:avLst/>
          </a:prstGeom>
          <a:solidFill xmlns:a="http://schemas.openxmlformats.org/drawingml/2006/main">
            <a:srgbClr val="356B51"/>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F7F9C484-F79A-4872-9C3D-281DAE2D5D83}"/>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ART-GROW-A2-W01-P2 · version ______</a:t>
            </a:r>
          </a:p>
        </p:txBody>
      </p:sp>
      <p:sp>
        <p:nvSpPr>
          <p:cNvPr id="13" name="licence-footer">
            <a:extLst xmlns:a="http://schemas.openxmlformats.org/drawingml/2006/main">
              <a:ext uri="{FF2B5EF4-FFF2-40B4-BE49-F238E27FC236}">
                <a16:creationId xmlns:a16="http://schemas.microsoft.com/office/drawing/2014/main" id="{9A76199B-B5C4-4CEA-A04D-59EF501A0796}"/>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25ADFD41-2603-4F65-847D-DF2629F75328}"/>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One Exit response with the art feature it refers to.</a:t>
            </a:r>
          </a:p>
        </p:txBody>
      </p:sp>
      <p:sp>
        <p:nvSpPr>
          <p:cNvPr id="15" name="item-1-title">
            <a:extLst xmlns:a="http://schemas.openxmlformats.org/drawingml/2006/main">
              <a:ext uri="{FF2B5EF4-FFF2-40B4-BE49-F238E27FC236}">
                <a16:creationId xmlns:a16="http://schemas.microsoft.com/office/drawing/2014/main" id="{1C12D15B-9F2A-40DA-961B-649884565A7C}"/>
              </a:ext>
            </a:extLst>
          </p:cNvPr>
          <p:cNvSpPr>
            <a:spLocks xmlns:a="http://schemas.openxmlformats.org/drawingml/2006/main" noGrp="1"/>
          </p:cNvSpPr>
          <p:nvPr/>
        </p:nvSpPr>
        <p:spPr>
          <a:xfrm xmlns:a="http://schemas.openxmlformats.org/drawingml/2006/main">
            <a:off x="381000" y="1904619"/>
            <a:ext cx="363220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56B51"/>
                </a:solidFill>
                <a:latin typeface="Arial"/>
                <a:ea typeface="Arial"/>
                <a:cs typeface="Arial"/>
              </a:defRPr>
            </a:defPPr>
          </a:lstStyle>
          <a:p xmlns:a="http://schemas.openxmlformats.org/drawingml/2006/main">
            <a:pPr algn="l">
              <a:lnSpc>
                <a:spcPct val="108000"/>
              </a:lnSpc>
              <a:buNone/>
              <a:defRPr sz="1800" b="1" lang="en-GB">
                <a:solidFill>
                  <a:srgbClr val="356B51"/>
                </a:solidFill>
                <a:latin typeface="Arial"/>
                <a:ea typeface="Arial"/>
                <a:cs typeface="Arial"/>
              </a:defRPr>
            </a:pPr>
            <a:r>
              <a:rPr sz="1800" b="1" lang="en-GB">
                <a:solidFill>
                  <a:srgbClr val="356B51"/>
                </a:solidFill>
                <a:latin typeface="Arial"/>
                <a:ea typeface="Arial"/>
                <a:cs typeface="Arial"/>
              </a:rPr>
              <a:t>1. Contrast</a:t>
            </a:r>
          </a:p>
        </p:txBody>
      </p:sp>
      <p:sp>
        <p:nvSpPr>
          <p:cNvPr id="16" name="item-1-question">
            <a:extLst xmlns:a="http://schemas.openxmlformats.org/drawingml/2006/main">
              <a:ext uri="{FF2B5EF4-FFF2-40B4-BE49-F238E27FC236}">
                <a16:creationId xmlns:a16="http://schemas.microsoft.com/office/drawing/2014/main" id="{7753A283-AC3F-42F5-BD91-737A99B28565}"/>
              </a:ext>
            </a:extLst>
          </p:cNvPr>
          <p:cNvSpPr>
            <a:spLocks xmlns:a="http://schemas.openxmlformats.org/drawingml/2006/main" noGrp="1"/>
          </p:cNvSpPr>
          <p:nvPr/>
        </p:nvSpPr>
        <p:spPr>
          <a:xfrm xmlns:a="http://schemas.openxmlformats.org/drawingml/2006/main">
            <a:off x="381000" y="2317242"/>
            <a:ext cx="3632200" cy="651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Show one bright mark against your dark ground.</a:t>
            </a:r>
          </a:p>
        </p:txBody>
      </p:sp>
      <p:sp>
        <p:nvSpPr>
          <p:cNvPr id="17" name="item-1-clue">
            <a:extLst xmlns:a="http://schemas.openxmlformats.org/drawingml/2006/main">
              <a:ext uri="{FF2B5EF4-FFF2-40B4-BE49-F238E27FC236}">
                <a16:creationId xmlns:a16="http://schemas.microsoft.com/office/drawing/2014/main" id="{35A64348-54B9-4246-8763-1E7597966FC2}"/>
              </a:ext>
            </a:extLst>
          </p:cNvPr>
          <p:cNvSpPr>
            <a:spLocks xmlns:a="http://schemas.openxmlformats.org/drawingml/2006/main" noGrp="1"/>
          </p:cNvSpPr>
          <p:nvPr/>
        </p:nvSpPr>
        <p:spPr>
          <a:xfrm xmlns:a="http://schemas.openxmlformats.org/drawingml/2006/main">
            <a:off x="381000" y="3082671"/>
            <a:ext cx="363220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56B51"/>
                </a:solidFill>
                <a:latin typeface="Arial"/>
                <a:ea typeface="Arial"/>
                <a:cs typeface="Arial"/>
              </a:defRPr>
            </a:defPPr>
          </a:lstStyle>
          <a:p xmlns:a="http://schemas.openxmlformats.org/drawingml/2006/main">
            <a:pPr algn="l">
              <a:lnSpc>
                <a:spcPct val="108000"/>
              </a:lnSpc>
              <a:buNone/>
              <a:defRPr sz="1500" b="0" lang="en-GB">
                <a:solidFill>
                  <a:srgbClr val="356B51"/>
                </a:solidFill>
                <a:latin typeface="Arial"/>
                <a:ea typeface="Arial"/>
                <a:cs typeface="Arial"/>
              </a:defRPr>
            </a:pPr>
            <a:r>
              <a:rPr sz="1500" b="0" lang="en-GB">
                <a:solidFill>
                  <a:srgbClr val="356B51"/>
                </a:solidFill>
                <a:latin typeface="Arial"/>
                <a:ea typeface="Arial"/>
                <a:cs typeface="Arial"/>
              </a:rPr>
              <a:t>Clue: Find where a mark stands out.</a:t>
            </a:r>
          </a:p>
        </p:txBody>
      </p:sp>
      <p:sp>
        <p:nvSpPr>
          <p:cNvPr id="18" name="item-2-title">
            <a:extLst xmlns:a="http://schemas.openxmlformats.org/drawingml/2006/main">
              <a:ext uri="{FF2B5EF4-FFF2-40B4-BE49-F238E27FC236}">
                <a16:creationId xmlns:a16="http://schemas.microsoft.com/office/drawing/2014/main" id="{232E3698-F7D6-4FFE-B861-C887866166DE}"/>
              </a:ext>
            </a:extLst>
          </p:cNvPr>
          <p:cNvSpPr>
            <a:spLocks xmlns:a="http://schemas.openxmlformats.org/drawingml/2006/main" noGrp="1"/>
          </p:cNvSpPr>
          <p:nvPr/>
        </p:nvSpPr>
        <p:spPr>
          <a:xfrm xmlns:a="http://schemas.openxmlformats.org/drawingml/2006/main">
            <a:off x="4279900" y="1904619"/>
            <a:ext cx="363220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56B51"/>
                </a:solidFill>
                <a:latin typeface="Arial"/>
                <a:ea typeface="Arial"/>
                <a:cs typeface="Arial"/>
              </a:defRPr>
            </a:defPPr>
          </a:lstStyle>
          <a:p xmlns:a="http://schemas.openxmlformats.org/drawingml/2006/main">
            <a:pPr algn="l">
              <a:lnSpc>
                <a:spcPct val="108000"/>
              </a:lnSpc>
              <a:buNone/>
              <a:defRPr sz="1800" b="1" lang="en-GB">
                <a:solidFill>
                  <a:srgbClr val="356B51"/>
                </a:solidFill>
                <a:latin typeface="Arial"/>
                <a:ea typeface="Arial"/>
                <a:cs typeface="Arial"/>
              </a:defRPr>
            </a:pPr>
            <a:r>
              <a:rPr sz="1800" b="1" lang="en-GB">
                <a:solidFill>
                  <a:srgbClr val="356B51"/>
                </a:solidFill>
                <a:latin typeface="Arial"/>
                <a:ea typeface="Arial"/>
                <a:cs typeface="Arial"/>
              </a:rPr>
              <a:t>2. Strength</a:t>
            </a:r>
          </a:p>
        </p:txBody>
      </p:sp>
      <p:sp>
        <p:nvSpPr>
          <p:cNvPr id="19" name="item-2-question">
            <a:extLst xmlns:a="http://schemas.openxmlformats.org/drawingml/2006/main">
              <a:ext uri="{FF2B5EF4-FFF2-40B4-BE49-F238E27FC236}">
                <a16:creationId xmlns:a16="http://schemas.microsoft.com/office/drawing/2014/main" id="{AAF8906D-AA41-4CD0-B039-12E3E76F6EC6}"/>
              </a:ext>
            </a:extLst>
          </p:cNvPr>
          <p:cNvSpPr>
            <a:spLocks xmlns:a="http://schemas.openxmlformats.org/drawingml/2006/main" noGrp="1"/>
          </p:cNvSpPr>
          <p:nvPr/>
        </p:nvSpPr>
        <p:spPr>
          <a:xfrm xmlns:a="http://schemas.openxmlformats.org/drawingml/2006/main">
            <a:off x="4279900" y="2317242"/>
            <a:ext cx="3632200" cy="651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Show one thing that worked: contrast or repeat.</a:t>
            </a:r>
          </a:p>
        </p:txBody>
      </p:sp>
      <p:sp>
        <p:nvSpPr>
          <p:cNvPr id="20" name="item-2-clue">
            <a:extLst xmlns:a="http://schemas.openxmlformats.org/drawingml/2006/main">
              <a:ext uri="{FF2B5EF4-FFF2-40B4-BE49-F238E27FC236}">
                <a16:creationId xmlns:a16="http://schemas.microsoft.com/office/drawing/2014/main" id="{9FBB5EFB-9B32-451C-9FC6-295FF8FE6955}"/>
              </a:ext>
            </a:extLst>
          </p:cNvPr>
          <p:cNvSpPr>
            <a:spLocks xmlns:a="http://schemas.openxmlformats.org/drawingml/2006/main" noGrp="1"/>
          </p:cNvSpPr>
          <p:nvPr/>
        </p:nvSpPr>
        <p:spPr>
          <a:xfrm xmlns:a="http://schemas.openxmlformats.org/drawingml/2006/main">
            <a:off x="4279900" y="3082671"/>
            <a:ext cx="363220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56B51"/>
                </a:solidFill>
                <a:latin typeface="Arial"/>
                <a:ea typeface="Arial"/>
                <a:cs typeface="Arial"/>
              </a:defRPr>
            </a:defPPr>
          </a:lstStyle>
          <a:p xmlns:a="http://schemas.openxmlformats.org/drawingml/2006/main">
            <a:pPr algn="l">
              <a:lnSpc>
                <a:spcPct val="108000"/>
              </a:lnSpc>
              <a:buNone/>
              <a:defRPr sz="1500" b="0" lang="en-GB">
                <a:solidFill>
                  <a:srgbClr val="356B51"/>
                </a:solidFill>
                <a:latin typeface="Arial"/>
                <a:ea typeface="Arial"/>
                <a:cs typeface="Arial"/>
              </a:defRPr>
            </a:pPr>
            <a:r>
              <a:rPr sz="1500" b="0" lang="en-GB">
                <a:solidFill>
                  <a:srgbClr val="356B51"/>
                </a:solidFill>
                <a:latin typeface="Arial"/>
                <a:ea typeface="Arial"/>
                <a:cs typeface="Arial"/>
              </a:rPr>
              <a:t>Clue: Point to the part you checked.</a:t>
            </a:r>
          </a:p>
        </p:txBody>
      </p:sp>
      <p:sp>
        <p:nvSpPr>
          <p:cNvPr id="21" name="item-3-title">
            <a:extLst xmlns:a="http://schemas.openxmlformats.org/drawingml/2006/main">
              <a:ext uri="{FF2B5EF4-FFF2-40B4-BE49-F238E27FC236}">
                <a16:creationId xmlns:a16="http://schemas.microsoft.com/office/drawing/2014/main" id="{4D01C4F5-F162-4D52-AD99-234D22850ADB}"/>
              </a:ext>
            </a:extLst>
          </p:cNvPr>
          <p:cNvSpPr>
            <a:spLocks xmlns:a="http://schemas.openxmlformats.org/drawingml/2006/main" noGrp="1"/>
          </p:cNvSpPr>
          <p:nvPr/>
        </p:nvSpPr>
        <p:spPr>
          <a:xfrm xmlns:a="http://schemas.openxmlformats.org/drawingml/2006/main">
            <a:off x="8178800" y="1904619"/>
            <a:ext cx="363220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56B51"/>
                </a:solidFill>
                <a:latin typeface="Arial"/>
                <a:ea typeface="Arial"/>
                <a:cs typeface="Arial"/>
              </a:defRPr>
            </a:defPPr>
          </a:lstStyle>
          <a:p xmlns:a="http://schemas.openxmlformats.org/drawingml/2006/main">
            <a:pPr algn="l">
              <a:lnSpc>
                <a:spcPct val="108000"/>
              </a:lnSpc>
              <a:buNone/>
              <a:defRPr sz="1800" b="1" lang="en-GB">
                <a:solidFill>
                  <a:srgbClr val="356B51"/>
                </a:solidFill>
                <a:latin typeface="Arial"/>
                <a:ea typeface="Arial"/>
                <a:cs typeface="Arial"/>
              </a:defRPr>
            </a:pPr>
            <a:r>
              <a:rPr sz="1800" b="1" lang="en-GB">
                <a:solidFill>
                  <a:srgbClr val="356B51"/>
                </a:solidFill>
                <a:latin typeface="Arial"/>
                <a:ea typeface="Arial"/>
                <a:cs typeface="Arial"/>
              </a:rPr>
              <a:t>3. Change</a:t>
            </a:r>
          </a:p>
        </p:txBody>
      </p:sp>
      <p:sp>
        <p:nvSpPr>
          <p:cNvPr id="22" name="item-3-question">
            <a:extLst xmlns:a="http://schemas.openxmlformats.org/drawingml/2006/main">
              <a:ext uri="{FF2B5EF4-FFF2-40B4-BE49-F238E27FC236}">
                <a16:creationId xmlns:a16="http://schemas.microsoft.com/office/drawing/2014/main" id="{02CD5627-D15E-407E-A8E3-A6483393001A}"/>
              </a:ext>
            </a:extLst>
          </p:cNvPr>
          <p:cNvSpPr>
            <a:spLocks xmlns:a="http://schemas.openxmlformats.org/drawingml/2006/main" noGrp="1"/>
          </p:cNvSpPr>
          <p:nvPr/>
        </p:nvSpPr>
        <p:spPr>
          <a:xfrm xmlns:a="http://schemas.openxmlformats.org/drawingml/2006/main">
            <a:off x="8178800" y="2317242"/>
            <a:ext cx="3632200" cy="358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Show one change you chose.</a:t>
            </a:r>
          </a:p>
        </p:txBody>
      </p:sp>
      <p:sp>
        <p:nvSpPr>
          <p:cNvPr id="23" name="item-3-clue">
            <a:extLst xmlns:a="http://schemas.openxmlformats.org/drawingml/2006/main">
              <a:ext uri="{FF2B5EF4-FFF2-40B4-BE49-F238E27FC236}">
                <a16:creationId xmlns:a16="http://schemas.microsoft.com/office/drawing/2014/main" id="{43CA899A-55D1-42D6-A1EF-6C851C624185}"/>
              </a:ext>
            </a:extLst>
          </p:cNvPr>
          <p:cNvSpPr>
            <a:spLocks xmlns:a="http://schemas.openxmlformats.org/drawingml/2006/main" noGrp="1"/>
          </p:cNvSpPr>
          <p:nvPr/>
        </p:nvSpPr>
        <p:spPr>
          <a:xfrm xmlns:a="http://schemas.openxmlformats.org/drawingml/2006/main">
            <a:off x="8178800" y="2790444"/>
            <a:ext cx="363220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56B51"/>
                </a:solidFill>
                <a:latin typeface="Arial"/>
                <a:ea typeface="Arial"/>
                <a:cs typeface="Arial"/>
              </a:defRPr>
            </a:defPPr>
          </a:lstStyle>
          <a:p xmlns:a="http://schemas.openxmlformats.org/drawingml/2006/main">
            <a:pPr algn="l">
              <a:lnSpc>
                <a:spcPct val="108000"/>
              </a:lnSpc>
              <a:buNone/>
              <a:defRPr sz="1500" b="0" lang="en-GB">
                <a:solidFill>
                  <a:srgbClr val="356B51"/>
                </a:solidFill>
                <a:latin typeface="Arial"/>
                <a:ea typeface="Arial"/>
                <a:cs typeface="Arial"/>
              </a:defRPr>
            </a:pPr>
            <a:r>
              <a:rPr sz="1500" b="0" lang="en-GB">
                <a:solidFill>
                  <a:srgbClr val="356B51"/>
                </a:solidFill>
                <a:latin typeface="Arial"/>
                <a:ea typeface="Arial"/>
                <a:cs typeface="Arial"/>
              </a:rPr>
              <a:t>Clue: Use your test or your change card.</a:t>
            </a:r>
          </a:p>
        </p:txBody>
      </p:sp>
    </p:spTree>
    <p:extLst>
      <p:ext uri="{BB962C8B-B14F-4D97-AF65-F5344CB8AC3E}">
        <p14:creationId xmlns:p14="http://schemas.microsoft.com/office/powerpoint/2010/main" val="1278749099"/>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lesson-header">
            <a:extLst xmlns:a="http://schemas.openxmlformats.org/drawingml/2006/main">
              <a:ext uri="{FF2B5EF4-FFF2-40B4-BE49-F238E27FC236}">
                <a16:creationId xmlns:a16="http://schemas.microsoft.com/office/drawing/2014/main" id="{48E425D0-18B3-448F-8773-07FF66306CE8}"/>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56B51"/>
                </a:solidFill>
                <a:latin typeface="Arial"/>
                <a:ea typeface="Arial"/>
                <a:cs typeface="Arial"/>
              </a:defRPr>
            </a:defPPr>
          </a:lstStyle>
          <a:p xmlns:a="http://schemas.openxmlformats.org/drawingml/2006/main">
            <a:pPr algn="l">
              <a:lnSpc>
                <a:spcPct val="108000"/>
              </a:lnSpc>
              <a:buNone/>
              <a:defRPr sz="1050" b="1" lang="en-GB">
                <a:solidFill>
                  <a:srgbClr val="356B51"/>
                </a:solidFill>
                <a:latin typeface="Arial"/>
                <a:ea typeface="Arial"/>
                <a:cs typeface="Arial"/>
              </a:defRPr>
            </a:pPr>
            <a:r>
              <a:rPr sz="1050" b="1" lang="en-GB">
                <a:solidFill>
                  <a:srgbClr val="356B51"/>
                </a:solidFill>
                <a:latin typeface="Arial"/>
                <a:ea typeface="Arial"/>
                <a:cs typeface="Arial"/>
              </a:rPr>
              <a:t>Art · GROW · Autumn 2 · Week 1</a:t>
            </a:r>
          </a:p>
        </p:txBody>
      </p:sp>
      <p:sp>
        <p:nvSpPr>
          <p:cNvPr id="2" name="stage-time">
            <a:extLst xmlns:a="http://schemas.openxmlformats.org/drawingml/2006/main">
              <a:ext uri="{FF2B5EF4-FFF2-40B4-BE49-F238E27FC236}">
                <a16:creationId xmlns:a16="http://schemas.microsoft.com/office/drawing/2014/main" id="{EF68EE0F-7956-4572-B857-5887B2C4C1DE}"/>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56B51"/>
                </a:solidFill>
                <a:latin typeface="Arial"/>
                <a:ea typeface="Arial"/>
                <a:cs typeface="Arial"/>
              </a:defRPr>
            </a:defPPr>
          </a:lstStyle>
          <a:p xmlns:a="http://schemas.openxmlformats.org/drawingml/2006/main">
            <a:pPr algn="r">
              <a:lnSpc>
                <a:spcPct val="108000"/>
              </a:lnSpc>
              <a:buNone/>
              <a:defRPr sz="1425" b="1" lang="en-GB">
                <a:solidFill>
                  <a:srgbClr val="356B51"/>
                </a:solidFill>
                <a:latin typeface="Arial"/>
                <a:ea typeface="Arial"/>
                <a:cs typeface="Arial"/>
              </a:defRPr>
            </a:pPr>
            <a:r>
              <a:rPr sz="1425" b="1" lang="en-GB">
                <a:solidFill>
                  <a:srgbClr val="356B51"/>
                </a:solidFill>
                <a:latin typeface="Arial"/>
                <a:ea typeface="Arial"/>
                <a:cs typeface="Arial"/>
              </a:rPr>
              <a:t>Exit · 3 min · 37 to 40</a:t>
            </a:r>
          </a:p>
        </p:txBody>
      </p:sp>
      <p:sp>
        <p:nvSpPr>
          <p:cNvPr id="3" name="slide-title">
            <a:extLst xmlns:a="http://schemas.openxmlformats.org/drawingml/2006/main">
              <a:ext uri="{FF2B5EF4-FFF2-40B4-BE49-F238E27FC236}">
                <a16:creationId xmlns:a16="http://schemas.microsoft.com/office/drawing/2014/main" id="{00FD3224-3445-4D8E-9397-FF100EF15589}"/>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56B51"/>
                </a:solidFill>
                <a:latin typeface="Arial"/>
                <a:ea typeface="Arial"/>
                <a:cs typeface="Arial"/>
              </a:defRPr>
            </a:defPPr>
          </a:lstStyle>
          <a:p xmlns:a="http://schemas.openxmlformats.org/drawingml/2006/main">
            <a:pPr algn="l">
              <a:lnSpc>
                <a:spcPct val="108000"/>
              </a:lnSpc>
              <a:buNone/>
              <a:defRPr sz="2700" b="1" lang="en-GB">
                <a:solidFill>
                  <a:srgbClr val="356B51"/>
                </a:solidFill>
                <a:latin typeface="Arial"/>
                <a:ea typeface="Arial"/>
                <a:cs typeface="Arial"/>
              </a:defRPr>
            </a:pPr>
            <a:r>
              <a:rPr sz="2700" b="1" lang="en-GB">
                <a:solidFill>
                  <a:srgbClr val="356B51"/>
                </a:solidFill>
                <a:latin typeface="Arial"/>
                <a:ea typeface="Arial"/>
                <a:cs typeface="Arial"/>
              </a:rPr>
              <a:t>Exit ticket</a:t>
            </a:r>
          </a:p>
        </p:txBody>
      </p:sp>
      <p:sp>
        <p:nvSpPr>
          <p:cNvPr id="4" name="tier-route-label">
            <a:extLst xmlns:a="http://schemas.openxmlformats.org/drawingml/2006/main">
              <a:ext uri="{FF2B5EF4-FFF2-40B4-BE49-F238E27FC236}">
                <a16:creationId xmlns:a16="http://schemas.microsoft.com/office/drawing/2014/main" id="{90B2E9D9-B0B4-4E8F-9962-E82854A34168}"/>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356B51"/>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Standard</a:t>
            </a:r>
          </a:p>
        </p:txBody>
      </p:sp>
      <p:pic>
        <p:nvPicPr>
          <p:cNvPr id="5" name="">
            <a:extLst xmlns:a="http://schemas.openxmlformats.org/drawingml/2006/main">
              <a:ext uri="{FF2B5EF4-FFF2-40B4-BE49-F238E27FC236}">
                <a16:creationId xmlns:a16="http://schemas.microsoft.com/office/drawing/2014/main" id="{C423BE0F-38B2-48F7-9C52-D352E3629FC5}"/>
              </a:ext>
            </a:extLst>
          </p:cNvPr>
          <p:cNvPicPr>
            <a:picLocks xmlns:a="http://schemas.openxmlformats.org/drawingml/2006/main" noChangeAspect="1"/>
          </p:cNvPicPr>
          <p:nvPr/>
        </p:nvPicPr>
        <p:blipFill>
          <a:blip xmlns:r="http://schemas.openxmlformats.org/officeDocument/2006/relationships" xmlns:a="http://schemas.openxmlformats.org/drawingml/2006/main" r:embed="R47987e0f98e1476f"/>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13A3480A-B689-41E4-8FBB-3C272F636CB9}"/>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060040F0-B77E-4BAC-8663-E98002E681AD}"/>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F8678529-5F0D-434B-9A18-345157BD0AE0}"/>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80871F55-AA13-4AAD-8A90-2228BD0CC59E}"/>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9F59A7E1-73AF-40E4-B4BD-D9C4377335D7}"/>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CECC09DA-A6D0-4BEE-BB82-7294393CA058}"/>
              </a:ext>
            </a:extLst>
          </p:cNvPr>
          <p:cNvSpPr>
            <a:spLocks xmlns:a="http://schemas.openxmlformats.org/drawingml/2006/main" noGrp="1"/>
          </p:cNvSpPr>
          <p:nvPr/>
        </p:nvSpPr>
        <p:spPr>
          <a:xfrm xmlns:a="http://schemas.openxmlformats.org/drawingml/2006/main">
            <a:off x="10953750" y="1143000"/>
            <a:ext cx="838200" cy="85725"/>
          </a:xfrm>
          <a:prstGeom xmlns:a="http://schemas.openxmlformats.org/drawingml/2006/main" prst="rect">
            <a:avLst/>
          </a:prstGeom>
          <a:solidFill xmlns:a="http://schemas.openxmlformats.org/drawingml/2006/main">
            <a:srgbClr val="356B51"/>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B4581222-11BE-43E1-BE4C-12D10227ED7E}"/>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ART-GROW-A2-W01-P2 · version ______</a:t>
            </a:r>
          </a:p>
        </p:txBody>
      </p:sp>
      <p:sp>
        <p:nvSpPr>
          <p:cNvPr id="13" name="licence-footer">
            <a:extLst xmlns:a="http://schemas.openxmlformats.org/drawingml/2006/main">
              <a:ext uri="{FF2B5EF4-FFF2-40B4-BE49-F238E27FC236}">
                <a16:creationId xmlns:a16="http://schemas.microsoft.com/office/drawing/2014/main" id="{166308A8-4489-407F-9516-5FF3B3EC337D}"/>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00F606D2-B787-4A41-B09A-5EF765D1E3DA}"/>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One Exit response with the art feature it refers to.</a:t>
            </a:r>
          </a:p>
        </p:txBody>
      </p:sp>
      <p:sp>
        <p:nvSpPr>
          <p:cNvPr id="15" name="item-1-title">
            <a:extLst xmlns:a="http://schemas.openxmlformats.org/drawingml/2006/main">
              <a:ext uri="{FF2B5EF4-FFF2-40B4-BE49-F238E27FC236}">
                <a16:creationId xmlns:a16="http://schemas.microsoft.com/office/drawing/2014/main" id="{AB77E8DB-7871-440D-94B5-572EEB4B2011}"/>
              </a:ext>
            </a:extLst>
          </p:cNvPr>
          <p:cNvSpPr>
            <a:spLocks xmlns:a="http://schemas.openxmlformats.org/drawingml/2006/main" noGrp="1"/>
          </p:cNvSpPr>
          <p:nvPr/>
        </p:nvSpPr>
        <p:spPr>
          <a:xfrm xmlns:a="http://schemas.openxmlformats.org/drawingml/2006/main">
            <a:off x="381000" y="1904619"/>
            <a:ext cx="363220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56B51"/>
                </a:solidFill>
                <a:latin typeface="Arial"/>
                <a:ea typeface="Arial"/>
                <a:cs typeface="Arial"/>
              </a:defRPr>
            </a:defPPr>
          </a:lstStyle>
          <a:p xmlns:a="http://schemas.openxmlformats.org/drawingml/2006/main">
            <a:pPr algn="l">
              <a:lnSpc>
                <a:spcPct val="108000"/>
              </a:lnSpc>
              <a:buNone/>
              <a:defRPr sz="1800" b="1" lang="en-GB">
                <a:solidFill>
                  <a:srgbClr val="356B51"/>
                </a:solidFill>
                <a:latin typeface="Arial"/>
                <a:ea typeface="Arial"/>
                <a:cs typeface="Arial"/>
              </a:defRPr>
            </a:pPr>
            <a:r>
              <a:rPr sz="1800" b="1" lang="en-GB">
                <a:solidFill>
                  <a:srgbClr val="356B51"/>
                </a:solidFill>
                <a:latin typeface="Arial"/>
                <a:ea typeface="Arial"/>
                <a:cs typeface="Arial"/>
              </a:rPr>
              <a:t>1. Contrast</a:t>
            </a:r>
          </a:p>
        </p:txBody>
      </p:sp>
      <p:sp>
        <p:nvSpPr>
          <p:cNvPr id="16" name="item-1-question">
            <a:extLst xmlns:a="http://schemas.openxmlformats.org/drawingml/2006/main">
              <a:ext uri="{FF2B5EF4-FFF2-40B4-BE49-F238E27FC236}">
                <a16:creationId xmlns:a16="http://schemas.microsoft.com/office/drawing/2014/main" id="{B6877C58-C021-4588-BB9F-007A3BF7E15B}"/>
              </a:ext>
            </a:extLst>
          </p:cNvPr>
          <p:cNvSpPr>
            <a:spLocks xmlns:a="http://schemas.openxmlformats.org/drawingml/2006/main" noGrp="1"/>
          </p:cNvSpPr>
          <p:nvPr/>
        </p:nvSpPr>
        <p:spPr>
          <a:xfrm xmlns:a="http://schemas.openxmlformats.org/drawingml/2006/main">
            <a:off x="381000" y="2317242"/>
            <a:ext cx="3632200" cy="651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How did your marks stand out from the ground?</a:t>
            </a:r>
          </a:p>
        </p:txBody>
      </p:sp>
      <p:sp>
        <p:nvSpPr>
          <p:cNvPr id="17" name="item-1-clue">
            <a:extLst xmlns:a="http://schemas.openxmlformats.org/drawingml/2006/main">
              <a:ext uri="{FF2B5EF4-FFF2-40B4-BE49-F238E27FC236}">
                <a16:creationId xmlns:a16="http://schemas.microsoft.com/office/drawing/2014/main" id="{A0A0D6EF-CE91-4431-8D15-7B92D9090145}"/>
              </a:ext>
            </a:extLst>
          </p:cNvPr>
          <p:cNvSpPr>
            <a:spLocks xmlns:a="http://schemas.openxmlformats.org/drawingml/2006/main" noGrp="1"/>
          </p:cNvSpPr>
          <p:nvPr/>
        </p:nvSpPr>
        <p:spPr>
          <a:xfrm xmlns:a="http://schemas.openxmlformats.org/drawingml/2006/main">
            <a:off x="381000" y="3082671"/>
            <a:ext cx="3632200" cy="51625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56B51"/>
                </a:solidFill>
                <a:latin typeface="Arial"/>
                <a:ea typeface="Arial"/>
                <a:cs typeface="Arial"/>
              </a:defRPr>
            </a:defPPr>
          </a:lstStyle>
          <a:p xmlns:a="http://schemas.openxmlformats.org/drawingml/2006/main">
            <a:pPr algn="l">
              <a:lnSpc>
                <a:spcPct val="108000"/>
              </a:lnSpc>
              <a:buNone/>
              <a:defRPr sz="1500" b="0" lang="en-GB">
                <a:solidFill>
                  <a:srgbClr val="356B51"/>
                </a:solidFill>
                <a:latin typeface="Arial"/>
                <a:ea typeface="Arial"/>
                <a:cs typeface="Arial"/>
              </a:defRPr>
            </a:pPr>
            <a:r>
              <a:rPr sz="1500" b="0" lang="en-GB">
                <a:solidFill>
                  <a:srgbClr val="356B51"/>
                </a:solidFill>
                <a:latin typeface="Arial"/>
                <a:ea typeface="Arial"/>
                <a:cs typeface="Arial"/>
              </a:rPr>
              <a:t>Clue: Compare the mark's colour and lightness with the space beside it.</a:t>
            </a:r>
          </a:p>
        </p:txBody>
      </p:sp>
      <p:sp>
        <p:nvSpPr>
          <p:cNvPr id="18" name="item-2-title">
            <a:extLst xmlns:a="http://schemas.openxmlformats.org/drawingml/2006/main">
              <a:ext uri="{FF2B5EF4-FFF2-40B4-BE49-F238E27FC236}">
                <a16:creationId xmlns:a16="http://schemas.microsoft.com/office/drawing/2014/main" id="{8FA7CE73-FFD7-4240-BE93-C688EC397A83}"/>
              </a:ext>
            </a:extLst>
          </p:cNvPr>
          <p:cNvSpPr>
            <a:spLocks xmlns:a="http://schemas.openxmlformats.org/drawingml/2006/main" noGrp="1"/>
          </p:cNvSpPr>
          <p:nvPr/>
        </p:nvSpPr>
        <p:spPr>
          <a:xfrm xmlns:a="http://schemas.openxmlformats.org/drawingml/2006/main">
            <a:off x="4279900" y="1904619"/>
            <a:ext cx="363220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56B51"/>
                </a:solidFill>
                <a:latin typeface="Arial"/>
                <a:ea typeface="Arial"/>
                <a:cs typeface="Arial"/>
              </a:defRPr>
            </a:defPPr>
          </a:lstStyle>
          <a:p xmlns:a="http://schemas.openxmlformats.org/drawingml/2006/main">
            <a:pPr algn="l">
              <a:lnSpc>
                <a:spcPct val="108000"/>
              </a:lnSpc>
              <a:buNone/>
              <a:defRPr sz="1800" b="1" lang="en-GB">
                <a:solidFill>
                  <a:srgbClr val="356B51"/>
                </a:solidFill>
                <a:latin typeface="Arial"/>
                <a:ea typeface="Arial"/>
                <a:cs typeface="Arial"/>
              </a:defRPr>
            </a:pPr>
            <a:r>
              <a:rPr sz="1800" b="1" lang="en-GB">
                <a:solidFill>
                  <a:srgbClr val="356B51"/>
                </a:solidFill>
                <a:latin typeface="Arial"/>
                <a:ea typeface="Arial"/>
                <a:cs typeface="Arial"/>
              </a:rPr>
              <a:t>2. Strength</a:t>
            </a:r>
          </a:p>
        </p:txBody>
      </p:sp>
      <p:sp>
        <p:nvSpPr>
          <p:cNvPr id="19" name="item-2-question">
            <a:extLst xmlns:a="http://schemas.openxmlformats.org/drawingml/2006/main">
              <a:ext uri="{FF2B5EF4-FFF2-40B4-BE49-F238E27FC236}">
                <a16:creationId xmlns:a16="http://schemas.microsoft.com/office/drawing/2014/main" id="{0D81DB98-C14A-4779-A309-2FB50AA4F22A}"/>
              </a:ext>
            </a:extLst>
          </p:cNvPr>
          <p:cNvSpPr>
            <a:spLocks xmlns:a="http://schemas.openxmlformats.org/drawingml/2006/main" noGrp="1"/>
          </p:cNvSpPr>
          <p:nvPr/>
        </p:nvSpPr>
        <p:spPr>
          <a:xfrm xmlns:a="http://schemas.openxmlformats.org/drawingml/2006/main">
            <a:off x="4279900" y="2317242"/>
            <a:ext cx="3632200" cy="651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What is one strength of your artwork? Show why.</a:t>
            </a:r>
          </a:p>
        </p:txBody>
      </p:sp>
      <p:sp>
        <p:nvSpPr>
          <p:cNvPr id="20" name="item-2-clue">
            <a:extLst xmlns:a="http://schemas.openxmlformats.org/drawingml/2006/main">
              <a:ext uri="{FF2B5EF4-FFF2-40B4-BE49-F238E27FC236}">
                <a16:creationId xmlns:a16="http://schemas.microsoft.com/office/drawing/2014/main" id="{E0FBBBB1-2571-42CC-9D83-EF104A64CE1A}"/>
              </a:ext>
            </a:extLst>
          </p:cNvPr>
          <p:cNvSpPr>
            <a:spLocks xmlns:a="http://schemas.openxmlformats.org/drawingml/2006/main" noGrp="1"/>
          </p:cNvSpPr>
          <p:nvPr/>
        </p:nvSpPr>
        <p:spPr>
          <a:xfrm xmlns:a="http://schemas.openxmlformats.org/drawingml/2006/main">
            <a:off x="4279900" y="3082671"/>
            <a:ext cx="3632200" cy="51625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56B51"/>
                </a:solidFill>
                <a:latin typeface="Arial"/>
                <a:ea typeface="Arial"/>
                <a:cs typeface="Arial"/>
              </a:defRPr>
            </a:defPPr>
          </a:lstStyle>
          <a:p xmlns:a="http://schemas.openxmlformats.org/drawingml/2006/main">
            <a:pPr algn="l">
              <a:lnSpc>
                <a:spcPct val="108000"/>
              </a:lnSpc>
              <a:buNone/>
              <a:defRPr sz="1500" b="0" lang="en-GB">
                <a:solidFill>
                  <a:srgbClr val="356B51"/>
                </a:solidFill>
                <a:latin typeface="Arial"/>
                <a:ea typeface="Arial"/>
                <a:cs typeface="Arial"/>
              </a:defRPr>
            </a:pPr>
            <a:r>
              <a:rPr sz="1500" b="0" lang="en-GB">
                <a:solidFill>
                  <a:srgbClr val="356B51"/>
                </a:solidFill>
                <a:latin typeface="Arial"/>
                <a:ea typeface="Arial"/>
                <a:cs typeface="Arial"/>
              </a:rPr>
              <a:t>Clue: Use the contrast or the repeat as evidence.</a:t>
            </a:r>
          </a:p>
        </p:txBody>
      </p:sp>
      <p:sp>
        <p:nvSpPr>
          <p:cNvPr id="21" name="item-3-title">
            <a:extLst xmlns:a="http://schemas.openxmlformats.org/drawingml/2006/main">
              <a:ext uri="{FF2B5EF4-FFF2-40B4-BE49-F238E27FC236}">
                <a16:creationId xmlns:a16="http://schemas.microsoft.com/office/drawing/2014/main" id="{0D6AA89B-49B3-4D01-89E3-376D38CCA846}"/>
              </a:ext>
            </a:extLst>
          </p:cNvPr>
          <p:cNvSpPr>
            <a:spLocks xmlns:a="http://schemas.openxmlformats.org/drawingml/2006/main" noGrp="1"/>
          </p:cNvSpPr>
          <p:nvPr/>
        </p:nvSpPr>
        <p:spPr>
          <a:xfrm xmlns:a="http://schemas.openxmlformats.org/drawingml/2006/main">
            <a:off x="8178800" y="1904619"/>
            <a:ext cx="363220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56B51"/>
                </a:solidFill>
                <a:latin typeface="Arial"/>
                <a:ea typeface="Arial"/>
                <a:cs typeface="Arial"/>
              </a:defRPr>
            </a:defPPr>
          </a:lstStyle>
          <a:p xmlns:a="http://schemas.openxmlformats.org/drawingml/2006/main">
            <a:pPr algn="l">
              <a:lnSpc>
                <a:spcPct val="108000"/>
              </a:lnSpc>
              <a:buNone/>
              <a:defRPr sz="1800" b="1" lang="en-GB">
                <a:solidFill>
                  <a:srgbClr val="356B51"/>
                </a:solidFill>
                <a:latin typeface="Arial"/>
                <a:ea typeface="Arial"/>
                <a:cs typeface="Arial"/>
              </a:defRPr>
            </a:pPr>
            <a:r>
              <a:rPr sz="1800" b="1" lang="en-GB">
                <a:solidFill>
                  <a:srgbClr val="356B51"/>
                </a:solidFill>
                <a:latin typeface="Arial"/>
                <a:ea typeface="Arial"/>
                <a:cs typeface="Arial"/>
              </a:rPr>
              <a:t>3. Change</a:t>
            </a:r>
          </a:p>
        </p:txBody>
      </p:sp>
      <p:sp>
        <p:nvSpPr>
          <p:cNvPr id="22" name="item-3-question">
            <a:extLst xmlns:a="http://schemas.openxmlformats.org/drawingml/2006/main">
              <a:ext uri="{FF2B5EF4-FFF2-40B4-BE49-F238E27FC236}">
                <a16:creationId xmlns:a16="http://schemas.microsoft.com/office/drawing/2014/main" id="{D94BFC9C-A765-424A-855B-5162021E66DA}"/>
              </a:ext>
            </a:extLst>
          </p:cNvPr>
          <p:cNvSpPr>
            <a:spLocks xmlns:a="http://schemas.openxmlformats.org/drawingml/2006/main" noGrp="1"/>
          </p:cNvSpPr>
          <p:nvPr/>
        </p:nvSpPr>
        <p:spPr>
          <a:xfrm xmlns:a="http://schemas.openxmlformats.org/drawingml/2006/main">
            <a:off x="8178800" y="2317242"/>
            <a:ext cx="3632200" cy="651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What is one change you chose? Why?</a:t>
            </a:r>
          </a:p>
        </p:txBody>
      </p:sp>
      <p:sp>
        <p:nvSpPr>
          <p:cNvPr id="23" name="item-3-clue">
            <a:extLst xmlns:a="http://schemas.openxmlformats.org/drawingml/2006/main">
              <a:ext uri="{FF2B5EF4-FFF2-40B4-BE49-F238E27FC236}">
                <a16:creationId xmlns:a16="http://schemas.microsoft.com/office/drawing/2014/main" id="{B8734832-3370-4A68-A061-DCC224BB7721}"/>
              </a:ext>
            </a:extLst>
          </p:cNvPr>
          <p:cNvSpPr>
            <a:spLocks xmlns:a="http://schemas.openxmlformats.org/drawingml/2006/main" noGrp="1"/>
          </p:cNvSpPr>
          <p:nvPr/>
        </p:nvSpPr>
        <p:spPr>
          <a:xfrm xmlns:a="http://schemas.openxmlformats.org/drawingml/2006/main">
            <a:off x="8178800" y="3082671"/>
            <a:ext cx="363220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56B51"/>
                </a:solidFill>
                <a:latin typeface="Arial"/>
                <a:ea typeface="Arial"/>
                <a:cs typeface="Arial"/>
              </a:defRPr>
            </a:defPPr>
          </a:lstStyle>
          <a:p xmlns:a="http://schemas.openxmlformats.org/drawingml/2006/main">
            <a:pPr algn="l">
              <a:lnSpc>
                <a:spcPct val="108000"/>
              </a:lnSpc>
              <a:buNone/>
              <a:defRPr sz="1500" b="0" lang="en-GB">
                <a:solidFill>
                  <a:srgbClr val="356B51"/>
                </a:solidFill>
                <a:latin typeface="Arial"/>
                <a:ea typeface="Arial"/>
                <a:cs typeface="Arial"/>
              </a:defRPr>
            </a:pPr>
            <a:r>
              <a:rPr sz="1500" b="0" lang="en-GB">
                <a:solidFill>
                  <a:srgbClr val="356B51"/>
                </a:solidFill>
                <a:latin typeface="Arial"/>
                <a:ea typeface="Arial"/>
                <a:cs typeface="Arial"/>
              </a:rPr>
              <a:t>Clue: Use a shape, colour, outline or gap.</a:t>
            </a:r>
          </a:p>
        </p:txBody>
      </p:sp>
    </p:spTree>
    <p:extLst>
      <p:ext uri="{BB962C8B-B14F-4D97-AF65-F5344CB8AC3E}">
        <p14:creationId xmlns:p14="http://schemas.microsoft.com/office/powerpoint/2010/main" val="567869718"/>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lesson-header">
            <a:extLst xmlns:a="http://schemas.openxmlformats.org/drawingml/2006/main">
              <a:ext uri="{FF2B5EF4-FFF2-40B4-BE49-F238E27FC236}">
                <a16:creationId xmlns:a16="http://schemas.microsoft.com/office/drawing/2014/main" id="{7CAE22E3-0810-4F17-93A5-47B0DEADF199}"/>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56B51"/>
                </a:solidFill>
                <a:latin typeface="Arial"/>
                <a:ea typeface="Arial"/>
                <a:cs typeface="Arial"/>
              </a:defRPr>
            </a:defPPr>
          </a:lstStyle>
          <a:p xmlns:a="http://schemas.openxmlformats.org/drawingml/2006/main">
            <a:pPr algn="l">
              <a:lnSpc>
                <a:spcPct val="108000"/>
              </a:lnSpc>
              <a:buNone/>
              <a:defRPr sz="1050" b="1" lang="en-GB">
                <a:solidFill>
                  <a:srgbClr val="356B51"/>
                </a:solidFill>
                <a:latin typeface="Arial"/>
                <a:ea typeface="Arial"/>
                <a:cs typeface="Arial"/>
              </a:defRPr>
            </a:pPr>
            <a:r>
              <a:rPr sz="1050" b="1" lang="en-GB">
                <a:solidFill>
                  <a:srgbClr val="356B51"/>
                </a:solidFill>
                <a:latin typeface="Arial"/>
                <a:ea typeface="Arial"/>
                <a:cs typeface="Arial"/>
              </a:rPr>
              <a:t>Art · GROW · Autumn 2 · Week 1</a:t>
            </a:r>
          </a:p>
        </p:txBody>
      </p:sp>
      <p:sp>
        <p:nvSpPr>
          <p:cNvPr id="2" name="stage-time">
            <a:extLst xmlns:a="http://schemas.openxmlformats.org/drawingml/2006/main">
              <a:ext uri="{FF2B5EF4-FFF2-40B4-BE49-F238E27FC236}">
                <a16:creationId xmlns:a16="http://schemas.microsoft.com/office/drawing/2014/main" id="{EC2755A9-0E8F-4FDB-AFDF-6D3DF3404ED6}"/>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56B51"/>
                </a:solidFill>
                <a:latin typeface="Arial"/>
                <a:ea typeface="Arial"/>
                <a:cs typeface="Arial"/>
              </a:defRPr>
            </a:defPPr>
          </a:lstStyle>
          <a:p xmlns:a="http://schemas.openxmlformats.org/drawingml/2006/main">
            <a:pPr algn="r">
              <a:lnSpc>
                <a:spcPct val="108000"/>
              </a:lnSpc>
              <a:buNone/>
              <a:defRPr sz="1425" b="1" lang="en-GB">
                <a:solidFill>
                  <a:srgbClr val="356B51"/>
                </a:solidFill>
                <a:latin typeface="Arial"/>
                <a:ea typeface="Arial"/>
                <a:cs typeface="Arial"/>
              </a:defRPr>
            </a:pPr>
            <a:r>
              <a:rPr sz="1425" b="1" lang="en-GB">
                <a:solidFill>
                  <a:srgbClr val="356B51"/>
                </a:solidFill>
                <a:latin typeface="Arial"/>
                <a:ea typeface="Arial"/>
                <a:cs typeface="Arial"/>
              </a:rPr>
              <a:t>Exit · 3 min · 37 to 40</a:t>
            </a:r>
          </a:p>
        </p:txBody>
      </p:sp>
      <p:sp>
        <p:nvSpPr>
          <p:cNvPr id="3" name="slide-title">
            <a:extLst xmlns:a="http://schemas.openxmlformats.org/drawingml/2006/main">
              <a:ext uri="{FF2B5EF4-FFF2-40B4-BE49-F238E27FC236}">
                <a16:creationId xmlns:a16="http://schemas.microsoft.com/office/drawing/2014/main" id="{3D785584-234E-4350-8C20-A01DB1C96071}"/>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56B51"/>
                </a:solidFill>
                <a:latin typeface="Arial"/>
                <a:ea typeface="Arial"/>
                <a:cs typeface="Arial"/>
              </a:defRPr>
            </a:defPPr>
          </a:lstStyle>
          <a:p xmlns:a="http://schemas.openxmlformats.org/drawingml/2006/main">
            <a:pPr algn="l">
              <a:lnSpc>
                <a:spcPct val="108000"/>
              </a:lnSpc>
              <a:buNone/>
              <a:defRPr sz="2700" b="1" lang="en-GB">
                <a:solidFill>
                  <a:srgbClr val="356B51"/>
                </a:solidFill>
                <a:latin typeface="Arial"/>
                <a:ea typeface="Arial"/>
                <a:cs typeface="Arial"/>
              </a:defRPr>
            </a:pPr>
            <a:r>
              <a:rPr sz="2700" b="1" lang="en-GB">
                <a:solidFill>
                  <a:srgbClr val="356B51"/>
                </a:solidFill>
                <a:latin typeface="Arial"/>
                <a:ea typeface="Arial"/>
                <a:cs typeface="Arial"/>
              </a:rPr>
              <a:t>Exit ticket</a:t>
            </a:r>
          </a:p>
        </p:txBody>
      </p:sp>
      <p:sp>
        <p:nvSpPr>
          <p:cNvPr id="4" name="tier-route-label">
            <a:extLst xmlns:a="http://schemas.openxmlformats.org/drawingml/2006/main">
              <a:ext uri="{FF2B5EF4-FFF2-40B4-BE49-F238E27FC236}">
                <a16:creationId xmlns:a16="http://schemas.microsoft.com/office/drawing/2014/main" id="{A8A26145-1CC8-453D-A909-1D82567EC767}"/>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356B51"/>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Stretch</a:t>
            </a:r>
          </a:p>
        </p:txBody>
      </p:sp>
      <p:pic>
        <p:nvPicPr>
          <p:cNvPr id="5" name="">
            <a:extLst xmlns:a="http://schemas.openxmlformats.org/drawingml/2006/main">
              <a:ext uri="{FF2B5EF4-FFF2-40B4-BE49-F238E27FC236}">
                <a16:creationId xmlns:a16="http://schemas.microsoft.com/office/drawing/2014/main" id="{D072C2FE-10C0-47C9-9503-2BE121E2971E}"/>
              </a:ext>
            </a:extLst>
          </p:cNvPr>
          <p:cNvPicPr>
            <a:picLocks xmlns:a="http://schemas.openxmlformats.org/drawingml/2006/main" noChangeAspect="1"/>
          </p:cNvPicPr>
          <p:nvPr/>
        </p:nvPicPr>
        <p:blipFill>
          <a:blip xmlns:r="http://schemas.openxmlformats.org/officeDocument/2006/relationships" xmlns:a="http://schemas.openxmlformats.org/drawingml/2006/main" r:embed="R7c9f7c1ee56e4383"/>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B383D02F-5683-4751-BCC6-4CC85C906E4E}"/>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C849946E-D4CD-44E6-B4CD-9CE411E2C334}"/>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BDC335F4-B797-4D56-A5FB-71B448029323}"/>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0BA5515A-DA3D-44E0-B470-41CDEFFC2A1D}"/>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881318C9-290F-4766-8693-7B92D7B2738B}"/>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5B99DF52-945A-42B0-8AE9-B82D92BA6EC0}"/>
              </a:ext>
            </a:extLst>
          </p:cNvPr>
          <p:cNvSpPr>
            <a:spLocks xmlns:a="http://schemas.openxmlformats.org/drawingml/2006/main" noGrp="1"/>
          </p:cNvSpPr>
          <p:nvPr/>
        </p:nvSpPr>
        <p:spPr>
          <a:xfrm xmlns:a="http://schemas.openxmlformats.org/drawingml/2006/main">
            <a:off x="10953750" y="1143000"/>
            <a:ext cx="838200" cy="85725"/>
          </a:xfrm>
          <a:prstGeom xmlns:a="http://schemas.openxmlformats.org/drawingml/2006/main" prst="rect">
            <a:avLst/>
          </a:prstGeom>
          <a:solidFill xmlns:a="http://schemas.openxmlformats.org/drawingml/2006/main">
            <a:srgbClr val="356B51"/>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5A1E44F1-E5F2-40A2-86A1-B3036D58BE94}"/>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ART-GROW-A2-W01-P2 · version ______</a:t>
            </a:r>
          </a:p>
        </p:txBody>
      </p:sp>
      <p:sp>
        <p:nvSpPr>
          <p:cNvPr id="13" name="licence-footer">
            <a:extLst xmlns:a="http://schemas.openxmlformats.org/drawingml/2006/main">
              <a:ext uri="{FF2B5EF4-FFF2-40B4-BE49-F238E27FC236}">
                <a16:creationId xmlns:a16="http://schemas.microsoft.com/office/drawing/2014/main" id="{3655ABBA-402C-4D05-8DE6-D1729C2CF220}"/>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05FAED04-B303-46B8-8C7F-60F99093D291}"/>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One Exit response with the art feature it refers to.</a:t>
            </a:r>
          </a:p>
        </p:txBody>
      </p:sp>
      <p:sp>
        <p:nvSpPr>
          <p:cNvPr id="15" name="item-1-title">
            <a:extLst xmlns:a="http://schemas.openxmlformats.org/drawingml/2006/main">
              <a:ext uri="{FF2B5EF4-FFF2-40B4-BE49-F238E27FC236}">
                <a16:creationId xmlns:a16="http://schemas.microsoft.com/office/drawing/2014/main" id="{8F958E59-410A-4344-8F43-D1B89CF8E2A4}"/>
              </a:ext>
            </a:extLst>
          </p:cNvPr>
          <p:cNvSpPr>
            <a:spLocks xmlns:a="http://schemas.openxmlformats.org/drawingml/2006/main" noGrp="1"/>
          </p:cNvSpPr>
          <p:nvPr/>
        </p:nvSpPr>
        <p:spPr>
          <a:xfrm xmlns:a="http://schemas.openxmlformats.org/drawingml/2006/main">
            <a:off x="381000" y="1904619"/>
            <a:ext cx="363220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56B51"/>
                </a:solidFill>
                <a:latin typeface="Arial"/>
                <a:ea typeface="Arial"/>
                <a:cs typeface="Arial"/>
              </a:defRPr>
            </a:defPPr>
          </a:lstStyle>
          <a:p xmlns:a="http://schemas.openxmlformats.org/drawingml/2006/main">
            <a:pPr algn="l">
              <a:lnSpc>
                <a:spcPct val="108000"/>
              </a:lnSpc>
              <a:buNone/>
              <a:defRPr sz="1800" b="1" lang="en-GB">
                <a:solidFill>
                  <a:srgbClr val="356B51"/>
                </a:solidFill>
                <a:latin typeface="Arial"/>
                <a:ea typeface="Arial"/>
                <a:cs typeface="Arial"/>
              </a:defRPr>
            </a:pPr>
            <a:r>
              <a:rPr sz="1800" b="1" lang="en-GB">
                <a:solidFill>
                  <a:srgbClr val="356B51"/>
                </a:solidFill>
                <a:latin typeface="Arial"/>
                <a:ea typeface="Arial"/>
                <a:cs typeface="Arial"/>
              </a:rPr>
              <a:t>1. Contrast</a:t>
            </a:r>
          </a:p>
        </p:txBody>
      </p:sp>
      <p:sp>
        <p:nvSpPr>
          <p:cNvPr id="16" name="item-1-question">
            <a:extLst xmlns:a="http://schemas.openxmlformats.org/drawingml/2006/main">
              <a:ext uri="{FF2B5EF4-FFF2-40B4-BE49-F238E27FC236}">
                <a16:creationId xmlns:a16="http://schemas.microsoft.com/office/drawing/2014/main" id="{F9CB161F-913C-4471-A738-093C1D0248D9}"/>
              </a:ext>
            </a:extLst>
          </p:cNvPr>
          <p:cNvSpPr>
            <a:spLocks xmlns:a="http://schemas.openxmlformats.org/drawingml/2006/main" noGrp="1"/>
          </p:cNvSpPr>
          <p:nvPr/>
        </p:nvSpPr>
        <p:spPr>
          <a:xfrm xmlns:a="http://schemas.openxmlformats.org/drawingml/2006/main">
            <a:off x="381000" y="2317242"/>
            <a:ext cx="3632200" cy="651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What could help if a mark blends into the ground?</a:t>
            </a:r>
          </a:p>
        </p:txBody>
      </p:sp>
      <p:sp>
        <p:nvSpPr>
          <p:cNvPr id="17" name="item-1-clue">
            <a:extLst xmlns:a="http://schemas.openxmlformats.org/drawingml/2006/main">
              <a:ext uri="{FF2B5EF4-FFF2-40B4-BE49-F238E27FC236}">
                <a16:creationId xmlns:a16="http://schemas.microsoft.com/office/drawing/2014/main" id="{02A01426-D412-4D04-9A38-53816B882FCB}"/>
              </a:ext>
            </a:extLst>
          </p:cNvPr>
          <p:cNvSpPr>
            <a:spLocks xmlns:a="http://schemas.openxmlformats.org/drawingml/2006/main" noGrp="1"/>
          </p:cNvSpPr>
          <p:nvPr/>
        </p:nvSpPr>
        <p:spPr>
          <a:xfrm xmlns:a="http://schemas.openxmlformats.org/drawingml/2006/main">
            <a:off x="381000" y="3082671"/>
            <a:ext cx="3632200" cy="51625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56B51"/>
                </a:solidFill>
                <a:latin typeface="Arial"/>
                <a:ea typeface="Arial"/>
                <a:cs typeface="Arial"/>
              </a:defRPr>
            </a:defPPr>
          </a:lstStyle>
          <a:p xmlns:a="http://schemas.openxmlformats.org/drawingml/2006/main">
            <a:pPr algn="l">
              <a:lnSpc>
                <a:spcPct val="108000"/>
              </a:lnSpc>
              <a:buNone/>
              <a:defRPr sz="1500" b="0" lang="en-GB">
                <a:solidFill>
                  <a:srgbClr val="356B51"/>
                </a:solidFill>
                <a:latin typeface="Arial"/>
                <a:ea typeface="Arial"/>
                <a:cs typeface="Arial"/>
              </a:defRPr>
            </a:pPr>
            <a:r>
              <a:rPr sz="1500" b="0" lang="en-GB">
                <a:solidFill>
                  <a:srgbClr val="356B51"/>
                </a:solidFill>
                <a:latin typeface="Arial"/>
                <a:ea typeface="Arial"/>
                <a:cs typeface="Arial"/>
              </a:rPr>
              <a:t>Clue: Think of the mark's lightness or outline.</a:t>
            </a:r>
          </a:p>
        </p:txBody>
      </p:sp>
      <p:sp>
        <p:nvSpPr>
          <p:cNvPr id="18" name="item-2-title">
            <a:extLst xmlns:a="http://schemas.openxmlformats.org/drawingml/2006/main">
              <a:ext uri="{FF2B5EF4-FFF2-40B4-BE49-F238E27FC236}">
                <a16:creationId xmlns:a16="http://schemas.microsoft.com/office/drawing/2014/main" id="{E04911A5-3799-4CF2-B12E-A70680AC7EFD}"/>
              </a:ext>
            </a:extLst>
          </p:cNvPr>
          <p:cNvSpPr>
            <a:spLocks xmlns:a="http://schemas.openxmlformats.org/drawingml/2006/main" noGrp="1"/>
          </p:cNvSpPr>
          <p:nvPr/>
        </p:nvSpPr>
        <p:spPr>
          <a:xfrm xmlns:a="http://schemas.openxmlformats.org/drawingml/2006/main">
            <a:off x="4279900" y="1904619"/>
            <a:ext cx="363220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56B51"/>
                </a:solidFill>
                <a:latin typeface="Arial"/>
                <a:ea typeface="Arial"/>
                <a:cs typeface="Arial"/>
              </a:defRPr>
            </a:defPPr>
          </a:lstStyle>
          <a:p xmlns:a="http://schemas.openxmlformats.org/drawingml/2006/main">
            <a:pPr algn="l">
              <a:lnSpc>
                <a:spcPct val="108000"/>
              </a:lnSpc>
              <a:buNone/>
              <a:defRPr sz="1800" b="1" lang="en-GB">
                <a:solidFill>
                  <a:srgbClr val="356B51"/>
                </a:solidFill>
                <a:latin typeface="Arial"/>
                <a:ea typeface="Arial"/>
                <a:cs typeface="Arial"/>
              </a:defRPr>
            </a:pPr>
            <a:r>
              <a:rPr sz="1800" b="1" lang="en-GB">
                <a:solidFill>
                  <a:srgbClr val="356B51"/>
                </a:solidFill>
                <a:latin typeface="Arial"/>
                <a:ea typeface="Arial"/>
                <a:cs typeface="Arial"/>
              </a:rPr>
              <a:t>2. Strength</a:t>
            </a:r>
          </a:p>
        </p:txBody>
      </p:sp>
      <p:sp>
        <p:nvSpPr>
          <p:cNvPr id="19" name="item-2-question">
            <a:extLst xmlns:a="http://schemas.openxmlformats.org/drawingml/2006/main">
              <a:ext uri="{FF2B5EF4-FFF2-40B4-BE49-F238E27FC236}">
                <a16:creationId xmlns:a16="http://schemas.microsoft.com/office/drawing/2014/main" id="{D85D5CAD-54A8-4CA7-975A-F8F92AD51BC6}"/>
              </a:ext>
            </a:extLst>
          </p:cNvPr>
          <p:cNvSpPr>
            <a:spLocks xmlns:a="http://schemas.openxmlformats.org/drawingml/2006/main" noGrp="1"/>
          </p:cNvSpPr>
          <p:nvPr/>
        </p:nvSpPr>
        <p:spPr>
          <a:xfrm xmlns:a="http://schemas.openxmlformats.org/drawingml/2006/main">
            <a:off x="4279900" y="2317242"/>
            <a:ext cx="3632200" cy="9433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Which feature gives the strongest evidence for one success?</a:t>
            </a:r>
          </a:p>
        </p:txBody>
      </p:sp>
      <p:sp>
        <p:nvSpPr>
          <p:cNvPr id="20" name="item-2-clue">
            <a:extLst xmlns:a="http://schemas.openxmlformats.org/drawingml/2006/main">
              <a:ext uri="{FF2B5EF4-FFF2-40B4-BE49-F238E27FC236}">
                <a16:creationId xmlns:a16="http://schemas.microsoft.com/office/drawing/2014/main" id="{9AAF1FC0-B996-4307-A6AE-0907F61F7D98}"/>
              </a:ext>
            </a:extLst>
          </p:cNvPr>
          <p:cNvSpPr>
            <a:spLocks xmlns:a="http://schemas.openxmlformats.org/drawingml/2006/main" noGrp="1"/>
          </p:cNvSpPr>
          <p:nvPr/>
        </p:nvSpPr>
        <p:spPr>
          <a:xfrm xmlns:a="http://schemas.openxmlformats.org/drawingml/2006/main">
            <a:off x="4279900" y="3374898"/>
            <a:ext cx="3632200" cy="51625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56B51"/>
                </a:solidFill>
                <a:latin typeface="Arial"/>
                <a:ea typeface="Arial"/>
                <a:cs typeface="Arial"/>
              </a:defRPr>
            </a:defPPr>
          </a:lstStyle>
          <a:p xmlns:a="http://schemas.openxmlformats.org/drawingml/2006/main">
            <a:pPr algn="l">
              <a:lnSpc>
                <a:spcPct val="108000"/>
              </a:lnSpc>
              <a:buNone/>
              <a:defRPr sz="1500" b="0" lang="en-GB">
                <a:solidFill>
                  <a:srgbClr val="356B51"/>
                </a:solidFill>
                <a:latin typeface="Arial"/>
                <a:ea typeface="Arial"/>
                <a:cs typeface="Arial"/>
              </a:defRPr>
            </a:pPr>
            <a:r>
              <a:rPr sz="1500" b="0" lang="en-GB">
                <a:solidFill>
                  <a:srgbClr val="356B51"/>
                </a:solidFill>
                <a:latin typeface="Arial"/>
                <a:ea typeface="Arial"/>
                <a:cs typeface="Arial"/>
              </a:rPr>
              <a:t>Clue: Locate the repeat or a clear mark-ground difference.</a:t>
            </a:r>
          </a:p>
        </p:txBody>
      </p:sp>
      <p:sp>
        <p:nvSpPr>
          <p:cNvPr id="21" name="item-3-title">
            <a:extLst xmlns:a="http://schemas.openxmlformats.org/drawingml/2006/main">
              <a:ext uri="{FF2B5EF4-FFF2-40B4-BE49-F238E27FC236}">
                <a16:creationId xmlns:a16="http://schemas.microsoft.com/office/drawing/2014/main" id="{09089961-F5F5-4C34-80F3-DFBE5715C6CE}"/>
              </a:ext>
            </a:extLst>
          </p:cNvPr>
          <p:cNvSpPr>
            <a:spLocks xmlns:a="http://schemas.openxmlformats.org/drawingml/2006/main" noGrp="1"/>
          </p:cNvSpPr>
          <p:nvPr/>
        </p:nvSpPr>
        <p:spPr>
          <a:xfrm xmlns:a="http://schemas.openxmlformats.org/drawingml/2006/main">
            <a:off x="8178800" y="1904619"/>
            <a:ext cx="363220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56B51"/>
                </a:solidFill>
                <a:latin typeface="Arial"/>
                <a:ea typeface="Arial"/>
                <a:cs typeface="Arial"/>
              </a:defRPr>
            </a:defPPr>
          </a:lstStyle>
          <a:p xmlns:a="http://schemas.openxmlformats.org/drawingml/2006/main">
            <a:pPr algn="l">
              <a:lnSpc>
                <a:spcPct val="108000"/>
              </a:lnSpc>
              <a:buNone/>
              <a:defRPr sz="1800" b="1" lang="en-GB">
                <a:solidFill>
                  <a:srgbClr val="356B51"/>
                </a:solidFill>
                <a:latin typeface="Arial"/>
                <a:ea typeface="Arial"/>
                <a:cs typeface="Arial"/>
              </a:defRPr>
            </a:pPr>
            <a:r>
              <a:rPr sz="1800" b="1" lang="en-GB">
                <a:solidFill>
                  <a:srgbClr val="356B51"/>
                </a:solidFill>
                <a:latin typeface="Arial"/>
                <a:ea typeface="Arial"/>
                <a:cs typeface="Arial"/>
              </a:rPr>
              <a:t>3. Change</a:t>
            </a:r>
          </a:p>
        </p:txBody>
      </p:sp>
      <p:sp>
        <p:nvSpPr>
          <p:cNvPr id="22" name="item-3-question">
            <a:extLst xmlns:a="http://schemas.openxmlformats.org/drawingml/2006/main">
              <a:ext uri="{FF2B5EF4-FFF2-40B4-BE49-F238E27FC236}">
                <a16:creationId xmlns:a16="http://schemas.microsoft.com/office/drawing/2014/main" id="{1CB6B00C-F34A-41C0-A1FF-534EF3E70F39}"/>
              </a:ext>
            </a:extLst>
          </p:cNvPr>
          <p:cNvSpPr>
            <a:spLocks xmlns:a="http://schemas.openxmlformats.org/drawingml/2006/main" noGrp="1"/>
          </p:cNvSpPr>
          <p:nvPr/>
        </p:nvSpPr>
        <p:spPr>
          <a:xfrm xmlns:a="http://schemas.openxmlformats.org/drawingml/2006/main">
            <a:off x="8178800" y="2317242"/>
            <a:ext cx="3632200" cy="9433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How does your chosen change help your aim while keeping a repeat?</a:t>
            </a:r>
          </a:p>
        </p:txBody>
      </p:sp>
      <p:sp>
        <p:nvSpPr>
          <p:cNvPr id="23" name="item-3-clue">
            <a:extLst xmlns:a="http://schemas.openxmlformats.org/drawingml/2006/main">
              <a:ext uri="{FF2B5EF4-FFF2-40B4-BE49-F238E27FC236}">
                <a16:creationId xmlns:a16="http://schemas.microsoft.com/office/drawing/2014/main" id="{8FFAFE54-765D-44FC-A7E8-1406362C1A35}"/>
              </a:ext>
            </a:extLst>
          </p:cNvPr>
          <p:cNvSpPr>
            <a:spLocks xmlns:a="http://schemas.openxmlformats.org/drawingml/2006/main" noGrp="1"/>
          </p:cNvSpPr>
          <p:nvPr/>
        </p:nvSpPr>
        <p:spPr>
          <a:xfrm xmlns:a="http://schemas.openxmlformats.org/drawingml/2006/main">
            <a:off x="8178800" y="3374898"/>
            <a:ext cx="3632200" cy="51625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56B51"/>
                </a:solidFill>
                <a:latin typeface="Arial"/>
                <a:ea typeface="Arial"/>
                <a:cs typeface="Arial"/>
              </a:defRPr>
            </a:defPPr>
          </a:lstStyle>
          <a:p xmlns:a="http://schemas.openxmlformats.org/drawingml/2006/main">
            <a:pPr algn="l">
              <a:lnSpc>
                <a:spcPct val="108000"/>
              </a:lnSpc>
              <a:buNone/>
              <a:defRPr sz="1500" b="0" lang="en-GB">
                <a:solidFill>
                  <a:srgbClr val="356B51"/>
                </a:solidFill>
                <a:latin typeface="Arial"/>
                <a:ea typeface="Arial"/>
                <a:cs typeface="Arial"/>
              </a:defRPr>
            </a:pPr>
            <a:r>
              <a:rPr sz="1500" b="0" lang="en-GB">
                <a:solidFill>
                  <a:srgbClr val="356B51"/>
                </a:solidFill>
                <a:latin typeface="Arial"/>
                <a:ea typeface="Arial"/>
                <a:cs typeface="Arial"/>
              </a:rPr>
              <a:t>Clue: Name what changes and what stays the same.</a:t>
            </a:r>
          </a:p>
        </p:txBody>
      </p:sp>
    </p:spTree>
    <p:extLst>
      <p:ext uri="{BB962C8B-B14F-4D97-AF65-F5344CB8AC3E}">
        <p14:creationId xmlns:p14="http://schemas.microsoft.com/office/powerpoint/2010/main" val="2099868448"/>
      </p:ext>
    </p:extLst>
  </p:cSld>
</p:sld>
</file>

<file path=ppt/theme/theme1.xml><?xml version="1.0" encoding="utf-8"?>
<a:theme xmlns:a="http://schemas.openxmlformats.org/drawingml/2006/main" name="Lesson theme">
  <a:themeElements>
    <a:clrScheme name="Lesson colours">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Lesson text">
      <a:majorFont>
        <a:latin typeface="Arial"/>
        <a:ea typeface="Arial"/>
        <a:cs typeface="Arial"/>
      </a:majorFont>
      <a:minorFont>
        <a:latin typeface="Arial"/>
        <a:ea typeface="Arial"/>
        <a:cs typeface="Arial"/>
      </a:minorFont>
    </a:fontScheme>
    <a:fmtScheme name="Lesson formats">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Make — A small light artwork</dc:title>
  <dcterms:created xsi:type="dcterms:W3CDTF"/>
  <dcterms:modified xsi:type="dcterms:W3CDTF"/>
  <dc:subject>ART-GROW-A2-W01-P2</dc:subject>
</coreProperties>
</file>

<file path=docProps/custom.xml><?xml version="1.0" encoding="utf-8"?>
<Properties xmlns="http://schemas.openxmlformats.org/officeDocument/2006/custom-properties" xmlns:vt="http://schemas.openxmlformats.org/officeDocument/2006/docPropsVTypes">
  <property fmtid="{D5CDD505-2E9C-101B-9397-08002B2CF9AE}" pid="2" name="source_page_sha256">
    <vt:lpwstr/>
  </property>
</Properties>
</file>