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147ea18d77054b35"/><Relationship Type="http://schemas.openxmlformats.org/officeDocument/2006/relationships/extended-properties" Target="/docProps/app.xml" Id="R5b47a84984294b7f"/><Relationship Type="http://schemas.openxmlformats.org/officeDocument/2006/relationships/officeDocument" Target="/ppt/presentation.xml" Id="R77aa8958711c47f8"/><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efde3c1c62dd4a69"/>
  </p:sldMasterIdLst>
  <p:notesMasterIdLst>
    <p:notesMasterId xmlns:r="http://schemas.openxmlformats.org/officeDocument/2006/relationships" r:id="Rf3d4f537118f431e"/>
  </p:notesMasterIdLst>
  <p:sldIdLst>
    <p:sldId xmlns:r="http://schemas.openxmlformats.org/officeDocument/2006/relationships" id="256" r:id="Rd93aeb4c2ec44ac6"/>
    <p:sldId xmlns:r="http://schemas.openxmlformats.org/officeDocument/2006/relationships" id="257" r:id="R24d5548e841a4d3a"/>
    <p:sldId xmlns:r="http://schemas.openxmlformats.org/officeDocument/2006/relationships" id="258" r:id="R42145e762d6c4c0f"/>
    <p:sldId xmlns:r="http://schemas.openxmlformats.org/officeDocument/2006/relationships" id="259" r:id="R766503c738c641b6"/>
    <p:sldId xmlns:r="http://schemas.openxmlformats.org/officeDocument/2006/relationships" id="260" r:id="Re257ac4c0ed34863"/>
    <p:sldId xmlns:r="http://schemas.openxmlformats.org/officeDocument/2006/relationships" id="261" r:id="Rf25eae597c8641b5"/>
    <p:sldId xmlns:r="http://schemas.openxmlformats.org/officeDocument/2006/relationships" id="262" r:id="R9be6389827904cef"/>
    <p:sldId xmlns:r="http://schemas.openxmlformats.org/officeDocument/2006/relationships" id="263" r:id="R064581c146ee43e1"/>
    <p:sldId xmlns:r="http://schemas.openxmlformats.org/officeDocument/2006/relationships" id="264" r:id="R06d44ec886b54e51"/>
    <p:sldId xmlns:r="http://schemas.openxmlformats.org/officeDocument/2006/relationships" id="265" r:id="R382e3bfd5e7449a3"/>
    <p:sldId xmlns:r="http://schemas.openxmlformats.org/officeDocument/2006/relationships" id="266" r:id="Ra918925d989947cf"/>
    <p:sldId xmlns:r="http://schemas.openxmlformats.org/officeDocument/2006/relationships" id="267" r:id="Rb6b7842ca2ca40e4"/>
    <p:sldId xmlns:r="http://schemas.openxmlformats.org/officeDocument/2006/relationships" id="268" r:id="R4f0aa2b6f54f4591"/>
    <p:sldId xmlns:r="http://schemas.openxmlformats.org/officeDocument/2006/relationships" id="269" r:id="R726e4e97645f4634"/>
    <p:sldId xmlns:r="http://schemas.openxmlformats.org/officeDocument/2006/relationships" id="270" r:id="Re7a148e7dc6e4a0b"/>
    <p:sldId xmlns:r="http://schemas.openxmlformats.org/officeDocument/2006/relationships" id="271" r:id="R871d50fbc6ca4376"/>
    <p:sldId xmlns:r="http://schemas.openxmlformats.org/officeDocument/2006/relationships" id="272" r:id="R3ff66c05e9414460"/>
    <p:sldId xmlns:r="http://schemas.openxmlformats.org/officeDocument/2006/relationships" id="273" r:id="Rb0a09ccedc8241ca"/>
    <p:sldId xmlns:r="http://schemas.openxmlformats.org/officeDocument/2006/relationships" id="274" r:id="Rf3d4c1f9cad94491"/>
    <p:sldId xmlns:r="http://schemas.openxmlformats.org/officeDocument/2006/relationships" id="275" r:id="Rf466ea30bb894805"/>
    <p:sldId xmlns:r="http://schemas.openxmlformats.org/officeDocument/2006/relationships" id="276" r:id="R1897f4630bdd46fa"/>
    <p:sldId xmlns:r="http://schemas.openxmlformats.org/officeDocument/2006/relationships" id="277" r:id="R16671812513a429a"/>
    <p:sldId xmlns:r="http://schemas.openxmlformats.org/officeDocument/2006/relationships" id="278" r:id="Rebd2bba4c39a41e7"/>
    <p:sldId xmlns:r="http://schemas.openxmlformats.org/officeDocument/2006/relationships" id="279" r:id="Rfe1c108027474887"/>
    <p:sldId xmlns:r="http://schemas.openxmlformats.org/officeDocument/2006/relationships" id="280" r:id="R39dcdcd698a84987"/>
    <p:sldId xmlns:r="http://schemas.openxmlformats.org/officeDocument/2006/relationships" id="281" r:id="Rdde1659c460349f5"/>
    <p:sldId xmlns:r="http://schemas.openxmlformats.org/officeDocument/2006/relationships" id="282" r:id="Rf22fbabfee884b58"/>
    <p:sldId xmlns:r="http://schemas.openxmlformats.org/officeDocument/2006/relationships" id="283" r:id="Rd0e03331d9664181"/>
    <p:sldId xmlns:r="http://schemas.openxmlformats.org/officeDocument/2006/relationships" id="284" r:id="R9cdc916a65d64140"/>
    <p:sldId xmlns:r="http://schemas.openxmlformats.org/officeDocument/2006/relationships" id="285" r:id="Rdc02ddec3cf14cc7"/>
    <p:sldId xmlns:r="http://schemas.openxmlformats.org/officeDocument/2006/relationships" id="286" r:id="R862266179d21424e"/>
    <p:sldId xmlns:r="http://schemas.openxmlformats.org/officeDocument/2006/relationships" id="287" r:id="R86ecb9d4249c4764"/>
    <p:sldId xmlns:r="http://schemas.openxmlformats.org/officeDocument/2006/relationships" id="288" r:id="Rdf5508b984ad48ef"/>
    <p:sldId xmlns:r="http://schemas.openxmlformats.org/officeDocument/2006/relationships" id="289" r:id="Rc2c2e89f7b934b44"/>
    <p:sldId xmlns:r="http://schemas.openxmlformats.org/officeDocument/2006/relationships" id="290" r:id="R317a3bbdac2d4d59"/>
    <p:sldId xmlns:r="http://schemas.openxmlformats.org/officeDocument/2006/relationships" id="291" r:id="Rf88cf66abacb4baa"/>
    <p:sldId xmlns:r="http://schemas.openxmlformats.org/officeDocument/2006/relationships" id="292" r:id="R6754de2d276142fe"/>
    <p:sldId xmlns:r="http://schemas.openxmlformats.org/officeDocument/2006/relationships" id="293" r:id="Ra9be6e571af6420f"/>
    <p:sldId xmlns:r="http://schemas.openxmlformats.org/officeDocument/2006/relationships" id="294" r:id="Ra3cd8338946c4f20"/>
    <p:sldId xmlns:r="http://schemas.openxmlformats.org/officeDocument/2006/relationships" id="295" r:id="Rb53a7e5ffd4a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4429ad2e33048cc"/><Relationship Type="http://schemas.openxmlformats.org/officeDocument/2006/relationships/slideMaster" Target="/ppt/slideMasters/slideMaster1.xml" Id="Refde3c1c62dd4a69"/><Relationship Type="http://schemas.openxmlformats.org/officeDocument/2006/relationships/notesMaster" Target="/ppt/notesMasters/notesMaster1.xml" Id="Rf3d4f537118f431e"/><Relationship Type="http://schemas.openxmlformats.org/officeDocument/2006/relationships/presProps" Target="/ppt/presProps.xml" Id="R2ad3a77d93fd4e6f"/><Relationship Type="http://schemas.openxmlformats.org/officeDocument/2006/relationships/tableStyles" Target="/ppt/tableStyles.xml" Id="Rab2382f6720e4844"/><Relationship Type="http://schemas.openxmlformats.org/officeDocument/2006/relationships/slide" Target="/ppt/slides/slide1.xml" Id="Rd93aeb4c2ec44ac6"/><Relationship Type="http://schemas.openxmlformats.org/officeDocument/2006/relationships/slide" Target="/ppt/slides/slide2.xml" Id="R24d5548e841a4d3a"/><Relationship Type="http://schemas.openxmlformats.org/officeDocument/2006/relationships/slide" Target="/ppt/slides/slide3.xml" Id="R42145e762d6c4c0f"/><Relationship Type="http://schemas.openxmlformats.org/officeDocument/2006/relationships/slide" Target="/ppt/slides/slide4.xml" Id="R766503c738c641b6"/><Relationship Type="http://schemas.openxmlformats.org/officeDocument/2006/relationships/slide" Target="/ppt/slides/slide5.xml" Id="Re257ac4c0ed34863"/><Relationship Type="http://schemas.openxmlformats.org/officeDocument/2006/relationships/slide" Target="/ppt/slides/slide6.xml" Id="Rf25eae597c8641b5"/><Relationship Type="http://schemas.openxmlformats.org/officeDocument/2006/relationships/slide" Target="/ppt/slides/slide7.xml" Id="R9be6389827904cef"/><Relationship Type="http://schemas.openxmlformats.org/officeDocument/2006/relationships/slide" Target="/ppt/slides/slide8.xml" Id="R064581c146ee43e1"/><Relationship Type="http://schemas.openxmlformats.org/officeDocument/2006/relationships/slide" Target="/ppt/slides/slide9.xml" Id="R06d44ec886b54e51"/><Relationship Type="http://schemas.openxmlformats.org/officeDocument/2006/relationships/slide" Target="/ppt/slides/slide10.xml" Id="R382e3bfd5e7449a3"/><Relationship Type="http://schemas.openxmlformats.org/officeDocument/2006/relationships/slide" Target="/ppt/slides/slide11.xml" Id="Ra918925d989947cf"/><Relationship Type="http://schemas.openxmlformats.org/officeDocument/2006/relationships/slide" Target="/ppt/slides/slide12.xml" Id="Rb6b7842ca2ca40e4"/><Relationship Type="http://schemas.openxmlformats.org/officeDocument/2006/relationships/slide" Target="/ppt/slides/slide13.xml" Id="R4f0aa2b6f54f4591"/><Relationship Type="http://schemas.openxmlformats.org/officeDocument/2006/relationships/slide" Target="/ppt/slides/slide14.xml" Id="R726e4e97645f4634"/><Relationship Type="http://schemas.openxmlformats.org/officeDocument/2006/relationships/slide" Target="/ppt/slides/slide15.xml" Id="Re7a148e7dc6e4a0b"/><Relationship Type="http://schemas.openxmlformats.org/officeDocument/2006/relationships/slide" Target="/ppt/slides/slide16.xml" Id="R871d50fbc6ca4376"/><Relationship Type="http://schemas.openxmlformats.org/officeDocument/2006/relationships/slide" Target="/ppt/slides/slide17.xml" Id="R3ff66c05e9414460"/><Relationship Type="http://schemas.openxmlformats.org/officeDocument/2006/relationships/slide" Target="/ppt/slides/slide18.xml" Id="Rb0a09ccedc8241ca"/><Relationship Type="http://schemas.openxmlformats.org/officeDocument/2006/relationships/slide" Target="/ppt/slides/slide19.xml" Id="Rf3d4c1f9cad94491"/><Relationship Type="http://schemas.openxmlformats.org/officeDocument/2006/relationships/slide" Target="/ppt/slides/slide20.xml" Id="Rf466ea30bb894805"/><Relationship Type="http://schemas.openxmlformats.org/officeDocument/2006/relationships/slide" Target="/ppt/slides/slide21.xml" Id="R1897f4630bdd46fa"/><Relationship Type="http://schemas.openxmlformats.org/officeDocument/2006/relationships/slide" Target="/ppt/slides/slide22.xml" Id="R16671812513a429a"/><Relationship Type="http://schemas.openxmlformats.org/officeDocument/2006/relationships/slide" Target="/ppt/slides/slide23.xml" Id="Rebd2bba4c39a41e7"/><Relationship Type="http://schemas.openxmlformats.org/officeDocument/2006/relationships/slide" Target="/ppt/slides/slide24.xml" Id="Rfe1c108027474887"/><Relationship Type="http://schemas.openxmlformats.org/officeDocument/2006/relationships/slide" Target="/ppt/slides/slide25.xml" Id="R39dcdcd698a84987"/><Relationship Type="http://schemas.openxmlformats.org/officeDocument/2006/relationships/slide" Target="/ppt/slides/slide26.xml" Id="Rdde1659c460349f5"/><Relationship Type="http://schemas.openxmlformats.org/officeDocument/2006/relationships/slide" Target="/ppt/slides/slide27.xml" Id="Rf22fbabfee884b58"/><Relationship Type="http://schemas.openxmlformats.org/officeDocument/2006/relationships/slide" Target="/ppt/slides/slide28.xml" Id="Rd0e03331d9664181"/><Relationship Type="http://schemas.openxmlformats.org/officeDocument/2006/relationships/slide" Target="/ppt/slides/slide29.xml" Id="R9cdc916a65d64140"/><Relationship Type="http://schemas.openxmlformats.org/officeDocument/2006/relationships/slide" Target="/ppt/slides/slide30.xml" Id="Rdc02ddec3cf14cc7"/><Relationship Type="http://schemas.openxmlformats.org/officeDocument/2006/relationships/slide" Target="/ppt/slides/slide31.xml" Id="R862266179d21424e"/><Relationship Type="http://schemas.openxmlformats.org/officeDocument/2006/relationships/slide" Target="/ppt/slides/slide32.xml" Id="R86ecb9d4249c4764"/><Relationship Type="http://schemas.openxmlformats.org/officeDocument/2006/relationships/slide" Target="/ppt/slides/slide33.xml" Id="Rdf5508b984ad48ef"/><Relationship Type="http://schemas.openxmlformats.org/officeDocument/2006/relationships/slide" Target="/ppt/slides/slide34.xml" Id="Rc2c2e89f7b934b44"/><Relationship Type="http://schemas.openxmlformats.org/officeDocument/2006/relationships/slide" Target="/ppt/slides/slide35.xml" Id="R317a3bbdac2d4d59"/><Relationship Type="http://schemas.openxmlformats.org/officeDocument/2006/relationships/slide" Target="/ppt/slides/slide36.xml" Id="Rf88cf66abacb4baa"/><Relationship Type="http://schemas.openxmlformats.org/officeDocument/2006/relationships/slide" Target="/ppt/slides/slide37.xml" Id="R6754de2d276142fe"/><Relationship Type="http://schemas.openxmlformats.org/officeDocument/2006/relationships/slide" Target="/ppt/slides/slide38.xml" Id="Ra9be6e571af6420f"/><Relationship Type="http://schemas.openxmlformats.org/officeDocument/2006/relationships/slide" Target="/ppt/slides/slide39.xml" Id="Ra3cd8338946c4f20"/><Relationship Type="http://schemas.openxmlformats.org/officeDocument/2006/relationships/slide" Target="/ppt/slides/slide40.xml" Id="Rb53a7e5ffd4a4dd3"/></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a3e4c02f64485c"/></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7aff7cd8d2fd4090"/><Relationship Type="http://schemas.openxmlformats.org/officeDocument/2006/relationships/notesMaster" Target="/ppt/notesMasters/notesMaster1.xml" Id="R1780cabff83143c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d306ed76eaf4be0"/><Relationship Type="http://schemas.openxmlformats.org/officeDocument/2006/relationships/notesMaster" Target="/ppt/notesMasters/notesMaster1.xml" Id="R0f345a4de30243a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43bc934695c4ff4"/><Relationship Type="http://schemas.openxmlformats.org/officeDocument/2006/relationships/notesMaster" Target="/ppt/notesMasters/notesMaster1.xml" Id="R1a142e4a212645b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d321d2a1d60e4041"/><Relationship Type="http://schemas.openxmlformats.org/officeDocument/2006/relationships/notesMaster" Target="/ppt/notesMasters/notesMaster1.xml" Id="R0047c279b5db49c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512134f9c1c544f0"/><Relationship Type="http://schemas.openxmlformats.org/officeDocument/2006/relationships/notesMaster" Target="/ppt/notesMasters/notesMaster1.xml" Id="Ra6053ccd0595480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46fe45c5eb3b4067"/><Relationship Type="http://schemas.openxmlformats.org/officeDocument/2006/relationships/notesMaster" Target="/ppt/notesMasters/notesMaster1.xml" Id="R5fa92e1c5d0344e5"/></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e3a5893de934c9b"/><Relationship Type="http://schemas.openxmlformats.org/officeDocument/2006/relationships/notesMaster" Target="/ppt/notesMasters/notesMaster1.xml" Id="Rec989938cce841f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bd6e424c3fc84ff4"/><Relationship Type="http://schemas.openxmlformats.org/officeDocument/2006/relationships/notesMaster" Target="/ppt/notesMasters/notesMaster1.xml" Id="Raddf0c62144143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929ed925d9441ea"/><Relationship Type="http://schemas.openxmlformats.org/officeDocument/2006/relationships/notesMaster" Target="/ppt/notesMasters/notesMaster1.xml" Id="Ra7ae21c9c4664a53"/></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db8a4c532d54bb5"/><Relationship Type="http://schemas.openxmlformats.org/officeDocument/2006/relationships/notesMaster" Target="/ppt/notesMasters/notesMaster1.xml" Id="R00950f4f58194ec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4c1a3a1072674372"/><Relationship Type="http://schemas.openxmlformats.org/officeDocument/2006/relationships/notesMaster" Target="/ppt/notesMasters/notesMaster1.xml" Id="R0a665c8bc852490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78f977ef5884a61"/><Relationship Type="http://schemas.openxmlformats.org/officeDocument/2006/relationships/notesMaster" Target="/ppt/notesMasters/notesMaster1.xml" Id="Rd28349951fbc484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6ff707c3f84b4f53"/><Relationship Type="http://schemas.openxmlformats.org/officeDocument/2006/relationships/notesMaster" Target="/ppt/notesMasters/notesMaster1.xml" Id="R025e93c70a2c446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5f4739c6a93e4368"/><Relationship Type="http://schemas.openxmlformats.org/officeDocument/2006/relationships/notesMaster" Target="/ppt/notesMasters/notesMaster1.xml" Id="R23ef285778644911"/></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cbb6d0767c3446fb"/><Relationship Type="http://schemas.openxmlformats.org/officeDocument/2006/relationships/notesMaster" Target="/ppt/notesMasters/notesMaster1.xml" Id="Rdd5b67c2d46c444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94e109da4aa44217"/><Relationship Type="http://schemas.openxmlformats.org/officeDocument/2006/relationships/notesMaster" Target="/ppt/notesMasters/notesMaster1.xml" Id="R965adedf887e46a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104b860786c74388"/><Relationship Type="http://schemas.openxmlformats.org/officeDocument/2006/relationships/notesMaster" Target="/ppt/notesMasters/notesMaster1.xml" Id="R201d131ab5954f6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dbf9b17940e2496c"/><Relationship Type="http://schemas.openxmlformats.org/officeDocument/2006/relationships/notesMaster" Target="/ppt/notesMasters/notesMaster1.xml" Id="R9a9490e0c4164bae"/></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5766fdcaa274b53"/><Relationship Type="http://schemas.openxmlformats.org/officeDocument/2006/relationships/notesMaster" Target="/ppt/notesMasters/notesMaster1.xml" Id="R6e7b3b009b7a4b17"/></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5081272a12449ab"/><Relationship Type="http://schemas.openxmlformats.org/officeDocument/2006/relationships/notesMaster" Target="/ppt/notesMasters/notesMaster1.xml" Id="Ra4433d63fc314b72"/></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2563ae2038054b90"/><Relationship Type="http://schemas.openxmlformats.org/officeDocument/2006/relationships/notesMaster" Target="/ppt/notesMasters/notesMaster1.xml" Id="R5e243a180f4447b6"/></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69d11398d8e48db"/><Relationship Type="http://schemas.openxmlformats.org/officeDocument/2006/relationships/notesMaster" Target="/ppt/notesMasters/notesMaster1.xml" Id="R97f381f49c074c64"/></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7168bed8ec2a451d"/><Relationship Type="http://schemas.openxmlformats.org/officeDocument/2006/relationships/notesMaster" Target="/ppt/notesMasters/notesMaster1.xml" Id="R9c039cbeabca4c7a"/></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4f058593ac9d453d"/><Relationship Type="http://schemas.openxmlformats.org/officeDocument/2006/relationships/notesMaster" Target="/ppt/notesMasters/notesMaster1.xml" Id="Rc0c2d88c2e904859"/></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7e2914b3d5e44abc"/><Relationship Type="http://schemas.openxmlformats.org/officeDocument/2006/relationships/notesMaster" Target="/ppt/notesMasters/notesMaster1.xml" Id="Rf364b72c48f34fab"/></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b4e8dc49702249c5"/><Relationship Type="http://schemas.openxmlformats.org/officeDocument/2006/relationships/notesMaster" Target="/ppt/notesMasters/notesMaster1.xml" Id="R8e610c4760194ac9"/></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c04182713d5744f0"/><Relationship Type="http://schemas.openxmlformats.org/officeDocument/2006/relationships/notesMaster" Target="/ppt/notesMasters/notesMaster1.xml" Id="R494fd10de11a48c7"/></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888e01f1f764c92"/><Relationship Type="http://schemas.openxmlformats.org/officeDocument/2006/relationships/notesMaster" Target="/ppt/notesMasters/notesMaster1.xml" Id="R1d85c5ab36bd47bb"/></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cc6d6aaed3dd4d38"/><Relationship Type="http://schemas.openxmlformats.org/officeDocument/2006/relationships/notesMaster" Target="/ppt/notesMasters/notesMaster1.xml" Id="Rf4787afa0c5349a6"/></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4e81c1cd7a914d82"/><Relationship Type="http://schemas.openxmlformats.org/officeDocument/2006/relationships/notesMaster" Target="/ppt/notesMasters/notesMaster1.xml" Id="R9df6bdeff86b4077"/></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3d40b32c156049c3"/><Relationship Type="http://schemas.openxmlformats.org/officeDocument/2006/relationships/notesMaster" Target="/ppt/notesMasters/notesMaster1.xml" Id="Rce9dad536f804e1c"/></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100a2e5141594acf"/><Relationship Type="http://schemas.openxmlformats.org/officeDocument/2006/relationships/notesMaster" Target="/ppt/notesMasters/notesMaster1.xml" Id="Rb995af476b394146"/></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bf07633fbd3c4250"/><Relationship Type="http://schemas.openxmlformats.org/officeDocument/2006/relationships/notesMaster" Target="/ppt/notesMasters/notesMaster1.xml" Id="Rb859f958d1a543c7"/></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81f991ac1dca4779"/><Relationship Type="http://schemas.openxmlformats.org/officeDocument/2006/relationships/notesMaster" Target="/ppt/notesMasters/notesMaster1.xml" Id="Ra1cad13ef7e24c67"/></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d0bd1df8a77148d8"/><Relationship Type="http://schemas.openxmlformats.org/officeDocument/2006/relationships/notesMaster" Target="/ppt/notesMasters/notesMaster1.xml" Id="R1ef18169a079475c"/></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edd38893352b49a7"/><Relationship Type="http://schemas.openxmlformats.org/officeDocument/2006/relationships/notesMaster" Target="/ppt/notesMasters/notesMaster1.xml" Id="R1622232d91534ff5"/></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1e133f6ad2fa4b69"/><Relationship Type="http://schemas.openxmlformats.org/officeDocument/2006/relationships/notesMaster" Target="/ppt/notesMasters/notesMaster1.xml" Id="R8d1dec09c84f4a6e"/></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d20d666500f14902"/><Relationship Type="http://schemas.openxmlformats.org/officeDocument/2006/relationships/notesMaster" Target="/ppt/notesMasters/notesMaster1.xml" Id="R6df63c2123d04299"/></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156b8ea86c9740c1"/><Relationship Type="http://schemas.openxmlformats.org/officeDocument/2006/relationships/notesMaster" Target="/ppt/notesMasters/notesMaster1.xml" Id="Rd904906cc4e04d2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360fcf6938e5421b"/><Relationship Type="http://schemas.openxmlformats.org/officeDocument/2006/relationships/notesMaster" Target="/ppt/notesMasters/notesMaster1.xml" Id="R450196c9b9f244a8"/></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Opening; 0 minutes; lesson clock 0 to 0.</a:t>
            </a:r>
          </a:p>
          <a:p xmlns:a="http://schemas.openxmlformats.org/drawingml/2006/main">
            <a:r>
              <a:t>Prepare the word-and-symbol cards, shape cards and colour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place a shape or move a card. Offer a silent director role throughout; do not require making marks, touching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ways some people celebrate. People within a tradition may celebrate in different ways. These are original, made-up classroom pictures of light shapes, not copies of any tradition's sacred images. Never ask about a pupil's belief, family, worship or loss. Discuss the shapes and colours in these pictures, not personal disclosure.</a:t>
            </a:r>
          </a:p>
          <a:p xmlns:a="http://schemas.openxmlformats.org/drawingml/2006/main">
            <a:r>
              <a:t>Materials safety and access: use pencils, pastels or chalk, coloured and dark paper, and optional glue. Any scissors are used with adult care; prepare cut shapes in advance so cutting is never required. Use no flames. Keep chalk on the paper and do not blow dust. Announce each short task, use a predictable short count-in with a matching hand gesture, and show a flat hand for STOP. At STOP, pause marks or card moves and rest tools on the table. A pupil can choose the silent director role, a quiet place or a pause without explaining why. Offer large, clearly spaced shapes and describe their colour and position; do not infer lack of art understanding from a visual or motor access need.</a:t>
            </a:r>
          </a:p>
          <a:p xmlns:a="http://schemas.openxmlformats.org/drawingml/2006/main">
            <a:r>
              <a:t>Kit and stimulus: Make the following simple examples yourself with the permitted materials. Use no named artists, artworks or sacred images. Prepare DOT / RING / RAY / LAMP cards: dot = a filled round spot; ring = a round line with an empty middle; ray = one short straight line; lamp = a plain oval outline with three short rays above it, with no flame. A lamp here is only a made-up drawn sign for a light. Prepare matching bright yellow, pink and light blue colour cards, dark paper and pale yellow paper. Say the colour names aloud when offering them. Each pupil needs shape cards and a small space to arrange a trial pattern, or may direct an adult.</a:t>
            </a:r>
          </a:p>
          <a:p xmlns:a="http://schemas.openxmlformats.org/drawingml/2006/main">
            <a:r>
              <a:t>Adult-made Example A: On a dark rectangle, place six large, evenly spaced marks in one straight row: yellow dot / pink ring / yellow dot / pink ring / yellow dot / pink ring. Keep every dot the same size and every ring the same size. The two-mark unit is a yellow dot followed by a pink ring, repeated three times.</a:t>
            </a:r>
          </a:p>
          <a:p xmlns:a="http://schemas.openxmlformats.org/drawingml/2006/main">
            <a:r>
              <a:t>Adult-made Example B: On a dark rectangle, place four identical lamp signs in one straight row. Each has a yellow oval outline and three light blue rays above it. Leave clear space between the signs. One whole lamp sign repeats four times; there are two colours. These lamps are drawn marks, not real lights.</a:t>
            </a:r>
          </a:p>
          <a:p xmlns:a="http://schemas.openxmlformats.org/drawingml/2006/main">
            <a:r>
              <a:t>Adult-made Example C: Put the same large yellow dot on two equal small rectangles, one dark and one pale yellow. Use the same yellow for each dot and keep their size the same. The yellow dot should be easier to see against the dark paper. Check that this is clear in the room before use; describe the difference and offer close viewing or a large version if needed. This comparison concerns the yellow dot, not all possible colours.</a:t>
            </a:r>
          </a:p>
          <a:p xmlns:a="http://schemas.openxmlformats.org/drawingml/2006/main">
            <a:r>
              <a:t>Adult-only EHCP note: Possible outcome areas are communication and interaction; cognition and learning; sensory and physical access;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ART-BUILD-A2-W01-P1: The assigned adult records one chosen book item or a brief observation of the pupil's own response, response mode and actual prompt used, and uploads it to the evidence app the same day, labelled ART-BUILD-A2-W01-P1. Take a photo of the trial pattern with a scribed line or the pupil's own comment for the pupil's Discover log;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Opening; 0 minutes; lesson clock 0 to 0.</a:t>
            </a:r>
          </a:p>
          <a:p xmlns:a="http://schemas.openxmlformats.org/drawingml/2006/main">
            <a:r>
              <a:t>Prepare the word-and-symbol cards, shape cards and colour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place a shape or move a card. Offer a silent director role throughout; do not require making marks, touching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ways some people celebrate. People within a tradition may celebrate in different ways. These are original, made-up classroom pictures of light shapes, not copies of any tradition's sacred images. Never ask about a pupil's belief, family, worship or loss. Discuss the shapes and colours in these pictures, not personal disclosure.</a:t>
            </a:r>
          </a:p>
          <a:p xmlns:a="http://schemas.openxmlformats.org/drawingml/2006/main">
            <a:r>
              <a:t>Materials safety and access: use pencils, pastels or chalk, coloured and dark paper, and optional glue. Any scissors are used with adult care; prepare cut shapes in advance so cutting is never required. Use no flames. Keep chalk on the paper and do not blow dust. Announce each short task, use a predictable short count-in with a matching hand gesture, and show a flat hand for STOP. At STOP, pause marks or card moves and rest tools on the table. A pupil can choose the silent director role, a quiet place or a pause without explaining why. Offer large, clearly spaced shapes and describe their colour and position; do not infer lack of art understanding from a visual or motor access need.</a:t>
            </a:r>
          </a:p>
          <a:p xmlns:a="http://schemas.openxmlformats.org/drawingml/2006/main">
            <a:r>
              <a:t>Kit and stimulus: Make the following simple examples yourself with the permitted materials. Use no named artists, artworks or sacred images. Prepare DOT / RING / RAY / LAMP cards: dot = a filled round spot; ring = a round line with an empty middle; ray = one short straight line; lamp = a plain oval outline with three short rays above it, with no flame. A lamp here is only a made-up drawn sign for a light. Prepare matching bright yellow, pink and light blue colour cards, dark paper and pale yellow paper. Say the colour names aloud when offering them. Each pupil needs shape cards and a small space to arrange a trial pattern, or may direct an adult.</a:t>
            </a:r>
          </a:p>
          <a:p xmlns:a="http://schemas.openxmlformats.org/drawingml/2006/main">
            <a:r>
              <a:t>Adult-made Example A: On a dark rectangle, place six large, evenly spaced marks in one straight row: yellow dot / pink ring / yellow dot / pink ring / yellow dot / pink ring. Keep every dot the same size and every ring the same size. The two-mark unit is a yellow dot followed by a pink ring, repeated three times.</a:t>
            </a:r>
          </a:p>
          <a:p xmlns:a="http://schemas.openxmlformats.org/drawingml/2006/main">
            <a:r>
              <a:t>Adult-made Example B: On a dark rectangle, place four identical lamp signs in one straight row. Each has a yellow oval outline and three light blue rays above it. Leave clear space between the signs. One whole lamp sign repeats four times; there are two colours. These lamps are drawn marks, not real lights.</a:t>
            </a:r>
          </a:p>
          <a:p xmlns:a="http://schemas.openxmlformats.org/drawingml/2006/main">
            <a:r>
              <a:t>Adult-made Example C: Put the same large yellow dot on two equal small rectangles, one dark and one pale yellow. Use the same yellow for each dot and keep their size the same. The yellow dot should be easier to see against the dark paper. Check that this is clear in the room before use; describe the difference and offer close viewing or a large version if needed. This comparison concerns the yellow dot, not all possible colours.</a:t>
            </a:r>
          </a:p>
          <a:p xmlns:a="http://schemas.openxmlformats.org/drawingml/2006/main">
            <a:r>
              <a:t>Adult-only EHCP note: Possible outcome areas are communication and interaction; cognition and learning; sensory and physical access;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ART-BUILD-A2-W01-P1: The assigned adult records one chosen book item or a brief observation of the pupil's own response, response mode and actual prompt used, and uploads it to the evidence app the same day, labelled ART-BUILD-A2-W01-P1. Take a photo of the trial pattern with a scribed line or the pupil's own comment for the pupil's Discover log;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Arrival; 5 minutes; lesson clock 0 to 5.</a:t>
            </a:r>
          </a:p>
          <a:p xmlns:a="http://schemas.openxmlformats.org/drawingml/2006/main">
            <a:r>
              <a:t>Adult note: Show the dot, ring, ray and lamp cards, then Examples A and B. Briefly name each shape without asking pupils to read. Describe each example in the order specified above. Invite four brief responses in one tier. The cards and Examples A and B are supplied clues, not a test of prior learning. Keep STOP as the agreed pause routine.</a:t>
            </a:r>
          </a:p>
          <a:p xmlns:a="http://schemas.openxmlformats.org/drawingml/2006/main">
            <a:r>
              <a:t>Answer guidance: The filled round spot; accept a point, selected card or clear description.</a:t>
            </a:r>
          </a:p>
          <a:p xmlns:a="http://schemas.openxmlformats.org/drawingml/2006/main">
            <a:r>
              <a:t>Answer guidance: The round line with an empty middle.</a:t>
            </a:r>
          </a:p>
          <a:p xmlns:a="http://schemas.openxmlformats.org/drawingml/2006/main">
            <a:r>
              <a:t>Answer guidance: The three light blue rays above any one lamp sign in Example B.</a:t>
            </a:r>
          </a:p>
          <a:p xmlns:a="http://schemas.openxmlformats.org/drawingml/2006/main">
            <a:r>
              <a:t>Answer guidance: A dot or a ring; either is valid. Record the pupil's own choice in any response mode.</a:t>
            </a:r>
          </a:p>
          <a:p xmlns:a="http://schemas.openxmlformats.org/drawingml/2006/main">
            <a:r>
              <a:t>Answer guidance: Any yellow dot and any pink ring in Example A.</a:t>
            </a:r>
          </a:p>
          <a:p xmlns:a="http://schemas.openxmlformats.org/drawingml/2006/main">
            <a:r>
              <a:t>Answer guidance: A pink ring.</a:t>
            </a:r>
          </a:p>
          <a:p xmlns:a="http://schemas.openxmlformats.org/drawingml/2006/main">
            <a:r>
              <a:t>Answer guidance: The same lamp sign: a yellow oval outline with three light blue rays.</a:t>
            </a:r>
          </a:p>
          <a:p xmlns:a="http://schemas.openxmlformats.org/drawingml/2006/main">
            <a:r>
              <a:t>Answer guidance: Any two of the supplied colours; record the pupil's own choices in any response mode.</a:t>
            </a:r>
          </a:p>
          <a:p xmlns:a="http://schemas.openxmlformats.org/drawingml/2006/main">
            <a:r>
              <a:t>Answer guidance: A dot is filled; a ring has an empty middle.</a:t>
            </a:r>
          </a:p>
          <a:p xmlns:a="http://schemas.openxmlformats.org/drawingml/2006/main">
            <a:r>
              <a:t>Answer guidance: Yellow dot followed by pink ring; the pair repeats three times. Accept indication of one pair and where it returns.</a:t>
            </a:r>
          </a:p>
          <a:p xmlns:a="http://schemas.openxmlformats.org/drawingml/2006/main">
            <a:r>
              <a:t>Answer guidance: The yellow oval, three light blue rays and their arrangement stay the same. One accurate shared feature is sufficient.</a:t>
            </a:r>
          </a:p>
          <a:p xmlns:a="http://schemas.openxmlformats.org/drawingml/2006/main">
            <a:r>
              <a:t>Answer guidance: Yes. A consistently repeated blue-dot/pink-ring pair would keep the shape order while changing one colour. Accept another clear example.</a:t>
            </a:r>
          </a:p>
          <a:p xmlns:a="http://schemas.openxmlformats.org/drawingml/2006/main">
            <a:r>
              <a:t>Picture description: On dark paper, yellow dot, pink ring, yellow dot, pink ring, yellow dot, pink ring form one evenly spaced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Arrival; 5 minutes; lesson clock 0 to 5.</a:t>
            </a:r>
          </a:p>
          <a:p xmlns:a="http://schemas.openxmlformats.org/drawingml/2006/main">
            <a:r>
              <a:t>Adult note: Show the dot, ring, ray and lamp cards, then Examples A and B. Briefly name each shape without asking pupils to read. Describe each example in the order specified above. Invite four brief responses in one tier. The cards and Examples A and B are supplied clues, not a test of prior learning. Keep STOP as the agreed pause routine.</a:t>
            </a:r>
          </a:p>
          <a:p xmlns:a="http://schemas.openxmlformats.org/drawingml/2006/main">
            <a:r>
              <a:t>Answer guidance: The filled round spot; accept a point, selected card or clear description.</a:t>
            </a:r>
          </a:p>
          <a:p xmlns:a="http://schemas.openxmlformats.org/drawingml/2006/main">
            <a:r>
              <a:t>Answer guidance: The round line with an empty middle.</a:t>
            </a:r>
          </a:p>
          <a:p xmlns:a="http://schemas.openxmlformats.org/drawingml/2006/main">
            <a:r>
              <a:t>Answer guidance: The three light blue rays above any one lamp sign in Example B.</a:t>
            </a:r>
          </a:p>
          <a:p xmlns:a="http://schemas.openxmlformats.org/drawingml/2006/main">
            <a:r>
              <a:t>Answer guidance: A dot or a ring; either is valid. Record the pupil's own choice in any response mode.</a:t>
            </a:r>
          </a:p>
          <a:p xmlns:a="http://schemas.openxmlformats.org/drawingml/2006/main">
            <a:r>
              <a:t>Answer guidance: Any yellow dot and any pink ring in Example A.</a:t>
            </a:r>
          </a:p>
          <a:p xmlns:a="http://schemas.openxmlformats.org/drawingml/2006/main">
            <a:r>
              <a:t>Answer guidance: A pink ring.</a:t>
            </a:r>
          </a:p>
          <a:p xmlns:a="http://schemas.openxmlformats.org/drawingml/2006/main">
            <a:r>
              <a:t>Answer guidance: The same lamp sign: a yellow oval outline with three light blue rays.</a:t>
            </a:r>
          </a:p>
          <a:p xmlns:a="http://schemas.openxmlformats.org/drawingml/2006/main">
            <a:r>
              <a:t>Answer guidance: Any two of the supplied colours; record the pupil's own choices in any response mode.</a:t>
            </a:r>
          </a:p>
          <a:p xmlns:a="http://schemas.openxmlformats.org/drawingml/2006/main">
            <a:r>
              <a:t>Answer guidance: A dot is filled; a ring has an empty middle.</a:t>
            </a:r>
          </a:p>
          <a:p xmlns:a="http://schemas.openxmlformats.org/drawingml/2006/main">
            <a:r>
              <a:t>Answer guidance: Yellow dot followed by pink ring; the pair repeats three times. Accept indication of one pair and where it returns.</a:t>
            </a:r>
          </a:p>
          <a:p xmlns:a="http://schemas.openxmlformats.org/drawingml/2006/main">
            <a:r>
              <a:t>Answer guidance: The yellow oval, three light blue rays and their arrangement stay the same. One accurate shared feature is sufficient.</a:t>
            </a:r>
          </a:p>
          <a:p xmlns:a="http://schemas.openxmlformats.org/drawingml/2006/main">
            <a:r>
              <a:t>Answer guidance: Yes. A consistently repeated blue-dot/pink-ring pair would keep the shape order while changing one colour. Accept another clear example.</a:t>
            </a:r>
          </a:p>
          <a:p xmlns:a="http://schemas.openxmlformats.org/drawingml/2006/main">
            <a:r>
              <a:t>Picture description: Four matching lamp signs form one row on dark paper. Each has a yellow oval line and three light blue rays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Arrival; 5 minutes; lesson clock 0 to 5.</a:t>
            </a:r>
          </a:p>
          <a:p xmlns:a="http://schemas.openxmlformats.org/drawingml/2006/main">
            <a:r>
              <a:t>Adult note: Show the dot, ring, ray and lamp cards, then Examples A and B. Briefly name each shape without asking pupils to read. Describe each example in the order specified above. Invite four brief responses in one tier. The cards and Examples A and B are supplied clues, not a test of prior learning. Keep STOP as the agreed pause routine.</a:t>
            </a:r>
          </a:p>
          <a:p xmlns:a="http://schemas.openxmlformats.org/drawingml/2006/main">
            <a:r>
              <a:t>Answer guidance: The filled round spot; accept a point, selected card or clear description.</a:t>
            </a:r>
          </a:p>
          <a:p xmlns:a="http://schemas.openxmlformats.org/drawingml/2006/main">
            <a:r>
              <a:t>Answer guidance: The round line with an empty middle.</a:t>
            </a:r>
          </a:p>
          <a:p xmlns:a="http://schemas.openxmlformats.org/drawingml/2006/main">
            <a:r>
              <a:t>Answer guidance: The three light blue rays above any one lamp sign in Example B.</a:t>
            </a:r>
          </a:p>
          <a:p xmlns:a="http://schemas.openxmlformats.org/drawingml/2006/main">
            <a:r>
              <a:t>Answer guidance: A dot or a ring; either is valid. Record the pupil's own choice in any response mode.</a:t>
            </a:r>
          </a:p>
          <a:p xmlns:a="http://schemas.openxmlformats.org/drawingml/2006/main">
            <a:r>
              <a:t>Answer guidance: Any yellow dot and any pink ring in Example A.</a:t>
            </a:r>
          </a:p>
          <a:p xmlns:a="http://schemas.openxmlformats.org/drawingml/2006/main">
            <a:r>
              <a:t>Answer guidance: A pink ring.</a:t>
            </a:r>
          </a:p>
          <a:p xmlns:a="http://schemas.openxmlformats.org/drawingml/2006/main">
            <a:r>
              <a:t>Answer guidance: The same lamp sign: a yellow oval outline with three light blue rays.</a:t>
            </a:r>
          </a:p>
          <a:p xmlns:a="http://schemas.openxmlformats.org/drawingml/2006/main">
            <a:r>
              <a:t>Answer guidance: Any two of the supplied colours; record the pupil's own choices in any response mode.</a:t>
            </a:r>
          </a:p>
          <a:p xmlns:a="http://schemas.openxmlformats.org/drawingml/2006/main">
            <a:r>
              <a:t>Answer guidance: A dot is filled; a ring has an empty middle.</a:t>
            </a:r>
          </a:p>
          <a:p xmlns:a="http://schemas.openxmlformats.org/drawingml/2006/main">
            <a:r>
              <a:t>Answer guidance: Yellow dot followed by pink ring; the pair repeats three times. Accept indication of one pair and where it returns.</a:t>
            </a:r>
          </a:p>
          <a:p xmlns:a="http://schemas.openxmlformats.org/drawingml/2006/main">
            <a:r>
              <a:t>Answer guidance: The yellow oval, three light blue rays and their arrangement stay the same. One accurate shared feature is sufficient.</a:t>
            </a:r>
          </a:p>
          <a:p xmlns:a="http://schemas.openxmlformats.org/drawingml/2006/main">
            <a:r>
              <a:t>Answer guidance: Yes. A consistently repeated blue-dot/pink-ring pair would keep the shape order while changing one colour. Accept another clear example.</a:t>
            </a:r>
          </a:p>
          <a:p xmlns:a="http://schemas.openxmlformats.org/drawingml/2006/main">
            <a:r>
              <a:t>Use this tier as an alternative to the other tiers. Continuation adds no teaching time.</a:t>
            </a:r>
          </a:p>
          <a:p xmlns:a="http://schemas.openxmlformats.org/drawingml/2006/main">
            <a:r>
              <a:t>1. Dot</a:t>
            </a:r>
          </a:p>
          <a:p xmlns:a="http://schemas.openxmlformats.org/drawingml/2006/main">
            <a:r>
              <a:t>Answer guidance: The filled round spot; accept a point, selected card or clear description.</a:t>
            </a:r>
          </a:p>
          <a:p xmlns:a="http://schemas.openxmlformats.org/drawingml/2006/main">
            <a:r>
              <a:t>2. Ring</a:t>
            </a:r>
          </a:p>
          <a:p xmlns:a="http://schemas.openxmlformats.org/drawingml/2006/main">
            <a:r>
              <a:t>Answer guidance: The round line with an empty middle.</a:t>
            </a:r>
          </a:p>
          <a:p xmlns:a="http://schemas.openxmlformats.org/drawingml/2006/main">
            <a:r>
              <a:t>3. Rays</a:t>
            </a:r>
          </a:p>
          <a:p xmlns:a="http://schemas.openxmlformats.org/drawingml/2006/main">
            <a:r>
              <a:t>Answer guidance: The three light blue rays above any one lamp sign in Example B.</a:t>
            </a:r>
          </a:p>
          <a:p xmlns:a="http://schemas.openxmlformats.org/drawingml/2006/main">
            <a:r>
              <a:t>4. My art</a:t>
            </a:r>
          </a:p>
          <a:p xmlns:a="http://schemas.openxmlformats.org/drawingml/2006/main">
            <a:r>
              <a:t>Answer guidance: A dot or a ring; either is valid. Record the pupil's own choice in any response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Arrival; 5 minutes; lesson clock 0 to 5.</a:t>
            </a:r>
          </a:p>
          <a:p xmlns:a="http://schemas.openxmlformats.org/drawingml/2006/main">
            <a:r>
              <a:t>Adult note: Show the dot, ring, ray and lamp cards, then Examples A and B. Briefly name each shape without asking pupils to read. Describe each example in the order specified above. Invite four brief responses in one tier. The cards and Examples A and B are supplied clues, not a test of prior learning. Keep STOP as the agreed pause routine.</a:t>
            </a:r>
          </a:p>
          <a:p xmlns:a="http://schemas.openxmlformats.org/drawingml/2006/main">
            <a:r>
              <a:t>Answer guidance: The filled round spot; accept a point, selected card or clear description.</a:t>
            </a:r>
          </a:p>
          <a:p xmlns:a="http://schemas.openxmlformats.org/drawingml/2006/main">
            <a:r>
              <a:t>Answer guidance: The round line with an empty middle.</a:t>
            </a:r>
          </a:p>
          <a:p xmlns:a="http://schemas.openxmlformats.org/drawingml/2006/main">
            <a:r>
              <a:t>Answer guidance: The three light blue rays above any one lamp sign in Example B.</a:t>
            </a:r>
          </a:p>
          <a:p xmlns:a="http://schemas.openxmlformats.org/drawingml/2006/main">
            <a:r>
              <a:t>Answer guidance: A dot or a ring; either is valid. Record the pupil's own choice in any response mode.</a:t>
            </a:r>
          </a:p>
          <a:p xmlns:a="http://schemas.openxmlformats.org/drawingml/2006/main">
            <a:r>
              <a:t>Answer guidance: Any yellow dot and any pink ring in Example A.</a:t>
            </a:r>
          </a:p>
          <a:p xmlns:a="http://schemas.openxmlformats.org/drawingml/2006/main">
            <a:r>
              <a:t>Answer guidance: A pink ring.</a:t>
            </a:r>
          </a:p>
          <a:p xmlns:a="http://schemas.openxmlformats.org/drawingml/2006/main">
            <a:r>
              <a:t>Answer guidance: The same lamp sign: a yellow oval outline with three light blue rays.</a:t>
            </a:r>
          </a:p>
          <a:p xmlns:a="http://schemas.openxmlformats.org/drawingml/2006/main">
            <a:r>
              <a:t>Answer guidance: Any two of the supplied colours; record the pupil's own choices in any response mode.</a:t>
            </a:r>
          </a:p>
          <a:p xmlns:a="http://schemas.openxmlformats.org/drawingml/2006/main">
            <a:r>
              <a:t>Answer guidance: A dot is filled; a ring has an empty middle.</a:t>
            </a:r>
          </a:p>
          <a:p xmlns:a="http://schemas.openxmlformats.org/drawingml/2006/main">
            <a:r>
              <a:t>Answer guidance: Yellow dot followed by pink ring; the pair repeats three times. Accept indication of one pair and where it returns.</a:t>
            </a:r>
          </a:p>
          <a:p xmlns:a="http://schemas.openxmlformats.org/drawingml/2006/main">
            <a:r>
              <a:t>Answer guidance: The yellow oval, three light blue rays and their arrangement stay the same. One accurate shared feature is sufficient.</a:t>
            </a:r>
          </a:p>
          <a:p xmlns:a="http://schemas.openxmlformats.org/drawingml/2006/main">
            <a:r>
              <a:t>Answer guidance: Yes. A consistently repeated blue-dot/pink-ring pair would keep the shape order while changing one colour. Accept another clear example.</a:t>
            </a:r>
          </a:p>
          <a:p xmlns:a="http://schemas.openxmlformats.org/drawingml/2006/main">
            <a:r>
              <a:t>Use this tier as an alternative to the other tiers. Continuation adds no teaching time.</a:t>
            </a:r>
          </a:p>
          <a:p xmlns:a="http://schemas.openxmlformats.org/drawingml/2006/main">
            <a:r>
              <a:t>1. Dot and ring</a:t>
            </a:r>
          </a:p>
          <a:p xmlns:a="http://schemas.openxmlformats.org/drawingml/2006/main">
            <a:r>
              <a:t>Answer guidance: Any yellow dot and any pink ring in Example A.</a:t>
            </a:r>
          </a:p>
          <a:p xmlns:a="http://schemas.openxmlformats.org/drawingml/2006/main">
            <a:r>
              <a:t>2. What comes next</a:t>
            </a:r>
          </a:p>
          <a:p xmlns:a="http://schemas.openxmlformats.org/drawingml/2006/main">
            <a:r>
              <a:t>Answer guidance: A pink ring.</a:t>
            </a:r>
          </a:p>
          <a:p xmlns:a="http://schemas.openxmlformats.org/drawingml/2006/main">
            <a:r>
              <a:t>3. Lamps</a:t>
            </a:r>
          </a:p>
          <a:p xmlns:a="http://schemas.openxmlformats.org/drawingml/2006/main">
            <a:r>
              <a:t>Answer guidance: The same lamp sign: a yellow oval outline with three light blue rays.</a:t>
            </a:r>
          </a:p>
          <a:p xmlns:a="http://schemas.openxmlformats.org/drawingml/2006/main">
            <a:r>
              <a:t>4. My art</a:t>
            </a:r>
          </a:p>
          <a:p xmlns:a="http://schemas.openxmlformats.org/drawingml/2006/main">
            <a:r>
              <a:t>Answer guidance: Any two of the supplied colours; record the pupil's own choices in any response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Arrival; 5 minutes; lesson clock 0 to 5.</a:t>
            </a:r>
          </a:p>
          <a:p xmlns:a="http://schemas.openxmlformats.org/drawingml/2006/main">
            <a:r>
              <a:t>Adult note: Show the dot, ring, ray and lamp cards, then Examples A and B. Briefly name each shape without asking pupils to read. Describe each example in the order specified above. Invite four brief responses in one tier. The cards and Examples A and B are supplied clues, not a test of prior learning. Keep STOP as the agreed pause routine.</a:t>
            </a:r>
          </a:p>
          <a:p xmlns:a="http://schemas.openxmlformats.org/drawingml/2006/main">
            <a:r>
              <a:t>Answer guidance: The filled round spot; accept a point, selected card or clear description.</a:t>
            </a:r>
          </a:p>
          <a:p xmlns:a="http://schemas.openxmlformats.org/drawingml/2006/main">
            <a:r>
              <a:t>Answer guidance: The round line with an empty middle.</a:t>
            </a:r>
          </a:p>
          <a:p xmlns:a="http://schemas.openxmlformats.org/drawingml/2006/main">
            <a:r>
              <a:t>Answer guidance: The three light blue rays above any one lamp sign in Example B.</a:t>
            </a:r>
          </a:p>
          <a:p xmlns:a="http://schemas.openxmlformats.org/drawingml/2006/main">
            <a:r>
              <a:t>Answer guidance: A dot or a ring; either is valid. Record the pupil's own choice in any response mode.</a:t>
            </a:r>
          </a:p>
          <a:p xmlns:a="http://schemas.openxmlformats.org/drawingml/2006/main">
            <a:r>
              <a:t>Answer guidance: Any yellow dot and any pink ring in Example A.</a:t>
            </a:r>
          </a:p>
          <a:p xmlns:a="http://schemas.openxmlformats.org/drawingml/2006/main">
            <a:r>
              <a:t>Answer guidance: A pink ring.</a:t>
            </a:r>
          </a:p>
          <a:p xmlns:a="http://schemas.openxmlformats.org/drawingml/2006/main">
            <a:r>
              <a:t>Answer guidance: The same lamp sign: a yellow oval outline with three light blue rays.</a:t>
            </a:r>
          </a:p>
          <a:p xmlns:a="http://schemas.openxmlformats.org/drawingml/2006/main">
            <a:r>
              <a:t>Answer guidance: Any two of the supplied colours; record the pupil's own choices in any response mode.</a:t>
            </a:r>
          </a:p>
          <a:p xmlns:a="http://schemas.openxmlformats.org/drawingml/2006/main">
            <a:r>
              <a:t>Answer guidance: A dot is filled; a ring has an empty middle.</a:t>
            </a:r>
          </a:p>
          <a:p xmlns:a="http://schemas.openxmlformats.org/drawingml/2006/main">
            <a:r>
              <a:t>Answer guidance: Yellow dot followed by pink ring; the pair repeats three times. Accept indication of one pair and where it returns.</a:t>
            </a:r>
          </a:p>
          <a:p xmlns:a="http://schemas.openxmlformats.org/drawingml/2006/main">
            <a:r>
              <a:t>Answer guidance: The yellow oval, three light blue rays and their arrangement stay the same. One accurate shared feature is sufficient.</a:t>
            </a:r>
          </a:p>
          <a:p xmlns:a="http://schemas.openxmlformats.org/drawingml/2006/main">
            <a:r>
              <a:t>Answer guidance: Yes. A consistently repeated blue-dot/pink-ring pair would keep the shape order while changing one colour. Accept another clear example.</a:t>
            </a:r>
          </a:p>
          <a:p xmlns:a="http://schemas.openxmlformats.org/drawingml/2006/main">
            <a:r>
              <a:t>Use this tier as an alternative to the other tiers. Continuation adds no teaching time.</a:t>
            </a:r>
          </a:p>
          <a:p xmlns:a="http://schemas.openxmlformats.org/drawingml/2006/main">
            <a:r>
              <a:t>1. Filled or empty</a:t>
            </a:r>
          </a:p>
          <a:p xmlns:a="http://schemas.openxmlformats.org/drawingml/2006/main">
            <a:r>
              <a:t>Answer guidance: A dot is filled; a ring has an empty middle.</a:t>
            </a:r>
          </a:p>
          <a:p xmlns:a="http://schemas.openxmlformats.org/drawingml/2006/main">
            <a:r>
              <a:t>2. The bit again</a:t>
            </a:r>
          </a:p>
          <a:p xmlns:a="http://schemas.openxmlformats.org/drawingml/2006/main">
            <a:r>
              <a:t>Answer guidance: Yellow dot followed by pink ring; the pair repeats three times. Accept indication of one pair and where it returns.</a:t>
            </a:r>
          </a:p>
          <a:p xmlns:a="http://schemas.openxmlformats.org/drawingml/2006/main">
            <a:r>
              <a:t>3. Lamps</a:t>
            </a:r>
          </a:p>
          <a:p xmlns:a="http://schemas.openxmlformats.org/drawingml/2006/main">
            <a:r>
              <a:t>Answer guidance: The yellow oval, three light blue rays and their arrangement stay the same. One accurate shared feature is sufficient.</a:t>
            </a:r>
          </a:p>
          <a:p xmlns:a="http://schemas.openxmlformats.org/drawingml/2006/main">
            <a:r>
              <a:t>4. A new choice</a:t>
            </a:r>
          </a:p>
          <a:p xmlns:a="http://schemas.openxmlformats.org/drawingml/2006/main">
            <a:r>
              <a:t>Answer guidance: Yes. A consistently repeated blue-dot/pink-ring pair would keep the shape order while changing one colour. Accept another clear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Starter; 3 minutes; lesson clock 5 to 8.</a:t>
            </a:r>
          </a:p>
          <a:p xmlns:a="http://schemas.openxmlformats.org/drawingml/2006/main">
            <a:r>
              <a:t>Adult note: Give thinking time; every pupil chooses before the answer is shared. Show both samples together and describe their grounds if helpful.</a:t>
            </a:r>
          </a:p>
          <a:p xmlns:a="http://schemas.openxmlformats.org/drawingml/2006/main">
            <a:r>
              <a:t>Answer guidance: Dark. The yellow dot stands out more from the dark paper; it is closer in colour to the pale yellow paper. Record the pupil's actual response if their visual access or the materials change what they can distinguish.</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Starter; 3 minutes; lesson clock 5 to 8.</a:t>
            </a:r>
          </a:p>
          <a:p xmlns:a="http://schemas.openxmlformats.org/drawingml/2006/main">
            <a:r>
              <a:t>Adult note: Give thinking time; every pupil chooses before the answer is shared. Show both samples together and describe their grounds if helpful.</a:t>
            </a:r>
          </a:p>
          <a:p xmlns:a="http://schemas.openxmlformats.org/drawingml/2006/main">
            <a:r>
              <a:t>Answer guidance: Dark. The yellow dot stands out more from the dark paper; it is closer in colour to the pale yellow paper. Record the pupil's actual response if their visual access or the materials change what they can distinguish.</a:t>
            </a:r>
          </a:p>
          <a:p xmlns:a="http://schemas.openxmlformats.org/drawingml/2006/main">
            <a:r>
              <a:t>Picture description: The same yellow dot is on two equal rectangles: dark on the left and pale yellow on the right. The yellow dot is clearer on dark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8 to 10.</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8 to 10.</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On dark paper, yellow dot, pink ring, yellow dot, pink ring, yellow dot, pink ring form one evenly spaced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8 to 10.</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Four matching lamp signs form one row on dark paper. Each has a yellow oval line and three light blue rays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8 to 10.</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The same yellow dot is on two equal rectangles: dark on the left and pale yellow on the right. The yellow dot is clearer on dark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10 to 12.</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10 to 12.</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On dark paper, yellow dot, pink ring, yellow dot, pink ring, yellow dot, pink ring form one evenly spaced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10 to 12.</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Four matching lamp signs form one row on dark paper. Each has a yellow oval line and three light blue rays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10 to 12.</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The same yellow dot is on two equal rectangles: dark on the left and pale yellow on the right. The yellow dot is clearer on dark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12 to 14.</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A filled dot and a round ring show two shapes.</a:t>
            </a:r>
          </a:p>
          <a:p xmlns:a="http://schemas.openxmlformats.org/drawingml/2006/main">
            <a:r>
              <a:t>Picture description: A bright yellow dot stands out on a dark rectangle.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I do; 2 minutes; lesson clock 12 to 14.</a:t>
            </a:r>
          </a:p>
          <a:p xmlns:a="http://schemas.openxmlformats.org/drawingml/2006/main">
            <a:r>
              <a:t>Adult note: Spend four minutes showing the shapes, repeating a pair and comparing Example C, then two minutes on the four words and a pupil choice. Use large cards or draw the marks. Pupils may direct the shapes instead of making marks.</a:t>
            </a:r>
          </a:p>
          <a:p xmlns:a="http://schemas.openxmlformats.org/drawingml/2006/main">
            <a:r>
              <a:t>Adult note: Point to one complete repeat unit, then to its next occurrence. The images represent light with marks; no real lamp or flame is needed. Show a shape choice and two or three bright colour choices together as a plan for the next lesson.</a:t>
            </a:r>
          </a:p>
          <a:p xmlns:a="http://schemas.openxmlformats.org/drawingml/2006/main">
            <a:r>
              <a:t>Adult note: Show each must-know word on a card with the word and a simple symbol, and read it aloud: shape (a dot and a ring), bright (a yellow dot on dark paper), pattern (dot, ring, dot, ring), repeat (an arrow from the first pair to the next).</a:t>
            </a:r>
          </a:p>
          <a:p xmlns:a="http://schemas.openxmlformats.org/drawingml/2006/main">
            <a:r>
              <a:t>Answer guidance: Yellow dot followed by pink ring. Accept pointing to the two cards in order, a gesture, symbols or own words.</a:t>
            </a:r>
          </a:p>
          <a:p xmlns:a="http://schemas.openxmlformats.org/drawingml/2006/main">
            <a:r>
              <a:t>Picture description: A dot, a ring, a dot and a ring are put in a row.</a:t>
            </a:r>
          </a:p>
          <a:p xmlns:a="http://schemas.openxmlformats.org/drawingml/2006/main">
            <a:r>
              <a:t>Picture description: A dot-and-ring pair is shown twice. An arrow goes from the first pair to the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We do; 4 minutes; lesson clock 14 to 18.</a:t>
            </a:r>
          </a:p>
          <a:p xmlns:a="http://schemas.openxmlformats.org/drawingml/2006/main">
            <a:r>
              <a:t>Adult note: Allow two minutes for the guided example, four for every pupil's shape and repeat choices and two for the colour plan. Each pupil has shape and colour cards or points to their own choices. The adult or a volunteer moves the shared cards only after everyone has had private thinking time.</a:t>
            </a:r>
          </a:p>
          <a:p xmlns:a="http://schemas.openxmlformats.org/drawingml/2006/main">
            <a:r>
              <a:t>Adult note: A third colour means revising the unit to include a third mark before repeating it. For example, yellow dot / pink dot / light blue dot repeated once. Each pupil makes or directs a short trial, then retains their own shape and colour choices. Use any response mode. Never ask a pupil what their own festival or family does.</a:t>
            </a:r>
          </a:p>
          <a:p xmlns:a="http://schemas.openxmlformats.org/drawingml/2006/main">
            <a:r>
              <a:t>Answer guidance: Yellow dot, then pink ring. Model finding the first pair, then invite every pupil to choose the next pair before filling the shared space.</a:t>
            </a:r>
          </a:p>
          <a:p xmlns:a="http://schemas.openxmlformats.org/drawingml/2006/main">
            <a:r>
              <a:t>Answer guidance: One chosen shape in a two- or three-colour unit, with that unit shown twice in the same order. Other intentional repeated shape arrangements are valid. Check that the pupil identifies their own repeat unit and colour choices; exact spacing and neatness are not the learning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We do; 4 minutes; lesson clock 14 to 18.</a:t>
            </a:r>
          </a:p>
          <a:p xmlns:a="http://schemas.openxmlformats.org/drawingml/2006/main">
            <a:r>
              <a:t>Adult note: Allow two minutes for the guided example, four for every pupil's shape and repeat choices and two for the colour plan. Each pupil has shape and colour cards or points to their own choices. The adult or a volunteer moves the shared cards only after everyone has had private thinking time.</a:t>
            </a:r>
          </a:p>
          <a:p xmlns:a="http://schemas.openxmlformats.org/drawingml/2006/main">
            <a:r>
              <a:t>Adult note: A third colour means revising the unit to include a third mark before repeating it. For example, yellow dot / pink dot / light blue dot repeated once. Each pupil makes or directs a short trial, then retains their own shape and colour choices. Use any response mode. Never ask a pupil what their own festival or family does.</a:t>
            </a:r>
          </a:p>
          <a:p xmlns:a="http://schemas.openxmlformats.org/drawingml/2006/main">
            <a:r>
              <a:t>Answer guidance: Yellow dot, then pink ring. Model finding the first pair, then invite every pupil to choose the next pair before filling the shared space.</a:t>
            </a:r>
          </a:p>
          <a:p xmlns:a="http://schemas.openxmlformats.org/drawingml/2006/main">
            <a:r>
              <a:t>Answer guidance: One chosen shape in a two- or three-colour unit, with that unit shown twice in the same order. Other intentional repeated shape arrangements are valid. Check that the pupil identifies their own repeat unit and colour choices; exact spacing and neatness are not the learning goal.</a:t>
            </a:r>
          </a:p>
          <a:p xmlns:a="http://schemas.openxmlformats.org/drawingml/2006/main">
            <a:r>
              <a:t>Picture description: The row starts with a yellow dot and pink ring on dark paper, followed by two empty spaces for the next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We do; 4 minutes; lesson clock 18 to 22.</a:t>
            </a:r>
          </a:p>
          <a:p xmlns:a="http://schemas.openxmlformats.org/drawingml/2006/main">
            <a:r>
              <a:t>Adult note: Allow two minutes for the guided example, four for every pupil's shape and repeat choices and two for the colour plan. Each pupil has shape and colour cards or points to their own choices. The adult or a volunteer moves the shared cards only after everyone has had private thinking time.</a:t>
            </a:r>
          </a:p>
          <a:p xmlns:a="http://schemas.openxmlformats.org/drawingml/2006/main">
            <a:r>
              <a:t>Adult note: A third colour means revising the unit to include a third mark before repeating it. For example, yellow dot / pink dot / light blue dot repeated once. Each pupil makes or directs a short trial, then retains their own shape and colour choices. Use any response mode. Never ask a pupil what their own festival or family does.</a:t>
            </a:r>
          </a:p>
          <a:p xmlns:a="http://schemas.openxmlformats.org/drawingml/2006/main">
            <a:r>
              <a:t>Answer guidance: Yellow dot, then pink ring. Model finding the first pair, then invite every pupil to choose the next pair before filling the shared space.</a:t>
            </a:r>
          </a:p>
          <a:p xmlns:a="http://schemas.openxmlformats.org/drawingml/2006/main">
            <a:r>
              <a:t>Answer guidance: One chosen shape in a two- or three-colour unit, with that unit shown twice in the same order. Other intentional repeated shape arrangements are valid. Check that the pupil identifies their own repeat unit and colour choices; exact spacing and neatness are not the learning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We do; 4 minutes; lesson clock 18 to 22.</a:t>
            </a:r>
          </a:p>
          <a:p xmlns:a="http://schemas.openxmlformats.org/drawingml/2006/main">
            <a:r>
              <a:t>Adult note: Allow two minutes for the guided example, four for every pupil's shape and repeat choices and two for the colour plan. Each pupil has shape and colour cards or points to their own choices. The adult or a volunteer moves the shared cards only after everyone has had private thinking time.</a:t>
            </a:r>
          </a:p>
          <a:p xmlns:a="http://schemas.openxmlformats.org/drawingml/2006/main">
            <a:r>
              <a:t>Adult note: A third colour means revising the unit to include a third mark before repeating it. For example, yellow dot / pink dot / light blue dot repeated once. Each pupil makes or directs a short trial, then retains their own shape and colour choices. Use any response mode. Never ask a pupil what their own festival or family does.</a:t>
            </a:r>
          </a:p>
          <a:p xmlns:a="http://schemas.openxmlformats.org/drawingml/2006/main">
            <a:r>
              <a:t>Answer guidance: Yellow dot, then pink ring. Model finding the first pair, then invite every pupil to choose the next pair before filling the shared space.</a:t>
            </a:r>
          </a:p>
          <a:p xmlns:a="http://schemas.openxmlformats.org/drawingml/2006/main">
            <a:r>
              <a:t>Answer guidance: One chosen shape in a two- or three-colour unit, with that unit shown twice in the same order. Other intentional repeated shape arrangements are valid. Check that the pupil identifies their own repeat unit and colour choices; exact spacing and neatness are not the learning goal.</a:t>
            </a:r>
          </a:p>
          <a:p xmlns:a="http://schemas.openxmlformats.org/drawingml/2006/main">
            <a:r>
              <a:t>Picture description: The row starts with a yellow dot and pink ring on dark paper, followed by two empty spaces for the next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Picture description: On dark paper, yellow dot, pink ring, yellow dot, pink ring, yellow dot, pink ring form one evenly spaced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Picture description: Four matching lamp signs form one row on dark paper. Each has a yellow oval line and three light blue rays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Adult note: Offer two shape cards, then two colour choices from the prepared set at a time; retain the pupil's selections. The sentence stem may be completed with objects, gestures or symbols. The adult may place or draw each mark only as directed.</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Adult note: Offer two shape cards, then two colour choices from the prepared set at a time; retain the pupil's selections. The sentence stem may be completed with objects, gestures or symbols. The adult may place or draw each mark only as directed.</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You do; 15 minutes; lesson clock 22 to 37.</a:t>
            </a:r>
          </a:p>
          <a:p xmlns:a="http://schemas.openxmlformats.org/drawingml/2006/main">
            <a:r>
              <a:t>Adult note: Two minutes to choose and set up; eleven minutes to explore or direct and record; final two minutes to review one choice. Use small trial patterns rather than a finished artwork. Offer the same shape and colour choices to all pupils. The silent director role is available in every route. During review give one precise success and one next step; name the pupil's choice back to them before you record it; the pupil may make one change in any response mode.</a:t>
            </a:r>
          </a:p>
          <a:p xmlns:a="http://schemas.openxmlformats.org/drawingml/2006/main">
            <a:r>
              <a:t>the adult marks I (Independent), S (Supported) or C (Choice) and records actual support. For Aspire, record I or S according to the support used. For C, record the choice and the pupil's one word, phrase or reason.</a:t>
            </a:r>
          </a:p>
          <a:p xmlns:a="http://schemas.openxmlformats.org/drawingml/2006/main">
            <a:r>
              <a:t>Answer guidance: The pupil identifies a repeat in A or B and makes a plan with chosen shape(s) and two or three bright colours. Their trial shows a complete unit twice in the same order. Accept arranged cards, marks or an adult-recorded sequence directed by the pupil. A pupil noticing and correcting a mismatch shows useful understanding.</a:t>
            </a:r>
          </a:p>
          <a:p xmlns:a="http://schemas.openxmlformats.org/drawingml/2006/main">
            <a:r>
              <a:t>Answer guidance: A pupil-chosen shape and two chosen bright colours, arranged as a pair and repeated in the same colour order. The pupil identifies both occurrences of the pair. Do not make the choices on the pupil's behalf; record any support used.</a:t>
            </a:r>
          </a:p>
          <a:p xmlns:a="http://schemas.openxmlformats.org/drawingml/2006/main">
            <a:r>
              <a:t>Answer guidance: A pupil-owned shape choice and two or three colour choices used in a repeated unit on a dark ground. The pupil identifies a visible bright mark. A selected shape alone is not the complete response; invite the colour and repeat choices in any mode. Different plans can work.</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Answer guidance: Two short trials retain the dot/ring shape order and repeat it. The second trial swaps the first trial's two colours between the shapes; for example, yellow dot/pink ring becomes pink dot/yellow ring. The pupil identifies the unchanged shape order, changed placement of colours and preferred plan, including a colour that stands out against the dark ground. Retain one two-colour plan.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Picture description: On dark paper, yellow dot, pink ring, yellow dot, pink ring, yellow dot, pink ring form one evenly spaced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Picture description: Four matching lamp signs form one row on dark paper. Each has a yellow oval line and three light blue rays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Picture description: The same yellow dot is on two equal rectangles: dark on the left and pale yellow on the right. The yellow dot is clearer on dark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Use this tier as an alternative to the other tiers. Continuation adds no teaching time.</a:t>
            </a:r>
          </a:p>
          <a:p xmlns:a="http://schemas.openxmlformats.org/drawingml/2006/main">
            <a:r>
              <a:t>1. Pattern</a:t>
            </a:r>
          </a:p>
          <a:p xmlns:a="http://schemas.openxmlformats.org/drawingml/2006/main">
            <a:r>
              <a:t>Answer guidance: Dot, ring, dot, ring; pointing to it is valid.</a:t>
            </a:r>
          </a:p>
          <a:p xmlns:a="http://schemas.openxmlformats.org/drawingml/2006/main">
            <a:r>
              <a:t>2. Bright</a:t>
            </a:r>
          </a:p>
          <a:p xmlns:a="http://schemas.openxmlformats.org/drawingml/2006/main">
            <a:r>
              <a:t>Answer guidance: Dark paper; describe and note any visual access issue rather than infer an error from it.</a:t>
            </a:r>
          </a:p>
          <a:p xmlns:a="http://schemas.openxmlformats.org/drawingml/2006/main">
            <a:r>
              <a:t>3. Choice</a:t>
            </a:r>
          </a:p>
          <a:p xmlns:a="http://schemas.openxmlformats.org/drawingml/2006/main">
            <a:r>
              <a:t>Answer guidance: Any selected bright colour from the pupil's plan. Note the choice; it does not alone demonstrate a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Use this tier as an alternative to the other tiers. Continuation adds no teaching time.</a:t>
            </a:r>
          </a:p>
          <a:p xmlns:a="http://schemas.openxmlformats.org/drawingml/2006/main">
            <a:r>
              <a:t>1. Pattern</a:t>
            </a:r>
          </a:p>
          <a:p xmlns:a="http://schemas.openxmlformats.org/drawingml/2006/main">
            <a:r>
              <a:t>Answer guidance: Marks put in an order; showing a repeated pair is valid.</a:t>
            </a:r>
          </a:p>
          <a:p xmlns:a="http://schemas.openxmlformats.org/drawingml/2006/main">
            <a:r>
              <a:t>2. Repeat</a:t>
            </a:r>
          </a:p>
          <a:p xmlns:a="http://schemas.openxmlformats.org/drawingml/2006/main">
            <a:r>
              <a:t>Answer guidance: Use the same bit again; pointing out both occurrences is valid.</a:t>
            </a:r>
          </a:p>
          <a:p xmlns:a="http://schemas.openxmlformats.org/drawingml/2006/main">
            <a:r>
              <a:t>3. Choice</a:t>
            </a:r>
          </a:p>
          <a:p xmlns:a="http://schemas.openxmlformats.org/drawingml/2006/main">
            <a:r>
              <a:t>Answer guidance: The pupil identifies their chosen shape(s) and two or three colours. Accept an adult-recorded plan as a prompt, noting the help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ART-BUILD-A2-W01-P1</a:t>
            </a:r>
          </a:p>
          <a:p xmlns:a="http://schemas.openxmlformats.org/drawingml/2006/main">
            <a:r>
              <a:t>Stage: Exit; 3 minutes; lesson clock 37 to 40.</a:t>
            </a:r>
          </a:p>
          <a:p xmlns:a="http://schemas.openxmlformats.org/drawingml/2006/main">
            <a:r>
              <a:t>Adult note: Use one tier and the shape/colour cards with Examples A–C. Invite a brief response to each check, then retain one record. There is no requirement to make another pattern.</a:t>
            </a:r>
          </a:p>
          <a:p xmlns:a="http://schemas.openxmlformats.org/drawingml/2006/main">
            <a:r>
              <a:t>Answer guidance: Dot, ring, dot, ring; pointing to it is valid.</a:t>
            </a:r>
          </a:p>
          <a:p xmlns:a="http://schemas.openxmlformats.org/drawingml/2006/main">
            <a:r>
              <a:t>Answer guidance: Dark paper; describe and note any visual access issue rather than infer an error from it.</a:t>
            </a:r>
          </a:p>
          <a:p xmlns:a="http://schemas.openxmlformats.org/drawingml/2006/main">
            <a:r>
              <a:t>Answer guidance: Any selected bright colour from the pupil's plan. Note the choice; it does not alone demonstrate a reason.</a:t>
            </a:r>
          </a:p>
          <a:p xmlns:a="http://schemas.openxmlformats.org/drawingml/2006/main">
            <a:r>
              <a:t>Answer guidance: Marks put in an order; showing a repeated pair is valid.</a:t>
            </a:r>
          </a:p>
          <a:p xmlns:a="http://schemas.openxmlformats.org/drawingml/2006/main">
            <a:r>
              <a:t>Answer guidance: Use the same bit again; pointing out both occurrences is valid.</a:t>
            </a:r>
          </a:p>
          <a:p xmlns:a="http://schemas.openxmlformats.org/drawingml/2006/main">
            <a:r>
              <a:t>Answer guidance: The pupil identifies their chosen shape(s) and two or three colours. Accept an adult-recorded plan as a prompt, noting the help used.</a:t>
            </a:r>
          </a:p>
          <a:p xmlns:a="http://schemas.openxmlformats.org/drawingml/2006/main">
            <a:r>
              <a:t>Answer guidance: Both use bright marks on dark paper, place marks in a row, use two colours, or repeat a unit. Accept one accurate shared feature.</a:t>
            </a:r>
          </a:p>
          <a:p xmlns:a="http://schemas.openxmlformats.org/drawingml/2006/main">
            <a:r>
              <a:t>Answer guidance: Any reason linked to the colours standing out on dark paper, or another clear art reason; record the pupil's own words.</a:t>
            </a:r>
          </a:p>
          <a:p xmlns:a="http://schemas.openxmlformats.org/drawingml/2006/main">
            <a:r>
              <a:t>Answer guidance: No. Different bright colour choices can work on dark paper; pupils can explain or show a choice without a single prescribed preference.</a:t>
            </a:r>
          </a:p>
          <a:p xmlns:a="http://schemas.openxmlformats.org/drawingml/2006/main">
            <a:r>
              <a:t>Use this tier as an alternative to the other tiers. Continuation adds no teaching time.</a:t>
            </a:r>
          </a:p>
          <a:p xmlns:a="http://schemas.openxmlformats.org/drawingml/2006/main">
            <a:r>
              <a:t>1. Same and not</a:t>
            </a:r>
          </a:p>
          <a:p xmlns:a="http://schemas.openxmlformats.org/drawingml/2006/main">
            <a:r>
              <a:t>Answer guidance: Both use bright marks on dark paper, place marks in a row, use two colours, or repeat a unit. Accept one accurate shared feature.</a:t>
            </a:r>
          </a:p>
          <a:p xmlns:a="http://schemas.openxmlformats.org/drawingml/2006/main">
            <a:r>
              <a:t>2. My reason</a:t>
            </a:r>
          </a:p>
          <a:p xmlns:a="http://schemas.openxmlformats.org/drawingml/2006/main">
            <a:r>
              <a:t>Answer guidance: Any reason linked to the colours standing out on dark paper, or another clear art reason; record the pupil's own words.</a:t>
            </a:r>
          </a:p>
          <a:p xmlns:a="http://schemas.openxmlformats.org/drawingml/2006/main">
            <a:r>
              <a:t>3. Two views</a:t>
            </a:r>
          </a:p>
          <a:p xmlns:a="http://schemas.openxmlformats.org/drawingml/2006/main">
            <a:r>
              <a:t>Answer guidance: No. Different bright colour choices can work on dark paper; pupils can explain or show a choice without a single prescribed preference.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77d0414567b4365"/></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ce54bf7338c04bb4"/></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b13a20adf3584a95"/></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1403e1061c794b4f"/></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9ad79130b0fa47fc"/></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800449a34fbc4a6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c293172c0ba344b3"/><Relationship Type="http://schemas.openxmlformats.org/officeDocument/2006/relationships/slideLayout" Target="/ppt/slideLayouts/slideLayout1.xml" Id="R63898b0c97514252"/><Relationship Type="http://schemas.openxmlformats.org/officeDocument/2006/relationships/slideLayout" Target="/ppt/slideLayouts/slideLayout2.xml" Id="Ra4765da3fdba433f"/><Relationship Type="http://schemas.openxmlformats.org/officeDocument/2006/relationships/slideLayout" Target="/ppt/slideLayouts/slideLayout3.xml" Id="R3e40fc66768c44b0"/><Relationship Type="http://schemas.openxmlformats.org/officeDocument/2006/relationships/slideLayout" Target="/ppt/slideLayouts/slideLayout4.xml" Id="R5503f02e53bc4826"/><Relationship Type="http://schemas.openxmlformats.org/officeDocument/2006/relationships/slideLayout" Target="/ppt/slideLayouts/slideLayout5.xml" Id="R894843b700944e0e"/><Relationship Type="http://schemas.openxmlformats.org/officeDocument/2006/relationships/slideLayout" Target="/ppt/slideLayouts/slideLayout6.xml" Id="R837bef7d2ac9490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98b0c97514252"/>
    <p:sldLayoutId xmlns:r="http://schemas.openxmlformats.org/officeDocument/2006/relationships" id="2147483650" r:id="Ra4765da3fdba433f"/>
    <p:sldLayoutId xmlns:r="http://schemas.openxmlformats.org/officeDocument/2006/relationships" id="2147483651" r:id="R3e40fc66768c44b0"/>
    <p:sldLayoutId xmlns:r="http://schemas.openxmlformats.org/officeDocument/2006/relationships" id="2147483652" r:id="R5503f02e53bc4826"/>
    <p:sldLayoutId xmlns:r="http://schemas.openxmlformats.org/officeDocument/2006/relationships" id="2147483653" r:id="R894843b700944e0e"/>
    <p:sldLayoutId xmlns:r="http://schemas.openxmlformats.org/officeDocument/2006/relationships" id="2147483654" r:id="R837bef7d2ac9490c"/>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0bebf418c9e24b59"/><Relationship Type="http://schemas.openxmlformats.org/officeDocument/2006/relationships/image" Target="/ppt/media/image.jpeg" Id="Rc507445ac6d9401e"/><Relationship Type="http://schemas.openxmlformats.org/officeDocument/2006/relationships/notesSlide" Target="/ppt/notesSlides/notesSlide1.xml" Id="R2034c6db41794c6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b5796d946d94f74"/><Relationship Type="http://schemas.openxmlformats.org/officeDocument/2006/relationships/image" Target="../media/image.jpeg" Id="R71f9a7a60edc4daf"/><Relationship Type="http://schemas.openxmlformats.org/officeDocument/2006/relationships/notesSlide" Target="/ppt/notesSlides/notesSlide2.xml" Id="R63a21a6396eb47da"/></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6081d08f86c4b33"/><Relationship Type="http://schemas.openxmlformats.org/officeDocument/2006/relationships/image" Target="../media/image.jpeg" Id="Re7612549074046d8"/><Relationship Type="http://schemas.openxmlformats.org/officeDocument/2006/relationships/notesSlide" Target="/ppt/notesSlides/notesSlide3.xml" Id="Rd5950fb3d65d43f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7cc8403d64346c2"/><Relationship Type="http://schemas.openxmlformats.org/officeDocument/2006/relationships/image" Target="../media/image.jpeg" Id="Rf581fe8870c7433e"/><Relationship Type="http://schemas.openxmlformats.org/officeDocument/2006/relationships/notesSlide" Target="/ppt/notesSlides/notesSlide4.xml" Id="Rfa8ea8c2a2b249da"/></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92be0de7fec741b7"/><Relationship Type="http://schemas.openxmlformats.org/officeDocument/2006/relationships/image" Target="../media/image.jpeg" Id="R8767ca5b4eca47a9"/><Relationship Type="http://schemas.openxmlformats.org/officeDocument/2006/relationships/notesSlide" Target="/ppt/notesSlides/notesSlide5.xml" Id="R2f4f78bcf9bf418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a78cbb4f26f54ee9"/><Relationship Type="http://schemas.openxmlformats.org/officeDocument/2006/relationships/image" Target="../media/image.jpeg" Id="R7a2d19f01561480f"/><Relationship Type="http://schemas.openxmlformats.org/officeDocument/2006/relationships/notesSlide" Target="/ppt/notesSlides/notesSlide6.xml" Id="R107bb9a633d94bf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9457d1d77d8147cb"/><Relationship Type="http://schemas.openxmlformats.org/officeDocument/2006/relationships/image" Target="../media/image.jpeg" Id="Rb02d629e0dec4c9c"/><Relationship Type="http://schemas.openxmlformats.org/officeDocument/2006/relationships/notesSlide" Target="/ppt/notesSlides/notesSlide7.xml" Id="R6e4ca3eba28d45a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a4a284b42ab40e7"/><Relationship Type="http://schemas.openxmlformats.org/officeDocument/2006/relationships/image" Target="../media/image.jpeg" Id="R0d1ed8c8e5b14ff0"/><Relationship Type="http://schemas.openxmlformats.org/officeDocument/2006/relationships/notesSlide" Target="/ppt/notesSlides/notesSlide8.xml" Id="R1e2736f600ee4ad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ebcc9068eff4b31"/><Relationship Type="http://schemas.openxmlformats.org/officeDocument/2006/relationships/image" Target="../media/image.jpeg" Id="R41d34190473a4c5a"/><Relationship Type="http://schemas.openxmlformats.org/officeDocument/2006/relationships/notesSlide" Target="/ppt/notesSlides/notesSlide9.xml" Id="Re388064b4cac4c6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b969d1163b7d461c"/><Relationship Type="http://schemas.openxmlformats.org/officeDocument/2006/relationships/image" Target="../media/image.jpeg" Id="R38420dd3ce454ed1"/><Relationship Type="http://schemas.openxmlformats.org/officeDocument/2006/relationships/notesSlide" Target="/ppt/notesSlides/notesSlide10.xml" Id="Ra2561c1644ba432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b4b9cf4330444106"/><Relationship Type="http://schemas.openxmlformats.org/officeDocument/2006/relationships/image" Target="../media/image.jpeg" Id="R07e4716a87a24a3b"/><Relationship Type="http://schemas.openxmlformats.org/officeDocument/2006/relationships/notesSlide" Target="/ppt/notesSlides/notesSlide11.xml" Id="Rc0122f9d14b9422f"/></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3b4db5dba9d943a4"/><Relationship Type="http://schemas.openxmlformats.org/officeDocument/2006/relationships/image" Target="../media/image.jpeg" Id="R4191ed9eb00a45d1"/><Relationship Type="http://schemas.openxmlformats.org/officeDocument/2006/relationships/notesSlide" Target="/ppt/notesSlides/notesSlide12.xml" Id="R44437ba12e58457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eb8b98c70048479b"/><Relationship Type="http://schemas.openxmlformats.org/officeDocument/2006/relationships/image" Target="../media/image.jpeg" Id="R9ff2648545c34009"/><Relationship Type="http://schemas.openxmlformats.org/officeDocument/2006/relationships/notesSlide" Target="/ppt/notesSlides/notesSlide13.xml" Id="R261e0270beda45e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4be04c50ab6d4d75"/><Relationship Type="http://schemas.openxmlformats.org/officeDocument/2006/relationships/image" Target="../media/image.jpeg" Id="Ra9911b470c6e4be6"/><Relationship Type="http://schemas.openxmlformats.org/officeDocument/2006/relationships/notesSlide" Target="/ppt/notesSlides/notesSlide14.xml" Id="R1b41d126e20741ab"/></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3a6c79b4ca9a45f7"/><Relationship Type="http://schemas.openxmlformats.org/officeDocument/2006/relationships/image" Target="../media/image.jpeg" Id="R96517eec35374d14"/><Relationship Type="http://schemas.openxmlformats.org/officeDocument/2006/relationships/notesSlide" Target="/ppt/notesSlides/notesSlide15.xml" Id="R5226f4f9cdf24864"/></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2e8bdc77c84461a"/><Relationship Type="http://schemas.openxmlformats.org/officeDocument/2006/relationships/image" Target="../media/image.jpeg" Id="R85905fa8499c46b9"/><Relationship Type="http://schemas.openxmlformats.org/officeDocument/2006/relationships/notesSlide" Target="/ppt/notesSlides/notesSlide16.xml" Id="Re2730743911f41a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af1e1bcfe204e6a"/><Relationship Type="http://schemas.openxmlformats.org/officeDocument/2006/relationships/image" Target="../media/image.jpeg" Id="R4e33a2304c394922"/><Relationship Type="http://schemas.openxmlformats.org/officeDocument/2006/relationships/notesSlide" Target="/ppt/notesSlides/notesSlide17.xml" Id="R034a14d3b0b34420"/></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79e7d6d00f3b4093"/><Relationship Type="http://schemas.openxmlformats.org/officeDocument/2006/relationships/image" Target="../media/image.jpeg" Id="R950d984c2a66440b"/><Relationship Type="http://schemas.openxmlformats.org/officeDocument/2006/relationships/notesSlide" Target="/ppt/notesSlides/notesSlide18.xml" Id="R27438c04b4144ab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210dc197b7d84d88"/><Relationship Type="http://schemas.openxmlformats.org/officeDocument/2006/relationships/image" Target="../media/image.jpeg" Id="R54c13af069c44a6c"/><Relationship Type="http://schemas.openxmlformats.org/officeDocument/2006/relationships/notesSlide" Target="/ppt/notesSlides/notesSlide19.xml" Id="Re8109694e43c40f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281f4a88326f4d92"/><Relationship Type="http://schemas.openxmlformats.org/officeDocument/2006/relationships/image" Target="../media/image.jpeg" Id="R1e7a4c44a87845b7"/><Relationship Type="http://schemas.openxmlformats.org/officeDocument/2006/relationships/notesSlide" Target="/ppt/notesSlides/notesSlide20.xml" Id="R2e2b56494a71401e"/></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46244b2f37014d85"/><Relationship Type="http://schemas.openxmlformats.org/officeDocument/2006/relationships/image" Target="../media/image.jpeg" Id="R18c6549807ce4cfd"/><Relationship Type="http://schemas.openxmlformats.org/officeDocument/2006/relationships/notesSlide" Target="/ppt/notesSlides/notesSlide21.xml" Id="R82d352298e9546d9"/></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3a937457aa08421a"/><Relationship Type="http://schemas.openxmlformats.org/officeDocument/2006/relationships/image" Target="../media/image.jpeg" Id="R16218e07426f4de2"/><Relationship Type="http://schemas.openxmlformats.org/officeDocument/2006/relationships/notesSlide" Target="/ppt/notesSlides/notesSlide22.xml" Id="Rc05ad158558441aa"/></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68dbf66592184a0b"/><Relationship Type="http://schemas.openxmlformats.org/officeDocument/2006/relationships/image" Target="../media/image.jpeg" Id="R1d3149b2add24f94"/><Relationship Type="http://schemas.openxmlformats.org/officeDocument/2006/relationships/notesSlide" Target="/ppt/notesSlides/notesSlide23.xml" Id="R727c415430664a69"/></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0818286d677341a2"/><Relationship Type="http://schemas.openxmlformats.org/officeDocument/2006/relationships/image" Target="../media/image.jpeg" Id="R9227e90e1d964c73"/><Relationship Type="http://schemas.openxmlformats.org/officeDocument/2006/relationships/notesSlide" Target="/ppt/notesSlides/notesSlide24.xml" Id="R0903bf01df9b4a5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9c2b36ba2db34402"/><Relationship Type="http://schemas.openxmlformats.org/officeDocument/2006/relationships/image" Target="../media/image.jpeg" Id="R2afc6eaa8c634c40"/><Relationship Type="http://schemas.openxmlformats.org/officeDocument/2006/relationships/notesSlide" Target="/ppt/notesSlides/notesSlide25.xml" Id="Rc3f44322f4fd4313"/></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c9da5a033c0c4437"/><Relationship Type="http://schemas.openxmlformats.org/officeDocument/2006/relationships/image" Target="../media/image.jpeg" Id="R31163d985d9b40a7"/><Relationship Type="http://schemas.openxmlformats.org/officeDocument/2006/relationships/notesSlide" Target="/ppt/notesSlides/notesSlide26.xml" Id="Rfde871d391e047d7"/></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ef138801df41462f"/><Relationship Type="http://schemas.openxmlformats.org/officeDocument/2006/relationships/image" Target="../media/image.jpeg" Id="R1ec540ba14c6464e"/><Relationship Type="http://schemas.openxmlformats.org/officeDocument/2006/relationships/notesSlide" Target="/ppt/notesSlides/notesSlide27.xml" Id="R1ac9186cbcba4be2"/></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754683c62ab54b51"/><Relationship Type="http://schemas.openxmlformats.org/officeDocument/2006/relationships/image" Target="../media/image.jpeg" Id="R0db78c2ac7344ce0"/><Relationship Type="http://schemas.openxmlformats.org/officeDocument/2006/relationships/notesSlide" Target="/ppt/notesSlides/notesSlide28.xml" Id="R8f4c9173aea04b28"/></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6d436165f91843a2"/><Relationship Type="http://schemas.openxmlformats.org/officeDocument/2006/relationships/image" Target="../media/image.jpeg" Id="R2f5f5166cb5f4872"/><Relationship Type="http://schemas.openxmlformats.org/officeDocument/2006/relationships/notesSlide" Target="/ppt/notesSlides/notesSlide29.xml" Id="R30c77d18b18f4e74"/></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486e928a0f14d9b"/><Relationship Type="http://schemas.openxmlformats.org/officeDocument/2006/relationships/image" Target="../media/image.jpeg" Id="Ref13ff4ddaba4b3e"/><Relationship Type="http://schemas.openxmlformats.org/officeDocument/2006/relationships/notesSlide" Target="/ppt/notesSlides/notesSlide30.xml" Id="R1ddff6f1a12947cc"/></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ae62f8dd293a4dbb"/><Relationship Type="http://schemas.openxmlformats.org/officeDocument/2006/relationships/image" Target="../media/image.jpeg" Id="R1ce208091c7148c4"/><Relationship Type="http://schemas.openxmlformats.org/officeDocument/2006/relationships/notesSlide" Target="/ppt/notesSlides/notesSlide31.xml" Id="Re9292bb867ef4fcd"/></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1b7000b1e242422b"/><Relationship Type="http://schemas.openxmlformats.org/officeDocument/2006/relationships/image" Target="../media/image.jpeg" Id="Refbde6f78e594f9e"/><Relationship Type="http://schemas.openxmlformats.org/officeDocument/2006/relationships/notesSlide" Target="/ppt/notesSlides/notesSlide32.xml" Id="R5a5ed04c62f14a49"/></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4043666c02e8403e"/><Relationship Type="http://schemas.openxmlformats.org/officeDocument/2006/relationships/image" Target="../media/image.jpeg" Id="R6412ede950a445f7"/><Relationship Type="http://schemas.openxmlformats.org/officeDocument/2006/relationships/notesSlide" Target="/ppt/notesSlides/notesSlide33.xml" Id="R9c68387ed7fa439f"/></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db2bb4456e214f7b"/><Relationship Type="http://schemas.openxmlformats.org/officeDocument/2006/relationships/image" Target="../media/image.jpeg" Id="Ra11f67cc77d54c96"/><Relationship Type="http://schemas.openxmlformats.org/officeDocument/2006/relationships/notesSlide" Target="/ppt/notesSlides/notesSlide34.xml" Id="R9f6fcece9b984206"/></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dbd611161926475b"/><Relationship Type="http://schemas.openxmlformats.org/officeDocument/2006/relationships/image" Target="../media/image.jpeg" Id="Rc83881789c894188"/><Relationship Type="http://schemas.openxmlformats.org/officeDocument/2006/relationships/notesSlide" Target="/ppt/notesSlides/notesSlide35.xml" Id="R89bb6032c80b4e8b"/></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08062ddd831048d1"/><Relationship Type="http://schemas.openxmlformats.org/officeDocument/2006/relationships/image" Target="../media/image.jpeg" Id="R6d6a2f485e644cfa"/><Relationship Type="http://schemas.openxmlformats.org/officeDocument/2006/relationships/notesSlide" Target="/ppt/notesSlides/notesSlide36.xml" Id="R6a9c42c2500f4ec8"/></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928e31e9a0d44d75"/><Relationship Type="http://schemas.openxmlformats.org/officeDocument/2006/relationships/image" Target="../media/image.jpeg" Id="R0bd870309ef44ebe"/><Relationship Type="http://schemas.openxmlformats.org/officeDocument/2006/relationships/notesSlide" Target="/ppt/notesSlides/notesSlide37.xml" Id="Ra30dd810565d426a"/></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71aff563da844699"/><Relationship Type="http://schemas.openxmlformats.org/officeDocument/2006/relationships/image" Target="../media/image.jpeg" Id="R4135cf29e24f4df5"/><Relationship Type="http://schemas.openxmlformats.org/officeDocument/2006/relationships/notesSlide" Target="/ppt/notesSlides/notesSlide38.xml" Id="Rcc3be0afa4d043c6"/></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ee3e44be69c94282"/><Relationship Type="http://schemas.openxmlformats.org/officeDocument/2006/relationships/image" Target="../media/image.jpeg" Id="R688afcd4539749f3"/><Relationship Type="http://schemas.openxmlformats.org/officeDocument/2006/relationships/notesSlide" Target="/ppt/notesSlides/notesSlide39.xml" Id="R8abfcf92ee434421"/></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830efe9962ff49d4"/><Relationship Type="http://schemas.openxmlformats.org/officeDocument/2006/relationships/image" Target="../media/image.jpeg" Id="Rc535c9f6eac9411e"/><Relationship Type="http://schemas.openxmlformats.org/officeDocument/2006/relationships/notesSlide" Target="/ppt/notesSlides/notesSlide40.xml" Id="R633d50815f0b4ba5"/></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4348B75-D2E4-482E-99EC-36B2E3DDFB6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6F2F1E2-3787-4391-B62B-033ED1D4944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F1C0AD26-8955-4672-AFA4-1A158648D31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Explore — Festival light patterns</a:t>
            </a:r>
          </a:p>
        </p:txBody>
      </p:sp>
      <p:pic>
        <p:nvPicPr>
          <p:cNvPr id="4" name="">
            <a:extLst xmlns:a="http://schemas.openxmlformats.org/drawingml/2006/main">
              <a:ext uri="{FF2B5EF4-FFF2-40B4-BE49-F238E27FC236}">
                <a16:creationId xmlns:a16="http://schemas.microsoft.com/office/drawing/2014/main" id="{65156733-003D-456E-A5D5-84135A4D3A1E}"/>
              </a:ext>
            </a:extLst>
          </p:cNvPr>
          <p:cNvPicPr>
            <a:picLocks xmlns:a="http://schemas.openxmlformats.org/drawingml/2006/main" noChangeAspect="1"/>
          </p:cNvPicPr>
          <p:nvPr/>
        </p:nvPicPr>
        <p:blipFill>
          <a:blip xmlns:r="http://schemas.openxmlformats.org/officeDocument/2006/relationships" xmlns:a="http://schemas.openxmlformats.org/drawingml/2006/main" r:embed="Rc507445ac6d9401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E74C78B-EBE7-4232-AFE5-4D556FF34B8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6950A7B-9D53-4955-ABD9-AB6A2B3203D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63CFC79-94FB-4E15-9E0A-AFE4AEE43AA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223E785-8A55-40E0-9EF7-E7B6A8CC5CA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D906BEC-C2DC-4DC0-AF58-0846B98A181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0CE16C5-D51B-468F-8188-7B273B5B7A0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87B6863-2096-4699-916C-88676E1E295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A5BA8BCE-56A4-4AC4-BDB5-A540417D6E6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A2540C0B-8626-456C-BC1A-FD4363C8C818}"/>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46BB1F78-0AF7-48F6-94AB-DC092DECFD49}"/>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plan a light pattern.</a:t>
            </a:r>
          </a:p>
        </p:txBody>
      </p:sp>
      <p:sp>
        <p:nvSpPr>
          <p:cNvPr id="15" name="body-2">
            <a:extLst xmlns:a="http://schemas.openxmlformats.org/drawingml/2006/main">
              <a:ext uri="{FF2B5EF4-FFF2-40B4-BE49-F238E27FC236}">
                <a16:creationId xmlns:a16="http://schemas.microsoft.com/office/drawing/2014/main" id="{E38559D4-B624-4059-9D24-41B1790176E0}"/>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543DDFA7-1078-46D0-9495-932BE831D9ED}"/>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find light shapes.</a:t>
            </a:r>
          </a:p>
        </p:txBody>
      </p:sp>
      <p:sp>
        <p:nvSpPr>
          <p:cNvPr id="17" name="body-4">
            <a:extLst xmlns:a="http://schemas.openxmlformats.org/drawingml/2006/main">
              <a:ext uri="{FF2B5EF4-FFF2-40B4-BE49-F238E27FC236}">
                <a16:creationId xmlns:a16="http://schemas.microsoft.com/office/drawing/2014/main" id="{BC962BCB-3FF6-4572-9234-71C6762B4EA2}"/>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find bright colours on dark paper.</a:t>
            </a:r>
          </a:p>
        </p:txBody>
      </p:sp>
      <p:sp>
        <p:nvSpPr>
          <p:cNvPr id="18" name="body-5">
            <a:extLst xmlns:a="http://schemas.openxmlformats.org/drawingml/2006/main">
              <a:ext uri="{FF2B5EF4-FFF2-40B4-BE49-F238E27FC236}">
                <a16:creationId xmlns:a16="http://schemas.microsoft.com/office/drawing/2014/main" id="{12F79EDE-865B-4F07-9446-A1D7077489DC}"/>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choose shapes and colours for my art.</a:t>
            </a:r>
          </a:p>
        </p:txBody>
      </p:sp>
      <p:sp>
        <p:nvSpPr>
          <p:cNvPr id="19" name="body-6">
            <a:extLst xmlns:a="http://schemas.openxmlformats.org/drawingml/2006/main">
              <a:ext uri="{FF2B5EF4-FFF2-40B4-BE49-F238E27FC236}">
                <a16:creationId xmlns:a16="http://schemas.microsoft.com/office/drawing/2014/main" id="{D23DA98C-C5A8-4649-80FC-7FCF250E64D9}"/>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13F9BB37-1067-47AD-AA45-15F84599ABE3}"/>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ask an adult to move your shapes.</a:t>
            </a:r>
          </a:p>
        </p:txBody>
      </p:sp>
    </p:spTree>
    <p:extLst>
      <p:ext uri="{BB962C8B-B14F-4D97-AF65-F5344CB8AC3E}">
        <p14:creationId xmlns:p14="http://schemas.microsoft.com/office/powerpoint/2010/main" val="738241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lesson-header">
            <a:extLst xmlns:a="http://schemas.openxmlformats.org/drawingml/2006/main">
              <a:ext uri="{FF2B5EF4-FFF2-40B4-BE49-F238E27FC236}">
                <a16:creationId xmlns:a16="http://schemas.microsoft.com/office/drawing/2014/main" id="{E7E6C791-B63C-4907-A1EE-F12A73F73CC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1904FBF-6059-4775-8459-DA5072AC934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29E886FA-E9A6-4D55-A81C-8F1C17439CE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Explore — Festival light patterns · continued</a:t>
            </a:r>
          </a:p>
        </p:txBody>
      </p:sp>
      <p:pic>
        <p:nvPicPr>
          <p:cNvPr id="4" name="">
            <a:extLst xmlns:a="http://schemas.openxmlformats.org/drawingml/2006/main">
              <a:ext uri="{FF2B5EF4-FFF2-40B4-BE49-F238E27FC236}">
                <a16:creationId xmlns:a16="http://schemas.microsoft.com/office/drawing/2014/main" id="{D140E74F-78F2-4D8E-A0E9-386DC3CF3A69}"/>
              </a:ext>
            </a:extLst>
          </p:cNvPr>
          <p:cNvPicPr>
            <a:picLocks xmlns:a="http://schemas.openxmlformats.org/drawingml/2006/main" noChangeAspect="1"/>
          </p:cNvPicPr>
          <p:nvPr/>
        </p:nvPicPr>
        <p:blipFill>
          <a:blip xmlns:r="http://schemas.openxmlformats.org/officeDocument/2006/relationships" xmlns:a="http://schemas.openxmlformats.org/drawingml/2006/main" r:embed="R71f9a7a60edc4da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3624894-90B0-4513-A2EB-BFBDCB8DCE4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ECACA9B-C4BE-498D-B140-88A6ACC43DB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FCF0A10-8E9D-482D-8EE5-BA1FE4D8A0A4}"/>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B709618-9898-4CCD-BFB4-CC892F9B810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503E9E3-588C-47E7-AFCD-C82D4AA7CCD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DD712E1-FC86-4222-ACB5-6ED5AB3244D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889F234-C93E-4960-B706-E6ABCA19FEE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05464293-03D0-4E48-B1D6-13AED3CDB71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D9A055F2-0B26-45B5-8AC3-4CB429E9F796}"/>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a:t>
            </a:r>
          </a:p>
        </p:txBody>
      </p:sp>
    </p:spTree>
    <p:extLst>
      <p:ext uri="{BB962C8B-B14F-4D97-AF65-F5344CB8AC3E}">
        <p14:creationId xmlns:p14="http://schemas.microsoft.com/office/powerpoint/2010/main" val="18927734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7C08881-4359-4F97-9E8B-4739024EE3C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61C7FF3-4372-4119-8F3B-0DC386B658E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EABCACC7-0693-48FB-B1F7-756EAE4E8FA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 · 1 of 2</a:t>
            </a:r>
          </a:p>
        </p:txBody>
      </p:sp>
      <p:pic>
        <p:nvPicPr>
          <p:cNvPr id="4" name="">
            <a:extLst xmlns:a="http://schemas.openxmlformats.org/drawingml/2006/main">
              <a:ext uri="{FF2B5EF4-FFF2-40B4-BE49-F238E27FC236}">
                <a16:creationId xmlns:a16="http://schemas.microsoft.com/office/drawing/2014/main" id="{4FBF2E9F-0CD7-4A99-8CAB-47586AD471A2}"/>
              </a:ext>
            </a:extLst>
          </p:cNvPr>
          <p:cNvPicPr>
            <a:picLocks xmlns:a="http://schemas.openxmlformats.org/drawingml/2006/main" noChangeAspect="1"/>
          </p:cNvPicPr>
          <p:nvPr/>
        </p:nvPicPr>
        <p:blipFill>
          <a:blip xmlns:r="http://schemas.openxmlformats.org/officeDocument/2006/relationships" xmlns:a="http://schemas.openxmlformats.org/drawingml/2006/main" r:embed="Re7612549074046d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11A6CFA-0AB4-4F3C-9C47-B1881A4F2E40}"/>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2074552-5935-4D66-AD19-E6AB7606AB2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2BDD761-3A03-49FB-8773-86B2E910DD3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9D9D801-B394-4550-81FC-CB8CF015BBF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6AD6096-49E2-47D4-87E9-7ED95C69467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C98395D-C79E-4617-B7A3-516D164DFA2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6F213DA-1515-47E8-9960-91964A2F4AE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251519E0-930B-4265-85C0-564FAD5C8DB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C890520-8C1C-455F-A75D-4AC2B00DE2F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marks, choices or words, numbered 1 to 4.</a:t>
            </a:r>
          </a:p>
        </p:txBody>
      </p:sp>
      <p:sp>
        <p:nvSpPr>
          <p:cNvPr id="14" name="figure-example_a-0">
            <a:extLst xmlns:a="http://schemas.openxmlformats.org/drawingml/2006/main">
              <a:ext uri="{FF2B5EF4-FFF2-40B4-BE49-F238E27FC236}">
                <a16:creationId xmlns:a16="http://schemas.microsoft.com/office/drawing/2014/main" id="{53D6BEC6-10E9-42CB-9AD8-95357707479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6D255B8C-789F-46E9-8539-2F80FE65008D}"/>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9D5AAF1A-4B3B-489B-969D-18EE34631610}"/>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5E186F92-3E72-43F2-BF0D-3A6CF2E9C560}"/>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0ADC8E06-A051-4FA7-B4A6-7FD5059C1E84}"/>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example_a-5">
            <a:extLst xmlns:a="http://schemas.openxmlformats.org/drawingml/2006/main">
              <a:ext uri="{FF2B5EF4-FFF2-40B4-BE49-F238E27FC236}">
                <a16:creationId xmlns:a16="http://schemas.microsoft.com/office/drawing/2014/main" id="{F05237DD-1982-46A0-BCE5-8A155DE8391F}"/>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0" name="figure-example_a-6">
            <a:extLst xmlns:a="http://schemas.openxmlformats.org/drawingml/2006/main">
              <a:ext uri="{FF2B5EF4-FFF2-40B4-BE49-F238E27FC236}">
                <a16:creationId xmlns:a16="http://schemas.microsoft.com/office/drawing/2014/main" id="{A822751E-33B5-4422-BA7D-7635135C0479}"/>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21" name="figure-description-example_a">
            <a:extLst xmlns:a="http://schemas.openxmlformats.org/drawingml/2006/main">
              <a:ext uri="{FF2B5EF4-FFF2-40B4-BE49-F238E27FC236}">
                <a16:creationId xmlns:a16="http://schemas.microsoft.com/office/drawing/2014/main" id="{3B873206-0EB1-4C40-A78F-18769B578529}"/>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yellow dot, pink ring, yellow dot, pink ring, yellow dot, pink ring form one evenly spaced row.</a:t>
            </a:r>
          </a:p>
        </p:txBody>
      </p:sp>
    </p:spTree>
    <p:extLst>
      <p:ext uri="{BB962C8B-B14F-4D97-AF65-F5344CB8AC3E}">
        <p14:creationId xmlns:p14="http://schemas.microsoft.com/office/powerpoint/2010/main" val="7670735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DA4235F4-038F-4A10-93F9-1B6FC67D444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2BC2EA9A-BA4A-4A03-873C-7F0A6C89042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B6FB326F-4E88-4115-A4A3-25C11AE9818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 · 2 of 2</a:t>
            </a:r>
          </a:p>
        </p:txBody>
      </p:sp>
      <p:pic>
        <p:nvPicPr>
          <p:cNvPr id="4" name="">
            <a:extLst xmlns:a="http://schemas.openxmlformats.org/drawingml/2006/main">
              <a:ext uri="{FF2B5EF4-FFF2-40B4-BE49-F238E27FC236}">
                <a16:creationId xmlns:a16="http://schemas.microsoft.com/office/drawing/2014/main" id="{6BA606DA-23E4-4490-98B5-E83270E05BA2}"/>
              </a:ext>
            </a:extLst>
          </p:cNvPr>
          <p:cNvPicPr>
            <a:picLocks xmlns:a="http://schemas.openxmlformats.org/drawingml/2006/main" noChangeAspect="1"/>
          </p:cNvPicPr>
          <p:nvPr/>
        </p:nvPicPr>
        <p:blipFill>
          <a:blip xmlns:r="http://schemas.openxmlformats.org/officeDocument/2006/relationships" xmlns:a="http://schemas.openxmlformats.org/drawingml/2006/main" r:embed="Rf581fe8870c7433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408D949-208F-4AF7-95AA-77ECD0DA9947}"/>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4099B7B-3ACA-4F30-AC49-54437A57FAD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6A23289-5FBD-4B2E-88F9-018C24757EE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7A8A423-6783-4721-AF1A-82ED488AB93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A77FBFE-00E1-4CF0-B81A-50E92CA5CAC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E7313E8-8441-4D38-BEBE-4C2AEE3537B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8CA97D6-0A14-4F34-97BB-60604053184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126B3658-F88D-4272-AA2D-947D10A8FBD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C0D2A11D-7E78-426A-9A63-801D2EEB8F5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marks, choices or words, numbered 1 to 4.</a:t>
            </a:r>
          </a:p>
        </p:txBody>
      </p:sp>
      <p:sp>
        <p:nvSpPr>
          <p:cNvPr id="14" name="figure-example_b-0">
            <a:extLst xmlns:a="http://schemas.openxmlformats.org/drawingml/2006/main">
              <a:ext uri="{FF2B5EF4-FFF2-40B4-BE49-F238E27FC236}">
                <a16:creationId xmlns:a16="http://schemas.microsoft.com/office/drawing/2014/main" id="{08C7F54A-2B9F-4660-A8EC-C0F44D992950}"/>
              </a:ext>
            </a:extLst>
          </p:cNvPr>
          <p:cNvSpPr>
            <a:spLocks xmlns:a="http://schemas.openxmlformats.org/drawingml/2006/main" noGrp="1"/>
          </p:cNvSpPr>
          <p:nvPr/>
        </p:nvSpPr>
        <p:spPr>
          <a:xfrm xmlns:a="http://schemas.openxmlformats.org/drawingml/2006/main">
            <a:off x="381000" y="1932908"/>
            <a:ext cx="11430000" cy="3690938"/>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212B6241-7CD3-4532-BBB8-254834399B0D}"/>
              </a:ext>
            </a:extLst>
          </p:cNvPr>
          <p:cNvSpPr>
            <a:spLocks xmlns:a="http://schemas.openxmlformats.org/drawingml/2006/main" noGrp="1"/>
          </p:cNvSpPr>
          <p:nvPr/>
        </p:nvSpPr>
        <p:spPr>
          <a:xfrm xmlns:a="http://schemas.openxmlformats.org/drawingml/2006/main">
            <a:off x="157162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16" name="figure-example_b-2">
            <a:extLst xmlns:a="http://schemas.openxmlformats.org/drawingml/2006/main">
              <a:ext uri="{FF2B5EF4-FFF2-40B4-BE49-F238E27FC236}">
                <a16:creationId xmlns:a16="http://schemas.microsoft.com/office/drawing/2014/main" id="{758A6E3F-2628-4156-BE71-B80992BA95F8}"/>
              </a:ext>
            </a:extLst>
          </p:cNvPr>
          <p:cNvSpPr>
            <a:spLocks xmlns:a="http://schemas.openxmlformats.org/drawingml/2006/main" noGrp="1"/>
          </p:cNvSpPr>
          <p:nvPr/>
        </p:nvSpPr>
        <p:spPr>
          <a:xfrm xmlns:a="http://schemas.openxmlformats.org/drawingml/2006/main">
            <a:off x="147637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17" name="figure-example_b-3">
            <a:extLst xmlns:a="http://schemas.openxmlformats.org/drawingml/2006/main">
              <a:ext uri="{FF2B5EF4-FFF2-40B4-BE49-F238E27FC236}">
                <a16:creationId xmlns:a16="http://schemas.microsoft.com/office/drawing/2014/main" id="{C3C77353-DEC7-4DE6-93F0-C25B0D1CFE15}"/>
              </a:ext>
            </a:extLst>
          </p:cNvPr>
          <p:cNvSpPr>
            <a:spLocks xmlns:a="http://schemas.openxmlformats.org/drawingml/2006/main" noGrp="1"/>
          </p:cNvSpPr>
          <p:nvPr/>
        </p:nvSpPr>
        <p:spPr>
          <a:xfrm xmlns:a="http://schemas.openxmlformats.org/drawingml/2006/main">
            <a:off x="216693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99F8A580-7C40-4B7D-ACCA-B2A95551A91B}"/>
              </a:ext>
            </a:extLst>
          </p:cNvPr>
          <p:cNvSpPr>
            <a:spLocks xmlns:a="http://schemas.openxmlformats.org/drawingml/2006/main" noGrp="1"/>
          </p:cNvSpPr>
          <p:nvPr/>
        </p:nvSpPr>
        <p:spPr>
          <a:xfrm xmlns:a="http://schemas.openxmlformats.org/drawingml/2006/main">
            <a:off x="257175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19" name="figure-example_b-5">
            <a:extLst xmlns:a="http://schemas.openxmlformats.org/drawingml/2006/main">
              <a:ext uri="{FF2B5EF4-FFF2-40B4-BE49-F238E27FC236}">
                <a16:creationId xmlns:a16="http://schemas.microsoft.com/office/drawing/2014/main" id="{864B8D66-226E-49AB-8A36-3B9A7B0C5CC4}"/>
              </a:ext>
            </a:extLst>
          </p:cNvPr>
          <p:cNvSpPr>
            <a:spLocks xmlns:a="http://schemas.openxmlformats.org/drawingml/2006/main" noGrp="1"/>
          </p:cNvSpPr>
          <p:nvPr/>
        </p:nvSpPr>
        <p:spPr>
          <a:xfrm xmlns:a="http://schemas.openxmlformats.org/drawingml/2006/main">
            <a:off x="419100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0" name="figure-example_b-6">
            <a:extLst xmlns:a="http://schemas.openxmlformats.org/drawingml/2006/main">
              <a:ext uri="{FF2B5EF4-FFF2-40B4-BE49-F238E27FC236}">
                <a16:creationId xmlns:a16="http://schemas.microsoft.com/office/drawing/2014/main" id="{E9D44098-9D6B-443B-B9D4-59E09ABA7BF6}"/>
              </a:ext>
            </a:extLst>
          </p:cNvPr>
          <p:cNvSpPr>
            <a:spLocks xmlns:a="http://schemas.openxmlformats.org/drawingml/2006/main" noGrp="1"/>
          </p:cNvSpPr>
          <p:nvPr/>
        </p:nvSpPr>
        <p:spPr>
          <a:xfrm xmlns:a="http://schemas.openxmlformats.org/drawingml/2006/main">
            <a:off x="409575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1" name="figure-example_b-7">
            <a:extLst xmlns:a="http://schemas.openxmlformats.org/drawingml/2006/main">
              <a:ext uri="{FF2B5EF4-FFF2-40B4-BE49-F238E27FC236}">
                <a16:creationId xmlns:a16="http://schemas.microsoft.com/office/drawing/2014/main" id="{A9F0C23C-35B5-44DB-8D7F-DBD8D1A0898A}"/>
              </a:ext>
            </a:extLst>
          </p:cNvPr>
          <p:cNvSpPr>
            <a:spLocks xmlns:a="http://schemas.openxmlformats.org/drawingml/2006/main" noGrp="1"/>
          </p:cNvSpPr>
          <p:nvPr/>
        </p:nvSpPr>
        <p:spPr>
          <a:xfrm xmlns:a="http://schemas.openxmlformats.org/drawingml/2006/main">
            <a:off x="478631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2" name="figure-example_b-8">
            <a:extLst xmlns:a="http://schemas.openxmlformats.org/drawingml/2006/main">
              <a:ext uri="{FF2B5EF4-FFF2-40B4-BE49-F238E27FC236}">
                <a16:creationId xmlns:a16="http://schemas.microsoft.com/office/drawing/2014/main" id="{3CEC9B64-D9DB-4307-AC06-0ACDED6CF677}"/>
              </a:ext>
            </a:extLst>
          </p:cNvPr>
          <p:cNvSpPr>
            <a:spLocks xmlns:a="http://schemas.openxmlformats.org/drawingml/2006/main" noGrp="1"/>
          </p:cNvSpPr>
          <p:nvPr/>
        </p:nvSpPr>
        <p:spPr>
          <a:xfrm xmlns:a="http://schemas.openxmlformats.org/drawingml/2006/main">
            <a:off x="519112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3" name="figure-example_b-9">
            <a:extLst xmlns:a="http://schemas.openxmlformats.org/drawingml/2006/main">
              <a:ext uri="{FF2B5EF4-FFF2-40B4-BE49-F238E27FC236}">
                <a16:creationId xmlns:a16="http://schemas.microsoft.com/office/drawing/2014/main" id="{372FD962-C2FA-44C3-BF41-7BE20A7D1CDF}"/>
              </a:ext>
            </a:extLst>
          </p:cNvPr>
          <p:cNvSpPr>
            <a:spLocks xmlns:a="http://schemas.openxmlformats.org/drawingml/2006/main" noGrp="1"/>
          </p:cNvSpPr>
          <p:nvPr/>
        </p:nvSpPr>
        <p:spPr>
          <a:xfrm xmlns:a="http://schemas.openxmlformats.org/drawingml/2006/main">
            <a:off x="681037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4" name="figure-example_b-10">
            <a:extLst xmlns:a="http://schemas.openxmlformats.org/drawingml/2006/main">
              <a:ext uri="{FF2B5EF4-FFF2-40B4-BE49-F238E27FC236}">
                <a16:creationId xmlns:a16="http://schemas.microsoft.com/office/drawing/2014/main" id="{D09F005A-E36D-4B8F-BAEC-80D32631D547}"/>
              </a:ext>
            </a:extLst>
          </p:cNvPr>
          <p:cNvSpPr>
            <a:spLocks xmlns:a="http://schemas.openxmlformats.org/drawingml/2006/main" noGrp="1"/>
          </p:cNvSpPr>
          <p:nvPr/>
        </p:nvSpPr>
        <p:spPr>
          <a:xfrm xmlns:a="http://schemas.openxmlformats.org/drawingml/2006/main">
            <a:off x="671512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5" name="figure-example_b-11">
            <a:extLst xmlns:a="http://schemas.openxmlformats.org/drawingml/2006/main">
              <a:ext uri="{FF2B5EF4-FFF2-40B4-BE49-F238E27FC236}">
                <a16:creationId xmlns:a16="http://schemas.microsoft.com/office/drawing/2014/main" id="{52BA5D5C-4246-4D98-B534-F7E04B336192}"/>
              </a:ext>
            </a:extLst>
          </p:cNvPr>
          <p:cNvSpPr>
            <a:spLocks xmlns:a="http://schemas.openxmlformats.org/drawingml/2006/main" noGrp="1"/>
          </p:cNvSpPr>
          <p:nvPr/>
        </p:nvSpPr>
        <p:spPr>
          <a:xfrm xmlns:a="http://schemas.openxmlformats.org/drawingml/2006/main">
            <a:off x="740568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6" name="figure-example_b-12">
            <a:extLst xmlns:a="http://schemas.openxmlformats.org/drawingml/2006/main">
              <a:ext uri="{FF2B5EF4-FFF2-40B4-BE49-F238E27FC236}">
                <a16:creationId xmlns:a16="http://schemas.microsoft.com/office/drawing/2014/main" id="{48A9B764-EE02-49FE-A08D-419EFF09EA69}"/>
              </a:ext>
            </a:extLst>
          </p:cNvPr>
          <p:cNvSpPr>
            <a:spLocks xmlns:a="http://schemas.openxmlformats.org/drawingml/2006/main" noGrp="1"/>
          </p:cNvSpPr>
          <p:nvPr/>
        </p:nvSpPr>
        <p:spPr>
          <a:xfrm xmlns:a="http://schemas.openxmlformats.org/drawingml/2006/main">
            <a:off x="781050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7" name="figure-example_b-13">
            <a:extLst xmlns:a="http://schemas.openxmlformats.org/drawingml/2006/main">
              <a:ext uri="{FF2B5EF4-FFF2-40B4-BE49-F238E27FC236}">
                <a16:creationId xmlns:a16="http://schemas.microsoft.com/office/drawing/2014/main" id="{4BBBC428-0311-4600-8E49-E155356FE20A}"/>
              </a:ext>
            </a:extLst>
          </p:cNvPr>
          <p:cNvSpPr>
            <a:spLocks xmlns:a="http://schemas.openxmlformats.org/drawingml/2006/main" noGrp="1"/>
          </p:cNvSpPr>
          <p:nvPr/>
        </p:nvSpPr>
        <p:spPr>
          <a:xfrm xmlns:a="http://schemas.openxmlformats.org/drawingml/2006/main">
            <a:off x="942975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8" name="figure-example_b-14">
            <a:extLst xmlns:a="http://schemas.openxmlformats.org/drawingml/2006/main">
              <a:ext uri="{FF2B5EF4-FFF2-40B4-BE49-F238E27FC236}">
                <a16:creationId xmlns:a16="http://schemas.microsoft.com/office/drawing/2014/main" id="{56793623-293A-42EE-919C-670165FA0F24}"/>
              </a:ext>
            </a:extLst>
          </p:cNvPr>
          <p:cNvSpPr>
            <a:spLocks xmlns:a="http://schemas.openxmlformats.org/drawingml/2006/main" noGrp="1"/>
          </p:cNvSpPr>
          <p:nvPr/>
        </p:nvSpPr>
        <p:spPr>
          <a:xfrm xmlns:a="http://schemas.openxmlformats.org/drawingml/2006/main">
            <a:off x="933450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9" name="figure-example_b-15">
            <a:extLst xmlns:a="http://schemas.openxmlformats.org/drawingml/2006/main">
              <a:ext uri="{FF2B5EF4-FFF2-40B4-BE49-F238E27FC236}">
                <a16:creationId xmlns:a16="http://schemas.microsoft.com/office/drawing/2014/main" id="{6210AA47-B425-4509-9A61-CABE307080D8}"/>
              </a:ext>
            </a:extLst>
          </p:cNvPr>
          <p:cNvSpPr>
            <a:spLocks xmlns:a="http://schemas.openxmlformats.org/drawingml/2006/main" noGrp="1"/>
          </p:cNvSpPr>
          <p:nvPr/>
        </p:nvSpPr>
        <p:spPr>
          <a:xfrm xmlns:a="http://schemas.openxmlformats.org/drawingml/2006/main">
            <a:off x="1002506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30" name="figure-example_b-16">
            <a:extLst xmlns:a="http://schemas.openxmlformats.org/drawingml/2006/main">
              <a:ext uri="{FF2B5EF4-FFF2-40B4-BE49-F238E27FC236}">
                <a16:creationId xmlns:a16="http://schemas.microsoft.com/office/drawing/2014/main" id="{E0E6A185-9552-4522-837F-3298DE2141C4}"/>
              </a:ext>
            </a:extLst>
          </p:cNvPr>
          <p:cNvSpPr>
            <a:spLocks xmlns:a="http://schemas.openxmlformats.org/drawingml/2006/main" noGrp="1"/>
          </p:cNvSpPr>
          <p:nvPr/>
        </p:nvSpPr>
        <p:spPr>
          <a:xfrm xmlns:a="http://schemas.openxmlformats.org/drawingml/2006/main">
            <a:off x="1042987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31" name="figure-description-example_b">
            <a:extLst xmlns:a="http://schemas.openxmlformats.org/drawingml/2006/main">
              <a:ext uri="{FF2B5EF4-FFF2-40B4-BE49-F238E27FC236}">
                <a16:creationId xmlns:a16="http://schemas.microsoft.com/office/drawing/2014/main" id="{E4130058-44D7-4748-ABB1-B25E046993A9}"/>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Four matching lamp signs form one row on dark paper. Each has a yellow oval line and three light blue rays above it.</a:t>
            </a:r>
          </a:p>
        </p:txBody>
      </p:sp>
    </p:spTree>
    <p:extLst>
      <p:ext uri="{BB962C8B-B14F-4D97-AF65-F5344CB8AC3E}">
        <p14:creationId xmlns:p14="http://schemas.microsoft.com/office/powerpoint/2010/main" val="4345982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A2AB78A3-2F8A-4715-9A50-8F6B2797157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C68429A-3125-4B8F-A8A3-F07E9C4E1E1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B4C3A643-0BE6-477F-BFBD-F0356C99E188}"/>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2A96AF45-CE44-4361-9F7D-1A1B9C60468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F86E36C8-4831-4EFF-852D-4A2453912B42}"/>
              </a:ext>
            </a:extLst>
          </p:cNvPr>
          <p:cNvPicPr>
            <a:picLocks xmlns:a="http://schemas.openxmlformats.org/drawingml/2006/main" noChangeAspect="1"/>
          </p:cNvPicPr>
          <p:nvPr/>
        </p:nvPicPr>
        <p:blipFill>
          <a:blip xmlns:r="http://schemas.openxmlformats.org/officeDocument/2006/relationships" xmlns:a="http://schemas.openxmlformats.org/drawingml/2006/main" r:embed="R8767ca5b4eca47a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CF4AE8AE-610E-48DD-830B-3A5701466D54}"/>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6F69919-259A-496D-9FEA-914581B7F35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79ACD4C-93B7-4D2F-B340-ECD3117BC47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7A33A69-F628-4102-B3E4-A0FFFB57A73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2DCB414-736B-4E4A-BD30-B6CCB837A64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A99B8297-F8EB-4161-A011-6CAD552F14C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29BFAFC-DCB7-4CFD-B0FC-6F7508F9CB6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5E081507-6604-4CA4-BC5D-468543657E6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C7F8FC94-E39E-4266-AB5D-D9F1DB84048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marks, choices or words, numbered 1 to 4.</a:t>
            </a:r>
          </a:p>
        </p:txBody>
      </p:sp>
      <p:sp>
        <p:nvSpPr>
          <p:cNvPr id="15" name="item-1-title">
            <a:extLst xmlns:a="http://schemas.openxmlformats.org/drawingml/2006/main">
              <a:ext uri="{FF2B5EF4-FFF2-40B4-BE49-F238E27FC236}">
                <a16:creationId xmlns:a16="http://schemas.microsoft.com/office/drawing/2014/main" id="{B4582CC5-2B87-470B-A7B6-324FB18EC813}"/>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Dot</a:t>
            </a:r>
          </a:p>
        </p:txBody>
      </p:sp>
      <p:sp>
        <p:nvSpPr>
          <p:cNvPr id="16" name="item-1-question">
            <a:extLst xmlns:a="http://schemas.openxmlformats.org/drawingml/2006/main">
              <a:ext uri="{FF2B5EF4-FFF2-40B4-BE49-F238E27FC236}">
                <a16:creationId xmlns:a16="http://schemas.microsoft.com/office/drawing/2014/main" id="{5AE822AC-6C52-4E9B-9C41-668E58A814AC}"/>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 dot: the spot or the ring?</a:t>
            </a:r>
          </a:p>
        </p:txBody>
      </p:sp>
      <p:sp>
        <p:nvSpPr>
          <p:cNvPr id="17" name="item-1-clue">
            <a:extLst xmlns:a="http://schemas.openxmlformats.org/drawingml/2006/main">
              <a:ext uri="{FF2B5EF4-FFF2-40B4-BE49-F238E27FC236}">
                <a16:creationId xmlns:a16="http://schemas.microsoft.com/office/drawing/2014/main" id="{F666EA68-E6C9-46A8-ADF0-9C0201666858}"/>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for the filled one.</a:t>
            </a:r>
          </a:p>
        </p:txBody>
      </p:sp>
      <p:sp>
        <p:nvSpPr>
          <p:cNvPr id="18" name="item-2-title">
            <a:extLst xmlns:a="http://schemas.openxmlformats.org/drawingml/2006/main">
              <a:ext uri="{FF2B5EF4-FFF2-40B4-BE49-F238E27FC236}">
                <a16:creationId xmlns:a16="http://schemas.microsoft.com/office/drawing/2014/main" id="{766E39C1-10F0-4841-8364-5BFC0C02B29E}"/>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Ring</a:t>
            </a:r>
          </a:p>
        </p:txBody>
      </p:sp>
      <p:sp>
        <p:nvSpPr>
          <p:cNvPr id="19" name="item-2-question">
            <a:extLst xmlns:a="http://schemas.openxmlformats.org/drawingml/2006/main">
              <a:ext uri="{FF2B5EF4-FFF2-40B4-BE49-F238E27FC236}">
                <a16:creationId xmlns:a16="http://schemas.microsoft.com/office/drawing/2014/main" id="{619BBE6C-6632-4A97-A284-D22E43A1200F}"/>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 ring: the round line or the ray?</a:t>
            </a:r>
          </a:p>
        </p:txBody>
      </p:sp>
      <p:sp>
        <p:nvSpPr>
          <p:cNvPr id="20" name="item-2-clue">
            <a:extLst xmlns:a="http://schemas.openxmlformats.org/drawingml/2006/main">
              <a:ext uri="{FF2B5EF4-FFF2-40B4-BE49-F238E27FC236}">
                <a16:creationId xmlns:a16="http://schemas.microsoft.com/office/drawing/2014/main" id="{48A583EE-DE9C-4250-A0A6-6D50E0EE4F23}"/>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for an empty middle.</a:t>
            </a:r>
          </a:p>
        </p:txBody>
      </p:sp>
      <p:sp>
        <p:nvSpPr>
          <p:cNvPr id="21" name="item-3-title">
            <a:extLst xmlns:a="http://schemas.openxmlformats.org/drawingml/2006/main">
              <a:ext uri="{FF2B5EF4-FFF2-40B4-BE49-F238E27FC236}">
                <a16:creationId xmlns:a16="http://schemas.microsoft.com/office/drawing/2014/main" id="{373C32C7-3A81-4CA5-84B4-4CA4FC3A8285}"/>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Rays</a:t>
            </a:r>
          </a:p>
        </p:txBody>
      </p:sp>
      <p:sp>
        <p:nvSpPr>
          <p:cNvPr id="22" name="item-3-question">
            <a:extLst xmlns:a="http://schemas.openxmlformats.org/drawingml/2006/main">
              <a:ext uri="{FF2B5EF4-FFF2-40B4-BE49-F238E27FC236}">
                <a16:creationId xmlns:a16="http://schemas.microsoft.com/office/drawing/2014/main" id="{AC2C7532-4609-4E94-BE67-588C09AD535F}"/>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Find the short lines above a lamp.</a:t>
            </a:r>
          </a:p>
        </p:txBody>
      </p:sp>
      <p:sp>
        <p:nvSpPr>
          <p:cNvPr id="23" name="item-3-clue">
            <a:extLst xmlns:a="http://schemas.openxmlformats.org/drawingml/2006/main">
              <a:ext uri="{FF2B5EF4-FFF2-40B4-BE49-F238E27FC236}">
                <a16:creationId xmlns:a16="http://schemas.microsoft.com/office/drawing/2014/main" id="{FDF721AE-ABB1-4FB1-A99B-86993A4056D6}"/>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just above one oval in B.</a:t>
            </a:r>
          </a:p>
        </p:txBody>
      </p:sp>
      <p:sp>
        <p:nvSpPr>
          <p:cNvPr id="24" name="item-4-title">
            <a:extLst xmlns:a="http://schemas.openxmlformats.org/drawingml/2006/main">
              <a:ext uri="{FF2B5EF4-FFF2-40B4-BE49-F238E27FC236}">
                <a16:creationId xmlns:a16="http://schemas.microsoft.com/office/drawing/2014/main" id="{8E2532A2-E89E-4EF6-84C9-7D75D06C0EE4}"/>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My art</a:t>
            </a:r>
          </a:p>
        </p:txBody>
      </p:sp>
      <p:sp>
        <p:nvSpPr>
          <p:cNvPr id="25" name="item-4-question">
            <a:extLst xmlns:a="http://schemas.openxmlformats.org/drawingml/2006/main">
              <a:ext uri="{FF2B5EF4-FFF2-40B4-BE49-F238E27FC236}">
                <a16:creationId xmlns:a16="http://schemas.microsoft.com/office/drawing/2014/main" id="{64732250-4CD2-4F4E-8AD6-B0A557385405}"/>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Would you like a dot or a ring in your art today?</a:t>
            </a:r>
          </a:p>
        </p:txBody>
      </p:sp>
      <p:sp>
        <p:nvSpPr>
          <p:cNvPr id="26" name="item-4-clue">
            <a:extLst xmlns:a="http://schemas.openxmlformats.org/drawingml/2006/main">
              <a:ext uri="{FF2B5EF4-FFF2-40B4-BE49-F238E27FC236}">
                <a16:creationId xmlns:a16="http://schemas.microsoft.com/office/drawing/2014/main" id="{3EAA2859-192B-4D99-BDF9-116B3B077736}"/>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Point to one card.</a:t>
            </a:r>
          </a:p>
        </p:txBody>
      </p:sp>
    </p:spTree>
    <p:extLst>
      <p:ext uri="{BB962C8B-B14F-4D97-AF65-F5344CB8AC3E}">
        <p14:creationId xmlns:p14="http://schemas.microsoft.com/office/powerpoint/2010/main" val="4395467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90157866-8219-4323-A698-2B6027EEC0B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4BF5103-8EA8-419D-BC48-DCD4C62C821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3D9B0732-3691-4965-B916-D0FC3FE0063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707F883B-B598-439F-A9C3-8CB7B90E874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038D46EF-DEBC-4157-8449-B760EBF9E1B8}"/>
              </a:ext>
            </a:extLst>
          </p:cNvPr>
          <p:cNvPicPr>
            <a:picLocks xmlns:a="http://schemas.openxmlformats.org/drawingml/2006/main" noChangeAspect="1"/>
          </p:cNvPicPr>
          <p:nvPr/>
        </p:nvPicPr>
        <p:blipFill>
          <a:blip xmlns:r="http://schemas.openxmlformats.org/officeDocument/2006/relationships" xmlns:a="http://schemas.openxmlformats.org/drawingml/2006/main" r:embed="R7a2d19f01561480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C9A91C8-D72B-4519-8CCC-B426AF5103DF}"/>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7C0974D-2B40-4DE4-9CBC-93B4EA1C5A1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F80B155-7F41-40CC-9096-9A068A5B206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2E3DEC3-423C-4CFD-854F-89086C19F4A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5E8A4E4-A17B-46FD-B929-CAE48CC0A39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E733F2C-6205-4B20-983B-A0F3E0AD584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E8A5C99-A8C6-41BF-8E7B-920972DEFD3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201F0781-5CB8-44FB-91CD-9E39720E497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5C5674C-47FF-4004-934A-9C728D9B902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marks, choices or words, numbered 1 to 4.</a:t>
            </a:r>
          </a:p>
        </p:txBody>
      </p:sp>
      <p:sp>
        <p:nvSpPr>
          <p:cNvPr id="15" name="item-1-title">
            <a:extLst xmlns:a="http://schemas.openxmlformats.org/drawingml/2006/main">
              <a:ext uri="{FF2B5EF4-FFF2-40B4-BE49-F238E27FC236}">
                <a16:creationId xmlns:a16="http://schemas.microsoft.com/office/drawing/2014/main" id="{42FA4C26-F451-4700-BAF1-35E9577923C3}"/>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Dot and ring</a:t>
            </a:r>
          </a:p>
        </p:txBody>
      </p:sp>
      <p:sp>
        <p:nvSpPr>
          <p:cNvPr id="16" name="item-1-question">
            <a:extLst xmlns:a="http://schemas.openxmlformats.org/drawingml/2006/main">
              <a:ext uri="{FF2B5EF4-FFF2-40B4-BE49-F238E27FC236}">
                <a16:creationId xmlns:a16="http://schemas.microsoft.com/office/drawing/2014/main" id="{5A566F57-06E3-4F9C-8CED-E256B4BE3141}"/>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one dot and one ring in A.</a:t>
            </a:r>
          </a:p>
        </p:txBody>
      </p:sp>
      <p:sp>
        <p:nvSpPr>
          <p:cNvPr id="17" name="item-1-clue">
            <a:extLst xmlns:a="http://schemas.openxmlformats.org/drawingml/2006/main">
              <a:ext uri="{FF2B5EF4-FFF2-40B4-BE49-F238E27FC236}">
                <a16:creationId xmlns:a16="http://schemas.microsoft.com/office/drawing/2014/main" id="{4F0B6396-066F-43F7-A457-A9BD65DC9FB6}"/>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Find a spot, then a round line.</a:t>
            </a:r>
          </a:p>
        </p:txBody>
      </p:sp>
      <p:sp>
        <p:nvSpPr>
          <p:cNvPr id="18" name="item-2-title">
            <a:extLst xmlns:a="http://schemas.openxmlformats.org/drawingml/2006/main">
              <a:ext uri="{FF2B5EF4-FFF2-40B4-BE49-F238E27FC236}">
                <a16:creationId xmlns:a16="http://schemas.microsoft.com/office/drawing/2014/main" id="{AE455ECB-0F20-4BF9-B344-37D2299777FF}"/>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What comes next</a:t>
            </a:r>
          </a:p>
        </p:txBody>
      </p:sp>
      <p:sp>
        <p:nvSpPr>
          <p:cNvPr id="19" name="item-2-question">
            <a:extLst xmlns:a="http://schemas.openxmlformats.org/drawingml/2006/main">
              <a:ext uri="{FF2B5EF4-FFF2-40B4-BE49-F238E27FC236}">
                <a16:creationId xmlns:a16="http://schemas.microsoft.com/office/drawing/2014/main" id="{D7969221-432D-40F1-879E-292C7F818604}"/>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In A, what comes just after each dot?</a:t>
            </a:r>
          </a:p>
        </p:txBody>
      </p:sp>
      <p:sp>
        <p:nvSpPr>
          <p:cNvPr id="20" name="item-2-clue">
            <a:extLst xmlns:a="http://schemas.openxmlformats.org/drawingml/2006/main">
              <a:ext uri="{FF2B5EF4-FFF2-40B4-BE49-F238E27FC236}">
                <a16:creationId xmlns:a16="http://schemas.microsoft.com/office/drawing/2014/main" id="{55A4A3A3-A3B2-4A6F-9C4C-8DB9276BFAF5}"/>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Follow the row from the left.</a:t>
            </a:r>
          </a:p>
        </p:txBody>
      </p:sp>
      <p:sp>
        <p:nvSpPr>
          <p:cNvPr id="21" name="item-3-title">
            <a:extLst xmlns:a="http://schemas.openxmlformats.org/drawingml/2006/main">
              <a:ext uri="{FF2B5EF4-FFF2-40B4-BE49-F238E27FC236}">
                <a16:creationId xmlns:a16="http://schemas.microsoft.com/office/drawing/2014/main" id="{B402FB1F-EAFB-479D-8AE1-CF59C200DDB7}"/>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Lamps</a:t>
            </a:r>
          </a:p>
        </p:txBody>
      </p:sp>
      <p:sp>
        <p:nvSpPr>
          <p:cNvPr id="22" name="item-3-question">
            <a:extLst xmlns:a="http://schemas.openxmlformats.org/drawingml/2006/main">
              <a:ext uri="{FF2B5EF4-FFF2-40B4-BE49-F238E27FC236}">
                <a16:creationId xmlns:a16="http://schemas.microsoft.com/office/drawing/2014/main" id="{8BCF021D-EC00-4641-B082-6EFAC0023CC3}"/>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is used again in B?</a:t>
            </a:r>
          </a:p>
        </p:txBody>
      </p:sp>
      <p:sp>
        <p:nvSpPr>
          <p:cNvPr id="23" name="item-3-clue">
            <a:extLst xmlns:a="http://schemas.openxmlformats.org/drawingml/2006/main">
              <a:ext uri="{FF2B5EF4-FFF2-40B4-BE49-F238E27FC236}">
                <a16:creationId xmlns:a16="http://schemas.microsoft.com/office/drawing/2014/main" id="{F5DF650D-E8B3-4107-B3EB-1D2259297B8D}"/>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all four signs.</a:t>
            </a:r>
          </a:p>
        </p:txBody>
      </p:sp>
      <p:sp>
        <p:nvSpPr>
          <p:cNvPr id="24" name="item-4-title">
            <a:extLst xmlns:a="http://schemas.openxmlformats.org/drawingml/2006/main">
              <a:ext uri="{FF2B5EF4-FFF2-40B4-BE49-F238E27FC236}">
                <a16:creationId xmlns:a16="http://schemas.microsoft.com/office/drawing/2014/main" id="{0FE36C5A-8458-467E-95B8-60991FAF0B3C}"/>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My art</a:t>
            </a:r>
          </a:p>
        </p:txBody>
      </p:sp>
      <p:sp>
        <p:nvSpPr>
          <p:cNvPr id="25" name="item-4-question">
            <a:extLst xmlns:a="http://schemas.openxmlformats.org/drawingml/2006/main">
              <a:ext uri="{FF2B5EF4-FFF2-40B4-BE49-F238E27FC236}">
                <a16:creationId xmlns:a16="http://schemas.microsoft.com/office/drawing/2014/main" id="{2CAB07B1-71D9-4300-BADE-1F54B8150279}"/>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two colours would you choose for your art today?</a:t>
            </a:r>
          </a:p>
        </p:txBody>
      </p:sp>
      <p:sp>
        <p:nvSpPr>
          <p:cNvPr id="26" name="item-4-clue">
            <a:extLst xmlns:a="http://schemas.openxmlformats.org/drawingml/2006/main">
              <a:ext uri="{FF2B5EF4-FFF2-40B4-BE49-F238E27FC236}">
                <a16:creationId xmlns:a16="http://schemas.microsoft.com/office/drawing/2014/main" id="{A0417161-ABC7-48FE-98E1-D9C1FCDB0C0B}"/>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Choose from yellow, pink and light blue.</a:t>
            </a:r>
          </a:p>
        </p:txBody>
      </p:sp>
    </p:spTree>
    <p:extLst>
      <p:ext uri="{BB962C8B-B14F-4D97-AF65-F5344CB8AC3E}">
        <p14:creationId xmlns:p14="http://schemas.microsoft.com/office/powerpoint/2010/main" val="12090640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00215EFA-009A-4CB5-A56D-92D652BE8A2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FF839B02-3E1B-4C6E-9F83-D198A640E5C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9A33D998-74D4-42C0-A56B-A9DCAEBAF96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C23B34E3-1C58-4ECE-9C05-5F40E79BC63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88F35911-091D-413E-9087-7025F11B823A}"/>
              </a:ext>
            </a:extLst>
          </p:cNvPr>
          <p:cNvPicPr>
            <a:picLocks xmlns:a="http://schemas.openxmlformats.org/drawingml/2006/main" noChangeAspect="1"/>
          </p:cNvPicPr>
          <p:nvPr/>
        </p:nvPicPr>
        <p:blipFill>
          <a:blip xmlns:r="http://schemas.openxmlformats.org/officeDocument/2006/relationships" xmlns:a="http://schemas.openxmlformats.org/drawingml/2006/main" r:embed="Rb02d629e0dec4c9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3BA5E76-33E9-449B-AC2F-2B6D82E60AF9}"/>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944E3DC-8DD7-48F2-97BE-2EEFC1438A4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C17AB80-1A2C-4ED8-9495-CF656910F48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EF7B0BC-9C5B-4489-8BA2-3D14378FC18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7D5C146-04E7-44DA-BA38-EFFCA02D1CA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85B5056-4FC5-4D76-9F14-C4C0DBF0C46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F697B68-BB18-4338-BD81-B7D0A5EA51C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E066F2F3-D80C-4E0E-BC79-3F07305940B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D29C037-6F8E-48B2-A040-E6F1A779C98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marks, choices or words, numbered 1 to 4.</a:t>
            </a:r>
          </a:p>
        </p:txBody>
      </p:sp>
      <p:sp>
        <p:nvSpPr>
          <p:cNvPr id="15" name="item-1-title">
            <a:extLst xmlns:a="http://schemas.openxmlformats.org/drawingml/2006/main">
              <a:ext uri="{FF2B5EF4-FFF2-40B4-BE49-F238E27FC236}">
                <a16:creationId xmlns:a16="http://schemas.microsoft.com/office/drawing/2014/main" id="{9784A10C-7AB9-46C1-B25E-87B582138D33}"/>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Filled or empty</a:t>
            </a:r>
          </a:p>
        </p:txBody>
      </p:sp>
      <p:sp>
        <p:nvSpPr>
          <p:cNvPr id="16" name="item-1-question">
            <a:extLst xmlns:a="http://schemas.openxmlformats.org/drawingml/2006/main">
              <a:ext uri="{FF2B5EF4-FFF2-40B4-BE49-F238E27FC236}">
                <a16:creationId xmlns:a16="http://schemas.microsoft.com/office/drawing/2014/main" id="{683FDA39-7448-479B-993F-15CDC5263DB6}"/>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is a dot not the same as a ring?</a:t>
            </a:r>
          </a:p>
        </p:txBody>
      </p:sp>
      <p:sp>
        <p:nvSpPr>
          <p:cNvPr id="17" name="item-1-clue">
            <a:extLst xmlns:a="http://schemas.openxmlformats.org/drawingml/2006/main">
              <a:ext uri="{FF2B5EF4-FFF2-40B4-BE49-F238E27FC236}">
                <a16:creationId xmlns:a16="http://schemas.microsoft.com/office/drawing/2014/main" id="{EB95FDC6-A76F-4FCF-BF78-40F9AE60E44A}"/>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middle of each.</a:t>
            </a:r>
          </a:p>
        </p:txBody>
      </p:sp>
      <p:sp>
        <p:nvSpPr>
          <p:cNvPr id="18" name="item-2-title">
            <a:extLst xmlns:a="http://schemas.openxmlformats.org/drawingml/2006/main">
              <a:ext uri="{FF2B5EF4-FFF2-40B4-BE49-F238E27FC236}">
                <a16:creationId xmlns:a16="http://schemas.microsoft.com/office/drawing/2014/main" id="{4B8179D5-2806-4DCC-BA1B-F18AA934B53E}"/>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The bit again</a:t>
            </a:r>
          </a:p>
        </p:txBody>
      </p:sp>
      <p:sp>
        <p:nvSpPr>
          <p:cNvPr id="19" name="item-2-question">
            <a:extLst xmlns:a="http://schemas.openxmlformats.org/drawingml/2006/main">
              <a:ext uri="{FF2B5EF4-FFF2-40B4-BE49-F238E27FC236}">
                <a16:creationId xmlns:a16="http://schemas.microsoft.com/office/drawing/2014/main" id="{CED13CF1-EB3B-4589-AF5A-94F24117352A}"/>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Find the bit used again in A.</a:t>
            </a:r>
          </a:p>
        </p:txBody>
      </p:sp>
      <p:sp>
        <p:nvSpPr>
          <p:cNvPr id="20" name="item-2-clue">
            <a:extLst xmlns:a="http://schemas.openxmlformats.org/drawingml/2006/main">
              <a:ext uri="{FF2B5EF4-FFF2-40B4-BE49-F238E27FC236}">
                <a16:creationId xmlns:a16="http://schemas.microsoft.com/office/drawing/2014/main" id="{3BFA08A8-07DD-4C22-A789-C254B68FA352}"/>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Start with one dot and one ring.</a:t>
            </a:r>
          </a:p>
        </p:txBody>
      </p:sp>
      <p:sp>
        <p:nvSpPr>
          <p:cNvPr id="21" name="item-3-title">
            <a:extLst xmlns:a="http://schemas.openxmlformats.org/drawingml/2006/main">
              <a:ext uri="{FF2B5EF4-FFF2-40B4-BE49-F238E27FC236}">
                <a16:creationId xmlns:a16="http://schemas.microsoft.com/office/drawing/2014/main" id="{3C8A847C-7EEA-4424-A364-55CFE70A2BC2}"/>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Lamps</a:t>
            </a:r>
          </a:p>
        </p:txBody>
      </p:sp>
      <p:sp>
        <p:nvSpPr>
          <p:cNvPr id="22" name="item-3-question">
            <a:extLst xmlns:a="http://schemas.openxmlformats.org/drawingml/2006/main">
              <a:ext uri="{FF2B5EF4-FFF2-40B4-BE49-F238E27FC236}">
                <a16:creationId xmlns:a16="http://schemas.microsoft.com/office/drawing/2014/main" id="{F4DA6A1A-A152-41B3-B4CE-2C9D20FCC486}"/>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stays the same in all four lamps?</a:t>
            </a:r>
          </a:p>
        </p:txBody>
      </p:sp>
      <p:sp>
        <p:nvSpPr>
          <p:cNvPr id="23" name="item-3-clue">
            <a:extLst xmlns:a="http://schemas.openxmlformats.org/drawingml/2006/main">
              <a:ext uri="{FF2B5EF4-FFF2-40B4-BE49-F238E27FC236}">
                <a16:creationId xmlns:a16="http://schemas.microsoft.com/office/drawing/2014/main" id="{9A8DCF92-D9E3-4428-A003-BC75EDD46E47}"/>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oval and the lines.</a:t>
            </a:r>
          </a:p>
        </p:txBody>
      </p:sp>
      <p:sp>
        <p:nvSpPr>
          <p:cNvPr id="24" name="item-4-title">
            <a:extLst xmlns:a="http://schemas.openxmlformats.org/drawingml/2006/main">
              <a:ext uri="{FF2B5EF4-FFF2-40B4-BE49-F238E27FC236}">
                <a16:creationId xmlns:a16="http://schemas.microsoft.com/office/drawing/2014/main" id="{6E848A9B-3C33-40B5-B1B5-4430AA2B90DD}"/>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A new choice</a:t>
            </a:r>
          </a:p>
        </p:txBody>
      </p:sp>
      <p:sp>
        <p:nvSpPr>
          <p:cNvPr id="25" name="item-4-question">
            <a:extLst xmlns:a="http://schemas.openxmlformats.org/drawingml/2006/main">
              <a:ext uri="{FF2B5EF4-FFF2-40B4-BE49-F238E27FC236}">
                <a16:creationId xmlns:a16="http://schemas.microsoft.com/office/drawing/2014/main" id="{481C700C-6315-4007-9926-285AB083BE04}"/>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Could we use a new colour and still use the dot and ring again?</a:t>
            </a:r>
          </a:p>
        </p:txBody>
      </p:sp>
      <p:sp>
        <p:nvSpPr>
          <p:cNvPr id="26" name="item-4-clue">
            <a:extLst xmlns:a="http://schemas.openxmlformats.org/drawingml/2006/main">
              <a:ext uri="{FF2B5EF4-FFF2-40B4-BE49-F238E27FC236}">
                <a16:creationId xmlns:a16="http://schemas.microsoft.com/office/drawing/2014/main" id="{1D2DEABB-383D-4526-AC9D-1CC494E8A752}"/>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blue dots and pink rings.</a:t>
            </a:r>
          </a:p>
        </p:txBody>
      </p:sp>
    </p:spTree>
    <p:extLst>
      <p:ext uri="{BB962C8B-B14F-4D97-AF65-F5344CB8AC3E}">
        <p14:creationId xmlns:p14="http://schemas.microsoft.com/office/powerpoint/2010/main" val="13027543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90864129-167C-404F-94C2-45FBDF3B7C3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483468B0-E5AB-4BEC-AFDA-EBC3FBBFE1B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B2690CDA-CC48-476C-AFB2-5C662D90927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D0E8A9E1-CB2B-4950-A713-01F6BD3BE153}"/>
              </a:ext>
            </a:extLst>
          </p:cNvPr>
          <p:cNvPicPr>
            <a:picLocks xmlns:a="http://schemas.openxmlformats.org/drawingml/2006/main" noChangeAspect="1"/>
          </p:cNvPicPr>
          <p:nvPr/>
        </p:nvPicPr>
        <p:blipFill>
          <a:blip xmlns:r="http://schemas.openxmlformats.org/officeDocument/2006/relationships" xmlns:a="http://schemas.openxmlformats.org/drawingml/2006/main" r:embed="R0d1ed8c8e5b14ff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E84AAC2-4E4E-4245-AE02-C0C3AF8FBA1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83D331F-3632-40B1-9A09-CA5E26D3CD15}"/>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0FEC012-D461-44B7-903F-5DF151D61E5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751DFEE-0DEF-4F71-BD94-8684FFA3D7E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5FE231B-15C9-455F-81F6-4AFA3924DA3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9922E3C-2B8E-4B76-AD80-0A660BD211E8}"/>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6D96309-3C38-43C8-A99E-F35066291BB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C9DD756B-981B-4355-8E5D-77B3FB5C3EA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DAD40E7-F3B0-4568-AB4C-3E920543462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Dark or pale, or a mark for your choice.</a:t>
            </a:r>
          </a:p>
        </p:txBody>
      </p:sp>
      <p:sp>
        <p:nvSpPr>
          <p:cNvPr id="14" name="body-0">
            <a:extLst xmlns:a="http://schemas.openxmlformats.org/drawingml/2006/main">
              <a:ext uri="{FF2B5EF4-FFF2-40B4-BE49-F238E27FC236}">
                <a16:creationId xmlns:a16="http://schemas.microsoft.com/office/drawing/2014/main" id="{B8CABA2F-7933-4066-88F7-6701251BC6F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Look at C.</a:t>
            </a:r>
          </a:p>
        </p:txBody>
      </p:sp>
      <p:sp>
        <p:nvSpPr>
          <p:cNvPr id="15" name="body-1">
            <a:extLst xmlns:a="http://schemas.openxmlformats.org/drawingml/2006/main">
              <a:ext uri="{FF2B5EF4-FFF2-40B4-BE49-F238E27FC236}">
                <a16:creationId xmlns:a16="http://schemas.microsoft.com/office/drawing/2014/main" id="{80699D5A-91F7-4687-8063-FAB5CA83FBA5}"/>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yellow dot is clear to see?</a:t>
            </a:r>
          </a:p>
        </p:txBody>
      </p:sp>
      <p:sp>
        <p:nvSpPr>
          <p:cNvPr id="16" name="body-2">
            <a:extLst xmlns:a="http://schemas.openxmlformats.org/drawingml/2006/main">
              <a:ext uri="{FF2B5EF4-FFF2-40B4-BE49-F238E27FC236}">
                <a16:creationId xmlns:a16="http://schemas.microsoft.com/office/drawing/2014/main" id="{519EAE8F-F94A-45D6-A065-E25369C8C97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Dark: The dot on dark paper.</a:t>
            </a:r>
          </a:p>
        </p:txBody>
      </p:sp>
      <p:sp>
        <p:nvSpPr>
          <p:cNvPr id="17" name="body-3">
            <a:extLst xmlns:a="http://schemas.openxmlformats.org/drawingml/2006/main">
              <a:ext uri="{FF2B5EF4-FFF2-40B4-BE49-F238E27FC236}">
                <a16:creationId xmlns:a16="http://schemas.microsoft.com/office/drawing/2014/main" id="{A56B8115-7E27-4A69-8DB1-4918FEF6EBE5}"/>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Pale: The dot on pale yellow paper.</a:t>
            </a:r>
          </a:p>
        </p:txBody>
      </p:sp>
      <p:sp>
        <p:nvSpPr>
          <p:cNvPr id="18" name="body-4">
            <a:extLst xmlns:a="http://schemas.openxmlformats.org/drawingml/2006/main">
              <a:ext uri="{FF2B5EF4-FFF2-40B4-BE49-F238E27FC236}">
                <a16:creationId xmlns:a16="http://schemas.microsoft.com/office/drawing/2014/main" id="{7CFF772F-ABFB-429B-BCE5-997DB2EFEA65}"/>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dark or pale.</a:t>
            </a:r>
          </a:p>
        </p:txBody>
      </p:sp>
    </p:spTree>
    <p:extLst>
      <p:ext uri="{BB962C8B-B14F-4D97-AF65-F5344CB8AC3E}">
        <p14:creationId xmlns:p14="http://schemas.microsoft.com/office/powerpoint/2010/main" val="12923923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8CBE9EE-208A-409E-B4F8-80F41E83E4C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C2C3E05-355B-469E-85C5-AF6005913CE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C61CF9EF-C36B-4992-BDEB-FA0DC2AC8C9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FE25F24C-59A9-4F6B-A348-46390ABA6FAA}"/>
              </a:ext>
            </a:extLst>
          </p:cNvPr>
          <p:cNvPicPr>
            <a:picLocks xmlns:a="http://schemas.openxmlformats.org/drawingml/2006/main" noChangeAspect="1"/>
          </p:cNvPicPr>
          <p:nvPr/>
        </p:nvPicPr>
        <p:blipFill>
          <a:blip xmlns:r="http://schemas.openxmlformats.org/officeDocument/2006/relationships" xmlns:a="http://schemas.openxmlformats.org/drawingml/2006/main" r:embed="R41d34190473a4c5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A5D37A1-94B7-4B03-89E0-A4CDE9F3DAC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4D3E7F3-15B4-4F81-96EF-9C249896BE87}"/>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6E72BA2-F3DF-42B8-AC7D-982744B68C9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F766CBA-9047-4FA2-B17F-FB5F934E59C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F7783E2-9F6D-4B55-B309-315BC86D408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2E73513-4C80-437F-9273-1FB8FF166F8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99833D2-302F-4AE4-A280-D99356E8111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CC8B4526-DCE1-4157-AA30-14D48AB8F79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F77C130-1EB3-44F2-81EC-2637547560C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Dark or pale, or a mark for your choice.</a:t>
            </a:r>
          </a:p>
        </p:txBody>
      </p:sp>
      <p:sp>
        <p:nvSpPr>
          <p:cNvPr id="14" name="figure-example_c-0">
            <a:extLst xmlns:a="http://schemas.openxmlformats.org/drawingml/2006/main">
              <a:ext uri="{FF2B5EF4-FFF2-40B4-BE49-F238E27FC236}">
                <a16:creationId xmlns:a16="http://schemas.microsoft.com/office/drawing/2014/main" id="{757CB196-4DC5-4C1B-A9B9-0A7A67C93743}"/>
              </a:ext>
            </a:extLst>
          </p:cNvPr>
          <p:cNvSpPr>
            <a:spLocks xmlns:a="http://schemas.openxmlformats.org/drawingml/2006/main" noGrp="1"/>
          </p:cNvSpPr>
          <p:nvPr/>
        </p:nvSpPr>
        <p:spPr>
          <a:xfrm xmlns:a="http://schemas.openxmlformats.org/drawingml/2006/main">
            <a:off x="474726" y="1904619"/>
            <a:ext cx="5387054" cy="281063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AEF6C978-188A-484C-884A-FEB67EDCE1C3}"/>
              </a:ext>
            </a:extLst>
          </p:cNvPr>
          <p:cNvSpPr>
            <a:spLocks xmlns:a="http://schemas.openxmlformats.org/drawingml/2006/main" noGrp="1"/>
          </p:cNvSpPr>
          <p:nvPr/>
        </p:nvSpPr>
        <p:spPr>
          <a:xfrm xmlns:a="http://schemas.openxmlformats.org/drawingml/2006/main">
            <a:off x="2606126"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c-2">
            <a:extLst xmlns:a="http://schemas.openxmlformats.org/drawingml/2006/main">
              <a:ext uri="{FF2B5EF4-FFF2-40B4-BE49-F238E27FC236}">
                <a16:creationId xmlns:a16="http://schemas.microsoft.com/office/drawing/2014/main" id="{2CA37B23-452E-4F07-A918-0E11D14252A3}"/>
              </a:ext>
            </a:extLst>
          </p:cNvPr>
          <p:cNvSpPr>
            <a:spLocks xmlns:a="http://schemas.openxmlformats.org/drawingml/2006/main" noGrp="1"/>
          </p:cNvSpPr>
          <p:nvPr/>
        </p:nvSpPr>
        <p:spPr>
          <a:xfrm xmlns:a="http://schemas.openxmlformats.org/drawingml/2006/main">
            <a:off x="6330220" y="1904619"/>
            <a:ext cx="5387054" cy="2810637"/>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95FE47AB-24FF-436E-801E-82F6FB5F235E}"/>
              </a:ext>
            </a:extLst>
          </p:cNvPr>
          <p:cNvSpPr>
            <a:spLocks xmlns:a="http://schemas.openxmlformats.org/drawingml/2006/main" noGrp="1"/>
          </p:cNvSpPr>
          <p:nvPr/>
        </p:nvSpPr>
        <p:spPr>
          <a:xfrm xmlns:a="http://schemas.openxmlformats.org/drawingml/2006/main">
            <a:off x="8461619"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c-4">
            <a:extLst xmlns:a="http://schemas.openxmlformats.org/drawingml/2006/main">
              <a:ext uri="{FF2B5EF4-FFF2-40B4-BE49-F238E27FC236}">
                <a16:creationId xmlns:a16="http://schemas.microsoft.com/office/drawing/2014/main" id="{8BC32A06-4B13-4737-9BBA-F9C05D085B83}"/>
              </a:ext>
            </a:extLst>
          </p:cNvPr>
          <p:cNvSpPr>
            <a:spLocks xmlns:a="http://schemas.openxmlformats.org/drawingml/2006/main" noGrp="1"/>
          </p:cNvSpPr>
          <p:nvPr/>
        </p:nvSpPr>
        <p:spPr>
          <a:xfrm xmlns:a="http://schemas.openxmlformats.org/drawingml/2006/main">
            <a:off x="2421217" y="5042695"/>
            <a:ext cx="1266577"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DARK</a:t>
            </a:r>
          </a:p>
        </p:txBody>
      </p:sp>
      <p:sp>
        <p:nvSpPr>
          <p:cNvPr id="19" name="figure-example_c-5">
            <a:extLst xmlns:a="http://schemas.openxmlformats.org/drawingml/2006/main">
              <a:ext uri="{FF2B5EF4-FFF2-40B4-BE49-F238E27FC236}">
                <a16:creationId xmlns:a16="http://schemas.microsoft.com/office/drawing/2014/main" id="{750CAEDA-22B1-4C81-93A4-84198B033EF3}"/>
              </a:ext>
            </a:extLst>
          </p:cNvPr>
          <p:cNvSpPr>
            <a:spLocks xmlns:a="http://schemas.openxmlformats.org/drawingml/2006/main" noGrp="1"/>
          </p:cNvSpPr>
          <p:nvPr/>
        </p:nvSpPr>
        <p:spPr>
          <a:xfrm xmlns:a="http://schemas.openxmlformats.org/drawingml/2006/main">
            <a:off x="7948803" y="5042695"/>
            <a:ext cx="3047654"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PALE YELLOW</a:t>
            </a:r>
          </a:p>
        </p:txBody>
      </p:sp>
      <p:sp>
        <p:nvSpPr>
          <p:cNvPr id="20" name="figure-description-example_c">
            <a:extLst xmlns:a="http://schemas.openxmlformats.org/drawingml/2006/main">
              <a:ext uri="{FF2B5EF4-FFF2-40B4-BE49-F238E27FC236}">
                <a16:creationId xmlns:a16="http://schemas.microsoft.com/office/drawing/2014/main" id="{E44316CE-442E-47D3-BBE5-699D0F340B69}"/>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same yellow dot is on two equal rectangles: dark on the left and pale yellow on the right. The yellow dot is clearer on dark paper.</a:t>
            </a:r>
          </a:p>
        </p:txBody>
      </p:sp>
    </p:spTree>
    <p:extLst>
      <p:ext uri="{BB962C8B-B14F-4D97-AF65-F5344CB8AC3E}">
        <p14:creationId xmlns:p14="http://schemas.microsoft.com/office/powerpoint/2010/main" val="12621815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8546EA8-DF2D-4464-A5B3-E1A33AF28A4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1446FAA5-4D44-4108-A86A-768CC5FC0CA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1D483A76-1EEC-46BC-BFC6-FCFEBD1EB47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6A999619-AE60-4408-BF92-3AF41C60C5AB}"/>
              </a:ext>
            </a:extLst>
          </p:cNvPr>
          <p:cNvPicPr>
            <a:picLocks xmlns:a="http://schemas.openxmlformats.org/drawingml/2006/main" noChangeAspect="1"/>
          </p:cNvPicPr>
          <p:nvPr/>
        </p:nvPicPr>
        <p:blipFill>
          <a:blip xmlns:r="http://schemas.openxmlformats.org/officeDocument/2006/relationships" xmlns:a="http://schemas.openxmlformats.org/drawingml/2006/main" r:embed="R38420dd3ce454ed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8BC18E3-C9C1-4C29-AB38-AEEC94FCF0D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350BF56-3B79-41E5-8EBF-089860E61BA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85897B5-1224-4316-9D8D-FC2674E9A4EA}"/>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1698921-3574-4AD6-B2A5-8A57055619C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3C92AAF-0A77-4B13-8F46-0D133C72ED7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03B7A7D-814C-4B8E-B7E3-E31EFDC3E91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A7395C7-6F40-47E6-9747-9299726B9B3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323DF42F-23D7-48C2-9B7B-0F2D580D14A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FC37FD3-D032-4320-9C53-5E0175519BB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body-0">
            <a:extLst xmlns:a="http://schemas.openxmlformats.org/drawingml/2006/main">
              <a:ext uri="{FF2B5EF4-FFF2-40B4-BE49-F238E27FC236}">
                <a16:creationId xmlns:a16="http://schemas.microsoft.com/office/drawing/2014/main" id="{B402978A-884A-4790-93D3-FD53540C122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Some people use lights and art at a festival.</a:t>
            </a:r>
          </a:p>
        </p:txBody>
      </p:sp>
      <p:sp>
        <p:nvSpPr>
          <p:cNvPr id="15" name="body-1">
            <a:extLst xmlns:a="http://schemas.openxmlformats.org/drawingml/2006/main">
              <a:ext uri="{FF2B5EF4-FFF2-40B4-BE49-F238E27FC236}">
                <a16:creationId xmlns:a16="http://schemas.microsoft.com/office/drawing/2014/main" id="{688F17FC-26D6-44A0-97D9-522B492D23B2}"/>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will plan a made-up light picture.</a:t>
            </a:r>
          </a:p>
        </p:txBody>
      </p:sp>
      <p:sp>
        <p:nvSpPr>
          <p:cNvPr id="16" name="body-2">
            <a:extLst xmlns:a="http://schemas.openxmlformats.org/drawingml/2006/main">
              <a:ext uri="{FF2B5EF4-FFF2-40B4-BE49-F238E27FC236}">
                <a16:creationId xmlns:a16="http://schemas.microsoft.com/office/drawing/2014/main" id="{12FA3D5D-2516-4E1B-A292-5DAF9866FCE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A dot is a round spot. A ring is a round line.</a:t>
            </a:r>
          </a:p>
        </p:txBody>
      </p:sp>
      <p:sp>
        <p:nvSpPr>
          <p:cNvPr id="17" name="body-3">
            <a:extLst xmlns:a="http://schemas.openxmlformats.org/drawingml/2006/main">
              <a:ext uri="{FF2B5EF4-FFF2-40B4-BE49-F238E27FC236}">
                <a16:creationId xmlns:a16="http://schemas.microsoft.com/office/drawing/2014/main" id="{D313C8B9-D8D6-41B4-80B5-D84B1D829107}"/>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A ray is a short line. These rays go out from our lamp.</a:t>
            </a:r>
          </a:p>
        </p:txBody>
      </p:sp>
      <p:sp>
        <p:nvSpPr>
          <p:cNvPr id="18" name="body-4">
            <a:extLst xmlns:a="http://schemas.openxmlformats.org/drawingml/2006/main">
              <a:ext uri="{FF2B5EF4-FFF2-40B4-BE49-F238E27FC236}">
                <a16:creationId xmlns:a16="http://schemas.microsoft.com/office/drawing/2014/main" id="{33E78E1A-19A8-4589-8E9A-F2FE01B6D6C0}"/>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In A, I see a dot, then a ring. I see that pair again.</a:t>
            </a:r>
          </a:p>
        </p:txBody>
      </p:sp>
      <p:sp>
        <p:nvSpPr>
          <p:cNvPr id="19" name="body-5">
            <a:extLst xmlns:a="http://schemas.openxmlformats.org/drawingml/2006/main">
              <a:ext uri="{FF2B5EF4-FFF2-40B4-BE49-F238E27FC236}">
                <a16:creationId xmlns:a16="http://schemas.microsoft.com/office/drawing/2014/main" id="{11747FE6-9B43-4015-96C2-53656BCB703F}"/>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In B, I see a row of lamps. The same lamp is used again.</a:t>
            </a:r>
          </a:p>
        </p:txBody>
      </p:sp>
      <p:sp>
        <p:nvSpPr>
          <p:cNvPr id="20" name="body-6">
            <a:extLst xmlns:a="http://schemas.openxmlformats.org/drawingml/2006/main">
              <a:ext uri="{FF2B5EF4-FFF2-40B4-BE49-F238E27FC236}">
                <a16:creationId xmlns:a16="http://schemas.microsoft.com/office/drawing/2014/main" id="{31C91E64-5D51-40BA-8689-48EEBD8DCBD5}"/>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These bright marks stand out on dark paper.</a:t>
            </a:r>
          </a:p>
        </p:txBody>
      </p:sp>
    </p:spTree>
    <p:extLst>
      <p:ext uri="{BB962C8B-B14F-4D97-AF65-F5344CB8AC3E}">
        <p14:creationId xmlns:p14="http://schemas.microsoft.com/office/powerpoint/2010/main" val="7393946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5935B361-F18D-43C7-887E-59008E9359B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9143BD3B-D820-43BF-BE87-1AB26353269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9B3284DB-0395-4AF4-BA92-B82F93D5F39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1 of 3</a:t>
            </a:r>
          </a:p>
        </p:txBody>
      </p:sp>
      <p:pic>
        <p:nvPicPr>
          <p:cNvPr id="4" name="">
            <a:extLst xmlns:a="http://schemas.openxmlformats.org/drawingml/2006/main">
              <a:ext uri="{FF2B5EF4-FFF2-40B4-BE49-F238E27FC236}">
                <a16:creationId xmlns:a16="http://schemas.microsoft.com/office/drawing/2014/main" id="{872DABE4-0B40-4893-889F-6DFADF40A065}"/>
              </a:ext>
            </a:extLst>
          </p:cNvPr>
          <p:cNvPicPr>
            <a:picLocks xmlns:a="http://schemas.openxmlformats.org/drawingml/2006/main" noChangeAspect="1"/>
          </p:cNvPicPr>
          <p:nvPr/>
        </p:nvPicPr>
        <p:blipFill>
          <a:blip xmlns:r="http://schemas.openxmlformats.org/officeDocument/2006/relationships" xmlns:a="http://schemas.openxmlformats.org/drawingml/2006/main" r:embed="R07e4716a87a24a3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C509943-D89D-4137-A326-B644B4DA4A9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0EA507C-1E7A-4F43-92E0-E768198CEC0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2167A95-E222-49D2-9D03-13A489F224A6}"/>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8661F8E-4754-440A-86EA-65E0A6B8907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0B1BE1C-D5A4-485F-9053-967A36DF7F8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C197F9C-0743-4981-9982-7B8123F6D868}"/>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13FB7E7-F6C8-41ED-95AA-ABE1758EE3F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58BD0871-DDBD-47C8-B3F4-1041CE1C1DD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DE7D29B-F2BD-481B-8BE4-1D49ABC1710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a-0">
            <a:extLst xmlns:a="http://schemas.openxmlformats.org/drawingml/2006/main">
              <a:ext uri="{FF2B5EF4-FFF2-40B4-BE49-F238E27FC236}">
                <a16:creationId xmlns:a16="http://schemas.microsoft.com/office/drawing/2014/main" id="{27777630-3F5A-4B55-9397-DA651EF33AA2}"/>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37A8B266-C256-4F0A-8BFF-D45B172A8FEA}"/>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045F14B7-0475-4057-B94D-DEC8CFF99993}"/>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57FECB19-E83C-40FF-B465-026F812B9960}"/>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6B3D7B6A-8FC5-401D-B2C9-464A3A65E6A9}"/>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example_a-5">
            <a:extLst xmlns:a="http://schemas.openxmlformats.org/drawingml/2006/main">
              <a:ext uri="{FF2B5EF4-FFF2-40B4-BE49-F238E27FC236}">
                <a16:creationId xmlns:a16="http://schemas.microsoft.com/office/drawing/2014/main" id="{268FFC1C-BFA1-4B79-BF71-8AFEFE9C4E8C}"/>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0" name="figure-example_a-6">
            <a:extLst xmlns:a="http://schemas.openxmlformats.org/drawingml/2006/main">
              <a:ext uri="{FF2B5EF4-FFF2-40B4-BE49-F238E27FC236}">
                <a16:creationId xmlns:a16="http://schemas.microsoft.com/office/drawing/2014/main" id="{74DC7907-F579-4D8B-8AD2-1F20A8474286}"/>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21" name="figure-description-example_a">
            <a:extLst xmlns:a="http://schemas.openxmlformats.org/drawingml/2006/main">
              <a:ext uri="{FF2B5EF4-FFF2-40B4-BE49-F238E27FC236}">
                <a16:creationId xmlns:a16="http://schemas.microsoft.com/office/drawing/2014/main" id="{A7A9B077-D78B-4A1B-B142-1D511209FEFF}"/>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yellow dot, pink ring, yellow dot, pink ring, yellow dot, pink ring form one evenly spaced row.</a:t>
            </a:r>
          </a:p>
        </p:txBody>
      </p:sp>
    </p:spTree>
    <p:extLst>
      <p:ext uri="{BB962C8B-B14F-4D97-AF65-F5344CB8AC3E}">
        <p14:creationId xmlns:p14="http://schemas.microsoft.com/office/powerpoint/2010/main" val="180325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0D7F9E6C-B247-462C-B8E6-8D33C2399B0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6BF0FB7-D16E-4C32-B163-3277145AD84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AD7B858E-A033-4DF6-A2C8-C6945ADAFBE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2 of 3</a:t>
            </a:r>
          </a:p>
        </p:txBody>
      </p:sp>
      <p:pic>
        <p:nvPicPr>
          <p:cNvPr id="4" name="">
            <a:extLst xmlns:a="http://schemas.openxmlformats.org/drawingml/2006/main">
              <a:ext uri="{FF2B5EF4-FFF2-40B4-BE49-F238E27FC236}">
                <a16:creationId xmlns:a16="http://schemas.microsoft.com/office/drawing/2014/main" id="{352725E9-740E-477B-A279-E9E71B50A6A9}"/>
              </a:ext>
            </a:extLst>
          </p:cNvPr>
          <p:cNvPicPr>
            <a:picLocks xmlns:a="http://schemas.openxmlformats.org/drawingml/2006/main" noChangeAspect="1"/>
          </p:cNvPicPr>
          <p:nvPr/>
        </p:nvPicPr>
        <p:blipFill>
          <a:blip xmlns:r="http://schemas.openxmlformats.org/officeDocument/2006/relationships" xmlns:a="http://schemas.openxmlformats.org/drawingml/2006/main" r:embed="R4191ed9eb00a45d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42E5509-9EE8-4805-9B5E-3E2536875F1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555988C-9E27-423A-9C6F-5D0ED41E6C3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94BB33A-0E1E-43AC-BD55-D09F6A279719}"/>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9E95977-D180-426D-8024-95C269C24B5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0ED8F47-2E9F-4DF7-B011-A4C25A0C945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47C2956-031D-4204-B615-83F7A096A65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34EC48A-E68A-4A66-9B3A-DA45DA4B6DC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43FC71D3-E431-4954-998E-7100D58A532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EA81757-8B0A-4DB9-A432-055321CA8B8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b-0">
            <a:extLst xmlns:a="http://schemas.openxmlformats.org/drawingml/2006/main">
              <a:ext uri="{FF2B5EF4-FFF2-40B4-BE49-F238E27FC236}">
                <a16:creationId xmlns:a16="http://schemas.microsoft.com/office/drawing/2014/main" id="{44305B04-56F4-487E-AF15-D5093F32B584}"/>
              </a:ext>
            </a:extLst>
          </p:cNvPr>
          <p:cNvSpPr>
            <a:spLocks xmlns:a="http://schemas.openxmlformats.org/drawingml/2006/main" noGrp="1"/>
          </p:cNvSpPr>
          <p:nvPr/>
        </p:nvSpPr>
        <p:spPr>
          <a:xfrm xmlns:a="http://schemas.openxmlformats.org/drawingml/2006/main">
            <a:off x="381000" y="1932908"/>
            <a:ext cx="11430000" cy="3690938"/>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50A8979B-C3E8-4BA9-A953-BD0E0E99B296}"/>
              </a:ext>
            </a:extLst>
          </p:cNvPr>
          <p:cNvSpPr>
            <a:spLocks xmlns:a="http://schemas.openxmlformats.org/drawingml/2006/main" noGrp="1"/>
          </p:cNvSpPr>
          <p:nvPr/>
        </p:nvSpPr>
        <p:spPr>
          <a:xfrm xmlns:a="http://schemas.openxmlformats.org/drawingml/2006/main">
            <a:off x="157162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16" name="figure-example_b-2">
            <a:extLst xmlns:a="http://schemas.openxmlformats.org/drawingml/2006/main">
              <a:ext uri="{FF2B5EF4-FFF2-40B4-BE49-F238E27FC236}">
                <a16:creationId xmlns:a16="http://schemas.microsoft.com/office/drawing/2014/main" id="{D4DDD5A2-12EB-4C4A-B88D-61E33AA23519}"/>
              </a:ext>
            </a:extLst>
          </p:cNvPr>
          <p:cNvSpPr>
            <a:spLocks xmlns:a="http://schemas.openxmlformats.org/drawingml/2006/main" noGrp="1"/>
          </p:cNvSpPr>
          <p:nvPr/>
        </p:nvSpPr>
        <p:spPr>
          <a:xfrm xmlns:a="http://schemas.openxmlformats.org/drawingml/2006/main">
            <a:off x="147637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17" name="figure-example_b-3">
            <a:extLst xmlns:a="http://schemas.openxmlformats.org/drawingml/2006/main">
              <a:ext uri="{FF2B5EF4-FFF2-40B4-BE49-F238E27FC236}">
                <a16:creationId xmlns:a16="http://schemas.microsoft.com/office/drawing/2014/main" id="{0A9C96B5-C795-4DCF-AE0C-03C375032FD6}"/>
              </a:ext>
            </a:extLst>
          </p:cNvPr>
          <p:cNvSpPr>
            <a:spLocks xmlns:a="http://schemas.openxmlformats.org/drawingml/2006/main" noGrp="1"/>
          </p:cNvSpPr>
          <p:nvPr/>
        </p:nvSpPr>
        <p:spPr>
          <a:xfrm xmlns:a="http://schemas.openxmlformats.org/drawingml/2006/main">
            <a:off x="216693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32C6A1C1-1201-484C-86A3-13A546448843}"/>
              </a:ext>
            </a:extLst>
          </p:cNvPr>
          <p:cNvSpPr>
            <a:spLocks xmlns:a="http://schemas.openxmlformats.org/drawingml/2006/main" noGrp="1"/>
          </p:cNvSpPr>
          <p:nvPr/>
        </p:nvSpPr>
        <p:spPr>
          <a:xfrm xmlns:a="http://schemas.openxmlformats.org/drawingml/2006/main">
            <a:off x="257175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19" name="figure-example_b-5">
            <a:extLst xmlns:a="http://schemas.openxmlformats.org/drawingml/2006/main">
              <a:ext uri="{FF2B5EF4-FFF2-40B4-BE49-F238E27FC236}">
                <a16:creationId xmlns:a16="http://schemas.microsoft.com/office/drawing/2014/main" id="{C5E2795F-F4FD-40AE-ADD1-452C10823D19}"/>
              </a:ext>
            </a:extLst>
          </p:cNvPr>
          <p:cNvSpPr>
            <a:spLocks xmlns:a="http://schemas.openxmlformats.org/drawingml/2006/main" noGrp="1"/>
          </p:cNvSpPr>
          <p:nvPr/>
        </p:nvSpPr>
        <p:spPr>
          <a:xfrm xmlns:a="http://schemas.openxmlformats.org/drawingml/2006/main">
            <a:off x="419100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0" name="figure-example_b-6">
            <a:extLst xmlns:a="http://schemas.openxmlformats.org/drawingml/2006/main">
              <a:ext uri="{FF2B5EF4-FFF2-40B4-BE49-F238E27FC236}">
                <a16:creationId xmlns:a16="http://schemas.microsoft.com/office/drawing/2014/main" id="{F225E598-40C0-4492-B6AF-2AD1C0754A09}"/>
              </a:ext>
            </a:extLst>
          </p:cNvPr>
          <p:cNvSpPr>
            <a:spLocks xmlns:a="http://schemas.openxmlformats.org/drawingml/2006/main" noGrp="1"/>
          </p:cNvSpPr>
          <p:nvPr/>
        </p:nvSpPr>
        <p:spPr>
          <a:xfrm xmlns:a="http://schemas.openxmlformats.org/drawingml/2006/main">
            <a:off x="409575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1" name="figure-example_b-7">
            <a:extLst xmlns:a="http://schemas.openxmlformats.org/drawingml/2006/main">
              <a:ext uri="{FF2B5EF4-FFF2-40B4-BE49-F238E27FC236}">
                <a16:creationId xmlns:a16="http://schemas.microsoft.com/office/drawing/2014/main" id="{F3C00949-5F43-4A0E-8D98-B45D2A5A05E8}"/>
              </a:ext>
            </a:extLst>
          </p:cNvPr>
          <p:cNvSpPr>
            <a:spLocks xmlns:a="http://schemas.openxmlformats.org/drawingml/2006/main" noGrp="1"/>
          </p:cNvSpPr>
          <p:nvPr/>
        </p:nvSpPr>
        <p:spPr>
          <a:xfrm xmlns:a="http://schemas.openxmlformats.org/drawingml/2006/main">
            <a:off x="478631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2" name="figure-example_b-8">
            <a:extLst xmlns:a="http://schemas.openxmlformats.org/drawingml/2006/main">
              <a:ext uri="{FF2B5EF4-FFF2-40B4-BE49-F238E27FC236}">
                <a16:creationId xmlns:a16="http://schemas.microsoft.com/office/drawing/2014/main" id="{0140718C-13C0-40B5-AABF-9629D4926482}"/>
              </a:ext>
            </a:extLst>
          </p:cNvPr>
          <p:cNvSpPr>
            <a:spLocks xmlns:a="http://schemas.openxmlformats.org/drawingml/2006/main" noGrp="1"/>
          </p:cNvSpPr>
          <p:nvPr/>
        </p:nvSpPr>
        <p:spPr>
          <a:xfrm xmlns:a="http://schemas.openxmlformats.org/drawingml/2006/main">
            <a:off x="519112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3" name="figure-example_b-9">
            <a:extLst xmlns:a="http://schemas.openxmlformats.org/drawingml/2006/main">
              <a:ext uri="{FF2B5EF4-FFF2-40B4-BE49-F238E27FC236}">
                <a16:creationId xmlns:a16="http://schemas.microsoft.com/office/drawing/2014/main" id="{A5801C54-508C-473F-BD15-A02ABE8617AF}"/>
              </a:ext>
            </a:extLst>
          </p:cNvPr>
          <p:cNvSpPr>
            <a:spLocks xmlns:a="http://schemas.openxmlformats.org/drawingml/2006/main" noGrp="1"/>
          </p:cNvSpPr>
          <p:nvPr/>
        </p:nvSpPr>
        <p:spPr>
          <a:xfrm xmlns:a="http://schemas.openxmlformats.org/drawingml/2006/main">
            <a:off x="681037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4" name="figure-example_b-10">
            <a:extLst xmlns:a="http://schemas.openxmlformats.org/drawingml/2006/main">
              <a:ext uri="{FF2B5EF4-FFF2-40B4-BE49-F238E27FC236}">
                <a16:creationId xmlns:a16="http://schemas.microsoft.com/office/drawing/2014/main" id="{8F9D7449-859A-4815-8E4A-DF99F6E77D0F}"/>
              </a:ext>
            </a:extLst>
          </p:cNvPr>
          <p:cNvSpPr>
            <a:spLocks xmlns:a="http://schemas.openxmlformats.org/drawingml/2006/main" noGrp="1"/>
          </p:cNvSpPr>
          <p:nvPr/>
        </p:nvSpPr>
        <p:spPr>
          <a:xfrm xmlns:a="http://schemas.openxmlformats.org/drawingml/2006/main">
            <a:off x="671512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5" name="figure-example_b-11">
            <a:extLst xmlns:a="http://schemas.openxmlformats.org/drawingml/2006/main">
              <a:ext uri="{FF2B5EF4-FFF2-40B4-BE49-F238E27FC236}">
                <a16:creationId xmlns:a16="http://schemas.microsoft.com/office/drawing/2014/main" id="{55D7A542-D6A3-4FBE-826F-2FC06E82271E}"/>
              </a:ext>
            </a:extLst>
          </p:cNvPr>
          <p:cNvSpPr>
            <a:spLocks xmlns:a="http://schemas.openxmlformats.org/drawingml/2006/main" noGrp="1"/>
          </p:cNvSpPr>
          <p:nvPr/>
        </p:nvSpPr>
        <p:spPr>
          <a:xfrm xmlns:a="http://schemas.openxmlformats.org/drawingml/2006/main">
            <a:off x="740568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6" name="figure-example_b-12">
            <a:extLst xmlns:a="http://schemas.openxmlformats.org/drawingml/2006/main">
              <a:ext uri="{FF2B5EF4-FFF2-40B4-BE49-F238E27FC236}">
                <a16:creationId xmlns:a16="http://schemas.microsoft.com/office/drawing/2014/main" id="{2393CCEF-FF0A-4F22-982F-8FB1852C9EF3}"/>
              </a:ext>
            </a:extLst>
          </p:cNvPr>
          <p:cNvSpPr>
            <a:spLocks xmlns:a="http://schemas.openxmlformats.org/drawingml/2006/main" noGrp="1"/>
          </p:cNvSpPr>
          <p:nvPr/>
        </p:nvSpPr>
        <p:spPr>
          <a:xfrm xmlns:a="http://schemas.openxmlformats.org/drawingml/2006/main">
            <a:off x="781050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7" name="figure-example_b-13">
            <a:extLst xmlns:a="http://schemas.openxmlformats.org/drawingml/2006/main">
              <a:ext uri="{FF2B5EF4-FFF2-40B4-BE49-F238E27FC236}">
                <a16:creationId xmlns:a16="http://schemas.microsoft.com/office/drawing/2014/main" id="{747BFF99-6465-4D64-84CE-34786A698CD1}"/>
              </a:ext>
            </a:extLst>
          </p:cNvPr>
          <p:cNvSpPr>
            <a:spLocks xmlns:a="http://schemas.openxmlformats.org/drawingml/2006/main" noGrp="1"/>
          </p:cNvSpPr>
          <p:nvPr/>
        </p:nvSpPr>
        <p:spPr>
          <a:xfrm xmlns:a="http://schemas.openxmlformats.org/drawingml/2006/main">
            <a:off x="942975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8" name="figure-example_b-14">
            <a:extLst xmlns:a="http://schemas.openxmlformats.org/drawingml/2006/main">
              <a:ext uri="{FF2B5EF4-FFF2-40B4-BE49-F238E27FC236}">
                <a16:creationId xmlns:a16="http://schemas.microsoft.com/office/drawing/2014/main" id="{9D99ADA2-E48C-4291-A827-5E7BB348C428}"/>
              </a:ext>
            </a:extLst>
          </p:cNvPr>
          <p:cNvSpPr>
            <a:spLocks xmlns:a="http://schemas.openxmlformats.org/drawingml/2006/main" noGrp="1"/>
          </p:cNvSpPr>
          <p:nvPr/>
        </p:nvSpPr>
        <p:spPr>
          <a:xfrm xmlns:a="http://schemas.openxmlformats.org/drawingml/2006/main">
            <a:off x="933450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9" name="figure-example_b-15">
            <a:extLst xmlns:a="http://schemas.openxmlformats.org/drawingml/2006/main">
              <a:ext uri="{FF2B5EF4-FFF2-40B4-BE49-F238E27FC236}">
                <a16:creationId xmlns:a16="http://schemas.microsoft.com/office/drawing/2014/main" id="{96A51811-0E2C-461A-B16F-2A0BBD85A022}"/>
              </a:ext>
            </a:extLst>
          </p:cNvPr>
          <p:cNvSpPr>
            <a:spLocks xmlns:a="http://schemas.openxmlformats.org/drawingml/2006/main" noGrp="1"/>
          </p:cNvSpPr>
          <p:nvPr/>
        </p:nvSpPr>
        <p:spPr>
          <a:xfrm xmlns:a="http://schemas.openxmlformats.org/drawingml/2006/main">
            <a:off x="1002506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30" name="figure-example_b-16">
            <a:extLst xmlns:a="http://schemas.openxmlformats.org/drawingml/2006/main">
              <a:ext uri="{FF2B5EF4-FFF2-40B4-BE49-F238E27FC236}">
                <a16:creationId xmlns:a16="http://schemas.microsoft.com/office/drawing/2014/main" id="{372121D4-2457-4F19-8E2F-4DA3EE91E20B}"/>
              </a:ext>
            </a:extLst>
          </p:cNvPr>
          <p:cNvSpPr>
            <a:spLocks xmlns:a="http://schemas.openxmlformats.org/drawingml/2006/main" noGrp="1"/>
          </p:cNvSpPr>
          <p:nvPr/>
        </p:nvSpPr>
        <p:spPr>
          <a:xfrm xmlns:a="http://schemas.openxmlformats.org/drawingml/2006/main">
            <a:off x="1042987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31" name="figure-description-example_b">
            <a:extLst xmlns:a="http://schemas.openxmlformats.org/drawingml/2006/main">
              <a:ext uri="{FF2B5EF4-FFF2-40B4-BE49-F238E27FC236}">
                <a16:creationId xmlns:a16="http://schemas.microsoft.com/office/drawing/2014/main" id="{74A31237-DBE4-4922-BDB3-E26A12114839}"/>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Four matching lamp signs form one row on dark paper. Each has a yellow oval line and three light blue rays above it.</a:t>
            </a:r>
          </a:p>
        </p:txBody>
      </p:sp>
    </p:spTree>
    <p:extLst>
      <p:ext uri="{BB962C8B-B14F-4D97-AF65-F5344CB8AC3E}">
        <p14:creationId xmlns:p14="http://schemas.microsoft.com/office/powerpoint/2010/main" val="5423654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42C55F6-CA6E-4192-A317-AADC5E4B85E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F9793DEF-DA8B-4EC8-9019-C8FC6EB9897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D03B102A-735A-4B34-A6B9-06E390A7091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3 of 3</a:t>
            </a:r>
          </a:p>
        </p:txBody>
      </p:sp>
      <p:pic>
        <p:nvPicPr>
          <p:cNvPr id="4" name="">
            <a:extLst xmlns:a="http://schemas.openxmlformats.org/drawingml/2006/main">
              <a:ext uri="{FF2B5EF4-FFF2-40B4-BE49-F238E27FC236}">
                <a16:creationId xmlns:a16="http://schemas.microsoft.com/office/drawing/2014/main" id="{C5D87016-735A-4E9C-A6F3-542314A5A81B}"/>
              </a:ext>
            </a:extLst>
          </p:cNvPr>
          <p:cNvPicPr>
            <a:picLocks xmlns:a="http://schemas.openxmlformats.org/drawingml/2006/main" noChangeAspect="1"/>
          </p:cNvPicPr>
          <p:nvPr/>
        </p:nvPicPr>
        <p:blipFill>
          <a:blip xmlns:r="http://schemas.openxmlformats.org/officeDocument/2006/relationships" xmlns:a="http://schemas.openxmlformats.org/drawingml/2006/main" r:embed="R9ff2648545c3400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C7C34E4-8949-46F8-B26B-6C786C41142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F543351-CA2A-4610-B147-6FC4D54E5BE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16503FF-56BC-42B1-BD0D-C1A7DE9166F6}"/>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F18A807-0661-4D55-ABF7-7140E0FCFE5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E84D865-5934-434C-BF58-A6355C80E73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CE606C0-4345-4E13-BACC-B30D89A7383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B8E9FEF-CC63-4412-890A-5A0DDF9DD6E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75415AE9-3C49-450C-9C71-AF0C9A021FE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1059473-4071-472E-B646-46069D9028B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c-0">
            <a:extLst xmlns:a="http://schemas.openxmlformats.org/drawingml/2006/main">
              <a:ext uri="{FF2B5EF4-FFF2-40B4-BE49-F238E27FC236}">
                <a16:creationId xmlns:a16="http://schemas.microsoft.com/office/drawing/2014/main" id="{9F9B6ABB-0483-402F-92AC-9B6C170A14F7}"/>
              </a:ext>
            </a:extLst>
          </p:cNvPr>
          <p:cNvSpPr>
            <a:spLocks xmlns:a="http://schemas.openxmlformats.org/drawingml/2006/main" noGrp="1"/>
          </p:cNvSpPr>
          <p:nvPr/>
        </p:nvSpPr>
        <p:spPr>
          <a:xfrm xmlns:a="http://schemas.openxmlformats.org/drawingml/2006/main">
            <a:off x="474726" y="1904619"/>
            <a:ext cx="5387054" cy="281063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6E0E3E35-8AF1-4426-A146-5A1236ED4707}"/>
              </a:ext>
            </a:extLst>
          </p:cNvPr>
          <p:cNvSpPr>
            <a:spLocks xmlns:a="http://schemas.openxmlformats.org/drawingml/2006/main" noGrp="1"/>
          </p:cNvSpPr>
          <p:nvPr/>
        </p:nvSpPr>
        <p:spPr>
          <a:xfrm xmlns:a="http://schemas.openxmlformats.org/drawingml/2006/main">
            <a:off x="2606126"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c-2">
            <a:extLst xmlns:a="http://schemas.openxmlformats.org/drawingml/2006/main">
              <a:ext uri="{FF2B5EF4-FFF2-40B4-BE49-F238E27FC236}">
                <a16:creationId xmlns:a16="http://schemas.microsoft.com/office/drawing/2014/main" id="{19B2DD96-909E-40F6-9C3F-DCD0400C5FEB}"/>
              </a:ext>
            </a:extLst>
          </p:cNvPr>
          <p:cNvSpPr>
            <a:spLocks xmlns:a="http://schemas.openxmlformats.org/drawingml/2006/main" noGrp="1"/>
          </p:cNvSpPr>
          <p:nvPr/>
        </p:nvSpPr>
        <p:spPr>
          <a:xfrm xmlns:a="http://schemas.openxmlformats.org/drawingml/2006/main">
            <a:off x="6330220" y="1904619"/>
            <a:ext cx="5387054" cy="2810637"/>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07F10236-C978-43CD-AF0D-C0DFB321D1B0}"/>
              </a:ext>
            </a:extLst>
          </p:cNvPr>
          <p:cNvSpPr>
            <a:spLocks xmlns:a="http://schemas.openxmlformats.org/drawingml/2006/main" noGrp="1"/>
          </p:cNvSpPr>
          <p:nvPr/>
        </p:nvSpPr>
        <p:spPr>
          <a:xfrm xmlns:a="http://schemas.openxmlformats.org/drawingml/2006/main">
            <a:off x="8461619"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c-4">
            <a:extLst xmlns:a="http://schemas.openxmlformats.org/drawingml/2006/main">
              <a:ext uri="{FF2B5EF4-FFF2-40B4-BE49-F238E27FC236}">
                <a16:creationId xmlns:a16="http://schemas.microsoft.com/office/drawing/2014/main" id="{2D067CD8-7A16-4CC8-BCF5-C36C4BB2B6DE}"/>
              </a:ext>
            </a:extLst>
          </p:cNvPr>
          <p:cNvSpPr>
            <a:spLocks xmlns:a="http://schemas.openxmlformats.org/drawingml/2006/main" noGrp="1"/>
          </p:cNvSpPr>
          <p:nvPr/>
        </p:nvSpPr>
        <p:spPr>
          <a:xfrm xmlns:a="http://schemas.openxmlformats.org/drawingml/2006/main">
            <a:off x="2421217" y="5042695"/>
            <a:ext cx="1266577"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DARK</a:t>
            </a:r>
          </a:p>
        </p:txBody>
      </p:sp>
      <p:sp>
        <p:nvSpPr>
          <p:cNvPr id="19" name="figure-example_c-5">
            <a:extLst xmlns:a="http://schemas.openxmlformats.org/drawingml/2006/main">
              <a:ext uri="{FF2B5EF4-FFF2-40B4-BE49-F238E27FC236}">
                <a16:creationId xmlns:a16="http://schemas.microsoft.com/office/drawing/2014/main" id="{A43F7934-14B8-48E7-AFE3-1A8B27103232}"/>
              </a:ext>
            </a:extLst>
          </p:cNvPr>
          <p:cNvSpPr>
            <a:spLocks xmlns:a="http://schemas.openxmlformats.org/drawingml/2006/main" noGrp="1"/>
          </p:cNvSpPr>
          <p:nvPr/>
        </p:nvSpPr>
        <p:spPr>
          <a:xfrm xmlns:a="http://schemas.openxmlformats.org/drawingml/2006/main">
            <a:off x="7948803" y="5042695"/>
            <a:ext cx="3047654"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PALE YELLOW</a:t>
            </a:r>
          </a:p>
        </p:txBody>
      </p:sp>
      <p:sp>
        <p:nvSpPr>
          <p:cNvPr id="20" name="figure-description-example_c">
            <a:extLst xmlns:a="http://schemas.openxmlformats.org/drawingml/2006/main">
              <a:ext uri="{FF2B5EF4-FFF2-40B4-BE49-F238E27FC236}">
                <a16:creationId xmlns:a16="http://schemas.microsoft.com/office/drawing/2014/main" id="{6240DC52-C6FA-4B00-8FC8-D54A093428B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same yellow dot is on two equal rectangles: dark on the left and pale yellow on the right. The yellow dot is clearer on dark paper.</a:t>
            </a:r>
          </a:p>
        </p:txBody>
      </p:sp>
    </p:spTree>
    <p:extLst>
      <p:ext uri="{BB962C8B-B14F-4D97-AF65-F5344CB8AC3E}">
        <p14:creationId xmlns:p14="http://schemas.microsoft.com/office/powerpoint/2010/main" val="18865796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D2E495C5-63BC-46AF-9FDC-A561BD40F6F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C046696B-53D2-4DED-AE38-9003460DC74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9DC8540B-DED7-4C3A-93B9-51B1A8812E9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FB5C49E6-2CB2-4D9F-9906-E05ADEA3D258}"/>
              </a:ext>
            </a:extLst>
          </p:cNvPr>
          <p:cNvPicPr>
            <a:picLocks xmlns:a="http://schemas.openxmlformats.org/drawingml/2006/main" noChangeAspect="1"/>
          </p:cNvPicPr>
          <p:nvPr/>
        </p:nvPicPr>
        <p:blipFill>
          <a:blip xmlns:r="http://schemas.openxmlformats.org/officeDocument/2006/relationships" xmlns:a="http://schemas.openxmlformats.org/drawingml/2006/main" r:embed="Ra9911b470c6e4be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FF458AF-E233-4E95-952E-B493CC71AD5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47AF8A7-8DE2-4A3C-A849-E7D021F126B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DB804FB-48F0-4228-8724-CA65D0B8C672}"/>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A0CE6C5-AAF9-435C-BB71-BA14F71BD18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6C38DDD-776B-4071-920E-AA0E49EC9CE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4F37F13-31AC-4AD6-96C4-EA64505E3C6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C4FFF02-A462-48D4-BDE2-237EC9095B1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58FCAF9C-BEBF-4729-9D24-E3122000DB8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4DA9A7C-A39B-49F7-8365-C4677ABBDAF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body-0">
            <a:extLst xmlns:a="http://schemas.openxmlformats.org/drawingml/2006/main">
              <a:ext uri="{FF2B5EF4-FFF2-40B4-BE49-F238E27FC236}">
                <a16:creationId xmlns:a16="http://schemas.microsoft.com/office/drawing/2014/main" id="{BAE23F8C-873D-4ACF-AD90-88513FDAE1B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will use a yellow dot, then a pink ring.</a:t>
            </a:r>
          </a:p>
        </p:txBody>
      </p:sp>
      <p:sp>
        <p:nvSpPr>
          <p:cNvPr id="15" name="body-1">
            <a:extLst xmlns:a="http://schemas.openxmlformats.org/drawingml/2006/main">
              <a:ext uri="{FF2B5EF4-FFF2-40B4-BE49-F238E27FC236}">
                <a16:creationId xmlns:a16="http://schemas.microsoft.com/office/drawing/2014/main" id="{4C4B5447-247D-464A-B190-785911F7A37F}"/>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use this pair again to make my pattern.</a:t>
            </a:r>
          </a:p>
        </p:txBody>
      </p:sp>
      <p:sp>
        <p:nvSpPr>
          <p:cNvPr id="16" name="body-2">
            <a:extLst xmlns:a="http://schemas.openxmlformats.org/drawingml/2006/main">
              <a:ext uri="{FF2B5EF4-FFF2-40B4-BE49-F238E27FC236}">
                <a16:creationId xmlns:a16="http://schemas.microsoft.com/office/drawing/2014/main" id="{9A48DCD8-0BB2-4FE7-9177-9A1EA1B78989}"/>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choose new shapes and colours.</a:t>
            </a:r>
          </a:p>
        </p:txBody>
      </p:sp>
    </p:spTree>
    <p:extLst>
      <p:ext uri="{BB962C8B-B14F-4D97-AF65-F5344CB8AC3E}">
        <p14:creationId xmlns:p14="http://schemas.microsoft.com/office/powerpoint/2010/main" val="14347747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8F4BB3C5-D305-4F4D-A3AB-A913EFC4DDE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3DC9E6C-75FE-422E-804C-4D3E3B417DF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9C42214C-C237-4ACA-922B-9C16E096697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1 of 3</a:t>
            </a:r>
          </a:p>
        </p:txBody>
      </p:sp>
      <p:pic>
        <p:nvPicPr>
          <p:cNvPr id="4" name="">
            <a:extLst xmlns:a="http://schemas.openxmlformats.org/drawingml/2006/main">
              <a:ext uri="{FF2B5EF4-FFF2-40B4-BE49-F238E27FC236}">
                <a16:creationId xmlns:a16="http://schemas.microsoft.com/office/drawing/2014/main" id="{5E7AA3B9-27FF-4818-87BF-2387D8D8CD4C}"/>
              </a:ext>
            </a:extLst>
          </p:cNvPr>
          <p:cNvPicPr>
            <a:picLocks xmlns:a="http://schemas.openxmlformats.org/drawingml/2006/main" noChangeAspect="1"/>
          </p:cNvPicPr>
          <p:nvPr/>
        </p:nvPicPr>
        <p:blipFill>
          <a:blip xmlns:r="http://schemas.openxmlformats.org/officeDocument/2006/relationships" xmlns:a="http://schemas.openxmlformats.org/drawingml/2006/main" r:embed="R96517eec35374d1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BB8A018-22F2-4287-ADB6-E3AD95821DC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E191098-3E8E-486A-89BE-16B45C4A274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0A69653-7B47-4CAF-8B64-19F9BE1BBAB9}"/>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0717BC3-95B6-45E9-9AE4-918764D8208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78A83CB-8666-4E86-AF89-321890BDA62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E3B22F0-90D3-4286-A236-1432DCCFCA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41CBFF8-365C-4177-B711-DA8E30A2EE2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7F29B99F-DB26-4EC2-B1BA-854FADC82BF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1F2681D-B81A-401A-B3A4-5880AF6FCB7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a-0">
            <a:extLst xmlns:a="http://schemas.openxmlformats.org/drawingml/2006/main">
              <a:ext uri="{FF2B5EF4-FFF2-40B4-BE49-F238E27FC236}">
                <a16:creationId xmlns:a16="http://schemas.microsoft.com/office/drawing/2014/main" id="{FC59AD1E-26BF-48A6-B795-7BED2295B854}"/>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F871AD14-5414-404A-B675-6DD6BD93B44C}"/>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21D16D7D-3854-414E-853F-4D73FC0437B6}"/>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35637A61-4C93-4E9A-B3BB-4A5B57486789}"/>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D9A94806-3F5D-48A7-844A-7E9BE08A5AF7}"/>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example_a-5">
            <a:extLst xmlns:a="http://schemas.openxmlformats.org/drawingml/2006/main">
              <a:ext uri="{FF2B5EF4-FFF2-40B4-BE49-F238E27FC236}">
                <a16:creationId xmlns:a16="http://schemas.microsoft.com/office/drawing/2014/main" id="{EDF31457-3524-44CC-B4A1-B0A5E27EF32D}"/>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0" name="figure-example_a-6">
            <a:extLst xmlns:a="http://schemas.openxmlformats.org/drawingml/2006/main">
              <a:ext uri="{FF2B5EF4-FFF2-40B4-BE49-F238E27FC236}">
                <a16:creationId xmlns:a16="http://schemas.microsoft.com/office/drawing/2014/main" id="{517B90DC-6F12-46A7-A99C-5D22C3BCFB5A}"/>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21" name="figure-description-example_a">
            <a:extLst xmlns:a="http://schemas.openxmlformats.org/drawingml/2006/main">
              <a:ext uri="{FF2B5EF4-FFF2-40B4-BE49-F238E27FC236}">
                <a16:creationId xmlns:a16="http://schemas.microsoft.com/office/drawing/2014/main" id="{9CB1634A-AFCB-4DA7-B2E4-7111A3BBA970}"/>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yellow dot, pink ring, yellow dot, pink ring, yellow dot, pink ring form one evenly spaced row.</a:t>
            </a:r>
          </a:p>
        </p:txBody>
      </p:sp>
    </p:spTree>
    <p:extLst>
      <p:ext uri="{BB962C8B-B14F-4D97-AF65-F5344CB8AC3E}">
        <p14:creationId xmlns:p14="http://schemas.microsoft.com/office/powerpoint/2010/main" val="2617288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D99D4B5B-A0C4-49CE-9C4F-9B5AD321ABC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428E6F14-1EE4-4E81-8870-1D908B5BFD7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2A6E6DEA-4555-404E-9AD1-919B66A7BF8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2 of 3</a:t>
            </a:r>
          </a:p>
        </p:txBody>
      </p:sp>
      <p:pic>
        <p:nvPicPr>
          <p:cNvPr id="4" name="">
            <a:extLst xmlns:a="http://schemas.openxmlformats.org/drawingml/2006/main">
              <a:ext uri="{FF2B5EF4-FFF2-40B4-BE49-F238E27FC236}">
                <a16:creationId xmlns:a16="http://schemas.microsoft.com/office/drawing/2014/main" id="{CB8E0609-100B-4998-876A-A2219632822B}"/>
              </a:ext>
            </a:extLst>
          </p:cNvPr>
          <p:cNvPicPr>
            <a:picLocks xmlns:a="http://schemas.openxmlformats.org/drawingml/2006/main" noChangeAspect="1"/>
          </p:cNvPicPr>
          <p:nvPr/>
        </p:nvPicPr>
        <p:blipFill>
          <a:blip xmlns:r="http://schemas.openxmlformats.org/officeDocument/2006/relationships" xmlns:a="http://schemas.openxmlformats.org/drawingml/2006/main" r:embed="R85905fa8499c46b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9F19EF4-6DE2-495F-981D-9FE6E16E0B1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C02B71C-52DB-43C8-8EC5-06EDDABDD90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3BD70BD-244E-4D98-ABF4-A031079B32F0}"/>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582433B-BFFC-4C36-B88A-2C94683E4B5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C2349D9-A6D1-4688-B397-B0F21C889EF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DE4AB80-EAE8-4949-B3A9-241A9598326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81E2D16-6BC4-420C-AB88-4AD399674CE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1F7850DE-B6BA-46D8-8971-68A6F671CD5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2B31E26-5826-4415-95DC-FC012B2C3B6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b-0">
            <a:extLst xmlns:a="http://schemas.openxmlformats.org/drawingml/2006/main">
              <a:ext uri="{FF2B5EF4-FFF2-40B4-BE49-F238E27FC236}">
                <a16:creationId xmlns:a16="http://schemas.microsoft.com/office/drawing/2014/main" id="{0115B586-1607-4F43-82A2-FFA477DBEAF4}"/>
              </a:ext>
            </a:extLst>
          </p:cNvPr>
          <p:cNvSpPr>
            <a:spLocks xmlns:a="http://schemas.openxmlformats.org/drawingml/2006/main" noGrp="1"/>
          </p:cNvSpPr>
          <p:nvPr/>
        </p:nvSpPr>
        <p:spPr>
          <a:xfrm xmlns:a="http://schemas.openxmlformats.org/drawingml/2006/main">
            <a:off x="381000" y="1932908"/>
            <a:ext cx="11430000" cy="3690938"/>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B9F58367-ACE4-4948-91CB-5160696E2250}"/>
              </a:ext>
            </a:extLst>
          </p:cNvPr>
          <p:cNvSpPr>
            <a:spLocks xmlns:a="http://schemas.openxmlformats.org/drawingml/2006/main" noGrp="1"/>
          </p:cNvSpPr>
          <p:nvPr/>
        </p:nvSpPr>
        <p:spPr>
          <a:xfrm xmlns:a="http://schemas.openxmlformats.org/drawingml/2006/main">
            <a:off x="157162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16" name="figure-example_b-2">
            <a:extLst xmlns:a="http://schemas.openxmlformats.org/drawingml/2006/main">
              <a:ext uri="{FF2B5EF4-FFF2-40B4-BE49-F238E27FC236}">
                <a16:creationId xmlns:a16="http://schemas.microsoft.com/office/drawing/2014/main" id="{610BF0B1-9450-411B-BF2B-2B77447F0D1B}"/>
              </a:ext>
            </a:extLst>
          </p:cNvPr>
          <p:cNvSpPr>
            <a:spLocks xmlns:a="http://schemas.openxmlformats.org/drawingml/2006/main" noGrp="1"/>
          </p:cNvSpPr>
          <p:nvPr/>
        </p:nvSpPr>
        <p:spPr>
          <a:xfrm xmlns:a="http://schemas.openxmlformats.org/drawingml/2006/main">
            <a:off x="147637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17" name="figure-example_b-3">
            <a:extLst xmlns:a="http://schemas.openxmlformats.org/drawingml/2006/main">
              <a:ext uri="{FF2B5EF4-FFF2-40B4-BE49-F238E27FC236}">
                <a16:creationId xmlns:a16="http://schemas.microsoft.com/office/drawing/2014/main" id="{0D60F62C-53EF-40F1-BF2E-3B12407F80B1}"/>
              </a:ext>
            </a:extLst>
          </p:cNvPr>
          <p:cNvSpPr>
            <a:spLocks xmlns:a="http://schemas.openxmlformats.org/drawingml/2006/main" noGrp="1"/>
          </p:cNvSpPr>
          <p:nvPr/>
        </p:nvSpPr>
        <p:spPr>
          <a:xfrm xmlns:a="http://schemas.openxmlformats.org/drawingml/2006/main">
            <a:off x="216693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00D5CA52-4F29-4E29-A2DC-E8ECF31406E2}"/>
              </a:ext>
            </a:extLst>
          </p:cNvPr>
          <p:cNvSpPr>
            <a:spLocks xmlns:a="http://schemas.openxmlformats.org/drawingml/2006/main" noGrp="1"/>
          </p:cNvSpPr>
          <p:nvPr/>
        </p:nvSpPr>
        <p:spPr>
          <a:xfrm xmlns:a="http://schemas.openxmlformats.org/drawingml/2006/main">
            <a:off x="257175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19" name="figure-example_b-5">
            <a:extLst xmlns:a="http://schemas.openxmlformats.org/drawingml/2006/main">
              <a:ext uri="{FF2B5EF4-FFF2-40B4-BE49-F238E27FC236}">
                <a16:creationId xmlns:a16="http://schemas.microsoft.com/office/drawing/2014/main" id="{084CC84A-6A84-4DE8-B25D-5E93A91B06F9}"/>
              </a:ext>
            </a:extLst>
          </p:cNvPr>
          <p:cNvSpPr>
            <a:spLocks xmlns:a="http://schemas.openxmlformats.org/drawingml/2006/main" noGrp="1"/>
          </p:cNvSpPr>
          <p:nvPr/>
        </p:nvSpPr>
        <p:spPr>
          <a:xfrm xmlns:a="http://schemas.openxmlformats.org/drawingml/2006/main">
            <a:off x="419100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0" name="figure-example_b-6">
            <a:extLst xmlns:a="http://schemas.openxmlformats.org/drawingml/2006/main">
              <a:ext uri="{FF2B5EF4-FFF2-40B4-BE49-F238E27FC236}">
                <a16:creationId xmlns:a16="http://schemas.microsoft.com/office/drawing/2014/main" id="{D263ABEF-9F4F-4BAB-A08F-E9A99EFBCCD3}"/>
              </a:ext>
            </a:extLst>
          </p:cNvPr>
          <p:cNvSpPr>
            <a:spLocks xmlns:a="http://schemas.openxmlformats.org/drawingml/2006/main" noGrp="1"/>
          </p:cNvSpPr>
          <p:nvPr/>
        </p:nvSpPr>
        <p:spPr>
          <a:xfrm xmlns:a="http://schemas.openxmlformats.org/drawingml/2006/main">
            <a:off x="409575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1" name="figure-example_b-7">
            <a:extLst xmlns:a="http://schemas.openxmlformats.org/drawingml/2006/main">
              <a:ext uri="{FF2B5EF4-FFF2-40B4-BE49-F238E27FC236}">
                <a16:creationId xmlns:a16="http://schemas.microsoft.com/office/drawing/2014/main" id="{14ED6067-FD8C-4935-8094-8C6F674FFBF0}"/>
              </a:ext>
            </a:extLst>
          </p:cNvPr>
          <p:cNvSpPr>
            <a:spLocks xmlns:a="http://schemas.openxmlformats.org/drawingml/2006/main" noGrp="1"/>
          </p:cNvSpPr>
          <p:nvPr/>
        </p:nvSpPr>
        <p:spPr>
          <a:xfrm xmlns:a="http://schemas.openxmlformats.org/drawingml/2006/main">
            <a:off x="478631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2" name="figure-example_b-8">
            <a:extLst xmlns:a="http://schemas.openxmlformats.org/drawingml/2006/main">
              <a:ext uri="{FF2B5EF4-FFF2-40B4-BE49-F238E27FC236}">
                <a16:creationId xmlns:a16="http://schemas.microsoft.com/office/drawing/2014/main" id="{B94E3D00-5B5E-4D7C-905B-7ED3C090E973}"/>
              </a:ext>
            </a:extLst>
          </p:cNvPr>
          <p:cNvSpPr>
            <a:spLocks xmlns:a="http://schemas.openxmlformats.org/drawingml/2006/main" noGrp="1"/>
          </p:cNvSpPr>
          <p:nvPr/>
        </p:nvSpPr>
        <p:spPr>
          <a:xfrm xmlns:a="http://schemas.openxmlformats.org/drawingml/2006/main">
            <a:off x="519112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3" name="figure-example_b-9">
            <a:extLst xmlns:a="http://schemas.openxmlformats.org/drawingml/2006/main">
              <a:ext uri="{FF2B5EF4-FFF2-40B4-BE49-F238E27FC236}">
                <a16:creationId xmlns:a16="http://schemas.microsoft.com/office/drawing/2014/main" id="{D075EB7B-531A-4FA9-BF30-85898A968258}"/>
              </a:ext>
            </a:extLst>
          </p:cNvPr>
          <p:cNvSpPr>
            <a:spLocks xmlns:a="http://schemas.openxmlformats.org/drawingml/2006/main" noGrp="1"/>
          </p:cNvSpPr>
          <p:nvPr/>
        </p:nvSpPr>
        <p:spPr>
          <a:xfrm xmlns:a="http://schemas.openxmlformats.org/drawingml/2006/main">
            <a:off x="681037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4" name="figure-example_b-10">
            <a:extLst xmlns:a="http://schemas.openxmlformats.org/drawingml/2006/main">
              <a:ext uri="{FF2B5EF4-FFF2-40B4-BE49-F238E27FC236}">
                <a16:creationId xmlns:a16="http://schemas.microsoft.com/office/drawing/2014/main" id="{C111F6AD-48E6-4C91-B89E-71E9C487C6C4}"/>
              </a:ext>
            </a:extLst>
          </p:cNvPr>
          <p:cNvSpPr>
            <a:spLocks xmlns:a="http://schemas.openxmlformats.org/drawingml/2006/main" noGrp="1"/>
          </p:cNvSpPr>
          <p:nvPr/>
        </p:nvSpPr>
        <p:spPr>
          <a:xfrm xmlns:a="http://schemas.openxmlformats.org/drawingml/2006/main">
            <a:off x="671512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5" name="figure-example_b-11">
            <a:extLst xmlns:a="http://schemas.openxmlformats.org/drawingml/2006/main">
              <a:ext uri="{FF2B5EF4-FFF2-40B4-BE49-F238E27FC236}">
                <a16:creationId xmlns:a16="http://schemas.microsoft.com/office/drawing/2014/main" id="{81806C72-33D1-4AD3-B927-EE387F0C3BB0}"/>
              </a:ext>
            </a:extLst>
          </p:cNvPr>
          <p:cNvSpPr>
            <a:spLocks xmlns:a="http://schemas.openxmlformats.org/drawingml/2006/main" noGrp="1"/>
          </p:cNvSpPr>
          <p:nvPr/>
        </p:nvSpPr>
        <p:spPr>
          <a:xfrm xmlns:a="http://schemas.openxmlformats.org/drawingml/2006/main">
            <a:off x="740568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6" name="figure-example_b-12">
            <a:extLst xmlns:a="http://schemas.openxmlformats.org/drawingml/2006/main">
              <a:ext uri="{FF2B5EF4-FFF2-40B4-BE49-F238E27FC236}">
                <a16:creationId xmlns:a16="http://schemas.microsoft.com/office/drawing/2014/main" id="{06D861CB-1A18-414E-AF8B-D5406F0DFC24}"/>
              </a:ext>
            </a:extLst>
          </p:cNvPr>
          <p:cNvSpPr>
            <a:spLocks xmlns:a="http://schemas.openxmlformats.org/drawingml/2006/main" noGrp="1"/>
          </p:cNvSpPr>
          <p:nvPr/>
        </p:nvSpPr>
        <p:spPr>
          <a:xfrm xmlns:a="http://schemas.openxmlformats.org/drawingml/2006/main">
            <a:off x="781050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7" name="figure-example_b-13">
            <a:extLst xmlns:a="http://schemas.openxmlformats.org/drawingml/2006/main">
              <a:ext uri="{FF2B5EF4-FFF2-40B4-BE49-F238E27FC236}">
                <a16:creationId xmlns:a16="http://schemas.microsoft.com/office/drawing/2014/main" id="{C3E2CAD7-8C57-4F2C-9908-DE776C266F47}"/>
              </a:ext>
            </a:extLst>
          </p:cNvPr>
          <p:cNvSpPr>
            <a:spLocks xmlns:a="http://schemas.openxmlformats.org/drawingml/2006/main" noGrp="1"/>
          </p:cNvSpPr>
          <p:nvPr/>
        </p:nvSpPr>
        <p:spPr>
          <a:xfrm xmlns:a="http://schemas.openxmlformats.org/drawingml/2006/main">
            <a:off x="942975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8" name="figure-example_b-14">
            <a:extLst xmlns:a="http://schemas.openxmlformats.org/drawingml/2006/main">
              <a:ext uri="{FF2B5EF4-FFF2-40B4-BE49-F238E27FC236}">
                <a16:creationId xmlns:a16="http://schemas.microsoft.com/office/drawing/2014/main" id="{BFA62A4D-ED3A-438A-A49C-E52ED3A5BE4C}"/>
              </a:ext>
            </a:extLst>
          </p:cNvPr>
          <p:cNvSpPr>
            <a:spLocks xmlns:a="http://schemas.openxmlformats.org/drawingml/2006/main" noGrp="1"/>
          </p:cNvSpPr>
          <p:nvPr/>
        </p:nvSpPr>
        <p:spPr>
          <a:xfrm xmlns:a="http://schemas.openxmlformats.org/drawingml/2006/main">
            <a:off x="933450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9" name="figure-example_b-15">
            <a:extLst xmlns:a="http://schemas.openxmlformats.org/drawingml/2006/main">
              <a:ext uri="{FF2B5EF4-FFF2-40B4-BE49-F238E27FC236}">
                <a16:creationId xmlns:a16="http://schemas.microsoft.com/office/drawing/2014/main" id="{A9895F5B-1CD7-49A2-B830-FC546E2EC4B0}"/>
              </a:ext>
            </a:extLst>
          </p:cNvPr>
          <p:cNvSpPr>
            <a:spLocks xmlns:a="http://schemas.openxmlformats.org/drawingml/2006/main" noGrp="1"/>
          </p:cNvSpPr>
          <p:nvPr/>
        </p:nvSpPr>
        <p:spPr>
          <a:xfrm xmlns:a="http://schemas.openxmlformats.org/drawingml/2006/main">
            <a:off x="1002506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30" name="figure-example_b-16">
            <a:extLst xmlns:a="http://schemas.openxmlformats.org/drawingml/2006/main">
              <a:ext uri="{FF2B5EF4-FFF2-40B4-BE49-F238E27FC236}">
                <a16:creationId xmlns:a16="http://schemas.microsoft.com/office/drawing/2014/main" id="{C2964445-C479-4E6A-99C8-04AE12AEEBC9}"/>
              </a:ext>
            </a:extLst>
          </p:cNvPr>
          <p:cNvSpPr>
            <a:spLocks xmlns:a="http://schemas.openxmlformats.org/drawingml/2006/main" noGrp="1"/>
          </p:cNvSpPr>
          <p:nvPr/>
        </p:nvSpPr>
        <p:spPr>
          <a:xfrm xmlns:a="http://schemas.openxmlformats.org/drawingml/2006/main">
            <a:off x="1042987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31" name="figure-description-example_b">
            <a:extLst xmlns:a="http://schemas.openxmlformats.org/drawingml/2006/main">
              <a:ext uri="{FF2B5EF4-FFF2-40B4-BE49-F238E27FC236}">
                <a16:creationId xmlns:a16="http://schemas.microsoft.com/office/drawing/2014/main" id="{347B73D7-BBAB-4930-831B-42831218E3E7}"/>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Four matching lamp signs form one row on dark paper. Each has a yellow oval line and three light blue rays above it.</a:t>
            </a:r>
          </a:p>
        </p:txBody>
      </p:sp>
    </p:spTree>
    <p:extLst>
      <p:ext uri="{BB962C8B-B14F-4D97-AF65-F5344CB8AC3E}">
        <p14:creationId xmlns:p14="http://schemas.microsoft.com/office/powerpoint/2010/main" val="17752279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21B5A9C-5282-4FAA-8BFA-2A3AD939E34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3E22DF3-F78D-4BCE-9562-12A087CAF20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4DDDFB7F-E627-4C22-B530-6D945C047F4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3 of 3</a:t>
            </a:r>
          </a:p>
        </p:txBody>
      </p:sp>
      <p:pic>
        <p:nvPicPr>
          <p:cNvPr id="4" name="">
            <a:extLst xmlns:a="http://schemas.openxmlformats.org/drawingml/2006/main">
              <a:ext uri="{FF2B5EF4-FFF2-40B4-BE49-F238E27FC236}">
                <a16:creationId xmlns:a16="http://schemas.microsoft.com/office/drawing/2014/main" id="{7005CB69-1798-4C99-9FBE-6319EF09CDC5}"/>
              </a:ext>
            </a:extLst>
          </p:cNvPr>
          <p:cNvPicPr>
            <a:picLocks xmlns:a="http://schemas.openxmlformats.org/drawingml/2006/main" noChangeAspect="1"/>
          </p:cNvPicPr>
          <p:nvPr/>
        </p:nvPicPr>
        <p:blipFill>
          <a:blip xmlns:r="http://schemas.openxmlformats.org/officeDocument/2006/relationships" xmlns:a="http://schemas.openxmlformats.org/drawingml/2006/main" r:embed="R4e33a2304c39492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1D57995-6735-42F3-B9C9-07FB3F1D735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B929BB7-6735-4B8C-A517-878D43B9CCB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E5157C9-FBD4-495C-AE16-F016896E0A3C}"/>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45D932B-CE5E-4137-8BC8-E2B0C3EE0F9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C555AE9-CBC6-4EB3-AFE5-242FA0C68B4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51C9A8D-937E-48C6-BA40-95F3A8614D4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94B53C1-B3C4-4A3D-8758-376DFD2343E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7C5E456B-586A-4CEA-A358-BA2EC5D0108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4546CD9-4476-4E4D-B3E9-E28A240409E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figure-example_c-0">
            <a:extLst xmlns:a="http://schemas.openxmlformats.org/drawingml/2006/main">
              <a:ext uri="{FF2B5EF4-FFF2-40B4-BE49-F238E27FC236}">
                <a16:creationId xmlns:a16="http://schemas.microsoft.com/office/drawing/2014/main" id="{6F370D82-15C9-4128-8782-F1B537250EB8}"/>
              </a:ext>
            </a:extLst>
          </p:cNvPr>
          <p:cNvSpPr>
            <a:spLocks xmlns:a="http://schemas.openxmlformats.org/drawingml/2006/main" noGrp="1"/>
          </p:cNvSpPr>
          <p:nvPr/>
        </p:nvSpPr>
        <p:spPr>
          <a:xfrm xmlns:a="http://schemas.openxmlformats.org/drawingml/2006/main">
            <a:off x="474726" y="1904619"/>
            <a:ext cx="5387054" cy="281063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61E2C212-E582-46D7-95A0-56E942BBC34A}"/>
              </a:ext>
            </a:extLst>
          </p:cNvPr>
          <p:cNvSpPr>
            <a:spLocks xmlns:a="http://schemas.openxmlformats.org/drawingml/2006/main" noGrp="1"/>
          </p:cNvSpPr>
          <p:nvPr/>
        </p:nvSpPr>
        <p:spPr>
          <a:xfrm xmlns:a="http://schemas.openxmlformats.org/drawingml/2006/main">
            <a:off x="2606126"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c-2">
            <a:extLst xmlns:a="http://schemas.openxmlformats.org/drawingml/2006/main">
              <a:ext uri="{FF2B5EF4-FFF2-40B4-BE49-F238E27FC236}">
                <a16:creationId xmlns:a16="http://schemas.microsoft.com/office/drawing/2014/main" id="{22DD5339-DF8A-4D98-9AD2-24FCF47827E7}"/>
              </a:ext>
            </a:extLst>
          </p:cNvPr>
          <p:cNvSpPr>
            <a:spLocks xmlns:a="http://schemas.openxmlformats.org/drawingml/2006/main" noGrp="1"/>
          </p:cNvSpPr>
          <p:nvPr/>
        </p:nvSpPr>
        <p:spPr>
          <a:xfrm xmlns:a="http://schemas.openxmlformats.org/drawingml/2006/main">
            <a:off x="6330220" y="1904619"/>
            <a:ext cx="5387054" cy="2810637"/>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162E367A-5E2F-422F-AEF7-3AA06F6B58D0}"/>
              </a:ext>
            </a:extLst>
          </p:cNvPr>
          <p:cNvSpPr>
            <a:spLocks xmlns:a="http://schemas.openxmlformats.org/drawingml/2006/main" noGrp="1"/>
          </p:cNvSpPr>
          <p:nvPr/>
        </p:nvSpPr>
        <p:spPr>
          <a:xfrm xmlns:a="http://schemas.openxmlformats.org/drawingml/2006/main">
            <a:off x="8461619"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c-4">
            <a:extLst xmlns:a="http://schemas.openxmlformats.org/drawingml/2006/main">
              <a:ext uri="{FF2B5EF4-FFF2-40B4-BE49-F238E27FC236}">
                <a16:creationId xmlns:a16="http://schemas.microsoft.com/office/drawing/2014/main" id="{4D7B3AC1-9DA2-462C-9114-FE0EE3462101}"/>
              </a:ext>
            </a:extLst>
          </p:cNvPr>
          <p:cNvSpPr>
            <a:spLocks xmlns:a="http://schemas.openxmlformats.org/drawingml/2006/main" noGrp="1"/>
          </p:cNvSpPr>
          <p:nvPr/>
        </p:nvSpPr>
        <p:spPr>
          <a:xfrm xmlns:a="http://schemas.openxmlformats.org/drawingml/2006/main">
            <a:off x="2421217" y="5042695"/>
            <a:ext cx="1266577"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DARK</a:t>
            </a:r>
          </a:p>
        </p:txBody>
      </p:sp>
      <p:sp>
        <p:nvSpPr>
          <p:cNvPr id="19" name="figure-example_c-5">
            <a:extLst xmlns:a="http://schemas.openxmlformats.org/drawingml/2006/main">
              <a:ext uri="{FF2B5EF4-FFF2-40B4-BE49-F238E27FC236}">
                <a16:creationId xmlns:a16="http://schemas.microsoft.com/office/drawing/2014/main" id="{C3B83FE8-B74D-4F5F-8EED-91823A463779}"/>
              </a:ext>
            </a:extLst>
          </p:cNvPr>
          <p:cNvSpPr>
            <a:spLocks xmlns:a="http://schemas.openxmlformats.org/drawingml/2006/main" noGrp="1"/>
          </p:cNvSpPr>
          <p:nvPr/>
        </p:nvSpPr>
        <p:spPr>
          <a:xfrm xmlns:a="http://schemas.openxmlformats.org/drawingml/2006/main">
            <a:off x="7948803" y="5042695"/>
            <a:ext cx="3047654"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PALE YELLOW</a:t>
            </a:r>
          </a:p>
        </p:txBody>
      </p:sp>
      <p:sp>
        <p:nvSpPr>
          <p:cNvPr id="20" name="figure-description-example_c">
            <a:extLst xmlns:a="http://schemas.openxmlformats.org/drawingml/2006/main">
              <a:ext uri="{FF2B5EF4-FFF2-40B4-BE49-F238E27FC236}">
                <a16:creationId xmlns:a16="http://schemas.microsoft.com/office/drawing/2014/main" id="{620E972D-7F7E-4919-8E40-EA64BAF36E00}"/>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same yellow dot is on two equal rectangles: dark on the left and pale yellow on the right. The yellow dot is clearer on dark paper.</a:t>
            </a:r>
          </a:p>
        </p:txBody>
      </p:sp>
    </p:spTree>
    <p:extLst>
      <p:ext uri="{BB962C8B-B14F-4D97-AF65-F5344CB8AC3E}">
        <p14:creationId xmlns:p14="http://schemas.microsoft.com/office/powerpoint/2010/main" val="1546830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446D2A65-6163-41FA-ADE4-5DB1CD59D77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188EC75B-79E6-46E3-AB91-CD2F221C806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EC6A7789-5FE8-4D51-9D08-B5CE5ADF61D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1F958705-3F95-41FA-B334-B3F46834F958}"/>
              </a:ext>
            </a:extLst>
          </p:cNvPr>
          <p:cNvPicPr>
            <a:picLocks xmlns:a="http://schemas.openxmlformats.org/drawingml/2006/main" noChangeAspect="1"/>
          </p:cNvPicPr>
          <p:nvPr/>
        </p:nvPicPr>
        <p:blipFill>
          <a:blip xmlns:r="http://schemas.openxmlformats.org/officeDocument/2006/relationships" xmlns:a="http://schemas.openxmlformats.org/drawingml/2006/main" r:embed="R950d984c2a66440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CE1F304-A48D-4708-A0C9-B5F3F6D0CAB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3411CC6-FCA3-4BB1-A0EB-A18924D5F1A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464F134-651F-4C26-A49D-74D0276C093A}"/>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29DB801-1258-40EC-BD3A-BD946AF0D67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F39D779-99F6-46BF-BD44-393D4245513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3D017BF-5C50-4CD3-97FA-CA138CF7FC2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3B912C5-0A40-4ED2-B457-11B5B4D63CA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176D8B57-C44A-47CB-952A-2B15E6B138C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9FE746E-D1F5-4CED-8433-B9A5B3213E9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vocabulary-heading">
            <a:extLst xmlns:a="http://schemas.openxmlformats.org/drawingml/2006/main">
              <a:ext uri="{FF2B5EF4-FFF2-40B4-BE49-F238E27FC236}">
                <a16:creationId xmlns:a16="http://schemas.microsoft.com/office/drawing/2014/main" id="{3A1F648A-144E-4A4E-8309-FBC421407E87}"/>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a:t>
            </a:r>
          </a:p>
        </p:txBody>
      </p:sp>
      <p:sp>
        <p:nvSpPr>
          <p:cNvPr id="15" name="vocabulary-0">
            <a:extLst xmlns:a="http://schemas.openxmlformats.org/drawingml/2006/main">
              <a:ext uri="{FF2B5EF4-FFF2-40B4-BE49-F238E27FC236}">
                <a16:creationId xmlns:a16="http://schemas.microsoft.com/office/drawing/2014/main" id="{AC927321-83BB-446E-AD44-33BA3B812000}"/>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shape — the form of a mark, like a dot or a ring.</a:t>
            </a:r>
          </a:p>
        </p:txBody>
      </p:sp>
      <p:sp>
        <p:nvSpPr>
          <p:cNvPr id="16" name="figure-word_shape-0">
            <a:extLst xmlns:a="http://schemas.openxmlformats.org/drawingml/2006/main">
              <a:ext uri="{FF2B5EF4-FFF2-40B4-BE49-F238E27FC236}">
                <a16:creationId xmlns:a16="http://schemas.microsoft.com/office/drawing/2014/main" id="{FEC91E86-5C69-45E2-B529-F0BB765E09DB}"/>
              </a:ext>
            </a:extLst>
          </p:cNvPr>
          <p:cNvSpPr>
            <a:spLocks xmlns:a="http://schemas.openxmlformats.org/drawingml/2006/main" noGrp="1"/>
          </p:cNvSpPr>
          <p:nvPr/>
        </p:nvSpPr>
        <p:spPr>
          <a:xfrm xmlns:a="http://schemas.openxmlformats.org/drawingml/2006/main">
            <a:off x="1466340" y="3650455"/>
            <a:ext cx="1147267" cy="1147267"/>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7" name="figure-word_shape-1">
            <a:extLst xmlns:a="http://schemas.openxmlformats.org/drawingml/2006/main">
              <a:ext uri="{FF2B5EF4-FFF2-40B4-BE49-F238E27FC236}">
                <a16:creationId xmlns:a16="http://schemas.microsoft.com/office/drawing/2014/main" id="{858ED922-BA88-4884-A126-BCB6F1CB935D}"/>
              </a:ext>
            </a:extLst>
          </p:cNvPr>
          <p:cNvSpPr>
            <a:spLocks xmlns:a="http://schemas.openxmlformats.org/drawingml/2006/main" noGrp="1"/>
          </p:cNvSpPr>
          <p:nvPr/>
        </p:nvSpPr>
        <p:spPr>
          <a:xfrm xmlns:a="http://schemas.openxmlformats.org/drawingml/2006/main">
            <a:off x="3710993" y="3650455"/>
            <a:ext cx="1147267" cy="1147267"/>
          </a:xfrm>
          <a:prstGeom xmlns:a="http://schemas.openxmlformats.org/drawingml/2006/main" prst="ellipse">
            <a:avLst/>
          </a:prstGeom>
          <a:noFill xmlns:a="http://schemas.openxmlformats.org/drawingml/2006/main"/>
          <a:ln xmlns:a="http://schemas.openxmlformats.org/drawingml/2006/main" w="124703">
            <a:solidFill>
              <a:srgbClr val="152238"/>
            </a:solidFill>
          </a:ln>
        </p:spPr>
      </p:sp>
      <p:sp>
        <p:nvSpPr>
          <p:cNvPr id="18" name="figure-description-word_shape">
            <a:extLst xmlns:a="http://schemas.openxmlformats.org/drawingml/2006/main">
              <a:ext uri="{FF2B5EF4-FFF2-40B4-BE49-F238E27FC236}">
                <a16:creationId xmlns:a16="http://schemas.microsoft.com/office/drawing/2014/main" id="{2D310CA8-083D-4617-8602-F2948234F2F8}"/>
              </a:ext>
            </a:extLst>
          </p:cNvPr>
          <p:cNvSpPr>
            <a:spLocks xmlns:a="http://schemas.openxmlformats.org/drawingml/2006/main" noGrp="1"/>
          </p:cNvSpPr>
          <p:nvPr/>
        </p:nvSpPr>
        <p:spPr>
          <a:xfrm xmlns:a="http://schemas.openxmlformats.org/drawingml/2006/main">
            <a:off x="3810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filled dot and a round ring show two shapes.</a:t>
            </a:r>
          </a:p>
        </p:txBody>
      </p:sp>
      <p:sp>
        <p:nvSpPr>
          <p:cNvPr id="19" name="vocabulary-1">
            <a:extLst xmlns:a="http://schemas.openxmlformats.org/drawingml/2006/main">
              <a:ext uri="{FF2B5EF4-FFF2-40B4-BE49-F238E27FC236}">
                <a16:creationId xmlns:a16="http://schemas.microsoft.com/office/drawing/2014/main" id="{C97EEF71-E9FE-479E-96F0-D1A026D210FE}"/>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bright — strong and full of light, like our yellow. Bright marks stand out on dark paper.</a:t>
            </a:r>
          </a:p>
        </p:txBody>
      </p:sp>
      <p:sp>
        <p:nvSpPr>
          <p:cNvPr id="20" name="figure-word_bright-0">
            <a:extLst xmlns:a="http://schemas.openxmlformats.org/drawingml/2006/main">
              <a:ext uri="{FF2B5EF4-FFF2-40B4-BE49-F238E27FC236}">
                <a16:creationId xmlns:a16="http://schemas.microsoft.com/office/drawing/2014/main" id="{EC29D04F-2D2D-4A3D-A444-C8D8B6D436C9}"/>
              </a:ext>
            </a:extLst>
          </p:cNvPr>
          <p:cNvSpPr>
            <a:spLocks xmlns:a="http://schemas.openxmlformats.org/drawingml/2006/main" noGrp="1"/>
          </p:cNvSpPr>
          <p:nvPr/>
        </p:nvSpPr>
        <p:spPr>
          <a:xfrm xmlns:a="http://schemas.openxmlformats.org/drawingml/2006/main">
            <a:off x="6555006" y="3133344"/>
            <a:ext cx="4949389" cy="2587181"/>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21" name="figure-word_bright-1">
            <a:extLst xmlns:a="http://schemas.openxmlformats.org/drawingml/2006/main">
              <a:ext uri="{FF2B5EF4-FFF2-40B4-BE49-F238E27FC236}">
                <a16:creationId xmlns:a16="http://schemas.microsoft.com/office/drawing/2014/main" id="{C89BAC3C-4F49-4A1C-A048-436A7C969874}"/>
              </a:ext>
            </a:extLst>
          </p:cNvPr>
          <p:cNvSpPr>
            <a:spLocks xmlns:a="http://schemas.openxmlformats.org/drawingml/2006/main" noGrp="1"/>
          </p:cNvSpPr>
          <p:nvPr/>
        </p:nvSpPr>
        <p:spPr>
          <a:xfrm xmlns:a="http://schemas.openxmlformats.org/drawingml/2006/main">
            <a:off x="8467269" y="3853255"/>
            <a:ext cx="1124861" cy="1124861"/>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2" name="figure-description-word_bright">
            <a:extLst xmlns:a="http://schemas.openxmlformats.org/drawingml/2006/main">
              <a:ext uri="{FF2B5EF4-FFF2-40B4-BE49-F238E27FC236}">
                <a16:creationId xmlns:a16="http://schemas.microsoft.com/office/drawing/2014/main" id="{F5C9CC06-3BC2-4A9A-8025-A6EB1C6B3C28}"/>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bright yellow dot stands out on a dark rectangle.</a:t>
            </a:r>
          </a:p>
        </p:txBody>
      </p:sp>
    </p:spTree>
    <p:extLst>
      <p:ext uri="{BB962C8B-B14F-4D97-AF65-F5344CB8AC3E}">
        <p14:creationId xmlns:p14="http://schemas.microsoft.com/office/powerpoint/2010/main" val="10983537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CAD2FCB1-27A3-4C15-9B88-10A5DDF25DA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F2654BE3-B721-4CA6-AD78-907872BBBDA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39F38E9F-A2F7-46C9-9318-7C9010EADDE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362EDA4C-16D5-4452-A586-CB13313FB69E}"/>
              </a:ext>
            </a:extLst>
          </p:cNvPr>
          <p:cNvPicPr>
            <a:picLocks xmlns:a="http://schemas.openxmlformats.org/drawingml/2006/main" noChangeAspect="1"/>
          </p:cNvPicPr>
          <p:nvPr/>
        </p:nvPicPr>
        <p:blipFill>
          <a:blip xmlns:r="http://schemas.openxmlformats.org/officeDocument/2006/relationships" xmlns:a="http://schemas.openxmlformats.org/drawingml/2006/main" r:embed="R54c13af069c44a6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FCDCD40-ADB3-445E-9491-A460E58A7AB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D1AA3C3-09EF-44DA-A6D8-BF32C377254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A7955ED-21D1-4962-AFA3-2BC5DF29B9CC}"/>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D7254E9-5B29-44F5-B40F-3C1761EFD2C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7AE443F-7362-41FE-B793-C4531BEC455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D365B9C-11C7-4DCD-A6D1-CDDCC10C778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FB73486-392F-4F41-A895-C37D488876F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C40E93FA-09FE-495E-B134-9375663D0CE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42401EA-BE08-4BD9-8427-F6925C36EC8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shape pair, in marks, words or pictures.</a:t>
            </a:r>
          </a:p>
        </p:txBody>
      </p:sp>
      <p:sp>
        <p:nvSpPr>
          <p:cNvPr id="14" name="vocabulary-heading">
            <a:extLst xmlns:a="http://schemas.openxmlformats.org/drawingml/2006/main">
              <a:ext uri="{FF2B5EF4-FFF2-40B4-BE49-F238E27FC236}">
                <a16:creationId xmlns:a16="http://schemas.microsoft.com/office/drawing/2014/main" id="{3494E63A-42FD-4655-B3D2-1811E3FFED7A}"/>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a:t>
            </a:r>
          </a:p>
        </p:txBody>
      </p:sp>
      <p:sp>
        <p:nvSpPr>
          <p:cNvPr id="15" name="vocabulary-2">
            <a:extLst xmlns:a="http://schemas.openxmlformats.org/drawingml/2006/main">
              <a:ext uri="{FF2B5EF4-FFF2-40B4-BE49-F238E27FC236}">
                <a16:creationId xmlns:a16="http://schemas.microsoft.com/office/drawing/2014/main" id="{7363CF07-ADE9-4BC4-BC7A-2419CD9B5AFD}"/>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pattern — marks put in an order.</a:t>
            </a:r>
          </a:p>
        </p:txBody>
      </p:sp>
      <p:sp>
        <p:nvSpPr>
          <p:cNvPr id="16" name="figure-word_pattern-0">
            <a:extLst xmlns:a="http://schemas.openxmlformats.org/drawingml/2006/main">
              <a:ext uri="{FF2B5EF4-FFF2-40B4-BE49-F238E27FC236}">
                <a16:creationId xmlns:a16="http://schemas.microsoft.com/office/drawing/2014/main" id="{1B1E681C-4B91-422B-808C-502441A7B8E6}"/>
              </a:ext>
            </a:extLst>
          </p:cNvPr>
          <p:cNvSpPr>
            <a:spLocks xmlns:a="http://schemas.openxmlformats.org/drawingml/2006/main" noGrp="1"/>
          </p:cNvSpPr>
          <p:nvPr/>
        </p:nvSpPr>
        <p:spPr>
          <a:xfrm xmlns:a="http://schemas.openxmlformats.org/drawingml/2006/main">
            <a:off x="857794" y="3709770"/>
            <a:ext cx="715191" cy="715191"/>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7" name="figure-word_pattern-1">
            <a:extLst xmlns:a="http://schemas.openxmlformats.org/drawingml/2006/main">
              <a:ext uri="{FF2B5EF4-FFF2-40B4-BE49-F238E27FC236}">
                <a16:creationId xmlns:a16="http://schemas.microsoft.com/office/drawing/2014/main" id="{68EA7111-3678-412D-90E0-9063DD7376F7}"/>
              </a:ext>
            </a:extLst>
          </p:cNvPr>
          <p:cNvSpPr>
            <a:spLocks xmlns:a="http://schemas.openxmlformats.org/drawingml/2006/main" noGrp="1"/>
          </p:cNvSpPr>
          <p:nvPr/>
        </p:nvSpPr>
        <p:spPr>
          <a:xfrm xmlns:a="http://schemas.openxmlformats.org/drawingml/2006/main">
            <a:off x="2168979" y="3709770"/>
            <a:ext cx="715191" cy="715191"/>
          </a:xfrm>
          <a:prstGeom xmlns:a="http://schemas.openxmlformats.org/drawingml/2006/main" prst="ellipse">
            <a:avLst/>
          </a:prstGeom>
          <a:noFill xmlns:a="http://schemas.openxmlformats.org/drawingml/2006/main"/>
          <a:ln xmlns:a="http://schemas.openxmlformats.org/drawingml/2006/main" w="79466">
            <a:solidFill>
              <a:srgbClr val="152238"/>
            </a:solidFill>
          </a:ln>
        </p:spPr>
      </p:sp>
      <p:sp>
        <p:nvSpPr>
          <p:cNvPr id="18" name="figure-word_pattern-2">
            <a:extLst xmlns:a="http://schemas.openxmlformats.org/drawingml/2006/main">
              <a:ext uri="{FF2B5EF4-FFF2-40B4-BE49-F238E27FC236}">
                <a16:creationId xmlns:a16="http://schemas.microsoft.com/office/drawing/2014/main" id="{8F3F1575-6B15-47E0-8B30-8C83A37E47C1}"/>
              </a:ext>
            </a:extLst>
          </p:cNvPr>
          <p:cNvSpPr>
            <a:spLocks xmlns:a="http://schemas.openxmlformats.org/drawingml/2006/main" noGrp="1"/>
          </p:cNvSpPr>
          <p:nvPr/>
        </p:nvSpPr>
        <p:spPr>
          <a:xfrm xmlns:a="http://schemas.openxmlformats.org/drawingml/2006/main">
            <a:off x="3480163" y="3709770"/>
            <a:ext cx="715191" cy="715191"/>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9" name="figure-word_pattern-3">
            <a:extLst xmlns:a="http://schemas.openxmlformats.org/drawingml/2006/main">
              <a:ext uri="{FF2B5EF4-FFF2-40B4-BE49-F238E27FC236}">
                <a16:creationId xmlns:a16="http://schemas.microsoft.com/office/drawing/2014/main" id="{007F394E-00C1-430D-A755-EB032C02439C}"/>
              </a:ext>
            </a:extLst>
          </p:cNvPr>
          <p:cNvSpPr>
            <a:spLocks xmlns:a="http://schemas.openxmlformats.org/drawingml/2006/main" noGrp="1"/>
          </p:cNvSpPr>
          <p:nvPr/>
        </p:nvSpPr>
        <p:spPr>
          <a:xfrm xmlns:a="http://schemas.openxmlformats.org/drawingml/2006/main">
            <a:off x="4791347" y="3709770"/>
            <a:ext cx="715191" cy="715191"/>
          </a:xfrm>
          <a:prstGeom xmlns:a="http://schemas.openxmlformats.org/drawingml/2006/main" prst="ellipse">
            <a:avLst/>
          </a:prstGeom>
          <a:noFill xmlns:a="http://schemas.openxmlformats.org/drawingml/2006/main"/>
          <a:ln xmlns:a="http://schemas.openxmlformats.org/drawingml/2006/main" w="79466">
            <a:solidFill>
              <a:srgbClr val="152238"/>
            </a:solidFill>
          </a:ln>
        </p:spPr>
      </p:sp>
      <p:sp>
        <p:nvSpPr>
          <p:cNvPr id="20" name="figure-description-word_pattern">
            <a:extLst xmlns:a="http://schemas.openxmlformats.org/drawingml/2006/main">
              <a:ext uri="{FF2B5EF4-FFF2-40B4-BE49-F238E27FC236}">
                <a16:creationId xmlns:a16="http://schemas.microsoft.com/office/drawing/2014/main" id="{A53AFEB7-FD30-40E8-BC7B-83584D7D0475}"/>
              </a:ext>
            </a:extLst>
          </p:cNvPr>
          <p:cNvSpPr>
            <a:spLocks xmlns:a="http://schemas.openxmlformats.org/drawingml/2006/main" noGrp="1"/>
          </p:cNvSpPr>
          <p:nvPr/>
        </p:nvSpPr>
        <p:spPr>
          <a:xfrm xmlns:a="http://schemas.openxmlformats.org/drawingml/2006/main">
            <a:off x="381000" y="537762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dot, a ring, a dot and a ring are put in a row.</a:t>
            </a:r>
          </a:p>
        </p:txBody>
      </p:sp>
      <p:sp>
        <p:nvSpPr>
          <p:cNvPr id="21" name="vocabulary-3">
            <a:extLst xmlns:a="http://schemas.openxmlformats.org/drawingml/2006/main">
              <a:ext uri="{FF2B5EF4-FFF2-40B4-BE49-F238E27FC236}">
                <a16:creationId xmlns:a16="http://schemas.microsoft.com/office/drawing/2014/main" id="{4E30B428-CED0-4A9B-9B1E-210D121E4CBB}"/>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repeat — use the same bit again.</a:t>
            </a:r>
          </a:p>
        </p:txBody>
      </p:sp>
      <p:sp>
        <p:nvSpPr>
          <p:cNvPr id="22" name="figure-word_repeat-0">
            <a:extLst xmlns:a="http://schemas.openxmlformats.org/drawingml/2006/main">
              <a:ext uri="{FF2B5EF4-FFF2-40B4-BE49-F238E27FC236}">
                <a16:creationId xmlns:a16="http://schemas.microsoft.com/office/drawing/2014/main" id="{288FE130-298C-4EA1-99F0-38100D2F7EED}"/>
              </a:ext>
            </a:extLst>
          </p:cNvPr>
          <p:cNvSpPr>
            <a:spLocks xmlns:a="http://schemas.openxmlformats.org/drawingml/2006/main" noGrp="1"/>
          </p:cNvSpPr>
          <p:nvPr/>
        </p:nvSpPr>
        <p:spPr>
          <a:xfrm xmlns:a="http://schemas.openxmlformats.org/drawingml/2006/main">
            <a:off x="6928160" y="3706107"/>
            <a:ext cx="591058" cy="591058"/>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3" name="figure-word_repeat-1">
            <a:extLst xmlns:a="http://schemas.openxmlformats.org/drawingml/2006/main">
              <a:ext uri="{FF2B5EF4-FFF2-40B4-BE49-F238E27FC236}">
                <a16:creationId xmlns:a16="http://schemas.microsoft.com/office/drawing/2014/main" id="{3E07B51D-6F06-47B3-BD81-652CEB23EB22}"/>
              </a:ext>
            </a:extLst>
          </p:cNvPr>
          <p:cNvSpPr>
            <a:spLocks xmlns:a="http://schemas.openxmlformats.org/drawingml/2006/main" noGrp="1"/>
          </p:cNvSpPr>
          <p:nvPr/>
        </p:nvSpPr>
        <p:spPr>
          <a:xfrm xmlns:a="http://schemas.openxmlformats.org/drawingml/2006/main">
            <a:off x="7831166" y="3706107"/>
            <a:ext cx="591058" cy="591058"/>
          </a:xfrm>
          <a:prstGeom xmlns:a="http://schemas.openxmlformats.org/drawingml/2006/main" prst="ellipse">
            <a:avLst/>
          </a:prstGeom>
          <a:noFill xmlns:a="http://schemas.openxmlformats.org/drawingml/2006/main"/>
          <a:ln xmlns:a="http://schemas.openxmlformats.org/drawingml/2006/main" w="65673">
            <a:solidFill>
              <a:srgbClr val="152238"/>
            </a:solidFill>
          </a:ln>
        </p:spPr>
      </p:sp>
      <p:sp>
        <p:nvSpPr>
          <p:cNvPr id="24" name="figure-word_repeat-2">
            <a:extLst xmlns:a="http://schemas.openxmlformats.org/drawingml/2006/main">
              <a:ext uri="{FF2B5EF4-FFF2-40B4-BE49-F238E27FC236}">
                <a16:creationId xmlns:a16="http://schemas.microsoft.com/office/drawing/2014/main" id="{BF19EA7B-E4DE-4216-A6F3-FD89F786F6DB}"/>
              </a:ext>
            </a:extLst>
          </p:cNvPr>
          <p:cNvSpPr>
            <a:spLocks xmlns:a="http://schemas.openxmlformats.org/drawingml/2006/main" noGrp="1"/>
          </p:cNvSpPr>
          <p:nvPr/>
        </p:nvSpPr>
        <p:spPr>
          <a:xfrm xmlns:a="http://schemas.openxmlformats.org/drawingml/2006/main">
            <a:off x="9719268" y="3706107"/>
            <a:ext cx="591058" cy="591058"/>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5" name="figure-word_repeat-3">
            <a:extLst xmlns:a="http://schemas.openxmlformats.org/drawingml/2006/main">
              <a:ext uri="{FF2B5EF4-FFF2-40B4-BE49-F238E27FC236}">
                <a16:creationId xmlns:a16="http://schemas.microsoft.com/office/drawing/2014/main" id="{BBBF993E-83AB-4B6E-901F-787891C8B568}"/>
              </a:ext>
            </a:extLst>
          </p:cNvPr>
          <p:cNvSpPr>
            <a:spLocks xmlns:a="http://schemas.openxmlformats.org/drawingml/2006/main" noGrp="1"/>
          </p:cNvSpPr>
          <p:nvPr/>
        </p:nvSpPr>
        <p:spPr>
          <a:xfrm xmlns:a="http://schemas.openxmlformats.org/drawingml/2006/main">
            <a:off x="10622273" y="3706107"/>
            <a:ext cx="591058" cy="591058"/>
          </a:xfrm>
          <a:prstGeom xmlns:a="http://schemas.openxmlformats.org/drawingml/2006/main" prst="ellipse">
            <a:avLst/>
          </a:prstGeom>
          <a:noFill xmlns:a="http://schemas.openxmlformats.org/drawingml/2006/main"/>
          <a:ln xmlns:a="http://schemas.openxmlformats.org/drawingml/2006/main" w="65673">
            <a:solidFill>
              <a:srgbClr val="152238"/>
            </a:solidFill>
          </a:ln>
        </p:spPr>
      </p:sp>
      <p:sp>
        <p:nvSpPr>
          <p:cNvPr id="26" name="figure-word_repeat-4">
            <a:extLst xmlns:a="http://schemas.openxmlformats.org/drawingml/2006/main">
              <a:ext uri="{FF2B5EF4-FFF2-40B4-BE49-F238E27FC236}">
                <a16:creationId xmlns:a16="http://schemas.microsoft.com/office/drawing/2014/main" id="{D63ABEF5-2080-4F22-9E5A-805070BE478C}"/>
              </a:ext>
            </a:extLst>
          </p:cNvPr>
          <p:cNvSpPr>
            <a:spLocks xmlns:a="http://schemas.openxmlformats.org/drawingml/2006/main" noGrp="1"/>
          </p:cNvSpPr>
          <p:nvPr/>
        </p:nvSpPr>
        <p:spPr>
          <a:xfrm xmlns:a="http://schemas.openxmlformats.org/drawingml/2006/main">
            <a:off x="7716238" y="3344905"/>
            <a:ext cx="2741852" cy="16418"/>
          </a:xfrm>
          <a:custGeom xmlns:a="http://schemas.openxmlformats.org/drawingml/2006/main">
            <a:pathLst>
              <a:path w="2741852" h="16418">
                <a:moveTo>
                  <a:pt x="0" y="0"/>
                </a:moveTo>
                <a:lnTo>
                  <a:pt x="2741852" y="0"/>
                </a:lnTo>
              </a:path>
            </a:pathLst>
          </a:custGeom>
          <a:noFill xmlns:a="http://schemas.openxmlformats.org/drawingml/2006/main"/>
          <a:ln xmlns:a="http://schemas.openxmlformats.org/drawingml/2006/main" w="49255">
            <a:solidFill>
              <a:srgbClr val="152238"/>
            </a:solidFill>
          </a:ln>
        </p:spPr>
      </p:sp>
      <p:sp>
        <p:nvSpPr>
          <p:cNvPr id="27" name="figure-word_repeat-5">
            <a:extLst xmlns:a="http://schemas.openxmlformats.org/drawingml/2006/main">
              <a:ext uri="{FF2B5EF4-FFF2-40B4-BE49-F238E27FC236}">
                <a16:creationId xmlns:a16="http://schemas.microsoft.com/office/drawing/2014/main" id="{634B08E0-534A-42BB-B25B-2B8D509F999C}"/>
              </a:ext>
            </a:extLst>
          </p:cNvPr>
          <p:cNvSpPr>
            <a:spLocks xmlns:a="http://schemas.openxmlformats.org/drawingml/2006/main" noGrp="1"/>
          </p:cNvSpPr>
          <p:nvPr/>
        </p:nvSpPr>
        <p:spPr>
          <a:xfrm xmlns:a="http://schemas.openxmlformats.org/drawingml/2006/main">
            <a:off x="10277489" y="3213559"/>
            <a:ext cx="180601" cy="131346"/>
          </a:xfrm>
          <a:custGeom xmlns:a="http://schemas.openxmlformats.org/drawingml/2006/main">
            <a:pathLst>
              <a:path w="180601" h="131346">
                <a:moveTo>
                  <a:pt x="180601" y="131346"/>
                </a:moveTo>
                <a:lnTo>
                  <a:pt x="0" y="0"/>
                </a:lnTo>
              </a:path>
            </a:pathLst>
          </a:custGeom>
          <a:noFill xmlns:a="http://schemas.openxmlformats.org/drawingml/2006/main"/>
          <a:ln xmlns:a="http://schemas.openxmlformats.org/drawingml/2006/main" w="49255">
            <a:solidFill>
              <a:srgbClr val="152238"/>
            </a:solidFill>
          </a:ln>
        </p:spPr>
      </p:sp>
      <p:sp>
        <p:nvSpPr>
          <p:cNvPr id="28" name="figure-word_repeat-6">
            <a:extLst xmlns:a="http://schemas.openxmlformats.org/drawingml/2006/main">
              <a:ext uri="{FF2B5EF4-FFF2-40B4-BE49-F238E27FC236}">
                <a16:creationId xmlns:a16="http://schemas.microsoft.com/office/drawing/2014/main" id="{254ED1D2-CCFD-4221-BB7A-68D6D8E3CFA7}"/>
              </a:ext>
            </a:extLst>
          </p:cNvPr>
          <p:cNvSpPr>
            <a:spLocks xmlns:a="http://schemas.openxmlformats.org/drawingml/2006/main" noGrp="1"/>
          </p:cNvSpPr>
          <p:nvPr/>
        </p:nvSpPr>
        <p:spPr>
          <a:xfrm xmlns:a="http://schemas.openxmlformats.org/drawingml/2006/main">
            <a:off x="10277489" y="3344905"/>
            <a:ext cx="180601" cy="131346"/>
          </a:xfrm>
          <a:custGeom xmlns:a="http://schemas.openxmlformats.org/drawingml/2006/main">
            <a:pathLst>
              <a:path w="180601" h="131346">
                <a:moveTo>
                  <a:pt x="180601" y="0"/>
                </a:moveTo>
                <a:lnTo>
                  <a:pt x="0" y="131346"/>
                </a:lnTo>
              </a:path>
            </a:pathLst>
          </a:custGeom>
          <a:noFill xmlns:a="http://schemas.openxmlformats.org/drawingml/2006/main"/>
          <a:ln xmlns:a="http://schemas.openxmlformats.org/drawingml/2006/main" w="49255">
            <a:solidFill>
              <a:srgbClr val="152238"/>
            </a:solidFill>
          </a:ln>
        </p:spPr>
      </p:sp>
      <p:sp>
        <p:nvSpPr>
          <p:cNvPr id="29" name="figure-description-word_repeat">
            <a:extLst xmlns:a="http://schemas.openxmlformats.org/drawingml/2006/main">
              <a:ext uri="{FF2B5EF4-FFF2-40B4-BE49-F238E27FC236}">
                <a16:creationId xmlns:a16="http://schemas.microsoft.com/office/drawing/2014/main" id="{3BAA91DA-A97A-48CE-A62B-64950424F252}"/>
              </a:ext>
            </a:extLst>
          </p:cNvPr>
          <p:cNvSpPr>
            <a:spLocks xmlns:a="http://schemas.openxmlformats.org/drawingml/2006/main" noGrp="1"/>
          </p:cNvSpPr>
          <p:nvPr/>
        </p:nvSpPr>
        <p:spPr>
          <a:xfrm xmlns:a="http://schemas.openxmlformats.org/drawingml/2006/main">
            <a:off x="6248400" y="516407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dot-and-ring pair is shown twice. An arrow goes from the first pair to the next.</a:t>
            </a:r>
          </a:p>
        </p:txBody>
      </p:sp>
      <p:sp>
        <p:nvSpPr>
          <p:cNvPr id="30" name="vocabulary-check">
            <a:extLst xmlns:a="http://schemas.openxmlformats.org/drawingml/2006/main">
              <a:ext uri="{FF2B5EF4-FFF2-40B4-BE49-F238E27FC236}">
                <a16:creationId xmlns:a16="http://schemas.microsoft.com/office/drawing/2014/main" id="{F12BB759-8F5E-4C3C-801B-CD52BC752F49}"/>
              </a:ext>
            </a:extLst>
          </p:cNvPr>
          <p:cNvSpPr>
            <a:spLocks xmlns:a="http://schemas.openxmlformats.org/drawingml/2006/main" noGrp="1"/>
          </p:cNvSpPr>
          <p:nvPr/>
        </p:nvSpPr>
        <p:spPr>
          <a:xfrm xmlns:a="http://schemas.openxmlformats.org/drawingml/2006/main">
            <a:off x="381000" y="57721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0" lang="en-GB">
                <a:solidFill>
                  <a:srgbClr val="17263B"/>
                </a:solidFill>
                <a:latin typeface="Arial"/>
                <a:ea typeface="Arial"/>
                <a:cs typeface="Arial"/>
              </a:defRPr>
            </a:defPPr>
          </a:lstStyle>
          <a:p xmlns:a="http://schemas.openxmlformats.org/drawingml/2006/main">
            <a:pPr algn="l">
              <a:lnSpc>
                <a:spcPct val="108000"/>
              </a:lnSpc>
              <a:buNone/>
              <a:defRPr sz="1650" b="0" lang="en-GB">
                <a:solidFill>
                  <a:srgbClr val="17263B"/>
                </a:solidFill>
                <a:latin typeface="Arial"/>
                <a:ea typeface="Arial"/>
                <a:cs typeface="Arial"/>
              </a:defRPr>
            </a:pPr>
            <a:r>
              <a:rPr sz="1650" b="0" lang="en-GB">
                <a:solidFill>
                  <a:srgbClr val="17263B"/>
                </a:solidFill>
                <a:latin typeface="Arial"/>
                <a:ea typeface="Arial"/>
                <a:cs typeface="Arial"/>
              </a:rPr>
              <a:t>Show the pair that I will use again.</a:t>
            </a:r>
          </a:p>
        </p:txBody>
      </p:sp>
    </p:spTree>
    <p:extLst>
      <p:ext uri="{BB962C8B-B14F-4D97-AF65-F5344CB8AC3E}">
        <p14:creationId xmlns:p14="http://schemas.microsoft.com/office/powerpoint/2010/main" val="16194604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47AB774-F23B-4E26-A626-A6AAA60CAF9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310DAE5-5A72-4063-93BE-F454E035469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5A735AFD-72BF-4FC9-B59D-6E1FA83C9F8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B2D61121-8490-413F-9504-E830B0B56B32}"/>
              </a:ext>
            </a:extLst>
          </p:cNvPr>
          <p:cNvPicPr>
            <a:picLocks xmlns:a="http://schemas.openxmlformats.org/drawingml/2006/main" noChangeAspect="1"/>
          </p:cNvPicPr>
          <p:nvPr/>
        </p:nvPicPr>
        <p:blipFill>
          <a:blip xmlns:r="http://schemas.openxmlformats.org/officeDocument/2006/relationships" xmlns:a="http://schemas.openxmlformats.org/drawingml/2006/main" r:embed="R1e7a4c44a87845b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ED257EA-5067-40B6-AFA1-597BFCFCB85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FC437A5-F410-4736-B4AB-6CF45B97D2F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5D2C4B9-4904-428C-8B8B-26960680D73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1174AAF-FDB5-4790-B0D5-907619258947}"/>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E26A3D1-A733-43CC-A7D4-0F01A5BF84E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1893409-4027-4FCD-B470-5A1426EFA76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2656F6F-2162-4A56-A9CC-A793C5CDF1F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ECCE76E6-FA36-4BF6-B866-6B66E4A74FB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37F0582-734F-4529-B320-B65C4B140452}"/>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pair, then your shape, two or three colours and the bit to use again, in words or marks.</a:t>
            </a:r>
          </a:p>
        </p:txBody>
      </p:sp>
      <p:sp>
        <p:nvSpPr>
          <p:cNvPr id="14" name="body-0">
            <a:extLst xmlns:a="http://schemas.openxmlformats.org/drawingml/2006/main">
              <a:ext uri="{FF2B5EF4-FFF2-40B4-BE49-F238E27FC236}">
                <a16:creationId xmlns:a16="http://schemas.microsoft.com/office/drawing/2014/main" id="{683316F6-86EC-4B7E-B4C1-C9DF7E3C78B5}"/>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pattern hunt</a:t>
            </a:r>
          </a:p>
        </p:txBody>
      </p:sp>
      <p:sp>
        <p:nvSpPr>
          <p:cNvPr id="15" name="body-1">
            <a:extLst xmlns:a="http://schemas.openxmlformats.org/drawingml/2006/main">
              <a:ext uri="{FF2B5EF4-FFF2-40B4-BE49-F238E27FC236}">
                <a16:creationId xmlns:a16="http://schemas.microsoft.com/office/drawing/2014/main" id="{B0D1AA7D-C9F0-4AA4-8FFB-A7951E439142}"/>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a:t>
            </a:r>
          </a:p>
        </p:txBody>
      </p:sp>
      <p:sp>
        <p:nvSpPr>
          <p:cNvPr id="16" name="body-2">
            <a:extLst xmlns:a="http://schemas.openxmlformats.org/drawingml/2006/main">
              <a:ext uri="{FF2B5EF4-FFF2-40B4-BE49-F238E27FC236}">
                <a16:creationId xmlns:a16="http://schemas.microsoft.com/office/drawing/2014/main" id="{B0BD54DD-C0F4-4F34-BF0D-45DE8D59A408}"/>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see a yellow dot, then a pink ring.</a:t>
            </a:r>
          </a:p>
        </p:txBody>
      </p:sp>
      <p:sp>
        <p:nvSpPr>
          <p:cNvPr id="17" name="body-3">
            <a:extLst xmlns:a="http://schemas.openxmlformats.org/drawingml/2006/main">
              <a:ext uri="{FF2B5EF4-FFF2-40B4-BE49-F238E27FC236}">
                <a16:creationId xmlns:a16="http://schemas.microsoft.com/office/drawing/2014/main" id="{85E8EBC3-87E7-4856-B934-E9701DD1E4FE}"/>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use that pair again.</a:t>
            </a:r>
          </a:p>
        </p:txBody>
      </p:sp>
      <p:sp>
        <p:nvSpPr>
          <p:cNvPr id="18" name="body-4">
            <a:extLst xmlns:a="http://schemas.openxmlformats.org/drawingml/2006/main">
              <a:ext uri="{FF2B5EF4-FFF2-40B4-BE49-F238E27FC236}">
                <a16:creationId xmlns:a16="http://schemas.microsoft.com/office/drawing/2014/main" id="{D63F1DF4-522E-47E0-A367-62F6D3CE1BD0}"/>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the next two marks.</a:t>
            </a:r>
          </a:p>
        </p:txBody>
      </p:sp>
      <p:sp>
        <p:nvSpPr>
          <p:cNvPr id="19" name="body-5">
            <a:extLst xmlns:a="http://schemas.openxmlformats.org/drawingml/2006/main">
              <a:ext uri="{FF2B5EF4-FFF2-40B4-BE49-F238E27FC236}">
                <a16:creationId xmlns:a16="http://schemas.microsoft.com/office/drawing/2014/main" id="{D6539EDC-BD00-4382-8841-266420B7E567}"/>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example space: Yellow dot / pink ring / __________ / __________</a:t>
            </a:r>
          </a:p>
        </p:txBody>
      </p:sp>
      <p:sp>
        <p:nvSpPr>
          <p:cNvPr id="20" name="body-6">
            <a:extLst xmlns:a="http://schemas.openxmlformats.org/drawingml/2006/main">
              <a:ext uri="{FF2B5EF4-FFF2-40B4-BE49-F238E27FC236}">
                <a16:creationId xmlns:a16="http://schemas.microsoft.com/office/drawing/2014/main" id="{1ED8ED2C-7C3D-4EA4-A20A-7FBBAFA07E28}"/>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each of us has a go.</a:t>
            </a:r>
          </a:p>
        </p:txBody>
      </p:sp>
    </p:spTree>
    <p:extLst>
      <p:ext uri="{BB962C8B-B14F-4D97-AF65-F5344CB8AC3E}">
        <p14:creationId xmlns:p14="http://schemas.microsoft.com/office/powerpoint/2010/main" val="3502572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83E2AD2-C841-4C3F-915A-0FAC6886568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C5160511-E91F-4273-B256-C9A4EE48BAF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31E7E1FB-0B8A-4725-BAE7-EC8C7FC9173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B9AC7663-9287-463E-BC66-BAC98A6D53BC}"/>
              </a:ext>
            </a:extLst>
          </p:cNvPr>
          <p:cNvPicPr>
            <a:picLocks xmlns:a="http://schemas.openxmlformats.org/drawingml/2006/main" noChangeAspect="1"/>
          </p:cNvPicPr>
          <p:nvPr/>
        </p:nvPicPr>
        <p:blipFill>
          <a:blip xmlns:r="http://schemas.openxmlformats.org/officeDocument/2006/relationships" xmlns:a="http://schemas.openxmlformats.org/drawingml/2006/main" r:embed="R18c6549807ce4cf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AAE1A7A-D777-4D1A-96FD-683F1C05EC0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C9265F8-0418-4835-A1BB-A1FE5403A3D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F8E35A7-5031-4042-AA51-86E7FF7DFAB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5F03C13-9E93-42FD-9D9A-65FBA1C9CF4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25D45FE-9532-4B61-A82A-633C5BD8EBF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F4E32AA-8A0C-4E9C-B306-34CA56FFBA9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2C30735-3E88-4632-8433-A177B78FE6E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CDAB2D2B-064C-4D14-BEB4-1753EC8CCE9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BC89A75-0D54-49CA-952C-ACEFB8BE0A15}"/>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pair, then your shape, two or three colours and the bit to use again, in words or marks.</a:t>
            </a:r>
          </a:p>
        </p:txBody>
      </p:sp>
      <p:sp>
        <p:nvSpPr>
          <p:cNvPr id="14" name="figure-guided_row-0">
            <a:extLst xmlns:a="http://schemas.openxmlformats.org/drawingml/2006/main">
              <a:ext uri="{FF2B5EF4-FFF2-40B4-BE49-F238E27FC236}">
                <a16:creationId xmlns:a16="http://schemas.microsoft.com/office/drawing/2014/main" id="{A9CE856C-DF0C-40A1-82F3-968A373CDC49}"/>
              </a:ext>
            </a:extLst>
          </p:cNvPr>
          <p:cNvSpPr>
            <a:spLocks xmlns:a="http://schemas.openxmlformats.org/drawingml/2006/main" noGrp="1"/>
          </p:cNvSpPr>
          <p:nvPr/>
        </p:nvSpPr>
        <p:spPr>
          <a:xfrm xmlns:a="http://schemas.openxmlformats.org/drawingml/2006/main">
            <a:off x="1154475" y="2151888"/>
            <a:ext cx="9883050" cy="2573711"/>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row-1">
            <a:extLst xmlns:a="http://schemas.openxmlformats.org/drawingml/2006/main">
              <a:ext uri="{FF2B5EF4-FFF2-40B4-BE49-F238E27FC236}">
                <a16:creationId xmlns:a16="http://schemas.microsoft.com/office/drawing/2014/main" id="{7AC93BB6-EB62-459A-A851-C11291638FFE}"/>
              </a:ext>
            </a:extLst>
          </p:cNvPr>
          <p:cNvSpPr>
            <a:spLocks xmlns:a="http://schemas.openxmlformats.org/drawingml/2006/main" noGrp="1"/>
          </p:cNvSpPr>
          <p:nvPr/>
        </p:nvSpPr>
        <p:spPr>
          <a:xfrm xmlns:a="http://schemas.openxmlformats.org/drawingml/2006/main">
            <a:off x="1978062" y="2996065"/>
            <a:ext cx="905946" cy="905946"/>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guided_row-2">
            <a:extLst xmlns:a="http://schemas.openxmlformats.org/drawingml/2006/main">
              <a:ext uri="{FF2B5EF4-FFF2-40B4-BE49-F238E27FC236}">
                <a16:creationId xmlns:a16="http://schemas.microsoft.com/office/drawing/2014/main" id="{A7B17296-AAF7-440E-A89A-98D37A461AFF}"/>
              </a:ext>
            </a:extLst>
          </p:cNvPr>
          <p:cNvSpPr>
            <a:spLocks xmlns:a="http://schemas.openxmlformats.org/drawingml/2006/main" noGrp="1"/>
          </p:cNvSpPr>
          <p:nvPr/>
        </p:nvSpPr>
        <p:spPr>
          <a:xfrm xmlns:a="http://schemas.openxmlformats.org/drawingml/2006/main">
            <a:off x="4345877" y="2996065"/>
            <a:ext cx="905946" cy="905946"/>
          </a:xfrm>
          <a:prstGeom xmlns:a="http://schemas.openxmlformats.org/drawingml/2006/main" prst="ellipse">
            <a:avLst/>
          </a:prstGeom>
          <a:noFill xmlns:a="http://schemas.openxmlformats.org/drawingml/2006/main"/>
          <a:ln xmlns:a="http://schemas.openxmlformats.org/drawingml/2006/main" w="102948">
            <a:solidFill>
              <a:srgbClr val="FF69B4"/>
            </a:solidFill>
          </a:ln>
        </p:spPr>
      </p:sp>
      <p:sp>
        <p:nvSpPr>
          <p:cNvPr id="17" name="figure-guided_row-3">
            <a:extLst xmlns:a="http://schemas.openxmlformats.org/drawingml/2006/main">
              <a:ext uri="{FF2B5EF4-FFF2-40B4-BE49-F238E27FC236}">
                <a16:creationId xmlns:a16="http://schemas.microsoft.com/office/drawing/2014/main" id="{8D540D0A-1E4C-44A2-9CB6-31202D2FB0F4}"/>
              </a:ext>
            </a:extLst>
          </p:cNvPr>
          <p:cNvSpPr>
            <a:spLocks xmlns:a="http://schemas.openxmlformats.org/drawingml/2006/main" noGrp="1"/>
          </p:cNvSpPr>
          <p:nvPr/>
        </p:nvSpPr>
        <p:spPr>
          <a:xfrm xmlns:a="http://schemas.openxmlformats.org/drawingml/2006/main">
            <a:off x="6713691" y="2851937"/>
            <a:ext cx="1070664" cy="1194202"/>
          </a:xfrm>
          <a:prstGeom xmlns:a="http://schemas.openxmlformats.org/drawingml/2006/main" prst="rect">
            <a:avLst/>
          </a:prstGeom>
          <a:noFill xmlns:a="http://schemas.openxmlformats.org/drawingml/2006/main"/>
          <a:ln xmlns:a="http://schemas.openxmlformats.org/drawingml/2006/main" w="41179">
            <a:solidFill>
              <a:srgbClr val="FFFFFF"/>
            </a:solidFill>
          </a:ln>
        </p:spPr>
      </p:sp>
      <p:sp>
        <p:nvSpPr>
          <p:cNvPr id="18" name="figure-guided_row-4">
            <a:extLst xmlns:a="http://schemas.openxmlformats.org/drawingml/2006/main">
              <a:ext uri="{FF2B5EF4-FFF2-40B4-BE49-F238E27FC236}">
                <a16:creationId xmlns:a16="http://schemas.microsoft.com/office/drawing/2014/main" id="{37A18B0A-AC29-4EF6-9BCC-4B87E8F864BE}"/>
              </a:ext>
            </a:extLst>
          </p:cNvPr>
          <p:cNvSpPr>
            <a:spLocks xmlns:a="http://schemas.openxmlformats.org/drawingml/2006/main" noGrp="1"/>
          </p:cNvSpPr>
          <p:nvPr/>
        </p:nvSpPr>
        <p:spPr>
          <a:xfrm xmlns:a="http://schemas.openxmlformats.org/drawingml/2006/main">
            <a:off x="8978556" y="2851937"/>
            <a:ext cx="1070664" cy="1194202"/>
          </a:xfrm>
          <a:prstGeom xmlns:a="http://schemas.openxmlformats.org/drawingml/2006/main" prst="rect">
            <a:avLst/>
          </a:prstGeom>
          <a:noFill xmlns:a="http://schemas.openxmlformats.org/drawingml/2006/main"/>
          <a:ln xmlns:a="http://schemas.openxmlformats.org/drawingml/2006/main" w="41179">
            <a:solidFill>
              <a:srgbClr val="FFFFFF"/>
            </a:solidFill>
          </a:ln>
        </p:spPr>
      </p:sp>
      <p:sp>
        <p:nvSpPr>
          <p:cNvPr id="19" name="figure-guided_row-5">
            <a:extLst xmlns:a="http://schemas.openxmlformats.org/drawingml/2006/main">
              <a:ext uri="{FF2B5EF4-FFF2-40B4-BE49-F238E27FC236}">
                <a16:creationId xmlns:a16="http://schemas.microsoft.com/office/drawing/2014/main" id="{B567DE27-96A9-4241-8E13-9D1460D99047}"/>
              </a:ext>
            </a:extLst>
          </p:cNvPr>
          <p:cNvSpPr>
            <a:spLocks xmlns:a="http://schemas.openxmlformats.org/drawingml/2006/main" noGrp="1"/>
          </p:cNvSpPr>
          <p:nvPr/>
        </p:nvSpPr>
        <p:spPr>
          <a:xfrm xmlns:a="http://schemas.openxmlformats.org/drawingml/2006/main">
            <a:off x="6939812" y="5013443"/>
            <a:ext cx="301368" cy="518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18" b="0" lang="en-GB">
                <a:solidFill>
                  <a:srgbClr val="152238"/>
                </a:solidFill>
                <a:latin typeface="Arial"/>
                <a:ea typeface="Arial"/>
                <a:cs typeface="Arial"/>
              </a:defRPr>
            </a:defPPr>
          </a:lstStyle>
          <a:p xmlns:a="http://schemas.openxmlformats.org/drawingml/2006/main">
            <a:pPr algn="l">
              <a:lnSpc>
                <a:spcPct val="108000"/>
              </a:lnSpc>
              <a:buNone/>
              <a:defRPr sz="2918" b="0" lang="en-GB">
                <a:solidFill>
                  <a:srgbClr val="152238"/>
                </a:solidFill>
                <a:latin typeface="Arial"/>
                <a:ea typeface="Arial"/>
                <a:cs typeface="Arial"/>
              </a:defRPr>
            </a:pPr>
            <a:r>
              <a:rPr sz="2918" b="0" lang="en-GB">
                <a:solidFill>
                  <a:srgbClr val="152238"/>
                </a:solidFill>
                <a:latin typeface="Arial"/>
                <a:ea typeface="Arial"/>
                <a:cs typeface="Arial"/>
              </a:rPr>
              <a:t>3</a:t>
            </a:r>
          </a:p>
        </p:txBody>
      </p:sp>
      <p:sp>
        <p:nvSpPr>
          <p:cNvPr id="20" name="figure-guided_row-6">
            <a:extLst xmlns:a="http://schemas.openxmlformats.org/drawingml/2006/main">
              <a:ext uri="{FF2B5EF4-FFF2-40B4-BE49-F238E27FC236}">
                <a16:creationId xmlns:a16="http://schemas.microsoft.com/office/drawing/2014/main" id="{16E2B110-80BB-4340-8370-981319856C55}"/>
              </a:ext>
            </a:extLst>
          </p:cNvPr>
          <p:cNvSpPr>
            <a:spLocks xmlns:a="http://schemas.openxmlformats.org/drawingml/2006/main" noGrp="1"/>
          </p:cNvSpPr>
          <p:nvPr/>
        </p:nvSpPr>
        <p:spPr>
          <a:xfrm xmlns:a="http://schemas.openxmlformats.org/drawingml/2006/main">
            <a:off x="9204678" y="5013443"/>
            <a:ext cx="301368" cy="518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18" b="0" lang="en-GB">
                <a:solidFill>
                  <a:srgbClr val="152238"/>
                </a:solidFill>
                <a:latin typeface="Arial"/>
                <a:ea typeface="Arial"/>
                <a:cs typeface="Arial"/>
              </a:defRPr>
            </a:defPPr>
          </a:lstStyle>
          <a:p xmlns:a="http://schemas.openxmlformats.org/drawingml/2006/main">
            <a:pPr algn="l">
              <a:lnSpc>
                <a:spcPct val="108000"/>
              </a:lnSpc>
              <a:buNone/>
              <a:defRPr sz="2918" b="0" lang="en-GB">
                <a:solidFill>
                  <a:srgbClr val="152238"/>
                </a:solidFill>
                <a:latin typeface="Arial"/>
                <a:ea typeface="Arial"/>
                <a:cs typeface="Arial"/>
              </a:defRPr>
            </a:pPr>
            <a:r>
              <a:rPr sz="2918" b="0" lang="en-GB">
                <a:solidFill>
                  <a:srgbClr val="152238"/>
                </a:solidFill>
                <a:latin typeface="Arial"/>
                <a:ea typeface="Arial"/>
                <a:cs typeface="Arial"/>
              </a:rPr>
              <a:t>4</a:t>
            </a:r>
          </a:p>
        </p:txBody>
      </p:sp>
      <p:sp>
        <p:nvSpPr>
          <p:cNvPr id="21" name="figure-description-guided_row">
            <a:extLst xmlns:a="http://schemas.openxmlformats.org/drawingml/2006/main">
              <a:ext uri="{FF2B5EF4-FFF2-40B4-BE49-F238E27FC236}">
                <a16:creationId xmlns:a16="http://schemas.microsoft.com/office/drawing/2014/main" id="{7B2184EB-BD06-4961-A36E-D9215D46021A}"/>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starts with a yellow dot and pink ring on dark paper, followed by two empty spaces for the next marks.</a:t>
            </a:r>
          </a:p>
        </p:txBody>
      </p:sp>
    </p:spTree>
    <p:extLst>
      <p:ext uri="{BB962C8B-B14F-4D97-AF65-F5344CB8AC3E}">
        <p14:creationId xmlns:p14="http://schemas.microsoft.com/office/powerpoint/2010/main" val="17837082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6C26E454-7560-4F1E-9D96-280D01AE5C1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B9E170AA-7EB5-47B5-B98C-BB5C36E0C6C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6AC6AD4B-1F93-49B0-9AC5-F61DF080EB4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998B103A-6A1A-40D0-9E83-EF4FCE873382}"/>
              </a:ext>
            </a:extLst>
          </p:cNvPr>
          <p:cNvPicPr>
            <a:picLocks xmlns:a="http://schemas.openxmlformats.org/drawingml/2006/main" noChangeAspect="1"/>
          </p:cNvPicPr>
          <p:nvPr/>
        </p:nvPicPr>
        <p:blipFill>
          <a:blip xmlns:r="http://schemas.openxmlformats.org/officeDocument/2006/relationships" xmlns:a="http://schemas.openxmlformats.org/drawingml/2006/main" r:embed="R16218e07426f4de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C0E0655-D022-4FC5-8BE0-685800ADEAB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3CB6948-7A7A-493C-A93D-92C0AE6BCCC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44C97BD-F133-4048-A0DE-52CA35B40C3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D762EB5-6FAE-49A3-AF49-6C80AA93FB7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1EC3427-1FA7-410E-A26A-CAECCC9871E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25DE3CF-347D-45FC-8D85-E351A9045E5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A04EA20-1D52-4F06-A26C-BE25171D9AC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FB0F4269-F552-4F38-876B-6618D7EA329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92FA5C7-159C-4572-8846-4FE39747957E}"/>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pair, then your shape, two or three colours and the bit to use again, in words or marks.</a:t>
            </a:r>
          </a:p>
        </p:txBody>
      </p:sp>
      <p:sp>
        <p:nvSpPr>
          <p:cNvPr id="14" name="body-0">
            <a:extLst xmlns:a="http://schemas.openxmlformats.org/drawingml/2006/main">
              <a:ext uri="{FF2B5EF4-FFF2-40B4-BE49-F238E27FC236}">
                <a16:creationId xmlns:a16="http://schemas.microsoft.com/office/drawing/2014/main" id="{AB72464E-4B62-42ED-8D0D-7C727B224502}"/>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Pick a dot, ring, ray or lamp shape.</a:t>
            </a:r>
          </a:p>
        </p:txBody>
      </p:sp>
      <p:sp>
        <p:nvSpPr>
          <p:cNvPr id="15" name="body-1">
            <a:extLst xmlns:a="http://schemas.openxmlformats.org/drawingml/2006/main">
              <a:ext uri="{FF2B5EF4-FFF2-40B4-BE49-F238E27FC236}">
                <a16:creationId xmlns:a16="http://schemas.microsoft.com/office/drawing/2014/main" id="{B338B036-01A1-45DF-984F-A783F748ECF1}"/>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Choose two bright colours for that shape.</a:t>
            </a:r>
          </a:p>
        </p:txBody>
      </p:sp>
      <p:sp>
        <p:nvSpPr>
          <p:cNvPr id="16" name="body-2">
            <a:extLst xmlns:a="http://schemas.openxmlformats.org/drawingml/2006/main">
              <a:ext uri="{FF2B5EF4-FFF2-40B4-BE49-F238E27FC236}">
                <a16:creationId xmlns:a16="http://schemas.microsoft.com/office/drawing/2014/main" id="{5D3C7C5D-9E76-4643-836B-2D600C4BED80}"/>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Make a pair, one in each colour. Show the pair again.</a:t>
            </a:r>
          </a:p>
        </p:txBody>
      </p:sp>
      <p:sp>
        <p:nvSpPr>
          <p:cNvPr id="17" name="body-3">
            <a:extLst xmlns:a="http://schemas.openxmlformats.org/drawingml/2006/main">
              <a:ext uri="{FF2B5EF4-FFF2-40B4-BE49-F238E27FC236}">
                <a16:creationId xmlns:a16="http://schemas.microsoft.com/office/drawing/2014/main" id="{ADE53F04-FC20-4C38-91B1-B7417E54501D}"/>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add one more colour to your plan.</a:t>
            </a:r>
          </a:p>
        </p:txBody>
      </p:sp>
      <p:sp>
        <p:nvSpPr>
          <p:cNvPr id="18" name="body-4">
            <a:extLst xmlns:a="http://schemas.openxmlformats.org/drawingml/2006/main">
              <a:ext uri="{FF2B5EF4-FFF2-40B4-BE49-F238E27FC236}">
                <a16:creationId xmlns:a16="http://schemas.microsoft.com/office/drawing/2014/main" id="{FEF7B622-1BB6-48E5-BC85-2A27A03E0A50}"/>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bit you will use again.</a:t>
            </a:r>
          </a:p>
        </p:txBody>
      </p:sp>
    </p:spTree>
    <p:extLst>
      <p:ext uri="{BB962C8B-B14F-4D97-AF65-F5344CB8AC3E}">
        <p14:creationId xmlns:p14="http://schemas.microsoft.com/office/powerpoint/2010/main" val="161863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B742CBD-C07A-4EF9-9D2E-51419844359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FD47AF4-ED47-414D-977C-A537D43CAAC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6A962727-6A99-4A8B-A437-E30F609DD24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B440D173-D34B-4F4D-926A-EC0E48E4EF08}"/>
              </a:ext>
            </a:extLst>
          </p:cNvPr>
          <p:cNvPicPr>
            <a:picLocks xmlns:a="http://schemas.openxmlformats.org/drawingml/2006/main" noChangeAspect="1"/>
          </p:cNvPicPr>
          <p:nvPr/>
        </p:nvPicPr>
        <p:blipFill>
          <a:blip xmlns:r="http://schemas.openxmlformats.org/officeDocument/2006/relationships" xmlns:a="http://schemas.openxmlformats.org/drawingml/2006/main" r:embed="R1d3149b2add24f9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FCC7940-1D1E-4F18-9CDB-1E2A1F28ED5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67F727C-CB84-4545-BFD1-E7302C0DD6D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DEDEFB7-E21F-4C65-9644-48E17E3C8BB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B2FD1ED-70F7-45EB-ACD1-1D12B491D9AF}"/>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E5BB289-F0D4-49BA-A243-46E6CA1DF87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BF67380-C279-4519-B2E0-65C0DD4EAC5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79A68AF-B3CE-4AB2-82E7-57F0BA4F332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FA11E60A-A86B-479D-8558-37A4D425E56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C6F79FC-47AD-40CD-B967-0D794AD23E44}"/>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 pair, then your shape, two or three colours and the bit to use again, in words or marks.</a:t>
            </a:r>
          </a:p>
        </p:txBody>
      </p:sp>
      <p:sp>
        <p:nvSpPr>
          <p:cNvPr id="14" name="figure-guided_row-0">
            <a:extLst xmlns:a="http://schemas.openxmlformats.org/drawingml/2006/main">
              <a:ext uri="{FF2B5EF4-FFF2-40B4-BE49-F238E27FC236}">
                <a16:creationId xmlns:a16="http://schemas.microsoft.com/office/drawing/2014/main" id="{9F599EB9-3E49-4F29-AB6F-0A5DDCB3CF98}"/>
              </a:ext>
            </a:extLst>
          </p:cNvPr>
          <p:cNvSpPr>
            <a:spLocks xmlns:a="http://schemas.openxmlformats.org/drawingml/2006/main" noGrp="1"/>
          </p:cNvSpPr>
          <p:nvPr/>
        </p:nvSpPr>
        <p:spPr>
          <a:xfrm xmlns:a="http://schemas.openxmlformats.org/drawingml/2006/main">
            <a:off x="1154475" y="2151888"/>
            <a:ext cx="9883050" cy="2573711"/>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row-1">
            <a:extLst xmlns:a="http://schemas.openxmlformats.org/drawingml/2006/main">
              <a:ext uri="{FF2B5EF4-FFF2-40B4-BE49-F238E27FC236}">
                <a16:creationId xmlns:a16="http://schemas.microsoft.com/office/drawing/2014/main" id="{BDC350DB-1F4C-49FA-A8C3-1C89BEC3C7B1}"/>
              </a:ext>
            </a:extLst>
          </p:cNvPr>
          <p:cNvSpPr>
            <a:spLocks xmlns:a="http://schemas.openxmlformats.org/drawingml/2006/main" noGrp="1"/>
          </p:cNvSpPr>
          <p:nvPr/>
        </p:nvSpPr>
        <p:spPr>
          <a:xfrm xmlns:a="http://schemas.openxmlformats.org/drawingml/2006/main">
            <a:off x="1978062" y="2996065"/>
            <a:ext cx="905946" cy="905946"/>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guided_row-2">
            <a:extLst xmlns:a="http://schemas.openxmlformats.org/drawingml/2006/main">
              <a:ext uri="{FF2B5EF4-FFF2-40B4-BE49-F238E27FC236}">
                <a16:creationId xmlns:a16="http://schemas.microsoft.com/office/drawing/2014/main" id="{129883FF-71DA-44E4-BC10-186ADB1EA997}"/>
              </a:ext>
            </a:extLst>
          </p:cNvPr>
          <p:cNvSpPr>
            <a:spLocks xmlns:a="http://schemas.openxmlformats.org/drawingml/2006/main" noGrp="1"/>
          </p:cNvSpPr>
          <p:nvPr/>
        </p:nvSpPr>
        <p:spPr>
          <a:xfrm xmlns:a="http://schemas.openxmlformats.org/drawingml/2006/main">
            <a:off x="4345877" y="2996065"/>
            <a:ext cx="905946" cy="905946"/>
          </a:xfrm>
          <a:prstGeom xmlns:a="http://schemas.openxmlformats.org/drawingml/2006/main" prst="ellipse">
            <a:avLst/>
          </a:prstGeom>
          <a:noFill xmlns:a="http://schemas.openxmlformats.org/drawingml/2006/main"/>
          <a:ln xmlns:a="http://schemas.openxmlformats.org/drawingml/2006/main" w="102948">
            <a:solidFill>
              <a:srgbClr val="FF69B4"/>
            </a:solidFill>
          </a:ln>
        </p:spPr>
      </p:sp>
      <p:sp>
        <p:nvSpPr>
          <p:cNvPr id="17" name="figure-guided_row-3">
            <a:extLst xmlns:a="http://schemas.openxmlformats.org/drawingml/2006/main">
              <a:ext uri="{FF2B5EF4-FFF2-40B4-BE49-F238E27FC236}">
                <a16:creationId xmlns:a16="http://schemas.microsoft.com/office/drawing/2014/main" id="{EE5BE6A8-B847-4397-9954-1D27BCAD5BA5}"/>
              </a:ext>
            </a:extLst>
          </p:cNvPr>
          <p:cNvSpPr>
            <a:spLocks xmlns:a="http://schemas.openxmlformats.org/drawingml/2006/main" noGrp="1"/>
          </p:cNvSpPr>
          <p:nvPr/>
        </p:nvSpPr>
        <p:spPr>
          <a:xfrm xmlns:a="http://schemas.openxmlformats.org/drawingml/2006/main">
            <a:off x="6713691" y="2851937"/>
            <a:ext cx="1070664" cy="1194202"/>
          </a:xfrm>
          <a:prstGeom xmlns:a="http://schemas.openxmlformats.org/drawingml/2006/main" prst="rect">
            <a:avLst/>
          </a:prstGeom>
          <a:noFill xmlns:a="http://schemas.openxmlformats.org/drawingml/2006/main"/>
          <a:ln xmlns:a="http://schemas.openxmlformats.org/drawingml/2006/main" w="41179">
            <a:solidFill>
              <a:srgbClr val="FFFFFF"/>
            </a:solidFill>
          </a:ln>
        </p:spPr>
      </p:sp>
      <p:sp>
        <p:nvSpPr>
          <p:cNvPr id="18" name="figure-guided_row-4">
            <a:extLst xmlns:a="http://schemas.openxmlformats.org/drawingml/2006/main">
              <a:ext uri="{FF2B5EF4-FFF2-40B4-BE49-F238E27FC236}">
                <a16:creationId xmlns:a16="http://schemas.microsoft.com/office/drawing/2014/main" id="{E47A2C11-FB83-47F0-8411-0410358503F2}"/>
              </a:ext>
            </a:extLst>
          </p:cNvPr>
          <p:cNvSpPr>
            <a:spLocks xmlns:a="http://schemas.openxmlformats.org/drawingml/2006/main" noGrp="1"/>
          </p:cNvSpPr>
          <p:nvPr/>
        </p:nvSpPr>
        <p:spPr>
          <a:xfrm xmlns:a="http://schemas.openxmlformats.org/drawingml/2006/main">
            <a:off x="8978556" y="2851937"/>
            <a:ext cx="1070664" cy="1194202"/>
          </a:xfrm>
          <a:prstGeom xmlns:a="http://schemas.openxmlformats.org/drawingml/2006/main" prst="rect">
            <a:avLst/>
          </a:prstGeom>
          <a:noFill xmlns:a="http://schemas.openxmlformats.org/drawingml/2006/main"/>
          <a:ln xmlns:a="http://schemas.openxmlformats.org/drawingml/2006/main" w="41179">
            <a:solidFill>
              <a:srgbClr val="FFFFFF"/>
            </a:solidFill>
          </a:ln>
        </p:spPr>
      </p:sp>
      <p:sp>
        <p:nvSpPr>
          <p:cNvPr id="19" name="figure-guided_row-5">
            <a:extLst xmlns:a="http://schemas.openxmlformats.org/drawingml/2006/main">
              <a:ext uri="{FF2B5EF4-FFF2-40B4-BE49-F238E27FC236}">
                <a16:creationId xmlns:a16="http://schemas.microsoft.com/office/drawing/2014/main" id="{E7CE6C80-5B3D-457B-A774-200EB6A91CF3}"/>
              </a:ext>
            </a:extLst>
          </p:cNvPr>
          <p:cNvSpPr>
            <a:spLocks xmlns:a="http://schemas.openxmlformats.org/drawingml/2006/main" noGrp="1"/>
          </p:cNvSpPr>
          <p:nvPr/>
        </p:nvSpPr>
        <p:spPr>
          <a:xfrm xmlns:a="http://schemas.openxmlformats.org/drawingml/2006/main">
            <a:off x="6939812" y="5013443"/>
            <a:ext cx="301368" cy="518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18" b="0" lang="en-GB">
                <a:solidFill>
                  <a:srgbClr val="152238"/>
                </a:solidFill>
                <a:latin typeface="Arial"/>
                <a:ea typeface="Arial"/>
                <a:cs typeface="Arial"/>
              </a:defRPr>
            </a:defPPr>
          </a:lstStyle>
          <a:p xmlns:a="http://schemas.openxmlformats.org/drawingml/2006/main">
            <a:pPr algn="l">
              <a:lnSpc>
                <a:spcPct val="108000"/>
              </a:lnSpc>
              <a:buNone/>
              <a:defRPr sz="2918" b="0" lang="en-GB">
                <a:solidFill>
                  <a:srgbClr val="152238"/>
                </a:solidFill>
                <a:latin typeface="Arial"/>
                <a:ea typeface="Arial"/>
                <a:cs typeface="Arial"/>
              </a:defRPr>
            </a:pPr>
            <a:r>
              <a:rPr sz="2918" b="0" lang="en-GB">
                <a:solidFill>
                  <a:srgbClr val="152238"/>
                </a:solidFill>
                <a:latin typeface="Arial"/>
                <a:ea typeface="Arial"/>
                <a:cs typeface="Arial"/>
              </a:rPr>
              <a:t>3</a:t>
            </a:r>
          </a:p>
        </p:txBody>
      </p:sp>
      <p:sp>
        <p:nvSpPr>
          <p:cNvPr id="20" name="figure-guided_row-6">
            <a:extLst xmlns:a="http://schemas.openxmlformats.org/drawingml/2006/main">
              <a:ext uri="{FF2B5EF4-FFF2-40B4-BE49-F238E27FC236}">
                <a16:creationId xmlns:a16="http://schemas.microsoft.com/office/drawing/2014/main" id="{6776266E-3CF8-44A6-8801-48291BE5E790}"/>
              </a:ext>
            </a:extLst>
          </p:cNvPr>
          <p:cNvSpPr>
            <a:spLocks xmlns:a="http://schemas.openxmlformats.org/drawingml/2006/main" noGrp="1"/>
          </p:cNvSpPr>
          <p:nvPr/>
        </p:nvSpPr>
        <p:spPr>
          <a:xfrm xmlns:a="http://schemas.openxmlformats.org/drawingml/2006/main">
            <a:off x="9204678" y="5013443"/>
            <a:ext cx="301368" cy="518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18" b="0" lang="en-GB">
                <a:solidFill>
                  <a:srgbClr val="152238"/>
                </a:solidFill>
                <a:latin typeface="Arial"/>
                <a:ea typeface="Arial"/>
                <a:cs typeface="Arial"/>
              </a:defRPr>
            </a:defPPr>
          </a:lstStyle>
          <a:p xmlns:a="http://schemas.openxmlformats.org/drawingml/2006/main">
            <a:pPr algn="l">
              <a:lnSpc>
                <a:spcPct val="108000"/>
              </a:lnSpc>
              <a:buNone/>
              <a:defRPr sz="2918" b="0" lang="en-GB">
                <a:solidFill>
                  <a:srgbClr val="152238"/>
                </a:solidFill>
                <a:latin typeface="Arial"/>
                <a:ea typeface="Arial"/>
                <a:cs typeface="Arial"/>
              </a:defRPr>
            </a:pPr>
            <a:r>
              <a:rPr sz="2918" b="0" lang="en-GB">
                <a:solidFill>
                  <a:srgbClr val="152238"/>
                </a:solidFill>
                <a:latin typeface="Arial"/>
                <a:ea typeface="Arial"/>
                <a:cs typeface="Arial"/>
              </a:rPr>
              <a:t>4</a:t>
            </a:r>
          </a:p>
        </p:txBody>
      </p:sp>
      <p:sp>
        <p:nvSpPr>
          <p:cNvPr id="21" name="figure-description-guided_row">
            <a:extLst xmlns:a="http://schemas.openxmlformats.org/drawingml/2006/main">
              <a:ext uri="{FF2B5EF4-FFF2-40B4-BE49-F238E27FC236}">
                <a16:creationId xmlns:a16="http://schemas.microsoft.com/office/drawing/2014/main" id="{F78C092C-4F74-4993-B45C-492E2E0E591A}"/>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starts with a yellow dot and pink ring on dark paper, followed by two empty spaces for the next marks.</a:t>
            </a:r>
          </a:p>
        </p:txBody>
      </p:sp>
    </p:spTree>
    <p:extLst>
      <p:ext uri="{BB962C8B-B14F-4D97-AF65-F5344CB8AC3E}">
        <p14:creationId xmlns:p14="http://schemas.microsoft.com/office/powerpoint/2010/main" val="3466979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BA0B5683-5932-485E-AEED-279AB2FA57F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83F51C0-884E-4DA7-A899-124C54C4450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2AC8E8B-4AC3-495D-BC7E-1045C338E96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F36EFB72-2835-4BE4-B157-EBFB9B665E47}"/>
              </a:ext>
            </a:extLst>
          </p:cNvPr>
          <p:cNvPicPr>
            <a:picLocks xmlns:a="http://schemas.openxmlformats.org/drawingml/2006/main" noChangeAspect="1"/>
          </p:cNvPicPr>
          <p:nvPr/>
        </p:nvPicPr>
        <p:blipFill>
          <a:blip xmlns:r="http://schemas.openxmlformats.org/officeDocument/2006/relationships" xmlns:a="http://schemas.openxmlformats.org/drawingml/2006/main" r:embed="R9227e90e1d964c7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05A1259-404B-46B5-8E9C-040DF28F365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5819973-E6D2-4223-97A2-D992E888FE1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93F3018-03A2-4434-8556-90DFDBAFBA2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3362AC8-7A05-4ED4-8744-8D646AAF4A2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587D4F1-1286-4F2F-AC9D-6A8AAA064A71}"/>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4F2F842-054D-4418-8823-8F1531A7963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F0A4EA9-A35A-4E33-A840-F49AE8B5D1D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EA2CEA04-CBF1-40A0-A211-2FDF5EEB16A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482DA7E-E541-4603-98E5-6687C4820FA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4" name="body-0">
            <a:extLst xmlns:a="http://schemas.openxmlformats.org/drawingml/2006/main">
              <a:ext uri="{FF2B5EF4-FFF2-40B4-BE49-F238E27FC236}">
                <a16:creationId xmlns:a16="http://schemas.microsoft.com/office/drawing/2014/main" id="{F9EDFC4D-1219-4572-AF84-124E033204D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route. They are not steps to do in turn.</a:t>
            </a:r>
          </a:p>
        </p:txBody>
      </p:sp>
    </p:spTree>
    <p:extLst>
      <p:ext uri="{BB962C8B-B14F-4D97-AF65-F5344CB8AC3E}">
        <p14:creationId xmlns:p14="http://schemas.microsoft.com/office/powerpoint/2010/main" val="9108252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A69C418-B901-4F3D-B315-2BCC815C976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5BF12DA-B415-42C1-A3D9-8BE395DBCDA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3F339A9-87DB-448C-AC88-15381F999D0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1 of 2</a:t>
            </a:r>
          </a:p>
        </p:txBody>
      </p:sp>
      <p:pic>
        <p:nvPicPr>
          <p:cNvPr id="4" name="">
            <a:extLst xmlns:a="http://schemas.openxmlformats.org/drawingml/2006/main">
              <a:ext uri="{FF2B5EF4-FFF2-40B4-BE49-F238E27FC236}">
                <a16:creationId xmlns:a16="http://schemas.microsoft.com/office/drawing/2014/main" id="{3D91B442-7C07-462B-9611-AAAFFA289651}"/>
              </a:ext>
            </a:extLst>
          </p:cNvPr>
          <p:cNvPicPr>
            <a:picLocks xmlns:a="http://schemas.openxmlformats.org/drawingml/2006/main" noChangeAspect="1"/>
          </p:cNvPicPr>
          <p:nvPr/>
        </p:nvPicPr>
        <p:blipFill>
          <a:blip xmlns:r="http://schemas.openxmlformats.org/officeDocument/2006/relationships" xmlns:a="http://schemas.openxmlformats.org/drawingml/2006/main" r:embed="R2afc6eaa8c634c4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A29A234-3AB9-48BA-8B5B-4782F2F900B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2EDC64E-DFD7-4A86-A54B-A37D0D73C22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408246D-5179-47D9-8A61-E3E131D8818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F939945-0520-4558-A156-62939E0266B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72442BA-9689-4669-9164-06400939D93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0972D4C-3B27-4965-AE66-03C2A9DC0D4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E00A92E-B241-45A3-8F7A-2B0902C3FC2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DB7098DA-3A01-4F81-8655-C3106B3A69A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CACFDE6-5A26-43B2-87FD-7763280B901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4" name="figure-example_a-0">
            <a:extLst xmlns:a="http://schemas.openxmlformats.org/drawingml/2006/main">
              <a:ext uri="{FF2B5EF4-FFF2-40B4-BE49-F238E27FC236}">
                <a16:creationId xmlns:a16="http://schemas.microsoft.com/office/drawing/2014/main" id="{D67C6694-A513-4B88-9B0D-E0D07E0B522D}"/>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37F48F92-1A3C-4B85-81BB-7345A041434B}"/>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F3188ED5-727A-4306-8AB9-E470DE568BA7}"/>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DA27E100-86EF-4CA8-966A-B879C3085B74}"/>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1D59D885-7D46-4B0D-ADF5-28283797C7A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example_a-5">
            <a:extLst xmlns:a="http://schemas.openxmlformats.org/drawingml/2006/main">
              <a:ext uri="{FF2B5EF4-FFF2-40B4-BE49-F238E27FC236}">
                <a16:creationId xmlns:a16="http://schemas.microsoft.com/office/drawing/2014/main" id="{959242EF-01D7-4445-BF00-A87591489D1F}"/>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0" name="figure-example_a-6">
            <a:extLst xmlns:a="http://schemas.openxmlformats.org/drawingml/2006/main">
              <a:ext uri="{FF2B5EF4-FFF2-40B4-BE49-F238E27FC236}">
                <a16:creationId xmlns:a16="http://schemas.microsoft.com/office/drawing/2014/main" id="{9F9D80C0-4B2D-4874-8D9D-FE865FAD42AE}"/>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21" name="figure-description-example_a">
            <a:extLst xmlns:a="http://schemas.openxmlformats.org/drawingml/2006/main">
              <a:ext uri="{FF2B5EF4-FFF2-40B4-BE49-F238E27FC236}">
                <a16:creationId xmlns:a16="http://schemas.microsoft.com/office/drawing/2014/main" id="{83DBFCEA-1F49-4D79-BCFC-BE2A7D1B2FBD}"/>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yellow dot, pink ring, yellow dot, pink ring, yellow dot, pink ring form one evenly spaced row.</a:t>
            </a:r>
          </a:p>
        </p:txBody>
      </p:sp>
    </p:spTree>
    <p:extLst>
      <p:ext uri="{BB962C8B-B14F-4D97-AF65-F5344CB8AC3E}">
        <p14:creationId xmlns:p14="http://schemas.microsoft.com/office/powerpoint/2010/main" val="6526342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1576C551-05BB-47D2-8F48-53EF1F7FA9E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5AA827F-FD16-458E-A458-AE66246B0E3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4BFFF88C-1EF5-4743-82B3-F35FAF497B9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2 of 2</a:t>
            </a:r>
          </a:p>
        </p:txBody>
      </p:sp>
      <p:pic>
        <p:nvPicPr>
          <p:cNvPr id="4" name="">
            <a:extLst xmlns:a="http://schemas.openxmlformats.org/drawingml/2006/main">
              <a:ext uri="{FF2B5EF4-FFF2-40B4-BE49-F238E27FC236}">
                <a16:creationId xmlns:a16="http://schemas.microsoft.com/office/drawing/2014/main" id="{EE80FCE7-F3E3-4F34-B20B-027450602FBA}"/>
              </a:ext>
            </a:extLst>
          </p:cNvPr>
          <p:cNvPicPr>
            <a:picLocks xmlns:a="http://schemas.openxmlformats.org/drawingml/2006/main" noChangeAspect="1"/>
          </p:cNvPicPr>
          <p:nvPr/>
        </p:nvPicPr>
        <p:blipFill>
          <a:blip xmlns:r="http://schemas.openxmlformats.org/officeDocument/2006/relationships" xmlns:a="http://schemas.openxmlformats.org/drawingml/2006/main" r:embed="R31163d985d9b40a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34217BB-F029-40D7-AA85-7C90DACB579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1399142-4FBE-454F-AEA5-F9548776434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C8739C5-FB2C-4149-BD61-64928E5215B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DADC6C8-0069-4539-A610-DF490AE0B77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81EA939-A4E1-4775-8E71-B8370D8EFFC1}"/>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546D72B-3DDD-4ACB-ADD7-9B6D98BF843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0E988EB-F448-4504-AC1F-BD6840C97A9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F11B1C6D-CA69-41D0-8DB3-17A087F3227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155345D-9336-4B5F-BFC6-BDABB14648C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4" name="figure-example_b-0">
            <a:extLst xmlns:a="http://schemas.openxmlformats.org/drawingml/2006/main">
              <a:ext uri="{FF2B5EF4-FFF2-40B4-BE49-F238E27FC236}">
                <a16:creationId xmlns:a16="http://schemas.microsoft.com/office/drawing/2014/main" id="{C3B6B4CE-D9E2-42BA-BF7F-68FCEB92DA66}"/>
              </a:ext>
            </a:extLst>
          </p:cNvPr>
          <p:cNvSpPr>
            <a:spLocks xmlns:a="http://schemas.openxmlformats.org/drawingml/2006/main" noGrp="1"/>
          </p:cNvSpPr>
          <p:nvPr/>
        </p:nvSpPr>
        <p:spPr>
          <a:xfrm xmlns:a="http://schemas.openxmlformats.org/drawingml/2006/main">
            <a:off x="381000" y="1932908"/>
            <a:ext cx="11430000" cy="3690938"/>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A5BE83E1-F0B1-48DA-9453-27DC18D3CB39}"/>
              </a:ext>
            </a:extLst>
          </p:cNvPr>
          <p:cNvSpPr>
            <a:spLocks xmlns:a="http://schemas.openxmlformats.org/drawingml/2006/main" noGrp="1"/>
          </p:cNvSpPr>
          <p:nvPr/>
        </p:nvSpPr>
        <p:spPr>
          <a:xfrm xmlns:a="http://schemas.openxmlformats.org/drawingml/2006/main">
            <a:off x="157162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16" name="figure-example_b-2">
            <a:extLst xmlns:a="http://schemas.openxmlformats.org/drawingml/2006/main">
              <a:ext uri="{FF2B5EF4-FFF2-40B4-BE49-F238E27FC236}">
                <a16:creationId xmlns:a16="http://schemas.microsoft.com/office/drawing/2014/main" id="{D81162BF-F642-47B4-B53E-980D96E6AE60}"/>
              </a:ext>
            </a:extLst>
          </p:cNvPr>
          <p:cNvSpPr>
            <a:spLocks xmlns:a="http://schemas.openxmlformats.org/drawingml/2006/main" noGrp="1"/>
          </p:cNvSpPr>
          <p:nvPr/>
        </p:nvSpPr>
        <p:spPr>
          <a:xfrm xmlns:a="http://schemas.openxmlformats.org/drawingml/2006/main">
            <a:off x="147637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17" name="figure-example_b-3">
            <a:extLst xmlns:a="http://schemas.openxmlformats.org/drawingml/2006/main">
              <a:ext uri="{FF2B5EF4-FFF2-40B4-BE49-F238E27FC236}">
                <a16:creationId xmlns:a16="http://schemas.microsoft.com/office/drawing/2014/main" id="{0E4FFE70-91F0-4783-A344-AA1DB9D07371}"/>
              </a:ext>
            </a:extLst>
          </p:cNvPr>
          <p:cNvSpPr>
            <a:spLocks xmlns:a="http://schemas.openxmlformats.org/drawingml/2006/main" noGrp="1"/>
          </p:cNvSpPr>
          <p:nvPr/>
        </p:nvSpPr>
        <p:spPr>
          <a:xfrm xmlns:a="http://schemas.openxmlformats.org/drawingml/2006/main">
            <a:off x="216693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162A1B43-424C-49E2-9972-2731E433AEBA}"/>
              </a:ext>
            </a:extLst>
          </p:cNvPr>
          <p:cNvSpPr>
            <a:spLocks xmlns:a="http://schemas.openxmlformats.org/drawingml/2006/main" noGrp="1"/>
          </p:cNvSpPr>
          <p:nvPr/>
        </p:nvSpPr>
        <p:spPr>
          <a:xfrm xmlns:a="http://schemas.openxmlformats.org/drawingml/2006/main">
            <a:off x="257175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19" name="figure-example_b-5">
            <a:extLst xmlns:a="http://schemas.openxmlformats.org/drawingml/2006/main">
              <a:ext uri="{FF2B5EF4-FFF2-40B4-BE49-F238E27FC236}">
                <a16:creationId xmlns:a16="http://schemas.microsoft.com/office/drawing/2014/main" id="{1D523815-22EF-4F90-A9C4-D3093F8DCDDC}"/>
              </a:ext>
            </a:extLst>
          </p:cNvPr>
          <p:cNvSpPr>
            <a:spLocks xmlns:a="http://schemas.openxmlformats.org/drawingml/2006/main" noGrp="1"/>
          </p:cNvSpPr>
          <p:nvPr/>
        </p:nvSpPr>
        <p:spPr>
          <a:xfrm xmlns:a="http://schemas.openxmlformats.org/drawingml/2006/main">
            <a:off x="419100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0" name="figure-example_b-6">
            <a:extLst xmlns:a="http://schemas.openxmlformats.org/drawingml/2006/main">
              <a:ext uri="{FF2B5EF4-FFF2-40B4-BE49-F238E27FC236}">
                <a16:creationId xmlns:a16="http://schemas.microsoft.com/office/drawing/2014/main" id="{5C862BC3-030F-4325-A7AA-C9003AB1CDD2}"/>
              </a:ext>
            </a:extLst>
          </p:cNvPr>
          <p:cNvSpPr>
            <a:spLocks xmlns:a="http://schemas.openxmlformats.org/drawingml/2006/main" noGrp="1"/>
          </p:cNvSpPr>
          <p:nvPr/>
        </p:nvSpPr>
        <p:spPr>
          <a:xfrm xmlns:a="http://schemas.openxmlformats.org/drawingml/2006/main">
            <a:off x="409575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1" name="figure-example_b-7">
            <a:extLst xmlns:a="http://schemas.openxmlformats.org/drawingml/2006/main">
              <a:ext uri="{FF2B5EF4-FFF2-40B4-BE49-F238E27FC236}">
                <a16:creationId xmlns:a16="http://schemas.microsoft.com/office/drawing/2014/main" id="{5FC745FE-3A33-4A17-BBAA-BE467AC0F239}"/>
              </a:ext>
            </a:extLst>
          </p:cNvPr>
          <p:cNvSpPr>
            <a:spLocks xmlns:a="http://schemas.openxmlformats.org/drawingml/2006/main" noGrp="1"/>
          </p:cNvSpPr>
          <p:nvPr/>
        </p:nvSpPr>
        <p:spPr>
          <a:xfrm xmlns:a="http://schemas.openxmlformats.org/drawingml/2006/main">
            <a:off x="478631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2" name="figure-example_b-8">
            <a:extLst xmlns:a="http://schemas.openxmlformats.org/drawingml/2006/main">
              <a:ext uri="{FF2B5EF4-FFF2-40B4-BE49-F238E27FC236}">
                <a16:creationId xmlns:a16="http://schemas.microsoft.com/office/drawing/2014/main" id="{8F291432-0A86-4D17-9328-29B9BB2466E0}"/>
              </a:ext>
            </a:extLst>
          </p:cNvPr>
          <p:cNvSpPr>
            <a:spLocks xmlns:a="http://schemas.openxmlformats.org/drawingml/2006/main" noGrp="1"/>
          </p:cNvSpPr>
          <p:nvPr/>
        </p:nvSpPr>
        <p:spPr>
          <a:xfrm xmlns:a="http://schemas.openxmlformats.org/drawingml/2006/main">
            <a:off x="519112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3" name="figure-example_b-9">
            <a:extLst xmlns:a="http://schemas.openxmlformats.org/drawingml/2006/main">
              <a:ext uri="{FF2B5EF4-FFF2-40B4-BE49-F238E27FC236}">
                <a16:creationId xmlns:a16="http://schemas.microsoft.com/office/drawing/2014/main" id="{18CCCB5B-09E8-4634-B352-ED86E4C67E99}"/>
              </a:ext>
            </a:extLst>
          </p:cNvPr>
          <p:cNvSpPr>
            <a:spLocks xmlns:a="http://schemas.openxmlformats.org/drawingml/2006/main" noGrp="1"/>
          </p:cNvSpPr>
          <p:nvPr/>
        </p:nvSpPr>
        <p:spPr>
          <a:xfrm xmlns:a="http://schemas.openxmlformats.org/drawingml/2006/main">
            <a:off x="681037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4" name="figure-example_b-10">
            <a:extLst xmlns:a="http://schemas.openxmlformats.org/drawingml/2006/main">
              <a:ext uri="{FF2B5EF4-FFF2-40B4-BE49-F238E27FC236}">
                <a16:creationId xmlns:a16="http://schemas.microsoft.com/office/drawing/2014/main" id="{2E858B92-F102-488F-90A6-5AFA46CB5321}"/>
              </a:ext>
            </a:extLst>
          </p:cNvPr>
          <p:cNvSpPr>
            <a:spLocks xmlns:a="http://schemas.openxmlformats.org/drawingml/2006/main" noGrp="1"/>
          </p:cNvSpPr>
          <p:nvPr/>
        </p:nvSpPr>
        <p:spPr>
          <a:xfrm xmlns:a="http://schemas.openxmlformats.org/drawingml/2006/main">
            <a:off x="671512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5" name="figure-example_b-11">
            <a:extLst xmlns:a="http://schemas.openxmlformats.org/drawingml/2006/main">
              <a:ext uri="{FF2B5EF4-FFF2-40B4-BE49-F238E27FC236}">
                <a16:creationId xmlns:a16="http://schemas.microsoft.com/office/drawing/2014/main" id="{2F411A90-604C-40FB-86E8-FE7E4A7EDA8B}"/>
              </a:ext>
            </a:extLst>
          </p:cNvPr>
          <p:cNvSpPr>
            <a:spLocks xmlns:a="http://schemas.openxmlformats.org/drawingml/2006/main" noGrp="1"/>
          </p:cNvSpPr>
          <p:nvPr/>
        </p:nvSpPr>
        <p:spPr>
          <a:xfrm xmlns:a="http://schemas.openxmlformats.org/drawingml/2006/main">
            <a:off x="740568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6" name="figure-example_b-12">
            <a:extLst xmlns:a="http://schemas.openxmlformats.org/drawingml/2006/main">
              <a:ext uri="{FF2B5EF4-FFF2-40B4-BE49-F238E27FC236}">
                <a16:creationId xmlns:a16="http://schemas.microsoft.com/office/drawing/2014/main" id="{E37EB770-EDAE-4CF3-B049-0906197FDCC2}"/>
              </a:ext>
            </a:extLst>
          </p:cNvPr>
          <p:cNvSpPr>
            <a:spLocks xmlns:a="http://schemas.openxmlformats.org/drawingml/2006/main" noGrp="1"/>
          </p:cNvSpPr>
          <p:nvPr/>
        </p:nvSpPr>
        <p:spPr>
          <a:xfrm xmlns:a="http://schemas.openxmlformats.org/drawingml/2006/main">
            <a:off x="781050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7" name="figure-example_b-13">
            <a:extLst xmlns:a="http://schemas.openxmlformats.org/drawingml/2006/main">
              <a:ext uri="{FF2B5EF4-FFF2-40B4-BE49-F238E27FC236}">
                <a16:creationId xmlns:a16="http://schemas.microsoft.com/office/drawing/2014/main" id="{20437408-BB03-401F-851C-7546C63DABC7}"/>
              </a:ext>
            </a:extLst>
          </p:cNvPr>
          <p:cNvSpPr>
            <a:spLocks xmlns:a="http://schemas.openxmlformats.org/drawingml/2006/main" noGrp="1"/>
          </p:cNvSpPr>
          <p:nvPr/>
        </p:nvSpPr>
        <p:spPr>
          <a:xfrm xmlns:a="http://schemas.openxmlformats.org/drawingml/2006/main">
            <a:off x="942975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8" name="figure-example_b-14">
            <a:extLst xmlns:a="http://schemas.openxmlformats.org/drawingml/2006/main">
              <a:ext uri="{FF2B5EF4-FFF2-40B4-BE49-F238E27FC236}">
                <a16:creationId xmlns:a16="http://schemas.microsoft.com/office/drawing/2014/main" id="{B0FC1BE5-A609-40EC-A4F6-325FEDEFDA13}"/>
              </a:ext>
            </a:extLst>
          </p:cNvPr>
          <p:cNvSpPr>
            <a:spLocks xmlns:a="http://schemas.openxmlformats.org/drawingml/2006/main" noGrp="1"/>
          </p:cNvSpPr>
          <p:nvPr/>
        </p:nvSpPr>
        <p:spPr>
          <a:xfrm xmlns:a="http://schemas.openxmlformats.org/drawingml/2006/main">
            <a:off x="933450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9" name="figure-example_b-15">
            <a:extLst xmlns:a="http://schemas.openxmlformats.org/drawingml/2006/main">
              <a:ext uri="{FF2B5EF4-FFF2-40B4-BE49-F238E27FC236}">
                <a16:creationId xmlns:a16="http://schemas.microsoft.com/office/drawing/2014/main" id="{56CFF215-8BA0-47A3-88C3-1135947FEE3A}"/>
              </a:ext>
            </a:extLst>
          </p:cNvPr>
          <p:cNvSpPr>
            <a:spLocks xmlns:a="http://schemas.openxmlformats.org/drawingml/2006/main" noGrp="1"/>
          </p:cNvSpPr>
          <p:nvPr/>
        </p:nvSpPr>
        <p:spPr>
          <a:xfrm xmlns:a="http://schemas.openxmlformats.org/drawingml/2006/main">
            <a:off x="1002506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30" name="figure-example_b-16">
            <a:extLst xmlns:a="http://schemas.openxmlformats.org/drawingml/2006/main">
              <a:ext uri="{FF2B5EF4-FFF2-40B4-BE49-F238E27FC236}">
                <a16:creationId xmlns:a16="http://schemas.microsoft.com/office/drawing/2014/main" id="{A46FCCF8-6961-4E2E-859A-B2B594B29E11}"/>
              </a:ext>
            </a:extLst>
          </p:cNvPr>
          <p:cNvSpPr>
            <a:spLocks xmlns:a="http://schemas.openxmlformats.org/drawingml/2006/main" noGrp="1"/>
          </p:cNvSpPr>
          <p:nvPr/>
        </p:nvSpPr>
        <p:spPr>
          <a:xfrm xmlns:a="http://schemas.openxmlformats.org/drawingml/2006/main">
            <a:off x="1042987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31" name="figure-description-example_b">
            <a:extLst xmlns:a="http://schemas.openxmlformats.org/drawingml/2006/main">
              <a:ext uri="{FF2B5EF4-FFF2-40B4-BE49-F238E27FC236}">
                <a16:creationId xmlns:a16="http://schemas.microsoft.com/office/drawing/2014/main" id="{9BF7CF56-0B52-4599-9227-8696C85156C0}"/>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Four matching lamp signs form one row on dark paper. Each has a yellow oval line and three light blue rays above it.</a:t>
            </a:r>
          </a:p>
        </p:txBody>
      </p:sp>
    </p:spTree>
    <p:extLst>
      <p:ext uri="{BB962C8B-B14F-4D97-AF65-F5344CB8AC3E}">
        <p14:creationId xmlns:p14="http://schemas.microsoft.com/office/powerpoint/2010/main" val="4580483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2E1DF40-22F3-4FBF-A4DB-29BBE4D9C5E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779D5FB7-C418-4FBD-BFC6-60222C2616B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42C6FC0-739F-4F75-A7DA-F7A07F8F777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F7823800-79AA-476F-8BF4-8FF569C2C6A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939EEBCF-F83A-4FDF-886D-A4A856314596}"/>
              </a:ext>
            </a:extLst>
          </p:cNvPr>
          <p:cNvPicPr>
            <a:picLocks xmlns:a="http://schemas.openxmlformats.org/drawingml/2006/main" noChangeAspect="1"/>
          </p:cNvPicPr>
          <p:nvPr/>
        </p:nvPicPr>
        <p:blipFill>
          <a:blip xmlns:r="http://schemas.openxmlformats.org/officeDocument/2006/relationships" xmlns:a="http://schemas.openxmlformats.org/drawingml/2006/main" r:embed="R1ec540ba14c6464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0F57E32-1D0D-4F33-AA76-E2138BD4DAC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D40AB06-91E6-4E79-9E14-D8551A2A326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500AF2D-20EF-4706-8AB2-CAF87584D1C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2EC8EA4-FE4D-4DE7-BF9A-BACB154346A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A24465D-6534-4E72-8DFC-09488961E4DB}"/>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B4CBD2E-12E6-4266-B6CF-A0A37B9BBBA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1249B0F-786B-44E5-BE9D-553FE6D2C85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C65998F9-C638-4121-A135-CCA298E550A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3586D4EE-8CF7-490F-9EA6-EBA1390FBF7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8E287207-7E00-424B-ABA8-A613FAA97304}"/>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Look at A and B.</a:t>
            </a:r>
          </a:p>
        </p:txBody>
      </p:sp>
      <p:sp>
        <p:nvSpPr>
          <p:cNvPr id="16" name="body-1">
            <a:extLst xmlns:a="http://schemas.openxmlformats.org/drawingml/2006/main">
              <a:ext uri="{FF2B5EF4-FFF2-40B4-BE49-F238E27FC236}">
                <a16:creationId xmlns:a16="http://schemas.microsoft.com/office/drawing/2014/main" id="{B714BCA7-12AD-4E18-A569-17A84C20740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a bit that is used again.</a:t>
            </a:r>
          </a:p>
        </p:txBody>
      </p:sp>
      <p:sp>
        <p:nvSpPr>
          <p:cNvPr id="17" name="body-2">
            <a:extLst xmlns:a="http://schemas.openxmlformats.org/drawingml/2006/main">
              <a:ext uri="{FF2B5EF4-FFF2-40B4-BE49-F238E27FC236}">
                <a16:creationId xmlns:a16="http://schemas.microsoft.com/office/drawing/2014/main" id="{CD864D65-2C98-4CE5-AE9B-899E2B67291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one or two shapes for your own art.</a:t>
            </a:r>
          </a:p>
        </p:txBody>
      </p:sp>
      <p:sp>
        <p:nvSpPr>
          <p:cNvPr id="18" name="body-3">
            <a:extLst xmlns:a="http://schemas.openxmlformats.org/drawingml/2006/main">
              <a:ext uri="{FF2B5EF4-FFF2-40B4-BE49-F238E27FC236}">
                <a16:creationId xmlns:a16="http://schemas.microsoft.com/office/drawing/2014/main" id="{5AF6D3F9-29FD-4E87-A88A-3D4CC88E640B}"/>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two or three bright colours.</a:t>
            </a:r>
          </a:p>
        </p:txBody>
      </p:sp>
      <p:sp>
        <p:nvSpPr>
          <p:cNvPr id="19" name="body-4">
            <a:extLst xmlns:a="http://schemas.openxmlformats.org/drawingml/2006/main">
              <a:ext uri="{FF2B5EF4-FFF2-40B4-BE49-F238E27FC236}">
                <a16:creationId xmlns:a16="http://schemas.microsoft.com/office/drawing/2014/main" id="{43F78848-842D-423F-ACF7-8AF4937B63B3}"/>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a small bit with your shapes and colours.</a:t>
            </a:r>
          </a:p>
        </p:txBody>
      </p:sp>
      <p:sp>
        <p:nvSpPr>
          <p:cNvPr id="20" name="body-5">
            <a:extLst xmlns:a="http://schemas.openxmlformats.org/drawingml/2006/main">
              <a:ext uri="{FF2B5EF4-FFF2-40B4-BE49-F238E27FC236}">
                <a16:creationId xmlns:a16="http://schemas.microsoft.com/office/drawing/2014/main" id="{74E6B161-FEC1-4E3E-BFA2-2AF03BC4F615}"/>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that bit twice on dark paper.</a:t>
            </a:r>
          </a:p>
        </p:txBody>
      </p:sp>
      <p:sp>
        <p:nvSpPr>
          <p:cNvPr id="21" name="body-6">
            <a:extLst xmlns:a="http://schemas.openxmlformats.org/drawingml/2006/main">
              <a:ext uri="{FF2B5EF4-FFF2-40B4-BE49-F238E27FC236}">
                <a16:creationId xmlns:a16="http://schemas.microsoft.com/office/drawing/2014/main" id="{1A12BEE2-526E-4EE9-9D6E-71D83F608C79}"/>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Keep your shape and colour plan.</a:t>
            </a:r>
          </a:p>
        </p:txBody>
      </p:sp>
    </p:spTree>
    <p:extLst>
      <p:ext uri="{BB962C8B-B14F-4D97-AF65-F5344CB8AC3E}">
        <p14:creationId xmlns:p14="http://schemas.microsoft.com/office/powerpoint/2010/main" val="11459204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9CAA3B07-9C69-4FC8-A54A-88FB06764F7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3743395-189E-4336-830C-12AD881080F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A78CAE1B-565D-467D-9F82-81D4E922AC2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56548617-4AC0-4707-B5F2-28A4B68503D0}"/>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80D33D74-2AD6-4B65-874D-BCDDEFD556AA}"/>
              </a:ext>
            </a:extLst>
          </p:cNvPr>
          <p:cNvPicPr>
            <a:picLocks xmlns:a="http://schemas.openxmlformats.org/drawingml/2006/main" noChangeAspect="1"/>
          </p:cNvPicPr>
          <p:nvPr/>
        </p:nvPicPr>
        <p:blipFill>
          <a:blip xmlns:r="http://schemas.openxmlformats.org/officeDocument/2006/relationships" xmlns:a="http://schemas.openxmlformats.org/drawingml/2006/main" r:embed="R0db78c2ac7344ce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1C0561B5-F712-4825-8CCD-5A98DCAD185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3AABE49-0CEB-435B-A9CA-7FF9B723116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866B3F1-2762-495D-AE60-FCB3D3A6018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6DAF765-3A94-41E8-A9DB-E8B968FCD7F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A4FDC84-E4E0-454F-A4DD-AFD87A9F2F64}"/>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8C0F40F-2D99-48EF-8393-DADE6B55245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208A798-A336-496C-BC8C-E3060B7E042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F2B3CD70-5F68-4286-8522-46FBE8A0432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8C06F5ED-93F8-45DE-BB00-A47548F025A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3F812E9F-A741-4CC0-8F86-EBA362EA9E8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Point to the bit you used again. Do both bits match?</a:t>
            </a:r>
          </a:p>
        </p:txBody>
      </p:sp>
    </p:spTree>
    <p:extLst>
      <p:ext uri="{BB962C8B-B14F-4D97-AF65-F5344CB8AC3E}">
        <p14:creationId xmlns:p14="http://schemas.microsoft.com/office/powerpoint/2010/main" val="112224543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FC7A1D6-1979-4DAA-80B8-E6E9151AB43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708B861-112D-4783-BE4C-1CC677F4C94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5E3850E-FD74-4733-AE6D-27A0A0DC9DE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91C06555-DB39-49B2-A3C1-61AE4FDC0A8C}"/>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BECD840D-09C5-4811-9E26-DB1CB3968233}"/>
              </a:ext>
            </a:extLst>
          </p:cNvPr>
          <p:cNvPicPr>
            <a:picLocks xmlns:a="http://schemas.openxmlformats.org/drawingml/2006/main" noChangeAspect="1"/>
          </p:cNvPicPr>
          <p:nvPr/>
        </p:nvPicPr>
        <p:blipFill>
          <a:blip xmlns:r="http://schemas.openxmlformats.org/officeDocument/2006/relationships" xmlns:a="http://schemas.openxmlformats.org/drawingml/2006/main" r:embed="R2f5f5166cb5f487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D8B0E57-D36B-4FF3-8CEC-766245A6325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7670746-DF14-48B0-9C9E-D1085907161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9AE73DC-75F2-47A5-B196-0FD455FD09E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DB65EBE-DBC8-4079-9EF1-6D8F807F088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8D669B6-D7D4-4D1F-83DC-443BB217534E}"/>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9824021-B739-4176-A66C-07B1D856334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C8ED8D2-1CE4-4E06-9A77-6A6DF4DAA12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3B01DF11-DC03-40D8-B505-61174486C7C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BD94AAD-DA73-4904-87EB-EE0ED568898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B158D0D8-64F4-4B00-972E-E2FED7DFECDA}"/>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a dot or a ring.</a:t>
            </a:r>
          </a:p>
        </p:txBody>
      </p:sp>
      <p:sp>
        <p:nvSpPr>
          <p:cNvPr id="16" name="body-1">
            <a:extLst xmlns:a="http://schemas.openxmlformats.org/drawingml/2006/main">
              <a:ext uri="{FF2B5EF4-FFF2-40B4-BE49-F238E27FC236}">
                <a16:creationId xmlns:a16="http://schemas.microsoft.com/office/drawing/2014/main" id="{86E3421F-2121-45EB-828F-7B29BAC16695}"/>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two bright colours.</a:t>
            </a:r>
          </a:p>
        </p:txBody>
      </p:sp>
      <p:sp>
        <p:nvSpPr>
          <p:cNvPr id="17" name="body-2">
            <a:extLst xmlns:a="http://schemas.openxmlformats.org/drawingml/2006/main">
              <a:ext uri="{FF2B5EF4-FFF2-40B4-BE49-F238E27FC236}">
                <a16:creationId xmlns:a16="http://schemas.microsoft.com/office/drawing/2014/main" id="{163B10F5-6235-49B2-846F-549C0CE2FF14}"/>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one shape in each colour.</a:t>
            </a:r>
          </a:p>
        </p:txBody>
      </p:sp>
      <p:sp>
        <p:nvSpPr>
          <p:cNvPr id="18" name="body-3">
            <a:extLst xmlns:a="http://schemas.openxmlformats.org/drawingml/2006/main">
              <a:ext uri="{FF2B5EF4-FFF2-40B4-BE49-F238E27FC236}">
                <a16:creationId xmlns:a16="http://schemas.microsoft.com/office/drawing/2014/main" id="{DD3E907A-94E9-41B4-81F0-CCFB6157F1F2}"/>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Put these two shapes in a row.</a:t>
            </a:r>
          </a:p>
        </p:txBody>
      </p:sp>
      <p:sp>
        <p:nvSpPr>
          <p:cNvPr id="19" name="body-4">
            <a:extLst xmlns:a="http://schemas.openxmlformats.org/drawingml/2006/main">
              <a:ext uri="{FF2B5EF4-FFF2-40B4-BE49-F238E27FC236}">
                <a16:creationId xmlns:a16="http://schemas.microsoft.com/office/drawing/2014/main" id="{2186C831-4AF6-4A3A-9272-402559BA87D0}"/>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same pair once more on dark paper.</a:t>
            </a:r>
          </a:p>
        </p:txBody>
      </p:sp>
      <p:sp>
        <p:nvSpPr>
          <p:cNvPr id="20" name="body-5">
            <a:extLst xmlns:a="http://schemas.openxmlformats.org/drawingml/2006/main">
              <a:ext uri="{FF2B5EF4-FFF2-40B4-BE49-F238E27FC236}">
                <a16:creationId xmlns:a16="http://schemas.microsoft.com/office/drawing/2014/main" id="{4DD0B1E3-680A-4297-9211-BF24A12332FC}"/>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“My shape is ___. My colours are ___.”</a:t>
            </a:r>
          </a:p>
        </p:txBody>
      </p:sp>
      <p:sp>
        <p:nvSpPr>
          <p:cNvPr id="21" name="body-6">
            <a:extLst xmlns:a="http://schemas.openxmlformats.org/drawingml/2006/main">
              <a:ext uri="{FF2B5EF4-FFF2-40B4-BE49-F238E27FC236}">
                <a16:creationId xmlns:a16="http://schemas.microsoft.com/office/drawing/2014/main" id="{9605289F-7B33-49C5-A915-0DD52BB09C3A}"/>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Keep your plan.</a:t>
            </a:r>
          </a:p>
        </p:txBody>
      </p:sp>
    </p:spTree>
    <p:extLst>
      <p:ext uri="{BB962C8B-B14F-4D97-AF65-F5344CB8AC3E}">
        <p14:creationId xmlns:p14="http://schemas.microsoft.com/office/powerpoint/2010/main" val="12135379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3A1E20A5-8726-40B6-82D2-E0A1458343C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494720A-4E00-4C01-B632-A1D7D231185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A4805AAD-287D-4A3D-89C1-6F3D95D7458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CDCFE8F5-B1C8-4805-AEFC-61B7C21C4E90}"/>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AFC53CCF-1CC2-4BF1-9047-BC138437BDA3}"/>
              </a:ext>
            </a:extLst>
          </p:cNvPr>
          <p:cNvPicPr>
            <a:picLocks xmlns:a="http://schemas.openxmlformats.org/drawingml/2006/main" noChangeAspect="1"/>
          </p:cNvPicPr>
          <p:nvPr/>
        </p:nvPicPr>
        <p:blipFill>
          <a:blip xmlns:r="http://schemas.openxmlformats.org/officeDocument/2006/relationships" xmlns:a="http://schemas.openxmlformats.org/drawingml/2006/main" r:embed="Ref13ff4ddaba4b3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A48AAC2-8497-4A98-8488-1BDAB8F8FEF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4F09589-28EB-49F2-BFC8-221B5C316CE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3AEE2C1-A722-4341-8342-D29DFFE96F14}"/>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2BE28A6-C413-44AF-9652-F5841618364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9FF3E63-A7D0-4050-B06C-AC46137D9D48}"/>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621E240-8726-436C-819C-D5FD1B5681E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455018F4-71D2-4E9A-90B8-35D26765169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3575D22E-DD12-4577-A398-D176ABF266E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A2B6B793-175C-412B-8476-E918602238B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A5936553-07C9-405A-96A5-E09C9762AE5B}"/>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Show the first pair. Find it again.</a:t>
            </a:r>
          </a:p>
        </p:txBody>
      </p:sp>
    </p:spTree>
    <p:extLst>
      <p:ext uri="{BB962C8B-B14F-4D97-AF65-F5344CB8AC3E}">
        <p14:creationId xmlns:p14="http://schemas.microsoft.com/office/powerpoint/2010/main" val="1860426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75A2FBB-A75F-433B-B438-F0F8FB623DF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02B2912-D0D3-49C3-9BDE-D67DD0711AB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485809CD-25BF-4042-B507-2CCB0CF679E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85302F3-4DB3-4A3B-8ADA-7A809C6F781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749D1248-76E3-4B00-A3D4-532C8E8DC0EE}"/>
              </a:ext>
            </a:extLst>
          </p:cNvPr>
          <p:cNvPicPr>
            <a:picLocks xmlns:a="http://schemas.openxmlformats.org/drawingml/2006/main" noChangeAspect="1"/>
          </p:cNvPicPr>
          <p:nvPr/>
        </p:nvPicPr>
        <p:blipFill>
          <a:blip xmlns:r="http://schemas.openxmlformats.org/officeDocument/2006/relationships" xmlns:a="http://schemas.openxmlformats.org/drawingml/2006/main" r:embed="R1ce208091c7148c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18257A5-7532-473F-B12F-71E5F322EA3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48BDAD9-1F03-481C-8C7F-8FF82C56EB2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59A18DA-64F4-46B4-B3DC-BF409AB717A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80B5DC5-90A9-416C-9C3D-933DBA7D762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B1F75A5-09E9-4DF4-AD9A-7703E53C30CE}"/>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7658BE12-5CAC-4371-B0CE-71234A4234B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024DA1F-BECD-4DB2-BD20-B8DC72B9F81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55E574CA-33F7-43D4-8A4F-3C414036F17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3DED0F9C-5FA2-4F38-92F1-681DB8B0F44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F0CC1D85-91A2-4DE1-8A81-53201CB209E7}"/>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how to show your idea: move cards, draw or tell an adult.</a:t>
            </a:r>
          </a:p>
        </p:txBody>
      </p:sp>
      <p:sp>
        <p:nvSpPr>
          <p:cNvPr id="16" name="body-1">
            <a:extLst xmlns:a="http://schemas.openxmlformats.org/drawingml/2006/main">
              <a:ext uri="{FF2B5EF4-FFF2-40B4-BE49-F238E27FC236}">
                <a16:creationId xmlns:a16="http://schemas.microsoft.com/office/drawing/2014/main" id="{D47F8945-A74F-4A71-B222-033906F5AB08}"/>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a dot, ring, ray or lamp shape.</a:t>
            </a:r>
          </a:p>
        </p:txBody>
      </p:sp>
      <p:sp>
        <p:nvSpPr>
          <p:cNvPr id="17" name="body-2">
            <a:extLst xmlns:a="http://schemas.openxmlformats.org/drawingml/2006/main">
              <a:ext uri="{FF2B5EF4-FFF2-40B4-BE49-F238E27FC236}">
                <a16:creationId xmlns:a16="http://schemas.microsoft.com/office/drawing/2014/main" id="{1318A4F0-A5F4-4F43-9D8C-716C45F5546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two or three bright colours.</a:t>
            </a:r>
          </a:p>
        </p:txBody>
      </p:sp>
      <p:sp>
        <p:nvSpPr>
          <p:cNvPr id="18" name="body-3">
            <a:extLst xmlns:a="http://schemas.openxmlformats.org/drawingml/2006/main">
              <a:ext uri="{FF2B5EF4-FFF2-40B4-BE49-F238E27FC236}">
                <a16:creationId xmlns:a16="http://schemas.microsoft.com/office/drawing/2014/main" id="{8DE4B3AD-D4EA-4874-A060-B0B2A5033B47}"/>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one mark in each colour.</a:t>
            </a:r>
          </a:p>
        </p:txBody>
      </p:sp>
      <p:sp>
        <p:nvSpPr>
          <p:cNvPr id="19" name="body-4">
            <a:extLst xmlns:a="http://schemas.openxmlformats.org/drawingml/2006/main">
              <a:ext uri="{FF2B5EF4-FFF2-40B4-BE49-F238E27FC236}">
                <a16:creationId xmlns:a16="http://schemas.microsoft.com/office/drawing/2014/main" id="{A20E9363-8A45-460A-A46C-F78A5D05BFE7}"/>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Put them in an order on dark paper.</a:t>
            </a:r>
          </a:p>
        </p:txBody>
      </p:sp>
      <p:sp>
        <p:nvSpPr>
          <p:cNvPr id="20" name="body-5">
            <a:extLst xmlns:a="http://schemas.openxmlformats.org/drawingml/2006/main">
              <a:ext uri="{FF2B5EF4-FFF2-40B4-BE49-F238E27FC236}">
                <a16:creationId xmlns:a16="http://schemas.microsoft.com/office/drawing/2014/main" id="{2CD84428-0613-4C62-A20C-09991D57BF6B}"/>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same bit once more.</a:t>
            </a:r>
          </a:p>
        </p:txBody>
      </p:sp>
      <p:sp>
        <p:nvSpPr>
          <p:cNvPr id="21" name="body-6">
            <a:extLst xmlns:a="http://schemas.openxmlformats.org/drawingml/2006/main">
              <a:ext uri="{FF2B5EF4-FFF2-40B4-BE49-F238E27FC236}">
                <a16:creationId xmlns:a16="http://schemas.microsoft.com/office/drawing/2014/main" id="{171D29FF-1C92-4E77-8EBE-739DF319CE10}"/>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Keep your shape and colour plan.</a:t>
            </a:r>
          </a:p>
        </p:txBody>
      </p:sp>
    </p:spTree>
    <p:extLst>
      <p:ext uri="{BB962C8B-B14F-4D97-AF65-F5344CB8AC3E}">
        <p14:creationId xmlns:p14="http://schemas.microsoft.com/office/powerpoint/2010/main" val="64602644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019CEBAC-2CE5-4340-A00A-AD299988B62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34A5A2A-5922-4A4D-B473-8E73E1DA157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B44434F1-5483-4A27-B256-2726CEA7113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2F1CEB0B-2383-45B5-8036-13779FA802E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50075142-EF41-4895-B4AD-0D9A91345497}"/>
              </a:ext>
            </a:extLst>
          </p:cNvPr>
          <p:cNvPicPr>
            <a:picLocks xmlns:a="http://schemas.openxmlformats.org/drawingml/2006/main" noChangeAspect="1"/>
          </p:cNvPicPr>
          <p:nvPr/>
        </p:nvPicPr>
        <p:blipFill>
          <a:blip xmlns:r="http://schemas.openxmlformats.org/officeDocument/2006/relationships" xmlns:a="http://schemas.openxmlformats.org/drawingml/2006/main" r:embed="Refbde6f78e594f9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70A2F4E-5949-4798-ACDD-FF45DCCB9B3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1A0F214-A983-41D3-B549-F7D73E65514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19BB038-23C9-46D6-9AF8-F7C230764FB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543F824-D63A-4F70-AE9E-956E39A3DFD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E13590C-3EE8-4460-B16A-979B932A361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E75646CA-E8C2-4EA3-85FD-89810C65D62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CDAB2F1-B8EF-4126-BBC1-879F4A3018E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46E07706-FE30-4B36-9ED8-191DC92161A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A4DF46E0-31A5-400D-B15D-28C2F7A77A1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D5C2950A-14CC-4622-9D9A-440EAEBADEC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Show one bright mark that is clear to see. Say or show one word for why you chose it.</a:t>
            </a:r>
          </a:p>
        </p:txBody>
      </p:sp>
    </p:spTree>
    <p:extLst>
      <p:ext uri="{BB962C8B-B14F-4D97-AF65-F5344CB8AC3E}">
        <p14:creationId xmlns:p14="http://schemas.microsoft.com/office/powerpoint/2010/main" val="82923116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900151A-3981-4298-822A-AA7ECB7588E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1B4D60A-762F-49E5-BFEB-47C21DF055B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08753769-8DE2-4EC5-A296-D7ECD1FCA49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66C4F78B-452C-4589-AF7A-D4DD226126A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2FB24C5D-947C-4630-A04C-A62E071EB330}"/>
              </a:ext>
            </a:extLst>
          </p:cNvPr>
          <p:cNvPicPr>
            <a:picLocks xmlns:a="http://schemas.openxmlformats.org/drawingml/2006/main" noChangeAspect="1"/>
          </p:cNvPicPr>
          <p:nvPr/>
        </p:nvPicPr>
        <p:blipFill>
          <a:blip xmlns:r="http://schemas.openxmlformats.org/officeDocument/2006/relationships" xmlns:a="http://schemas.openxmlformats.org/drawingml/2006/main" r:embed="R6412ede950a445f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A347499-D7B6-488E-B4AF-C47D41B6E8A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A5B7523-9280-455D-A6DE-935101A6C6D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3CA7585-BEB3-4274-8C61-D88586A3CD0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F76FE0B-90AE-46BD-950B-9B7A892BAB3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2AD5F68-3D3F-4E26-8CA8-CCD320066946}"/>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7A23C1AA-3D58-4C32-AFAF-830E686E70D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0A13F41-675D-4806-AF45-5ABE0A6C168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E6A57276-685B-4BB7-8B8E-8A0AF74FCEF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5F12A5E-28FE-4F5F-92D1-D84FB52F4CE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FCC4818C-DA8A-4B6E-9B5D-BAC49FFC3F0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a dot and a ring.</a:t>
            </a:r>
          </a:p>
        </p:txBody>
      </p:sp>
      <p:sp>
        <p:nvSpPr>
          <p:cNvPr id="16" name="body-1">
            <a:extLst xmlns:a="http://schemas.openxmlformats.org/drawingml/2006/main">
              <a:ext uri="{FF2B5EF4-FFF2-40B4-BE49-F238E27FC236}">
                <a16:creationId xmlns:a16="http://schemas.microsoft.com/office/drawing/2014/main" id="{EF238F9B-BEBC-4245-94F1-AEF1D1B7445D}"/>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two bright colours.</a:t>
            </a:r>
          </a:p>
        </p:txBody>
      </p:sp>
      <p:sp>
        <p:nvSpPr>
          <p:cNvPr id="17" name="body-2">
            <a:extLst xmlns:a="http://schemas.openxmlformats.org/drawingml/2006/main">
              <a:ext uri="{FF2B5EF4-FFF2-40B4-BE49-F238E27FC236}">
                <a16:creationId xmlns:a16="http://schemas.microsoft.com/office/drawing/2014/main" id="{6CD4770E-CD61-4C98-8705-35E94B0ED3EA}"/>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a dot, then a ring. Use the pair again.</a:t>
            </a:r>
          </a:p>
        </p:txBody>
      </p:sp>
      <p:sp>
        <p:nvSpPr>
          <p:cNvPr id="18" name="body-3">
            <a:extLst xmlns:a="http://schemas.openxmlformats.org/drawingml/2006/main">
              <a:ext uri="{FF2B5EF4-FFF2-40B4-BE49-F238E27FC236}">
                <a16:creationId xmlns:a16="http://schemas.microsoft.com/office/drawing/2014/main" id="{7D36B8CF-555E-479D-899B-8854970E0125}"/>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swap the two colours.</a:t>
            </a:r>
          </a:p>
        </p:txBody>
      </p:sp>
      <p:sp>
        <p:nvSpPr>
          <p:cNvPr id="19" name="body-4">
            <a:extLst xmlns:a="http://schemas.openxmlformats.org/drawingml/2006/main">
              <a:ext uri="{FF2B5EF4-FFF2-40B4-BE49-F238E27FC236}">
                <a16:creationId xmlns:a16="http://schemas.microsoft.com/office/drawing/2014/main" id="{2ECF7D45-27A9-461D-B70C-F6CBCB4689D5}"/>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Keep the dot, then the ring. Use the pair again.</a:t>
            </a:r>
          </a:p>
        </p:txBody>
      </p:sp>
      <p:sp>
        <p:nvSpPr>
          <p:cNvPr id="20" name="body-5">
            <a:extLst xmlns:a="http://schemas.openxmlformats.org/drawingml/2006/main">
              <a:ext uri="{FF2B5EF4-FFF2-40B4-BE49-F238E27FC236}">
                <a16:creationId xmlns:a16="http://schemas.microsoft.com/office/drawing/2014/main" id="{340EE101-C0B7-40B3-8D94-263987A600F4}"/>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dark paper for both small trials.</a:t>
            </a:r>
          </a:p>
        </p:txBody>
      </p:sp>
      <p:sp>
        <p:nvSpPr>
          <p:cNvPr id="21" name="body-6">
            <a:extLst xmlns:a="http://schemas.openxmlformats.org/drawingml/2006/main">
              <a:ext uri="{FF2B5EF4-FFF2-40B4-BE49-F238E27FC236}">
                <a16:creationId xmlns:a16="http://schemas.microsoft.com/office/drawing/2014/main" id="{7475FCA9-9566-4C24-888A-046A18A4DA26}"/>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the plan you will use.</a:t>
            </a:r>
          </a:p>
        </p:txBody>
      </p:sp>
    </p:spTree>
    <p:extLst>
      <p:ext uri="{BB962C8B-B14F-4D97-AF65-F5344CB8AC3E}">
        <p14:creationId xmlns:p14="http://schemas.microsoft.com/office/powerpoint/2010/main" val="213544724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B402BB13-49EF-4BDB-B5F5-E2F76C13819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7523921-6BC0-44AC-9E52-7E62738995D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D66FCBB-EBCF-4753-9390-74831747BF5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832BC2AC-075B-495E-B801-8B620CC8641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C8CAC384-5799-4991-93A0-8AC99BFADFB7}"/>
              </a:ext>
            </a:extLst>
          </p:cNvPr>
          <p:cNvPicPr>
            <a:picLocks xmlns:a="http://schemas.openxmlformats.org/drawingml/2006/main" noChangeAspect="1"/>
          </p:cNvPicPr>
          <p:nvPr/>
        </p:nvPicPr>
        <p:blipFill>
          <a:blip xmlns:r="http://schemas.openxmlformats.org/officeDocument/2006/relationships" xmlns:a="http://schemas.openxmlformats.org/drawingml/2006/main" r:embed="Ra11f67cc77d54c9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2F4E614-F8C8-4928-AEE3-FC32613B95A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51481B3-C2C1-4928-B136-AB11493B4E4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1590991-8A4F-4BF3-A412-EEF0A1D0D5D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7C1AB8A-595A-4610-A4B0-7D661A03772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98E795D-9BF2-47A0-ABA9-48F93D2FFF6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1A359BE-B04A-4938-AD25-1C55FA5B586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9AE57A8-625B-46AB-B5F3-AC30C4BC49B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E551F13A-9FF7-4783-804A-9B5DB51CBA4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8B4754C4-407D-4FC7-BBE6-B5EAE4D7F04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shape and colour plan, with the bit to use again.</a:t>
            </a:r>
          </a:p>
        </p:txBody>
      </p:sp>
      <p:sp>
        <p:nvSpPr>
          <p:cNvPr id="15" name="body-0">
            <a:extLst xmlns:a="http://schemas.openxmlformats.org/drawingml/2006/main">
              <a:ext uri="{FF2B5EF4-FFF2-40B4-BE49-F238E27FC236}">
                <a16:creationId xmlns:a16="http://schemas.microsoft.com/office/drawing/2014/main" id="{75684AC2-56B5-4C01-A8E5-4D7ED0A7DD7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What stayed the same? What changed?</a:t>
            </a:r>
          </a:p>
        </p:txBody>
      </p:sp>
      <p:sp>
        <p:nvSpPr>
          <p:cNvPr id="16" name="body-1">
            <a:extLst xmlns:a="http://schemas.openxmlformats.org/drawingml/2006/main">
              <a:ext uri="{FF2B5EF4-FFF2-40B4-BE49-F238E27FC236}">
                <a16:creationId xmlns:a16="http://schemas.microsoft.com/office/drawing/2014/main" id="{5CAADDCC-AD0D-42F2-AE86-537B19F4C421}"/>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Show one colour that is clear on the dark paper.</a:t>
            </a:r>
          </a:p>
        </p:txBody>
      </p:sp>
    </p:spTree>
    <p:extLst>
      <p:ext uri="{BB962C8B-B14F-4D97-AF65-F5344CB8AC3E}">
        <p14:creationId xmlns:p14="http://schemas.microsoft.com/office/powerpoint/2010/main" val="52309622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D6AFF39-7E7D-4C6E-86E6-DC49CEA8269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633C854-2D84-42A2-9816-FEC03F066C2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8F8C465A-F68D-4C48-BE58-469B043DF06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 · 1 of 3</a:t>
            </a:r>
          </a:p>
        </p:txBody>
      </p:sp>
      <p:pic>
        <p:nvPicPr>
          <p:cNvPr id="4" name="">
            <a:extLst xmlns:a="http://schemas.openxmlformats.org/drawingml/2006/main">
              <a:ext uri="{FF2B5EF4-FFF2-40B4-BE49-F238E27FC236}">
                <a16:creationId xmlns:a16="http://schemas.microsoft.com/office/drawing/2014/main" id="{6BC7EFED-74FD-47E7-95FC-455871A5254A}"/>
              </a:ext>
            </a:extLst>
          </p:cNvPr>
          <p:cNvPicPr>
            <a:picLocks xmlns:a="http://schemas.openxmlformats.org/drawingml/2006/main" noChangeAspect="1"/>
          </p:cNvPicPr>
          <p:nvPr/>
        </p:nvPicPr>
        <p:blipFill>
          <a:blip xmlns:r="http://schemas.openxmlformats.org/officeDocument/2006/relationships" xmlns:a="http://schemas.openxmlformats.org/drawingml/2006/main" r:embed="Rc83881789c89418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5B76DE0-CA31-4B85-A4C7-C8DFC3968B9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738B76A-B552-488E-B636-331040E98A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8021CF4-757A-4120-B83B-A1812A71E74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C3CB506-BB7B-4DA7-8B74-0D3DC515D96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D48ED06-9A38-4220-9511-B95EFA939EF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FC56DB1-E13D-478C-BEB4-544A924D9020}"/>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D12B881-EC7F-47A9-B7B3-63B9B2B868E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2582BD5E-C652-4F3E-9A58-D6908461AEF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42AD2F3-07B1-46E1-A20B-5504E105E6B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4" name="figure-example_a-0">
            <a:extLst xmlns:a="http://schemas.openxmlformats.org/drawingml/2006/main">
              <a:ext uri="{FF2B5EF4-FFF2-40B4-BE49-F238E27FC236}">
                <a16:creationId xmlns:a16="http://schemas.microsoft.com/office/drawing/2014/main" id="{5E1C688E-404C-4010-AD57-380E225AC006}"/>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B0AEB4D3-0D7D-4C66-A0CE-2A16180B0F1A}"/>
              </a:ext>
            </a:extLst>
          </p:cNvPr>
          <p:cNvSpPr>
            <a:spLocks xmlns:a="http://schemas.openxmlformats.org/drawingml/2006/main" noGrp="1"/>
          </p:cNvSpPr>
          <p:nvPr/>
        </p:nvSpPr>
        <p:spPr>
          <a:xfrm xmlns:a="http://schemas.openxmlformats.org/drawingml/2006/main">
            <a:off x="1537607"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1C50358F-53EA-417D-ADD7-8C15CDDB482F}"/>
              </a:ext>
            </a:extLst>
          </p:cNvPr>
          <p:cNvSpPr>
            <a:spLocks xmlns:a="http://schemas.openxmlformats.org/drawingml/2006/main" noGrp="1"/>
          </p:cNvSpPr>
          <p:nvPr/>
        </p:nvSpPr>
        <p:spPr>
          <a:xfrm xmlns:a="http://schemas.openxmlformats.org/drawingml/2006/main">
            <a:off x="3170464"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B4174D56-4490-4A4B-B080-19EDCC5529EF}"/>
              </a:ext>
            </a:extLst>
          </p:cNvPr>
          <p:cNvSpPr>
            <a:spLocks xmlns:a="http://schemas.openxmlformats.org/drawingml/2006/main" noGrp="1"/>
          </p:cNvSpPr>
          <p:nvPr/>
        </p:nvSpPr>
        <p:spPr>
          <a:xfrm xmlns:a="http://schemas.openxmlformats.org/drawingml/2006/main">
            <a:off x="4803321"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E09DA7F0-1003-403E-86FB-1E63E38D9EAA}"/>
              </a:ext>
            </a:extLst>
          </p:cNvPr>
          <p:cNvSpPr>
            <a:spLocks xmlns:a="http://schemas.openxmlformats.org/drawingml/2006/main" noGrp="1"/>
          </p:cNvSpPr>
          <p:nvPr/>
        </p:nvSpPr>
        <p:spPr>
          <a:xfrm xmlns:a="http://schemas.openxmlformats.org/drawingml/2006/main">
            <a:off x="6436179"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example_a-5">
            <a:extLst xmlns:a="http://schemas.openxmlformats.org/drawingml/2006/main">
              <a:ext uri="{FF2B5EF4-FFF2-40B4-BE49-F238E27FC236}">
                <a16:creationId xmlns:a16="http://schemas.microsoft.com/office/drawing/2014/main" id="{1BCA6FFA-1298-4509-8BE8-C14A26F17D11}"/>
              </a:ext>
            </a:extLst>
          </p:cNvPr>
          <p:cNvSpPr>
            <a:spLocks xmlns:a="http://schemas.openxmlformats.org/drawingml/2006/main" noGrp="1"/>
          </p:cNvSpPr>
          <p:nvPr/>
        </p:nvSpPr>
        <p:spPr>
          <a:xfrm xmlns:a="http://schemas.openxmlformats.org/drawingml/2006/main">
            <a:off x="8069036"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20" name="figure-example_a-6">
            <a:extLst xmlns:a="http://schemas.openxmlformats.org/drawingml/2006/main">
              <a:ext uri="{FF2B5EF4-FFF2-40B4-BE49-F238E27FC236}">
                <a16:creationId xmlns:a16="http://schemas.microsoft.com/office/drawing/2014/main" id="{9C64F427-108A-40F0-B005-A4B9B3674C6B}"/>
              </a:ext>
            </a:extLst>
          </p:cNvPr>
          <p:cNvSpPr>
            <a:spLocks xmlns:a="http://schemas.openxmlformats.org/drawingml/2006/main" noGrp="1"/>
          </p:cNvSpPr>
          <p:nvPr/>
        </p:nvSpPr>
        <p:spPr>
          <a:xfrm xmlns:a="http://schemas.openxmlformats.org/drawingml/2006/main">
            <a:off x="9701893"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21" name="figure-description-example_a">
            <a:extLst xmlns:a="http://schemas.openxmlformats.org/drawingml/2006/main">
              <a:ext uri="{FF2B5EF4-FFF2-40B4-BE49-F238E27FC236}">
                <a16:creationId xmlns:a16="http://schemas.microsoft.com/office/drawing/2014/main" id="{B48FD5F8-CD55-4A35-8649-070040AC3DF4}"/>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yellow dot, pink ring, yellow dot, pink ring, yellow dot, pink ring form one evenly spaced row.</a:t>
            </a:r>
          </a:p>
        </p:txBody>
      </p:sp>
    </p:spTree>
    <p:extLst>
      <p:ext uri="{BB962C8B-B14F-4D97-AF65-F5344CB8AC3E}">
        <p14:creationId xmlns:p14="http://schemas.microsoft.com/office/powerpoint/2010/main" val="132579055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B77955FD-0087-4A5E-8C3B-4AD55D5A0D0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9284185-2AFC-443B-A993-FA802D02B4C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4A803E90-ECCD-41BA-A2AA-8FBA16F38CB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 · 2 of 3</a:t>
            </a:r>
          </a:p>
        </p:txBody>
      </p:sp>
      <p:pic>
        <p:nvPicPr>
          <p:cNvPr id="4" name="">
            <a:extLst xmlns:a="http://schemas.openxmlformats.org/drawingml/2006/main">
              <a:ext uri="{FF2B5EF4-FFF2-40B4-BE49-F238E27FC236}">
                <a16:creationId xmlns:a16="http://schemas.microsoft.com/office/drawing/2014/main" id="{74AC6C58-17C6-40F2-851B-6DFA7F382682}"/>
              </a:ext>
            </a:extLst>
          </p:cNvPr>
          <p:cNvPicPr>
            <a:picLocks xmlns:a="http://schemas.openxmlformats.org/drawingml/2006/main" noChangeAspect="1"/>
          </p:cNvPicPr>
          <p:nvPr/>
        </p:nvPicPr>
        <p:blipFill>
          <a:blip xmlns:r="http://schemas.openxmlformats.org/officeDocument/2006/relationships" xmlns:a="http://schemas.openxmlformats.org/drawingml/2006/main" r:embed="R6d6a2f485e644cf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2359BF4-4253-422B-A6DE-371DC8E1052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AB43A04-5A3A-4C6A-AFBF-11F3B7F5D4B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28C158B-6BE4-4B89-8753-9A6441AA466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635783F-A824-4039-ADA5-024D41FBE80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C3CD39D-A773-4156-AEA7-0BA465D3240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56B4874-ACD8-46E0-98D8-3A75BE8D713C}"/>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1D005D9-0D47-4544-AEE0-92F0EE53B60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2CF965C0-0762-4B1F-B588-68D07EBEF73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BDC4CE9-0154-47C9-B63B-32BEF43A466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4" name="figure-example_b-0">
            <a:extLst xmlns:a="http://schemas.openxmlformats.org/drawingml/2006/main">
              <a:ext uri="{FF2B5EF4-FFF2-40B4-BE49-F238E27FC236}">
                <a16:creationId xmlns:a16="http://schemas.microsoft.com/office/drawing/2014/main" id="{64F2CB72-3780-49AF-A987-052FD6BD482A}"/>
              </a:ext>
            </a:extLst>
          </p:cNvPr>
          <p:cNvSpPr>
            <a:spLocks xmlns:a="http://schemas.openxmlformats.org/drawingml/2006/main" noGrp="1"/>
          </p:cNvSpPr>
          <p:nvPr/>
        </p:nvSpPr>
        <p:spPr>
          <a:xfrm xmlns:a="http://schemas.openxmlformats.org/drawingml/2006/main">
            <a:off x="381000" y="1932908"/>
            <a:ext cx="11430000" cy="3690938"/>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F84D14A9-D228-4B03-A743-B2B90254E571}"/>
              </a:ext>
            </a:extLst>
          </p:cNvPr>
          <p:cNvSpPr>
            <a:spLocks xmlns:a="http://schemas.openxmlformats.org/drawingml/2006/main" noGrp="1"/>
          </p:cNvSpPr>
          <p:nvPr/>
        </p:nvSpPr>
        <p:spPr>
          <a:xfrm xmlns:a="http://schemas.openxmlformats.org/drawingml/2006/main">
            <a:off x="157162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16" name="figure-example_b-2">
            <a:extLst xmlns:a="http://schemas.openxmlformats.org/drawingml/2006/main">
              <a:ext uri="{FF2B5EF4-FFF2-40B4-BE49-F238E27FC236}">
                <a16:creationId xmlns:a16="http://schemas.microsoft.com/office/drawing/2014/main" id="{8EBF057C-3210-4DEF-B9D8-F08E335E7C9D}"/>
              </a:ext>
            </a:extLst>
          </p:cNvPr>
          <p:cNvSpPr>
            <a:spLocks xmlns:a="http://schemas.openxmlformats.org/drawingml/2006/main" noGrp="1"/>
          </p:cNvSpPr>
          <p:nvPr/>
        </p:nvSpPr>
        <p:spPr>
          <a:xfrm xmlns:a="http://schemas.openxmlformats.org/drawingml/2006/main">
            <a:off x="147637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17" name="figure-example_b-3">
            <a:extLst xmlns:a="http://schemas.openxmlformats.org/drawingml/2006/main">
              <a:ext uri="{FF2B5EF4-FFF2-40B4-BE49-F238E27FC236}">
                <a16:creationId xmlns:a16="http://schemas.microsoft.com/office/drawing/2014/main" id="{09A7468A-AF42-4689-A147-B39C8241152A}"/>
              </a:ext>
            </a:extLst>
          </p:cNvPr>
          <p:cNvSpPr>
            <a:spLocks xmlns:a="http://schemas.openxmlformats.org/drawingml/2006/main" noGrp="1"/>
          </p:cNvSpPr>
          <p:nvPr/>
        </p:nvSpPr>
        <p:spPr>
          <a:xfrm xmlns:a="http://schemas.openxmlformats.org/drawingml/2006/main">
            <a:off x="216693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18" name="figure-example_b-4">
            <a:extLst xmlns:a="http://schemas.openxmlformats.org/drawingml/2006/main">
              <a:ext uri="{FF2B5EF4-FFF2-40B4-BE49-F238E27FC236}">
                <a16:creationId xmlns:a16="http://schemas.microsoft.com/office/drawing/2014/main" id="{F7C697A0-72D2-4975-AACD-3BF6033EC51C}"/>
              </a:ext>
            </a:extLst>
          </p:cNvPr>
          <p:cNvSpPr>
            <a:spLocks xmlns:a="http://schemas.openxmlformats.org/drawingml/2006/main" noGrp="1"/>
          </p:cNvSpPr>
          <p:nvPr/>
        </p:nvSpPr>
        <p:spPr>
          <a:xfrm xmlns:a="http://schemas.openxmlformats.org/drawingml/2006/main">
            <a:off x="257175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19" name="figure-example_b-5">
            <a:extLst xmlns:a="http://schemas.openxmlformats.org/drawingml/2006/main">
              <a:ext uri="{FF2B5EF4-FFF2-40B4-BE49-F238E27FC236}">
                <a16:creationId xmlns:a16="http://schemas.microsoft.com/office/drawing/2014/main" id="{AB1D3D84-5EBC-4A66-9665-66674A99B450}"/>
              </a:ext>
            </a:extLst>
          </p:cNvPr>
          <p:cNvSpPr>
            <a:spLocks xmlns:a="http://schemas.openxmlformats.org/drawingml/2006/main" noGrp="1"/>
          </p:cNvSpPr>
          <p:nvPr/>
        </p:nvSpPr>
        <p:spPr>
          <a:xfrm xmlns:a="http://schemas.openxmlformats.org/drawingml/2006/main">
            <a:off x="419100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0" name="figure-example_b-6">
            <a:extLst xmlns:a="http://schemas.openxmlformats.org/drawingml/2006/main">
              <a:ext uri="{FF2B5EF4-FFF2-40B4-BE49-F238E27FC236}">
                <a16:creationId xmlns:a16="http://schemas.microsoft.com/office/drawing/2014/main" id="{D3BF5A19-1ACD-4A02-B5C2-43DFB2F5F3D0}"/>
              </a:ext>
            </a:extLst>
          </p:cNvPr>
          <p:cNvSpPr>
            <a:spLocks xmlns:a="http://schemas.openxmlformats.org/drawingml/2006/main" noGrp="1"/>
          </p:cNvSpPr>
          <p:nvPr/>
        </p:nvSpPr>
        <p:spPr>
          <a:xfrm xmlns:a="http://schemas.openxmlformats.org/drawingml/2006/main">
            <a:off x="409575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1" name="figure-example_b-7">
            <a:extLst xmlns:a="http://schemas.openxmlformats.org/drawingml/2006/main">
              <a:ext uri="{FF2B5EF4-FFF2-40B4-BE49-F238E27FC236}">
                <a16:creationId xmlns:a16="http://schemas.microsoft.com/office/drawing/2014/main" id="{F39A011A-641C-4208-85F5-F6D498BAE75D}"/>
              </a:ext>
            </a:extLst>
          </p:cNvPr>
          <p:cNvSpPr>
            <a:spLocks xmlns:a="http://schemas.openxmlformats.org/drawingml/2006/main" noGrp="1"/>
          </p:cNvSpPr>
          <p:nvPr/>
        </p:nvSpPr>
        <p:spPr>
          <a:xfrm xmlns:a="http://schemas.openxmlformats.org/drawingml/2006/main">
            <a:off x="478631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2" name="figure-example_b-8">
            <a:extLst xmlns:a="http://schemas.openxmlformats.org/drawingml/2006/main">
              <a:ext uri="{FF2B5EF4-FFF2-40B4-BE49-F238E27FC236}">
                <a16:creationId xmlns:a16="http://schemas.microsoft.com/office/drawing/2014/main" id="{EBD8065E-CE2F-432F-BE85-1BCC8A7BA48D}"/>
              </a:ext>
            </a:extLst>
          </p:cNvPr>
          <p:cNvSpPr>
            <a:spLocks xmlns:a="http://schemas.openxmlformats.org/drawingml/2006/main" noGrp="1"/>
          </p:cNvSpPr>
          <p:nvPr/>
        </p:nvSpPr>
        <p:spPr>
          <a:xfrm xmlns:a="http://schemas.openxmlformats.org/drawingml/2006/main">
            <a:off x="519112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3" name="figure-example_b-9">
            <a:extLst xmlns:a="http://schemas.openxmlformats.org/drawingml/2006/main">
              <a:ext uri="{FF2B5EF4-FFF2-40B4-BE49-F238E27FC236}">
                <a16:creationId xmlns:a16="http://schemas.microsoft.com/office/drawing/2014/main" id="{9939B584-91DC-4B0C-A08E-213377F6D76D}"/>
              </a:ext>
            </a:extLst>
          </p:cNvPr>
          <p:cNvSpPr>
            <a:spLocks xmlns:a="http://schemas.openxmlformats.org/drawingml/2006/main" noGrp="1"/>
          </p:cNvSpPr>
          <p:nvPr/>
        </p:nvSpPr>
        <p:spPr>
          <a:xfrm xmlns:a="http://schemas.openxmlformats.org/drawingml/2006/main">
            <a:off x="6810375"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4" name="figure-example_b-10">
            <a:extLst xmlns:a="http://schemas.openxmlformats.org/drawingml/2006/main">
              <a:ext uri="{FF2B5EF4-FFF2-40B4-BE49-F238E27FC236}">
                <a16:creationId xmlns:a16="http://schemas.microsoft.com/office/drawing/2014/main" id="{5A9A2EB6-9BE8-4527-ACB4-2844890BCF79}"/>
              </a:ext>
            </a:extLst>
          </p:cNvPr>
          <p:cNvSpPr>
            <a:spLocks xmlns:a="http://schemas.openxmlformats.org/drawingml/2006/main" noGrp="1"/>
          </p:cNvSpPr>
          <p:nvPr/>
        </p:nvSpPr>
        <p:spPr>
          <a:xfrm xmlns:a="http://schemas.openxmlformats.org/drawingml/2006/main">
            <a:off x="6715125"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5" name="figure-example_b-11">
            <a:extLst xmlns:a="http://schemas.openxmlformats.org/drawingml/2006/main">
              <a:ext uri="{FF2B5EF4-FFF2-40B4-BE49-F238E27FC236}">
                <a16:creationId xmlns:a16="http://schemas.microsoft.com/office/drawing/2014/main" id="{23723377-4350-4E83-8380-ED6F63F12697}"/>
              </a:ext>
            </a:extLst>
          </p:cNvPr>
          <p:cNvSpPr>
            <a:spLocks xmlns:a="http://schemas.openxmlformats.org/drawingml/2006/main" noGrp="1"/>
          </p:cNvSpPr>
          <p:nvPr/>
        </p:nvSpPr>
        <p:spPr>
          <a:xfrm xmlns:a="http://schemas.openxmlformats.org/drawingml/2006/main">
            <a:off x="7405688"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26" name="figure-example_b-12">
            <a:extLst xmlns:a="http://schemas.openxmlformats.org/drawingml/2006/main">
              <a:ext uri="{FF2B5EF4-FFF2-40B4-BE49-F238E27FC236}">
                <a16:creationId xmlns:a16="http://schemas.microsoft.com/office/drawing/2014/main" id="{38CB595A-CDCB-431B-BECF-EB1EAB137B0C}"/>
              </a:ext>
            </a:extLst>
          </p:cNvPr>
          <p:cNvSpPr>
            <a:spLocks xmlns:a="http://schemas.openxmlformats.org/drawingml/2006/main" noGrp="1"/>
          </p:cNvSpPr>
          <p:nvPr/>
        </p:nvSpPr>
        <p:spPr>
          <a:xfrm xmlns:a="http://schemas.openxmlformats.org/drawingml/2006/main">
            <a:off x="7810500"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27" name="figure-example_b-13">
            <a:extLst xmlns:a="http://schemas.openxmlformats.org/drawingml/2006/main">
              <a:ext uri="{FF2B5EF4-FFF2-40B4-BE49-F238E27FC236}">
                <a16:creationId xmlns:a16="http://schemas.microsoft.com/office/drawing/2014/main" id="{0A017B1E-905A-4A73-B5DB-B9ED93FFDB28}"/>
              </a:ext>
            </a:extLst>
          </p:cNvPr>
          <p:cNvSpPr>
            <a:spLocks xmlns:a="http://schemas.openxmlformats.org/drawingml/2006/main" noGrp="1"/>
          </p:cNvSpPr>
          <p:nvPr/>
        </p:nvSpPr>
        <p:spPr>
          <a:xfrm xmlns:a="http://schemas.openxmlformats.org/drawingml/2006/main">
            <a:off x="9429750" y="4076033"/>
            <a:ext cx="1190625" cy="666750"/>
          </a:xfrm>
          <a:custGeom xmlns:a="http://schemas.openxmlformats.org/drawingml/2006/main">
            <a:pathLst>
              <a:path w="1190625" h="666750">
                <a:moveTo>
                  <a:pt x="1190625" y="333375"/>
                </a:moveTo>
                <a:lnTo>
                  <a:pt x="1183296" y="385526"/>
                </a:lnTo>
                <a:lnTo>
                  <a:pt x="1161488" y="436394"/>
                </a:lnTo>
                <a:lnTo>
                  <a:pt x="1125740" y="484724"/>
                </a:lnTo>
                <a:lnTo>
                  <a:pt x="1076930" y="529328"/>
                </a:lnTo>
                <a:lnTo>
                  <a:pt x="1016262" y="569107"/>
                </a:lnTo>
                <a:lnTo>
                  <a:pt x="945228" y="603081"/>
                </a:lnTo>
                <a:lnTo>
                  <a:pt x="865579" y="630414"/>
                </a:lnTo>
                <a:lnTo>
                  <a:pt x="779274" y="650433"/>
                </a:lnTo>
                <a:lnTo>
                  <a:pt x="688440" y="662646"/>
                </a:lnTo>
                <a:lnTo>
                  <a:pt x="595313" y="666750"/>
                </a:lnTo>
                <a:lnTo>
                  <a:pt x="502185" y="662646"/>
                </a:lnTo>
                <a:lnTo>
                  <a:pt x="411351" y="650433"/>
                </a:lnTo>
                <a:lnTo>
                  <a:pt x="325046" y="630414"/>
                </a:lnTo>
                <a:lnTo>
                  <a:pt x="245397" y="603081"/>
                </a:lnTo>
                <a:lnTo>
                  <a:pt x="174363" y="569107"/>
                </a:lnTo>
                <a:lnTo>
                  <a:pt x="113695" y="529328"/>
                </a:lnTo>
                <a:lnTo>
                  <a:pt x="64885" y="484724"/>
                </a:lnTo>
                <a:lnTo>
                  <a:pt x="29137" y="436394"/>
                </a:lnTo>
                <a:lnTo>
                  <a:pt x="7329" y="385526"/>
                </a:lnTo>
                <a:lnTo>
                  <a:pt x="0" y="333375"/>
                </a:lnTo>
                <a:lnTo>
                  <a:pt x="7329" y="281224"/>
                </a:lnTo>
                <a:lnTo>
                  <a:pt x="29137" y="230356"/>
                </a:lnTo>
                <a:lnTo>
                  <a:pt x="64885" y="182026"/>
                </a:lnTo>
                <a:lnTo>
                  <a:pt x="113695" y="137422"/>
                </a:lnTo>
                <a:lnTo>
                  <a:pt x="174363" y="97643"/>
                </a:lnTo>
                <a:lnTo>
                  <a:pt x="245397" y="63669"/>
                </a:lnTo>
                <a:lnTo>
                  <a:pt x="325046" y="36336"/>
                </a:lnTo>
                <a:lnTo>
                  <a:pt x="411351" y="16317"/>
                </a:lnTo>
                <a:lnTo>
                  <a:pt x="502185" y="4104"/>
                </a:lnTo>
                <a:lnTo>
                  <a:pt x="595313" y="0"/>
                </a:lnTo>
                <a:lnTo>
                  <a:pt x="688440" y="4104"/>
                </a:lnTo>
                <a:lnTo>
                  <a:pt x="779274" y="16317"/>
                </a:lnTo>
                <a:lnTo>
                  <a:pt x="865579" y="36336"/>
                </a:lnTo>
                <a:lnTo>
                  <a:pt x="945228" y="63669"/>
                </a:lnTo>
                <a:lnTo>
                  <a:pt x="1016262" y="97643"/>
                </a:lnTo>
                <a:lnTo>
                  <a:pt x="1076930" y="137422"/>
                </a:lnTo>
                <a:lnTo>
                  <a:pt x="1125740" y="182026"/>
                </a:lnTo>
                <a:lnTo>
                  <a:pt x="1161488" y="230356"/>
                </a:lnTo>
                <a:lnTo>
                  <a:pt x="1183296" y="281224"/>
                </a:lnTo>
                <a:lnTo>
                  <a:pt x="1190625" y="333375"/>
                </a:lnTo>
              </a:path>
            </a:pathLst>
          </a:custGeom>
          <a:noFill xmlns:a="http://schemas.openxmlformats.org/drawingml/2006/main"/>
          <a:ln xmlns:a="http://schemas.openxmlformats.org/drawingml/2006/main" w="119063">
            <a:solidFill>
              <a:srgbClr val="FFE45E"/>
            </a:solidFill>
          </a:ln>
        </p:spPr>
      </p:sp>
      <p:sp>
        <p:nvSpPr>
          <p:cNvPr id="28" name="figure-example_b-14">
            <a:extLst xmlns:a="http://schemas.openxmlformats.org/drawingml/2006/main">
              <a:ext uri="{FF2B5EF4-FFF2-40B4-BE49-F238E27FC236}">
                <a16:creationId xmlns:a16="http://schemas.microsoft.com/office/drawing/2014/main" id="{4E96A03D-BFB5-42B7-A7AE-25B2B3E6D1A8}"/>
              </a:ext>
            </a:extLst>
          </p:cNvPr>
          <p:cNvSpPr>
            <a:spLocks xmlns:a="http://schemas.openxmlformats.org/drawingml/2006/main" noGrp="1"/>
          </p:cNvSpPr>
          <p:nvPr/>
        </p:nvSpPr>
        <p:spPr>
          <a:xfrm xmlns:a="http://schemas.openxmlformats.org/drawingml/2006/main">
            <a:off x="9334500" y="3266408"/>
            <a:ext cx="285750" cy="500063"/>
          </a:xfrm>
          <a:custGeom xmlns:a="http://schemas.openxmlformats.org/drawingml/2006/main">
            <a:pathLst>
              <a:path w="285750" h="500063">
                <a:moveTo>
                  <a:pt x="285750" y="500063"/>
                </a:moveTo>
                <a:lnTo>
                  <a:pt x="0" y="0"/>
                </a:lnTo>
              </a:path>
            </a:pathLst>
          </a:custGeom>
          <a:noFill xmlns:a="http://schemas.openxmlformats.org/drawingml/2006/main"/>
          <a:ln xmlns:a="http://schemas.openxmlformats.org/drawingml/2006/main" w="119063">
            <a:solidFill>
              <a:srgbClr val="78D6FF"/>
            </a:solidFill>
          </a:ln>
        </p:spPr>
      </p:sp>
      <p:sp>
        <p:nvSpPr>
          <p:cNvPr id="29" name="figure-example_b-15">
            <a:extLst xmlns:a="http://schemas.openxmlformats.org/drawingml/2006/main">
              <a:ext uri="{FF2B5EF4-FFF2-40B4-BE49-F238E27FC236}">
                <a16:creationId xmlns:a16="http://schemas.microsoft.com/office/drawing/2014/main" id="{3111C386-4201-43DA-A621-6633AF5FE09A}"/>
              </a:ext>
            </a:extLst>
          </p:cNvPr>
          <p:cNvSpPr>
            <a:spLocks xmlns:a="http://schemas.openxmlformats.org/drawingml/2006/main" noGrp="1"/>
          </p:cNvSpPr>
          <p:nvPr/>
        </p:nvSpPr>
        <p:spPr>
          <a:xfrm xmlns:a="http://schemas.openxmlformats.org/drawingml/2006/main">
            <a:off x="10025063" y="3028283"/>
            <a:ext cx="23813" cy="619125"/>
          </a:xfrm>
          <a:custGeom xmlns:a="http://schemas.openxmlformats.org/drawingml/2006/main">
            <a:pathLst>
              <a:path w="23813" h="619125">
                <a:moveTo>
                  <a:pt x="0" y="619125"/>
                </a:moveTo>
                <a:lnTo>
                  <a:pt x="0" y="0"/>
                </a:lnTo>
              </a:path>
            </a:pathLst>
          </a:custGeom>
          <a:noFill xmlns:a="http://schemas.openxmlformats.org/drawingml/2006/main"/>
          <a:ln xmlns:a="http://schemas.openxmlformats.org/drawingml/2006/main" w="119063">
            <a:solidFill>
              <a:srgbClr val="78D6FF"/>
            </a:solidFill>
          </a:ln>
        </p:spPr>
      </p:sp>
      <p:sp>
        <p:nvSpPr>
          <p:cNvPr id="30" name="figure-example_b-16">
            <a:extLst xmlns:a="http://schemas.openxmlformats.org/drawingml/2006/main">
              <a:ext uri="{FF2B5EF4-FFF2-40B4-BE49-F238E27FC236}">
                <a16:creationId xmlns:a16="http://schemas.microsoft.com/office/drawing/2014/main" id="{BBE8FE0B-3047-4972-A803-CD077C6C1725}"/>
              </a:ext>
            </a:extLst>
          </p:cNvPr>
          <p:cNvSpPr>
            <a:spLocks xmlns:a="http://schemas.openxmlformats.org/drawingml/2006/main" noGrp="1"/>
          </p:cNvSpPr>
          <p:nvPr/>
        </p:nvSpPr>
        <p:spPr>
          <a:xfrm xmlns:a="http://schemas.openxmlformats.org/drawingml/2006/main">
            <a:off x="10429875" y="3266408"/>
            <a:ext cx="285750" cy="500063"/>
          </a:xfrm>
          <a:custGeom xmlns:a="http://schemas.openxmlformats.org/drawingml/2006/main">
            <a:pathLst>
              <a:path w="285750" h="500063">
                <a:moveTo>
                  <a:pt x="0" y="500063"/>
                </a:moveTo>
                <a:lnTo>
                  <a:pt x="285750" y="0"/>
                </a:lnTo>
              </a:path>
            </a:pathLst>
          </a:custGeom>
          <a:noFill xmlns:a="http://schemas.openxmlformats.org/drawingml/2006/main"/>
          <a:ln xmlns:a="http://schemas.openxmlformats.org/drawingml/2006/main" w="119063">
            <a:solidFill>
              <a:srgbClr val="78D6FF"/>
            </a:solidFill>
          </a:ln>
        </p:spPr>
      </p:sp>
      <p:sp>
        <p:nvSpPr>
          <p:cNvPr id="31" name="figure-description-example_b">
            <a:extLst xmlns:a="http://schemas.openxmlformats.org/drawingml/2006/main">
              <a:ext uri="{FF2B5EF4-FFF2-40B4-BE49-F238E27FC236}">
                <a16:creationId xmlns:a16="http://schemas.microsoft.com/office/drawing/2014/main" id="{80BCD3C2-FB78-4087-BACE-CB44EF0547D4}"/>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Four matching lamp signs form one row on dark paper. Each has a yellow oval line and three light blue rays above it.</a:t>
            </a:r>
          </a:p>
        </p:txBody>
      </p:sp>
    </p:spTree>
    <p:extLst>
      <p:ext uri="{BB962C8B-B14F-4D97-AF65-F5344CB8AC3E}">
        <p14:creationId xmlns:p14="http://schemas.microsoft.com/office/powerpoint/2010/main" val="89135508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8AC26FD-7234-496A-B0EA-108ADFC3355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5E08C08-4B5B-4C52-8CB5-EDA7A81E122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E4F72869-F67D-4939-90EF-F36B2DE9AB2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 · 3 of 3</a:t>
            </a:r>
          </a:p>
        </p:txBody>
      </p:sp>
      <p:pic>
        <p:nvPicPr>
          <p:cNvPr id="4" name="">
            <a:extLst xmlns:a="http://schemas.openxmlformats.org/drawingml/2006/main">
              <a:ext uri="{FF2B5EF4-FFF2-40B4-BE49-F238E27FC236}">
                <a16:creationId xmlns:a16="http://schemas.microsoft.com/office/drawing/2014/main" id="{C35BDEAD-C313-4D97-B87C-C57378188322}"/>
              </a:ext>
            </a:extLst>
          </p:cNvPr>
          <p:cNvPicPr>
            <a:picLocks xmlns:a="http://schemas.openxmlformats.org/drawingml/2006/main" noChangeAspect="1"/>
          </p:cNvPicPr>
          <p:nvPr/>
        </p:nvPicPr>
        <p:blipFill>
          <a:blip xmlns:r="http://schemas.openxmlformats.org/officeDocument/2006/relationships" xmlns:a="http://schemas.openxmlformats.org/drawingml/2006/main" r:embed="R0bd870309ef44eb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85211CA6-1BD1-48AA-B89C-2635C68E92D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8E98D55-ABD8-439B-A8D3-745F461CEC8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553BCCE-46FB-49F2-B081-7407854FD4F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DCC517A-F115-47BA-AADE-497A90F298C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C216D1D-38C6-4545-AF9A-17162B013092}"/>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DC8860F-BACC-438D-B326-4BD0D82A204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AEE3576-8790-4E36-B0DF-9635AB428B9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2" name="licence-footer">
            <a:extLst xmlns:a="http://schemas.openxmlformats.org/drawingml/2006/main">
              <a:ext uri="{FF2B5EF4-FFF2-40B4-BE49-F238E27FC236}">
                <a16:creationId xmlns:a16="http://schemas.microsoft.com/office/drawing/2014/main" id="{E2D573E6-2355-469E-B77F-83F4338117C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76439CF-CF55-478C-921D-FDEE249E80D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4" name="figure-example_c-0">
            <a:extLst xmlns:a="http://schemas.openxmlformats.org/drawingml/2006/main">
              <a:ext uri="{FF2B5EF4-FFF2-40B4-BE49-F238E27FC236}">
                <a16:creationId xmlns:a16="http://schemas.microsoft.com/office/drawing/2014/main" id="{3D869098-F884-4A14-8D56-DC132C161A55}"/>
              </a:ext>
            </a:extLst>
          </p:cNvPr>
          <p:cNvSpPr>
            <a:spLocks xmlns:a="http://schemas.openxmlformats.org/drawingml/2006/main" noGrp="1"/>
          </p:cNvSpPr>
          <p:nvPr/>
        </p:nvSpPr>
        <p:spPr>
          <a:xfrm xmlns:a="http://schemas.openxmlformats.org/drawingml/2006/main">
            <a:off x="474726" y="1904619"/>
            <a:ext cx="5387054" cy="2810637"/>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c-1">
            <a:extLst xmlns:a="http://schemas.openxmlformats.org/drawingml/2006/main">
              <a:ext uri="{FF2B5EF4-FFF2-40B4-BE49-F238E27FC236}">
                <a16:creationId xmlns:a16="http://schemas.microsoft.com/office/drawing/2014/main" id="{E83BF196-C59C-4853-9F79-C3F60FB739BC}"/>
              </a:ext>
            </a:extLst>
          </p:cNvPr>
          <p:cNvSpPr>
            <a:spLocks xmlns:a="http://schemas.openxmlformats.org/drawingml/2006/main" noGrp="1"/>
          </p:cNvSpPr>
          <p:nvPr/>
        </p:nvSpPr>
        <p:spPr>
          <a:xfrm xmlns:a="http://schemas.openxmlformats.org/drawingml/2006/main">
            <a:off x="2606126"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c-2">
            <a:extLst xmlns:a="http://schemas.openxmlformats.org/drawingml/2006/main">
              <a:ext uri="{FF2B5EF4-FFF2-40B4-BE49-F238E27FC236}">
                <a16:creationId xmlns:a16="http://schemas.microsoft.com/office/drawing/2014/main" id="{91B8ABE4-7016-4629-94A9-921F30F4CCC0}"/>
              </a:ext>
            </a:extLst>
          </p:cNvPr>
          <p:cNvSpPr>
            <a:spLocks xmlns:a="http://schemas.openxmlformats.org/drawingml/2006/main" noGrp="1"/>
          </p:cNvSpPr>
          <p:nvPr/>
        </p:nvSpPr>
        <p:spPr>
          <a:xfrm xmlns:a="http://schemas.openxmlformats.org/drawingml/2006/main">
            <a:off x="6330220" y="1904619"/>
            <a:ext cx="5387054" cy="2810637"/>
          </a:xfrm>
          <a:prstGeom xmlns:a="http://schemas.openxmlformats.org/drawingml/2006/main" prst="rect">
            <a:avLst/>
          </a:prstGeom>
          <a:solidFill xmlns:a="http://schemas.openxmlformats.org/drawingml/2006/main">
            <a:srgbClr val="FFE888"/>
          </a:solidFill>
          <a:ln xmlns:a="http://schemas.openxmlformats.org/drawingml/2006/main" w="0">
            <a:noFill/>
          </a:ln>
        </p:spPr>
      </p:sp>
      <p:sp>
        <p:nvSpPr>
          <p:cNvPr id="17" name="figure-example_c-3">
            <a:extLst xmlns:a="http://schemas.openxmlformats.org/drawingml/2006/main">
              <a:ext uri="{FF2B5EF4-FFF2-40B4-BE49-F238E27FC236}">
                <a16:creationId xmlns:a16="http://schemas.microsoft.com/office/drawing/2014/main" id="{14A83034-6849-4483-A659-4154BC33FD21}"/>
              </a:ext>
            </a:extLst>
          </p:cNvPr>
          <p:cNvSpPr>
            <a:spLocks xmlns:a="http://schemas.openxmlformats.org/drawingml/2006/main" noGrp="1"/>
          </p:cNvSpPr>
          <p:nvPr/>
        </p:nvSpPr>
        <p:spPr>
          <a:xfrm xmlns:a="http://schemas.openxmlformats.org/drawingml/2006/main">
            <a:off x="8461619" y="2747810"/>
            <a:ext cx="1124255" cy="1124255"/>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c-4">
            <a:extLst xmlns:a="http://schemas.openxmlformats.org/drawingml/2006/main">
              <a:ext uri="{FF2B5EF4-FFF2-40B4-BE49-F238E27FC236}">
                <a16:creationId xmlns:a16="http://schemas.microsoft.com/office/drawing/2014/main" id="{55D1493F-393E-421A-B846-2E5647960A0C}"/>
              </a:ext>
            </a:extLst>
          </p:cNvPr>
          <p:cNvSpPr>
            <a:spLocks xmlns:a="http://schemas.openxmlformats.org/drawingml/2006/main" noGrp="1"/>
          </p:cNvSpPr>
          <p:nvPr/>
        </p:nvSpPr>
        <p:spPr>
          <a:xfrm xmlns:a="http://schemas.openxmlformats.org/drawingml/2006/main">
            <a:off x="2421217" y="5042695"/>
            <a:ext cx="1266577"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DARK</a:t>
            </a:r>
          </a:p>
        </p:txBody>
      </p:sp>
      <p:sp>
        <p:nvSpPr>
          <p:cNvPr id="19" name="figure-example_c-5">
            <a:extLst xmlns:a="http://schemas.openxmlformats.org/drawingml/2006/main">
              <a:ext uri="{FF2B5EF4-FFF2-40B4-BE49-F238E27FC236}">
                <a16:creationId xmlns:a16="http://schemas.microsoft.com/office/drawing/2014/main" id="{51357B6C-993D-406F-A1B7-D8F47F7B61CA}"/>
              </a:ext>
            </a:extLst>
          </p:cNvPr>
          <p:cNvSpPr>
            <a:spLocks xmlns:a="http://schemas.openxmlformats.org/drawingml/2006/main" noGrp="1"/>
          </p:cNvSpPr>
          <p:nvPr/>
        </p:nvSpPr>
        <p:spPr>
          <a:xfrm xmlns:a="http://schemas.openxmlformats.org/drawingml/2006/main">
            <a:off x="7948803" y="5042695"/>
            <a:ext cx="3047654" cy="590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3320" b="0" lang="en-GB">
                <a:solidFill>
                  <a:srgbClr val="152238"/>
                </a:solidFill>
                <a:latin typeface="Arial"/>
                <a:ea typeface="Arial"/>
                <a:cs typeface="Arial"/>
              </a:defRPr>
            </a:defPPr>
          </a:lstStyle>
          <a:p xmlns:a="http://schemas.openxmlformats.org/drawingml/2006/main">
            <a:pPr algn="l">
              <a:lnSpc>
                <a:spcPct val="108000"/>
              </a:lnSpc>
              <a:buNone/>
              <a:defRPr sz="3320" b="0" lang="en-GB">
                <a:solidFill>
                  <a:srgbClr val="152238"/>
                </a:solidFill>
                <a:latin typeface="Arial"/>
                <a:ea typeface="Arial"/>
                <a:cs typeface="Arial"/>
              </a:defRPr>
            </a:pPr>
            <a:r>
              <a:rPr sz="3320" b="0" lang="en-GB">
                <a:solidFill>
                  <a:srgbClr val="152238"/>
                </a:solidFill>
                <a:latin typeface="Arial"/>
                <a:ea typeface="Arial"/>
                <a:cs typeface="Arial"/>
              </a:rPr>
              <a:t>PALE YELLOW</a:t>
            </a:r>
          </a:p>
        </p:txBody>
      </p:sp>
      <p:sp>
        <p:nvSpPr>
          <p:cNvPr id="20" name="figure-description-example_c">
            <a:extLst xmlns:a="http://schemas.openxmlformats.org/drawingml/2006/main">
              <a:ext uri="{FF2B5EF4-FFF2-40B4-BE49-F238E27FC236}">
                <a16:creationId xmlns:a16="http://schemas.microsoft.com/office/drawing/2014/main" id="{966CF309-81AD-40C9-B255-4A42D1FDAF86}"/>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same yellow dot is on two equal rectangles: dark on the left and pale yellow on the right. The yellow dot is clearer on dark paper.</a:t>
            </a:r>
          </a:p>
        </p:txBody>
      </p:sp>
    </p:spTree>
    <p:extLst>
      <p:ext uri="{BB962C8B-B14F-4D97-AF65-F5344CB8AC3E}">
        <p14:creationId xmlns:p14="http://schemas.microsoft.com/office/powerpoint/2010/main" val="9322976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3AC4D2F9-E7ED-4467-890D-FF044A2FABA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1D799DB-CBBB-4C4E-BF5D-5ADBB12A710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74EFEA28-3794-47F9-A390-24F3EBDBC9F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C2FDF9AD-3FC0-4625-95E7-E94FBF92F74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C13DD099-3A3C-408A-B85E-DF6EA927BC17}"/>
              </a:ext>
            </a:extLst>
          </p:cNvPr>
          <p:cNvPicPr>
            <a:picLocks xmlns:a="http://schemas.openxmlformats.org/drawingml/2006/main" noChangeAspect="1"/>
          </p:cNvPicPr>
          <p:nvPr/>
        </p:nvPicPr>
        <p:blipFill>
          <a:blip xmlns:r="http://schemas.openxmlformats.org/officeDocument/2006/relationships" xmlns:a="http://schemas.openxmlformats.org/drawingml/2006/main" r:embed="R4135cf29e24f4df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25082591-EAC4-47F2-8C37-7ECF99563E4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842CC08-2886-4D9B-BFA0-A5129E08DDB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10D7107-8397-468A-9EE0-58224F1712B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11A0511-2CCC-4714-B15D-DCB5C6E30B1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5408F4C-3AAA-413F-B19E-C2B37B8746F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92CECFD-5A5B-42D9-BDE1-498546DFF665}"/>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CA8D6FF-AB88-487D-9255-3DE04FE8511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E685B025-413F-4153-B926-E3B6C5143CE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A985AA0E-B6B1-4CD5-8238-F9696A41E39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5" name="item-1-title">
            <a:extLst xmlns:a="http://schemas.openxmlformats.org/drawingml/2006/main">
              <a:ext uri="{FF2B5EF4-FFF2-40B4-BE49-F238E27FC236}">
                <a16:creationId xmlns:a16="http://schemas.microsoft.com/office/drawing/2014/main" id="{FDF3DAA3-C70A-468E-9BF5-2DF6D34A27CF}"/>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Pattern</a:t>
            </a:r>
          </a:p>
        </p:txBody>
      </p:sp>
      <p:sp>
        <p:nvSpPr>
          <p:cNvPr id="16" name="item-1-question">
            <a:extLst xmlns:a="http://schemas.openxmlformats.org/drawingml/2006/main">
              <a:ext uri="{FF2B5EF4-FFF2-40B4-BE49-F238E27FC236}">
                <a16:creationId xmlns:a16="http://schemas.microsoft.com/office/drawing/2014/main" id="{BF889CDB-184C-4C79-8DD1-5B713612E688}"/>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 pattern: dot, ring, dot, ring or one dot?</a:t>
            </a:r>
          </a:p>
        </p:txBody>
      </p:sp>
      <p:sp>
        <p:nvSpPr>
          <p:cNvPr id="17" name="item-1-clue">
            <a:extLst xmlns:a="http://schemas.openxmlformats.org/drawingml/2006/main">
              <a:ext uri="{FF2B5EF4-FFF2-40B4-BE49-F238E27FC236}">
                <a16:creationId xmlns:a16="http://schemas.microsoft.com/office/drawing/2014/main" id="{1026A4E4-3B54-4A46-9F93-9939CC448B7F}"/>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for marks put in an order.</a:t>
            </a:r>
          </a:p>
        </p:txBody>
      </p:sp>
      <p:sp>
        <p:nvSpPr>
          <p:cNvPr id="18" name="item-2-title">
            <a:extLst xmlns:a="http://schemas.openxmlformats.org/drawingml/2006/main">
              <a:ext uri="{FF2B5EF4-FFF2-40B4-BE49-F238E27FC236}">
                <a16:creationId xmlns:a16="http://schemas.microsoft.com/office/drawing/2014/main" id="{914C4979-5602-44A3-9D4E-8B041878E255}"/>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Bright</a:t>
            </a:r>
          </a:p>
        </p:txBody>
      </p:sp>
      <p:sp>
        <p:nvSpPr>
          <p:cNvPr id="19" name="item-2-question">
            <a:extLst xmlns:a="http://schemas.openxmlformats.org/drawingml/2006/main">
              <a:ext uri="{FF2B5EF4-FFF2-40B4-BE49-F238E27FC236}">
                <a16:creationId xmlns:a16="http://schemas.microsoft.com/office/drawing/2014/main" id="{040BA8FB-CB89-471A-ABDD-B2848C5A83DC}"/>
              </a:ext>
            </a:extLst>
          </p:cNvPr>
          <p:cNvSpPr>
            <a:spLocks xmlns:a="http://schemas.openxmlformats.org/drawingml/2006/main" noGrp="1"/>
          </p:cNvSpPr>
          <p:nvPr/>
        </p:nvSpPr>
        <p:spPr>
          <a:xfrm xmlns:a="http://schemas.openxmlformats.org/drawingml/2006/main">
            <a:off x="4279900" y="2317242"/>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In C, which paper helps the yellow dot stand out: dark or pale yellow?</a:t>
            </a:r>
          </a:p>
        </p:txBody>
      </p:sp>
      <p:sp>
        <p:nvSpPr>
          <p:cNvPr id="20" name="item-2-clue">
            <a:extLst xmlns:a="http://schemas.openxmlformats.org/drawingml/2006/main">
              <a:ext uri="{FF2B5EF4-FFF2-40B4-BE49-F238E27FC236}">
                <a16:creationId xmlns:a16="http://schemas.microsoft.com/office/drawing/2014/main" id="{7CF7C526-2156-40C6-870E-42FFB4B92C0A}"/>
              </a:ext>
            </a:extLst>
          </p:cNvPr>
          <p:cNvSpPr>
            <a:spLocks xmlns:a="http://schemas.openxmlformats.org/drawingml/2006/main" noGrp="1"/>
          </p:cNvSpPr>
          <p:nvPr/>
        </p:nvSpPr>
        <p:spPr>
          <a:xfrm xmlns:a="http://schemas.openxmlformats.org/drawingml/2006/main">
            <a:off x="4279900" y="3374898"/>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both dots.</a:t>
            </a:r>
          </a:p>
        </p:txBody>
      </p:sp>
      <p:sp>
        <p:nvSpPr>
          <p:cNvPr id="21" name="item-3-title">
            <a:extLst xmlns:a="http://schemas.openxmlformats.org/drawingml/2006/main">
              <a:ext uri="{FF2B5EF4-FFF2-40B4-BE49-F238E27FC236}">
                <a16:creationId xmlns:a16="http://schemas.microsoft.com/office/drawing/2014/main" id="{41D9973A-700B-4688-98D0-FEEB97080F99}"/>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Choice</a:t>
            </a:r>
          </a:p>
        </p:txBody>
      </p:sp>
      <p:sp>
        <p:nvSpPr>
          <p:cNvPr id="22" name="item-3-question">
            <a:extLst xmlns:a="http://schemas.openxmlformats.org/drawingml/2006/main">
              <a:ext uri="{FF2B5EF4-FFF2-40B4-BE49-F238E27FC236}">
                <a16:creationId xmlns:a16="http://schemas.microsoft.com/office/drawing/2014/main" id="{EB5A670E-9BAA-4610-9A06-C043A2C72BDA}"/>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Pick one colour for your light pattern.</a:t>
            </a:r>
          </a:p>
        </p:txBody>
      </p:sp>
      <p:sp>
        <p:nvSpPr>
          <p:cNvPr id="23" name="item-3-clue">
            <a:extLst xmlns:a="http://schemas.openxmlformats.org/drawingml/2006/main">
              <a:ext uri="{FF2B5EF4-FFF2-40B4-BE49-F238E27FC236}">
                <a16:creationId xmlns:a16="http://schemas.microsoft.com/office/drawing/2014/main" id="{8CBD20B6-BBD3-4EBD-BF58-D78B2B04B629}"/>
              </a:ext>
            </a:extLst>
          </p:cNvPr>
          <p:cNvSpPr>
            <a:spLocks xmlns:a="http://schemas.openxmlformats.org/drawingml/2006/main" noGrp="1"/>
          </p:cNvSpPr>
          <p:nvPr/>
        </p:nvSpPr>
        <p:spPr>
          <a:xfrm xmlns:a="http://schemas.openxmlformats.org/drawingml/2006/main">
            <a:off x="81788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Choose from the bright colour cards.</a:t>
            </a:r>
          </a:p>
        </p:txBody>
      </p:sp>
    </p:spTree>
    <p:extLst>
      <p:ext uri="{BB962C8B-B14F-4D97-AF65-F5344CB8AC3E}">
        <p14:creationId xmlns:p14="http://schemas.microsoft.com/office/powerpoint/2010/main" val="77888239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0C7C6ECD-CF86-4DE0-A333-96DDB1B9FC4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91675DE-337A-41AA-8DF2-8382B4D3798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AFEAC102-CE8B-4F94-84F9-A2C1AEDEF070}"/>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A24A395C-06BF-46B5-A2B0-8FC12E4A7BE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1511EE70-9847-476E-B235-525D77B5F488}"/>
              </a:ext>
            </a:extLst>
          </p:cNvPr>
          <p:cNvPicPr>
            <a:picLocks xmlns:a="http://schemas.openxmlformats.org/drawingml/2006/main" noChangeAspect="1"/>
          </p:cNvPicPr>
          <p:nvPr/>
        </p:nvPicPr>
        <p:blipFill>
          <a:blip xmlns:r="http://schemas.openxmlformats.org/officeDocument/2006/relationships" xmlns:a="http://schemas.openxmlformats.org/drawingml/2006/main" r:embed="R688afcd4539749f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791EE06-8CCD-406A-958E-BAA3B1361F9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4EBFC27-6D12-4D23-8C94-D8D678CA96C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AEB034F-FB97-4F8C-9C71-D27C10F26C64}"/>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72B2FDE-9FF3-43AA-9820-460CC8D68B9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9D137DD-CFFF-4D55-979C-561E955120E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2C8C698-7ABE-4044-A0EB-FA12FB194807}"/>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CADAD57-C195-4941-897C-AD88726E829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4DD1A0F1-C164-4706-8A08-D3825BF3823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06B4586-EA26-44B5-BE44-261B2BEC404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5" name="item-1-title">
            <a:extLst xmlns:a="http://schemas.openxmlformats.org/drawingml/2006/main">
              <a:ext uri="{FF2B5EF4-FFF2-40B4-BE49-F238E27FC236}">
                <a16:creationId xmlns:a16="http://schemas.microsoft.com/office/drawing/2014/main" id="{96246168-EF04-4B2C-83FE-56EA7E1F7795}"/>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Pattern</a:t>
            </a:r>
          </a:p>
        </p:txBody>
      </p:sp>
      <p:sp>
        <p:nvSpPr>
          <p:cNvPr id="16" name="item-1-question">
            <a:extLst xmlns:a="http://schemas.openxmlformats.org/drawingml/2006/main">
              <a:ext uri="{FF2B5EF4-FFF2-40B4-BE49-F238E27FC236}">
                <a16:creationId xmlns:a16="http://schemas.microsoft.com/office/drawing/2014/main" id="{AA50FE27-71D7-4457-9530-DE9EB3A9DBB4}"/>
              </a:ext>
            </a:extLst>
          </p:cNvPr>
          <p:cNvSpPr>
            <a:spLocks xmlns:a="http://schemas.openxmlformats.org/drawingml/2006/main" noGrp="1"/>
          </p:cNvSpPr>
          <p:nvPr/>
        </p:nvSpPr>
        <p:spPr>
          <a:xfrm xmlns:a="http://schemas.openxmlformats.org/drawingml/2006/main">
            <a:off x="3810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is a pattern?</a:t>
            </a:r>
          </a:p>
        </p:txBody>
      </p:sp>
      <p:sp>
        <p:nvSpPr>
          <p:cNvPr id="17" name="item-1-clue">
            <a:extLst xmlns:a="http://schemas.openxmlformats.org/drawingml/2006/main">
              <a:ext uri="{FF2B5EF4-FFF2-40B4-BE49-F238E27FC236}">
                <a16:creationId xmlns:a16="http://schemas.microsoft.com/office/drawing/2014/main" id="{B6C01D9B-DB57-4811-BD1D-8E20069D22EA}"/>
              </a:ext>
            </a:extLst>
          </p:cNvPr>
          <p:cNvSpPr>
            <a:spLocks xmlns:a="http://schemas.openxmlformats.org/drawingml/2006/main" noGrp="1"/>
          </p:cNvSpPr>
          <p:nvPr/>
        </p:nvSpPr>
        <p:spPr>
          <a:xfrm xmlns:a="http://schemas.openxmlformats.org/drawingml/2006/main">
            <a:off x="381000" y="2790444"/>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marks put in an order.</a:t>
            </a:r>
          </a:p>
        </p:txBody>
      </p:sp>
      <p:sp>
        <p:nvSpPr>
          <p:cNvPr id="18" name="item-2-title">
            <a:extLst xmlns:a="http://schemas.openxmlformats.org/drawingml/2006/main">
              <a:ext uri="{FF2B5EF4-FFF2-40B4-BE49-F238E27FC236}">
                <a16:creationId xmlns:a16="http://schemas.microsoft.com/office/drawing/2014/main" id="{984A6106-0DB7-4F66-B1AE-17550F5B354F}"/>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Repeat</a:t>
            </a:r>
          </a:p>
        </p:txBody>
      </p:sp>
      <p:sp>
        <p:nvSpPr>
          <p:cNvPr id="19" name="item-2-question">
            <a:extLst xmlns:a="http://schemas.openxmlformats.org/drawingml/2006/main">
              <a:ext uri="{FF2B5EF4-FFF2-40B4-BE49-F238E27FC236}">
                <a16:creationId xmlns:a16="http://schemas.microsoft.com/office/drawing/2014/main" id="{5B7B5B04-4B12-4FE2-98FF-FFE8D5A85509}"/>
              </a:ext>
            </a:extLst>
          </p:cNvPr>
          <p:cNvSpPr>
            <a:spLocks xmlns:a="http://schemas.openxmlformats.org/drawingml/2006/main" noGrp="1"/>
          </p:cNvSpPr>
          <p:nvPr/>
        </p:nvSpPr>
        <p:spPr>
          <a:xfrm xmlns:a="http://schemas.openxmlformats.org/drawingml/2006/main">
            <a:off x="42799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does repeat mean?</a:t>
            </a:r>
          </a:p>
        </p:txBody>
      </p:sp>
      <p:sp>
        <p:nvSpPr>
          <p:cNvPr id="20" name="item-2-clue">
            <a:extLst xmlns:a="http://schemas.openxmlformats.org/drawingml/2006/main">
              <a:ext uri="{FF2B5EF4-FFF2-40B4-BE49-F238E27FC236}">
                <a16:creationId xmlns:a16="http://schemas.microsoft.com/office/drawing/2014/main" id="{8060A20E-9573-4653-B152-C36545D285F3}"/>
              </a:ext>
            </a:extLst>
          </p:cNvPr>
          <p:cNvSpPr>
            <a:spLocks xmlns:a="http://schemas.openxmlformats.org/drawingml/2006/main" noGrp="1"/>
          </p:cNvSpPr>
          <p:nvPr/>
        </p:nvSpPr>
        <p:spPr>
          <a:xfrm xmlns:a="http://schemas.openxmlformats.org/drawingml/2006/main">
            <a:off x="4279900" y="2790444"/>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same pair coming back.</a:t>
            </a:r>
          </a:p>
        </p:txBody>
      </p:sp>
      <p:sp>
        <p:nvSpPr>
          <p:cNvPr id="21" name="item-3-title">
            <a:extLst xmlns:a="http://schemas.openxmlformats.org/drawingml/2006/main">
              <a:ext uri="{FF2B5EF4-FFF2-40B4-BE49-F238E27FC236}">
                <a16:creationId xmlns:a16="http://schemas.microsoft.com/office/drawing/2014/main" id="{C8B43FAE-D485-42D4-86E1-662D22365394}"/>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Choice</a:t>
            </a:r>
          </a:p>
        </p:txBody>
      </p:sp>
      <p:sp>
        <p:nvSpPr>
          <p:cNvPr id="22" name="item-3-question">
            <a:extLst xmlns:a="http://schemas.openxmlformats.org/drawingml/2006/main">
              <a:ext uri="{FF2B5EF4-FFF2-40B4-BE49-F238E27FC236}">
                <a16:creationId xmlns:a16="http://schemas.microsoft.com/office/drawing/2014/main" id="{22C69D33-155D-47CE-B097-01DA3B38F9DD}"/>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your shape and your colours.</a:t>
            </a:r>
          </a:p>
        </p:txBody>
      </p:sp>
      <p:sp>
        <p:nvSpPr>
          <p:cNvPr id="23" name="item-3-clue">
            <a:extLst xmlns:a="http://schemas.openxmlformats.org/drawingml/2006/main">
              <a:ext uri="{FF2B5EF4-FFF2-40B4-BE49-F238E27FC236}">
                <a16:creationId xmlns:a16="http://schemas.microsoft.com/office/drawing/2014/main" id="{D6FFEBA5-A580-4662-AA34-B8781BDD47BB}"/>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Use your plan or the cards.</a:t>
            </a:r>
          </a:p>
        </p:txBody>
      </p:sp>
    </p:spTree>
    <p:extLst>
      <p:ext uri="{BB962C8B-B14F-4D97-AF65-F5344CB8AC3E}">
        <p14:creationId xmlns:p14="http://schemas.microsoft.com/office/powerpoint/2010/main" val="26735671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B365C100-3F5D-4091-A320-8B7562E9C9F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F3C4710-D66D-4EB2-BCAC-97330E0C73D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56E28D97-177E-4B7B-8780-6097AA67A9C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CFF11916-0DE5-4BA2-8D9B-DB71B93D718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4E065D0E-0621-4E89-B22A-E9224CB7D35A}"/>
              </a:ext>
            </a:extLst>
          </p:cNvPr>
          <p:cNvPicPr>
            <a:picLocks xmlns:a="http://schemas.openxmlformats.org/drawingml/2006/main" noChangeAspect="1"/>
          </p:cNvPicPr>
          <p:nvPr/>
        </p:nvPicPr>
        <p:blipFill>
          <a:blip xmlns:r="http://schemas.openxmlformats.org/officeDocument/2006/relationships" xmlns:a="http://schemas.openxmlformats.org/drawingml/2006/main" r:embed="Rc535c9f6eac9411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EDABEC4-9C7A-409C-9129-1EEC4E27D2E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22CE112-E304-4355-80C1-FBB6FA247B3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4E5CD94-4C71-44B2-8EC3-44E1054CC02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670B361-232D-4C5C-B072-D35CE6D1596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2213C64-DBB5-415D-A9DB-66E8DDC2098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F836941C-3983-4C77-B6B0-7837554635F1}"/>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7CCCECB8-0C29-40A8-9863-471A09A1940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ART-BUILD-A2-W01-P1 · version ______</a:t>
            </a:r>
          </a:p>
        </p:txBody>
      </p:sp>
      <p:sp>
        <p:nvSpPr>
          <p:cNvPr id="13" name="licence-footer">
            <a:extLst xmlns:a="http://schemas.openxmlformats.org/drawingml/2006/main">
              <a:ext uri="{FF2B5EF4-FFF2-40B4-BE49-F238E27FC236}">
                <a16:creationId xmlns:a16="http://schemas.microsoft.com/office/drawing/2014/main" id="{D74627EF-F9CC-4A9C-B968-382ADF4AE84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50BB3DC-8971-4B79-863D-EEB2D994AFC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one Exit check, in words or marks.</a:t>
            </a:r>
          </a:p>
        </p:txBody>
      </p:sp>
      <p:sp>
        <p:nvSpPr>
          <p:cNvPr id="15" name="item-1-title">
            <a:extLst xmlns:a="http://schemas.openxmlformats.org/drawingml/2006/main">
              <a:ext uri="{FF2B5EF4-FFF2-40B4-BE49-F238E27FC236}">
                <a16:creationId xmlns:a16="http://schemas.microsoft.com/office/drawing/2014/main" id="{94616B38-D62D-4BE4-B4D1-8CA9DED999B6}"/>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Same and not</a:t>
            </a:r>
          </a:p>
        </p:txBody>
      </p:sp>
      <p:sp>
        <p:nvSpPr>
          <p:cNvPr id="16" name="item-1-question">
            <a:extLst xmlns:a="http://schemas.openxmlformats.org/drawingml/2006/main">
              <a:ext uri="{FF2B5EF4-FFF2-40B4-BE49-F238E27FC236}">
                <a16:creationId xmlns:a16="http://schemas.microsoft.com/office/drawing/2014/main" id="{46C4535C-1913-4523-A37C-EB3365D5BB3E}"/>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is one way A and B are the same?</a:t>
            </a:r>
          </a:p>
        </p:txBody>
      </p:sp>
      <p:sp>
        <p:nvSpPr>
          <p:cNvPr id="17" name="item-1-clue">
            <a:extLst xmlns:a="http://schemas.openxmlformats.org/drawingml/2006/main">
              <a:ext uri="{FF2B5EF4-FFF2-40B4-BE49-F238E27FC236}">
                <a16:creationId xmlns:a16="http://schemas.microsoft.com/office/drawing/2014/main" id="{8B4B32A5-4225-4664-B2EF-E1AF59B5955F}"/>
              </a:ext>
            </a:extLst>
          </p:cNvPr>
          <p:cNvSpPr>
            <a:spLocks xmlns:a="http://schemas.openxmlformats.org/drawingml/2006/main" noGrp="1"/>
          </p:cNvSpPr>
          <p:nvPr/>
        </p:nvSpPr>
        <p:spPr>
          <a:xfrm xmlns:a="http://schemas.openxmlformats.org/drawingml/2006/main">
            <a:off x="3810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bright marks or a bit used again.</a:t>
            </a:r>
          </a:p>
        </p:txBody>
      </p:sp>
      <p:sp>
        <p:nvSpPr>
          <p:cNvPr id="18" name="item-2-title">
            <a:extLst xmlns:a="http://schemas.openxmlformats.org/drawingml/2006/main">
              <a:ext uri="{FF2B5EF4-FFF2-40B4-BE49-F238E27FC236}">
                <a16:creationId xmlns:a16="http://schemas.microsoft.com/office/drawing/2014/main" id="{56E2FFC5-01BA-452B-A017-1A3D3E9D4903}"/>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My reason</a:t>
            </a:r>
          </a:p>
        </p:txBody>
      </p:sp>
      <p:sp>
        <p:nvSpPr>
          <p:cNvPr id="19" name="item-2-question">
            <a:extLst xmlns:a="http://schemas.openxmlformats.org/drawingml/2006/main">
              <a:ext uri="{FF2B5EF4-FFF2-40B4-BE49-F238E27FC236}">
                <a16:creationId xmlns:a16="http://schemas.microsoft.com/office/drawing/2014/main" id="{5CC8E386-2435-4A8A-A4DF-51809A197022}"/>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Why did you choose your colours for dark paper?</a:t>
            </a:r>
          </a:p>
        </p:txBody>
      </p:sp>
      <p:sp>
        <p:nvSpPr>
          <p:cNvPr id="20" name="item-2-clue">
            <a:extLst xmlns:a="http://schemas.openxmlformats.org/drawingml/2006/main">
              <a:ext uri="{FF2B5EF4-FFF2-40B4-BE49-F238E27FC236}">
                <a16:creationId xmlns:a16="http://schemas.microsoft.com/office/drawing/2014/main" id="{E001898D-277A-4D3B-9099-955E1C210E8F}"/>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what is easy to see.</a:t>
            </a:r>
          </a:p>
        </p:txBody>
      </p:sp>
      <p:sp>
        <p:nvSpPr>
          <p:cNvPr id="21" name="item-3-title">
            <a:extLst xmlns:a="http://schemas.openxmlformats.org/drawingml/2006/main">
              <a:ext uri="{FF2B5EF4-FFF2-40B4-BE49-F238E27FC236}">
                <a16:creationId xmlns:a16="http://schemas.microsoft.com/office/drawing/2014/main" id="{37C83DB8-37FB-4DDC-8744-424B703444E3}"/>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Two views</a:t>
            </a:r>
          </a:p>
        </p:txBody>
      </p:sp>
      <p:sp>
        <p:nvSpPr>
          <p:cNvPr id="22" name="item-3-question">
            <a:extLst xmlns:a="http://schemas.openxmlformats.org/drawingml/2006/main">
              <a:ext uri="{FF2B5EF4-FFF2-40B4-BE49-F238E27FC236}">
                <a16:creationId xmlns:a16="http://schemas.microsoft.com/office/drawing/2014/main" id="{A550FBCE-099B-4AD5-B75D-8EA6C27C7D24}"/>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Must all our light patterns use the same colours?</a:t>
            </a:r>
          </a:p>
        </p:txBody>
      </p:sp>
      <p:sp>
        <p:nvSpPr>
          <p:cNvPr id="23" name="item-3-clue">
            <a:extLst xmlns:a="http://schemas.openxmlformats.org/drawingml/2006/main">
              <a:ext uri="{FF2B5EF4-FFF2-40B4-BE49-F238E27FC236}">
                <a16:creationId xmlns:a16="http://schemas.microsoft.com/office/drawing/2014/main" id="{E66B27C0-C40F-409E-B80D-F3B2D2B59BDF}"/>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two bright colour choices.</a:t>
            </a:r>
          </a:p>
        </p:txBody>
      </p:sp>
    </p:spTree>
    <p:extLst>
      <p:ext uri="{BB962C8B-B14F-4D97-AF65-F5344CB8AC3E}">
        <p14:creationId xmlns:p14="http://schemas.microsoft.com/office/powerpoint/2010/main" val="39138119"/>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Explore — Festival light patterns</dc:title>
  <dcterms:created xsi:type="dcterms:W3CDTF"/>
  <dcterms:modified xsi:type="dcterms:W3CDTF"/>
  <dc:subject>ART-BUILD-A2-W01-P1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