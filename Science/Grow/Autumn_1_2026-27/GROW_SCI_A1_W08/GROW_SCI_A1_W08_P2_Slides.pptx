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docProps/custom.xml" ContentType="application/vnd.openxmlformats-officedocument.custom-properties+xml"/>
</Types>
</file>

<file path=_rels/.rels><Relationships xmlns="http://schemas.openxmlformats.org/package/2006/relationships"><Relationship Type="http://schemas.openxmlformats.org/package/2006/relationships/metadata/core-properties" Target="/docProps/core.xml" Id="R102c7e5b62914585"/><Relationship Type="http://schemas.openxmlformats.org/officeDocument/2006/relationships/extended-properties" Target="/docProps/app.xml" Id="R93c92d29ea0d4b2e"/><Relationship Type="http://schemas.openxmlformats.org/officeDocument/2006/relationships/officeDocument" Target="/ppt/presentation.xml" Id="R0e031bcb2103438e"/><Relationship Id="rIdCustom"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dcf4b724acd2468f"/>
  </p:sldMasterIdLst>
  <p:notesMasterIdLst>
    <p:notesMasterId xmlns:r="http://schemas.openxmlformats.org/officeDocument/2006/relationships" r:id="R35f6b20528a34eeb"/>
  </p:notesMasterIdLst>
  <p:sldIdLst>
    <p:sldId xmlns:r="http://schemas.openxmlformats.org/officeDocument/2006/relationships" id="256" r:id="R0c13b6c05e0a48a8"/>
    <p:sldId xmlns:r="http://schemas.openxmlformats.org/officeDocument/2006/relationships" id="257" r:id="Re61a0b59f61841ea"/>
    <p:sldId xmlns:r="http://schemas.openxmlformats.org/officeDocument/2006/relationships" id="258" r:id="R1fee0c9d60bd43f5"/>
    <p:sldId xmlns:r="http://schemas.openxmlformats.org/officeDocument/2006/relationships" id="259" r:id="Rb68077f74ff84e8f"/>
    <p:sldId xmlns:r="http://schemas.openxmlformats.org/officeDocument/2006/relationships" id="260" r:id="R998e8488b9304abe"/>
    <p:sldId xmlns:r="http://schemas.openxmlformats.org/officeDocument/2006/relationships" id="261" r:id="Rb9dcde7e148f495e"/>
    <p:sldId xmlns:r="http://schemas.openxmlformats.org/officeDocument/2006/relationships" id="262" r:id="Ra59079d0e3b84906"/>
    <p:sldId xmlns:r="http://schemas.openxmlformats.org/officeDocument/2006/relationships" id="263" r:id="R25bab23055f6483d"/>
    <p:sldId xmlns:r="http://schemas.openxmlformats.org/officeDocument/2006/relationships" id="264" r:id="R4aeaa8e27d42461c"/>
    <p:sldId xmlns:r="http://schemas.openxmlformats.org/officeDocument/2006/relationships" id="265" r:id="Ra44cb30a7e734a32"/>
    <p:sldId xmlns:r="http://schemas.openxmlformats.org/officeDocument/2006/relationships" id="266" r:id="Rac1bf056ad07457e"/>
    <p:sldId xmlns:r="http://schemas.openxmlformats.org/officeDocument/2006/relationships" id="267" r:id="Ra00d6864119242c4"/>
    <p:sldId xmlns:r="http://schemas.openxmlformats.org/officeDocument/2006/relationships" id="268" r:id="Rce9f52d0d8814317"/>
    <p:sldId xmlns:r="http://schemas.openxmlformats.org/officeDocument/2006/relationships" id="269" r:id="Raae63945de484dd8"/>
    <p:sldId xmlns:r="http://schemas.openxmlformats.org/officeDocument/2006/relationships" id="270" r:id="R864373c910484e14"/>
    <p:sldId xmlns:r="http://schemas.openxmlformats.org/officeDocument/2006/relationships" id="271" r:id="R6dfc814255574208"/>
    <p:sldId xmlns:r="http://schemas.openxmlformats.org/officeDocument/2006/relationships" id="272" r:id="R7dc9627e7c014d08"/>
    <p:sldId xmlns:r="http://schemas.openxmlformats.org/officeDocument/2006/relationships" id="273" r:id="R2f413462947d462d"/>
    <p:sldId xmlns:r="http://schemas.openxmlformats.org/officeDocument/2006/relationships" id="274" r:id="R76d2cbccaa2443f9"/>
    <p:sldId xmlns:r="http://schemas.openxmlformats.org/officeDocument/2006/relationships" id="275" r:id="R46aada52e67840ae"/>
    <p:sldId xmlns:r="http://schemas.openxmlformats.org/officeDocument/2006/relationships" id="276" r:id="R903261fbc8c14981"/>
    <p:sldId xmlns:r="http://schemas.openxmlformats.org/officeDocument/2006/relationships" id="277" r:id="R6762d79602284fcd"/>
    <p:sldId xmlns:r="http://schemas.openxmlformats.org/officeDocument/2006/relationships" id="278" r:id="Rd4ce191132c34d13"/>
    <p:sldId xmlns:r="http://schemas.openxmlformats.org/officeDocument/2006/relationships" id="279" r:id="R5cc7fbfeb13f4b47"/>
    <p:sldId xmlns:r="http://schemas.openxmlformats.org/officeDocument/2006/relationships" id="280" r:id="R7794f510b4824679"/>
    <p:sldId xmlns:r="http://schemas.openxmlformats.org/officeDocument/2006/relationships" id="281" r:id="Rc6f5f9fed13c4c32"/>
    <p:sldId xmlns:r="http://schemas.openxmlformats.org/officeDocument/2006/relationships" id="282" r:id="R3f384bbcb51e4115"/>
    <p:sldId xmlns:r="http://schemas.openxmlformats.org/officeDocument/2006/relationships" id="283" r:id="R9aeb4ab017b64f10"/>
    <p:sldId xmlns:r="http://schemas.openxmlformats.org/officeDocument/2006/relationships" id="284" r:id="R922623b83b5a4207"/>
    <p:sldId xmlns:r="http://schemas.openxmlformats.org/officeDocument/2006/relationships" id="285" r:id="R38d719e9ad4b469f"/>
    <p:sldId xmlns:r="http://schemas.openxmlformats.org/officeDocument/2006/relationships" id="286" r:id="Rb008fc9f36e3415b"/>
    <p:sldId xmlns:r="http://schemas.openxmlformats.org/officeDocument/2006/relationships" id="287" r:id="Rc519d8272e4c4781"/>
    <p:sldId xmlns:r="http://schemas.openxmlformats.org/officeDocument/2006/relationships" id="288" r:id="R3a292bfd28fe4270"/>
    <p:sldId xmlns:r="http://schemas.openxmlformats.org/officeDocument/2006/relationships" id="289" r:id="R9140f295e3ed46fc"/>
    <p:sldId xmlns:r="http://schemas.openxmlformats.org/officeDocument/2006/relationships" id="290" r:id="Refb67695c9f8445f"/>
    <p:sldId xmlns:r="http://schemas.openxmlformats.org/officeDocument/2006/relationships" id="291" r:id="R405b2956cd08459e"/>
    <p:sldId xmlns:r="http://schemas.openxmlformats.org/officeDocument/2006/relationships" id="292" r:id="R7d60ddf60cd6406b"/>
    <p:sldId xmlns:r="http://schemas.openxmlformats.org/officeDocument/2006/relationships" id="293" r:id="Rdb42deb70a1045c7"/>
    <p:sldId xmlns:r="http://schemas.openxmlformats.org/officeDocument/2006/relationships" id="294" r:id="R1491a23a91c6417e"/>
    <p:sldId xmlns:r="http://schemas.openxmlformats.org/officeDocument/2006/relationships" id="295" r:id="R13d2163443dc48e1"/>
    <p:sldId xmlns:r="http://schemas.openxmlformats.org/officeDocument/2006/relationships" id="296" r:id="R7fc516dec973428a"/>
    <p:sldId xmlns:r="http://schemas.openxmlformats.org/officeDocument/2006/relationships" id="297" r:id="Rc701ba0199d94dfc"/>
    <p:sldId xmlns:r="http://schemas.openxmlformats.org/officeDocument/2006/relationships" id="298" r:id="R35e7525240ec4a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74fbf0155a4ad1" /><Relationship Type="http://schemas.openxmlformats.org/officeDocument/2006/relationships/slideMaster" Target="/ppt/slideMasters/slideMaster1.xml" Id="Rdcf4b724acd2468f" /><Relationship Type="http://schemas.openxmlformats.org/officeDocument/2006/relationships/notesMaster" Target="/ppt/notesMasters/notesMaster1.xml" Id="R35f6b20528a34eeb" /><Relationship Type="http://schemas.openxmlformats.org/officeDocument/2006/relationships/presProps" Target="/ppt/presProps.xml" Id="R23425a09ac2c4b1e" /><Relationship Type="http://schemas.openxmlformats.org/officeDocument/2006/relationships/tableStyles" Target="/ppt/tableStyles.xml" Id="R74fea1ba20c4419b" /><Relationship Type="http://schemas.openxmlformats.org/officeDocument/2006/relationships/slide" Target="/ppt/slides/slide1.xml" Id="R0c13b6c05e0a48a8" /><Relationship Type="http://schemas.openxmlformats.org/officeDocument/2006/relationships/slide" Target="/ppt/slides/slide2.xml" Id="Re61a0b59f61841ea" /><Relationship Type="http://schemas.openxmlformats.org/officeDocument/2006/relationships/slide" Target="/ppt/slides/slide3.xml" Id="R1fee0c9d60bd43f5" /><Relationship Type="http://schemas.openxmlformats.org/officeDocument/2006/relationships/slide" Target="/ppt/slides/slide4.xml" Id="Rb68077f74ff84e8f" /><Relationship Type="http://schemas.openxmlformats.org/officeDocument/2006/relationships/slide" Target="/ppt/slides/slide5.xml" Id="R998e8488b9304abe" /><Relationship Type="http://schemas.openxmlformats.org/officeDocument/2006/relationships/slide" Target="/ppt/slides/slide6.xml" Id="Rb9dcde7e148f495e" /><Relationship Type="http://schemas.openxmlformats.org/officeDocument/2006/relationships/slide" Target="/ppt/slides/slide7.xml" Id="Ra59079d0e3b84906" /><Relationship Type="http://schemas.openxmlformats.org/officeDocument/2006/relationships/slide" Target="/ppt/slides/slide8.xml" Id="R25bab23055f6483d" /><Relationship Type="http://schemas.openxmlformats.org/officeDocument/2006/relationships/slide" Target="/ppt/slides/slide9.xml" Id="R4aeaa8e27d42461c" /><Relationship Type="http://schemas.openxmlformats.org/officeDocument/2006/relationships/slide" Target="/ppt/slides/slide10.xml" Id="Ra44cb30a7e734a32" /><Relationship Type="http://schemas.openxmlformats.org/officeDocument/2006/relationships/slide" Target="/ppt/slides/slide11.xml" Id="Rac1bf056ad07457e" /><Relationship Type="http://schemas.openxmlformats.org/officeDocument/2006/relationships/slide" Target="/ppt/slides/slide12.xml" Id="Ra00d6864119242c4" /><Relationship Type="http://schemas.openxmlformats.org/officeDocument/2006/relationships/slide" Target="/ppt/slides/slide13.xml" Id="Rce9f52d0d8814317" /><Relationship Type="http://schemas.openxmlformats.org/officeDocument/2006/relationships/slide" Target="/ppt/slides/slide14.xml" Id="Raae63945de484dd8" /><Relationship Type="http://schemas.openxmlformats.org/officeDocument/2006/relationships/slide" Target="/ppt/slides/slide15.xml" Id="R864373c910484e14" /><Relationship Type="http://schemas.openxmlformats.org/officeDocument/2006/relationships/slide" Target="/ppt/slides/slide16.xml" Id="R6dfc814255574208" /><Relationship Type="http://schemas.openxmlformats.org/officeDocument/2006/relationships/slide" Target="/ppt/slides/slide17.xml" Id="R7dc9627e7c014d08" /><Relationship Type="http://schemas.openxmlformats.org/officeDocument/2006/relationships/slide" Target="/ppt/slides/slide18.xml" Id="R2f413462947d462d" /><Relationship Type="http://schemas.openxmlformats.org/officeDocument/2006/relationships/slide" Target="/ppt/slides/slide19.xml" Id="R76d2cbccaa2443f9" /><Relationship Type="http://schemas.openxmlformats.org/officeDocument/2006/relationships/slide" Target="/ppt/slides/slide20.xml" Id="R46aada52e67840ae" /><Relationship Type="http://schemas.openxmlformats.org/officeDocument/2006/relationships/slide" Target="/ppt/slides/slide21.xml" Id="R903261fbc8c14981" /><Relationship Type="http://schemas.openxmlformats.org/officeDocument/2006/relationships/slide" Target="/ppt/slides/slide22.xml" Id="R6762d79602284fcd" /><Relationship Type="http://schemas.openxmlformats.org/officeDocument/2006/relationships/slide" Target="/ppt/slides/slide23.xml" Id="Rd4ce191132c34d13" /><Relationship Type="http://schemas.openxmlformats.org/officeDocument/2006/relationships/slide" Target="/ppt/slides/slide24.xml" Id="R5cc7fbfeb13f4b47" /><Relationship Type="http://schemas.openxmlformats.org/officeDocument/2006/relationships/slide" Target="/ppt/slides/slide25.xml" Id="R7794f510b4824679" /><Relationship Type="http://schemas.openxmlformats.org/officeDocument/2006/relationships/slide" Target="/ppt/slides/slide26.xml" Id="Rc6f5f9fed13c4c32" /><Relationship Type="http://schemas.openxmlformats.org/officeDocument/2006/relationships/slide" Target="/ppt/slides/slide27.xml" Id="R3f384bbcb51e4115" /><Relationship Type="http://schemas.openxmlformats.org/officeDocument/2006/relationships/slide" Target="/ppt/slides/slide28.xml" Id="R9aeb4ab017b64f10" /><Relationship Type="http://schemas.openxmlformats.org/officeDocument/2006/relationships/slide" Target="/ppt/slides/slide29.xml" Id="R922623b83b5a4207" /><Relationship Type="http://schemas.openxmlformats.org/officeDocument/2006/relationships/slide" Target="/ppt/slides/slide30.xml" Id="R38d719e9ad4b469f" /><Relationship Type="http://schemas.openxmlformats.org/officeDocument/2006/relationships/slide" Target="/ppt/slides/slide31.xml" Id="Rb008fc9f36e3415b" /><Relationship Type="http://schemas.openxmlformats.org/officeDocument/2006/relationships/slide" Target="/ppt/slides/slide32.xml" Id="Rc519d8272e4c4781" /><Relationship Type="http://schemas.openxmlformats.org/officeDocument/2006/relationships/slide" Target="/ppt/slides/slide33.xml" Id="R3a292bfd28fe4270" /><Relationship Type="http://schemas.openxmlformats.org/officeDocument/2006/relationships/slide" Target="/ppt/slides/slide34.xml" Id="R9140f295e3ed46fc" /><Relationship Type="http://schemas.openxmlformats.org/officeDocument/2006/relationships/slide" Target="/ppt/slides/slide35.xml" Id="Refb67695c9f8445f" /><Relationship Type="http://schemas.openxmlformats.org/officeDocument/2006/relationships/slide" Target="/ppt/slides/slide36.xml" Id="R405b2956cd08459e" /><Relationship Type="http://schemas.openxmlformats.org/officeDocument/2006/relationships/slide" Target="/ppt/slides/slide37.xml" Id="R7d60ddf60cd6406b" /><Relationship Type="http://schemas.openxmlformats.org/officeDocument/2006/relationships/slide" Target="/ppt/slides/slide38.xml" Id="Rdb42deb70a1045c7" /><Relationship Type="http://schemas.openxmlformats.org/officeDocument/2006/relationships/slide" Target="/ppt/slides/slide39.xml" Id="R1491a23a91c6417e" /><Relationship Type="http://schemas.openxmlformats.org/officeDocument/2006/relationships/slide" Target="/ppt/slides/slide40.xml" Id="R13d2163443dc48e1" /><Relationship Type="http://schemas.openxmlformats.org/officeDocument/2006/relationships/slide" Target="/ppt/slides/slide41.xml" Id="R7fc516dec973428a" /><Relationship Type="http://schemas.openxmlformats.org/officeDocument/2006/relationships/slide" Target="/ppt/slides/slide42.xml" Id="Rc701ba0199d94dfc" /><Relationship Type="http://schemas.openxmlformats.org/officeDocument/2006/relationships/slide" Target="/ppt/slides/slide43.xml" Id="R35e7525240ec4a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77851e9f804f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Liberation Sans"/>
        <a:cs typeface="Liberation Sans"/>
      </a:majorFont>
      <a:minorFont>
        <a:latin typeface="Liberation Sans"/>
        <a:ea typeface="Liberation Sans"/>
        <a:cs typeface="Liberation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b49f4dc294401a" /><Relationship Type="http://schemas.openxmlformats.org/officeDocument/2006/relationships/notesMaster" Target="/ppt/notesMasters/notesMaster1.xml" Id="R18f4f4309fc346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036801b99b4384" /><Relationship Type="http://schemas.openxmlformats.org/officeDocument/2006/relationships/notesMaster" Target="/ppt/notesMasters/notesMaster1.xml" Id="R2f11770b9b6b49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88cba9f74a4f89" /><Relationship Type="http://schemas.openxmlformats.org/officeDocument/2006/relationships/notesMaster" Target="/ppt/notesMasters/notesMaster1.xml" Id="R7d1f88bfae7a40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b031fac72244ea" /><Relationship Type="http://schemas.openxmlformats.org/officeDocument/2006/relationships/notesMaster" Target="/ppt/notesMasters/notesMaster1.xml" Id="R18cf118650e44c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ed1ee83e3c4f92" /><Relationship Type="http://schemas.openxmlformats.org/officeDocument/2006/relationships/notesMaster" Target="/ppt/notesMasters/notesMaster1.xml" Id="R62083a7dc96541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91da3ebd814604" /><Relationship Type="http://schemas.openxmlformats.org/officeDocument/2006/relationships/notesMaster" Target="/ppt/notesMasters/notesMaster1.xml" Id="R8c5f0861872b49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3573f76f964ee3" /><Relationship Type="http://schemas.openxmlformats.org/officeDocument/2006/relationships/notesMaster" Target="/ppt/notesMasters/notesMaster1.xml" Id="Rd84075e8b37a44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4edc06185742b3" /><Relationship Type="http://schemas.openxmlformats.org/officeDocument/2006/relationships/notesMaster" Target="/ppt/notesMasters/notesMaster1.xml" Id="R313109829a0248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8d1ffdb0ee42e0" /><Relationship Type="http://schemas.openxmlformats.org/officeDocument/2006/relationships/notesMaster" Target="/ppt/notesMasters/notesMaster1.xml" Id="Rb021eed7899046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38f97d5a814dfb" /><Relationship Type="http://schemas.openxmlformats.org/officeDocument/2006/relationships/notesMaster" Target="/ppt/notesMasters/notesMaster1.xml" Id="R44f6a7decc0240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1903f31fda44319" /><Relationship Type="http://schemas.openxmlformats.org/officeDocument/2006/relationships/notesMaster" Target="/ppt/notesMasters/notesMaster1.xml" Id="R549b53de489f4c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288976a6fc408a" /><Relationship Type="http://schemas.openxmlformats.org/officeDocument/2006/relationships/notesMaster" Target="/ppt/notesMasters/notesMaster1.xml" Id="R534e6e00d23d4d4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08cd69ef9c449f" /><Relationship Type="http://schemas.openxmlformats.org/officeDocument/2006/relationships/notesMaster" Target="/ppt/notesMasters/notesMaster1.xml" Id="R485ed9f685fb4f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09ead8365d43c1" /><Relationship Type="http://schemas.openxmlformats.org/officeDocument/2006/relationships/notesMaster" Target="/ppt/notesMasters/notesMaster1.xml" Id="Rfdc8582037ef4ba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3b6626eaf6f4d77" /><Relationship Type="http://schemas.openxmlformats.org/officeDocument/2006/relationships/notesMaster" Target="/ppt/notesMasters/notesMaster1.xml" Id="Ra479df83f3ec4fc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5618266577444fd" /><Relationship Type="http://schemas.openxmlformats.org/officeDocument/2006/relationships/notesMaster" Target="/ppt/notesMasters/notesMaster1.xml" Id="R7f64b79b535c457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3f132d53374087" /><Relationship Type="http://schemas.openxmlformats.org/officeDocument/2006/relationships/notesMaster" Target="/ppt/notesMasters/notesMaster1.xml" Id="R190045c2247b498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5c6c945a54486a" /><Relationship Type="http://schemas.openxmlformats.org/officeDocument/2006/relationships/notesMaster" Target="/ppt/notesMasters/notesMaster1.xml" Id="Rad035fd8e1d6427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25230e19ae43f3" /><Relationship Type="http://schemas.openxmlformats.org/officeDocument/2006/relationships/notesMaster" Target="/ppt/notesMasters/notesMaster1.xml" Id="R33a401eeafdc4be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b656e4472e2484d" /><Relationship Type="http://schemas.openxmlformats.org/officeDocument/2006/relationships/notesMaster" Target="/ppt/notesMasters/notesMaster1.xml" Id="Rd349668ddbf447a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27bd33e246e483f" /><Relationship Type="http://schemas.openxmlformats.org/officeDocument/2006/relationships/notesMaster" Target="/ppt/notesMasters/notesMaster1.xml" Id="R824dcb8423764d3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de1e4d5a86b49ea" /><Relationship Type="http://schemas.openxmlformats.org/officeDocument/2006/relationships/notesMaster" Target="/ppt/notesMasters/notesMaster1.xml" Id="R2075c9cb761a48d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ab56bb183184b7b" /><Relationship Type="http://schemas.openxmlformats.org/officeDocument/2006/relationships/notesMaster" Target="/ppt/notesMasters/notesMaster1.xml" Id="Rbf8ff64877ef482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1ffae9ff7264781" /><Relationship Type="http://schemas.openxmlformats.org/officeDocument/2006/relationships/notesMaster" Target="/ppt/notesMasters/notesMaster1.xml" Id="R010887524e69455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e5ae421717c4b30" /><Relationship Type="http://schemas.openxmlformats.org/officeDocument/2006/relationships/notesMaster" Target="/ppt/notesMasters/notesMaster1.xml" Id="R90b4827ddeda46b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e2ceb0a22054470" /><Relationship Type="http://schemas.openxmlformats.org/officeDocument/2006/relationships/notesMaster" Target="/ppt/notesMasters/notesMaster1.xml" Id="Ra34e822d6ebc440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88995474343484c" /><Relationship Type="http://schemas.openxmlformats.org/officeDocument/2006/relationships/notesMaster" Target="/ppt/notesMasters/notesMaster1.xml" Id="R67d5b7e006f0417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7ac122d51f046bf" /><Relationship Type="http://schemas.openxmlformats.org/officeDocument/2006/relationships/notesMaster" Target="/ppt/notesMasters/notesMaster1.xml" Id="R38a7d467c1da482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8456869257b44c5" /><Relationship Type="http://schemas.openxmlformats.org/officeDocument/2006/relationships/notesMaster" Target="/ppt/notesMasters/notesMaster1.xml" Id="R72a0dc1a384f4ef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26db2adc7ad41d3" /><Relationship Type="http://schemas.openxmlformats.org/officeDocument/2006/relationships/notesMaster" Target="/ppt/notesMasters/notesMaster1.xml" Id="R22cae75d3a0345c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ba0d44780943c6" /><Relationship Type="http://schemas.openxmlformats.org/officeDocument/2006/relationships/notesMaster" Target="/ppt/notesMasters/notesMaster1.xml" Id="Rec76b3e75d7e409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a4e9fccc5aa45f4" /><Relationship Type="http://schemas.openxmlformats.org/officeDocument/2006/relationships/notesMaster" Target="/ppt/notesMasters/notesMaster1.xml" Id="Rfd32214f62e945a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e5bab5c4a384ac6" /><Relationship Type="http://schemas.openxmlformats.org/officeDocument/2006/relationships/notesMaster" Target="/ppt/notesMasters/notesMaster1.xml" Id="R2bea8ea4181947d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cfc5da9e2fe48e4" /><Relationship Type="http://schemas.openxmlformats.org/officeDocument/2006/relationships/notesMaster" Target="/ppt/notesMasters/notesMaster1.xml" Id="Rf905d65e369f4ef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7c0330e7fbd4df8" /><Relationship Type="http://schemas.openxmlformats.org/officeDocument/2006/relationships/notesMaster" Target="/ppt/notesMasters/notesMaster1.xml" Id="R47a5a14c4027471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67735d1bebe4d89" /><Relationship Type="http://schemas.openxmlformats.org/officeDocument/2006/relationships/notesMaster" Target="/ppt/notesMasters/notesMaster1.xml" Id="R734b60f018da402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9f71aba92a947ca" /><Relationship Type="http://schemas.openxmlformats.org/officeDocument/2006/relationships/notesMaster" Target="/ppt/notesMasters/notesMaster1.xml" Id="R6a8610a0cdc0460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e132f4750794d61" /><Relationship Type="http://schemas.openxmlformats.org/officeDocument/2006/relationships/notesMaster" Target="/ppt/notesMasters/notesMaster1.xml" Id="R8d513b1561e146d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0730760a60546fe" /><Relationship Type="http://schemas.openxmlformats.org/officeDocument/2006/relationships/notesMaster" Target="/ppt/notesMasters/notesMaster1.xml" Id="R4e81be52655f440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e1ed1d37eed4efd" /><Relationship Type="http://schemas.openxmlformats.org/officeDocument/2006/relationships/notesMaster" Target="/ppt/notesMasters/notesMaster1.xml" Id="R60d5b80a2356480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66606d9208e4bca" /><Relationship Type="http://schemas.openxmlformats.org/officeDocument/2006/relationships/notesMaster" Target="/ppt/notesMasters/notesMaster1.xml" Id="R22fea77ac81b495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e94ddc2707a4d33" /><Relationship Type="http://schemas.openxmlformats.org/officeDocument/2006/relationships/notesMaster" Target="/ppt/notesMasters/notesMaster1.xml" Id="R49b572389eed404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be2eb67e2e1456b" /><Relationship Type="http://schemas.openxmlformats.org/officeDocument/2006/relationships/notesMaster" Target="/ppt/notesMasters/notesMaster1.xml" Id="R996431ffb7b440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1.</a:t>
            </a:r>
          </a:p>
          <a:p xmlns:a="http://schemas.openxmlformats.org/drawingml/2006/main">
            <a:r>
              <a:t>Orient pupils to the goal. Teaching totals 40 minutes.</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2.</a:t>
            </a:r>
          </a:p>
          <a:p xmlns:a="http://schemas.openxmlformats.org/drawingml/2006/main">
            <a:r>
              <a:t>Read four prompts, sample privately and choose one route. IF NEW: use provided reminders. IF REVISION: retrieve before opening help.</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2.</a:t>
            </a:r>
          </a:p>
          <a:p xmlns:a="http://schemas.openxmlformats.org/drawingml/2006/main">
            <a:r>
              <a:t>Read four prompts, sample privately and choose one route. IF NEW: use provided reminders. IF REVISION: retrieve before opening help.</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2.</a:t>
            </a:r>
          </a:p>
          <a:p xmlns:a="http://schemas.openxmlformats.org/drawingml/2006/main">
            <a:r>
              <a:t>Read four prompts, sample privately and choose one route. IF NEW: use provided reminders. IF REVISION: retrieve before opening help.</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2.</a:t>
            </a:r>
          </a:p>
          <a:p xmlns:a="http://schemas.openxmlformats.org/drawingml/2006/main">
            <a:r>
              <a:t>Read four prompts, sample privately and choose one route. IF NEW: use provided reminders. IF REVISION: retrieve before opening help.</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2.</a:t>
            </a:r>
          </a:p>
          <a:p xmlns:a="http://schemas.openxmlformats.org/drawingml/2006/main">
            <a:r>
              <a:t>Read four prompts, sample privately and choose one route. IF NEW: use provided reminders. IF REVISION: retrieve before opening help.</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2.</a:t>
            </a:r>
          </a:p>
          <a:p xmlns:a="http://schemas.openxmlformats.org/drawingml/2006/main">
            <a:r>
              <a:t>Read four prompts, sample privately and choose one route. IF NEW: use provided reminders. IF REVISION: retrieve before opening help.</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3.</a:t>
            </a:r>
          </a:p>
          <a:p xmlns:a="http://schemas.openxmlformats.org/drawingml/2006/main">
            <a:r>
              <a:t>Receive a first idea without upgrading the pupil’s meaning; return to it after the evidence. Starter expected answer: Choose the account naming the changed surface, matched conditions and measured distances. “It went farther” alone does not explain why. Here, compare 45 cm on smooth board with 19 cm on fabric for the same block; limit the claim to this comparison.</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3.</a:t>
            </a:r>
          </a:p>
          <a:p xmlns:a="http://schemas.openxmlformats.org/drawingml/2006/main">
            <a:r>
              <a:t>Receive a first idea without upgrading the pupil’s meaning; return to it after the evidence. Starter expected answer: Choose the account naming the changed surface, matched conditions and measured distances. “It went farther” alone does not explain why. Here, compare 45 cm on smooth board with 19 cm on fabric for the same block; limit the claim to this comparison.</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4.</a:t>
            </a:r>
          </a:p>
          <a:p xmlns:a="http://schemas.openxmlformats.org/drawingml/2006/main">
            <a:r>
              <a:t>Keep the visible model and language linked. Pause at one observation; distinguish what the model shows from its limit.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4.</a:t>
            </a:r>
          </a:p>
          <a:p xmlns:a="http://schemas.openxmlformats.org/drawingml/2006/main">
            <a:r>
              <a:t>Keep the visible model and language linked. Pause at one observation; distinguish what the model shows from its limit.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4.</a:t>
            </a:r>
          </a:p>
          <a:p xmlns:a="http://schemas.openxmlformats.org/drawingml/2006/main">
            <a:r>
              <a:t>Keep the visible model and language linked. Pause at one observation; distinguish what the model shows from its limit.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4.</a:t>
            </a:r>
          </a:p>
          <a:p xmlns:a="http://schemas.openxmlformats.org/drawingml/2006/main">
            <a:r>
              <a:t>Keep the visible model and language linked. Pause at one observation; distinguish what the model shows from its limit.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5.</a:t>
            </a:r>
          </a:p>
          <a:p xmlns:a="http://schemas.openxmlformats.org/drawingml/2006/main">
            <a:r>
              <a:t>Everyone commits. Secure: transfer. Mixed: compare two choices. Misconception: re-model, then use a fresh example. Access: change response mode.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5.</a:t>
            </a:r>
          </a:p>
          <a:p xmlns:a="http://schemas.openxmlformats.org/drawingml/2006/main">
            <a:r>
              <a:t>Everyone commits. Secure: transfer. Mixed: compare two choices. Misconception: re-model, then use a fresh example. Access: change response mode.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6.</a:t>
            </a:r>
          </a:p>
          <a:p xmlns:a="http://schemas.openxmlformats.org/drawingml/2006/main">
            <a:r>
              <a:t>Model the evidence-to-reason connection; keep the stated limitation visible.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7.</a:t>
            </a:r>
          </a:p>
          <a:p xmlns:a="http://schemas.openxmlformats.org/drawingml/2006/main">
            <a:r>
              <a:t>Pupil operates or directs. Name back the clue before any correction. Use the lightest prompt and fade 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7.</a:t>
            </a:r>
          </a:p>
          <a:p xmlns:a="http://schemas.openxmlformats.org/drawingml/2006/main">
            <a:r>
              <a:t>Pupil operates or directs. Name back the clue before any correction. Use the lightest prompt and fade 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7.</a:t>
            </a:r>
          </a:p>
          <a:p xmlns:a="http://schemas.openxmlformats.org/drawingml/2006/main">
            <a:r>
              <a:t>Pupil operates or directs. Name back the clue before any correction. Use the lightest prompt and fade 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7.</a:t>
            </a:r>
          </a:p>
          <a:p xmlns:a="http://schemas.openxmlformats.org/drawingml/2006/main">
            <a:r>
              <a:t>Pupil operates or directs. Name back the clue before any correction. Use the lightest prompt and fade 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7.</a:t>
            </a:r>
          </a:p>
          <a:p xmlns:a="http://schemas.openxmlformats.org/drawingml/2006/main">
            <a:r>
              <a:t>Pupil operates or directs. Name back the clue before any correction. Use the lightest prompt and fade 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7.</a:t>
            </a:r>
          </a:p>
          <a:p xmlns:a="http://schemas.openxmlformats.org/drawingml/2006/main">
            <a:r>
              <a:t>Pupil operates or directs. Name back the clue before any correction. Use the lightest prompt and fade 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7.</a:t>
            </a:r>
          </a:p>
          <a:p xmlns:a="http://schemas.openxmlformats.org/drawingml/2006/main">
            <a:r>
              <a:t>Pupil operates or directs. Name back the clue before any correction. Use the lightest prompt and fade 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7.</a:t>
            </a:r>
          </a:p>
          <a:p xmlns:a="http://schemas.openxmlformats.org/drawingml/2006/main">
            <a:r>
              <a:t>Pupil operates or directs. Name back the clue before any correction. Use the lightest prompt and fade 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7.</a:t>
            </a:r>
          </a:p>
          <a:p xmlns:a="http://schemas.openxmlformats.org/drawingml/2006/main">
            <a:r>
              <a:t>Pupil operates or directs. Name back the clue before any correction. Use the lightest prompt and fade 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7.</a:t>
            </a:r>
          </a:p>
          <a:p xmlns:a="http://schemas.openxmlformats.org/drawingml/2006/main">
            <a:r>
              <a:t>Pupil operates or directs. Name back the clue before any correction. Use the lightest prompt and fade 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7.</a:t>
            </a:r>
          </a:p>
          <a:p xmlns:a="http://schemas.openxmlformats.org/drawingml/2006/main">
            <a:r>
              <a:t>Pupil operates or directs. Name back the clue before any correction. Use the lightest prompt and fade 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7.</a:t>
            </a:r>
          </a:p>
          <a:p xmlns:a="http://schemas.openxmlformats.org/drawingml/2006/main">
            <a:r>
              <a:t>Pupil operates or directs. Name back the clue before any correction. Use the lightest prompt and fade 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7.</a:t>
            </a:r>
          </a:p>
          <a:p xmlns:a="http://schemas.openxmlformats.org/drawingml/2006/main">
            <a:r>
              <a:t>Pupil operates or directs. Name back the clue before any correction. Use the lightest prompt and fade 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7.</a:t>
            </a:r>
          </a:p>
          <a:p xmlns:a="http://schemas.openxmlformats.org/drawingml/2006/main">
            <a:r>
              <a:t>Pupil operates or directs. Name back the clue before any correction. Use the lightest prompt and fade it.</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8.</a:t>
            </a:r>
          </a:p>
          <a:p xmlns:a="http://schemas.openxmlformats.org/drawingml/2006/main">
            <a:r>
              <a:t>One adult supports the pupils needing access; the other holds the group, then swap roles across the week. Keep the first answer; give VF and one NS+; pupil edits // in the same colour on the same page.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8.</a:t>
            </a:r>
          </a:p>
          <a:p xmlns:a="http://schemas.openxmlformats.org/drawingml/2006/main">
            <a:r>
              <a:t>One adult supports the pupils needing access; the other holds the group, then swap roles across the week. Keep the first answer; give VF and one NS+; pupil edits // in the same colour on the same page.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8.</a:t>
            </a:r>
          </a:p>
          <a:p xmlns:a="http://schemas.openxmlformats.org/drawingml/2006/main">
            <a:r>
              <a:t>One adult supports the pupils needing access; the other holds the group, then swap roles across the week. Keep the first answer; give VF and one NS+; pupil edits // in the same colour on the same page.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8.</a:t>
            </a:r>
          </a:p>
          <a:p xmlns:a="http://schemas.openxmlformats.org/drawingml/2006/main">
            <a:r>
              <a:t>One adult supports the pupils needing access; the other holds the group, then swap roles across the week. Keep the first answer; give VF and one NS+; pupil edits // in the same colour on the same page.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8.</a:t>
            </a:r>
          </a:p>
          <a:p xmlns:a="http://schemas.openxmlformats.org/drawingml/2006/main">
            <a:r>
              <a:t>One adult supports the pupils needing access; the other holds the group, then swap roles across the week. Keep the first answer; give VF and one NS+; pupil edits // in the same colour on the same page.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8.</a:t>
            </a:r>
          </a:p>
          <a:p xmlns:a="http://schemas.openxmlformats.org/drawingml/2006/main">
            <a:r>
              <a:t>One adult supports the pupils needing access; the other holds the group, then swap roles across the week. Keep the first answer; give VF and one NS+; pupil edits // in the same colour on the same page.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8.</a:t>
            </a:r>
          </a:p>
          <a:p xmlns:a="http://schemas.openxmlformats.org/drawingml/2006/main">
            <a:r>
              <a:t>One adult supports the pupils needing access; the other holds the group, then swap roles across the week. Keep the first answer; give VF and one NS+; pupil edits // in the same colour on the same page.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8.</a:t>
            </a:r>
          </a:p>
          <a:p xmlns:a="http://schemas.openxmlformats.org/drawingml/2006/main">
            <a:r>
              <a:t>One adult supports the pupils needing access; the other holds the group, then swap roles across the week. Keep the first answer; give VF and one NS+; pupil edits // in the same colour on the same page.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8.</a:t>
            </a:r>
          </a:p>
          <a:p xmlns:a="http://schemas.openxmlformats.org/drawingml/2006/main">
            <a:r>
              <a:t>One adult supports the pupils needing access; the other holds the group, then swap roles across the week. Keep the first answer; give VF and one NS+; pupil edits // in the same colour on the same page.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9.</a:t>
            </a:r>
          </a:p>
          <a:p xmlns:a="http://schemas.openxmlformats.org/drawingml/2006/main">
            <a:r>
              <a:t>Use three minutes: hear one precise VF/NS+ (one minute), make a pupil-owned edit (one minute), then receive the explanation of the change (one minute). Keep the original meaning, use // and add R only after genuine adult audience.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10.</a:t>
            </a:r>
          </a:p>
          <a:p xmlns:a="http://schemas.openxmlformats.org/drawingml/2006/main">
            <a:r>
              <a:t>Read the response privately. Pupil voice plus adult audience closes R only when both happen. Use the response to choose the next teaching route.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10.</a:t>
            </a:r>
          </a:p>
          <a:p xmlns:a="http://schemas.openxmlformats.org/drawingml/2006/main">
            <a:r>
              <a:t>Read the response privately. Pupil voice plus adult audience closes R only when both happen. Use the response to choose the next teaching route.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GROW_SCI_A1_W08_P2.html; page slide 10.</a:t>
            </a:r>
          </a:p>
          <a:p xmlns:a="http://schemas.openxmlformats.org/drawingml/2006/main">
            <a:r>
              <a:t>Read the response privately. Pupil voice plus adult audience closes R only when both happen. Use the response to choose the next teaching route.</a:t>
            </a:r>
          </a:p>
          <a:p xmlns:a="http://schemas.openxmlformats.org/drawingml/2006/main">
            <a:r>
              <a:t>Source page SHA-256: e5bd0241faf0fdc95216e5d47f7f2d3406cc4e6aeac1057dede702f54ff8c8ca.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2cdaa9467d429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93fd9b31314ed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72f09b031b45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4149b1c91d42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ac0828e9b846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6e13e75c0b14c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FD361E-D057-4258-87B7-14622ACC27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1pPr>
            <a:lvl2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2pPr>
            <a:lvl3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3pPr>
            <a:lvl4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4pPr>
            <a:lvl5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5pPr>
            <a:lvl6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6pPr>
            <a:lvl7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7pPr>
            <a:lvl8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8pPr>
            <a:lvl9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B8929D-C0DE-4C31-8062-E001C34D8CC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1pPr>
            <a:lvl2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2pPr>
            <a:lvl3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3pPr>
            <a:lvl4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4pPr>
            <a:lvl5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5pPr>
            <a:lvl6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6pPr>
            <a:lvl7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7pPr>
            <a:lvl8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8pPr>
            <a:lvl9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52A44C6-686B-4672-8D54-0DF42A1CEE6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1pPr>
            <a:lvl2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2pPr>
            <a:lvl3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3pPr>
            <a:lvl4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4pPr>
            <a:lvl5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5pPr>
            <a:lvl6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6pPr>
            <a:lvl7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7pPr>
            <a:lvl8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8pPr>
            <a:lvl9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F75D56-8124-4EFC-8D14-60E843B283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gn="l">
              <a:lnSpc>
                <a:spcPct val="110000"/>
              </a:lnSpc>
              <a:spcBef>
                <a:spcPts val="0"/>
              </a:spcBef>
              <a:spcAft>
                <a:spcPts val="0"/>
              </a:spcAft>
              <a:buNone/>
              <a:defRPr sz="3300" b="1">
                <a:solidFill>
                  <a:schemeClr val="tx1"/>
                </a:solidFill>
                <a:latin typeface="Liberation Sans"/>
                <a:ea typeface="Liberation Sans"/>
                <a:cs typeface="Liberation Sans"/>
              </a:defRPr>
            </a:lvl1pPr>
            <a:lvl2pPr marL="0" indent="0" algn="l">
              <a:lnSpc>
                <a:spcPct val="110000"/>
              </a:lnSpc>
              <a:spcBef>
                <a:spcPts val="0"/>
              </a:spcBef>
              <a:spcAft>
                <a:spcPts val="0"/>
              </a:spcAft>
              <a:buNone/>
              <a:defRPr sz="3300" b="1">
                <a:solidFill>
                  <a:schemeClr val="tx1"/>
                </a:solidFill>
                <a:latin typeface="Liberation Sans"/>
                <a:ea typeface="Liberation Sans"/>
                <a:cs typeface="Liberation Sans"/>
              </a:defRPr>
            </a:lvl2pPr>
            <a:lvl3pPr marL="0" indent="0" algn="l">
              <a:lnSpc>
                <a:spcPct val="110000"/>
              </a:lnSpc>
              <a:spcBef>
                <a:spcPts val="0"/>
              </a:spcBef>
              <a:spcAft>
                <a:spcPts val="0"/>
              </a:spcAft>
              <a:buNone/>
              <a:defRPr sz="3300" b="1">
                <a:solidFill>
                  <a:schemeClr val="tx1"/>
                </a:solidFill>
                <a:latin typeface="Liberation Sans"/>
                <a:ea typeface="Liberation Sans"/>
                <a:cs typeface="Liberation Sans"/>
              </a:defRPr>
            </a:lvl3pPr>
            <a:lvl4pPr marL="0" indent="0" algn="l">
              <a:lnSpc>
                <a:spcPct val="110000"/>
              </a:lnSpc>
              <a:spcBef>
                <a:spcPts val="0"/>
              </a:spcBef>
              <a:spcAft>
                <a:spcPts val="0"/>
              </a:spcAft>
              <a:buNone/>
              <a:defRPr sz="3300" b="1">
                <a:solidFill>
                  <a:schemeClr val="tx1"/>
                </a:solidFill>
                <a:latin typeface="Liberation Sans"/>
                <a:ea typeface="Liberation Sans"/>
                <a:cs typeface="Liberation Sans"/>
              </a:defRPr>
            </a:lvl4pPr>
            <a:lvl5pPr marL="0" indent="0" algn="l">
              <a:lnSpc>
                <a:spcPct val="110000"/>
              </a:lnSpc>
              <a:spcBef>
                <a:spcPts val="0"/>
              </a:spcBef>
              <a:spcAft>
                <a:spcPts val="0"/>
              </a:spcAft>
              <a:buNone/>
              <a:defRPr sz="3300" b="1">
                <a:solidFill>
                  <a:schemeClr val="tx1"/>
                </a:solidFill>
                <a:latin typeface="Liberation Sans"/>
                <a:ea typeface="Liberation Sans"/>
                <a:cs typeface="Liberation Sans"/>
              </a:defRPr>
            </a:lvl5pPr>
            <a:lvl6pPr marL="0" indent="0" algn="l">
              <a:lnSpc>
                <a:spcPct val="110000"/>
              </a:lnSpc>
              <a:spcBef>
                <a:spcPts val="0"/>
              </a:spcBef>
              <a:spcAft>
                <a:spcPts val="0"/>
              </a:spcAft>
              <a:buNone/>
              <a:defRPr sz="3300" b="1">
                <a:solidFill>
                  <a:schemeClr val="tx1"/>
                </a:solidFill>
                <a:latin typeface="Liberation Sans"/>
                <a:ea typeface="Liberation Sans"/>
                <a:cs typeface="Liberation Sans"/>
              </a:defRPr>
            </a:lvl6pPr>
            <a:lvl7pPr marL="0" indent="0" algn="l">
              <a:lnSpc>
                <a:spcPct val="110000"/>
              </a:lnSpc>
              <a:spcBef>
                <a:spcPts val="0"/>
              </a:spcBef>
              <a:spcAft>
                <a:spcPts val="0"/>
              </a:spcAft>
              <a:buNone/>
              <a:defRPr sz="3300" b="1">
                <a:solidFill>
                  <a:schemeClr val="tx1"/>
                </a:solidFill>
                <a:latin typeface="Liberation Sans"/>
                <a:ea typeface="Liberation Sans"/>
                <a:cs typeface="Liberation Sans"/>
              </a:defRPr>
            </a:lvl7pPr>
            <a:lvl8pPr marL="0" indent="0" algn="l">
              <a:lnSpc>
                <a:spcPct val="110000"/>
              </a:lnSpc>
              <a:spcBef>
                <a:spcPts val="0"/>
              </a:spcBef>
              <a:spcAft>
                <a:spcPts val="0"/>
              </a:spcAft>
              <a:buNone/>
              <a:defRPr sz="3300" b="1">
                <a:solidFill>
                  <a:schemeClr val="tx1"/>
                </a:solidFill>
                <a:latin typeface="Liberation Sans"/>
                <a:ea typeface="Liberation Sans"/>
                <a:cs typeface="Liberation Sans"/>
              </a:defRPr>
            </a:lvl8pPr>
            <a:lvl9pPr marL="0" indent="0" algn="l">
              <a:lnSpc>
                <a:spcPct val="110000"/>
              </a:lnSpc>
              <a:spcBef>
                <a:spcPts val="0"/>
              </a:spcBef>
              <a:spcAft>
                <a:spcPts val="0"/>
              </a:spcAft>
              <a:buNone/>
              <a:defRPr sz="3300" b="1">
                <a:solidFill>
                  <a:schemeClr val="tx1"/>
                </a:solidFill>
                <a:latin typeface="Liberation Sans"/>
                <a:ea typeface="Liberation Sans"/>
                <a:cs typeface="Liberation Sans"/>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0C6528C-AD96-488D-8B69-31A4A00F043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578561-58A5-4245-BCBA-40805F8FBB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gn="l">
              <a:lnSpc>
                <a:spcPct val="110000"/>
              </a:lnSpc>
              <a:spcBef>
                <a:spcPts val="0"/>
              </a:spcBef>
              <a:spcAft>
                <a:spcPts val="0"/>
              </a:spcAft>
              <a:buNone/>
              <a:defRPr sz="3300" b="1">
                <a:solidFill>
                  <a:schemeClr val="tx1"/>
                </a:solidFill>
                <a:latin typeface="Liberation Sans"/>
                <a:ea typeface="Liberation Sans"/>
                <a:cs typeface="Liberation Sans"/>
              </a:defRPr>
            </a:lvl1pPr>
            <a:lvl2pPr marL="0" indent="0" algn="l">
              <a:lnSpc>
                <a:spcPct val="110000"/>
              </a:lnSpc>
              <a:spcBef>
                <a:spcPts val="0"/>
              </a:spcBef>
              <a:spcAft>
                <a:spcPts val="0"/>
              </a:spcAft>
              <a:buNone/>
              <a:defRPr sz="3300" b="1">
                <a:solidFill>
                  <a:schemeClr val="tx1"/>
                </a:solidFill>
                <a:latin typeface="Liberation Sans"/>
                <a:ea typeface="Liberation Sans"/>
                <a:cs typeface="Liberation Sans"/>
              </a:defRPr>
            </a:lvl2pPr>
            <a:lvl3pPr marL="0" indent="0" algn="l">
              <a:lnSpc>
                <a:spcPct val="110000"/>
              </a:lnSpc>
              <a:spcBef>
                <a:spcPts val="0"/>
              </a:spcBef>
              <a:spcAft>
                <a:spcPts val="0"/>
              </a:spcAft>
              <a:buNone/>
              <a:defRPr sz="3300" b="1">
                <a:solidFill>
                  <a:schemeClr val="tx1"/>
                </a:solidFill>
                <a:latin typeface="Liberation Sans"/>
                <a:ea typeface="Liberation Sans"/>
                <a:cs typeface="Liberation Sans"/>
              </a:defRPr>
            </a:lvl3pPr>
            <a:lvl4pPr marL="0" indent="0" algn="l">
              <a:lnSpc>
                <a:spcPct val="110000"/>
              </a:lnSpc>
              <a:spcBef>
                <a:spcPts val="0"/>
              </a:spcBef>
              <a:spcAft>
                <a:spcPts val="0"/>
              </a:spcAft>
              <a:buNone/>
              <a:defRPr sz="3300" b="1">
                <a:solidFill>
                  <a:schemeClr val="tx1"/>
                </a:solidFill>
                <a:latin typeface="Liberation Sans"/>
                <a:ea typeface="Liberation Sans"/>
                <a:cs typeface="Liberation Sans"/>
              </a:defRPr>
            </a:lvl4pPr>
            <a:lvl5pPr marL="0" indent="0" algn="l">
              <a:lnSpc>
                <a:spcPct val="110000"/>
              </a:lnSpc>
              <a:spcBef>
                <a:spcPts val="0"/>
              </a:spcBef>
              <a:spcAft>
                <a:spcPts val="0"/>
              </a:spcAft>
              <a:buNone/>
              <a:defRPr sz="3300" b="1">
                <a:solidFill>
                  <a:schemeClr val="tx1"/>
                </a:solidFill>
                <a:latin typeface="Liberation Sans"/>
                <a:ea typeface="Liberation Sans"/>
                <a:cs typeface="Liberation Sans"/>
              </a:defRPr>
            </a:lvl5pPr>
            <a:lvl6pPr marL="0" indent="0" algn="l">
              <a:lnSpc>
                <a:spcPct val="110000"/>
              </a:lnSpc>
              <a:spcBef>
                <a:spcPts val="0"/>
              </a:spcBef>
              <a:spcAft>
                <a:spcPts val="0"/>
              </a:spcAft>
              <a:buNone/>
              <a:defRPr sz="3300" b="1">
                <a:solidFill>
                  <a:schemeClr val="tx1"/>
                </a:solidFill>
                <a:latin typeface="Liberation Sans"/>
                <a:ea typeface="Liberation Sans"/>
                <a:cs typeface="Liberation Sans"/>
              </a:defRPr>
            </a:lvl6pPr>
            <a:lvl7pPr marL="0" indent="0" algn="l">
              <a:lnSpc>
                <a:spcPct val="110000"/>
              </a:lnSpc>
              <a:spcBef>
                <a:spcPts val="0"/>
              </a:spcBef>
              <a:spcAft>
                <a:spcPts val="0"/>
              </a:spcAft>
              <a:buNone/>
              <a:defRPr sz="3300" b="1">
                <a:solidFill>
                  <a:schemeClr val="tx1"/>
                </a:solidFill>
                <a:latin typeface="Liberation Sans"/>
                <a:ea typeface="Liberation Sans"/>
                <a:cs typeface="Liberation Sans"/>
              </a:defRPr>
            </a:lvl7pPr>
            <a:lvl8pPr marL="0" indent="0" algn="l">
              <a:lnSpc>
                <a:spcPct val="110000"/>
              </a:lnSpc>
              <a:spcBef>
                <a:spcPts val="0"/>
              </a:spcBef>
              <a:spcAft>
                <a:spcPts val="0"/>
              </a:spcAft>
              <a:buNone/>
              <a:defRPr sz="3300" b="1">
                <a:solidFill>
                  <a:schemeClr val="tx1"/>
                </a:solidFill>
                <a:latin typeface="Liberation Sans"/>
                <a:ea typeface="Liberation Sans"/>
                <a:cs typeface="Liberation Sans"/>
              </a:defRPr>
            </a:lvl8pPr>
            <a:lvl9pPr marL="0" indent="0" algn="l">
              <a:lnSpc>
                <a:spcPct val="110000"/>
              </a:lnSpc>
              <a:spcBef>
                <a:spcPts val="0"/>
              </a:spcBef>
              <a:spcAft>
                <a:spcPts val="0"/>
              </a:spcAft>
              <a:buNone/>
              <a:defRPr sz="3300" b="1">
                <a:solidFill>
                  <a:schemeClr val="tx1"/>
                </a:solidFill>
                <a:latin typeface="Liberation Sans"/>
                <a:ea typeface="Liberation Sans"/>
                <a:cs typeface="Liberation Sans"/>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5A93C0-4D15-4C55-83B5-2F5C9B6987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A133F9-1E28-467F-AE2D-3FDDF3709AE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EE5A1C-A48D-478D-B5AB-57C0BC199E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gn="l">
              <a:lnSpc>
                <a:spcPct val="110000"/>
              </a:lnSpc>
              <a:spcBef>
                <a:spcPts val="0"/>
              </a:spcBef>
              <a:spcAft>
                <a:spcPts val="0"/>
              </a:spcAft>
              <a:buNone/>
              <a:defRPr sz="3300" b="1">
                <a:solidFill>
                  <a:schemeClr val="tx1"/>
                </a:solidFill>
                <a:latin typeface="Liberation Sans"/>
                <a:ea typeface="Liberation Sans"/>
                <a:cs typeface="Liberation Sans"/>
              </a:defRPr>
            </a:lvl1pPr>
            <a:lvl2pPr marL="0" indent="0" algn="l">
              <a:lnSpc>
                <a:spcPct val="110000"/>
              </a:lnSpc>
              <a:spcBef>
                <a:spcPts val="0"/>
              </a:spcBef>
              <a:spcAft>
                <a:spcPts val="0"/>
              </a:spcAft>
              <a:buNone/>
              <a:defRPr sz="3300" b="1">
                <a:solidFill>
                  <a:schemeClr val="tx1"/>
                </a:solidFill>
                <a:latin typeface="Liberation Sans"/>
                <a:ea typeface="Liberation Sans"/>
                <a:cs typeface="Liberation Sans"/>
              </a:defRPr>
            </a:lvl2pPr>
            <a:lvl3pPr marL="0" indent="0" algn="l">
              <a:lnSpc>
                <a:spcPct val="110000"/>
              </a:lnSpc>
              <a:spcBef>
                <a:spcPts val="0"/>
              </a:spcBef>
              <a:spcAft>
                <a:spcPts val="0"/>
              </a:spcAft>
              <a:buNone/>
              <a:defRPr sz="3300" b="1">
                <a:solidFill>
                  <a:schemeClr val="tx1"/>
                </a:solidFill>
                <a:latin typeface="Liberation Sans"/>
                <a:ea typeface="Liberation Sans"/>
                <a:cs typeface="Liberation Sans"/>
              </a:defRPr>
            </a:lvl3pPr>
            <a:lvl4pPr marL="0" indent="0" algn="l">
              <a:lnSpc>
                <a:spcPct val="110000"/>
              </a:lnSpc>
              <a:spcBef>
                <a:spcPts val="0"/>
              </a:spcBef>
              <a:spcAft>
                <a:spcPts val="0"/>
              </a:spcAft>
              <a:buNone/>
              <a:defRPr sz="3300" b="1">
                <a:solidFill>
                  <a:schemeClr val="tx1"/>
                </a:solidFill>
                <a:latin typeface="Liberation Sans"/>
                <a:ea typeface="Liberation Sans"/>
                <a:cs typeface="Liberation Sans"/>
              </a:defRPr>
            </a:lvl4pPr>
            <a:lvl5pPr marL="0" indent="0" algn="l">
              <a:lnSpc>
                <a:spcPct val="110000"/>
              </a:lnSpc>
              <a:spcBef>
                <a:spcPts val="0"/>
              </a:spcBef>
              <a:spcAft>
                <a:spcPts val="0"/>
              </a:spcAft>
              <a:buNone/>
              <a:defRPr sz="3300" b="1">
                <a:solidFill>
                  <a:schemeClr val="tx1"/>
                </a:solidFill>
                <a:latin typeface="Liberation Sans"/>
                <a:ea typeface="Liberation Sans"/>
                <a:cs typeface="Liberation Sans"/>
              </a:defRPr>
            </a:lvl5pPr>
            <a:lvl6pPr marL="0" indent="0" algn="l">
              <a:lnSpc>
                <a:spcPct val="110000"/>
              </a:lnSpc>
              <a:spcBef>
                <a:spcPts val="0"/>
              </a:spcBef>
              <a:spcAft>
                <a:spcPts val="0"/>
              </a:spcAft>
              <a:buNone/>
              <a:defRPr sz="3300" b="1">
                <a:solidFill>
                  <a:schemeClr val="tx1"/>
                </a:solidFill>
                <a:latin typeface="Liberation Sans"/>
                <a:ea typeface="Liberation Sans"/>
                <a:cs typeface="Liberation Sans"/>
              </a:defRPr>
            </a:lvl6pPr>
            <a:lvl7pPr marL="0" indent="0" algn="l">
              <a:lnSpc>
                <a:spcPct val="110000"/>
              </a:lnSpc>
              <a:spcBef>
                <a:spcPts val="0"/>
              </a:spcBef>
              <a:spcAft>
                <a:spcPts val="0"/>
              </a:spcAft>
              <a:buNone/>
              <a:defRPr sz="3300" b="1">
                <a:solidFill>
                  <a:schemeClr val="tx1"/>
                </a:solidFill>
                <a:latin typeface="Liberation Sans"/>
                <a:ea typeface="Liberation Sans"/>
                <a:cs typeface="Liberation Sans"/>
              </a:defRPr>
            </a:lvl7pPr>
            <a:lvl8pPr marL="0" indent="0" algn="l">
              <a:lnSpc>
                <a:spcPct val="110000"/>
              </a:lnSpc>
              <a:spcBef>
                <a:spcPts val="0"/>
              </a:spcBef>
              <a:spcAft>
                <a:spcPts val="0"/>
              </a:spcAft>
              <a:buNone/>
              <a:defRPr sz="3300" b="1">
                <a:solidFill>
                  <a:schemeClr val="tx1"/>
                </a:solidFill>
                <a:latin typeface="Liberation Sans"/>
                <a:ea typeface="Liberation Sans"/>
                <a:cs typeface="Liberation Sans"/>
              </a:defRPr>
            </a:lvl8pPr>
            <a:lvl9pPr marL="0" indent="0" algn="l">
              <a:lnSpc>
                <a:spcPct val="110000"/>
              </a:lnSpc>
              <a:spcBef>
                <a:spcPts val="0"/>
              </a:spcBef>
              <a:spcAft>
                <a:spcPts val="0"/>
              </a:spcAft>
              <a:buNone/>
              <a:defRPr sz="3300" b="1">
                <a:solidFill>
                  <a:schemeClr val="tx1"/>
                </a:solidFill>
                <a:latin typeface="Liberation Sans"/>
                <a:ea typeface="Liberation Sans"/>
                <a:cs typeface="Liberation Sans"/>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C1009B-C51B-445C-BACC-7FB4743BFF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b23f18a4d94045" /><Relationship Type="http://schemas.openxmlformats.org/officeDocument/2006/relationships/slideLayout" Target="/ppt/slideLayouts/slideLayout1.xml" Id="R6a6d00ff2bad4c3d" /><Relationship Type="http://schemas.openxmlformats.org/officeDocument/2006/relationships/slideLayout" Target="/ppt/slideLayouts/slideLayout2.xml" Id="R830c392d68e1492e" /><Relationship Type="http://schemas.openxmlformats.org/officeDocument/2006/relationships/slideLayout" Target="/ppt/slideLayouts/slideLayout3.xml" Id="Ref28ad51fda8479f" /><Relationship Type="http://schemas.openxmlformats.org/officeDocument/2006/relationships/slideLayout" Target="/ppt/slideLayouts/slideLayout4.xml" Id="R90a4a3c8e3e34fb4" /><Relationship Type="http://schemas.openxmlformats.org/officeDocument/2006/relationships/slideLayout" Target="/ppt/slideLayouts/slideLayout5.xml" Id="R64dc486577884a6a" /><Relationship Type="http://schemas.openxmlformats.org/officeDocument/2006/relationships/slideLayout" Target="/ppt/slideLayouts/slideLayout6.xml" Id="R0a1a676c437b41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6d00ff2bad4c3d"/>
    <p:sldLayoutId xmlns:r="http://schemas.openxmlformats.org/officeDocument/2006/relationships" id="2147483650" r:id="R830c392d68e1492e"/>
    <p:sldLayoutId xmlns:r="http://schemas.openxmlformats.org/officeDocument/2006/relationships" id="2147483651" r:id="Ref28ad51fda8479f"/>
    <p:sldLayoutId xmlns:r="http://schemas.openxmlformats.org/officeDocument/2006/relationships" id="2147483652" r:id="R90a4a3c8e3e34fb4"/>
    <p:sldLayoutId xmlns:r="http://schemas.openxmlformats.org/officeDocument/2006/relationships" id="2147483653" r:id="R64dc486577884a6a"/>
    <p:sldLayoutId xmlns:r="http://schemas.openxmlformats.org/officeDocument/2006/relationships" id="2147483654" r:id="R0a1a676c437b4198"/>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Liberation Sans"/>
        <a:cs typeface="Liberation Sans"/>
      </a:majorFont>
      <a:minorFont>
        <a:latin typeface="Liberation Sans"/>
        <a:ea typeface="Liberation Sans"/>
        <a:cs typeface="Liberation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c1a15c83e694601" /><Relationship Type="http://schemas.openxmlformats.org/officeDocument/2006/relationships/image" Target="/ppt/media/image.jpeg" Id="R30a30fcc937e4ec3" /><Relationship Type="http://schemas.openxmlformats.org/officeDocument/2006/relationships/notesSlide" Target="/ppt/notesSlides/notesSlide1.xml" Id="Rece25efaaa404f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2f3c927bd464230" /><Relationship Type="http://schemas.openxmlformats.org/officeDocument/2006/relationships/image" Target="/ppt/media/image2.jpeg" Id="Rf081f4ee8daf4408" /><Relationship Type="http://schemas.openxmlformats.org/officeDocument/2006/relationships/notesSlide" Target="/ppt/notesSlides/notesSlide2.xml" Id="Rd8344d0bb1d247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df4ce37efe9469b" /><Relationship Type="http://schemas.openxmlformats.org/officeDocument/2006/relationships/image" Target="/ppt/media/image3.jpeg" Id="R5cee15cab20d4013" /><Relationship Type="http://schemas.openxmlformats.org/officeDocument/2006/relationships/notesSlide" Target="/ppt/notesSlides/notesSlide3.xml" Id="R349050047bd64a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947eb2900c04adb" /><Relationship Type="http://schemas.openxmlformats.org/officeDocument/2006/relationships/image" Target="/ppt/media/image4.jpeg" Id="R05ce0a3e776b4fbe" /><Relationship Type="http://schemas.openxmlformats.org/officeDocument/2006/relationships/notesSlide" Target="/ppt/notesSlides/notesSlide4.xml" Id="Rf47d97f61dde43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ae23e81b85447b" /><Relationship Type="http://schemas.openxmlformats.org/officeDocument/2006/relationships/image" Target="/ppt/media/image5.jpeg" Id="R1852fe991720474c" /><Relationship Type="http://schemas.openxmlformats.org/officeDocument/2006/relationships/notesSlide" Target="/ppt/notesSlides/notesSlide5.xml" Id="Re8059438256a4e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4c60d4e609404a" /><Relationship Type="http://schemas.openxmlformats.org/officeDocument/2006/relationships/image" Target="/ppt/media/image6.jpeg" Id="R645bda43c66f4505" /><Relationship Type="http://schemas.openxmlformats.org/officeDocument/2006/relationships/notesSlide" Target="/ppt/notesSlides/notesSlide6.xml" Id="R363edf1ddf3d48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579497f76f14a3e" /><Relationship Type="http://schemas.openxmlformats.org/officeDocument/2006/relationships/image" Target="/ppt/media/image7.jpeg" Id="R9fbfeb7227804b9a" /><Relationship Type="http://schemas.openxmlformats.org/officeDocument/2006/relationships/notesSlide" Target="/ppt/notesSlides/notesSlide7.xml" Id="Reaa6154f20fa45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ebf41d52ab54c7c" /><Relationship Type="http://schemas.openxmlformats.org/officeDocument/2006/relationships/image" Target="/ppt/media/image8.jpeg" Id="Rbf4228deed4f4c48" /><Relationship Type="http://schemas.openxmlformats.org/officeDocument/2006/relationships/notesSlide" Target="/ppt/notesSlides/notesSlide8.xml" Id="Re39b56a6a37847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3981f61c3a8468c" /><Relationship Type="http://schemas.openxmlformats.org/officeDocument/2006/relationships/image" Target="/ppt/media/image9.jpeg" Id="R0165e9df36b443c9" /><Relationship Type="http://schemas.openxmlformats.org/officeDocument/2006/relationships/notesSlide" Target="/ppt/notesSlides/notesSlide9.xml" Id="Rf0d024405fa44d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949981f54364133" /><Relationship Type="http://schemas.openxmlformats.org/officeDocument/2006/relationships/image" Target="/ppt/media/image10.jpeg" Id="R54d65793df834ef1" /><Relationship Type="http://schemas.openxmlformats.org/officeDocument/2006/relationships/notesSlide" Target="/ppt/notesSlides/notesSlide10.xml" Id="R4dc666344f9545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77b6065bdba4953" /><Relationship Type="http://schemas.openxmlformats.org/officeDocument/2006/relationships/image" Target="/ppt/media/image11.jpeg" Id="R326b31847bb340e1" /><Relationship Type="http://schemas.openxmlformats.org/officeDocument/2006/relationships/notesSlide" Target="/ppt/notesSlides/notesSlide11.xml" Id="Rf31c0036852f44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19b56fddf364b83" /><Relationship Type="http://schemas.openxmlformats.org/officeDocument/2006/relationships/image" Target="/ppt/media/image12.jpeg" Id="R21daf33395ac4c11" /><Relationship Type="http://schemas.openxmlformats.org/officeDocument/2006/relationships/notesSlide" Target="/ppt/notesSlides/notesSlide12.xml" Id="Rd844f73933084b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909a71466e34080" /><Relationship Type="http://schemas.openxmlformats.org/officeDocument/2006/relationships/image" Target="/ppt/media/image13.jpeg" Id="Rff5f96c5a49e4c20" /><Relationship Type="http://schemas.openxmlformats.org/officeDocument/2006/relationships/notesSlide" Target="/ppt/notesSlides/notesSlide13.xml" Id="R0a2ea6d52ec74ab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4214834fb924590" /><Relationship Type="http://schemas.openxmlformats.org/officeDocument/2006/relationships/image" Target="/ppt/media/image14.jpeg" Id="R0b2f7d8933d74c90" /><Relationship Type="http://schemas.openxmlformats.org/officeDocument/2006/relationships/notesSlide" Target="/ppt/notesSlides/notesSlide14.xml" Id="R06cb912cbcec4d6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780635bf93b41d1" /><Relationship Type="http://schemas.openxmlformats.org/officeDocument/2006/relationships/image" Target="/ppt/media/image15.jpeg" Id="Rb8ca9d7c3bbf409f" /><Relationship Type="http://schemas.openxmlformats.org/officeDocument/2006/relationships/notesSlide" Target="/ppt/notesSlides/notesSlide15.xml" Id="R8d1c8d8c61a049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65c3271f2be4c9d" /><Relationship Type="http://schemas.openxmlformats.org/officeDocument/2006/relationships/image" Target="/ppt/media/image16.jpeg" Id="R1a8e76498ff54be7" /><Relationship Type="http://schemas.openxmlformats.org/officeDocument/2006/relationships/notesSlide" Target="/ppt/notesSlides/notesSlide16.xml" Id="R9c07b67a6c574b6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aa1633e90cb4e43" /><Relationship Type="http://schemas.openxmlformats.org/officeDocument/2006/relationships/image" Target="/ppt/media/image17.jpeg" Id="R5d1472c2d97146cd" /><Relationship Type="http://schemas.openxmlformats.org/officeDocument/2006/relationships/notesSlide" Target="/ppt/notesSlides/notesSlide17.xml" Id="R60246ba5910a4bb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b130fb1c65a45f3" /><Relationship Type="http://schemas.openxmlformats.org/officeDocument/2006/relationships/image" Target="/ppt/media/image18.jpeg" Id="Rb3073c90523349d1" /><Relationship Type="http://schemas.openxmlformats.org/officeDocument/2006/relationships/notesSlide" Target="/ppt/notesSlides/notesSlide18.xml" Id="R486cf1eb17cb412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f0c1f4743fb4cc5" /><Relationship Type="http://schemas.openxmlformats.org/officeDocument/2006/relationships/image" Target="/ppt/media/image19.jpeg" Id="R25ab6f85c9494c9e" /><Relationship Type="http://schemas.openxmlformats.org/officeDocument/2006/relationships/notesSlide" Target="/ppt/notesSlides/notesSlide19.xml" Id="R77484661a7d1403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083688334b74bbf" /><Relationship Type="http://schemas.openxmlformats.org/officeDocument/2006/relationships/image" Target="/ppt/media/image20.jpeg" Id="R7deab51ab5fd47b9" /><Relationship Type="http://schemas.openxmlformats.org/officeDocument/2006/relationships/notesSlide" Target="/ppt/notesSlides/notesSlide20.xml" Id="R86f0687558464e3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c4c846808884be5" /><Relationship Type="http://schemas.openxmlformats.org/officeDocument/2006/relationships/image" Target="/ppt/media/image21.jpeg" Id="R820e0032ae114545" /><Relationship Type="http://schemas.openxmlformats.org/officeDocument/2006/relationships/notesSlide" Target="/ppt/notesSlides/notesSlide21.xml" Id="R7aec8e44129940e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6ac0e3667364168" /><Relationship Type="http://schemas.openxmlformats.org/officeDocument/2006/relationships/image" Target="/ppt/media/image22.jpeg" Id="R3d9ac88c14ce4840" /><Relationship Type="http://schemas.openxmlformats.org/officeDocument/2006/relationships/notesSlide" Target="/ppt/notesSlides/notesSlide22.xml" Id="R844a4d263ab24a5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38e687697524270" /><Relationship Type="http://schemas.openxmlformats.org/officeDocument/2006/relationships/image" Target="/ppt/media/image23.jpeg" Id="R3fdf7e6936054a9d" /><Relationship Type="http://schemas.openxmlformats.org/officeDocument/2006/relationships/notesSlide" Target="/ppt/notesSlides/notesSlide23.xml" Id="Rc58463f780744e5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a748702dfb041c0" /><Relationship Type="http://schemas.openxmlformats.org/officeDocument/2006/relationships/image" Target="/ppt/media/image24.jpeg" Id="Rdf88b902281a42e3" /><Relationship Type="http://schemas.openxmlformats.org/officeDocument/2006/relationships/notesSlide" Target="/ppt/notesSlides/notesSlide24.xml" Id="R7097859a1899487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fccb8f045c14a4b" /><Relationship Type="http://schemas.openxmlformats.org/officeDocument/2006/relationships/image" Target="/ppt/media/image25.jpeg" Id="R33cb787fe6f4421a" /><Relationship Type="http://schemas.openxmlformats.org/officeDocument/2006/relationships/notesSlide" Target="/ppt/notesSlides/notesSlide25.xml" Id="R5c46dcef27994bd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d722192e79545c4" /><Relationship Type="http://schemas.openxmlformats.org/officeDocument/2006/relationships/image" Target="/ppt/media/image26.jpeg" Id="R64cfc1c6dec6471a" /><Relationship Type="http://schemas.openxmlformats.org/officeDocument/2006/relationships/notesSlide" Target="/ppt/notesSlides/notesSlide26.xml" Id="Rac6e6765d20c471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c7bc17ad5354b02" /><Relationship Type="http://schemas.openxmlformats.org/officeDocument/2006/relationships/image" Target="/ppt/media/image27.jpeg" Id="Rb9b8d6392c264bc2" /><Relationship Type="http://schemas.openxmlformats.org/officeDocument/2006/relationships/notesSlide" Target="/ppt/notesSlides/notesSlide27.xml" Id="Re18d896b5df9440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1e853fe44c1485e" /><Relationship Type="http://schemas.openxmlformats.org/officeDocument/2006/relationships/image" Target="/ppt/media/image28.jpeg" Id="Ra8dff0ed380e45ad" /><Relationship Type="http://schemas.openxmlformats.org/officeDocument/2006/relationships/notesSlide" Target="/ppt/notesSlides/notesSlide28.xml" Id="R7b68d85dba8e47d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ff5f449fc484be4" /><Relationship Type="http://schemas.openxmlformats.org/officeDocument/2006/relationships/image" Target="/ppt/media/image29.jpeg" Id="R74538391117c47cc" /><Relationship Type="http://schemas.openxmlformats.org/officeDocument/2006/relationships/notesSlide" Target="/ppt/notesSlides/notesSlide29.xml" Id="R46d6173dba61440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0576a08a9ba4524" /><Relationship Type="http://schemas.openxmlformats.org/officeDocument/2006/relationships/image" Target="/ppt/media/image30.jpeg" Id="R7fb68bd8c8a544d2" /><Relationship Type="http://schemas.openxmlformats.org/officeDocument/2006/relationships/notesSlide" Target="/ppt/notesSlides/notesSlide30.xml" Id="R6ad691f9253949b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8cdad23b8304b69" /><Relationship Type="http://schemas.openxmlformats.org/officeDocument/2006/relationships/image" Target="/ppt/media/image31.jpeg" Id="Rd9e6605a3c004bd9" /><Relationship Type="http://schemas.openxmlformats.org/officeDocument/2006/relationships/notesSlide" Target="/ppt/notesSlides/notesSlide31.xml" Id="R4c5333ce5b264c3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a282274b3b14986" /><Relationship Type="http://schemas.openxmlformats.org/officeDocument/2006/relationships/image" Target="/ppt/media/image32.jpeg" Id="R3b85ef755bca4db9" /><Relationship Type="http://schemas.openxmlformats.org/officeDocument/2006/relationships/notesSlide" Target="/ppt/notesSlides/notesSlide32.xml" Id="R5091a5506fc14ce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a06e8735ec045d5" /><Relationship Type="http://schemas.openxmlformats.org/officeDocument/2006/relationships/image" Target="/ppt/media/image33.jpeg" Id="Rd71c4519624043f9" /><Relationship Type="http://schemas.openxmlformats.org/officeDocument/2006/relationships/notesSlide" Target="/ppt/notesSlides/notesSlide33.xml" Id="R0816d9244eb1489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c11ad420e1c4c95" /><Relationship Type="http://schemas.openxmlformats.org/officeDocument/2006/relationships/image" Target="/ppt/media/image34.jpeg" Id="Rd2ddf67820c649a9" /><Relationship Type="http://schemas.openxmlformats.org/officeDocument/2006/relationships/notesSlide" Target="/ppt/notesSlides/notesSlide34.xml" Id="Rfef6627b402a473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f914831b01d4abe" /><Relationship Type="http://schemas.openxmlformats.org/officeDocument/2006/relationships/image" Target="/ppt/media/image35.jpeg" Id="Rb6754f52fd224296" /><Relationship Type="http://schemas.openxmlformats.org/officeDocument/2006/relationships/notesSlide" Target="/ppt/notesSlides/notesSlide35.xml" Id="R98ce542197464cf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4dc740499db490f" /><Relationship Type="http://schemas.openxmlformats.org/officeDocument/2006/relationships/image" Target="/ppt/media/image36.jpeg" Id="Rb3baf25b7bb84f64" /><Relationship Type="http://schemas.openxmlformats.org/officeDocument/2006/relationships/notesSlide" Target="/ppt/notesSlides/notesSlide36.xml" Id="R15167a31bfaf46c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9535d0d205b4e05" /><Relationship Type="http://schemas.openxmlformats.org/officeDocument/2006/relationships/image" Target="/ppt/media/image37.jpeg" Id="R7d06a19807674d70" /><Relationship Type="http://schemas.openxmlformats.org/officeDocument/2006/relationships/notesSlide" Target="/ppt/notesSlides/notesSlide37.xml" Id="R6be627de4f344d4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e80785541f3425e" /><Relationship Type="http://schemas.openxmlformats.org/officeDocument/2006/relationships/image" Target="/ppt/media/image38.jpeg" Id="R8ebec798a8b84656" /><Relationship Type="http://schemas.openxmlformats.org/officeDocument/2006/relationships/notesSlide" Target="/ppt/notesSlides/notesSlide38.xml" Id="R32ac22f3926742a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ec2162f1a1b4c15" /><Relationship Type="http://schemas.openxmlformats.org/officeDocument/2006/relationships/image" Target="/ppt/media/image39.jpeg" Id="Rbbc791e92c3d403e" /><Relationship Type="http://schemas.openxmlformats.org/officeDocument/2006/relationships/notesSlide" Target="/ppt/notesSlides/notesSlide39.xml" Id="Re2243baab6554c9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eedb07fce59c4ecf" /><Relationship Type="http://schemas.openxmlformats.org/officeDocument/2006/relationships/image" Target="/ppt/media/image40.jpeg" Id="R3f650b9fc67f4637" /><Relationship Type="http://schemas.openxmlformats.org/officeDocument/2006/relationships/notesSlide" Target="/ppt/notesSlides/notesSlide40.xml" Id="R115525cac6dd453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3f6c9d84178473e" /><Relationship Type="http://schemas.openxmlformats.org/officeDocument/2006/relationships/image" Target="/ppt/media/image41.jpeg" Id="R24ae27d3004f4176" /><Relationship Type="http://schemas.openxmlformats.org/officeDocument/2006/relationships/notesSlide" Target="/ppt/notesSlides/notesSlide41.xml" Id="R09019992895e4fb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fdbf33611d34cfb" /><Relationship Type="http://schemas.openxmlformats.org/officeDocument/2006/relationships/image" Target="/ppt/media/image42.jpeg" Id="R8802e7ddb6c34d2b" /><Relationship Type="http://schemas.openxmlformats.org/officeDocument/2006/relationships/notesSlide" Target="/ppt/notesSlides/notesSlide42.xml" Id="R4796f18ddd2544d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2a1e13b6e03141fa" /><Relationship Type="http://schemas.openxmlformats.org/officeDocument/2006/relationships/image" Target="/ppt/media/image43.jpeg" Id="R96af3741cf0e45eb" /><Relationship Type="http://schemas.openxmlformats.org/officeDocument/2006/relationships/notesSlide" Target="/ppt/notesSlides/notesSlide43.xml" Id="Ra017f12a44ef4d6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3BA6E13B-CD76-4C69-B928-3F872DBF41E9}"/>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7A8D5B13-9667-48A4-8D41-A7A3D4FDAC6A}"/>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0 min · 0 to 0</a:t>
            </a:r>
          </a:p>
        </p:txBody>
      </p:sp>
      <p:sp>
        <p:nvSpPr>
          <p:cNvPr id="3" name="text">
            <a:extLst xmlns:a="http://schemas.openxmlformats.org/drawingml/2006/main">
              <a:ext uri="{FF2B5EF4-FFF2-40B4-BE49-F238E27FC236}">
                <a16:creationId xmlns:a16="http://schemas.microsoft.com/office/drawing/2014/main" id="{C04BF8C9-B91D-4F13-8E44-F5A61C86AD1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Use: Autumn Science: Show Your Thinking</a:t>
            </a:r>
          </a:p>
        </p:txBody>
      </p:sp>
      <p:pic>
        <p:nvPicPr>
          <p:cNvPr id="4" name="">
            <a:extLst xmlns:a="http://schemas.openxmlformats.org/drawingml/2006/main">
              <a:ext uri="{FF2B5EF4-FFF2-40B4-BE49-F238E27FC236}">
                <a16:creationId xmlns:a16="http://schemas.microsoft.com/office/drawing/2014/main" id="{34187123-38EE-49A2-9198-92D558DEB585}"/>
              </a:ext>
            </a:extLst>
          </p:cNvPr>
          <p:cNvPicPr>
            <a:picLocks xmlns:a="http://schemas.openxmlformats.org/drawingml/2006/main" noChangeAspect="1"/>
          </p:cNvPicPr>
          <p:nvPr/>
        </p:nvPicPr>
        <p:blipFill>
          <a:blip xmlns:r="http://schemas.openxmlformats.org/officeDocument/2006/relationships" xmlns:a="http://schemas.openxmlformats.org/drawingml/2006/main" r:embed="R30a30fcc937e4ec3"/>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3955970-3C82-4FA6-8268-440FD6504FED}"/>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F882FA6A-6A93-40CB-9C69-9B7B2A1D2A9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Review learning from forces, mechanisms, fair enquiry, Earth and the Moon.</a:t>
            </a:r>
          </a:p>
        </p:txBody>
      </p:sp>
      <p:sp>
        <p:nvSpPr>
          <p:cNvPr id="7" name="text">
            <a:extLst xmlns:a="http://schemas.openxmlformats.org/drawingml/2006/main">
              <a:ext uri="{FF2B5EF4-FFF2-40B4-BE49-F238E27FC236}">
                <a16:creationId xmlns:a16="http://schemas.microsoft.com/office/drawing/2014/main" id="{2CC4CA9A-C0E3-40BD-A0B5-9352D232F585}"/>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 can explain familiar science using an observation, model or genuine piece of work.</a:t>
            </a:r>
          </a:p>
        </p:txBody>
      </p:sp>
      <p:sp>
        <p:nvSpPr>
          <p:cNvPr id="8" name="">
            <a:extLst xmlns:a="http://schemas.openxmlformats.org/drawingml/2006/main">
              <a:ext uri="{FF2B5EF4-FFF2-40B4-BE49-F238E27FC236}">
                <a16:creationId xmlns:a16="http://schemas.microsoft.com/office/drawing/2014/main" id="{84A650F7-06F0-4902-96FE-FB4E277B01F2}"/>
              </a:ext>
            </a:extLst>
          </p:cNvPr>
          <p:cNvSpPr>
            <a:spLocks xmlns:a="http://schemas.openxmlformats.org/drawingml/2006/main" noGrp="1"/>
          </p:cNvSpPr>
          <p:nvPr/>
        </p:nvSpPr>
        <p:spPr>
          <a:xfrm xmlns:a="http://schemas.openxmlformats.org/drawingml/2006/main">
            <a:off x="409575" y="2447925"/>
            <a:ext cx="11372850" cy="3524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895E185B-ECFA-4383-824D-DB54B0AE5000}"/>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Say how friction helps in one case. Say how it hinders in one case.</a:t>
            </a:r>
          </a:p>
        </p:txBody>
      </p:sp>
      <p:sp>
        <p:nvSpPr>
          <p:cNvPr id="10" name="">
            <a:extLst xmlns:a="http://schemas.openxmlformats.org/drawingml/2006/main">
              <a:ext uri="{FF2B5EF4-FFF2-40B4-BE49-F238E27FC236}">
                <a16:creationId xmlns:a16="http://schemas.microsoft.com/office/drawing/2014/main" id="{06FA598D-634B-494B-9A78-91895E63AF13}"/>
              </a:ext>
            </a:extLst>
          </p:cNvPr>
          <p:cNvSpPr>
            <a:spLocks xmlns:a="http://schemas.openxmlformats.org/drawingml/2006/main" noGrp="1"/>
          </p:cNvSpPr>
          <p:nvPr/>
        </p:nvSpPr>
        <p:spPr>
          <a:xfrm xmlns:a="http://schemas.openxmlformats.org/drawingml/2006/main">
            <a:off x="409575" y="2838450"/>
            <a:ext cx="11372850" cy="3524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BCCAB624-232C-4851-B954-9B52D13F6D4C}"/>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Say what we gain from a mechanism. Say what it costs.</a:t>
            </a:r>
          </a:p>
        </p:txBody>
      </p:sp>
      <p:sp>
        <p:nvSpPr>
          <p:cNvPr id="12" name="">
            <a:extLst xmlns:a="http://schemas.openxmlformats.org/drawingml/2006/main">
              <a:ext uri="{FF2B5EF4-FFF2-40B4-BE49-F238E27FC236}">
                <a16:creationId xmlns:a16="http://schemas.microsoft.com/office/drawing/2014/main" id="{7B749905-70F3-4FF5-86DF-9388398F913E}"/>
              </a:ext>
            </a:extLst>
          </p:cNvPr>
          <p:cNvSpPr>
            <a:spLocks xmlns:a="http://schemas.openxmlformats.org/drawingml/2006/main" noGrp="1"/>
          </p:cNvSpPr>
          <p:nvPr/>
        </p:nvSpPr>
        <p:spPr>
          <a:xfrm xmlns:a="http://schemas.openxmlformats.org/drawingml/2006/main">
            <a:off x="409575" y="3228975"/>
            <a:ext cx="11372850" cy="3524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8D568FBF-5F48-45B2-9671-1F2C2E4178C8}"/>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For a fair test, say what to change. Say what to measure. Say what to keep the same.</a:t>
            </a:r>
          </a:p>
        </p:txBody>
      </p:sp>
      <p:sp>
        <p:nvSpPr>
          <p:cNvPr id="14" name="">
            <a:extLst xmlns:a="http://schemas.openxmlformats.org/drawingml/2006/main">
              <a:ext uri="{FF2B5EF4-FFF2-40B4-BE49-F238E27FC236}">
                <a16:creationId xmlns:a16="http://schemas.microsoft.com/office/drawing/2014/main" id="{465828C8-4BAD-434E-91BE-D9845AA9D197}"/>
              </a:ext>
            </a:extLst>
          </p:cNvPr>
          <p:cNvSpPr>
            <a:spLocks xmlns:a="http://schemas.openxmlformats.org/drawingml/2006/main" noGrp="1"/>
          </p:cNvSpPr>
          <p:nvPr/>
        </p:nvSpPr>
        <p:spPr>
          <a:xfrm xmlns:a="http://schemas.openxmlformats.org/drawingml/2006/main">
            <a:off x="409575" y="3619500"/>
            <a:ext cx="11372850" cy="3524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A16650F9-2363-4C0E-B0E9-3B9319843503}"/>
              </a:ext>
            </a:extLst>
          </p:cNvPr>
          <p:cNvSpPr>
            <a:spLocks xmlns:a="http://schemas.openxmlformats.org/drawingml/2006/main" noGrp="1"/>
          </p:cNvSpPr>
          <p:nvPr/>
        </p:nvSpPr>
        <p:spPr>
          <a:xfrm xmlns:a="http://schemas.openxmlformats.org/drawingml/2006/main">
            <a:off x="457200" y="36290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Explain an orbit. Say why we see light from the Moon.</a:t>
            </a:r>
          </a:p>
        </p:txBody>
      </p:sp>
      <p:sp>
        <p:nvSpPr>
          <p:cNvPr id="16" name="text">
            <a:extLst xmlns:a="http://schemas.openxmlformats.org/drawingml/2006/main">
              <a:ext uri="{FF2B5EF4-FFF2-40B4-BE49-F238E27FC236}">
                <a16:creationId xmlns:a16="http://schemas.microsoft.com/office/drawing/2014/main" id="{F8984F90-98EC-42D6-A160-C102C0D06AB5}"/>
              </a:ext>
            </a:extLst>
          </p:cNvPr>
          <p:cNvSpPr>
            <a:spLocks xmlns:a="http://schemas.openxmlformats.org/drawingml/2006/main" noGrp="1"/>
          </p:cNvSpPr>
          <p:nvPr/>
        </p:nvSpPr>
        <p:spPr>
          <a:xfrm xmlns:a="http://schemas.openxmlformats.org/drawingml/2006/main">
            <a:off x="457200" y="40195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40 minutes · take a pause when you need one.</a:t>
            </a:r>
          </a:p>
        </p:txBody>
      </p:sp>
      <p:sp>
        <p:nvSpPr>
          <p:cNvPr id="17" name="text">
            <a:extLst xmlns:a="http://schemas.openxmlformats.org/drawingml/2006/main">
              <a:ext uri="{FF2B5EF4-FFF2-40B4-BE49-F238E27FC236}">
                <a16:creationId xmlns:a16="http://schemas.microsoft.com/office/drawing/2014/main" id="{CDEDAAFE-7773-41B4-A5B1-51E89710AEA1}"/>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8" name="text">
            <a:extLst xmlns:a="http://schemas.openxmlformats.org/drawingml/2006/main">
              <a:ext uri="{FF2B5EF4-FFF2-40B4-BE49-F238E27FC236}">
                <a16:creationId xmlns:a16="http://schemas.microsoft.com/office/drawing/2014/main" id="{FC6D21D7-12BA-43F4-B64C-EFCA9F79906B}"/>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9" name="text">
            <a:extLst xmlns:a="http://schemas.openxmlformats.org/drawingml/2006/main">
              <a:ext uri="{FF2B5EF4-FFF2-40B4-BE49-F238E27FC236}">
                <a16:creationId xmlns:a16="http://schemas.microsoft.com/office/drawing/2014/main" id="{406935F2-BEA9-4235-8DCE-09426A843C7F}"/>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 / 43</a:t>
            </a:r>
          </a:p>
        </p:txBody>
      </p:sp>
      <p:sp>
        <p:nvSpPr>
          <p:cNvPr id="20" name="text">
            <a:extLst xmlns:a="http://schemas.openxmlformats.org/drawingml/2006/main">
              <a:ext uri="{FF2B5EF4-FFF2-40B4-BE49-F238E27FC236}">
                <a16:creationId xmlns:a16="http://schemas.microsoft.com/office/drawing/2014/main" id="{C36D08F4-3F36-40E8-B21B-29A1BAF031F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05656379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3248787C-478E-48FE-AEB1-CC9A78E052B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7C807E55-8D71-4D9A-AAB4-8EC080BD6A3B}"/>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0 to 4</a:t>
            </a:r>
          </a:p>
        </p:txBody>
      </p:sp>
      <p:sp>
        <p:nvSpPr>
          <p:cNvPr id="3" name="text">
            <a:extLst xmlns:a="http://schemas.openxmlformats.org/drawingml/2006/main">
              <a:ext uri="{FF2B5EF4-FFF2-40B4-BE49-F238E27FC236}">
                <a16:creationId xmlns:a16="http://schemas.microsoft.com/office/drawing/2014/main" id="{55DC08F4-3E92-4555-A831-1D7BED445F26}"/>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2BAAC741-A20A-4953-BD09-EA0D1B9D4B13}"/>
              </a:ext>
            </a:extLst>
          </p:cNvPr>
          <p:cNvPicPr>
            <a:picLocks xmlns:a="http://schemas.openxmlformats.org/drawingml/2006/main" noChangeAspect="1"/>
          </p:cNvPicPr>
          <p:nvPr/>
        </p:nvPicPr>
        <p:blipFill>
          <a:blip xmlns:r="http://schemas.openxmlformats.org/officeDocument/2006/relationships" xmlns:a="http://schemas.openxmlformats.org/drawingml/2006/main" r:embed="Rf081f4ee8daf4408"/>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87A83FF-7A08-4AF5-AE0A-51249E9D2F31}"/>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958456A-6367-4872-8A84-DC348440AB73}"/>
              </a:ext>
            </a:extLst>
          </p:cNvPr>
          <p:cNvSpPr>
            <a:spLocks xmlns:a="http://schemas.openxmlformats.org/drawingml/2006/main" noGrp="1"/>
          </p:cNvSpPr>
          <p:nvPr/>
        </p:nvSpPr>
        <p:spPr>
          <a:xfrm xmlns:a="http://schemas.openxmlformats.org/drawingml/2006/main">
            <a:off x="381000" y="1485900"/>
            <a:ext cx="1133475"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2127CA40-6A34-4A43-B1EA-01E230BA21F2}"/>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Supported</a:t>
            </a:r>
          </a:p>
        </p:txBody>
      </p:sp>
      <p:sp>
        <p:nvSpPr>
          <p:cNvPr id="8" name="text">
            <a:extLst xmlns:a="http://schemas.openxmlformats.org/drawingml/2006/main">
              <a:ext uri="{FF2B5EF4-FFF2-40B4-BE49-F238E27FC236}">
                <a16:creationId xmlns:a16="http://schemas.microsoft.com/office/drawing/2014/main" id="{4E5AF712-C1FA-471C-9A8E-FC8C925DF78B}"/>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your strip; answer four prompts.</a:t>
            </a:r>
          </a:p>
        </p:txBody>
      </p:sp>
      <p:sp>
        <p:nvSpPr>
          <p:cNvPr id="9" name="text">
            <a:extLst xmlns:a="http://schemas.openxmlformats.org/drawingml/2006/main">
              <a:ext uri="{FF2B5EF4-FFF2-40B4-BE49-F238E27FC236}">
                <a16:creationId xmlns:a16="http://schemas.microsoft.com/office/drawing/2014/main" id="{0F0F76F8-4F50-47E4-8E33-BEFA2C014BD8}"/>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Choose: friction helps shoes grip or makes them float?</a:t>
            </a:r>
          </a:p>
        </p:txBody>
      </p:sp>
      <p:sp>
        <p:nvSpPr>
          <p:cNvPr id="10" name="text">
            <a:extLst xmlns:a="http://schemas.openxmlformats.org/drawingml/2006/main">
              <a:ext uri="{FF2B5EF4-FFF2-40B4-BE49-F238E27FC236}">
                <a16:creationId xmlns:a16="http://schemas.microsoft.com/office/drawing/2014/main" id="{D13E3195-CBBC-45D8-9ED2-61A097790239}"/>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Choose what the Moon orbits: Earth or the Sun.</a:t>
            </a:r>
          </a:p>
        </p:txBody>
      </p:sp>
      <p:sp>
        <p:nvSpPr>
          <p:cNvPr id="11" name="text">
            <a:extLst xmlns:a="http://schemas.openxmlformats.org/drawingml/2006/main">
              <a:ext uri="{FF2B5EF4-FFF2-40B4-BE49-F238E27FC236}">
                <a16:creationId xmlns:a16="http://schemas.microsoft.com/office/drawing/2014/main" id="{835AFE83-6380-45CF-B861-6919759D0344}"/>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Keep the block the same or change it with the surface?</a:t>
            </a:r>
          </a:p>
        </p:txBody>
      </p:sp>
      <p:sp>
        <p:nvSpPr>
          <p:cNvPr id="12" name="text">
            <a:extLst xmlns:a="http://schemas.openxmlformats.org/drawingml/2006/main">
              <a:ext uri="{FF2B5EF4-FFF2-40B4-BE49-F238E27FC236}">
                <a16:creationId xmlns:a16="http://schemas.microsoft.com/office/drawing/2014/main" id="{30BCB3AB-961B-401A-BBA2-028FB5D9C977}"/>
              </a:ext>
            </a:extLst>
          </p:cNvPr>
          <p:cNvSpPr>
            <a:spLocks xmlns:a="http://schemas.openxmlformats.org/drawingml/2006/main" noGrp="1"/>
          </p:cNvSpPr>
          <p:nvPr/>
        </p:nvSpPr>
        <p:spPr>
          <a:xfrm xmlns:a="http://schemas.openxmlformats.org/drawingml/2006/main">
            <a:off x="457200" y="36290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Link to today: Choose whether the Moon reflects sunlight or makes its own light.</a:t>
            </a:r>
          </a:p>
        </p:txBody>
      </p:sp>
      <p:sp>
        <p:nvSpPr>
          <p:cNvPr id="13" name="text">
            <a:extLst xmlns:a="http://schemas.openxmlformats.org/drawingml/2006/main">
              <a:ext uri="{FF2B5EF4-FFF2-40B4-BE49-F238E27FC236}">
                <a16:creationId xmlns:a16="http://schemas.microsoft.com/office/drawing/2014/main" id="{D661A8AD-1DB9-4ADA-AFA7-F0B575A4B6E2}"/>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4" name="text">
            <a:extLst xmlns:a="http://schemas.openxmlformats.org/drawingml/2006/main">
              <a:ext uri="{FF2B5EF4-FFF2-40B4-BE49-F238E27FC236}">
                <a16:creationId xmlns:a16="http://schemas.microsoft.com/office/drawing/2014/main" id="{63AB083B-DA5E-4E20-AEAB-8A8459C627B5}"/>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5" name="text">
            <a:extLst xmlns:a="http://schemas.openxmlformats.org/drawingml/2006/main">
              <a:ext uri="{FF2B5EF4-FFF2-40B4-BE49-F238E27FC236}">
                <a16:creationId xmlns:a16="http://schemas.microsoft.com/office/drawing/2014/main" id="{50017FD4-3F57-435A-A114-D1D246D61EB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 / 43</a:t>
            </a:r>
          </a:p>
        </p:txBody>
      </p:sp>
      <p:sp>
        <p:nvSpPr>
          <p:cNvPr id="16" name="text">
            <a:extLst xmlns:a="http://schemas.openxmlformats.org/drawingml/2006/main">
              <a:ext uri="{FF2B5EF4-FFF2-40B4-BE49-F238E27FC236}">
                <a16:creationId xmlns:a16="http://schemas.microsoft.com/office/drawing/2014/main" id="{E998E13C-9DFC-485B-8C29-AE74C800743F}"/>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59866414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B4961C32-1A96-4805-A1BB-E4B83FC88D1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8B7F8AF1-4206-4AF0-A63D-E70736E1441A}"/>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0 to 4</a:t>
            </a:r>
          </a:p>
        </p:txBody>
      </p:sp>
      <p:sp>
        <p:nvSpPr>
          <p:cNvPr id="3" name="text">
            <a:extLst xmlns:a="http://schemas.openxmlformats.org/drawingml/2006/main">
              <a:ext uri="{FF2B5EF4-FFF2-40B4-BE49-F238E27FC236}">
                <a16:creationId xmlns:a16="http://schemas.microsoft.com/office/drawing/2014/main" id="{D95AA310-8ED7-416F-A47B-086102DC627D}"/>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1023729F-0522-4324-8401-BF3AF5076048}"/>
              </a:ext>
            </a:extLst>
          </p:cNvPr>
          <p:cNvPicPr>
            <a:picLocks xmlns:a="http://schemas.openxmlformats.org/drawingml/2006/main" noChangeAspect="1"/>
          </p:cNvPicPr>
          <p:nvPr/>
        </p:nvPicPr>
        <p:blipFill>
          <a:blip xmlns:r="http://schemas.openxmlformats.org/officeDocument/2006/relationships" xmlns:a="http://schemas.openxmlformats.org/drawingml/2006/main" r:embed="R5cee15cab20d4013"/>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EABD342-0388-46FE-BFC6-B63BB845CCA3}"/>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100696B-DCDC-49F8-96AD-D4950CE6F68B}"/>
              </a:ext>
            </a:extLst>
          </p:cNvPr>
          <p:cNvSpPr>
            <a:spLocks xmlns:a="http://schemas.openxmlformats.org/drawingml/2006/main" noGrp="1"/>
          </p:cNvSpPr>
          <p:nvPr/>
        </p:nvSpPr>
        <p:spPr>
          <a:xfrm xmlns:a="http://schemas.openxmlformats.org/drawingml/2006/main">
            <a:off x="381000" y="1485900"/>
            <a:ext cx="1133475"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CBC2CFA4-D07A-4031-8E5D-76CC5CE56292}"/>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Supported</a:t>
            </a:r>
          </a:p>
        </p:txBody>
      </p:sp>
      <p:sp>
        <p:nvSpPr>
          <p:cNvPr id="8" name="text">
            <a:extLst xmlns:a="http://schemas.openxmlformats.org/drawingml/2006/main">
              <a:ext uri="{FF2B5EF4-FFF2-40B4-BE49-F238E27FC236}">
                <a16:creationId xmlns:a16="http://schemas.microsoft.com/office/drawing/2014/main" id="{1C10DBDA-F9EB-4D36-8B47-292EA9630E89}"/>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Friction helps shoes grip.</a:t>
            </a:r>
          </a:p>
        </p:txBody>
      </p:sp>
      <p:sp>
        <p:nvSpPr>
          <p:cNvPr id="9" name="text">
            <a:extLst xmlns:a="http://schemas.openxmlformats.org/drawingml/2006/main">
              <a:ext uri="{FF2B5EF4-FFF2-40B4-BE49-F238E27FC236}">
                <a16:creationId xmlns:a16="http://schemas.microsoft.com/office/drawing/2014/main" id="{F680AD87-FA66-4418-BD56-D55AE47F6CE9}"/>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Earth.</a:t>
            </a:r>
          </a:p>
        </p:txBody>
      </p:sp>
      <p:sp>
        <p:nvSpPr>
          <p:cNvPr id="10" name="text">
            <a:extLst xmlns:a="http://schemas.openxmlformats.org/drawingml/2006/main">
              <a:ext uri="{FF2B5EF4-FFF2-40B4-BE49-F238E27FC236}">
                <a16:creationId xmlns:a16="http://schemas.microsoft.com/office/drawing/2014/main" id="{3F13C4B9-0B91-4F9B-BA4D-0CF55E5640FA}"/>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Keep the block the same while changing the surface.</a:t>
            </a:r>
          </a:p>
        </p:txBody>
      </p:sp>
      <p:sp>
        <p:nvSpPr>
          <p:cNvPr id="11" name="text">
            <a:extLst xmlns:a="http://schemas.openxmlformats.org/drawingml/2006/main">
              <a:ext uri="{FF2B5EF4-FFF2-40B4-BE49-F238E27FC236}">
                <a16:creationId xmlns:a16="http://schemas.microsoft.com/office/drawing/2014/main" id="{899D8267-292E-413D-8B8B-C874986E1920}"/>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The Moon reflects sunlight.</a:t>
            </a:r>
          </a:p>
        </p:txBody>
      </p:sp>
      <p:sp>
        <p:nvSpPr>
          <p:cNvPr id="12" name="text">
            <a:extLst xmlns:a="http://schemas.openxmlformats.org/drawingml/2006/main">
              <a:ext uri="{FF2B5EF4-FFF2-40B4-BE49-F238E27FC236}">
                <a16:creationId xmlns:a16="http://schemas.microsoft.com/office/drawing/2014/main" id="{0CCBEEE8-5C94-4A43-A8ED-4182A0357109}"/>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3" name="text">
            <a:extLst xmlns:a="http://schemas.openxmlformats.org/drawingml/2006/main">
              <a:ext uri="{FF2B5EF4-FFF2-40B4-BE49-F238E27FC236}">
                <a16:creationId xmlns:a16="http://schemas.microsoft.com/office/drawing/2014/main" id="{C5B3BEDF-C168-4F38-86CE-BA4C7F0AC7B2}"/>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4" name="text">
            <a:extLst xmlns:a="http://schemas.openxmlformats.org/drawingml/2006/main">
              <a:ext uri="{FF2B5EF4-FFF2-40B4-BE49-F238E27FC236}">
                <a16:creationId xmlns:a16="http://schemas.microsoft.com/office/drawing/2014/main" id="{E3ABE625-FF9A-40BD-A8E8-436FA8F0A21E}"/>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 / 43</a:t>
            </a:r>
          </a:p>
        </p:txBody>
      </p:sp>
      <p:sp>
        <p:nvSpPr>
          <p:cNvPr id="15" name="text">
            <a:extLst xmlns:a="http://schemas.openxmlformats.org/drawingml/2006/main">
              <a:ext uri="{FF2B5EF4-FFF2-40B4-BE49-F238E27FC236}">
                <a16:creationId xmlns:a16="http://schemas.microsoft.com/office/drawing/2014/main" id="{A408A68C-F64B-40BE-97EA-258A30536749}"/>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60112666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DE53F9D6-0582-44B7-80E9-E716337340CC}"/>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3EF968DC-82AF-4C79-9B68-AC9C4C1605C2}"/>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0 to 4</a:t>
            </a:r>
          </a:p>
        </p:txBody>
      </p:sp>
      <p:sp>
        <p:nvSpPr>
          <p:cNvPr id="3" name="text">
            <a:extLst xmlns:a="http://schemas.openxmlformats.org/drawingml/2006/main">
              <a:ext uri="{FF2B5EF4-FFF2-40B4-BE49-F238E27FC236}">
                <a16:creationId xmlns:a16="http://schemas.microsoft.com/office/drawing/2014/main" id="{57C8E6C0-8B43-400D-AF18-21F22CBF3335}"/>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9596A052-37AE-4A90-BB2B-C74C6A2132F0}"/>
              </a:ext>
            </a:extLst>
          </p:cNvPr>
          <p:cNvPicPr>
            <a:picLocks xmlns:a="http://schemas.openxmlformats.org/drawingml/2006/main" noChangeAspect="1"/>
          </p:cNvPicPr>
          <p:nvPr/>
        </p:nvPicPr>
        <p:blipFill>
          <a:blip xmlns:r="http://schemas.openxmlformats.org/officeDocument/2006/relationships" xmlns:a="http://schemas.openxmlformats.org/drawingml/2006/main" r:embed="R05ce0a3e776b4fb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4CB4D59-7EF1-4EA0-8DBA-B13DBEF4A3E1}"/>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D2AE28C-1AD1-4898-B860-58C131F39926}"/>
              </a:ext>
            </a:extLst>
          </p:cNvPr>
          <p:cNvSpPr>
            <a:spLocks xmlns:a="http://schemas.openxmlformats.org/drawingml/2006/main" noGrp="1"/>
          </p:cNvSpPr>
          <p:nvPr/>
        </p:nvSpPr>
        <p:spPr>
          <a:xfrm xmlns:a="http://schemas.openxmlformats.org/drawingml/2006/main">
            <a:off x="381000" y="1485900"/>
            <a:ext cx="1133475"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B26F4E10-CC76-462F-9568-31751FF1EACA}"/>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Standard</a:t>
            </a:r>
          </a:p>
        </p:txBody>
      </p:sp>
      <p:sp>
        <p:nvSpPr>
          <p:cNvPr id="8" name="text">
            <a:extLst xmlns:a="http://schemas.openxmlformats.org/drawingml/2006/main">
              <a:ext uri="{FF2B5EF4-FFF2-40B4-BE49-F238E27FC236}">
                <a16:creationId xmlns:a16="http://schemas.microsoft.com/office/drawing/2014/main" id="{7EB3A0E5-2ECF-443F-A47F-3E19132D7C67}"/>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your strip; answer four prompts.</a:t>
            </a:r>
          </a:p>
        </p:txBody>
      </p:sp>
      <p:sp>
        <p:nvSpPr>
          <p:cNvPr id="9" name="text">
            <a:extLst xmlns:a="http://schemas.openxmlformats.org/drawingml/2006/main">
              <a:ext uri="{FF2B5EF4-FFF2-40B4-BE49-F238E27FC236}">
                <a16:creationId xmlns:a16="http://schemas.microsoft.com/office/drawing/2014/main" id="{80A8E214-851E-484C-809D-1389953500F0}"/>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Where does friction help, and where can it hinder?</a:t>
            </a:r>
          </a:p>
        </p:txBody>
      </p:sp>
      <p:sp>
        <p:nvSpPr>
          <p:cNvPr id="10" name="text">
            <a:extLst xmlns:a="http://schemas.openxmlformats.org/drawingml/2006/main">
              <a:ext uri="{FF2B5EF4-FFF2-40B4-BE49-F238E27FC236}">
                <a16:creationId xmlns:a16="http://schemas.microsoft.com/office/drawing/2014/main" id="{08597800-1D61-4925-9C96-2605B1A1D082}"/>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What is the pivot of a lever?</a:t>
            </a:r>
          </a:p>
        </p:txBody>
      </p:sp>
      <p:sp>
        <p:nvSpPr>
          <p:cNvPr id="11" name="text">
            <a:extLst xmlns:a="http://schemas.openxmlformats.org/drawingml/2006/main">
              <a:ext uri="{FF2B5EF4-FFF2-40B4-BE49-F238E27FC236}">
                <a16:creationId xmlns:a16="http://schemas.microsoft.com/office/drawing/2014/main" id="{698B145C-4F42-4FCE-AA87-126F39FAF4B8}"/>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Name two controls for a surface comparison.</a:t>
            </a:r>
          </a:p>
        </p:txBody>
      </p:sp>
      <p:sp>
        <p:nvSpPr>
          <p:cNvPr id="12" name="text">
            <a:extLst xmlns:a="http://schemas.openxmlformats.org/drawingml/2006/main">
              <a:ext uri="{FF2B5EF4-FFF2-40B4-BE49-F238E27FC236}">
                <a16:creationId xmlns:a16="http://schemas.microsoft.com/office/drawing/2014/main" id="{0A152078-5838-4B52-A667-2C0E0F8A3D07}"/>
              </a:ext>
            </a:extLst>
          </p:cNvPr>
          <p:cNvSpPr>
            <a:spLocks xmlns:a="http://schemas.openxmlformats.org/drawingml/2006/main" noGrp="1"/>
          </p:cNvSpPr>
          <p:nvPr/>
        </p:nvSpPr>
        <p:spPr>
          <a:xfrm xmlns:a="http://schemas.openxmlformats.org/drawingml/2006/main">
            <a:off x="457200" y="36290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What keeps Earth in orbit, and what lights the Moon?</a:t>
            </a:r>
          </a:p>
        </p:txBody>
      </p:sp>
      <p:sp>
        <p:nvSpPr>
          <p:cNvPr id="13" name="text">
            <a:extLst xmlns:a="http://schemas.openxmlformats.org/drawingml/2006/main">
              <a:ext uri="{FF2B5EF4-FFF2-40B4-BE49-F238E27FC236}">
                <a16:creationId xmlns:a16="http://schemas.microsoft.com/office/drawing/2014/main" id="{8347CD45-7D89-4505-8C69-AB7E39398D07}"/>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4" name="text">
            <a:extLst xmlns:a="http://schemas.openxmlformats.org/drawingml/2006/main">
              <a:ext uri="{FF2B5EF4-FFF2-40B4-BE49-F238E27FC236}">
                <a16:creationId xmlns:a16="http://schemas.microsoft.com/office/drawing/2014/main" id="{F8A29DB2-1EDE-4EB6-B44B-3D07BCAC8B74}"/>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5" name="text">
            <a:extLst xmlns:a="http://schemas.openxmlformats.org/drawingml/2006/main">
              <a:ext uri="{FF2B5EF4-FFF2-40B4-BE49-F238E27FC236}">
                <a16:creationId xmlns:a16="http://schemas.microsoft.com/office/drawing/2014/main" id="{56749F43-99BF-44E5-88C6-BE94D0B2E527}"/>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 / 43</a:t>
            </a:r>
          </a:p>
        </p:txBody>
      </p:sp>
      <p:sp>
        <p:nvSpPr>
          <p:cNvPr id="16" name="text">
            <a:extLst xmlns:a="http://schemas.openxmlformats.org/drawingml/2006/main">
              <a:ext uri="{FF2B5EF4-FFF2-40B4-BE49-F238E27FC236}">
                <a16:creationId xmlns:a16="http://schemas.microsoft.com/office/drawing/2014/main" id="{5AFB0E93-1518-4E6A-B0D0-A53B46FA1E28}"/>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44529044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77CBD86B-4239-41C2-A4A9-1EB1D7149CCA}"/>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11DD199A-35EC-4DE0-BA78-2C509A63F30A}"/>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0 to 4</a:t>
            </a:r>
          </a:p>
        </p:txBody>
      </p:sp>
      <p:sp>
        <p:nvSpPr>
          <p:cNvPr id="3" name="text">
            <a:extLst xmlns:a="http://schemas.openxmlformats.org/drawingml/2006/main">
              <a:ext uri="{FF2B5EF4-FFF2-40B4-BE49-F238E27FC236}">
                <a16:creationId xmlns:a16="http://schemas.microsoft.com/office/drawing/2014/main" id="{AA6FFC8B-610D-42E6-AE00-D93A3A40239A}"/>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CC5B5E18-7BB1-4EB9-9AAD-C5472E110BAD}"/>
              </a:ext>
            </a:extLst>
          </p:cNvPr>
          <p:cNvPicPr>
            <a:picLocks xmlns:a="http://schemas.openxmlformats.org/drawingml/2006/main" noChangeAspect="1"/>
          </p:cNvPicPr>
          <p:nvPr/>
        </p:nvPicPr>
        <p:blipFill>
          <a:blip xmlns:r="http://schemas.openxmlformats.org/officeDocument/2006/relationships" xmlns:a="http://schemas.openxmlformats.org/drawingml/2006/main" r:embed="R1852fe991720474c"/>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C334131-98B9-416B-B0F6-804B2BE894A0}"/>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CB52CA6-2A0A-42C3-8229-AB5E12E73C25}"/>
              </a:ext>
            </a:extLst>
          </p:cNvPr>
          <p:cNvSpPr>
            <a:spLocks xmlns:a="http://schemas.openxmlformats.org/drawingml/2006/main" noGrp="1"/>
          </p:cNvSpPr>
          <p:nvPr/>
        </p:nvSpPr>
        <p:spPr>
          <a:xfrm xmlns:a="http://schemas.openxmlformats.org/drawingml/2006/main">
            <a:off x="381000" y="1485900"/>
            <a:ext cx="1133475"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B99E2F11-8776-4AA2-90F5-A7596D94BA8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Standard</a:t>
            </a:r>
          </a:p>
        </p:txBody>
      </p:sp>
      <p:sp>
        <p:nvSpPr>
          <p:cNvPr id="8" name="text">
            <a:extLst xmlns:a="http://schemas.openxmlformats.org/drawingml/2006/main">
              <a:ext uri="{FF2B5EF4-FFF2-40B4-BE49-F238E27FC236}">
                <a16:creationId xmlns:a16="http://schemas.microsoft.com/office/drawing/2014/main" id="{0307FDE2-E849-4A70-8884-690B137F66A5}"/>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Brakes/shoes: helpful resistance; engine rubbing: unwanted resistance and heating.</a:t>
            </a:r>
          </a:p>
        </p:txBody>
      </p:sp>
      <p:sp>
        <p:nvSpPr>
          <p:cNvPr id="9" name="text">
            <a:extLst xmlns:a="http://schemas.openxmlformats.org/drawingml/2006/main">
              <a:ext uri="{FF2B5EF4-FFF2-40B4-BE49-F238E27FC236}">
                <a16:creationId xmlns:a16="http://schemas.microsoft.com/office/drawing/2014/main" id="{4426E4E8-849A-4689-8E33-0ABF41A27324}"/>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The fixed point the lever turns around.</a:t>
            </a:r>
          </a:p>
        </p:txBody>
      </p:sp>
      <p:sp>
        <p:nvSpPr>
          <p:cNvPr id="10" name="text">
            <a:extLst xmlns:a="http://schemas.openxmlformats.org/drawingml/2006/main">
              <a:ext uri="{FF2B5EF4-FFF2-40B4-BE49-F238E27FC236}">
                <a16:creationId xmlns:a16="http://schemas.microsoft.com/office/drawing/2014/main" id="{4F5FEED4-C7FE-4FC1-AF6C-39FA3200F0D4}"/>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Same block, ramp, release point and measurement method.</a:t>
            </a:r>
          </a:p>
        </p:txBody>
      </p:sp>
      <p:sp>
        <p:nvSpPr>
          <p:cNvPr id="11" name="text">
            <a:extLst xmlns:a="http://schemas.openxmlformats.org/drawingml/2006/main">
              <a:ext uri="{FF2B5EF4-FFF2-40B4-BE49-F238E27FC236}">
                <a16:creationId xmlns:a16="http://schemas.microsoft.com/office/drawing/2014/main" id="{8FF15C28-D026-4C6E-9347-90D8992646A0}"/>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Gravity curves Earth’s path; reflected sunlight lights the Moon.</a:t>
            </a:r>
          </a:p>
        </p:txBody>
      </p:sp>
      <p:sp>
        <p:nvSpPr>
          <p:cNvPr id="12" name="text">
            <a:extLst xmlns:a="http://schemas.openxmlformats.org/drawingml/2006/main">
              <a:ext uri="{FF2B5EF4-FFF2-40B4-BE49-F238E27FC236}">
                <a16:creationId xmlns:a16="http://schemas.microsoft.com/office/drawing/2014/main" id="{2C01FB1A-8008-4486-B831-8CA07B2094E7}"/>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3" name="text">
            <a:extLst xmlns:a="http://schemas.openxmlformats.org/drawingml/2006/main">
              <a:ext uri="{FF2B5EF4-FFF2-40B4-BE49-F238E27FC236}">
                <a16:creationId xmlns:a16="http://schemas.microsoft.com/office/drawing/2014/main" id="{138A8E47-24C7-4150-AE6C-2553DF6CDC1D}"/>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4" name="text">
            <a:extLst xmlns:a="http://schemas.openxmlformats.org/drawingml/2006/main">
              <a:ext uri="{FF2B5EF4-FFF2-40B4-BE49-F238E27FC236}">
                <a16:creationId xmlns:a16="http://schemas.microsoft.com/office/drawing/2014/main" id="{389A7A37-68A3-4A70-A407-2A86B724A7E0}"/>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5 / 43</a:t>
            </a:r>
          </a:p>
        </p:txBody>
      </p:sp>
      <p:sp>
        <p:nvSpPr>
          <p:cNvPr id="15" name="text">
            <a:extLst xmlns:a="http://schemas.openxmlformats.org/drawingml/2006/main">
              <a:ext uri="{FF2B5EF4-FFF2-40B4-BE49-F238E27FC236}">
                <a16:creationId xmlns:a16="http://schemas.microsoft.com/office/drawing/2014/main" id="{14AA9481-3AD2-4A79-8845-558E5222DF4A}"/>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9852535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E01419EE-5AFE-4090-BE59-5513DF4796EE}"/>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E9830430-19DE-4830-A611-FF794E5EFB4D}"/>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0 to 4</a:t>
            </a:r>
          </a:p>
        </p:txBody>
      </p:sp>
      <p:sp>
        <p:nvSpPr>
          <p:cNvPr id="3" name="text">
            <a:extLst xmlns:a="http://schemas.openxmlformats.org/drawingml/2006/main">
              <a:ext uri="{FF2B5EF4-FFF2-40B4-BE49-F238E27FC236}">
                <a16:creationId xmlns:a16="http://schemas.microsoft.com/office/drawing/2014/main" id="{9EC04ED0-5D43-4EF0-B325-6FD002D7BC0C}"/>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91C21C72-3980-4EF3-ABAA-809B6169D293}"/>
              </a:ext>
            </a:extLst>
          </p:cNvPr>
          <p:cNvPicPr>
            <a:picLocks xmlns:a="http://schemas.openxmlformats.org/drawingml/2006/main" noChangeAspect="1"/>
          </p:cNvPicPr>
          <p:nvPr/>
        </p:nvPicPr>
        <p:blipFill>
          <a:blip xmlns:r="http://schemas.openxmlformats.org/officeDocument/2006/relationships" xmlns:a="http://schemas.openxmlformats.org/drawingml/2006/main" r:embed="R645bda43c66f4505"/>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775A9C4-9835-4F6E-A4B0-6FE36611B0B3}"/>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70AD2AE-DB8C-4C8F-886B-A8DA1D123242}"/>
              </a:ext>
            </a:extLst>
          </p:cNvPr>
          <p:cNvSpPr>
            <a:spLocks xmlns:a="http://schemas.openxmlformats.org/drawingml/2006/main" noGrp="1"/>
          </p:cNvSpPr>
          <p:nvPr/>
        </p:nvSpPr>
        <p:spPr>
          <a:xfrm xmlns:a="http://schemas.openxmlformats.org/drawingml/2006/main">
            <a:off x="381000" y="1485900"/>
            <a:ext cx="1133475"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A7789249-EE73-47A1-9DC4-D45AC5ED1AD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Stretch</a:t>
            </a:r>
          </a:p>
        </p:txBody>
      </p:sp>
      <p:sp>
        <p:nvSpPr>
          <p:cNvPr id="8" name="text">
            <a:extLst xmlns:a="http://schemas.openxmlformats.org/drawingml/2006/main">
              <a:ext uri="{FF2B5EF4-FFF2-40B4-BE49-F238E27FC236}">
                <a16:creationId xmlns:a16="http://schemas.microsoft.com/office/drawing/2014/main" id="{5B0C49C9-904B-4D89-B456-C43F5781E23C}"/>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your strip; answer four prompts.</a:t>
            </a:r>
          </a:p>
        </p:txBody>
      </p:sp>
      <p:sp>
        <p:nvSpPr>
          <p:cNvPr id="9" name="text">
            <a:extLst xmlns:a="http://schemas.openxmlformats.org/drawingml/2006/main">
              <a:ext uri="{FF2B5EF4-FFF2-40B4-BE49-F238E27FC236}">
                <a16:creationId xmlns:a16="http://schemas.microsoft.com/office/drawing/2014/main" id="{89C928E7-A251-4A56-8209-98ACC3B5E7C4}"/>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Give a case where friction helps. Name the two surfaces that touch.</a:t>
            </a:r>
          </a:p>
        </p:txBody>
      </p:sp>
      <p:sp>
        <p:nvSpPr>
          <p:cNvPr id="10" name="text">
            <a:extLst xmlns:a="http://schemas.openxmlformats.org/drawingml/2006/main">
              <a:ext uri="{FF2B5EF4-FFF2-40B4-BE49-F238E27FC236}">
                <a16:creationId xmlns:a16="http://schemas.microsoft.com/office/drawing/2014/main" id="{90612BB6-D6D6-425F-9DA6-D0190650B45B}"/>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Use a lever. Explain how a gain in force links to the distance moved.</a:t>
            </a:r>
          </a:p>
        </p:txBody>
      </p:sp>
      <p:sp>
        <p:nvSpPr>
          <p:cNvPr id="11" name="text">
            <a:extLst xmlns:a="http://schemas.openxmlformats.org/drawingml/2006/main">
              <a:ext uri="{FF2B5EF4-FFF2-40B4-BE49-F238E27FC236}">
                <a16:creationId xmlns:a16="http://schemas.microsoft.com/office/drawing/2014/main" id="{0E95F088-950C-45BD-9762-D19039975888}"/>
              </a:ext>
            </a:extLst>
          </p:cNvPr>
          <p:cNvSpPr>
            <a:spLocks xmlns:a="http://schemas.openxmlformats.org/drawingml/2006/main" noGrp="1"/>
          </p:cNvSpPr>
          <p:nvPr/>
        </p:nvSpPr>
        <p:spPr>
          <a:xfrm xmlns:a="http://schemas.openxmlformats.org/drawingml/2006/main">
            <a:off x="457200" y="32385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You change the surface and the height you let go from. Why is it hard to know which change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caused the result?</a:t>
            </a:r>
          </a:p>
        </p:txBody>
      </p:sp>
      <p:sp>
        <p:nvSpPr>
          <p:cNvPr id="12" name="text">
            <a:extLst xmlns:a="http://schemas.openxmlformats.org/drawingml/2006/main">
              <a:ext uri="{FF2B5EF4-FFF2-40B4-BE49-F238E27FC236}">
                <a16:creationId xmlns:a16="http://schemas.microsoft.com/office/drawing/2014/main" id="{B43AF46E-20B0-460F-870A-99F8D624CA77}"/>
              </a:ext>
            </a:extLst>
          </p:cNvPr>
          <p:cNvSpPr>
            <a:spLocks xmlns:a="http://schemas.openxmlformats.org/drawingml/2006/main" noGrp="1"/>
          </p:cNvSpPr>
          <p:nvPr/>
        </p:nvSpPr>
        <p:spPr>
          <a:xfrm xmlns:a="http://schemas.openxmlformats.org/drawingml/2006/main">
            <a:off x="457200" y="39243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How do the Moon's phases differ from a lunar eclipse?</a:t>
            </a:r>
          </a:p>
        </p:txBody>
      </p:sp>
      <p:sp>
        <p:nvSpPr>
          <p:cNvPr id="13" name="text">
            <a:extLst xmlns:a="http://schemas.openxmlformats.org/drawingml/2006/main">
              <a:ext uri="{FF2B5EF4-FFF2-40B4-BE49-F238E27FC236}">
                <a16:creationId xmlns:a16="http://schemas.microsoft.com/office/drawing/2014/main" id="{A3774064-D676-433C-B6CE-F8DB3665EA14}"/>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4" name="text">
            <a:extLst xmlns:a="http://schemas.openxmlformats.org/drawingml/2006/main">
              <a:ext uri="{FF2B5EF4-FFF2-40B4-BE49-F238E27FC236}">
                <a16:creationId xmlns:a16="http://schemas.microsoft.com/office/drawing/2014/main" id="{34AE714C-27D2-4907-B797-3CA6ADF06B04}"/>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5" name="text">
            <a:extLst xmlns:a="http://schemas.openxmlformats.org/drawingml/2006/main">
              <a:ext uri="{FF2B5EF4-FFF2-40B4-BE49-F238E27FC236}">
                <a16:creationId xmlns:a16="http://schemas.microsoft.com/office/drawing/2014/main" id="{1063E765-42A1-483D-BCDF-6F34C3710818}"/>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6 / 43</a:t>
            </a:r>
          </a:p>
        </p:txBody>
      </p:sp>
      <p:sp>
        <p:nvSpPr>
          <p:cNvPr id="16" name="text">
            <a:extLst xmlns:a="http://schemas.openxmlformats.org/drawingml/2006/main">
              <a:ext uri="{FF2B5EF4-FFF2-40B4-BE49-F238E27FC236}">
                <a16:creationId xmlns:a16="http://schemas.microsoft.com/office/drawing/2014/main" id="{3D466613-7234-42D5-90BC-130E720644C8}"/>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81328370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B3956BF8-A2E8-48E9-BB2B-90112834B24D}"/>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7AAA2541-931B-4E56-93A1-710DBD25103D}"/>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0 to 4</a:t>
            </a:r>
          </a:p>
        </p:txBody>
      </p:sp>
      <p:sp>
        <p:nvSpPr>
          <p:cNvPr id="3" name="text">
            <a:extLst xmlns:a="http://schemas.openxmlformats.org/drawingml/2006/main">
              <a:ext uri="{FF2B5EF4-FFF2-40B4-BE49-F238E27FC236}">
                <a16:creationId xmlns:a16="http://schemas.microsoft.com/office/drawing/2014/main" id="{B88AA329-05CE-47C1-A89C-7E418D1645DB}"/>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9628BF4D-8704-4528-B25C-783F3E180CA2}"/>
              </a:ext>
            </a:extLst>
          </p:cNvPr>
          <p:cNvPicPr>
            <a:picLocks xmlns:a="http://schemas.openxmlformats.org/drawingml/2006/main" noChangeAspect="1"/>
          </p:cNvPicPr>
          <p:nvPr/>
        </p:nvPicPr>
        <p:blipFill>
          <a:blip xmlns:r="http://schemas.openxmlformats.org/officeDocument/2006/relationships" xmlns:a="http://schemas.openxmlformats.org/drawingml/2006/main" r:embed="R9fbfeb7227804b9a"/>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E18942B-FC91-49BC-BFB5-BE45F84F7547}"/>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509F482-4602-4A80-AFAD-D73B7DF50326}"/>
              </a:ext>
            </a:extLst>
          </p:cNvPr>
          <p:cNvSpPr>
            <a:spLocks xmlns:a="http://schemas.openxmlformats.org/drawingml/2006/main" noGrp="1"/>
          </p:cNvSpPr>
          <p:nvPr/>
        </p:nvSpPr>
        <p:spPr>
          <a:xfrm xmlns:a="http://schemas.openxmlformats.org/drawingml/2006/main">
            <a:off x="381000" y="1485900"/>
            <a:ext cx="1133475"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9948ECB5-BA70-4ED7-87AD-248BE6A74F9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Stretch</a:t>
            </a:r>
          </a:p>
        </p:txBody>
      </p:sp>
      <p:sp>
        <p:nvSpPr>
          <p:cNvPr id="8" name="text">
            <a:extLst xmlns:a="http://schemas.openxmlformats.org/drawingml/2006/main">
              <a:ext uri="{FF2B5EF4-FFF2-40B4-BE49-F238E27FC236}">
                <a16:creationId xmlns:a16="http://schemas.microsoft.com/office/drawing/2014/main" id="{18FC7308-9587-43F1-9430-FD764113DAF2}"/>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For example, brake pad and disc touch; friction opposes their relative sliding.</a:t>
            </a:r>
          </a:p>
        </p:txBody>
      </p:sp>
      <p:sp>
        <p:nvSpPr>
          <p:cNvPr id="9" name="text">
            <a:extLst xmlns:a="http://schemas.openxmlformats.org/drawingml/2006/main">
              <a:ext uri="{FF2B5EF4-FFF2-40B4-BE49-F238E27FC236}">
                <a16:creationId xmlns:a16="http://schemas.microsoft.com/office/drawing/2014/main" id="{AFE53447-F1AB-47F5-82CF-1A77B59136C8}"/>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Less effort force requires more effort distance for the same load rise.</a:t>
            </a:r>
          </a:p>
        </p:txBody>
      </p:sp>
      <p:sp>
        <p:nvSpPr>
          <p:cNvPr id="10" name="text">
            <a:extLst xmlns:a="http://schemas.openxmlformats.org/drawingml/2006/main">
              <a:ext uri="{FF2B5EF4-FFF2-40B4-BE49-F238E27FC236}">
                <a16:creationId xmlns:a16="http://schemas.microsoft.com/office/drawing/2014/main" id="{9653D17D-E686-41E7-A396-D2C5B90D840F}"/>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Two planned changes prevent isolating which caused the difference.</a:t>
            </a:r>
          </a:p>
        </p:txBody>
      </p:sp>
      <p:sp>
        <p:nvSpPr>
          <p:cNvPr id="11" name="text">
            <a:extLst xmlns:a="http://schemas.openxmlformats.org/drawingml/2006/main">
              <a:ext uri="{FF2B5EF4-FFF2-40B4-BE49-F238E27FC236}">
                <a16:creationId xmlns:a16="http://schemas.microsoft.com/office/drawing/2014/main" id="{D7D72FD4-732F-40CD-B190-7FCF5B3161AC}"/>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Normal phases reflect viewing geometry; Earth’s shadow causes a lunar eclipse.</a:t>
            </a:r>
          </a:p>
        </p:txBody>
      </p:sp>
      <p:sp>
        <p:nvSpPr>
          <p:cNvPr id="12" name="text">
            <a:extLst xmlns:a="http://schemas.openxmlformats.org/drawingml/2006/main">
              <a:ext uri="{FF2B5EF4-FFF2-40B4-BE49-F238E27FC236}">
                <a16:creationId xmlns:a16="http://schemas.microsoft.com/office/drawing/2014/main" id="{65DD25B2-661C-459E-B497-2A25012020AB}"/>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3" name="text">
            <a:extLst xmlns:a="http://schemas.openxmlformats.org/drawingml/2006/main">
              <a:ext uri="{FF2B5EF4-FFF2-40B4-BE49-F238E27FC236}">
                <a16:creationId xmlns:a16="http://schemas.microsoft.com/office/drawing/2014/main" id="{0FB86A55-A51B-4D17-BFAA-0D926EF9922F}"/>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4" name="text">
            <a:extLst xmlns:a="http://schemas.openxmlformats.org/drawingml/2006/main">
              <a:ext uri="{FF2B5EF4-FFF2-40B4-BE49-F238E27FC236}">
                <a16:creationId xmlns:a16="http://schemas.microsoft.com/office/drawing/2014/main" id="{465CAF75-76B8-4840-847C-92B4CC45E2E5}"/>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7 / 43</a:t>
            </a:r>
          </a:p>
        </p:txBody>
      </p:sp>
      <p:sp>
        <p:nvSpPr>
          <p:cNvPr id="15" name="text">
            <a:extLst xmlns:a="http://schemas.openxmlformats.org/drawingml/2006/main">
              <a:ext uri="{FF2B5EF4-FFF2-40B4-BE49-F238E27FC236}">
                <a16:creationId xmlns:a16="http://schemas.microsoft.com/office/drawing/2014/main" id="{9326631C-D603-4F33-A1ED-76229D4D5580}"/>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2195025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8613E76D-ED98-4C3F-B81E-84D09607290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625F678A-DD5D-4D62-8D89-6D410253CB5E}"/>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4 to 8</a:t>
            </a:r>
          </a:p>
        </p:txBody>
      </p:sp>
      <p:sp>
        <p:nvSpPr>
          <p:cNvPr id="3" name="text">
            <a:extLst xmlns:a="http://schemas.openxmlformats.org/drawingml/2006/main">
              <a:ext uri="{FF2B5EF4-FFF2-40B4-BE49-F238E27FC236}">
                <a16:creationId xmlns:a16="http://schemas.microsoft.com/office/drawing/2014/main" id="{6B50ADDA-D332-43EA-8BAD-C12E27EB8FB5}"/>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Starter · choose a first idea</a:t>
            </a:r>
          </a:p>
        </p:txBody>
      </p:sp>
      <p:pic>
        <p:nvPicPr>
          <p:cNvPr id="4" name="">
            <a:extLst xmlns:a="http://schemas.openxmlformats.org/drawingml/2006/main">
              <a:ext uri="{FF2B5EF4-FFF2-40B4-BE49-F238E27FC236}">
                <a16:creationId xmlns:a16="http://schemas.microsoft.com/office/drawing/2014/main" id="{79553216-ECB4-4C82-8FB7-2A27D7C6D0A1}"/>
              </a:ext>
            </a:extLst>
          </p:cNvPr>
          <p:cNvPicPr>
            <a:picLocks xmlns:a="http://schemas.openxmlformats.org/drawingml/2006/main" noChangeAspect="1"/>
          </p:cNvPicPr>
          <p:nvPr/>
        </p:nvPicPr>
        <p:blipFill>
          <a:blip xmlns:r="http://schemas.openxmlformats.org/officeDocument/2006/relationships" xmlns:a="http://schemas.openxmlformats.org/drawingml/2006/main" r:embed="Rbf4228deed4f4c48"/>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726240E-9E7B-4FEC-B75C-832D77A0B025}"/>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198D168-B4D0-4DC8-B4E2-8CB42CF122B7}"/>
              </a:ext>
            </a:extLst>
          </p:cNvPr>
          <p:cNvSpPr>
            <a:spLocks xmlns:a="http://schemas.openxmlformats.org/drawingml/2006/main" noGrp="1"/>
          </p:cNvSpPr>
          <p:nvPr/>
        </p:nvSpPr>
        <p:spPr>
          <a:xfrm xmlns:a="http://schemas.openxmlformats.org/drawingml/2006/main">
            <a:off x="381000" y="1485900"/>
            <a:ext cx="22669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A8175C2-E3EE-4C82-9A58-7F1E1BC8DD2C}"/>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Keep one first idea and a reason.</a:t>
            </a:r>
          </a:p>
        </p:txBody>
      </p:sp>
      <p:sp>
        <p:nvSpPr>
          <p:cNvPr id="8" name="text">
            <a:extLst xmlns:a="http://schemas.openxmlformats.org/drawingml/2006/main">
              <a:ext uri="{FF2B5EF4-FFF2-40B4-BE49-F238E27FC236}">
                <a16:creationId xmlns:a16="http://schemas.microsoft.com/office/drawing/2014/main" id="{8F5C3F4C-CE77-43B1-B6EE-C59DDB397519}"/>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Two accounts say “it went farther”. Which one lets us explain why?</a:t>
            </a:r>
          </a:p>
        </p:txBody>
      </p:sp>
      <p:sp>
        <p:nvSpPr>
          <p:cNvPr id="9" name="text">
            <a:extLst xmlns:a="http://schemas.openxmlformats.org/drawingml/2006/main">
              <a:ext uri="{FF2B5EF4-FFF2-40B4-BE49-F238E27FC236}">
                <a16:creationId xmlns:a16="http://schemas.microsoft.com/office/drawing/2014/main" id="{A66F1834-7964-4FCB-AA4C-97FA6FF43DF6}"/>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Think first. You may point, say, draw, sign or pass and return.</a:t>
            </a:r>
          </a:p>
        </p:txBody>
      </p:sp>
      <p:sp>
        <p:nvSpPr>
          <p:cNvPr id="10" name="text">
            <a:extLst xmlns:a="http://schemas.openxmlformats.org/drawingml/2006/main">
              <a:ext uri="{FF2B5EF4-FFF2-40B4-BE49-F238E27FC236}">
                <a16:creationId xmlns:a16="http://schemas.microsoft.com/office/drawing/2014/main" id="{6ECE1B62-61F0-40D3-9EE0-120CB3319AFD}"/>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1" name="text">
            <a:extLst xmlns:a="http://schemas.openxmlformats.org/drawingml/2006/main">
              <a:ext uri="{FF2B5EF4-FFF2-40B4-BE49-F238E27FC236}">
                <a16:creationId xmlns:a16="http://schemas.microsoft.com/office/drawing/2014/main" id="{C15964BE-D91F-43B4-930E-3B94A29276F8}"/>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2" name="text">
            <a:extLst xmlns:a="http://schemas.openxmlformats.org/drawingml/2006/main">
              <a:ext uri="{FF2B5EF4-FFF2-40B4-BE49-F238E27FC236}">
                <a16:creationId xmlns:a16="http://schemas.microsoft.com/office/drawing/2014/main" id="{455053A4-1A4A-45CD-B136-46FB1FF1CBD8}"/>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8 / 43</a:t>
            </a:r>
          </a:p>
        </p:txBody>
      </p:sp>
      <p:sp>
        <p:nvSpPr>
          <p:cNvPr id="13" name="text">
            <a:extLst xmlns:a="http://schemas.openxmlformats.org/drawingml/2006/main">
              <a:ext uri="{FF2B5EF4-FFF2-40B4-BE49-F238E27FC236}">
                <a16:creationId xmlns:a16="http://schemas.microsoft.com/office/drawing/2014/main" id="{421ED779-ED4D-450E-BC16-D3EEE36C7C2C}"/>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78635344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546AE9EF-5CDA-411F-A9A7-829BC26111FA}"/>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88443254-0BC8-4FA3-900F-F30AB1017C7E}"/>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4 to 8</a:t>
            </a:r>
          </a:p>
        </p:txBody>
      </p:sp>
      <p:sp>
        <p:nvSpPr>
          <p:cNvPr id="3" name="text">
            <a:extLst xmlns:a="http://schemas.openxmlformats.org/drawingml/2006/main">
              <a:ext uri="{FF2B5EF4-FFF2-40B4-BE49-F238E27FC236}">
                <a16:creationId xmlns:a16="http://schemas.microsoft.com/office/drawing/2014/main" id="{66423835-9850-4A95-8DB9-6F10E55AD54D}"/>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Starter · choose a first idea</a:t>
            </a:r>
          </a:p>
        </p:txBody>
      </p:sp>
      <p:pic>
        <p:nvPicPr>
          <p:cNvPr id="4" name="">
            <a:extLst xmlns:a="http://schemas.openxmlformats.org/drawingml/2006/main">
              <a:ext uri="{FF2B5EF4-FFF2-40B4-BE49-F238E27FC236}">
                <a16:creationId xmlns:a16="http://schemas.microsoft.com/office/drawing/2014/main" id="{CD654D1F-4AB9-42B3-8B0E-4DCB103BCA7D}"/>
              </a:ext>
            </a:extLst>
          </p:cNvPr>
          <p:cNvPicPr>
            <a:picLocks xmlns:a="http://schemas.openxmlformats.org/drawingml/2006/main" noChangeAspect="1"/>
          </p:cNvPicPr>
          <p:nvPr/>
        </p:nvPicPr>
        <p:blipFill>
          <a:blip xmlns:r="http://schemas.openxmlformats.org/officeDocument/2006/relationships" xmlns:a="http://schemas.openxmlformats.org/drawingml/2006/main" r:embed="R0165e9df36b443c9"/>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77A9558-C825-4BF2-AE30-BA8AD4FBD8EE}"/>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3974AFD-2195-447F-8F8C-E6485F0FFA56}"/>
              </a:ext>
            </a:extLst>
          </p:cNvPr>
          <p:cNvSpPr>
            <a:spLocks xmlns:a="http://schemas.openxmlformats.org/drawingml/2006/main" noGrp="1"/>
          </p:cNvSpPr>
          <p:nvPr/>
        </p:nvSpPr>
        <p:spPr>
          <a:xfrm xmlns:a="http://schemas.openxmlformats.org/drawingml/2006/main">
            <a:off x="381000" y="1485900"/>
            <a:ext cx="22669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14D81B5-AF71-45BE-AFC6-6054F47937D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genuine work if it is available; a missing record stays missing.</a:t>
            </a:r>
          </a:p>
        </p:txBody>
      </p:sp>
      <p:sp>
        <p:nvSpPr>
          <p:cNvPr id="8" name="text">
            <a:extLst xmlns:a="http://schemas.openxmlformats.org/drawingml/2006/main">
              <a:ext uri="{FF2B5EF4-FFF2-40B4-BE49-F238E27FC236}">
                <a16:creationId xmlns:a16="http://schemas.microsoft.com/office/drawing/2014/main" id="{61842DC2-8C1F-42D3-BE41-1915EA2A2636}"/>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Here are data to think about. The same block went 45 cm on smooth board. It went 19 cm on</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fabric. These data are here as an example. They are not results from your own test.</a:t>
            </a:r>
          </a:p>
        </p:txBody>
      </p:sp>
      <p:sp>
        <p:nvSpPr>
          <p:cNvPr id="9" name="text">
            <a:extLst xmlns:a="http://schemas.openxmlformats.org/drawingml/2006/main">
              <a:ext uri="{FF2B5EF4-FFF2-40B4-BE49-F238E27FC236}">
                <a16:creationId xmlns:a16="http://schemas.microsoft.com/office/drawing/2014/main" id="{0E773C72-EFDC-421C-BC53-93DFA5494ACC}"/>
              </a:ext>
            </a:extLst>
          </p:cNvPr>
          <p:cNvSpPr>
            <a:spLocks xmlns:a="http://schemas.openxmlformats.org/drawingml/2006/main" noGrp="1"/>
          </p:cNvSpPr>
          <p:nvPr/>
        </p:nvSpPr>
        <p:spPr>
          <a:xfrm xmlns:a="http://schemas.openxmlformats.org/drawingml/2006/main">
            <a:off x="457200" y="27527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evidence can support a claim about these surfaces and this block; one example is not every</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surface.</a:t>
            </a:r>
          </a:p>
        </p:txBody>
      </p:sp>
      <p:sp>
        <p:nvSpPr>
          <p:cNvPr id="10" name="text">
            <a:extLst xmlns:a="http://schemas.openxmlformats.org/drawingml/2006/main">
              <a:ext uri="{FF2B5EF4-FFF2-40B4-BE49-F238E27FC236}">
                <a16:creationId xmlns:a16="http://schemas.microsoft.com/office/drawing/2014/main" id="{2344C090-1990-482F-9D3E-158D802B248F}"/>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1" name="text">
            <a:extLst xmlns:a="http://schemas.openxmlformats.org/drawingml/2006/main">
              <a:ext uri="{FF2B5EF4-FFF2-40B4-BE49-F238E27FC236}">
                <a16:creationId xmlns:a16="http://schemas.microsoft.com/office/drawing/2014/main" id="{BC6E2F94-A9BA-437B-9BCA-A3E71A2DC2A1}"/>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2" name="text">
            <a:extLst xmlns:a="http://schemas.openxmlformats.org/drawingml/2006/main">
              <a:ext uri="{FF2B5EF4-FFF2-40B4-BE49-F238E27FC236}">
                <a16:creationId xmlns:a16="http://schemas.microsoft.com/office/drawing/2014/main" id="{6F13207D-399E-463E-9FD5-776749222E47}"/>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9 / 43</a:t>
            </a:r>
          </a:p>
        </p:txBody>
      </p:sp>
      <p:sp>
        <p:nvSpPr>
          <p:cNvPr id="13" name="text">
            <a:extLst xmlns:a="http://schemas.openxmlformats.org/drawingml/2006/main">
              <a:ext uri="{FF2B5EF4-FFF2-40B4-BE49-F238E27FC236}">
                <a16:creationId xmlns:a16="http://schemas.microsoft.com/office/drawing/2014/main" id="{1D37056F-F7DF-4EF4-83B7-968CD2944EE9}"/>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64314932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B2C9276C-BE26-456C-84F3-8FFD60621638}"/>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85D19D09-0DA0-4D8B-B622-5767A4AEC5E6}"/>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8 to 12</a:t>
            </a:r>
          </a:p>
        </p:txBody>
      </p:sp>
      <p:sp>
        <p:nvSpPr>
          <p:cNvPr id="3" name="text">
            <a:extLst xmlns:a="http://schemas.openxmlformats.org/drawingml/2006/main">
              <a:ext uri="{FF2B5EF4-FFF2-40B4-BE49-F238E27FC236}">
                <a16:creationId xmlns:a16="http://schemas.microsoft.com/office/drawing/2014/main" id="{3DC68548-7606-403B-9325-EBB53FCC0F8D}"/>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make the science visible</a:t>
            </a:r>
          </a:p>
        </p:txBody>
      </p:sp>
      <p:pic>
        <p:nvPicPr>
          <p:cNvPr id="4" name="">
            <a:extLst xmlns:a="http://schemas.openxmlformats.org/drawingml/2006/main">
              <a:ext uri="{FF2B5EF4-FFF2-40B4-BE49-F238E27FC236}">
                <a16:creationId xmlns:a16="http://schemas.microsoft.com/office/drawing/2014/main" id="{D9B847FB-7807-492B-9445-FAC8F03B7C64}"/>
              </a:ext>
            </a:extLst>
          </p:cNvPr>
          <p:cNvPicPr>
            <a:picLocks xmlns:a="http://schemas.openxmlformats.org/drawingml/2006/main" noChangeAspect="1"/>
          </p:cNvPicPr>
          <p:nvPr/>
        </p:nvPicPr>
        <p:blipFill>
          <a:blip xmlns:r="http://schemas.openxmlformats.org/officeDocument/2006/relationships" xmlns:a="http://schemas.openxmlformats.org/drawingml/2006/main" r:embed="R54d65793df834ef1"/>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3F4F970-F587-4726-93BB-779AFAAAAC36}"/>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DE9539D-DBC2-4493-8272-C84AFC1D67DC}"/>
              </a:ext>
            </a:extLst>
          </p:cNvPr>
          <p:cNvSpPr>
            <a:spLocks xmlns:a="http://schemas.openxmlformats.org/drawingml/2006/main" noGrp="1"/>
          </p:cNvSpPr>
          <p:nvPr/>
        </p:nvSpPr>
        <p:spPr>
          <a:xfrm xmlns:a="http://schemas.openxmlformats.org/drawingml/2006/main">
            <a:off x="381000" y="1485900"/>
            <a:ext cx="3400425"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AC7F43F5-40B1-452E-9A59-D8BEE8F72EB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Watch the model; name the evidence. No writing yet.</a:t>
            </a:r>
          </a:p>
        </p:txBody>
      </p:sp>
      <p:sp>
        <p:nvSpPr>
          <p:cNvPr id="8" name="text">
            <a:extLst xmlns:a="http://schemas.openxmlformats.org/drawingml/2006/main">
              <a:ext uri="{FF2B5EF4-FFF2-40B4-BE49-F238E27FC236}">
                <a16:creationId xmlns:a16="http://schemas.microsoft.com/office/drawing/2014/main" id="{6BB610B0-20CE-4BE0-BF4B-7B34628B128B}"/>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friction — a force that acts against a slide, or a push to start a slide, where two surfaces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touch</a:t>
            </a:r>
          </a:p>
        </p:txBody>
      </p:sp>
      <p:sp>
        <p:nvSpPr>
          <p:cNvPr id="9" name="text">
            <a:extLst xmlns:a="http://schemas.openxmlformats.org/drawingml/2006/main">
              <a:ext uri="{FF2B5EF4-FFF2-40B4-BE49-F238E27FC236}">
                <a16:creationId xmlns:a16="http://schemas.microsoft.com/office/drawing/2014/main" id="{747521ED-7F9D-41A0-A180-3F7A9F6EEE3C}"/>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pivot — the point a lever turns around</a:t>
            </a:r>
          </a:p>
        </p:txBody>
      </p:sp>
      <p:sp>
        <p:nvSpPr>
          <p:cNvPr id="10" name="text">
            <a:extLst xmlns:a="http://schemas.openxmlformats.org/drawingml/2006/main">
              <a:ext uri="{FF2B5EF4-FFF2-40B4-BE49-F238E27FC236}">
                <a16:creationId xmlns:a16="http://schemas.microsoft.com/office/drawing/2014/main" id="{FF592BA0-77E7-47DC-884D-BCFEB6E85539}"/>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control — something kept the same in a comparison</a:t>
            </a:r>
          </a:p>
        </p:txBody>
      </p:sp>
      <p:sp>
        <p:nvSpPr>
          <p:cNvPr id="11" name="text">
            <a:extLst xmlns:a="http://schemas.openxmlformats.org/drawingml/2006/main">
              <a:ext uri="{FF2B5EF4-FFF2-40B4-BE49-F238E27FC236}">
                <a16:creationId xmlns:a16="http://schemas.microsoft.com/office/drawing/2014/main" id="{262D6DEC-6F1B-4BF2-ACA3-87D32732752F}"/>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orbit — a curved path around another body</a:t>
            </a:r>
          </a:p>
        </p:txBody>
      </p:sp>
      <p:sp>
        <p:nvSpPr>
          <p:cNvPr id="12" name="text">
            <a:extLst xmlns:a="http://schemas.openxmlformats.org/drawingml/2006/main">
              <a:ext uri="{FF2B5EF4-FFF2-40B4-BE49-F238E27FC236}">
                <a16:creationId xmlns:a16="http://schemas.microsoft.com/office/drawing/2014/main" id="{CABBEEA3-26E4-4570-BB71-057D40D07568}"/>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3" name="text">
            <a:extLst xmlns:a="http://schemas.openxmlformats.org/drawingml/2006/main">
              <a:ext uri="{FF2B5EF4-FFF2-40B4-BE49-F238E27FC236}">
                <a16:creationId xmlns:a16="http://schemas.microsoft.com/office/drawing/2014/main" id="{857E5B5A-41D6-4240-8ADA-6551F36329D9}"/>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4" name="text">
            <a:extLst xmlns:a="http://schemas.openxmlformats.org/drawingml/2006/main">
              <a:ext uri="{FF2B5EF4-FFF2-40B4-BE49-F238E27FC236}">
                <a16:creationId xmlns:a16="http://schemas.microsoft.com/office/drawing/2014/main" id="{0B5E24EA-17C7-4C72-B7C7-941B55A39C60}"/>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10 / 43</a:t>
            </a:r>
          </a:p>
        </p:txBody>
      </p:sp>
      <p:sp>
        <p:nvSpPr>
          <p:cNvPr id="15" name="text">
            <a:extLst xmlns:a="http://schemas.openxmlformats.org/drawingml/2006/main">
              <a:ext uri="{FF2B5EF4-FFF2-40B4-BE49-F238E27FC236}">
                <a16:creationId xmlns:a16="http://schemas.microsoft.com/office/drawing/2014/main" id="{C3AAA945-3220-43F7-90B0-5DD7BD4F88D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99570136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E2A8FB8D-A2CA-4ADE-B4E5-25028CB39F0C}"/>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4E246432-B5D9-4BE9-9218-5DE329ECBDF8}"/>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8 to 12</a:t>
            </a:r>
          </a:p>
        </p:txBody>
      </p:sp>
      <p:sp>
        <p:nvSpPr>
          <p:cNvPr id="3" name="text">
            <a:extLst xmlns:a="http://schemas.openxmlformats.org/drawingml/2006/main">
              <a:ext uri="{FF2B5EF4-FFF2-40B4-BE49-F238E27FC236}">
                <a16:creationId xmlns:a16="http://schemas.microsoft.com/office/drawing/2014/main" id="{45E6BF74-A788-41FD-89AD-1FB3D3CBD958}"/>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make the science visible</a:t>
            </a:r>
          </a:p>
        </p:txBody>
      </p:sp>
      <p:pic>
        <p:nvPicPr>
          <p:cNvPr id="4" name="">
            <a:extLst xmlns:a="http://schemas.openxmlformats.org/drawingml/2006/main">
              <a:ext uri="{FF2B5EF4-FFF2-40B4-BE49-F238E27FC236}">
                <a16:creationId xmlns:a16="http://schemas.microsoft.com/office/drawing/2014/main" id="{E3DDF3EC-644C-40B8-B7E5-14675A3DF89B}"/>
              </a:ext>
            </a:extLst>
          </p:cNvPr>
          <p:cNvPicPr>
            <a:picLocks xmlns:a="http://schemas.openxmlformats.org/drawingml/2006/main" noChangeAspect="1"/>
          </p:cNvPicPr>
          <p:nvPr/>
        </p:nvPicPr>
        <p:blipFill>
          <a:blip xmlns:r="http://schemas.openxmlformats.org/officeDocument/2006/relationships" xmlns:a="http://schemas.openxmlformats.org/drawingml/2006/main" r:embed="R326b31847bb340e1"/>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024D627-842D-440B-916A-866745EF0370}"/>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B3B4C3B-1492-472F-9F7C-35C356F62AEC}"/>
              </a:ext>
            </a:extLst>
          </p:cNvPr>
          <p:cNvSpPr>
            <a:spLocks xmlns:a="http://schemas.openxmlformats.org/drawingml/2006/main" noGrp="1"/>
          </p:cNvSpPr>
          <p:nvPr/>
        </p:nvSpPr>
        <p:spPr>
          <a:xfrm xmlns:a="http://schemas.openxmlformats.org/drawingml/2006/main">
            <a:off x="381000" y="1485900"/>
            <a:ext cx="3400425"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E069B2C6-AB95-4E1F-9052-8C03A03AD18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Watch the model; name the evidence. No writing yet.</a:t>
            </a:r>
          </a:p>
        </p:txBody>
      </p:sp>
      <p:sp>
        <p:nvSpPr>
          <p:cNvPr id="8" name="text">
            <a:extLst xmlns:a="http://schemas.openxmlformats.org/drawingml/2006/main">
              <a:ext uri="{FF2B5EF4-FFF2-40B4-BE49-F238E27FC236}">
                <a16:creationId xmlns:a16="http://schemas.microsoft.com/office/drawing/2014/main" id="{7D46D5C8-16AB-43D9-ACFD-E6184F32CAB6}"/>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genuine work if it is available; a missing record stays missing.</a:t>
            </a:r>
          </a:p>
        </p:txBody>
      </p:sp>
      <p:sp>
        <p:nvSpPr>
          <p:cNvPr id="9" name="text">
            <a:extLst xmlns:a="http://schemas.openxmlformats.org/drawingml/2006/main">
              <a:ext uri="{FF2B5EF4-FFF2-40B4-BE49-F238E27FC236}">
                <a16:creationId xmlns:a16="http://schemas.microsoft.com/office/drawing/2014/main" id="{1543B12E-6B2D-43BD-830E-B6AC34A10EFE}"/>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Here are data to think about. The same block went 45 cm on smooth board. It went 19 cm on</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fabric. These data are here as an example. They are not results from your own test.</a:t>
            </a:r>
          </a:p>
        </p:txBody>
      </p:sp>
      <p:sp>
        <p:nvSpPr>
          <p:cNvPr id="10" name="text">
            <a:extLst xmlns:a="http://schemas.openxmlformats.org/drawingml/2006/main">
              <a:ext uri="{FF2B5EF4-FFF2-40B4-BE49-F238E27FC236}">
                <a16:creationId xmlns:a16="http://schemas.microsoft.com/office/drawing/2014/main" id="{E4518283-D540-4BE5-B8F2-3E72B12072BC}"/>
              </a:ext>
            </a:extLst>
          </p:cNvPr>
          <p:cNvSpPr>
            <a:spLocks xmlns:a="http://schemas.openxmlformats.org/drawingml/2006/main" noGrp="1"/>
          </p:cNvSpPr>
          <p:nvPr/>
        </p:nvSpPr>
        <p:spPr>
          <a:xfrm xmlns:a="http://schemas.openxmlformats.org/drawingml/2006/main">
            <a:off x="457200" y="31432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evidence can support a claim about these surfaces and this block; one example is not every</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surface.</a:t>
            </a:r>
          </a:p>
        </p:txBody>
      </p:sp>
      <p:sp>
        <p:nvSpPr>
          <p:cNvPr id="11" name="text">
            <a:extLst xmlns:a="http://schemas.openxmlformats.org/drawingml/2006/main">
              <a:ext uri="{FF2B5EF4-FFF2-40B4-BE49-F238E27FC236}">
                <a16:creationId xmlns:a16="http://schemas.microsoft.com/office/drawing/2014/main" id="{6E79AD99-C5CD-4005-981F-0E2D7EC4600B}"/>
              </a:ext>
            </a:extLst>
          </p:cNvPr>
          <p:cNvSpPr>
            <a:spLocks xmlns:a="http://schemas.openxmlformats.org/drawingml/2006/main" noGrp="1"/>
          </p:cNvSpPr>
          <p:nvPr/>
        </p:nvSpPr>
        <p:spPr>
          <a:xfrm xmlns:a="http://schemas.openxmlformats.org/drawingml/2006/main">
            <a:off x="457200" y="38290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the evidence and say what it supports.</a:t>
            </a:r>
          </a:p>
        </p:txBody>
      </p:sp>
      <p:sp>
        <p:nvSpPr>
          <p:cNvPr id="12" name="text">
            <a:extLst xmlns:a="http://schemas.openxmlformats.org/drawingml/2006/main">
              <a:ext uri="{FF2B5EF4-FFF2-40B4-BE49-F238E27FC236}">
                <a16:creationId xmlns:a16="http://schemas.microsoft.com/office/drawing/2014/main" id="{2F305B78-D41B-4271-B934-06F3B96E1919}"/>
              </a:ext>
            </a:extLst>
          </p:cNvPr>
          <p:cNvSpPr>
            <a:spLocks xmlns:a="http://schemas.openxmlformats.org/drawingml/2006/main" noGrp="1"/>
          </p:cNvSpPr>
          <p:nvPr/>
        </p:nvSpPr>
        <p:spPr>
          <a:xfrm xmlns:a="http://schemas.openxmlformats.org/drawingml/2006/main">
            <a:off x="457200" y="421957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Illustrative data support reasoning practice only. They are never recorded as a completed</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practical.</a:t>
            </a:r>
          </a:p>
        </p:txBody>
      </p:sp>
      <p:sp>
        <p:nvSpPr>
          <p:cNvPr id="13" name="text">
            <a:extLst xmlns:a="http://schemas.openxmlformats.org/drawingml/2006/main">
              <a:ext uri="{FF2B5EF4-FFF2-40B4-BE49-F238E27FC236}">
                <a16:creationId xmlns:a16="http://schemas.microsoft.com/office/drawing/2014/main" id="{7942434A-F874-48BA-A0B3-29F39846F845}"/>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4" name="text">
            <a:extLst xmlns:a="http://schemas.openxmlformats.org/drawingml/2006/main">
              <a:ext uri="{FF2B5EF4-FFF2-40B4-BE49-F238E27FC236}">
                <a16:creationId xmlns:a16="http://schemas.microsoft.com/office/drawing/2014/main" id="{9C676E4A-7CD6-41B9-B68E-D3463B3013F6}"/>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5" name="text">
            <a:extLst xmlns:a="http://schemas.openxmlformats.org/drawingml/2006/main">
              <a:ext uri="{FF2B5EF4-FFF2-40B4-BE49-F238E27FC236}">
                <a16:creationId xmlns:a16="http://schemas.microsoft.com/office/drawing/2014/main" id="{CC3C7077-FCCF-4DF3-A25A-161A32C5D3A4}"/>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11 / 43</a:t>
            </a:r>
          </a:p>
        </p:txBody>
      </p:sp>
      <p:sp>
        <p:nvSpPr>
          <p:cNvPr id="16" name="text">
            <a:extLst xmlns:a="http://schemas.openxmlformats.org/drawingml/2006/main">
              <a:ext uri="{FF2B5EF4-FFF2-40B4-BE49-F238E27FC236}">
                <a16:creationId xmlns:a16="http://schemas.microsoft.com/office/drawing/2014/main" id="{B815B47E-A5BD-4E2D-BD50-517E806D7232}"/>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75589324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E566AB01-E046-4CAB-917F-D079F7DF75F1}"/>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646C941A-3D51-4F39-A560-14C0582E155D}"/>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8 to 12</a:t>
            </a:r>
          </a:p>
        </p:txBody>
      </p:sp>
      <p:sp>
        <p:nvSpPr>
          <p:cNvPr id="3" name="text">
            <a:extLst xmlns:a="http://schemas.openxmlformats.org/drawingml/2006/main">
              <a:ext uri="{FF2B5EF4-FFF2-40B4-BE49-F238E27FC236}">
                <a16:creationId xmlns:a16="http://schemas.microsoft.com/office/drawing/2014/main" id="{030BDE6B-441D-4780-8446-68073A6F518C}"/>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make the science visible</a:t>
            </a:r>
          </a:p>
        </p:txBody>
      </p:sp>
      <p:pic>
        <p:nvPicPr>
          <p:cNvPr id="4" name="">
            <a:extLst xmlns:a="http://schemas.openxmlformats.org/drawingml/2006/main">
              <a:ext uri="{FF2B5EF4-FFF2-40B4-BE49-F238E27FC236}">
                <a16:creationId xmlns:a16="http://schemas.microsoft.com/office/drawing/2014/main" id="{BE1807C7-3061-458C-BFC9-B9982054F569}"/>
              </a:ext>
            </a:extLst>
          </p:cNvPr>
          <p:cNvPicPr>
            <a:picLocks xmlns:a="http://schemas.openxmlformats.org/drawingml/2006/main" noChangeAspect="1"/>
          </p:cNvPicPr>
          <p:nvPr/>
        </p:nvPicPr>
        <p:blipFill>
          <a:blip xmlns:r="http://schemas.openxmlformats.org/officeDocument/2006/relationships" xmlns:a="http://schemas.openxmlformats.org/drawingml/2006/main" r:embed="R21daf33395ac4c11"/>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4D2536D-5979-46F3-8F3B-A332384589CB}"/>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D405ED0-15F9-4D75-A800-D6BAA944F892}"/>
              </a:ext>
            </a:extLst>
          </p:cNvPr>
          <p:cNvSpPr>
            <a:spLocks xmlns:a="http://schemas.openxmlformats.org/drawingml/2006/main" noGrp="1"/>
          </p:cNvSpPr>
          <p:nvPr/>
        </p:nvSpPr>
        <p:spPr>
          <a:xfrm xmlns:a="http://schemas.openxmlformats.org/drawingml/2006/main">
            <a:off x="381000" y="1485900"/>
            <a:ext cx="3400425"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A2E887C5-DBE8-4DB9-A002-E6C834388AB2}"/>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Watch the model; name the evidence. No writing yet.</a:t>
            </a:r>
          </a:p>
        </p:txBody>
      </p:sp>
      <p:sp>
        <p:nvSpPr>
          <p:cNvPr id="8" name="text">
            <a:extLst xmlns:a="http://schemas.openxmlformats.org/drawingml/2006/main">
              <a:ext uri="{FF2B5EF4-FFF2-40B4-BE49-F238E27FC236}">
                <a16:creationId xmlns:a16="http://schemas.microsoft.com/office/drawing/2014/main" id="{B57640DC-6133-42F0-9342-FD2AE4FA6889}"/>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Here are data to think about. The same block went 45 cm on smooth board. It went 19 cm on</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fabric. These data are here as an example. They are not results from your own test.</a:t>
            </a:r>
          </a:p>
        </p:txBody>
      </p:sp>
      <p:sp>
        <p:nvSpPr>
          <p:cNvPr id="9" name="text">
            <a:extLst xmlns:a="http://schemas.openxmlformats.org/drawingml/2006/main">
              <a:ext uri="{FF2B5EF4-FFF2-40B4-BE49-F238E27FC236}">
                <a16:creationId xmlns:a16="http://schemas.microsoft.com/office/drawing/2014/main" id="{5322A127-82B7-413D-82AE-F822BD3E333D}"/>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0" name="text">
            <a:extLst xmlns:a="http://schemas.openxmlformats.org/drawingml/2006/main">
              <a:ext uri="{FF2B5EF4-FFF2-40B4-BE49-F238E27FC236}">
                <a16:creationId xmlns:a16="http://schemas.microsoft.com/office/drawing/2014/main" id="{F44F6994-05D3-4453-9F6D-864736F5559D}"/>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1" name="text">
            <a:extLst xmlns:a="http://schemas.openxmlformats.org/drawingml/2006/main">
              <a:ext uri="{FF2B5EF4-FFF2-40B4-BE49-F238E27FC236}">
                <a16:creationId xmlns:a16="http://schemas.microsoft.com/office/drawing/2014/main" id="{824F9BE5-BD73-45D9-907B-0768D109219B}"/>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12 / 43</a:t>
            </a:r>
          </a:p>
        </p:txBody>
      </p:sp>
      <p:sp>
        <p:nvSpPr>
          <p:cNvPr id="12" name="text">
            <a:extLst xmlns:a="http://schemas.openxmlformats.org/drawingml/2006/main">
              <a:ext uri="{FF2B5EF4-FFF2-40B4-BE49-F238E27FC236}">
                <a16:creationId xmlns:a16="http://schemas.microsoft.com/office/drawing/2014/main" id="{012C3438-1EFC-4B2D-A4F3-0B4E00BFBF89}"/>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99326677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61E1DA1A-F11E-4135-9D33-2284AFAA9F97}"/>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5DB8FBBC-ACD3-4092-83EC-3C9699BB42C5}"/>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8 to 12</a:t>
            </a:r>
          </a:p>
        </p:txBody>
      </p:sp>
      <p:sp>
        <p:nvSpPr>
          <p:cNvPr id="3" name="text">
            <a:extLst xmlns:a="http://schemas.openxmlformats.org/drawingml/2006/main">
              <a:ext uri="{FF2B5EF4-FFF2-40B4-BE49-F238E27FC236}">
                <a16:creationId xmlns:a16="http://schemas.microsoft.com/office/drawing/2014/main" id="{9C35E095-09AE-4099-970B-0ACEECF0B9CC}"/>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make the science visible</a:t>
            </a:r>
          </a:p>
        </p:txBody>
      </p:sp>
      <p:pic>
        <p:nvPicPr>
          <p:cNvPr id="4" name="">
            <a:extLst xmlns:a="http://schemas.openxmlformats.org/drawingml/2006/main">
              <a:ext uri="{FF2B5EF4-FFF2-40B4-BE49-F238E27FC236}">
                <a16:creationId xmlns:a16="http://schemas.microsoft.com/office/drawing/2014/main" id="{1C474AA4-A7E7-4EAB-8F59-92F1263B98CE}"/>
              </a:ext>
            </a:extLst>
          </p:cNvPr>
          <p:cNvPicPr>
            <a:picLocks xmlns:a="http://schemas.openxmlformats.org/drawingml/2006/main" noChangeAspect="1"/>
          </p:cNvPicPr>
          <p:nvPr/>
        </p:nvPicPr>
        <p:blipFill>
          <a:blip xmlns:r="http://schemas.openxmlformats.org/officeDocument/2006/relationships" xmlns:a="http://schemas.openxmlformats.org/drawingml/2006/main" r:embed="Rff5f96c5a49e4c20"/>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1741119-D369-4955-A2DA-265D3B59320E}"/>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261F406-5D0E-43E5-B136-B8DC3FC485BC}"/>
              </a:ext>
            </a:extLst>
          </p:cNvPr>
          <p:cNvSpPr>
            <a:spLocks xmlns:a="http://schemas.openxmlformats.org/drawingml/2006/main" noGrp="1"/>
          </p:cNvSpPr>
          <p:nvPr/>
        </p:nvSpPr>
        <p:spPr>
          <a:xfrm xmlns:a="http://schemas.openxmlformats.org/drawingml/2006/main">
            <a:off x="381000" y="1485900"/>
            <a:ext cx="3400425"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CA42FB3E-5F73-4939-8B36-7CECB91BB76F}"/>
              </a:ext>
            </a:extLst>
          </p:cNvPr>
          <p:cNvSpPr>
            <a:spLocks xmlns:a="http://schemas.openxmlformats.org/drawingml/2006/main" noGrp="1"/>
          </p:cNvSpPr>
          <p:nvPr/>
        </p:nvSpPr>
        <p:spPr>
          <a:xfrm xmlns:a="http://schemas.openxmlformats.org/drawingml/2006/main">
            <a:off x="457200" y="1714500"/>
            <a:ext cx="11277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Watch the model; name the evidence. No writing yet.</a:t>
            </a:r>
          </a:p>
        </p:txBody>
      </p:sp>
      <p:sp>
        <p:nvSpPr>
          <p:cNvPr id="8" name="text">
            <a:extLst xmlns:a="http://schemas.openxmlformats.org/drawingml/2006/main">
              <a:ext uri="{FF2B5EF4-FFF2-40B4-BE49-F238E27FC236}">
                <a16:creationId xmlns:a16="http://schemas.microsoft.com/office/drawing/2014/main" id="{3B9E2F9A-3F36-4D64-B08E-8E00624D91E2}"/>
              </a:ext>
            </a:extLst>
          </p:cNvPr>
          <p:cNvSpPr>
            <a:spLocks xmlns:a="http://schemas.openxmlformats.org/drawingml/2006/main" noGrp="1"/>
          </p:cNvSpPr>
          <p:nvPr/>
        </p:nvSpPr>
        <p:spPr>
          <a:xfrm xmlns:a="http://schemas.openxmlformats.org/drawingml/2006/main">
            <a:off x="1685925" y="2428875"/>
            <a:ext cx="2571750" cy="3943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90" b="0">
                <a:solidFill>
                  <a:srgbClr val="243746"/>
                </a:solidFill>
                <a:latin typeface="Liberation Sans"/>
                <a:ea typeface="Liberation Sans"/>
                <a:cs typeface="Liberation Sans"/>
              </a:defRPr>
            </a:defPPr>
            <a:lvl1pPr>
              <a:defRPr sz="1890" b="0">
                <a:solidFill>
                  <a:srgbClr val="243746"/>
                </a:solidFill>
                <a:latin typeface="Liberation Sans"/>
                <a:ea typeface="Liberation Sans"/>
                <a:cs typeface="Liberation Sans"/>
              </a:defRPr>
            </a:lvl1pPr>
            <a:lvl2pPr>
              <a:defRPr sz="1890" b="0">
                <a:solidFill>
                  <a:srgbClr val="243746"/>
                </a:solidFill>
                <a:latin typeface="Liberation Sans"/>
                <a:ea typeface="Liberation Sans"/>
                <a:cs typeface="Liberation Sans"/>
              </a:defRPr>
            </a:lvl2pPr>
            <a:lvl3pPr>
              <a:defRPr sz="1890" b="0">
                <a:solidFill>
                  <a:srgbClr val="243746"/>
                </a:solidFill>
                <a:latin typeface="Liberation Sans"/>
                <a:ea typeface="Liberation Sans"/>
                <a:cs typeface="Liberation Sans"/>
              </a:defRPr>
            </a:lvl3pPr>
            <a:lvl4pPr>
              <a:defRPr sz="1890" b="0">
                <a:solidFill>
                  <a:srgbClr val="243746"/>
                </a:solidFill>
                <a:latin typeface="Liberation Sans"/>
                <a:ea typeface="Liberation Sans"/>
                <a:cs typeface="Liberation Sans"/>
              </a:defRPr>
            </a:lvl4pPr>
            <a:lvl5pPr>
              <a:defRPr sz="1890" b="0">
                <a:solidFill>
                  <a:srgbClr val="243746"/>
                </a:solidFill>
                <a:latin typeface="Liberation Sans"/>
                <a:ea typeface="Liberation Sans"/>
                <a:cs typeface="Liberation Sans"/>
              </a:defRPr>
            </a:lvl5pPr>
            <a:lvl6pPr>
              <a:defRPr sz="1890" b="0">
                <a:solidFill>
                  <a:srgbClr val="243746"/>
                </a:solidFill>
                <a:latin typeface="Liberation Sans"/>
                <a:ea typeface="Liberation Sans"/>
                <a:cs typeface="Liberation Sans"/>
              </a:defRPr>
            </a:lvl6pPr>
            <a:lvl7pPr>
              <a:defRPr sz="1890" b="0">
                <a:solidFill>
                  <a:srgbClr val="243746"/>
                </a:solidFill>
                <a:latin typeface="Liberation Sans"/>
                <a:ea typeface="Liberation Sans"/>
                <a:cs typeface="Liberation Sans"/>
              </a:defRPr>
            </a:lvl7pPr>
            <a:lvl8pPr>
              <a:defRPr sz="1890" b="0">
                <a:solidFill>
                  <a:srgbClr val="243746"/>
                </a:solidFill>
                <a:latin typeface="Liberation Sans"/>
                <a:ea typeface="Liberation Sans"/>
                <a:cs typeface="Liberation Sans"/>
              </a:defRPr>
            </a:lvl8pPr>
            <a:lvl9pPr>
              <a:defRPr sz="1890" b="0">
                <a:solidFill>
                  <a:srgbClr val="243746"/>
                </a:solidFill>
                <a:latin typeface="Liberation Sans"/>
                <a:ea typeface="Liberation Sans"/>
                <a:cs typeface="Liberation Sans"/>
              </a:defRPr>
            </a:lvl9pPr>
          </a:lstStyle>
          <a:p xmlns:a="http://schemas.openxmlformats.org/drawingml/2006/main">
            <a:pPr>
              <a:defRPr sz="1890" b="0">
                <a:solidFill>
                  <a:srgbClr val="243746"/>
                </a:solidFill>
                <a:latin typeface="Liberation Sans"/>
                <a:ea typeface="Liberation Sans"/>
                <a:cs typeface="Liberation Sans"/>
              </a:defRPr>
            </a:pPr>
            <a:r>
              <a:rPr sz="1890" b="0">
                <a:solidFill>
                  <a:srgbClr val="243746"/>
                </a:solidFill>
                <a:latin typeface="Liberation Sans"/>
                <a:ea typeface="Liberation Sans"/>
                <a:cs typeface="Liberation Sans"/>
              </a:rPr>
              <a:t>Smooth board</a:t>
            </a:r>
          </a:p>
        </p:txBody>
      </p:sp>
      <p:sp>
        <p:nvSpPr>
          <p:cNvPr id="9" name="">
            <a:extLst xmlns:a="http://schemas.openxmlformats.org/drawingml/2006/main">
              <a:ext uri="{FF2B5EF4-FFF2-40B4-BE49-F238E27FC236}">
                <a16:creationId xmlns:a16="http://schemas.microsoft.com/office/drawing/2014/main" id="{25663535-85E2-4890-A68F-BE54AEC302F4}"/>
              </a:ext>
            </a:extLst>
          </p:cNvPr>
          <p:cNvSpPr>
            <a:spLocks xmlns:a="http://schemas.openxmlformats.org/drawingml/2006/main" noGrp="1"/>
          </p:cNvSpPr>
          <p:nvPr/>
        </p:nvSpPr>
        <p:spPr>
          <a:xfrm xmlns:a="http://schemas.openxmlformats.org/drawingml/2006/main">
            <a:off x="4429125" y="2394585"/>
            <a:ext cx="4629150" cy="411480"/>
          </a:xfrm>
          <a:prstGeom xmlns:a="http://schemas.openxmlformats.org/drawingml/2006/main" prst="rect">
            <a:avLst/>
          </a:prstGeom>
          <a:solidFill xmlns:a="http://schemas.openxmlformats.org/drawingml/2006/main">
            <a:srgbClr val="A5DCEF"/>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A496AFF4-0CC8-40D7-A4BA-DDD6BE155EC4}"/>
              </a:ext>
            </a:extLst>
          </p:cNvPr>
          <p:cNvSpPr>
            <a:spLocks xmlns:a="http://schemas.openxmlformats.org/drawingml/2006/main" noGrp="1"/>
          </p:cNvSpPr>
          <p:nvPr/>
        </p:nvSpPr>
        <p:spPr>
          <a:xfrm xmlns:a="http://schemas.openxmlformats.org/drawingml/2006/main">
            <a:off x="9144000" y="2428875"/>
            <a:ext cx="1114425" cy="3943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90" b="0">
                <a:solidFill>
                  <a:srgbClr val="243746"/>
                </a:solidFill>
                <a:latin typeface="Liberation Sans"/>
                <a:ea typeface="Liberation Sans"/>
                <a:cs typeface="Liberation Sans"/>
              </a:defRPr>
            </a:defPPr>
            <a:lvl1pPr>
              <a:defRPr sz="1890" b="0">
                <a:solidFill>
                  <a:srgbClr val="243746"/>
                </a:solidFill>
                <a:latin typeface="Liberation Sans"/>
                <a:ea typeface="Liberation Sans"/>
                <a:cs typeface="Liberation Sans"/>
              </a:defRPr>
            </a:lvl1pPr>
            <a:lvl2pPr>
              <a:defRPr sz="1890" b="0">
                <a:solidFill>
                  <a:srgbClr val="243746"/>
                </a:solidFill>
                <a:latin typeface="Liberation Sans"/>
                <a:ea typeface="Liberation Sans"/>
                <a:cs typeface="Liberation Sans"/>
              </a:defRPr>
            </a:lvl2pPr>
            <a:lvl3pPr>
              <a:defRPr sz="1890" b="0">
                <a:solidFill>
                  <a:srgbClr val="243746"/>
                </a:solidFill>
                <a:latin typeface="Liberation Sans"/>
                <a:ea typeface="Liberation Sans"/>
                <a:cs typeface="Liberation Sans"/>
              </a:defRPr>
            </a:lvl3pPr>
            <a:lvl4pPr>
              <a:defRPr sz="1890" b="0">
                <a:solidFill>
                  <a:srgbClr val="243746"/>
                </a:solidFill>
                <a:latin typeface="Liberation Sans"/>
                <a:ea typeface="Liberation Sans"/>
                <a:cs typeface="Liberation Sans"/>
              </a:defRPr>
            </a:lvl4pPr>
            <a:lvl5pPr>
              <a:defRPr sz="1890" b="0">
                <a:solidFill>
                  <a:srgbClr val="243746"/>
                </a:solidFill>
                <a:latin typeface="Liberation Sans"/>
                <a:ea typeface="Liberation Sans"/>
                <a:cs typeface="Liberation Sans"/>
              </a:defRPr>
            </a:lvl5pPr>
            <a:lvl6pPr>
              <a:defRPr sz="1890" b="0">
                <a:solidFill>
                  <a:srgbClr val="243746"/>
                </a:solidFill>
                <a:latin typeface="Liberation Sans"/>
                <a:ea typeface="Liberation Sans"/>
                <a:cs typeface="Liberation Sans"/>
              </a:defRPr>
            </a:lvl6pPr>
            <a:lvl7pPr>
              <a:defRPr sz="1890" b="0">
                <a:solidFill>
                  <a:srgbClr val="243746"/>
                </a:solidFill>
                <a:latin typeface="Liberation Sans"/>
                <a:ea typeface="Liberation Sans"/>
                <a:cs typeface="Liberation Sans"/>
              </a:defRPr>
            </a:lvl7pPr>
            <a:lvl8pPr>
              <a:defRPr sz="1890" b="0">
                <a:solidFill>
                  <a:srgbClr val="243746"/>
                </a:solidFill>
                <a:latin typeface="Liberation Sans"/>
                <a:ea typeface="Liberation Sans"/>
                <a:cs typeface="Liberation Sans"/>
              </a:defRPr>
            </a:lvl8pPr>
            <a:lvl9pPr>
              <a:defRPr sz="1890" b="0">
                <a:solidFill>
                  <a:srgbClr val="243746"/>
                </a:solidFill>
                <a:latin typeface="Liberation Sans"/>
                <a:ea typeface="Liberation Sans"/>
                <a:cs typeface="Liberation Sans"/>
              </a:defRPr>
            </a:lvl9pPr>
          </a:lstStyle>
          <a:p xmlns:a="http://schemas.openxmlformats.org/drawingml/2006/main">
            <a:pPr>
              <a:defRPr sz="1890" b="0">
                <a:solidFill>
                  <a:srgbClr val="243746"/>
                </a:solidFill>
                <a:latin typeface="Liberation Sans"/>
                <a:ea typeface="Liberation Sans"/>
                <a:cs typeface="Liberation Sans"/>
              </a:defRPr>
            </a:pPr>
            <a:r>
              <a:rPr sz="1890" b="0">
                <a:solidFill>
                  <a:srgbClr val="243746"/>
                </a:solidFill>
                <a:latin typeface="Liberation Sans"/>
                <a:ea typeface="Liberation Sans"/>
                <a:cs typeface="Liberation Sans"/>
              </a:rPr>
              <a:t>45 cm</a:t>
            </a:r>
          </a:p>
        </p:txBody>
      </p:sp>
      <p:sp>
        <p:nvSpPr>
          <p:cNvPr id="11" name="text">
            <a:extLst xmlns:a="http://schemas.openxmlformats.org/drawingml/2006/main">
              <a:ext uri="{FF2B5EF4-FFF2-40B4-BE49-F238E27FC236}">
                <a16:creationId xmlns:a16="http://schemas.microsoft.com/office/drawing/2014/main" id="{7E33896A-13BE-46E8-978B-7C8CB3731F26}"/>
              </a:ext>
            </a:extLst>
          </p:cNvPr>
          <p:cNvSpPr>
            <a:spLocks xmlns:a="http://schemas.openxmlformats.org/drawingml/2006/main" noGrp="1"/>
          </p:cNvSpPr>
          <p:nvPr/>
        </p:nvSpPr>
        <p:spPr>
          <a:xfrm xmlns:a="http://schemas.openxmlformats.org/drawingml/2006/main">
            <a:off x="1685925" y="3166110"/>
            <a:ext cx="2571750" cy="3943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90" b="0">
                <a:solidFill>
                  <a:srgbClr val="243746"/>
                </a:solidFill>
                <a:latin typeface="Liberation Sans"/>
                <a:ea typeface="Liberation Sans"/>
                <a:cs typeface="Liberation Sans"/>
              </a:defRPr>
            </a:defPPr>
            <a:lvl1pPr>
              <a:defRPr sz="1890" b="0">
                <a:solidFill>
                  <a:srgbClr val="243746"/>
                </a:solidFill>
                <a:latin typeface="Liberation Sans"/>
                <a:ea typeface="Liberation Sans"/>
                <a:cs typeface="Liberation Sans"/>
              </a:defRPr>
            </a:lvl1pPr>
            <a:lvl2pPr>
              <a:defRPr sz="1890" b="0">
                <a:solidFill>
                  <a:srgbClr val="243746"/>
                </a:solidFill>
                <a:latin typeface="Liberation Sans"/>
                <a:ea typeface="Liberation Sans"/>
                <a:cs typeface="Liberation Sans"/>
              </a:defRPr>
            </a:lvl2pPr>
            <a:lvl3pPr>
              <a:defRPr sz="1890" b="0">
                <a:solidFill>
                  <a:srgbClr val="243746"/>
                </a:solidFill>
                <a:latin typeface="Liberation Sans"/>
                <a:ea typeface="Liberation Sans"/>
                <a:cs typeface="Liberation Sans"/>
              </a:defRPr>
            </a:lvl3pPr>
            <a:lvl4pPr>
              <a:defRPr sz="1890" b="0">
                <a:solidFill>
                  <a:srgbClr val="243746"/>
                </a:solidFill>
                <a:latin typeface="Liberation Sans"/>
                <a:ea typeface="Liberation Sans"/>
                <a:cs typeface="Liberation Sans"/>
              </a:defRPr>
            </a:lvl4pPr>
            <a:lvl5pPr>
              <a:defRPr sz="1890" b="0">
                <a:solidFill>
                  <a:srgbClr val="243746"/>
                </a:solidFill>
                <a:latin typeface="Liberation Sans"/>
                <a:ea typeface="Liberation Sans"/>
                <a:cs typeface="Liberation Sans"/>
              </a:defRPr>
            </a:lvl5pPr>
            <a:lvl6pPr>
              <a:defRPr sz="1890" b="0">
                <a:solidFill>
                  <a:srgbClr val="243746"/>
                </a:solidFill>
                <a:latin typeface="Liberation Sans"/>
                <a:ea typeface="Liberation Sans"/>
                <a:cs typeface="Liberation Sans"/>
              </a:defRPr>
            </a:lvl6pPr>
            <a:lvl7pPr>
              <a:defRPr sz="1890" b="0">
                <a:solidFill>
                  <a:srgbClr val="243746"/>
                </a:solidFill>
                <a:latin typeface="Liberation Sans"/>
                <a:ea typeface="Liberation Sans"/>
                <a:cs typeface="Liberation Sans"/>
              </a:defRPr>
            </a:lvl7pPr>
            <a:lvl8pPr>
              <a:defRPr sz="1890" b="0">
                <a:solidFill>
                  <a:srgbClr val="243746"/>
                </a:solidFill>
                <a:latin typeface="Liberation Sans"/>
                <a:ea typeface="Liberation Sans"/>
                <a:cs typeface="Liberation Sans"/>
              </a:defRPr>
            </a:lvl8pPr>
            <a:lvl9pPr>
              <a:defRPr sz="1890" b="0">
                <a:solidFill>
                  <a:srgbClr val="243746"/>
                </a:solidFill>
                <a:latin typeface="Liberation Sans"/>
                <a:ea typeface="Liberation Sans"/>
                <a:cs typeface="Liberation Sans"/>
              </a:defRPr>
            </a:lvl9pPr>
          </a:lstStyle>
          <a:p xmlns:a="http://schemas.openxmlformats.org/drawingml/2006/main">
            <a:pPr>
              <a:defRPr sz="1890" b="0">
                <a:solidFill>
                  <a:srgbClr val="243746"/>
                </a:solidFill>
                <a:latin typeface="Liberation Sans"/>
                <a:ea typeface="Liberation Sans"/>
                <a:cs typeface="Liberation Sans"/>
              </a:defRPr>
            </a:pPr>
            <a:r>
              <a:rPr sz="1890" b="0">
                <a:solidFill>
                  <a:srgbClr val="243746"/>
                </a:solidFill>
                <a:latin typeface="Liberation Sans"/>
                <a:ea typeface="Liberation Sans"/>
                <a:cs typeface="Liberation Sans"/>
              </a:rPr>
              <a:t>Fabric</a:t>
            </a:r>
          </a:p>
        </p:txBody>
      </p:sp>
      <p:sp>
        <p:nvSpPr>
          <p:cNvPr id="12" name="">
            <a:extLst xmlns:a="http://schemas.openxmlformats.org/drawingml/2006/main">
              <a:ext uri="{FF2B5EF4-FFF2-40B4-BE49-F238E27FC236}">
                <a16:creationId xmlns:a16="http://schemas.microsoft.com/office/drawing/2014/main" id="{1F290181-7A35-4214-9A9B-E0C23BE3D287}"/>
              </a:ext>
            </a:extLst>
          </p:cNvPr>
          <p:cNvSpPr>
            <a:spLocks xmlns:a="http://schemas.openxmlformats.org/drawingml/2006/main" noGrp="1"/>
          </p:cNvSpPr>
          <p:nvPr/>
        </p:nvSpPr>
        <p:spPr>
          <a:xfrm xmlns:a="http://schemas.openxmlformats.org/drawingml/2006/main">
            <a:off x="4429125" y="3131820"/>
            <a:ext cx="1954530" cy="411480"/>
          </a:xfrm>
          <a:prstGeom xmlns:a="http://schemas.openxmlformats.org/drawingml/2006/main" prst="rect">
            <a:avLst/>
          </a:prstGeom>
          <a:solidFill xmlns:a="http://schemas.openxmlformats.org/drawingml/2006/main">
            <a:srgbClr val="F8D5D9"/>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06EE0AB4-1188-4FB3-A5CD-9E179C732931}"/>
              </a:ext>
            </a:extLst>
          </p:cNvPr>
          <p:cNvSpPr>
            <a:spLocks xmlns:a="http://schemas.openxmlformats.org/drawingml/2006/main" noGrp="1"/>
          </p:cNvSpPr>
          <p:nvPr/>
        </p:nvSpPr>
        <p:spPr>
          <a:xfrm xmlns:a="http://schemas.openxmlformats.org/drawingml/2006/main">
            <a:off x="6572250" y="3166110"/>
            <a:ext cx="1543050" cy="3943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90" b="0">
                <a:solidFill>
                  <a:srgbClr val="243746"/>
                </a:solidFill>
                <a:latin typeface="Liberation Sans"/>
                <a:ea typeface="Liberation Sans"/>
                <a:cs typeface="Liberation Sans"/>
              </a:defRPr>
            </a:defPPr>
            <a:lvl1pPr>
              <a:defRPr sz="1890" b="0">
                <a:solidFill>
                  <a:srgbClr val="243746"/>
                </a:solidFill>
                <a:latin typeface="Liberation Sans"/>
                <a:ea typeface="Liberation Sans"/>
                <a:cs typeface="Liberation Sans"/>
              </a:defRPr>
            </a:lvl1pPr>
            <a:lvl2pPr>
              <a:defRPr sz="1890" b="0">
                <a:solidFill>
                  <a:srgbClr val="243746"/>
                </a:solidFill>
                <a:latin typeface="Liberation Sans"/>
                <a:ea typeface="Liberation Sans"/>
                <a:cs typeface="Liberation Sans"/>
              </a:defRPr>
            </a:lvl2pPr>
            <a:lvl3pPr>
              <a:defRPr sz="1890" b="0">
                <a:solidFill>
                  <a:srgbClr val="243746"/>
                </a:solidFill>
                <a:latin typeface="Liberation Sans"/>
                <a:ea typeface="Liberation Sans"/>
                <a:cs typeface="Liberation Sans"/>
              </a:defRPr>
            </a:lvl3pPr>
            <a:lvl4pPr>
              <a:defRPr sz="1890" b="0">
                <a:solidFill>
                  <a:srgbClr val="243746"/>
                </a:solidFill>
                <a:latin typeface="Liberation Sans"/>
                <a:ea typeface="Liberation Sans"/>
                <a:cs typeface="Liberation Sans"/>
              </a:defRPr>
            </a:lvl4pPr>
            <a:lvl5pPr>
              <a:defRPr sz="1890" b="0">
                <a:solidFill>
                  <a:srgbClr val="243746"/>
                </a:solidFill>
                <a:latin typeface="Liberation Sans"/>
                <a:ea typeface="Liberation Sans"/>
                <a:cs typeface="Liberation Sans"/>
              </a:defRPr>
            </a:lvl5pPr>
            <a:lvl6pPr>
              <a:defRPr sz="1890" b="0">
                <a:solidFill>
                  <a:srgbClr val="243746"/>
                </a:solidFill>
                <a:latin typeface="Liberation Sans"/>
                <a:ea typeface="Liberation Sans"/>
                <a:cs typeface="Liberation Sans"/>
              </a:defRPr>
            </a:lvl6pPr>
            <a:lvl7pPr>
              <a:defRPr sz="1890" b="0">
                <a:solidFill>
                  <a:srgbClr val="243746"/>
                </a:solidFill>
                <a:latin typeface="Liberation Sans"/>
                <a:ea typeface="Liberation Sans"/>
                <a:cs typeface="Liberation Sans"/>
              </a:defRPr>
            </a:lvl7pPr>
            <a:lvl8pPr>
              <a:defRPr sz="1890" b="0">
                <a:solidFill>
                  <a:srgbClr val="243746"/>
                </a:solidFill>
                <a:latin typeface="Liberation Sans"/>
                <a:ea typeface="Liberation Sans"/>
                <a:cs typeface="Liberation Sans"/>
              </a:defRPr>
            </a:lvl8pPr>
            <a:lvl9pPr>
              <a:defRPr sz="1890" b="0">
                <a:solidFill>
                  <a:srgbClr val="243746"/>
                </a:solidFill>
                <a:latin typeface="Liberation Sans"/>
                <a:ea typeface="Liberation Sans"/>
                <a:cs typeface="Liberation Sans"/>
              </a:defRPr>
            </a:lvl9pPr>
          </a:lstStyle>
          <a:p xmlns:a="http://schemas.openxmlformats.org/drawingml/2006/main">
            <a:pPr>
              <a:defRPr sz="1890" b="0">
                <a:solidFill>
                  <a:srgbClr val="243746"/>
                </a:solidFill>
                <a:latin typeface="Liberation Sans"/>
                <a:ea typeface="Liberation Sans"/>
                <a:cs typeface="Liberation Sans"/>
              </a:defRPr>
            </a:pPr>
            <a:r>
              <a:rPr sz="1890" b="0">
                <a:solidFill>
                  <a:srgbClr val="243746"/>
                </a:solidFill>
                <a:latin typeface="Liberation Sans"/>
                <a:ea typeface="Liberation Sans"/>
                <a:cs typeface="Liberation Sans"/>
              </a:rPr>
              <a:t>19 cm</a:t>
            </a:r>
          </a:p>
        </p:txBody>
      </p:sp>
      <p:sp>
        <p:nvSpPr>
          <p:cNvPr id="14" name="text">
            <a:extLst xmlns:a="http://schemas.openxmlformats.org/drawingml/2006/main">
              <a:ext uri="{FF2B5EF4-FFF2-40B4-BE49-F238E27FC236}">
                <a16:creationId xmlns:a16="http://schemas.microsoft.com/office/drawing/2014/main" id="{BD41679B-463D-4CA0-BCDA-DE04C8CAED6B}"/>
              </a:ext>
            </a:extLst>
          </p:cNvPr>
          <p:cNvSpPr>
            <a:spLocks xmlns:a="http://schemas.openxmlformats.org/drawingml/2006/main" noGrp="1"/>
          </p:cNvSpPr>
          <p:nvPr/>
        </p:nvSpPr>
        <p:spPr>
          <a:xfrm xmlns:a="http://schemas.openxmlformats.org/drawingml/2006/main">
            <a:off x="1685925" y="3920490"/>
            <a:ext cx="8143875" cy="3943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90" b="0">
                <a:solidFill>
                  <a:srgbClr val="243746"/>
                </a:solidFill>
                <a:latin typeface="Liberation Sans"/>
                <a:ea typeface="Liberation Sans"/>
                <a:cs typeface="Liberation Sans"/>
              </a:defRPr>
            </a:defPPr>
            <a:lvl1pPr>
              <a:defRPr sz="1890" b="0">
                <a:solidFill>
                  <a:srgbClr val="243746"/>
                </a:solidFill>
                <a:latin typeface="Liberation Sans"/>
                <a:ea typeface="Liberation Sans"/>
                <a:cs typeface="Liberation Sans"/>
              </a:defRPr>
            </a:lvl1pPr>
            <a:lvl2pPr>
              <a:defRPr sz="1890" b="0">
                <a:solidFill>
                  <a:srgbClr val="243746"/>
                </a:solidFill>
                <a:latin typeface="Liberation Sans"/>
                <a:ea typeface="Liberation Sans"/>
                <a:cs typeface="Liberation Sans"/>
              </a:defRPr>
            </a:lvl2pPr>
            <a:lvl3pPr>
              <a:defRPr sz="1890" b="0">
                <a:solidFill>
                  <a:srgbClr val="243746"/>
                </a:solidFill>
                <a:latin typeface="Liberation Sans"/>
                <a:ea typeface="Liberation Sans"/>
                <a:cs typeface="Liberation Sans"/>
              </a:defRPr>
            </a:lvl3pPr>
            <a:lvl4pPr>
              <a:defRPr sz="1890" b="0">
                <a:solidFill>
                  <a:srgbClr val="243746"/>
                </a:solidFill>
                <a:latin typeface="Liberation Sans"/>
                <a:ea typeface="Liberation Sans"/>
                <a:cs typeface="Liberation Sans"/>
              </a:defRPr>
            </a:lvl4pPr>
            <a:lvl5pPr>
              <a:defRPr sz="1890" b="0">
                <a:solidFill>
                  <a:srgbClr val="243746"/>
                </a:solidFill>
                <a:latin typeface="Liberation Sans"/>
                <a:ea typeface="Liberation Sans"/>
                <a:cs typeface="Liberation Sans"/>
              </a:defRPr>
            </a:lvl5pPr>
            <a:lvl6pPr>
              <a:defRPr sz="1890" b="0">
                <a:solidFill>
                  <a:srgbClr val="243746"/>
                </a:solidFill>
                <a:latin typeface="Liberation Sans"/>
                <a:ea typeface="Liberation Sans"/>
                <a:cs typeface="Liberation Sans"/>
              </a:defRPr>
            </a:lvl6pPr>
            <a:lvl7pPr>
              <a:defRPr sz="1890" b="0">
                <a:solidFill>
                  <a:srgbClr val="243746"/>
                </a:solidFill>
                <a:latin typeface="Liberation Sans"/>
                <a:ea typeface="Liberation Sans"/>
                <a:cs typeface="Liberation Sans"/>
              </a:defRPr>
            </a:lvl7pPr>
            <a:lvl8pPr>
              <a:defRPr sz="1890" b="0">
                <a:solidFill>
                  <a:srgbClr val="243746"/>
                </a:solidFill>
                <a:latin typeface="Liberation Sans"/>
                <a:ea typeface="Liberation Sans"/>
                <a:cs typeface="Liberation Sans"/>
              </a:defRPr>
            </a:lvl8pPr>
            <a:lvl9pPr>
              <a:defRPr sz="1890" b="0">
                <a:solidFill>
                  <a:srgbClr val="243746"/>
                </a:solidFill>
                <a:latin typeface="Liberation Sans"/>
                <a:ea typeface="Liberation Sans"/>
                <a:cs typeface="Liberation Sans"/>
              </a:defRPr>
            </a:lvl9pPr>
          </a:lstStyle>
          <a:p xmlns:a="http://schemas.openxmlformats.org/drawingml/2006/main">
            <a:pPr>
              <a:defRPr sz="1890" b="0">
                <a:solidFill>
                  <a:srgbClr val="243746"/>
                </a:solidFill>
                <a:latin typeface="Liberation Sans"/>
                <a:ea typeface="Liberation Sans"/>
                <a:cs typeface="Liberation Sans"/>
              </a:defRPr>
            </a:pPr>
            <a:r>
              <a:rPr sz="1890" b="0">
                <a:solidFill>
                  <a:srgbClr val="243746"/>
                </a:solidFill>
                <a:latin typeface="Liberation Sans"/>
                <a:ea typeface="Liberation Sans"/>
                <a:cs typeface="Liberation Sans"/>
              </a:rPr>
              <a:t>Illustrative data</a:t>
            </a:r>
          </a:p>
        </p:txBody>
      </p:sp>
      <p:sp>
        <p:nvSpPr>
          <p:cNvPr id="15" name="text">
            <a:extLst xmlns:a="http://schemas.openxmlformats.org/drawingml/2006/main">
              <a:ext uri="{FF2B5EF4-FFF2-40B4-BE49-F238E27FC236}">
                <a16:creationId xmlns:a16="http://schemas.microsoft.com/office/drawing/2014/main" id="{6B8EFE80-AEF3-4CF5-8D2C-9BBB62B4F29C}"/>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6" name="text">
            <a:extLst xmlns:a="http://schemas.openxmlformats.org/drawingml/2006/main">
              <a:ext uri="{FF2B5EF4-FFF2-40B4-BE49-F238E27FC236}">
                <a16:creationId xmlns:a16="http://schemas.microsoft.com/office/drawing/2014/main" id="{A3B5ED81-675A-4F6D-A472-F1D9893C1D3E}"/>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7" name="text">
            <a:extLst xmlns:a="http://schemas.openxmlformats.org/drawingml/2006/main">
              <a:ext uri="{FF2B5EF4-FFF2-40B4-BE49-F238E27FC236}">
                <a16:creationId xmlns:a16="http://schemas.microsoft.com/office/drawing/2014/main" id="{41D14640-4671-4331-852D-51900262CDD4}"/>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13 / 43</a:t>
            </a:r>
          </a:p>
        </p:txBody>
      </p:sp>
      <p:sp>
        <p:nvSpPr>
          <p:cNvPr id="18" name="text">
            <a:extLst xmlns:a="http://schemas.openxmlformats.org/drawingml/2006/main">
              <a:ext uri="{FF2B5EF4-FFF2-40B4-BE49-F238E27FC236}">
                <a16:creationId xmlns:a16="http://schemas.microsoft.com/office/drawing/2014/main" id="{CEA1C117-4B8C-42F1-A08D-B36BD0D3C468}"/>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06441888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41989B3A-C517-4F5F-8779-D8F9C980B138}"/>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5010147A-93C0-491A-857A-EE1772D8BB69}"/>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12 to 16</a:t>
            </a:r>
          </a:p>
        </p:txBody>
      </p:sp>
      <p:sp>
        <p:nvSpPr>
          <p:cNvPr id="3" name="text">
            <a:extLst xmlns:a="http://schemas.openxmlformats.org/drawingml/2006/main">
              <a:ext uri="{FF2B5EF4-FFF2-40B4-BE49-F238E27FC236}">
                <a16:creationId xmlns:a16="http://schemas.microsoft.com/office/drawing/2014/main" id="{6BB4815C-1738-4D46-B431-54ECB0BE0E2F}"/>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everyone answers</a:t>
            </a:r>
          </a:p>
        </p:txBody>
      </p:sp>
      <p:pic>
        <p:nvPicPr>
          <p:cNvPr id="4" name="">
            <a:extLst xmlns:a="http://schemas.openxmlformats.org/drawingml/2006/main">
              <a:ext uri="{FF2B5EF4-FFF2-40B4-BE49-F238E27FC236}">
                <a16:creationId xmlns:a16="http://schemas.microsoft.com/office/drawing/2014/main" id="{903080ED-9ED1-4952-8BC0-57BE845BB294}"/>
              </a:ext>
            </a:extLst>
          </p:cNvPr>
          <p:cNvPicPr>
            <a:picLocks xmlns:a="http://schemas.openxmlformats.org/drawingml/2006/main" noChangeAspect="1"/>
          </p:cNvPicPr>
          <p:nvPr/>
        </p:nvPicPr>
        <p:blipFill>
          <a:blip xmlns:r="http://schemas.openxmlformats.org/officeDocument/2006/relationships" xmlns:a="http://schemas.openxmlformats.org/drawingml/2006/main" r:embed="R0b2f7d8933d74c90"/>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226194-473D-432B-917D-1CE00C381118}"/>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EB2D2EC-CB9E-44C8-9FDC-5B8DEB03FE84}"/>
              </a:ext>
            </a:extLst>
          </p:cNvPr>
          <p:cNvSpPr>
            <a:spLocks xmlns:a="http://schemas.openxmlformats.org/drawingml/2006/main" noGrp="1"/>
          </p:cNvSpPr>
          <p:nvPr/>
        </p:nvSpPr>
        <p:spPr>
          <a:xfrm xmlns:a="http://schemas.openxmlformats.org/drawingml/2006/main">
            <a:off x="381000" y="1485900"/>
            <a:ext cx="453390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EBC0CF7-39B0-4EB4-BD9B-CFFBC102DD0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Choose an answer; explain the evidence clue.</a:t>
            </a:r>
          </a:p>
        </p:txBody>
      </p:sp>
      <p:sp>
        <p:nvSpPr>
          <p:cNvPr id="8" name="text">
            <a:extLst xmlns:a="http://schemas.openxmlformats.org/drawingml/2006/main">
              <a:ext uri="{FF2B5EF4-FFF2-40B4-BE49-F238E27FC236}">
                <a16:creationId xmlns:a16="http://schemas.microsoft.com/office/drawing/2014/main" id="{8FD95168-CB97-407C-A325-81A58C566D8F}"/>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Which comparison is fair?</a:t>
            </a:r>
          </a:p>
        </p:txBody>
      </p:sp>
      <p:sp>
        <p:nvSpPr>
          <p:cNvPr id="9" name="text">
            <a:extLst xmlns:a="http://schemas.openxmlformats.org/drawingml/2006/main">
              <a:ext uri="{FF2B5EF4-FFF2-40B4-BE49-F238E27FC236}">
                <a16:creationId xmlns:a16="http://schemas.microsoft.com/office/drawing/2014/main" id="{C572996E-559F-4A45-97FC-D80973B8BB68}"/>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 Change both surface and release height</a:t>
            </a:r>
          </a:p>
        </p:txBody>
      </p:sp>
      <p:sp>
        <p:nvSpPr>
          <p:cNvPr id="10" name="text">
            <a:extLst xmlns:a="http://schemas.openxmlformats.org/drawingml/2006/main">
              <a:ext uri="{FF2B5EF4-FFF2-40B4-BE49-F238E27FC236}">
                <a16:creationId xmlns:a16="http://schemas.microsoft.com/office/drawing/2014/main" id="{D7B2C752-AD74-40B4-B381-62B1EEA45E9F}"/>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 Keep the block and release the same; change the surface</a:t>
            </a:r>
          </a:p>
        </p:txBody>
      </p:sp>
      <p:sp>
        <p:nvSpPr>
          <p:cNvPr id="11" name="text">
            <a:extLst xmlns:a="http://schemas.openxmlformats.org/drawingml/2006/main">
              <a:ext uri="{FF2B5EF4-FFF2-40B4-BE49-F238E27FC236}">
                <a16:creationId xmlns:a16="http://schemas.microsoft.com/office/drawing/2014/main" id="{C50D9FCE-2E6A-4B56-A05D-634B2846F760}"/>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 Keep only the colour the same</a:t>
            </a:r>
          </a:p>
        </p:txBody>
      </p:sp>
      <p:sp>
        <p:nvSpPr>
          <p:cNvPr id="12" name="text">
            <a:extLst xmlns:a="http://schemas.openxmlformats.org/drawingml/2006/main">
              <a:ext uri="{FF2B5EF4-FFF2-40B4-BE49-F238E27FC236}">
                <a16:creationId xmlns:a16="http://schemas.microsoft.com/office/drawing/2014/main" id="{AB1D40A6-EBFE-4775-B542-69FFA0F00642}"/>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3" name="text">
            <a:extLst xmlns:a="http://schemas.openxmlformats.org/drawingml/2006/main">
              <a:ext uri="{FF2B5EF4-FFF2-40B4-BE49-F238E27FC236}">
                <a16:creationId xmlns:a16="http://schemas.microsoft.com/office/drawing/2014/main" id="{B658E4BF-27FA-4B5D-9557-C15917FD4E01}"/>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4" name="text">
            <a:extLst xmlns:a="http://schemas.openxmlformats.org/drawingml/2006/main">
              <a:ext uri="{FF2B5EF4-FFF2-40B4-BE49-F238E27FC236}">
                <a16:creationId xmlns:a16="http://schemas.microsoft.com/office/drawing/2014/main" id="{B393F3E7-26C3-4D60-B52F-541078B96BA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14 / 43</a:t>
            </a:r>
          </a:p>
        </p:txBody>
      </p:sp>
      <p:sp>
        <p:nvSpPr>
          <p:cNvPr id="15" name="text">
            <a:extLst xmlns:a="http://schemas.openxmlformats.org/drawingml/2006/main">
              <a:ext uri="{FF2B5EF4-FFF2-40B4-BE49-F238E27FC236}">
                <a16:creationId xmlns:a16="http://schemas.microsoft.com/office/drawing/2014/main" id="{CB058BF1-1BE0-4292-AF66-0BCB9D25B885}"/>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74096507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2" name="text">
            <a:extLst xmlns:a="http://schemas.openxmlformats.org/drawingml/2006/main">
              <a:ext uri="{FF2B5EF4-FFF2-40B4-BE49-F238E27FC236}">
                <a16:creationId xmlns:a16="http://schemas.microsoft.com/office/drawing/2014/main" id="{B26ECC90-D9DE-418B-A6C8-60F90DE0F968}"/>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82EE6626-0E5D-4955-9572-9253DD584D85}"/>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12 to 16</a:t>
            </a:r>
          </a:p>
        </p:txBody>
      </p:sp>
      <p:sp>
        <p:nvSpPr>
          <p:cNvPr id="3" name="text">
            <a:extLst xmlns:a="http://schemas.openxmlformats.org/drawingml/2006/main">
              <a:ext uri="{FF2B5EF4-FFF2-40B4-BE49-F238E27FC236}">
                <a16:creationId xmlns:a16="http://schemas.microsoft.com/office/drawing/2014/main" id="{D82A563E-039E-4773-A2E9-43ECCE512BBB}"/>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everyone answers</a:t>
            </a:r>
          </a:p>
        </p:txBody>
      </p:sp>
      <p:pic>
        <p:nvPicPr>
          <p:cNvPr id="4" name="">
            <a:extLst xmlns:a="http://schemas.openxmlformats.org/drawingml/2006/main">
              <a:ext uri="{FF2B5EF4-FFF2-40B4-BE49-F238E27FC236}">
                <a16:creationId xmlns:a16="http://schemas.microsoft.com/office/drawing/2014/main" id="{20EF047B-3D53-4590-8B44-6C0D52F7910C}"/>
              </a:ext>
            </a:extLst>
          </p:cNvPr>
          <p:cNvPicPr>
            <a:picLocks xmlns:a="http://schemas.openxmlformats.org/drawingml/2006/main" noChangeAspect="1"/>
          </p:cNvPicPr>
          <p:nvPr/>
        </p:nvPicPr>
        <p:blipFill>
          <a:blip xmlns:r="http://schemas.openxmlformats.org/officeDocument/2006/relationships" xmlns:a="http://schemas.openxmlformats.org/drawingml/2006/main" r:embed="Rb8ca9d7c3bbf409f"/>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905A601-9AB0-4966-B24D-F8147ACB4B80}"/>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C38326A-5826-45A6-BFF1-5A56E632CC72}"/>
              </a:ext>
            </a:extLst>
          </p:cNvPr>
          <p:cNvSpPr>
            <a:spLocks xmlns:a="http://schemas.openxmlformats.org/drawingml/2006/main" noGrp="1"/>
          </p:cNvSpPr>
          <p:nvPr/>
        </p:nvSpPr>
        <p:spPr>
          <a:xfrm xmlns:a="http://schemas.openxmlformats.org/drawingml/2006/main">
            <a:off x="381000" y="1485900"/>
            <a:ext cx="453390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9F3BDEA-2C4A-4C91-9157-BE255448C3CD}"/>
              </a:ext>
            </a:extLst>
          </p:cNvPr>
          <p:cNvSpPr>
            <a:spLocks xmlns:a="http://schemas.openxmlformats.org/drawingml/2006/main" noGrp="1"/>
          </p:cNvSpPr>
          <p:nvPr/>
        </p:nvSpPr>
        <p:spPr>
          <a:xfrm xmlns:a="http://schemas.openxmlformats.org/drawingml/2006/main">
            <a:off x="457200" y="16764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the same block, ramp and point to let go. Measure in the same way. Change just the surface.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Measure how far it goes in centimetres.</a:t>
            </a:r>
          </a:p>
        </p:txBody>
      </p:sp>
      <p:sp>
        <p:nvSpPr>
          <p:cNvPr id="8" name="text">
            <a:extLst xmlns:a="http://schemas.openxmlformats.org/drawingml/2006/main">
              <a:ext uri="{FF2B5EF4-FFF2-40B4-BE49-F238E27FC236}">
                <a16:creationId xmlns:a16="http://schemas.microsoft.com/office/drawing/2014/main" id="{61B00560-AB30-4E84-A1F4-04CEE1EC33F3}"/>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9" name="text">
            <a:extLst xmlns:a="http://schemas.openxmlformats.org/drawingml/2006/main">
              <a:ext uri="{FF2B5EF4-FFF2-40B4-BE49-F238E27FC236}">
                <a16:creationId xmlns:a16="http://schemas.microsoft.com/office/drawing/2014/main" id="{7EC19584-84A1-4A3E-914B-2C664AA034C4}"/>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0" name="text">
            <a:extLst xmlns:a="http://schemas.openxmlformats.org/drawingml/2006/main">
              <a:ext uri="{FF2B5EF4-FFF2-40B4-BE49-F238E27FC236}">
                <a16:creationId xmlns:a16="http://schemas.microsoft.com/office/drawing/2014/main" id="{01DAE3B9-FA26-4F87-B220-66256AA8CF59}"/>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15 / 43</a:t>
            </a:r>
          </a:p>
        </p:txBody>
      </p:sp>
      <p:sp>
        <p:nvSpPr>
          <p:cNvPr id="11" name="text">
            <a:extLst xmlns:a="http://schemas.openxmlformats.org/drawingml/2006/main">
              <a:ext uri="{FF2B5EF4-FFF2-40B4-BE49-F238E27FC236}">
                <a16:creationId xmlns:a16="http://schemas.microsoft.com/office/drawing/2014/main" id="{27ECBA9F-F66D-4F59-A95A-1B3D7D46F35C}"/>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66536767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9B27245F-ED66-4AE0-8AAE-A50FEEACAA95}"/>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6B097FD1-D3AC-4BF7-B348-A33E0C675C3E}"/>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16 to 19</a:t>
            </a:r>
          </a:p>
        </p:txBody>
      </p:sp>
      <p:sp>
        <p:nvSpPr>
          <p:cNvPr id="3" name="text">
            <a:extLst xmlns:a="http://schemas.openxmlformats.org/drawingml/2006/main">
              <a:ext uri="{FF2B5EF4-FFF2-40B4-BE49-F238E27FC236}">
                <a16:creationId xmlns:a16="http://schemas.microsoft.com/office/drawing/2014/main" id="{2994A3F4-49E3-40F5-8663-7605CBD6678B}"/>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connect the evidence</a:t>
            </a:r>
          </a:p>
        </p:txBody>
      </p:sp>
      <p:pic>
        <p:nvPicPr>
          <p:cNvPr id="4" name="">
            <a:extLst xmlns:a="http://schemas.openxmlformats.org/drawingml/2006/main">
              <a:ext uri="{FF2B5EF4-FFF2-40B4-BE49-F238E27FC236}">
                <a16:creationId xmlns:a16="http://schemas.microsoft.com/office/drawing/2014/main" id="{30781655-6F2A-449B-A162-E642E90BFF21}"/>
              </a:ext>
            </a:extLst>
          </p:cNvPr>
          <p:cNvPicPr>
            <a:picLocks xmlns:a="http://schemas.openxmlformats.org/drawingml/2006/main" noChangeAspect="1"/>
          </p:cNvPicPr>
          <p:nvPr/>
        </p:nvPicPr>
        <p:blipFill>
          <a:blip xmlns:r="http://schemas.openxmlformats.org/officeDocument/2006/relationships" xmlns:a="http://schemas.openxmlformats.org/drawingml/2006/main" r:embed="R1a8e76498ff54be7"/>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9A15A17-2230-43FD-A3B9-C4A46EB96AB8}"/>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39A6C4C-1F96-4020-A699-CDFDB1BD2809}"/>
              </a:ext>
            </a:extLst>
          </p:cNvPr>
          <p:cNvSpPr>
            <a:spLocks xmlns:a="http://schemas.openxmlformats.org/drawingml/2006/main" noGrp="1"/>
          </p:cNvSpPr>
          <p:nvPr/>
        </p:nvSpPr>
        <p:spPr>
          <a:xfrm xmlns:a="http://schemas.openxmlformats.org/drawingml/2006/main">
            <a:off x="381000" y="1485900"/>
            <a:ext cx="5384006"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4286AB04-CC96-434E-9F5C-943D6AB4D06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Watch the connection; name the limit. No writing yet.</a:t>
            </a:r>
          </a:p>
        </p:txBody>
      </p:sp>
      <p:sp>
        <p:nvSpPr>
          <p:cNvPr id="8" name="text">
            <a:extLst xmlns:a="http://schemas.openxmlformats.org/drawingml/2006/main">
              <a:ext uri="{FF2B5EF4-FFF2-40B4-BE49-F238E27FC236}">
                <a16:creationId xmlns:a16="http://schemas.microsoft.com/office/drawing/2014/main" id="{62530F6D-869A-4C58-8297-74719F0A1078}"/>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 lever may reduce the effort force by increasing the effort distance. It does not create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energy.</a:t>
            </a:r>
          </a:p>
        </p:txBody>
      </p:sp>
      <p:sp>
        <p:nvSpPr>
          <p:cNvPr id="9" name="text">
            <a:extLst xmlns:a="http://schemas.openxmlformats.org/drawingml/2006/main">
              <a:ext uri="{FF2B5EF4-FFF2-40B4-BE49-F238E27FC236}">
                <a16:creationId xmlns:a16="http://schemas.microsoft.com/office/drawing/2014/main" id="{3B02820F-3D97-4E0A-BE03-97F4BE4CD40D}"/>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Gravity pulls planets inward and bends their paths. Earth is third from the Sun.</a:t>
            </a:r>
          </a:p>
        </p:txBody>
      </p:sp>
      <p:sp>
        <p:nvSpPr>
          <p:cNvPr id="10" name="text">
            <a:extLst xmlns:a="http://schemas.openxmlformats.org/drawingml/2006/main">
              <a:ext uri="{FF2B5EF4-FFF2-40B4-BE49-F238E27FC236}">
                <a16:creationId xmlns:a16="http://schemas.microsoft.com/office/drawing/2014/main" id="{1F92EA62-3074-4E62-A99C-046F39E9AE98}"/>
              </a:ext>
            </a:extLst>
          </p:cNvPr>
          <p:cNvSpPr>
            <a:spLocks xmlns:a="http://schemas.openxmlformats.org/drawingml/2006/main" noGrp="1"/>
          </p:cNvSpPr>
          <p:nvPr/>
        </p:nvSpPr>
        <p:spPr>
          <a:xfrm xmlns:a="http://schemas.openxmlformats.org/drawingml/2006/main">
            <a:off x="457200" y="31432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Moon reflects sunlight. Changing view of its lit half creates phases; a lunar eclipse involves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Earth’s shadow.</a:t>
            </a:r>
          </a:p>
        </p:txBody>
      </p:sp>
      <p:sp>
        <p:nvSpPr>
          <p:cNvPr id="11" name="text">
            <a:extLst xmlns:a="http://schemas.openxmlformats.org/drawingml/2006/main">
              <a:ext uri="{FF2B5EF4-FFF2-40B4-BE49-F238E27FC236}">
                <a16:creationId xmlns:a16="http://schemas.microsoft.com/office/drawing/2014/main" id="{41DED1B3-EC60-424C-9DC7-6EE7FCD042D8}"/>
              </a:ext>
            </a:extLst>
          </p:cNvPr>
          <p:cNvSpPr>
            <a:spLocks xmlns:a="http://schemas.openxmlformats.org/drawingml/2006/main" noGrp="1"/>
          </p:cNvSpPr>
          <p:nvPr/>
        </p:nvSpPr>
        <p:spPr>
          <a:xfrm xmlns:a="http://schemas.openxmlformats.org/drawingml/2006/main">
            <a:off x="457200" y="38290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Illustrative data support reasoning practice only. They are never recorded as a completed</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practical.</a:t>
            </a:r>
          </a:p>
        </p:txBody>
      </p:sp>
      <p:sp>
        <p:nvSpPr>
          <p:cNvPr id="12" name="text">
            <a:extLst xmlns:a="http://schemas.openxmlformats.org/drawingml/2006/main">
              <a:ext uri="{FF2B5EF4-FFF2-40B4-BE49-F238E27FC236}">
                <a16:creationId xmlns:a16="http://schemas.microsoft.com/office/drawing/2014/main" id="{54A8F718-5D7B-4F2F-B041-9B651B5F25BD}"/>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3" name="text">
            <a:extLst xmlns:a="http://schemas.openxmlformats.org/drawingml/2006/main">
              <a:ext uri="{FF2B5EF4-FFF2-40B4-BE49-F238E27FC236}">
                <a16:creationId xmlns:a16="http://schemas.microsoft.com/office/drawing/2014/main" id="{ADFC4EEB-6375-4001-9E58-FE92084B83B3}"/>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4" name="text">
            <a:extLst xmlns:a="http://schemas.openxmlformats.org/drawingml/2006/main">
              <a:ext uri="{FF2B5EF4-FFF2-40B4-BE49-F238E27FC236}">
                <a16:creationId xmlns:a16="http://schemas.microsoft.com/office/drawing/2014/main" id="{6D831918-9B3A-4F67-9E97-F213B1693019}"/>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16 / 43</a:t>
            </a:r>
          </a:p>
        </p:txBody>
      </p:sp>
      <p:sp>
        <p:nvSpPr>
          <p:cNvPr id="15" name="text">
            <a:extLst xmlns:a="http://schemas.openxmlformats.org/drawingml/2006/main">
              <a:ext uri="{FF2B5EF4-FFF2-40B4-BE49-F238E27FC236}">
                <a16:creationId xmlns:a16="http://schemas.microsoft.com/office/drawing/2014/main" id="{6DFF186F-9027-4115-A8FA-88584105652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40450272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98A3181F-DEC1-4E0C-9AF6-E8773D82BE96}"/>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1E585A77-D732-4ACF-800E-730120600C1B}"/>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E773353F-35C7-4233-8E92-D63F392FEF08}"/>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Connect each claim to its science</a:t>
            </a:r>
          </a:p>
        </p:txBody>
      </p:sp>
      <p:pic>
        <p:nvPicPr>
          <p:cNvPr id="4" name="">
            <a:extLst xmlns:a="http://schemas.openxmlformats.org/drawingml/2006/main">
              <a:ext uri="{FF2B5EF4-FFF2-40B4-BE49-F238E27FC236}">
                <a16:creationId xmlns:a16="http://schemas.microsoft.com/office/drawing/2014/main" id="{AF654BF1-C230-499D-BA27-4FCCC1CAC721}"/>
              </a:ext>
            </a:extLst>
          </p:cNvPr>
          <p:cNvPicPr>
            <a:picLocks xmlns:a="http://schemas.openxmlformats.org/drawingml/2006/main" noChangeAspect="1"/>
          </p:cNvPicPr>
          <p:nvPr/>
        </p:nvPicPr>
        <p:blipFill>
          <a:blip xmlns:r="http://schemas.openxmlformats.org/officeDocument/2006/relationships" xmlns:a="http://schemas.openxmlformats.org/drawingml/2006/main" r:embed="R5d1472c2d97146cd"/>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218B467-3498-47D4-8BFE-F46A897C0ACC}"/>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BE5B0C0-3753-4BB7-AC89-FA8BDE53ADA3}"/>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E6C5427F-0E56-42A8-B332-F406BECF83D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Record one placement and its science reason.</a:t>
            </a:r>
          </a:p>
        </p:txBody>
      </p:sp>
      <p:sp>
        <p:nvSpPr>
          <p:cNvPr id="8" name="text">
            <a:extLst xmlns:a="http://schemas.openxmlformats.org/drawingml/2006/main">
              <a:ext uri="{FF2B5EF4-FFF2-40B4-BE49-F238E27FC236}">
                <a16:creationId xmlns:a16="http://schemas.microsoft.com/office/drawing/2014/main" id="{07AED537-F9B6-4E19-A550-6D0611F02314}"/>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the destination for each card. Explain the evidence clue.</a:t>
            </a:r>
          </a:p>
        </p:txBody>
      </p:sp>
      <p:sp>
        <p:nvSpPr>
          <p:cNvPr id="9" name="text">
            <a:extLst xmlns:a="http://schemas.openxmlformats.org/drawingml/2006/main">
              <a:ext uri="{FF2B5EF4-FFF2-40B4-BE49-F238E27FC236}">
                <a16:creationId xmlns:a16="http://schemas.microsoft.com/office/drawing/2014/main" id="{C3018C80-2BAA-47B9-946D-CD6B37B1EFD1}"/>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Brakes</a:t>
            </a:r>
          </a:p>
        </p:txBody>
      </p:sp>
      <p:sp>
        <p:nvSpPr>
          <p:cNvPr id="10" name="text">
            <a:extLst xmlns:a="http://schemas.openxmlformats.org/drawingml/2006/main">
              <a:ext uri="{FF2B5EF4-FFF2-40B4-BE49-F238E27FC236}">
                <a16:creationId xmlns:a16="http://schemas.microsoft.com/office/drawing/2014/main" id="{082B11A5-7CB3-411E-8388-1AF7938E5332}"/>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Pads oppose sliding at the wheel.</a:t>
            </a:r>
          </a:p>
        </p:txBody>
      </p:sp>
      <p:sp>
        <p:nvSpPr>
          <p:cNvPr id="11" name="text">
            <a:extLst xmlns:a="http://schemas.openxmlformats.org/drawingml/2006/main">
              <a:ext uri="{FF2B5EF4-FFF2-40B4-BE49-F238E27FC236}">
                <a16:creationId xmlns:a16="http://schemas.microsoft.com/office/drawing/2014/main" id="{B7442738-A724-47BD-AF09-52922B646672}"/>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Friction</a:t>
            </a:r>
          </a:p>
        </p:txBody>
      </p:sp>
      <p:sp>
        <p:nvSpPr>
          <p:cNvPr id="12" name="text">
            <a:extLst xmlns:a="http://schemas.openxmlformats.org/drawingml/2006/main">
              <a:ext uri="{FF2B5EF4-FFF2-40B4-BE49-F238E27FC236}">
                <a16:creationId xmlns:a16="http://schemas.microsoft.com/office/drawing/2014/main" id="{1228AAD1-6F7E-4DBA-9367-57BD6BBFC1EA}"/>
              </a:ext>
            </a:extLst>
          </p:cNvPr>
          <p:cNvSpPr>
            <a:spLocks xmlns:a="http://schemas.openxmlformats.org/drawingml/2006/main" noGrp="1"/>
          </p:cNvSpPr>
          <p:nvPr/>
        </p:nvSpPr>
        <p:spPr>
          <a:xfrm xmlns:a="http://schemas.openxmlformats.org/drawingml/2006/main">
            <a:off x="457200" y="36290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Mechanisms</a:t>
            </a:r>
          </a:p>
        </p:txBody>
      </p:sp>
      <p:sp>
        <p:nvSpPr>
          <p:cNvPr id="13" name="text">
            <a:extLst xmlns:a="http://schemas.openxmlformats.org/drawingml/2006/main">
              <a:ext uri="{FF2B5EF4-FFF2-40B4-BE49-F238E27FC236}">
                <a16:creationId xmlns:a16="http://schemas.microsoft.com/office/drawing/2014/main" id="{6DF3FF3B-3F4A-44A0-BA7D-0E39104C4416}"/>
              </a:ext>
            </a:extLst>
          </p:cNvPr>
          <p:cNvSpPr>
            <a:spLocks xmlns:a="http://schemas.openxmlformats.org/drawingml/2006/main" noGrp="1"/>
          </p:cNvSpPr>
          <p:nvPr/>
        </p:nvSpPr>
        <p:spPr>
          <a:xfrm xmlns:a="http://schemas.openxmlformats.org/drawingml/2006/main">
            <a:off x="457200" y="40195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Fair comparison</a:t>
            </a:r>
          </a:p>
        </p:txBody>
      </p:sp>
      <p:sp>
        <p:nvSpPr>
          <p:cNvPr id="14" name="text">
            <a:extLst xmlns:a="http://schemas.openxmlformats.org/drawingml/2006/main">
              <a:ext uri="{FF2B5EF4-FFF2-40B4-BE49-F238E27FC236}">
                <a16:creationId xmlns:a16="http://schemas.microsoft.com/office/drawing/2014/main" id="{82EBB26B-6CD4-47A7-BAB8-14BB3A2C64DE}"/>
              </a:ext>
            </a:extLst>
          </p:cNvPr>
          <p:cNvSpPr>
            <a:spLocks xmlns:a="http://schemas.openxmlformats.org/drawingml/2006/main" noGrp="1"/>
          </p:cNvSpPr>
          <p:nvPr/>
        </p:nvSpPr>
        <p:spPr>
          <a:xfrm xmlns:a="http://schemas.openxmlformats.org/drawingml/2006/main">
            <a:off x="457200" y="44100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Earth and Moon</a:t>
            </a:r>
          </a:p>
        </p:txBody>
      </p:sp>
      <p:sp>
        <p:nvSpPr>
          <p:cNvPr id="15" name="text">
            <a:extLst xmlns:a="http://schemas.openxmlformats.org/drawingml/2006/main">
              <a:ext uri="{FF2B5EF4-FFF2-40B4-BE49-F238E27FC236}">
                <a16:creationId xmlns:a16="http://schemas.microsoft.com/office/drawing/2014/main" id="{A0911713-E01D-4184-8722-488EAEF7A249}"/>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6" name="text">
            <a:extLst xmlns:a="http://schemas.openxmlformats.org/drawingml/2006/main">
              <a:ext uri="{FF2B5EF4-FFF2-40B4-BE49-F238E27FC236}">
                <a16:creationId xmlns:a16="http://schemas.microsoft.com/office/drawing/2014/main" id="{46DCEC8A-9B61-4371-998A-36DECC6640CB}"/>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7" name="text">
            <a:extLst xmlns:a="http://schemas.openxmlformats.org/drawingml/2006/main">
              <a:ext uri="{FF2B5EF4-FFF2-40B4-BE49-F238E27FC236}">
                <a16:creationId xmlns:a16="http://schemas.microsoft.com/office/drawing/2014/main" id="{CE697372-685E-408A-98F2-F0D49F8ACE7C}"/>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17 / 43</a:t>
            </a:r>
          </a:p>
        </p:txBody>
      </p:sp>
      <p:sp>
        <p:nvSpPr>
          <p:cNvPr id="18" name="text">
            <a:extLst xmlns:a="http://schemas.openxmlformats.org/drawingml/2006/main">
              <a:ext uri="{FF2B5EF4-FFF2-40B4-BE49-F238E27FC236}">
                <a16:creationId xmlns:a16="http://schemas.microsoft.com/office/drawing/2014/main" id="{107F937C-425C-4932-A431-FABE2579C9FD}"/>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84054618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EC1887F3-CBD9-4C1C-BCE0-D131A21362A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26DBE5E7-78D7-4605-92F2-5944FE37667B}"/>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2D955539-E082-45DA-9E1D-03B9B53E428C}"/>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Connect each claim to its science</a:t>
            </a:r>
          </a:p>
        </p:txBody>
      </p:sp>
      <p:pic>
        <p:nvPicPr>
          <p:cNvPr id="4" name="">
            <a:extLst xmlns:a="http://schemas.openxmlformats.org/drawingml/2006/main">
              <a:ext uri="{FF2B5EF4-FFF2-40B4-BE49-F238E27FC236}">
                <a16:creationId xmlns:a16="http://schemas.microsoft.com/office/drawing/2014/main" id="{0171C444-91E9-4C53-AD8A-051C985B3E45}"/>
              </a:ext>
            </a:extLst>
          </p:cNvPr>
          <p:cNvPicPr>
            <a:picLocks xmlns:a="http://schemas.openxmlformats.org/drawingml/2006/main" noChangeAspect="1"/>
          </p:cNvPicPr>
          <p:nvPr/>
        </p:nvPicPr>
        <p:blipFill>
          <a:blip xmlns:r="http://schemas.openxmlformats.org/officeDocument/2006/relationships" xmlns:a="http://schemas.openxmlformats.org/drawingml/2006/main" r:embed="Rb3073c90523349d1"/>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88238F1-472C-4EF2-BDE4-8FF7635F30C0}"/>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76289FE-F7C0-4082-B09D-88DB2375F5AD}"/>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66289311-A016-41B4-AA21-AAABCFFC9F9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Brakes</a:t>
            </a:r>
          </a:p>
        </p:txBody>
      </p:sp>
      <p:sp>
        <p:nvSpPr>
          <p:cNvPr id="8" name="text">
            <a:extLst xmlns:a="http://schemas.openxmlformats.org/drawingml/2006/main">
              <a:ext uri="{FF2B5EF4-FFF2-40B4-BE49-F238E27FC236}">
                <a16:creationId xmlns:a16="http://schemas.microsoft.com/office/drawing/2014/main" id="{A3D4D196-5A20-4718-8894-2C3191533252}"/>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Friction helps the brakes slow movement.</a:t>
            </a:r>
          </a:p>
        </p:txBody>
      </p:sp>
      <p:sp>
        <p:nvSpPr>
          <p:cNvPr id="9" name="text">
            <a:extLst xmlns:a="http://schemas.openxmlformats.org/drawingml/2006/main">
              <a:ext uri="{FF2B5EF4-FFF2-40B4-BE49-F238E27FC236}">
                <a16:creationId xmlns:a16="http://schemas.microsoft.com/office/drawing/2014/main" id="{800E9163-BFE0-48A4-86E2-0B6C5EFC29A3}"/>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Read the card again. Use the model and the named evidence clue.</a:t>
            </a:r>
          </a:p>
        </p:txBody>
      </p:sp>
      <p:sp>
        <p:nvSpPr>
          <p:cNvPr id="10" name="text">
            <a:extLst xmlns:a="http://schemas.openxmlformats.org/drawingml/2006/main">
              <a:ext uri="{FF2B5EF4-FFF2-40B4-BE49-F238E27FC236}">
                <a16:creationId xmlns:a16="http://schemas.microsoft.com/office/drawing/2014/main" id="{726690EC-5015-421C-A006-06049C996DE4}"/>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1" name="text">
            <a:extLst xmlns:a="http://schemas.openxmlformats.org/drawingml/2006/main">
              <a:ext uri="{FF2B5EF4-FFF2-40B4-BE49-F238E27FC236}">
                <a16:creationId xmlns:a16="http://schemas.microsoft.com/office/drawing/2014/main" id="{926BCA35-89B1-4A74-A3D9-5404F8105464}"/>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2" name="text">
            <a:extLst xmlns:a="http://schemas.openxmlformats.org/drawingml/2006/main">
              <a:ext uri="{FF2B5EF4-FFF2-40B4-BE49-F238E27FC236}">
                <a16:creationId xmlns:a16="http://schemas.microsoft.com/office/drawing/2014/main" id="{4E6FE102-6941-4856-96F2-422E7636E9EE}"/>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18 / 43</a:t>
            </a:r>
          </a:p>
        </p:txBody>
      </p:sp>
      <p:sp>
        <p:nvSpPr>
          <p:cNvPr id="13" name="text">
            <a:extLst xmlns:a="http://schemas.openxmlformats.org/drawingml/2006/main">
              <a:ext uri="{FF2B5EF4-FFF2-40B4-BE49-F238E27FC236}">
                <a16:creationId xmlns:a16="http://schemas.microsoft.com/office/drawing/2014/main" id="{ACA05ED6-E1E5-464E-8CA7-CC805732D75C}"/>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95287453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F19F7D9B-5F86-4EF1-BD00-B43368E95C9C}"/>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AFA408A2-40AA-4FFB-A0ED-B5E276FB78DD}"/>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8223EE5C-14B7-46E1-B277-E8127D8A72D8}"/>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Connect each claim to its science</a:t>
            </a:r>
          </a:p>
        </p:txBody>
      </p:sp>
      <p:pic>
        <p:nvPicPr>
          <p:cNvPr id="4" name="">
            <a:extLst xmlns:a="http://schemas.openxmlformats.org/drawingml/2006/main">
              <a:ext uri="{FF2B5EF4-FFF2-40B4-BE49-F238E27FC236}">
                <a16:creationId xmlns:a16="http://schemas.microsoft.com/office/drawing/2014/main" id="{7A863999-BAEC-4C44-99EF-D71F45CF8926}"/>
              </a:ext>
            </a:extLst>
          </p:cNvPr>
          <p:cNvPicPr>
            <a:picLocks xmlns:a="http://schemas.openxmlformats.org/drawingml/2006/main" noChangeAspect="1"/>
          </p:cNvPicPr>
          <p:nvPr/>
        </p:nvPicPr>
        <p:blipFill>
          <a:blip xmlns:r="http://schemas.openxmlformats.org/officeDocument/2006/relationships" xmlns:a="http://schemas.openxmlformats.org/drawingml/2006/main" r:embed="R25ab6f85c9494c9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88F5C67-55F0-4EB4-B2D5-E6DC3938D6F8}"/>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5E453C7-1712-4394-B064-F7B7512CF789}"/>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21F20450-25FA-430D-8B95-B299DB49352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Record one placement and its science reason.</a:t>
            </a:r>
          </a:p>
        </p:txBody>
      </p:sp>
      <p:sp>
        <p:nvSpPr>
          <p:cNvPr id="8" name="text">
            <a:extLst xmlns:a="http://schemas.openxmlformats.org/drawingml/2006/main">
              <a:ext uri="{FF2B5EF4-FFF2-40B4-BE49-F238E27FC236}">
                <a16:creationId xmlns:a16="http://schemas.microsoft.com/office/drawing/2014/main" id="{1347804B-6A40-464D-BC0B-50D92F7CC431}"/>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the destination for each card. Explain the evidence clue.</a:t>
            </a:r>
          </a:p>
        </p:txBody>
      </p:sp>
      <p:sp>
        <p:nvSpPr>
          <p:cNvPr id="9" name="text">
            <a:extLst xmlns:a="http://schemas.openxmlformats.org/drawingml/2006/main">
              <a:ext uri="{FF2B5EF4-FFF2-40B4-BE49-F238E27FC236}">
                <a16:creationId xmlns:a16="http://schemas.microsoft.com/office/drawing/2014/main" id="{227CB28F-A0BE-4543-936C-8A3DECF54D3B}"/>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Lever</a:t>
            </a:r>
          </a:p>
        </p:txBody>
      </p:sp>
      <p:sp>
        <p:nvSpPr>
          <p:cNvPr id="10" name="text">
            <a:extLst xmlns:a="http://schemas.openxmlformats.org/drawingml/2006/main">
              <a:ext uri="{FF2B5EF4-FFF2-40B4-BE49-F238E27FC236}">
                <a16:creationId xmlns:a16="http://schemas.microsoft.com/office/drawing/2014/main" id="{E135EB35-C280-4EF1-B6D1-EBAF8D4F3B3B}"/>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hand travels farther when less effort is needed.</a:t>
            </a:r>
          </a:p>
        </p:txBody>
      </p:sp>
      <p:sp>
        <p:nvSpPr>
          <p:cNvPr id="11" name="text">
            <a:extLst xmlns:a="http://schemas.openxmlformats.org/drawingml/2006/main">
              <a:ext uri="{FF2B5EF4-FFF2-40B4-BE49-F238E27FC236}">
                <a16:creationId xmlns:a16="http://schemas.microsoft.com/office/drawing/2014/main" id="{AB8E1396-9325-4F2A-BE56-180D30A4AAFF}"/>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Friction</a:t>
            </a:r>
          </a:p>
        </p:txBody>
      </p:sp>
      <p:sp>
        <p:nvSpPr>
          <p:cNvPr id="12" name="text">
            <a:extLst xmlns:a="http://schemas.openxmlformats.org/drawingml/2006/main">
              <a:ext uri="{FF2B5EF4-FFF2-40B4-BE49-F238E27FC236}">
                <a16:creationId xmlns:a16="http://schemas.microsoft.com/office/drawing/2014/main" id="{19B96B77-8648-41BF-82C6-16DDEF69EBC3}"/>
              </a:ext>
            </a:extLst>
          </p:cNvPr>
          <p:cNvSpPr>
            <a:spLocks xmlns:a="http://schemas.openxmlformats.org/drawingml/2006/main" noGrp="1"/>
          </p:cNvSpPr>
          <p:nvPr/>
        </p:nvSpPr>
        <p:spPr>
          <a:xfrm xmlns:a="http://schemas.openxmlformats.org/drawingml/2006/main">
            <a:off x="457200" y="36290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Mechanisms</a:t>
            </a:r>
          </a:p>
        </p:txBody>
      </p:sp>
      <p:sp>
        <p:nvSpPr>
          <p:cNvPr id="13" name="text">
            <a:extLst xmlns:a="http://schemas.openxmlformats.org/drawingml/2006/main">
              <a:ext uri="{FF2B5EF4-FFF2-40B4-BE49-F238E27FC236}">
                <a16:creationId xmlns:a16="http://schemas.microsoft.com/office/drawing/2014/main" id="{4B498A2A-97A2-4A18-A4F4-6ED268AA7DBE}"/>
              </a:ext>
            </a:extLst>
          </p:cNvPr>
          <p:cNvSpPr>
            <a:spLocks xmlns:a="http://schemas.openxmlformats.org/drawingml/2006/main" noGrp="1"/>
          </p:cNvSpPr>
          <p:nvPr/>
        </p:nvSpPr>
        <p:spPr>
          <a:xfrm xmlns:a="http://schemas.openxmlformats.org/drawingml/2006/main">
            <a:off x="457200" y="40195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Fair comparison</a:t>
            </a:r>
          </a:p>
        </p:txBody>
      </p:sp>
      <p:sp>
        <p:nvSpPr>
          <p:cNvPr id="14" name="text">
            <a:extLst xmlns:a="http://schemas.openxmlformats.org/drawingml/2006/main">
              <a:ext uri="{FF2B5EF4-FFF2-40B4-BE49-F238E27FC236}">
                <a16:creationId xmlns:a16="http://schemas.microsoft.com/office/drawing/2014/main" id="{15922853-AB26-4BF6-822C-E5DE624C2651}"/>
              </a:ext>
            </a:extLst>
          </p:cNvPr>
          <p:cNvSpPr>
            <a:spLocks xmlns:a="http://schemas.openxmlformats.org/drawingml/2006/main" noGrp="1"/>
          </p:cNvSpPr>
          <p:nvPr/>
        </p:nvSpPr>
        <p:spPr>
          <a:xfrm xmlns:a="http://schemas.openxmlformats.org/drawingml/2006/main">
            <a:off x="457200" y="44100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Earth and Moon</a:t>
            </a:r>
          </a:p>
        </p:txBody>
      </p:sp>
      <p:sp>
        <p:nvSpPr>
          <p:cNvPr id="15" name="text">
            <a:extLst xmlns:a="http://schemas.openxmlformats.org/drawingml/2006/main">
              <a:ext uri="{FF2B5EF4-FFF2-40B4-BE49-F238E27FC236}">
                <a16:creationId xmlns:a16="http://schemas.microsoft.com/office/drawing/2014/main" id="{60685237-92B3-4AC7-8AF1-E1BDA864DC65}"/>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6" name="text">
            <a:extLst xmlns:a="http://schemas.openxmlformats.org/drawingml/2006/main">
              <a:ext uri="{FF2B5EF4-FFF2-40B4-BE49-F238E27FC236}">
                <a16:creationId xmlns:a16="http://schemas.microsoft.com/office/drawing/2014/main" id="{FAA19D3B-AAB1-4820-AF76-185017F8F1E9}"/>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7" name="text">
            <a:extLst xmlns:a="http://schemas.openxmlformats.org/drawingml/2006/main">
              <a:ext uri="{FF2B5EF4-FFF2-40B4-BE49-F238E27FC236}">
                <a16:creationId xmlns:a16="http://schemas.microsoft.com/office/drawing/2014/main" id="{44DF7349-BF1C-4732-A46D-E85A93788891}"/>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19 / 43</a:t>
            </a:r>
          </a:p>
        </p:txBody>
      </p:sp>
      <p:sp>
        <p:nvSpPr>
          <p:cNvPr id="18" name="text">
            <a:extLst xmlns:a="http://schemas.openxmlformats.org/drawingml/2006/main">
              <a:ext uri="{FF2B5EF4-FFF2-40B4-BE49-F238E27FC236}">
                <a16:creationId xmlns:a16="http://schemas.microsoft.com/office/drawing/2014/main" id="{8DF69D9F-ECE2-4239-93A9-97C2D9B5A67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55191253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3F07DFF3-2F62-4A1C-8D31-7A986140BBB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EF77E99C-5C92-4175-A6C2-3F96A571063D}"/>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418AD49F-1547-4E10-996D-289D6C8BE7F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Connect each claim to its science</a:t>
            </a:r>
          </a:p>
        </p:txBody>
      </p:sp>
      <p:pic>
        <p:nvPicPr>
          <p:cNvPr id="4" name="">
            <a:extLst xmlns:a="http://schemas.openxmlformats.org/drawingml/2006/main">
              <a:ext uri="{FF2B5EF4-FFF2-40B4-BE49-F238E27FC236}">
                <a16:creationId xmlns:a16="http://schemas.microsoft.com/office/drawing/2014/main" id="{14DE240F-6E3A-4A26-9A17-3FE549A35EF2}"/>
              </a:ext>
            </a:extLst>
          </p:cNvPr>
          <p:cNvPicPr>
            <a:picLocks xmlns:a="http://schemas.openxmlformats.org/drawingml/2006/main" noChangeAspect="1"/>
          </p:cNvPicPr>
          <p:nvPr/>
        </p:nvPicPr>
        <p:blipFill>
          <a:blip xmlns:r="http://schemas.openxmlformats.org/officeDocument/2006/relationships" xmlns:a="http://schemas.openxmlformats.org/drawingml/2006/main" r:embed="R7deab51ab5fd47b9"/>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24F27AB-E6E4-436F-9315-478EA6BC6484}"/>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FA35197-023F-47F1-AB7D-F80307C60BC5}"/>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4AB600CD-F339-4D64-B960-5D8CCAE6E55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Lever</a:t>
            </a:r>
          </a:p>
        </p:txBody>
      </p:sp>
      <p:sp>
        <p:nvSpPr>
          <p:cNvPr id="8" name="text">
            <a:extLst xmlns:a="http://schemas.openxmlformats.org/drawingml/2006/main">
              <a:ext uri="{FF2B5EF4-FFF2-40B4-BE49-F238E27FC236}">
                <a16:creationId xmlns:a16="http://schemas.microsoft.com/office/drawing/2014/main" id="{4C0E229E-F8B3-4CBA-83B2-BBCE99F08787}"/>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 mechanism trades distance for force.</a:t>
            </a:r>
          </a:p>
        </p:txBody>
      </p:sp>
      <p:sp>
        <p:nvSpPr>
          <p:cNvPr id="9" name="text">
            <a:extLst xmlns:a="http://schemas.openxmlformats.org/drawingml/2006/main">
              <a:ext uri="{FF2B5EF4-FFF2-40B4-BE49-F238E27FC236}">
                <a16:creationId xmlns:a16="http://schemas.microsoft.com/office/drawing/2014/main" id="{5BE89E1A-C890-47D9-A0FA-EA158E120CA2}"/>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Read the card again. Use the model and the named evidence clue.</a:t>
            </a:r>
          </a:p>
        </p:txBody>
      </p:sp>
      <p:sp>
        <p:nvSpPr>
          <p:cNvPr id="10" name="text">
            <a:extLst xmlns:a="http://schemas.openxmlformats.org/drawingml/2006/main">
              <a:ext uri="{FF2B5EF4-FFF2-40B4-BE49-F238E27FC236}">
                <a16:creationId xmlns:a16="http://schemas.microsoft.com/office/drawing/2014/main" id="{E52C82AA-EA65-41ED-AFCF-AB6B2193B96E}"/>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1" name="text">
            <a:extLst xmlns:a="http://schemas.openxmlformats.org/drawingml/2006/main">
              <a:ext uri="{FF2B5EF4-FFF2-40B4-BE49-F238E27FC236}">
                <a16:creationId xmlns:a16="http://schemas.microsoft.com/office/drawing/2014/main" id="{AB56F208-F254-4AD6-9290-E71A3A93D6A2}"/>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2" name="text">
            <a:extLst xmlns:a="http://schemas.openxmlformats.org/drawingml/2006/main">
              <a:ext uri="{FF2B5EF4-FFF2-40B4-BE49-F238E27FC236}">
                <a16:creationId xmlns:a16="http://schemas.microsoft.com/office/drawing/2014/main" id="{8850B139-F4FF-4731-BF75-495936FD3211}"/>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20 / 43</a:t>
            </a:r>
          </a:p>
        </p:txBody>
      </p:sp>
      <p:sp>
        <p:nvSpPr>
          <p:cNvPr id="13" name="text">
            <a:extLst xmlns:a="http://schemas.openxmlformats.org/drawingml/2006/main">
              <a:ext uri="{FF2B5EF4-FFF2-40B4-BE49-F238E27FC236}">
                <a16:creationId xmlns:a16="http://schemas.microsoft.com/office/drawing/2014/main" id="{AB22AC3C-C124-4D19-A5CA-269925A4D27D}"/>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33484382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DC4039E5-5624-43FE-8A49-0F2F5DBCE496}"/>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37B2D450-C6C5-45E0-9D4E-ADB15280D566}"/>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33E4D3B1-750E-4DF8-A70F-8B648FA2CA07}"/>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Connect each claim to its science</a:t>
            </a:r>
          </a:p>
        </p:txBody>
      </p:sp>
      <p:pic>
        <p:nvPicPr>
          <p:cNvPr id="4" name="">
            <a:extLst xmlns:a="http://schemas.openxmlformats.org/drawingml/2006/main">
              <a:ext uri="{FF2B5EF4-FFF2-40B4-BE49-F238E27FC236}">
                <a16:creationId xmlns:a16="http://schemas.microsoft.com/office/drawing/2014/main" id="{244D4023-E0E7-4810-8C88-7FB0567BF5BE}"/>
              </a:ext>
            </a:extLst>
          </p:cNvPr>
          <p:cNvPicPr>
            <a:picLocks xmlns:a="http://schemas.openxmlformats.org/drawingml/2006/main" noChangeAspect="1"/>
          </p:cNvPicPr>
          <p:nvPr/>
        </p:nvPicPr>
        <p:blipFill>
          <a:blip xmlns:r="http://schemas.openxmlformats.org/officeDocument/2006/relationships" xmlns:a="http://schemas.openxmlformats.org/drawingml/2006/main" r:embed="R820e0032ae114545"/>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F6D0E97-88FE-4FA9-B69E-2FC54CEB5BFC}"/>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82F6AFE-61BF-4CFB-93C8-F34E6AAC10A4}"/>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B52992E-3055-445E-880F-3A8CC66C33A7}"/>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Record one placement and its science reason.</a:t>
            </a:r>
          </a:p>
        </p:txBody>
      </p:sp>
      <p:sp>
        <p:nvSpPr>
          <p:cNvPr id="8" name="text">
            <a:extLst xmlns:a="http://schemas.openxmlformats.org/drawingml/2006/main">
              <a:ext uri="{FF2B5EF4-FFF2-40B4-BE49-F238E27FC236}">
                <a16:creationId xmlns:a16="http://schemas.microsoft.com/office/drawing/2014/main" id="{A35D0674-E4CF-4E07-8F73-10A2A10CA8C2}"/>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the destination for each card. Explain the evidence clue.</a:t>
            </a:r>
          </a:p>
        </p:txBody>
      </p:sp>
      <p:sp>
        <p:nvSpPr>
          <p:cNvPr id="9" name="text">
            <a:extLst xmlns:a="http://schemas.openxmlformats.org/drawingml/2006/main">
              <a:ext uri="{FF2B5EF4-FFF2-40B4-BE49-F238E27FC236}">
                <a16:creationId xmlns:a16="http://schemas.microsoft.com/office/drawing/2014/main" id="{B46B26D3-95BA-466C-A1C9-59B7315146D0}"/>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Controls</a:t>
            </a:r>
          </a:p>
        </p:txBody>
      </p:sp>
      <p:sp>
        <p:nvSpPr>
          <p:cNvPr id="10" name="text">
            <a:extLst xmlns:a="http://schemas.openxmlformats.org/drawingml/2006/main">
              <a:ext uri="{FF2B5EF4-FFF2-40B4-BE49-F238E27FC236}">
                <a16:creationId xmlns:a16="http://schemas.microsoft.com/office/drawing/2014/main" id="{A758A4D1-5F21-4BC1-BAF9-4747B49A11E3}"/>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Same block, release point and ramp; change the surface.</a:t>
            </a:r>
          </a:p>
        </p:txBody>
      </p:sp>
      <p:sp>
        <p:nvSpPr>
          <p:cNvPr id="11" name="text">
            <a:extLst xmlns:a="http://schemas.openxmlformats.org/drawingml/2006/main">
              <a:ext uri="{FF2B5EF4-FFF2-40B4-BE49-F238E27FC236}">
                <a16:creationId xmlns:a16="http://schemas.microsoft.com/office/drawing/2014/main" id="{EBC2F494-FEC1-4AE0-964D-54849F76CAA9}"/>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Friction</a:t>
            </a:r>
          </a:p>
        </p:txBody>
      </p:sp>
      <p:sp>
        <p:nvSpPr>
          <p:cNvPr id="12" name="text">
            <a:extLst xmlns:a="http://schemas.openxmlformats.org/drawingml/2006/main">
              <a:ext uri="{FF2B5EF4-FFF2-40B4-BE49-F238E27FC236}">
                <a16:creationId xmlns:a16="http://schemas.microsoft.com/office/drawing/2014/main" id="{79E348EA-6EA7-4A42-BECD-51DE5F54FC28}"/>
              </a:ext>
            </a:extLst>
          </p:cNvPr>
          <p:cNvSpPr>
            <a:spLocks xmlns:a="http://schemas.openxmlformats.org/drawingml/2006/main" noGrp="1"/>
          </p:cNvSpPr>
          <p:nvPr/>
        </p:nvSpPr>
        <p:spPr>
          <a:xfrm xmlns:a="http://schemas.openxmlformats.org/drawingml/2006/main">
            <a:off x="457200" y="36290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Mechanisms</a:t>
            </a:r>
          </a:p>
        </p:txBody>
      </p:sp>
      <p:sp>
        <p:nvSpPr>
          <p:cNvPr id="13" name="text">
            <a:extLst xmlns:a="http://schemas.openxmlformats.org/drawingml/2006/main">
              <a:ext uri="{FF2B5EF4-FFF2-40B4-BE49-F238E27FC236}">
                <a16:creationId xmlns:a16="http://schemas.microsoft.com/office/drawing/2014/main" id="{5C3FD03E-ABF0-42B7-B866-E9CF721A1235}"/>
              </a:ext>
            </a:extLst>
          </p:cNvPr>
          <p:cNvSpPr>
            <a:spLocks xmlns:a="http://schemas.openxmlformats.org/drawingml/2006/main" noGrp="1"/>
          </p:cNvSpPr>
          <p:nvPr/>
        </p:nvSpPr>
        <p:spPr>
          <a:xfrm xmlns:a="http://schemas.openxmlformats.org/drawingml/2006/main">
            <a:off x="457200" y="40195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Fair comparison</a:t>
            </a:r>
          </a:p>
        </p:txBody>
      </p:sp>
      <p:sp>
        <p:nvSpPr>
          <p:cNvPr id="14" name="text">
            <a:extLst xmlns:a="http://schemas.openxmlformats.org/drawingml/2006/main">
              <a:ext uri="{FF2B5EF4-FFF2-40B4-BE49-F238E27FC236}">
                <a16:creationId xmlns:a16="http://schemas.microsoft.com/office/drawing/2014/main" id="{8E5F2134-EF51-4D24-8D59-41BC5E02B5D4}"/>
              </a:ext>
            </a:extLst>
          </p:cNvPr>
          <p:cNvSpPr>
            <a:spLocks xmlns:a="http://schemas.openxmlformats.org/drawingml/2006/main" noGrp="1"/>
          </p:cNvSpPr>
          <p:nvPr/>
        </p:nvSpPr>
        <p:spPr>
          <a:xfrm xmlns:a="http://schemas.openxmlformats.org/drawingml/2006/main">
            <a:off x="457200" y="44100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Earth and Moon</a:t>
            </a:r>
          </a:p>
        </p:txBody>
      </p:sp>
      <p:sp>
        <p:nvSpPr>
          <p:cNvPr id="15" name="text">
            <a:extLst xmlns:a="http://schemas.openxmlformats.org/drawingml/2006/main">
              <a:ext uri="{FF2B5EF4-FFF2-40B4-BE49-F238E27FC236}">
                <a16:creationId xmlns:a16="http://schemas.microsoft.com/office/drawing/2014/main" id="{083136A4-91E6-423D-9891-57122C5AD085}"/>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6" name="text">
            <a:extLst xmlns:a="http://schemas.openxmlformats.org/drawingml/2006/main">
              <a:ext uri="{FF2B5EF4-FFF2-40B4-BE49-F238E27FC236}">
                <a16:creationId xmlns:a16="http://schemas.microsoft.com/office/drawing/2014/main" id="{AA90C150-A866-4FCD-AB75-BA35014D5FD1}"/>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7" name="text">
            <a:extLst xmlns:a="http://schemas.openxmlformats.org/drawingml/2006/main">
              <a:ext uri="{FF2B5EF4-FFF2-40B4-BE49-F238E27FC236}">
                <a16:creationId xmlns:a16="http://schemas.microsoft.com/office/drawing/2014/main" id="{1EBB0730-5773-42EB-A4BD-F4B5F0F62396}"/>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21 / 43</a:t>
            </a:r>
          </a:p>
        </p:txBody>
      </p:sp>
      <p:sp>
        <p:nvSpPr>
          <p:cNvPr id="18" name="text">
            <a:extLst xmlns:a="http://schemas.openxmlformats.org/drawingml/2006/main">
              <a:ext uri="{FF2B5EF4-FFF2-40B4-BE49-F238E27FC236}">
                <a16:creationId xmlns:a16="http://schemas.microsoft.com/office/drawing/2014/main" id="{ADD9AE5F-AD42-4976-9B08-6A9F06AF120E}"/>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80956486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CDDC49EB-2141-4898-955B-F29CECCF0F5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5327A5CF-52EA-49CF-8DAD-A438480A0893}"/>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129EECD9-DFDA-40AB-9B38-A34026E5F60E}"/>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Connect each claim to its science</a:t>
            </a:r>
          </a:p>
        </p:txBody>
      </p:sp>
      <p:pic>
        <p:nvPicPr>
          <p:cNvPr id="4" name="">
            <a:extLst xmlns:a="http://schemas.openxmlformats.org/drawingml/2006/main">
              <a:ext uri="{FF2B5EF4-FFF2-40B4-BE49-F238E27FC236}">
                <a16:creationId xmlns:a16="http://schemas.microsoft.com/office/drawing/2014/main" id="{94A177E6-FD6C-48A5-84AF-854FEDD65EA5}"/>
              </a:ext>
            </a:extLst>
          </p:cNvPr>
          <p:cNvPicPr>
            <a:picLocks xmlns:a="http://schemas.openxmlformats.org/drawingml/2006/main" noChangeAspect="1"/>
          </p:cNvPicPr>
          <p:nvPr/>
        </p:nvPicPr>
        <p:blipFill>
          <a:blip xmlns:r="http://schemas.openxmlformats.org/officeDocument/2006/relationships" xmlns:a="http://schemas.openxmlformats.org/drawingml/2006/main" r:embed="R3d9ac88c14ce4840"/>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BF8CE1A-C2F3-4451-A2AD-D9055DA81F8D}"/>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DE1386C-1440-4A66-B2F0-6DCF9D2398B6}"/>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2502BC1A-4285-494A-BED9-24CD6F849FDE}"/>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Controls</a:t>
            </a:r>
          </a:p>
        </p:txBody>
      </p:sp>
      <p:sp>
        <p:nvSpPr>
          <p:cNvPr id="8" name="text">
            <a:extLst xmlns:a="http://schemas.openxmlformats.org/drawingml/2006/main">
              <a:ext uri="{FF2B5EF4-FFF2-40B4-BE49-F238E27FC236}">
                <a16:creationId xmlns:a16="http://schemas.microsoft.com/office/drawing/2014/main" id="{59C59141-102C-4EFF-BE96-F407234F7C02}"/>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One planned variable changes.</a:t>
            </a:r>
          </a:p>
        </p:txBody>
      </p:sp>
      <p:sp>
        <p:nvSpPr>
          <p:cNvPr id="9" name="text">
            <a:extLst xmlns:a="http://schemas.openxmlformats.org/drawingml/2006/main">
              <a:ext uri="{FF2B5EF4-FFF2-40B4-BE49-F238E27FC236}">
                <a16:creationId xmlns:a16="http://schemas.microsoft.com/office/drawing/2014/main" id="{9E40145C-F920-4189-976A-4DEE4FCACABB}"/>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Read the card again. Use the model and the named evidence clue.</a:t>
            </a:r>
          </a:p>
        </p:txBody>
      </p:sp>
      <p:sp>
        <p:nvSpPr>
          <p:cNvPr id="10" name="text">
            <a:extLst xmlns:a="http://schemas.openxmlformats.org/drawingml/2006/main">
              <a:ext uri="{FF2B5EF4-FFF2-40B4-BE49-F238E27FC236}">
                <a16:creationId xmlns:a16="http://schemas.microsoft.com/office/drawing/2014/main" id="{C1B5F20B-7377-4214-855B-E133D33B2AD7}"/>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1" name="text">
            <a:extLst xmlns:a="http://schemas.openxmlformats.org/drawingml/2006/main">
              <a:ext uri="{FF2B5EF4-FFF2-40B4-BE49-F238E27FC236}">
                <a16:creationId xmlns:a16="http://schemas.microsoft.com/office/drawing/2014/main" id="{266A1624-8D80-4C04-A675-DF798D4C2E82}"/>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2" name="text">
            <a:extLst xmlns:a="http://schemas.openxmlformats.org/drawingml/2006/main">
              <a:ext uri="{FF2B5EF4-FFF2-40B4-BE49-F238E27FC236}">
                <a16:creationId xmlns:a16="http://schemas.microsoft.com/office/drawing/2014/main" id="{5B79303B-BE0C-4E80-AEBE-6F6563DAFAE7}"/>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22 / 43</a:t>
            </a:r>
          </a:p>
        </p:txBody>
      </p:sp>
      <p:sp>
        <p:nvSpPr>
          <p:cNvPr id="13" name="text">
            <a:extLst xmlns:a="http://schemas.openxmlformats.org/drawingml/2006/main">
              <a:ext uri="{FF2B5EF4-FFF2-40B4-BE49-F238E27FC236}">
                <a16:creationId xmlns:a16="http://schemas.microsoft.com/office/drawing/2014/main" id="{5A08EDBE-E30B-4580-A0FF-FAF899B6F1CA}"/>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35911522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D7C5C325-3ECD-4CD0-AC6D-463ACB5B4E28}"/>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2436BCA1-6EAF-4D7F-9AA5-780C53BBC621}"/>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D29CAD4D-0499-469A-8057-FE5754F2F0A9}"/>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Connect each claim to its science</a:t>
            </a:r>
          </a:p>
        </p:txBody>
      </p:sp>
      <p:pic>
        <p:nvPicPr>
          <p:cNvPr id="4" name="">
            <a:extLst xmlns:a="http://schemas.openxmlformats.org/drawingml/2006/main">
              <a:ext uri="{FF2B5EF4-FFF2-40B4-BE49-F238E27FC236}">
                <a16:creationId xmlns:a16="http://schemas.microsoft.com/office/drawing/2014/main" id="{F1DC7E7C-1E6D-422F-A386-AAB4D9D0C92A}"/>
              </a:ext>
            </a:extLst>
          </p:cNvPr>
          <p:cNvPicPr>
            <a:picLocks xmlns:a="http://schemas.openxmlformats.org/drawingml/2006/main" noChangeAspect="1"/>
          </p:cNvPicPr>
          <p:nvPr/>
        </p:nvPicPr>
        <p:blipFill>
          <a:blip xmlns:r="http://schemas.openxmlformats.org/officeDocument/2006/relationships" xmlns:a="http://schemas.openxmlformats.org/drawingml/2006/main" r:embed="R3fdf7e6936054a9d"/>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F491496-3319-43FF-938C-145D3592CF88}"/>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F3882F9-F5C4-4591-8BFC-96398F83066A}"/>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9ED31B7C-4980-4E99-AFB5-9DDCEF1675E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Record one placement and its science reason.</a:t>
            </a:r>
          </a:p>
        </p:txBody>
      </p:sp>
      <p:sp>
        <p:nvSpPr>
          <p:cNvPr id="8" name="text">
            <a:extLst xmlns:a="http://schemas.openxmlformats.org/drawingml/2006/main">
              <a:ext uri="{FF2B5EF4-FFF2-40B4-BE49-F238E27FC236}">
                <a16:creationId xmlns:a16="http://schemas.microsoft.com/office/drawing/2014/main" id="{963338C6-4F31-4B13-8E80-6271557CF7F3}"/>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the destination for each card. Explain the evidence clue.</a:t>
            </a:r>
          </a:p>
        </p:txBody>
      </p:sp>
      <p:sp>
        <p:nvSpPr>
          <p:cNvPr id="9" name="text">
            <a:extLst xmlns:a="http://schemas.openxmlformats.org/drawingml/2006/main">
              <a:ext uri="{FF2B5EF4-FFF2-40B4-BE49-F238E27FC236}">
                <a16:creationId xmlns:a16="http://schemas.microsoft.com/office/drawing/2014/main" id="{7A5CB85F-49A2-471E-8808-BE863E9777A5}"/>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Moonlight</a:t>
            </a:r>
          </a:p>
        </p:txBody>
      </p:sp>
      <p:sp>
        <p:nvSpPr>
          <p:cNvPr id="10" name="text">
            <a:extLst xmlns:a="http://schemas.openxmlformats.org/drawingml/2006/main">
              <a:ext uri="{FF2B5EF4-FFF2-40B4-BE49-F238E27FC236}">
                <a16:creationId xmlns:a16="http://schemas.microsoft.com/office/drawing/2014/main" id="{BD71F1EC-C4FA-47BB-B74A-4DF4ADEDC2BB}"/>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Sunlight reaches the Moon and reflects towards us.</a:t>
            </a:r>
          </a:p>
        </p:txBody>
      </p:sp>
      <p:sp>
        <p:nvSpPr>
          <p:cNvPr id="11" name="text">
            <a:extLst xmlns:a="http://schemas.openxmlformats.org/drawingml/2006/main">
              <a:ext uri="{FF2B5EF4-FFF2-40B4-BE49-F238E27FC236}">
                <a16:creationId xmlns:a16="http://schemas.microsoft.com/office/drawing/2014/main" id="{22A5F3A4-9368-4CED-9BBD-7A83727467F6}"/>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Friction</a:t>
            </a:r>
          </a:p>
        </p:txBody>
      </p:sp>
      <p:sp>
        <p:nvSpPr>
          <p:cNvPr id="12" name="text">
            <a:extLst xmlns:a="http://schemas.openxmlformats.org/drawingml/2006/main">
              <a:ext uri="{FF2B5EF4-FFF2-40B4-BE49-F238E27FC236}">
                <a16:creationId xmlns:a16="http://schemas.microsoft.com/office/drawing/2014/main" id="{77080B2B-CACD-4EF6-888B-101E3DCDBE23}"/>
              </a:ext>
            </a:extLst>
          </p:cNvPr>
          <p:cNvSpPr>
            <a:spLocks xmlns:a="http://schemas.openxmlformats.org/drawingml/2006/main" noGrp="1"/>
          </p:cNvSpPr>
          <p:nvPr/>
        </p:nvSpPr>
        <p:spPr>
          <a:xfrm xmlns:a="http://schemas.openxmlformats.org/drawingml/2006/main">
            <a:off x="457200" y="36290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Mechanisms</a:t>
            </a:r>
          </a:p>
        </p:txBody>
      </p:sp>
      <p:sp>
        <p:nvSpPr>
          <p:cNvPr id="13" name="text">
            <a:extLst xmlns:a="http://schemas.openxmlformats.org/drawingml/2006/main">
              <a:ext uri="{FF2B5EF4-FFF2-40B4-BE49-F238E27FC236}">
                <a16:creationId xmlns:a16="http://schemas.microsoft.com/office/drawing/2014/main" id="{CAE482E3-BCC4-4AF8-8F89-15347900677A}"/>
              </a:ext>
            </a:extLst>
          </p:cNvPr>
          <p:cNvSpPr>
            <a:spLocks xmlns:a="http://schemas.openxmlformats.org/drawingml/2006/main" noGrp="1"/>
          </p:cNvSpPr>
          <p:nvPr/>
        </p:nvSpPr>
        <p:spPr>
          <a:xfrm xmlns:a="http://schemas.openxmlformats.org/drawingml/2006/main">
            <a:off x="457200" y="40195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Fair comparison</a:t>
            </a:r>
          </a:p>
        </p:txBody>
      </p:sp>
      <p:sp>
        <p:nvSpPr>
          <p:cNvPr id="14" name="text">
            <a:extLst xmlns:a="http://schemas.openxmlformats.org/drawingml/2006/main">
              <a:ext uri="{FF2B5EF4-FFF2-40B4-BE49-F238E27FC236}">
                <a16:creationId xmlns:a16="http://schemas.microsoft.com/office/drawing/2014/main" id="{5124857F-4BA1-4F57-A699-3863B7003DEB}"/>
              </a:ext>
            </a:extLst>
          </p:cNvPr>
          <p:cNvSpPr>
            <a:spLocks xmlns:a="http://schemas.openxmlformats.org/drawingml/2006/main" noGrp="1"/>
          </p:cNvSpPr>
          <p:nvPr/>
        </p:nvSpPr>
        <p:spPr>
          <a:xfrm xmlns:a="http://schemas.openxmlformats.org/drawingml/2006/main">
            <a:off x="457200" y="44100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Earth and Moon</a:t>
            </a:r>
          </a:p>
        </p:txBody>
      </p:sp>
      <p:sp>
        <p:nvSpPr>
          <p:cNvPr id="15" name="text">
            <a:extLst xmlns:a="http://schemas.openxmlformats.org/drawingml/2006/main">
              <a:ext uri="{FF2B5EF4-FFF2-40B4-BE49-F238E27FC236}">
                <a16:creationId xmlns:a16="http://schemas.microsoft.com/office/drawing/2014/main" id="{BD362422-61F6-4645-A78E-260D47E98F10}"/>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6" name="text">
            <a:extLst xmlns:a="http://schemas.openxmlformats.org/drawingml/2006/main">
              <a:ext uri="{FF2B5EF4-FFF2-40B4-BE49-F238E27FC236}">
                <a16:creationId xmlns:a16="http://schemas.microsoft.com/office/drawing/2014/main" id="{73FFB9B8-212D-46BA-8F08-659A49A9A0CD}"/>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7" name="text">
            <a:extLst xmlns:a="http://schemas.openxmlformats.org/drawingml/2006/main">
              <a:ext uri="{FF2B5EF4-FFF2-40B4-BE49-F238E27FC236}">
                <a16:creationId xmlns:a16="http://schemas.microsoft.com/office/drawing/2014/main" id="{64693EB3-B6F7-41C7-8964-957C11D80434}"/>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23 / 43</a:t>
            </a:r>
          </a:p>
        </p:txBody>
      </p:sp>
      <p:sp>
        <p:nvSpPr>
          <p:cNvPr id="18" name="text">
            <a:extLst xmlns:a="http://schemas.openxmlformats.org/drawingml/2006/main">
              <a:ext uri="{FF2B5EF4-FFF2-40B4-BE49-F238E27FC236}">
                <a16:creationId xmlns:a16="http://schemas.microsoft.com/office/drawing/2014/main" id="{815A8A0B-B15D-48FC-847C-C7BE9607DAAC}"/>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52033496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43CBD933-2A82-44AD-A459-CD7E87FACFC3}"/>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81F57C54-9A25-4DCC-ACF8-55DCF7F9EA5E}"/>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BBB4485B-8C09-49A3-A4CF-F8591801CD44}"/>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Connect each claim to its science</a:t>
            </a:r>
          </a:p>
        </p:txBody>
      </p:sp>
      <p:pic>
        <p:nvPicPr>
          <p:cNvPr id="4" name="">
            <a:extLst xmlns:a="http://schemas.openxmlformats.org/drawingml/2006/main">
              <a:ext uri="{FF2B5EF4-FFF2-40B4-BE49-F238E27FC236}">
                <a16:creationId xmlns:a16="http://schemas.microsoft.com/office/drawing/2014/main" id="{8F4ED710-6366-4F07-97F5-9ACC23CDDB5C}"/>
              </a:ext>
            </a:extLst>
          </p:cNvPr>
          <p:cNvPicPr>
            <a:picLocks xmlns:a="http://schemas.openxmlformats.org/drawingml/2006/main" noChangeAspect="1"/>
          </p:cNvPicPr>
          <p:nvPr/>
        </p:nvPicPr>
        <p:blipFill>
          <a:blip xmlns:r="http://schemas.openxmlformats.org/officeDocument/2006/relationships" xmlns:a="http://schemas.openxmlformats.org/drawingml/2006/main" r:embed="Rdf88b902281a42e3"/>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AFCB899-45F9-4C73-A862-76D2C1766552}"/>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49E9A42-FBC3-4FF2-B751-97A92A14F6F0}"/>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EC681257-95EE-401E-BF2E-CA8E058C6BE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Moonlight</a:t>
            </a:r>
          </a:p>
        </p:txBody>
      </p:sp>
      <p:sp>
        <p:nvSpPr>
          <p:cNvPr id="8" name="text">
            <a:extLst xmlns:a="http://schemas.openxmlformats.org/drawingml/2006/main">
              <a:ext uri="{FF2B5EF4-FFF2-40B4-BE49-F238E27FC236}">
                <a16:creationId xmlns:a16="http://schemas.microsoft.com/office/drawing/2014/main" id="{0F2804C2-1EA6-4E98-B1E6-513F100B00F0}"/>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Moon does not make its own visible light.</a:t>
            </a:r>
          </a:p>
        </p:txBody>
      </p:sp>
      <p:sp>
        <p:nvSpPr>
          <p:cNvPr id="9" name="text">
            <a:extLst xmlns:a="http://schemas.openxmlformats.org/drawingml/2006/main">
              <a:ext uri="{FF2B5EF4-FFF2-40B4-BE49-F238E27FC236}">
                <a16:creationId xmlns:a16="http://schemas.microsoft.com/office/drawing/2014/main" id="{E4BBEB79-A15F-44F6-8E86-5560E8FC08D7}"/>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Read the card again. Use the model and the named evidence clue.</a:t>
            </a:r>
          </a:p>
        </p:txBody>
      </p:sp>
      <p:sp>
        <p:nvSpPr>
          <p:cNvPr id="10" name="text">
            <a:extLst xmlns:a="http://schemas.openxmlformats.org/drawingml/2006/main">
              <a:ext uri="{FF2B5EF4-FFF2-40B4-BE49-F238E27FC236}">
                <a16:creationId xmlns:a16="http://schemas.microsoft.com/office/drawing/2014/main" id="{64485207-6CBE-48E0-ACB3-FC476FC74E99}"/>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1" name="text">
            <a:extLst xmlns:a="http://schemas.openxmlformats.org/drawingml/2006/main">
              <a:ext uri="{FF2B5EF4-FFF2-40B4-BE49-F238E27FC236}">
                <a16:creationId xmlns:a16="http://schemas.microsoft.com/office/drawing/2014/main" id="{5F7198DE-D039-47ED-9B50-BBF4EC8C6306}"/>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2" name="text">
            <a:extLst xmlns:a="http://schemas.openxmlformats.org/drawingml/2006/main">
              <a:ext uri="{FF2B5EF4-FFF2-40B4-BE49-F238E27FC236}">
                <a16:creationId xmlns:a16="http://schemas.microsoft.com/office/drawing/2014/main" id="{9466771D-51DC-4DCE-A7A7-081E234D0FDE}"/>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24 / 43</a:t>
            </a:r>
          </a:p>
        </p:txBody>
      </p:sp>
      <p:sp>
        <p:nvSpPr>
          <p:cNvPr id="13" name="text">
            <a:extLst xmlns:a="http://schemas.openxmlformats.org/drawingml/2006/main">
              <a:ext uri="{FF2B5EF4-FFF2-40B4-BE49-F238E27FC236}">
                <a16:creationId xmlns:a16="http://schemas.microsoft.com/office/drawing/2014/main" id="{0876567D-11AB-4A7C-BF33-9DBBDC9F43FB}"/>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86804858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CF2A9CA5-1CED-4C50-A3FF-B89F5279553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E7A7EE96-1E11-411E-9BBD-840BB1D48084}"/>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F9801671-3EEF-4045-9AB8-A9C8C3B33BEC}"/>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Connect each claim to its science</a:t>
            </a:r>
          </a:p>
        </p:txBody>
      </p:sp>
      <p:pic>
        <p:nvPicPr>
          <p:cNvPr id="4" name="">
            <a:extLst xmlns:a="http://schemas.openxmlformats.org/drawingml/2006/main">
              <a:ext uri="{FF2B5EF4-FFF2-40B4-BE49-F238E27FC236}">
                <a16:creationId xmlns:a16="http://schemas.microsoft.com/office/drawing/2014/main" id="{9DD5AC44-6442-4654-B967-332FA123E94A}"/>
              </a:ext>
            </a:extLst>
          </p:cNvPr>
          <p:cNvPicPr>
            <a:picLocks xmlns:a="http://schemas.openxmlformats.org/drawingml/2006/main" noChangeAspect="1"/>
          </p:cNvPicPr>
          <p:nvPr/>
        </p:nvPicPr>
        <p:blipFill>
          <a:blip xmlns:r="http://schemas.openxmlformats.org/officeDocument/2006/relationships" xmlns:a="http://schemas.openxmlformats.org/drawingml/2006/main" r:embed="R33cb787fe6f4421a"/>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9F26886-168A-45A6-A18D-A9D94A614DFD}"/>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6ACD521-AB38-48AB-A0CC-7626DECA3A68}"/>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9FBE394E-5A64-43D1-BEF4-4B46F1D693C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Record one placement and its science reason.</a:t>
            </a:r>
          </a:p>
        </p:txBody>
      </p:sp>
      <p:sp>
        <p:nvSpPr>
          <p:cNvPr id="8" name="text">
            <a:extLst xmlns:a="http://schemas.openxmlformats.org/drawingml/2006/main">
              <a:ext uri="{FF2B5EF4-FFF2-40B4-BE49-F238E27FC236}">
                <a16:creationId xmlns:a16="http://schemas.microsoft.com/office/drawing/2014/main" id="{02BFADF9-0FE0-4A3E-8C9F-90D03E9C9B67}"/>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the destination for each card. Explain the evidence clue.</a:t>
            </a:r>
          </a:p>
        </p:txBody>
      </p:sp>
      <p:sp>
        <p:nvSpPr>
          <p:cNvPr id="9" name="text">
            <a:extLst xmlns:a="http://schemas.openxmlformats.org/drawingml/2006/main">
              <a:ext uri="{FF2B5EF4-FFF2-40B4-BE49-F238E27FC236}">
                <a16:creationId xmlns:a16="http://schemas.microsoft.com/office/drawing/2014/main" id="{6BF8498A-79F6-418D-8E65-8E2A4971537F}"/>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Orbit</a:t>
            </a:r>
          </a:p>
        </p:txBody>
      </p:sp>
      <p:sp>
        <p:nvSpPr>
          <p:cNvPr id="10" name="text">
            <a:extLst xmlns:a="http://schemas.openxmlformats.org/drawingml/2006/main">
              <a:ext uri="{FF2B5EF4-FFF2-40B4-BE49-F238E27FC236}">
                <a16:creationId xmlns:a16="http://schemas.microsoft.com/office/drawing/2014/main" id="{C4347077-37FC-4CB6-8CB3-27E8370C7EAA}"/>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An inward pull changes a planet’s direction.</a:t>
            </a:r>
          </a:p>
        </p:txBody>
      </p:sp>
      <p:sp>
        <p:nvSpPr>
          <p:cNvPr id="11" name="text">
            <a:extLst xmlns:a="http://schemas.openxmlformats.org/drawingml/2006/main">
              <a:ext uri="{FF2B5EF4-FFF2-40B4-BE49-F238E27FC236}">
                <a16:creationId xmlns:a16="http://schemas.microsoft.com/office/drawing/2014/main" id="{BF3F6E04-E3CF-4574-81E7-27080763F818}"/>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Friction</a:t>
            </a:r>
          </a:p>
        </p:txBody>
      </p:sp>
      <p:sp>
        <p:nvSpPr>
          <p:cNvPr id="12" name="text">
            <a:extLst xmlns:a="http://schemas.openxmlformats.org/drawingml/2006/main">
              <a:ext uri="{FF2B5EF4-FFF2-40B4-BE49-F238E27FC236}">
                <a16:creationId xmlns:a16="http://schemas.microsoft.com/office/drawing/2014/main" id="{4B012E60-113A-42EA-A5AB-E5FDB4ADA363}"/>
              </a:ext>
            </a:extLst>
          </p:cNvPr>
          <p:cNvSpPr>
            <a:spLocks xmlns:a="http://schemas.openxmlformats.org/drawingml/2006/main" noGrp="1"/>
          </p:cNvSpPr>
          <p:nvPr/>
        </p:nvSpPr>
        <p:spPr>
          <a:xfrm xmlns:a="http://schemas.openxmlformats.org/drawingml/2006/main">
            <a:off x="457200" y="36290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Mechanisms</a:t>
            </a:r>
          </a:p>
        </p:txBody>
      </p:sp>
      <p:sp>
        <p:nvSpPr>
          <p:cNvPr id="13" name="text">
            <a:extLst xmlns:a="http://schemas.openxmlformats.org/drawingml/2006/main">
              <a:ext uri="{FF2B5EF4-FFF2-40B4-BE49-F238E27FC236}">
                <a16:creationId xmlns:a16="http://schemas.microsoft.com/office/drawing/2014/main" id="{D5D8851F-7BE3-4F28-AE18-A1AA8569B3DC}"/>
              </a:ext>
            </a:extLst>
          </p:cNvPr>
          <p:cNvSpPr>
            <a:spLocks xmlns:a="http://schemas.openxmlformats.org/drawingml/2006/main" noGrp="1"/>
          </p:cNvSpPr>
          <p:nvPr/>
        </p:nvSpPr>
        <p:spPr>
          <a:xfrm xmlns:a="http://schemas.openxmlformats.org/drawingml/2006/main">
            <a:off x="457200" y="40195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Fair comparison</a:t>
            </a:r>
          </a:p>
        </p:txBody>
      </p:sp>
      <p:sp>
        <p:nvSpPr>
          <p:cNvPr id="14" name="text">
            <a:extLst xmlns:a="http://schemas.openxmlformats.org/drawingml/2006/main">
              <a:ext uri="{FF2B5EF4-FFF2-40B4-BE49-F238E27FC236}">
                <a16:creationId xmlns:a16="http://schemas.microsoft.com/office/drawing/2014/main" id="{355DC99D-68AE-415F-BFFE-EA44FD73159C}"/>
              </a:ext>
            </a:extLst>
          </p:cNvPr>
          <p:cNvSpPr>
            <a:spLocks xmlns:a="http://schemas.openxmlformats.org/drawingml/2006/main" noGrp="1"/>
          </p:cNvSpPr>
          <p:nvPr/>
        </p:nvSpPr>
        <p:spPr>
          <a:xfrm xmlns:a="http://schemas.openxmlformats.org/drawingml/2006/main">
            <a:off x="457200" y="44100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Earth and Moon</a:t>
            </a:r>
          </a:p>
        </p:txBody>
      </p:sp>
      <p:sp>
        <p:nvSpPr>
          <p:cNvPr id="15" name="text">
            <a:extLst xmlns:a="http://schemas.openxmlformats.org/drawingml/2006/main">
              <a:ext uri="{FF2B5EF4-FFF2-40B4-BE49-F238E27FC236}">
                <a16:creationId xmlns:a16="http://schemas.microsoft.com/office/drawing/2014/main" id="{A5B8088E-09D8-4DE8-A4B5-A9E81C443B73}"/>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6" name="text">
            <a:extLst xmlns:a="http://schemas.openxmlformats.org/drawingml/2006/main">
              <a:ext uri="{FF2B5EF4-FFF2-40B4-BE49-F238E27FC236}">
                <a16:creationId xmlns:a16="http://schemas.microsoft.com/office/drawing/2014/main" id="{9267FD5F-3491-4544-B66C-97508936CE84}"/>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7" name="text">
            <a:extLst xmlns:a="http://schemas.openxmlformats.org/drawingml/2006/main">
              <a:ext uri="{FF2B5EF4-FFF2-40B4-BE49-F238E27FC236}">
                <a16:creationId xmlns:a16="http://schemas.microsoft.com/office/drawing/2014/main" id="{FA9F2FC8-7653-47FE-B54B-8D1B01E73F4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25 / 43</a:t>
            </a:r>
          </a:p>
        </p:txBody>
      </p:sp>
      <p:sp>
        <p:nvSpPr>
          <p:cNvPr id="18" name="text">
            <a:extLst xmlns:a="http://schemas.openxmlformats.org/drawingml/2006/main">
              <a:ext uri="{FF2B5EF4-FFF2-40B4-BE49-F238E27FC236}">
                <a16:creationId xmlns:a16="http://schemas.microsoft.com/office/drawing/2014/main" id="{2ECE0149-2ACA-45DE-B4FA-4334054254DE}"/>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41648595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A643E5D7-0193-4402-8404-0A20F7B007E1}"/>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10919137-B876-4E1A-B3DA-C8014D487A7A}"/>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F99C3910-0662-4999-9CEF-2E0D4CC4A8B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Connect each claim to its science</a:t>
            </a:r>
          </a:p>
        </p:txBody>
      </p:sp>
      <p:pic>
        <p:nvPicPr>
          <p:cNvPr id="4" name="">
            <a:extLst xmlns:a="http://schemas.openxmlformats.org/drawingml/2006/main">
              <a:ext uri="{FF2B5EF4-FFF2-40B4-BE49-F238E27FC236}">
                <a16:creationId xmlns:a16="http://schemas.microsoft.com/office/drawing/2014/main" id="{05F3F0F6-9CD5-40C1-B449-72F036F73874}"/>
              </a:ext>
            </a:extLst>
          </p:cNvPr>
          <p:cNvPicPr>
            <a:picLocks xmlns:a="http://schemas.openxmlformats.org/drawingml/2006/main" noChangeAspect="1"/>
          </p:cNvPicPr>
          <p:nvPr/>
        </p:nvPicPr>
        <p:blipFill>
          <a:blip xmlns:r="http://schemas.openxmlformats.org/officeDocument/2006/relationships" xmlns:a="http://schemas.openxmlformats.org/drawingml/2006/main" r:embed="R64cfc1c6dec6471a"/>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EAB7FB5-44FB-45D7-8CD0-0B4706639598}"/>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42E22B0-5814-4AF8-8CE9-B368699A6C05}"/>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A9C04BE0-DEE0-43DA-9EC4-F6B5A1183CFC}"/>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Orbit</a:t>
            </a:r>
          </a:p>
        </p:txBody>
      </p:sp>
      <p:sp>
        <p:nvSpPr>
          <p:cNvPr id="8" name="text">
            <a:extLst xmlns:a="http://schemas.openxmlformats.org/drawingml/2006/main">
              <a:ext uri="{FF2B5EF4-FFF2-40B4-BE49-F238E27FC236}">
                <a16:creationId xmlns:a16="http://schemas.microsoft.com/office/drawing/2014/main" id="{1C41D5AA-BC0E-434B-A347-78DB70767811}"/>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Gravity bends the moving planet’s path.</a:t>
            </a:r>
          </a:p>
        </p:txBody>
      </p:sp>
      <p:sp>
        <p:nvSpPr>
          <p:cNvPr id="9" name="text">
            <a:extLst xmlns:a="http://schemas.openxmlformats.org/drawingml/2006/main">
              <a:ext uri="{FF2B5EF4-FFF2-40B4-BE49-F238E27FC236}">
                <a16:creationId xmlns:a16="http://schemas.microsoft.com/office/drawing/2014/main" id="{2024E96A-9374-4F92-9B62-C73E936FF6B5}"/>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Read the card again. Use the model and the named evidence clue.</a:t>
            </a:r>
          </a:p>
        </p:txBody>
      </p:sp>
      <p:sp>
        <p:nvSpPr>
          <p:cNvPr id="10" name="text">
            <a:extLst xmlns:a="http://schemas.openxmlformats.org/drawingml/2006/main">
              <a:ext uri="{FF2B5EF4-FFF2-40B4-BE49-F238E27FC236}">
                <a16:creationId xmlns:a16="http://schemas.microsoft.com/office/drawing/2014/main" id="{E0D7E01C-3657-47F2-A731-157A1C1070C6}"/>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1" name="text">
            <a:extLst xmlns:a="http://schemas.openxmlformats.org/drawingml/2006/main">
              <a:ext uri="{FF2B5EF4-FFF2-40B4-BE49-F238E27FC236}">
                <a16:creationId xmlns:a16="http://schemas.microsoft.com/office/drawing/2014/main" id="{10CE8E8C-CF4E-4162-BFF5-EE9D83F09DA6}"/>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2" name="text">
            <a:extLst xmlns:a="http://schemas.openxmlformats.org/drawingml/2006/main">
              <a:ext uri="{FF2B5EF4-FFF2-40B4-BE49-F238E27FC236}">
                <a16:creationId xmlns:a16="http://schemas.microsoft.com/office/drawing/2014/main" id="{B851E121-986D-4DCB-9E05-E17B6A802111}"/>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26 / 43</a:t>
            </a:r>
          </a:p>
        </p:txBody>
      </p:sp>
      <p:sp>
        <p:nvSpPr>
          <p:cNvPr id="13" name="text">
            <a:extLst xmlns:a="http://schemas.openxmlformats.org/drawingml/2006/main">
              <a:ext uri="{FF2B5EF4-FFF2-40B4-BE49-F238E27FC236}">
                <a16:creationId xmlns:a16="http://schemas.microsoft.com/office/drawing/2014/main" id="{C66D4483-FF33-4C9B-9DEB-054E8DEF34D3}"/>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5571184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353368C4-C881-4F20-A95C-2D9E17E2DE94}"/>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EC510244-00FD-443A-8ED2-708A5480D38E}"/>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D1723D4B-8A1B-4CE7-A110-55D0DE21FC1F}"/>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Connect each claim to its science</a:t>
            </a:r>
          </a:p>
        </p:txBody>
      </p:sp>
      <p:pic>
        <p:nvPicPr>
          <p:cNvPr id="4" name="">
            <a:extLst xmlns:a="http://schemas.openxmlformats.org/drawingml/2006/main">
              <a:ext uri="{FF2B5EF4-FFF2-40B4-BE49-F238E27FC236}">
                <a16:creationId xmlns:a16="http://schemas.microsoft.com/office/drawing/2014/main" id="{8ED5F77A-A502-4AB8-8737-B4DF3D46A26D}"/>
              </a:ext>
            </a:extLst>
          </p:cNvPr>
          <p:cNvPicPr>
            <a:picLocks xmlns:a="http://schemas.openxmlformats.org/drawingml/2006/main" noChangeAspect="1"/>
          </p:cNvPicPr>
          <p:nvPr/>
        </p:nvPicPr>
        <p:blipFill>
          <a:blip xmlns:r="http://schemas.openxmlformats.org/officeDocument/2006/relationships" xmlns:a="http://schemas.openxmlformats.org/drawingml/2006/main" r:embed="Rb9b8d6392c264bc2"/>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9FA9A15-5483-42A6-8F24-5DFFA339EA9C}"/>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D55DA0C-224F-4485-A45A-DF9975962380}"/>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8270D625-123A-4C3C-BEB1-7F51B22EBBB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Record one placement and its science reason.</a:t>
            </a:r>
          </a:p>
        </p:txBody>
      </p:sp>
      <p:sp>
        <p:nvSpPr>
          <p:cNvPr id="8" name="text">
            <a:extLst xmlns:a="http://schemas.openxmlformats.org/drawingml/2006/main">
              <a:ext uri="{FF2B5EF4-FFF2-40B4-BE49-F238E27FC236}">
                <a16:creationId xmlns:a16="http://schemas.microsoft.com/office/drawing/2014/main" id="{DEA1492E-2780-492A-A556-051992A01427}"/>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the destination for each card. Explain the evidence clue.</a:t>
            </a:r>
          </a:p>
        </p:txBody>
      </p:sp>
      <p:sp>
        <p:nvSpPr>
          <p:cNvPr id="9" name="text">
            <a:extLst xmlns:a="http://schemas.openxmlformats.org/drawingml/2006/main">
              <a:ext uri="{FF2B5EF4-FFF2-40B4-BE49-F238E27FC236}">
                <a16:creationId xmlns:a16="http://schemas.microsoft.com/office/drawing/2014/main" id="{81AA0CDD-40E7-4C5B-AD7A-9723C10D4B15}"/>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Engine</a:t>
            </a:r>
          </a:p>
        </p:txBody>
      </p:sp>
      <p:sp>
        <p:nvSpPr>
          <p:cNvPr id="10" name="text">
            <a:extLst xmlns:a="http://schemas.openxmlformats.org/drawingml/2006/main">
              <a:ext uri="{FF2B5EF4-FFF2-40B4-BE49-F238E27FC236}">
                <a16:creationId xmlns:a16="http://schemas.microsoft.com/office/drawing/2014/main" id="{7F0B1FF2-F236-4D68-AD47-F9AFE25410C9}"/>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Unwanted rubbing produces heat.</a:t>
            </a:r>
          </a:p>
        </p:txBody>
      </p:sp>
      <p:sp>
        <p:nvSpPr>
          <p:cNvPr id="11" name="text">
            <a:extLst xmlns:a="http://schemas.openxmlformats.org/drawingml/2006/main">
              <a:ext uri="{FF2B5EF4-FFF2-40B4-BE49-F238E27FC236}">
                <a16:creationId xmlns:a16="http://schemas.microsoft.com/office/drawing/2014/main" id="{6D6E5398-CCF0-4713-8498-6BA6F3FB2F91}"/>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Friction</a:t>
            </a:r>
          </a:p>
        </p:txBody>
      </p:sp>
      <p:sp>
        <p:nvSpPr>
          <p:cNvPr id="12" name="text">
            <a:extLst xmlns:a="http://schemas.openxmlformats.org/drawingml/2006/main">
              <a:ext uri="{FF2B5EF4-FFF2-40B4-BE49-F238E27FC236}">
                <a16:creationId xmlns:a16="http://schemas.microsoft.com/office/drawing/2014/main" id="{BEC6159C-A24D-4870-A345-DB6775FCABFF}"/>
              </a:ext>
            </a:extLst>
          </p:cNvPr>
          <p:cNvSpPr>
            <a:spLocks xmlns:a="http://schemas.openxmlformats.org/drawingml/2006/main" noGrp="1"/>
          </p:cNvSpPr>
          <p:nvPr/>
        </p:nvSpPr>
        <p:spPr>
          <a:xfrm xmlns:a="http://schemas.openxmlformats.org/drawingml/2006/main">
            <a:off x="457200" y="36290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Mechanisms</a:t>
            </a:r>
          </a:p>
        </p:txBody>
      </p:sp>
      <p:sp>
        <p:nvSpPr>
          <p:cNvPr id="13" name="text">
            <a:extLst xmlns:a="http://schemas.openxmlformats.org/drawingml/2006/main">
              <a:ext uri="{FF2B5EF4-FFF2-40B4-BE49-F238E27FC236}">
                <a16:creationId xmlns:a16="http://schemas.microsoft.com/office/drawing/2014/main" id="{BEA8B392-76B7-4578-9496-CD1DA041906D}"/>
              </a:ext>
            </a:extLst>
          </p:cNvPr>
          <p:cNvSpPr>
            <a:spLocks xmlns:a="http://schemas.openxmlformats.org/drawingml/2006/main" noGrp="1"/>
          </p:cNvSpPr>
          <p:nvPr/>
        </p:nvSpPr>
        <p:spPr>
          <a:xfrm xmlns:a="http://schemas.openxmlformats.org/drawingml/2006/main">
            <a:off x="457200" y="40195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Fair comparison</a:t>
            </a:r>
          </a:p>
        </p:txBody>
      </p:sp>
      <p:sp>
        <p:nvSpPr>
          <p:cNvPr id="14" name="text">
            <a:extLst xmlns:a="http://schemas.openxmlformats.org/drawingml/2006/main">
              <a:ext uri="{FF2B5EF4-FFF2-40B4-BE49-F238E27FC236}">
                <a16:creationId xmlns:a16="http://schemas.microsoft.com/office/drawing/2014/main" id="{F675AE58-6F3E-4983-94E8-2B1FC2FE1392}"/>
              </a:ext>
            </a:extLst>
          </p:cNvPr>
          <p:cNvSpPr>
            <a:spLocks xmlns:a="http://schemas.openxmlformats.org/drawingml/2006/main" noGrp="1"/>
          </p:cNvSpPr>
          <p:nvPr/>
        </p:nvSpPr>
        <p:spPr>
          <a:xfrm xmlns:a="http://schemas.openxmlformats.org/drawingml/2006/main">
            <a:off x="457200" y="44100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Earth and Moon</a:t>
            </a:r>
          </a:p>
        </p:txBody>
      </p:sp>
      <p:sp>
        <p:nvSpPr>
          <p:cNvPr id="15" name="text">
            <a:extLst xmlns:a="http://schemas.openxmlformats.org/drawingml/2006/main">
              <a:ext uri="{FF2B5EF4-FFF2-40B4-BE49-F238E27FC236}">
                <a16:creationId xmlns:a16="http://schemas.microsoft.com/office/drawing/2014/main" id="{6193AAA3-F7F3-484C-8D90-E338ECF88F3A}"/>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6" name="text">
            <a:extLst xmlns:a="http://schemas.openxmlformats.org/drawingml/2006/main">
              <a:ext uri="{FF2B5EF4-FFF2-40B4-BE49-F238E27FC236}">
                <a16:creationId xmlns:a16="http://schemas.microsoft.com/office/drawing/2014/main" id="{D2B32D05-BD68-4A76-A9B9-297B299C4D3B}"/>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7" name="text">
            <a:extLst xmlns:a="http://schemas.openxmlformats.org/drawingml/2006/main">
              <a:ext uri="{FF2B5EF4-FFF2-40B4-BE49-F238E27FC236}">
                <a16:creationId xmlns:a16="http://schemas.microsoft.com/office/drawing/2014/main" id="{92E50589-301B-4A61-9E36-C7C5A242BE6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27 / 43</a:t>
            </a:r>
          </a:p>
        </p:txBody>
      </p:sp>
      <p:sp>
        <p:nvSpPr>
          <p:cNvPr id="18" name="text">
            <a:extLst xmlns:a="http://schemas.openxmlformats.org/drawingml/2006/main">
              <a:ext uri="{FF2B5EF4-FFF2-40B4-BE49-F238E27FC236}">
                <a16:creationId xmlns:a16="http://schemas.microsoft.com/office/drawing/2014/main" id="{7C8424B7-0694-424B-9590-3A22F22AC695}"/>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968313032"/>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917DDDED-88E1-4AC5-9004-FDFB84F47A37}"/>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E04DBCAB-6CD9-491F-ADFA-B278A773AFF0}"/>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DEEC522E-7DEB-4CA0-8719-73DD0AA77800}"/>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Connect each claim to its science</a:t>
            </a:r>
          </a:p>
        </p:txBody>
      </p:sp>
      <p:pic>
        <p:nvPicPr>
          <p:cNvPr id="4" name="">
            <a:extLst xmlns:a="http://schemas.openxmlformats.org/drawingml/2006/main">
              <a:ext uri="{FF2B5EF4-FFF2-40B4-BE49-F238E27FC236}">
                <a16:creationId xmlns:a16="http://schemas.microsoft.com/office/drawing/2014/main" id="{67F6DA84-2C9E-4A5D-951D-4C59155FDD58}"/>
              </a:ext>
            </a:extLst>
          </p:cNvPr>
          <p:cNvPicPr>
            <a:picLocks xmlns:a="http://schemas.openxmlformats.org/drawingml/2006/main" noChangeAspect="1"/>
          </p:cNvPicPr>
          <p:nvPr/>
        </p:nvPicPr>
        <p:blipFill>
          <a:blip xmlns:r="http://schemas.openxmlformats.org/officeDocument/2006/relationships" xmlns:a="http://schemas.openxmlformats.org/drawingml/2006/main" r:embed="Ra8dff0ed380e45ad"/>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B066958-306A-467A-85C6-7B4A4BC2122A}"/>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F19D190-46EE-4A50-99C2-18D56C3EEA24}"/>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E8C21DC2-4168-4F47-BFD7-883EFAD6FE1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Engine</a:t>
            </a:r>
          </a:p>
        </p:txBody>
      </p:sp>
      <p:sp>
        <p:nvSpPr>
          <p:cNvPr id="8" name="text">
            <a:extLst xmlns:a="http://schemas.openxmlformats.org/drawingml/2006/main">
              <a:ext uri="{FF2B5EF4-FFF2-40B4-BE49-F238E27FC236}">
                <a16:creationId xmlns:a16="http://schemas.microsoft.com/office/drawing/2014/main" id="{69CFF7ED-88AE-438F-9DCF-3E343E890701}"/>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Friction can hinder a machine while helping brakes.</a:t>
            </a:r>
          </a:p>
        </p:txBody>
      </p:sp>
      <p:sp>
        <p:nvSpPr>
          <p:cNvPr id="9" name="text">
            <a:extLst xmlns:a="http://schemas.openxmlformats.org/drawingml/2006/main">
              <a:ext uri="{FF2B5EF4-FFF2-40B4-BE49-F238E27FC236}">
                <a16:creationId xmlns:a16="http://schemas.microsoft.com/office/drawing/2014/main" id="{B468C9A9-6212-4DC2-961E-9552FA2F0EC2}"/>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Read the card again. Use the model and the named evidence clue.</a:t>
            </a:r>
          </a:p>
        </p:txBody>
      </p:sp>
      <p:sp>
        <p:nvSpPr>
          <p:cNvPr id="10" name="text">
            <a:extLst xmlns:a="http://schemas.openxmlformats.org/drawingml/2006/main">
              <a:ext uri="{FF2B5EF4-FFF2-40B4-BE49-F238E27FC236}">
                <a16:creationId xmlns:a16="http://schemas.microsoft.com/office/drawing/2014/main" id="{40E7B476-EF83-4F33-9E3B-D4E43313AC62}"/>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1" name="text">
            <a:extLst xmlns:a="http://schemas.openxmlformats.org/drawingml/2006/main">
              <a:ext uri="{FF2B5EF4-FFF2-40B4-BE49-F238E27FC236}">
                <a16:creationId xmlns:a16="http://schemas.microsoft.com/office/drawing/2014/main" id="{06605BD7-0277-4063-87D5-C6403C374CDE}"/>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2" name="text">
            <a:extLst xmlns:a="http://schemas.openxmlformats.org/drawingml/2006/main">
              <a:ext uri="{FF2B5EF4-FFF2-40B4-BE49-F238E27FC236}">
                <a16:creationId xmlns:a16="http://schemas.microsoft.com/office/drawing/2014/main" id="{E4E2B7C1-F0A8-45F4-9AE4-7748B9FF2E0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28 / 43</a:t>
            </a:r>
          </a:p>
        </p:txBody>
      </p:sp>
      <p:sp>
        <p:nvSpPr>
          <p:cNvPr id="13" name="text">
            <a:extLst xmlns:a="http://schemas.openxmlformats.org/drawingml/2006/main">
              <a:ext uri="{FF2B5EF4-FFF2-40B4-BE49-F238E27FC236}">
                <a16:creationId xmlns:a16="http://schemas.microsoft.com/office/drawing/2014/main" id="{A6D83F82-47FB-4F56-BD28-BBA456075AF1}"/>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54731702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DB438321-3BBE-479E-B625-34C29118D80B}"/>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12998209-33F9-426B-A0DF-F820E3507427}"/>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E4595A85-8849-4E03-9F41-62582B49FC2D}"/>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Connect each claim to its science</a:t>
            </a:r>
          </a:p>
        </p:txBody>
      </p:sp>
      <p:pic>
        <p:nvPicPr>
          <p:cNvPr id="4" name="">
            <a:extLst xmlns:a="http://schemas.openxmlformats.org/drawingml/2006/main">
              <a:ext uri="{FF2B5EF4-FFF2-40B4-BE49-F238E27FC236}">
                <a16:creationId xmlns:a16="http://schemas.microsoft.com/office/drawing/2014/main" id="{5FEE0748-6773-4DE3-91CB-B4832270CBB5}"/>
              </a:ext>
            </a:extLst>
          </p:cNvPr>
          <p:cNvPicPr>
            <a:picLocks xmlns:a="http://schemas.openxmlformats.org/drawingml/2006/main" noChangeAspect="1"/>
          </p:cNvPicPr>
          <p:nvPr/>
        </p:nvPicPr>
        <p:blipFill>
          <a:blip xmlns:r="http://schemas.openxmlformats.org/officeDocument/2006/relationships" xmlns:a="http://schemas.openxmlformats.org/drawingml/2006/main" r:embed="R74538391117c47cc"/>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93C4C51-E283-4989-A05F-E3E4EAC0F7FB}"/>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A70140A-FCD2-4CFD-B205-B403F76C624D}"/>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9F07576D-C335-4F53-809B-ADC8EEE6E1E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If you feel sure of your answer, that is enough evidence.</a:t>
            </a:r>
          </a:p>
        </p:txBody>
      </p:sp>
      <p:sp>
        <p:nvSpPr>
          <p:cNvPr id="8" name="text">
            <a:extLst xmlns:a="http://schemas.openxmlformats.org/drawingml/2006/main">
              <a:ext uri="{FF2B5EF4-FFF2-40B4-BE49-F238E27FC236}">
                <a16:creationId xmlns:a16="http://schemas.microsoft.com/office/drawing/2014/main" id="{76B29E7D-C876-4CBF-8DD2-9653F7CEB840}"/>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Keep it</a:t>
            </a:r>
          </a:p>
        </p:txBody>
      </p:sp>
      <p:sp>
        <p:nvSpPr>
          <p:cNvPr id="9" name="text">
            <a:extLst xmlns:a="http://schemas.openxmlformats.org/drawingml/2006/main">
              <a:ext uri="{FF2B5EF4-FFF2-40B4-BE49-F238E27FC236}">
                <a16:creationId xmlns:a16="http://schemas.microsoft.com/office/drawing/2014/main" id="{8BC4B531-A0FD-491F-BE81-EEA7E0A1F509}"/>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Repair: name the evidence and its limit</a:t>
            </a:r>
          </a:p>
        </p:txBody>
      </p:sp>
      <p:sp>
        <p:nvSpPr>
          <p:cNvPr id="10" name="text">
            <a:extLst xmlns:a="http://schemas.openxmlformats.org/drawingml/2006/main">
              <a:ext uri="{FF2B5EF4-FFF2-40B4-BE49-F238E27FC236}">
                <a16:creationId xmlns:a16="http://schemas.microsoft.com/office/drawing/2014/main" id="{31165E5E-0275-4E8B-8D81-C9D80D49A779}"/>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1" name="text">
            <a:extLst xmlns:a="http://schemas.openxmlformats.org/drawingml/2006/main">
              <a:ext uri="{FF2B5EF4-FFF2-40B4-BE49-F238E27FC236}">
                <a16:creationId xmlns:a16="http://schemas.microsoft.com/office/drawing/2014/main" id="{CB6C9AD9-5BD8-404C-AF06-479CB1964027}"/>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2" name="text">
            <a:extLst xmlns:a="http://schemas.openxmlformats.org/drawingml/2006/main">
              <a:ext uri="{FF2B5EF4-FFF2-40B4-BE49-F238E27FC236}">
                <a16:creationId xmlns:a16="http://schemas.microsoft.com/office/drawing/2014/main" id="{7795D4D8-8302-4254-A052-432B5B75BB1C}"/>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29 / 43</a:t>
            </a:r>
          </a:p>
        </p:txBody>
      </p:sp>
      <p:sp>
        <p:nvSpPr>
          <p:cNvPr id="13" name="text">
            <a:extLst xmlns:a="http://schemas.openxmlformats.org/drawingml/2006/main">
              <a:ext uri="{FF2B5EF4-FFF2-40B4-BE49-F238E27FC236}">
                <a16:creationId xmlns:a16="http://schemas.microsoft.com/office/drawing/2014/main" id="{8D78C934-0228-47A7-871E-6FEE3C8112B5}"/>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5876049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37800BC5-96F8-4C5F-8E18-0C20638F347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1975D2F4-64C0-456A-8B98-718B4E87EE85}"/>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BB0ECE7C-75A8-47E9-9AE8-E750DF4C576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Connect each claim to its science</a:t>
            </a:r>
          </a:p>
        </p:txBody>
      </p:sp>
      <p:pic>
        <p:nvPicPr>
          <p:cNvPr id="4" name="">
            <a:extLst xmlns:a="http://schemas.openxmlformats.org/drawingml/2006/main">
              <a:ext uri="{FF2B5EF4-FFF2-40B4-BE49-F238E27FC236}">
                <a16:creationId xmlns:a16="http://schemas.microsoft.com/office/drawing/2014/main" id="{1FDBDF48-DF8B-4DE1-BA6E-28F759D761ED}"/>
              </a:ext>
            </a:extLst>
          </p:cNvPr>
          <p:cNvPicPr>
            <a:picLocks xmlns:a="http://schemas.openxmlformats.org/drawingml/2006/main" noChangeAspect="1"/>
          </p:cNvPicPr>
          <p:nvPr/>
        </p:nvPicPr>
        <p:blipFill>
          <a:blip xmlns:r="http://schemas.openxmlformats.org/officeDocument/2006/relationships" xmlns:a="http://schemas.openxmlformats.org/drawingml/2006/main" r:embed="R7fb68bd8c8a544d2"/>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C2127A6-153A-472C-9F10-DE13C9039A19}"/>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AF44AA3-F010-4051-A05B-2617A44F685B}"/>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5D25A63-7AE8-40D0-90EE-4ED3186E262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science, a claim needs clues that fit. Give a reason. Say how far the claim can go.</a:t>
            </a:r>
          </a:p>
        </p:txBody>
      </p:sp>
      <p:sp>
        <p:nvSpPr>
          <p:cNvPr id="8" name="text">
            <a:extLst xmlns:a="http://schemas.openxmlformats.org/drawingml/2006/main">
              <a:ext uri="{FF2B5EF4-FFF2-40B4-BE49-F238E27FC236}">
                <a16:creationId xmlns:a16="http://schemas.microsoft.com/office/drawing/2014/main" id="{F2820D64-962A-47EF-B98C-C8EA26BF1FE0}"/>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Being sure does not show that you know the science. Nor does a lot of writing.</a:t>
            </a:r>
          </a:p>
        </p:txBody>
      </p:sp>
      <p:sp>
        <p:nvSpPr>
          <p:cNvPr id="9" name="text">
            <a:extLst xmlns:a="http://schemas.openxmlformats.org/drawingml/2006/main">
              <a:ext uri="{FF2B5EF4-FFF2-40B4-BE49-F238E27FC236}">
                <a16:creationId xmlns:a16="http://schemas.microsoft.com/office/drawing/2014/main" id="{8423B7EC-3164-47B2-A797-1B2410071644}"/>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0" name="text">
            <a:extLst xmlns:a="http://schemas.openxmlformats.org/drawingml/2006/main">
              <a:ext uri="{FF2B5EF4-FFF2-40B4-BE49-F238E27FC236}">
                <a16:creationId xmlns:a16="http://schemas.microsoft.com/office/drawing/2014/main" id="{832E187D-836A-44B3-BBCD-829A2AAF34CB}"/>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1" name="text">
            <a:extLst xmlns:a="http://schemas.openxmlformats.org/drawingml/2006/main">
              <a:ext uri="{FF2B5EF4-FFF2-40B4-BE49-F238E27FC236}">
                <a16:creationId xmlns:a16="http://schemas.microsoft.com/office/drawing/2014/main" id="{438B3465-23A8-4BB9-9BEF-978B6C0B30E7}"/>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30 / 43</a:t>
            </a:r>
          </a:p>
        </p:txBody>
      </p:sp>
      <p:sp>
        <p:nvSpPr>
          <p:cNvPr id="12" name="text">
            <a:extLst xmlns:a="http://schemas.openxmlformats.org/drawingml/2006/main">
              <a:ext uri="{FF2B5EF4-FFF2-40B4-BE49-F238E27FC236}">
                <a16:creationId xmlns:a16="http://schemas.microsoft.com/office/drawing/2014/main" id="{FEAD569F-B6B4-4DE0-8BBB-362F88A8BF2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87808645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43E5EACB-6308-4454-95B5-EF0A4AB6BB07}"/>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6145560D-4B98-49B6-B3C7-919864B5615C}"/>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9 min · 24 to 33</a:t>
            </a:r>
          </a:p>
        </p:txBody>
      </p:sp>
      <p:sp>
        <p:nvSpPr>
          <p:cNvPr id="3" name="text">
            <a:extLst xmlns:a="http://schemas.openxmlformats.org/drawingml/2006/main">
              <a:ext uri="{FF2B5EF4-FFF2-40B4-BE49-F238E27FC236}">
                <a16:creationId xmlns:a16="http://schemas.microsoft.com/office/drawing/2014/main" id="{6E88B4D4-3392-416B-855D-C9C3240DA9C5}"/>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644A3A82-0E73-4FB3-A94A-D569C8A57664}"/>
              </a:ext>
            </a:extLst>
          </p:cNvPr>
          <p:cNvPicPr>
            <a:picLocks xmlns:a="http://schemas.openxmlformats.org/drawingml/2006/main" noChangeAspect="1"/>
          </p:cNvPicPr>
          <p:nvPr/>
        </p:nvPicPr>
        <p:blipFill>
          <a:blip xmlns:r="http://schemas.openxmlformats.org/officeDocument/2006/relationships" xmlns:a="http://schemas.openxmlformats.org/drawingml/2006/main" r:embed="Rd9e6605a3c004bd9"/>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4A3AC94-542B-4683-8B4A-A157AD65D8EF}"/>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60AA630-9792-4186-89B3-C4878C970340}"/>
              </a:ext>
            </a:extLst>
          </p:cNvPr>
          <p:cNvSpPr>
            <a:spLocks xmlns:a="http://schemas.openxmlformats.org/drawingml/2006/main" noGrp="1"/>
          </p:cNvSpPr>
          <p:nvPr/>
        </p:nvSpPr>
        <p:spPr>
          <a:xfrm xmlns:a="http://schemas.openxmlformats.org/drawingml/2006/main">
            <a:off x="381000" y="1485900"/>
            <a:ext cx="9351169"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E0AA08C9-7E9D-4661-95D1-A4E832107EA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Write or draw your own response to the selected task.</a:t>
            </a:r>
          </a:p>
        </p:txBody>
      </p:sp>
      <p:sp>
        <p:nvSpPr>
          <p:cNvPr id="8" name="text">
            <a:extLst xmlns:a="http://schemas.openxmlformats.org/drawingml/2006/main">
              <a:ext uri="{FF2B5EF4-FFF2-40B4-BE49-F238E27FC236}">
                <a16:creationId xmlns:a16="http://schemas.microsoft.com/office/drawing/2014/main" id="{C6F83E63-844E-4152-8560-C626F5328426}"/>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evidence for all four science decisions. Keep a first answer, use one private feedback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point and improve one explanation.</a:t>
            </a:r>
          </a:p>
        </p:txBody>
      </p:sp>
      <p:sp>
        <p:nvSpPr>
          <p:cNvPr id="9" name="text">
            <a:extLst xmlns:a="http://schemas.openxmlformats.org/drawingml/2006/main">
              <a:ext uri="{FF2B5EF4-FFF2-40B4-BE49-F238E27FC236}">
                <a16:creationId xmlns:a16="http://schemas.microsoft.com/office/drawing/2014/main" id="{4BEC22A8-F6C9-4FCE-B584-8AD0CCACFA03}"/>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0" name="text">
            <a:extLst xmlns:a="http://schemas.openxmlformats.org/drawingml/2006/main">
              <a:ext uri="{FF2B5EF4-FFF2-40B4-BE49-F238E27FC236}">
                <a16:creationId xmlns:a16="http://schemas.microsoft.com/office/drawing/2014/main" id="{0185A137-A179-4180-98AA-3A66544DA5B7}"/>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1" name="text">
            <a:extLst xmlns:a="http://schemas.openxmlformats.org/drawingml/2006/main">
              <a:ext uri="{FF2B5EF4-FFF2-40B4-BE49-F238E27FC236}">
                <a16:creationId xmlns:a16="http://schemas.microsoft.com/office/drawing/2014/main" id="{75E4385E-65C2-4A83-9A96-9D08D9A0B1DD}"/>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31 / 43</a:t>
            </a:r>
          </a:p>
        </p:txBody>
      </p:sp>
      <p:sp>
        <p:nvSpPr>
          <p:cNvPr id="12" name="text">
            <a:extLst xmlns:a="http://schemas.openxmlformats.org/drawingml/2006/main">
              <a:ext uri="{FF2B5EF4-FFF2-40B4-BE49-F238E27FC236}">
                <a16:creationId xmlns:a16="http://schemas.microsoft.com/office/drawing/2014/main" id="{07B94CD1-3FA9-430A-9509-F9557F68352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47484744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5342EBD8-A9FE-4B35-B43E-D6621929B511}"/>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D0343E6D-B52F-4538-889C-D939A7F1E980}"/>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9 min · 24 to 33</a:t>
            </a:r>
          </a:p>
        </p:txBody>
      </p:sp>
      <p:sp>
        <p:nvSpPr>
          <p:cNvPr id="3" name="text">
            <a:extLst xmlns:a="http://schemas.openxmlformats.org/drawingml/2006/main">
              <a:ext uri="{FF2B5EF4-FFF2-40B4-BE49-F238E27FC236}">
                <a16:creationId xmlns:a16="http://schemas.microsoft.com/office/drawing/2014/main" id="{94B416FB-5BFE-45FC-8C3D-39504321BD4D}"/>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18283171-21D7-456D-A430-2985D28F8447}"/>
              </a:ext>
            </a:extLst>
          </p:cNvPr>
          <p:cNvPicPr>
            <a:picLocks xmlns:a="http://schemas.openxmlformats.org/drawingml/2006/main" noChangeAspect="1"/>
          </p:cNvPicPr>
          <p:nvPr/>
        </p:nvPicPr>
        <p:blipFill>
          <a:blip xmlns:r="http://schemas.openxmlformats.org/officeDocument/2006/relationships" xmlns:a="http://schemas.openxmlformats.org/drawingml/2006/main" r:embed="R3b85ef755bca4db9"/>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8EB025B-EC59-4E69-9A28-8EF89ACB2B80}"/>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2391905-C0D1-472D-B915-372D662CD00A}"/>
              </a:ext>
            </a:extLst>
          </p:cNvPr>
          <p:cNvSpPr>
            <a:spLocks xmlns:a="http://schemas.openxmlformats.org/drawingml/2006/main" noGrp="1"/>
          </p:cNvSpPr>
          <p:nvPr/>
        </p:nvSpPr>
        <p:spPr>
          <a:xfrm xmlns:a="http://schemas.openxmlformats.org/drawingml/2006/main">
            <a:off x="381000" y="1485900"/>
            <a:ext cx="9351169"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8158690-6D2E-454C-935F-F5627B38F527}"/>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14B14CED-5DF9-4993-ABB6-1110DC349797}"/>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Independent</a:t>
            </a:r>
          </a:p>
        </p:txBody>
      </p:sp>
      <p:sp>
        <p:nvSpPr>
          <p:cNvPr id="9" name="">
            <a:extLst xmlns:a="http://schemas.openxmlformats.org/drawingml/2006/main">
              <a:ext uri="{FF2B5EF4-FFF2-40B4-BE49-F238E27FC236}">
                <a16:creationId xmlns:a16="http://schemas.microsoft.com/office/drawing/2014/main" id="{E3935403-8571-4FBB-A48D-D9FA5A4B1A9F}"/>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A4CFBB87-34BE-4CE4-8D20-41A21F684B5E}"/>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Answer all four choices. Back each answer with a science reason.</a:t>
            </a:r>
          </a:p>
        </p:txBody>
      </p:sp>
      <p:sp>
        <p:nvSpPr>
          <p:cNvPr id="11" name="text">
            <a:extLst xmlns:a="http://schemas.openxmlformats.org/drawingml/2006/main">
              <a:ext uri="{FF2B5EF4-FFF2-40B4-BE49-F238E27FC236}">
                <a16:creationId xmlns:a16="http://schemas.microsoft.com/office/drawing/2014/main" id="{4071FD6C-C817-4D33-BE81-174F572C31A8}"/>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2" name="text">
            <a:extLst xmlns:a="http://schemas.openxmlformats.org/drawingml/2006/main">
              <a:ext uri="{FF2B5EF4-FFF2-40B4-BE49-F238E27FC236}">
                <a16:creationId xmlns:a16="http://schemas.microsoft.com/office/drawing/2014/main" id="{779229A1-6708-4861-9F58-57276D5B7CC5}"/>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3" name="text">
            <a:extLst xmlns:a="http://schemas.openxmlformats.org/drawingml/2006/main">
              <a:ext uri="{FF2B5EF4-FFF2-40B4-BE49-F238E27FC236}">
                <a16:creationId xmlns:a16="http://schemas.microsoft.com/office/drawing/2014/main" id="{F4D88376-86BD-49E6-B206-B419E63A9478}"/>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32 / 43</a:t>
            </a:r>
          </a:p>
        </p:txBody>
      </p:sp>
      <p:sp>
        <p:nvSpPr>
          <p:cNvPr id="14" name="text">
            <a:extLst xmlns:a="http://schemas.openxmlformats.org/drawingml/2006/main">
              <a:ext uri="{FF2B5EF4-FFF2-40B4-BE49-F238E27FC236}">
                <a16:creationId xmlns:a16="http://schemas.microsoft.com/office/drawing/2014/main" id="{65B61E62-56FA-4DCE-92BF-AB4E49FD339F}"/>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44627224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841DCE48-2135-40E6-AE14-2837B187962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F1C69831-99A4-4441-A017-70B30F771AD8}"/>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9 min · 24 to 33</a:t>
            </a:r>
          </a:p>
        </p:txBody>
      </p:sp>
      <p:sp>
        <p:nvSpPr>
          <p:cNvPr id="3" name="text">
            <a:extLst xmlns:a="http://schemas.openxmlformats.org/drawingml/2006/main">
              <a:ext uri="{FF2B5EF4-FFF2-40B4-BE49-F238E27FC236}">
                <a16:creationId xmlns:a16="http://schemas.microsoft.com/office/drawing/2014/main" id="{7EEB711C-DA7E-4A46-9B84-22375EC3E18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0BEE4C8E-BF0F-4EE1-AA8E-AC6938C04CBC}"/>
              </a:ext>
            </a:extLst>
          </p:cNvPr>
          <p:cNvPicPr>
            <a:picLocks xmlns:a="http://schemas.openxmlformats.org/drawingml/2006/main" noChangeAspect="1"/>
          </p:cNvPicPr>
          <p:nvPr/>
        </p:nvPicPr>
        <p:blipFill>
          <a:blip xmlns:r="http://schemas.openxmlformats.org/officeDocument/2006/relationships" xmlns:a="http://schemas.openxmlformats.org/drawingml/2006/main" r:embed="Rd71c4519624043f9"/>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2EDA2EA-C8F5-45A9-8D39-9123FED8B787}"/>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44256FE-55D5-4F6C-9F7D-8281F5D3C150}"/>
              </a:ext>
            </a:extLst>
          </p:cNvPr>
          <p:cNvSpPr>
            <a:spLocks xmlns:a="http://schemas.openxmlformats.org/drawingml/2006/main" noGrp="1"/>
          </p:cNvSpPr>
          <p:nvPr/>
        </p:nvSpPr>
        <p:spPr>
          <a:xfrm xmlns:a="http://schemas.openxmlformats.org/drawingml/2006/main">
            <a:off x="381000" y="1485900"/>
            <a:ext cx="9351169"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FE25A5D-E2A1-4994-BE68-65ECFDA2FA9A}"/>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E13B2F7D-941C-4126-B967-E99072C2085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Supported</a:t>
            </a:r>
          </a:p>
        </p:txBody>
      </p:sp>
      <p:sp>
        <p:nvSpPr>
          <p:cNvPr id="9" name="">
            <a:extLst xmlns:a="http://schemas.openxmlformats.org/drawingml/2006/main">
              <a:ext uri="{FF2B5EF4-FFF2-40B4-BE49-F238E27FC236}">
                <a16:creationId xmlns:a16="http://schemas.microsoft.com/office/drawing/2014/main" id="{E54E1063-B2F4-4609-9318-89088C9DBEC3}"/>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1B01DFDA-0C9F-426B-AE67-D1B8006269A0}"/>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prepared cards for friction, a lever, a fair comparison and Moonlight.</a:t>
            </a:r>
          </a:p>
        </p:txBody>
      </p:sp>
      <p:sp>
        <p:nvSpPr>
          <p:cNvPr id="11" name="">
            <a:extLst xmlns:a="http://schemas.openxmlformats.org/drawingml/2006/main">
              <a:ext uri="{FF2B5EF4-FFF2-40B4-BE49-F238E27FC236}">
                <a16:creationId xmlns:a16="http://schemas.microsoft.com/office/drawing/2014/main" id="{5751BC3E-93FD-45BF-BDE9-8CF5DE147511}"/>
              </a:ext>
            </a:extLst>
          </p:cNvPr>
          <p:cNvSpPr>
            <a:spLocks xmlns:a="http://schemas.openxmlformats.org/drawingml/2006/main" noGrp="1"/>
          </p:cNvSpPr>
          <p:nvPr/>
        </p:nvSpPr>
        <p:spPr>
          <a:xfrm xmlns:a="http://schemas.openxmlformats.org/drawingml/2006/main">
            <a:off x="409575" y="2447925"/>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FC1B8285-D3CC-4D90-AD59-E7191002D0A8}"/>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Point to the evidence, then finish one because statement.</a:t>
            </a:r>
          </a:p>
        </p:txBody>
      </p:sp>
      <p:sp>
        <p:nvSpPr>
          <p:cNvPr id="13" name="">
            <a:extLst xmlns:a="http://schemas.openxmlformats.org/drawingml/2006/main">
              <a:ext uri="{FF2B5EF4-FFF2-40B4-BE49-F238E27FC236}">
                <a16:creationId xmlns:a16="http://schemas.microsoft.com/office/drawing/2014/main" id="{F383B800-CD78-4EFB-98BA-2F80E9355D71}"/>
              </a:ext>
            </a:extLst>
          </p:cNvPr>
          <p:cNvSpPr>
            <a:spLocks xmlns:a="http://schemas.openxmlformats.org/drawingml/2006/main" noGrp="1"/>
          </p:cNvSpPr>
          <p:nvPr/>
        </p:nvSpPr>
        <p:spPr>
          <a:xfrm xmlns:a="http://schemas.openxmlformats.org/drawingml/2006/main">
            <a:off x="409575" y="2838450"/>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CBEB5BE1-6EAC-400F-9091-7F27E14E524F}"/>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Name the touching surfaces; gain and cost; control; light or orbit cause.</a:t>
            </a:r>
          </a:p>
        </p:txBody>
      </p:sp>
      <p:sp>
        <p:nvSpPr>
          <p:cNvPr id="15" name="text">
            <a:extLst xmlns:a="http://schemas.openxmlformats.org/drawingml/2006/main">
              <a:ext uri="{FF2B5EF4-FFF2-40B4-BE49-F238E27FC236}">
                <a16:creationId xmlns:a16="http://schemas.microsoft.com/office/drawing/2014/main" id="{92FF3D54-827C-4F56-8D90-287C40096EE7}"/>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6" name="text">
            <a:extLst xmlns:a="http://schemas.openxmlformats.org/drawingml/2006/main">
              <a:ext uri="{FF2B5EF4-FFF2-40B4-BE49-F238E27FC236}">
                <a16:creationId xmlns:a16="http://schemas.microsoft.com/office/drawing/2014/main" id="{0F1C922F-2253-4979-8501-D4F78BB143AD}"/>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7" name="text">
            <a:extLst xmlns:a="http://schemas.openxmlformats.org/drawingml/2006/main">
              <a:ext uri="{FF2B5EF4-FFF2-40B4-BE49-F238E27FC236}">
                <a16:creationId xmlns:a16="http://schemas.microsoft.com/office/drawing/2014/main" id="{43DAEBF7-6170-4380-9797-2E80D2F5FC4F}"/>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33 / 43</a:t>
            </a:r>
          </a:p>
        </p:txBody>
      </p:sp>
      <p:sp>
        <p:nvSpPr>
          <p:cNvPr id="18" name="text">
            <a:extLst xmlns:a="http://schemas.openxmlformats.org/drawingml/2006/main">
              <a:ext uri="{FF2B5EF4-FFF2-40B4-BE49-F238E27FC236}">
                <a16:creationId xmlns:a16="http://schemas.microsoft.com/office/drawing/2014/main" id="{6509B3AD-5C02-482F-93F3-7575052E6F3D}"/>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58199811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C7CFC117-65FE-4FB8-9874-77912302487A}"/>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99346A7B-670D-4CAE-813F-DB38BD262B90}"/>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9 min · 24 to 33</a:t>
            </a:r>
          </a:p>
        </p:txBody>
      </p:sp>
      <p:sp>
        <p:nvSpPr>
          <p:cNvPr id="3" name="text">
            <a:extLst xmlns:a="http://schemas.openxmlformats.org/drawingml/2006/main">
              <a:ext uri="{FF2B5EF4-FFF2-40B4-BE49-F238E27FC236}">
                <a16:creationId xmlns:a16="http://schemas.microsoft.com/office/drawing/2014/main" id="{91A228B0-F90D-48EB-AB9B-AF4A4D6AFD48}"/>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2CD7870F-E0E3-4D80-9B07-07246E8FDBF5}"/>
              </a:ext>
            </a:extLst>
          </p:cNvPr>
          <p:cNvPicPr>
            <a:picLocks xmlns:a="http://schemas.openxmlformats.org/drawingml/2006/main" noChangeAspect="1"/>
          </p:cNvPicPr>
          <p:nvPr/>
        </p:nvPicPr>
        <p:blipFill>
          <a:blip xmlns:r="http://schemas.openxmlformats.org/officeDocument/2006/relationships" xmlns:a="http://schemas.openxmlformats.org/drawingml/2006/main" r:embed="Rd2ddf67820c649a9"/>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073E450-A6AB-445B-BCE8-3E55645B6C6D}"/>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B0100DF-635D-417E-9A79-DFEC975F1ECB}"/>
              </a:ext>
            </a:extLst>
          </p:cNvPr>
          <p:cNvSpPr>
            <a:spLocks xmlns:a="http://schemas.openxmlformats.org/drawingml/2006/main" noGrp="1"/>
          </p:cNvSpPr>
          <p:nvPr/>
        </p:nvSpPr>
        <p:spPr>
          <a:xfrm xmlns:a="http://schemas.openxmlformats.org/drawingml/2006/main">
            <a:off x="381000" y="1485900"/>
            <a:ext cx="9351169"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7A7D511-09FE-41FC-A8E3-80603B4A342E}"/>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3A0A94A4-B00C-4EFA-8D51-564E2F7AE767}"/>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Choice</a:t>
            </a:r>
          </a:p>
        </p:txBody>
      </p:sp>
      <p:sp>
        <p:nvSpPr>
          <p:cNvPr id="9" name="">
            <a:extLst xmlns:a="http://schemas.openxmlformats.org/drawingml/2006/main">
              <a:ext uri="{FF2B5EF4-FFF2-40B4-BE49-F238E27FC236}">
                <a16:creationId xmlns:a16="http://schemas.microsoft.com/office/drawing/2014/main" id="{742141B4-B287-4751-82CB-4E697D1E06CB}"/>
              </a:ext>
            </a:extLst>
          </p:cNvPr>
          <p:cNvSpPr>
            <a:spLocks xmlns:a="http://schemas.openxmlformats.org/drawingml/2006/main" noGrp="1"/>
          </p:cNvSpPr>
          <p:nvPr/>
        </p:nvSpPr>
        <p:spPr>
          <a:xfrm xmlns:a="http://schemas.openxmlformats.org/drawingml/2006/main">
            <a:off x="409575" y="2057400"/>
            <a:ext cx="11372850" cy="18288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B4961651-222E-4BAD-A802-B919A852184E}"/>
              </a:ext>
            </a:extLst>
          </p:cNvPr>
          <p:cNvSpPr>
            <a:spLocks xmlns:a="http://schemas.openxmlformats.org/drawingml/2006/main" noGrp="1"/>
          </p:cNvSpPr>
          <p:nvPr/>
        </p:nvSpPr>
        <p:spPr>
          <a:xfrm xmlns:a="http://schemas.openxmlformats.org/drawingml/2006/main">
            <a:off x="457200" y="2066925"/>
            <a:ext cx="112776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Answer all four decisions using the evidence cards. Choose: friction helps shoes grip / makes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shoes float; friction at a rubbing axle helps / wastes energy. Choose the pivot: turning point /</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end of the lever; less effort force needs more / less effort distance. For a surface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comparison, choose measure distance / colour and keep the block same / different. Choose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gravity / reflected light keeps Earth in orbit; the Moon reflects sunlight / makes light. Finish</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one because reason for each decision. Record C beside your book response.</a:t>
            </a:r>
          </a:p>
        </p:txBody>
      </p:sp>
      <p:sp>
        <p:nvSpPr>
          <p:cNvPr id="11" name="text">
            <a:extLst xmlns:a="http://schemas.openxmlformats.org/drawingml/2006/main">
              <a:ext uri="{FF2B5EF4-FFF2-40B4-BE49-F238E27FC236}">
                <a16:creationId xmlns:a16="http://schemas.microsoft.com/office/drawing/2014/main" id="{7D6B62F7-E242-4CF2-9D0F-DA72B14290C4}"/>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2" name="text">
            <a:extLst xmlns:a="http://schemas.openxmlformats.org/drawingml/2006/main">
              <a:ext uri="{FF2B5EF4-FFF2-40B4-BE49-F238E27FC236}">
                <a16:creationId xmlns:a16="http://schemas.microsoft.com/office/drawing/2014/main" id="{0F38240B-45F8-473A-B2AE-0B4F61EA7FE0}"/>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3" name="text">
            <a:extLst xmlns:a="http://schemas.openxmlformats.org/drawingml/2006/main">
              <a:ext uri="{FF2B5EF4-FFF2-40B4-BE49-F238E27FC236}">
                <a16:creationId xmlns:a16="http://schemas.microsoft.com/office/drawing/2014/main" id="{74AFE424-34EF-453B-9115-7650C4496445}"/>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34 / 43</a:t>
            </a:r>
          </a:p>
        </p:txBody>
      </p:sp>
      <p:sp>
        <p:nvSpPr>
          <p:cNvPr id="14" name="text">
            <a:extLst xmlns:a="http://schemas.openxmlformats.org/drawingml/2006/main">
              <a:ext uri="{FF2B5EF4-FFF2-40B4-BE49-F238E27FC236}">
                <a16:creationId xmlns:a16="http://schemas.microsoft.com/office/drawing/2014/main" id="{E8738838-E7AF-4C0D-805D-C6A2E6E3AF43}"/>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030635130"/>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87185D1A-6AA7-49ED-80A5-47286D5B025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D45F28C9-9CEE-4EC2-849E-2A2E7B24BF5D}"/>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9 min · 24 to 33</a:t>
            </a:r>
          </a:p>
        </p:txBody>
      </p:sp>
      <p:sp>
        <p:nvSpPr>
          <p:cNvPr id="3" name="text">
            <a:extLst xmlns:a="http://schemas.openxmlformats.org/drawingml/2006/main">
              <a:ext uri="{FF2B5EF4-FFF2-40B4-BE49-F238E27FC236}">
                <a16:creationId xmlns:a16="http://schemas.microsoft.com/office/drawing/2014/main" id="{3595515A-190B-4C86-8082-CB12C217CEDB}"/>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4707CAC8-E6D8-4BAF-92C8-E4ECEFF4D6B2}"/>
              </a:ext>
            </a:extLst>
          </p:cNvPr>
          <p:cNvPicPr>
            <a:picLocks xmlns:a="http://schemas.openxmlformats.org/drawingml/2006/main" noChangeAspect="1"/>
          </p:cNvPicPr>
          <p:nvPr/>
        </p:nvPicPr>
        <p:blipFill>
          <a:blip xmlns:r="http://schemas.openxmlformats.org/officeDocument/2006/relationships" xmlns:a="http://schemas.openxmlformats.org/drawingml/2006/main" r:embed="Rb6754f52fd224296"/>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8F07DAC-EA5F-4471-968E-EADA10BAA0A1}"/>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C11CE61-7A0B-45E0-8D3D-1800EB3B66C7}"/>
              </a:ext>
            </a:extLst>
          </p:cNvPr>
          <p:cNvSpPr>
            <a:spLocks xmlns:a="http://schemas.openxmlformats.org/drawingml/2006/main" noGrp="1"/>
          </p:cNvSpPr>
          <p:nvPr/>
        </p:nvSpPr>
        <p:spPr>
          <a:xfrm xmlns:a="http://schemas.openxmlformats.org/drawingml/2006/main">
            <a:off x="381000" y="1485900"/>
            <a:ext cx="9351169"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0B3482-54B6-4B97-811F-E0510C21EA73}"/>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699652E5-A5B2-42F8-A68E-4D6A542FC7EE}"/>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Aspire</a:t>
            </a:r>
          </a:p>
        </p:txBody>
      </p:sp>
      <p:sp>
        <p:nvSpPr>
          <p:cNvPr id="9" name="">
            <a:extLst xmlns:a="http://schemas.openxmlformats.org/drawingml/2006/main">
              <a:ext uri="{FF2B5EF4-FFF2-40B4-BE49-F238E27FC236}">
                <a16:creationId xmlns:a16="http://schemas.microsoft.com/office/drawing/2014/main" id="{07C53A49-8A43-46EF-9983-F1B4909DB6BA}"/>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E2F65BB9-981A-455E-88C7-16BBC223F759}"/>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Explain each choice. Say how far a claim from a model or the data can go.</a:t>
            </a:r>
          </a:p>
        </p:txBody>
      </p:sp>
      <p:sp>
        <p:nvSpPr>
          <p:cNvPr id="11" name="">
            <a:extLst xmlns:a="http://schemas.openxmlformats.org/drawingml/2006/main">
              <a:ext uri="{FF2B5EF4-FFF2-40B4-BE49-F238E27FC236}">
                <a16:creationId xmlns:a16="http://schemas.microsoft.com/office/drawing/2014/main" id="{A8B32190-E69E-48FE-879B-018035D063CA}"/>
              </a:ext>
            </a:extLst>
          </p:cNvPr>
          <p:cNvSpPr>
            <a:spLocks xmlns:a="http://schemas.openxmlformats.org/drawingml/2006/main" noGrp="1"/>
          </p:cNvSpPr>
          <p:nvPr/>
        </p:nvSpPr>
        <p:spPr>
          <a:xfrm xmlns:a="http://schemas.openxmlformats.org/drawingml/2006/main">
            <a:off x="409575" y="2447925"/>
            <a:ext cx="11372850" cy="3524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076ACB05-0FA9-43A0-9693-2F90F675BD57}"/>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Say what the clues can show. Say one thing they cannot show.</a:t>
            </a:r>
          </a:p>
        </p:txBody>
      </p:sp>
      <p:sp>
        <p:nvSpPr>
          <p:cNvPr id="13" name="text">
            <a:extLst xmlns:a="http://schemas.openxmlformats.org/drawingml/2006/main">
              <a:ext uri="{FF2B5EF4-FFF2-40B4-BE49-F238E27FC236}">
                <a16:creationId xmlns:a16="http://schemas.microsoft.com/office/drawing/2014/main" id="{CE184A1E-2F7D-44B0-BE1B-139F419DDCBA}"/>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4" name="text">
            <a:extLst xmlns:a="http://schemas.openxmlformats.org/drawingml/2006/main">
              <a:ext uri="{FF2B5EF4-FFF2-40B4-BE49-F238E27FC236}">
                <a16:creationId xmlns:a16="http://schemas.microsoft.com/office/drawing/2014/main" id="{B697FCF2-57E0-4168-B5FF-62B3719E2267}"/>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5" name="text">
            <a:extLst xmlns:a="http://schemas.openxmlformats.org/drawingml/2006/main">
              <a:ext uri="{FF2B5EF4-FFF2-40B4-BE49-F238E27FC236}">
                <a16:creationId xmlns:a16="http://schemas.microsoft.com/office/drawing/2014/main" id="{2FDCECC6-38A5-4331-8C98-156E3E146AAF}"/>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35 / 43</a:t>
            </a:r>
          </a:p>
        </p:txBody>
      </p:sp>
      <p:sp>
        <p:nvSpPr>
          <p:cNvPr id="16" name="text">
            <a:extLst xmlns:a="http://schemas.openxmlformats.org/drawingml/2006/main">
              <a:ext uri="{FF2B5EF4-FFF2-40B4-BE49-F238E27FC236}">
                <a16:creationId xmlns:a16="http://schemas.microsoft.com/office/drawing/2014/main" id="{41475EE8-270B-4362-AA53-C4735877E8A1}"/>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92857449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15502192-CA56-4E64-8CAD-F6FD7751E2C7}"/>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8C8ABD43-7C33-4EFD-8ED2-7BD877B0E170}"/>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9 min · 24 to 33</a:t>
            </a:r>
          </a:p>
        </p:txBody>
      </p:sp>
      <p:sp>
        <p:nvSpPr>
          <p:cNvPr id="3" name="text">
            <a:extLst xmlns:a="http://schemas.openxmlformats.org/drawingml/2006/main">
              <a:ext uri="{FF2B5EF4-FFF2-40B4-BE49-F238E27FC236}">
                <a16:creationId xmlns:a16="http://schemas.microsoft.com/office/drawing/2014/main" id="{787D4E02-F20F-4E9B-9B4E-8AF1AAE2F381}"/>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E7206357-285B-47B6-8CAE-9B2BCFF62C14}"/>
              </a:ext>
            </a:extLst>
          </p:cNvPr>
          <p:cNvPicPr>
            <a:picLocks xmlns:a="http://schemas.openxmlformats.org/drawingml/2006/main" noChangeAspect="1"/>
          </p:cNvPicPr>
          <p:nvPr/>
        </p:nvPicPr>
        <p:blipFill>
          <a:blip xmlns:r="http://schemas.openxmlformats.org/officeDocument/2006/relationships" xmlns:a="http://schemas.openxmlformats.org/drawingml/2006/main" r:embed="Rb3baf25b7bb84f64"/>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4B5AADD-7DA1-4E54-AE3B-B399B891EEB9}"/>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B5A8298-63BC-457B-9C1F-083301CFBE5A}"/>
              </a:ext>
            </a:extLst>
          </p:cNvPr>
          <p:cNvSpPr>
            <a:spLocks xmlns:a="http://schemas.openxmlformats.org/drawingml/2006/main" noGrp="1"/>
          </p:cNvSpPr>
          <p:nvPr/>
        </p:nvSpPr>
        <p:spPr>
          <a:xfrm xmlns:a="http://schemas.openxmlformats.org/drawingml/2006/main">
            <a:off x="381000" y="1485900"/>
            <a:ext cx="9351169"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4F02E117-13C7-4C22-B448-A50DB65B1172}"/>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Genuine books, prepared evidence cards and familiar models.</a:t>
            </a:r>
          </a:p>
        </p:txBody>
      </p:sp>
      <p:sp>
        <p:nvSpPr>
          <p:cNvPr id="8" name="text">
            <a:extLst xmlns:a="http://schemas.openxmlformats.org/drawingml/2006/main">
              <a:ext uri="{FF2B5EF4-FFF2-40B4-BE49-F238E27FC236}">
                <a16:creationId xmlns:a16="http://schemas.microsoft.com/office/drawing/2014/main" id="{BE05C515-5DD5-42E1-B2BB-FA5243C5398A}"/>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the diagrams and cards you have. You do not need a new test. Use any models in the safe way</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agreed in class.</a:t>
            </a:r>
          </a:p>
        </p:txBody>
      </p:sp>
      <p:sp>
        <p:nvSpPr>
          <p:cNvPr id="9" name="text">
            <a:extLst xmlns:a="http://schemas.openxmlformats.org/drawingml/2006/main">
              <a:ext uri="{FF2B5EF4-FFF2-40B4-BE49-F238E27FC236}">
                <a16:creationId xmlns:a16="http://schemas.microsoft.com/office/drawing/2014/main" id="{4872C0FE-F117-4A99-AB38-85EACFC7C83E}"/>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the included evidence cards; point, direct, speak, draw or type.</a:t>
            </a:r>
          </a:p>
        </p:txBody>
      </p:sp>
      <p:sp>
        <p:nvSpPr>
          <p:cNvPr id="10" name="text">
            <a:extLst xmlns:a="http://schemas.openxmlformats.org/drawingml/2006/main">
              <a:ext uri="{FF2B5EF4-FFF2-40B4-BE49-F238E27FC236}">
                <a16:creationId xmlns:a16="http://schemas.microsoft.com/office/drawing/2014/main" id="{0FA48A79-D28E-4D2C-82CD-4991C2BA8D7F}"/>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prepared cards and exact scribing. Keep the same science decision.</a:t>
            </a:r>
          </a:p>
        </p:txBody>
      </p:sp>
      <p:sp>
        <p:nvSpPr>
          <p:cNvPr id="11" name="text">
            <a:extLst xmlns:a="http://schemas.openxmlformats.org/drawingml/2006/main">
              <a:ext uri="{FF2B5EF4-FFF2-40B4-BE49-F238E27FC236}">
                <a16:creationId xmlns:a16="http://schemas.microsoft.com/office/drawing/2014/main" id="{1BD85D30-A85A-4922-B17A-B701DF94DDF4}"/>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2" name="text">
            <a:extLst xmlns:a="http://schemas.openxmlformats.org/drawingml/2006/main">
              <a:ext uri="{FF2B5EF4-FFF2-40B4-BE49-F238E27FC236}">
                <a16:creationId xmlns:a16="http://schemas.microsoft.com/office/drawing/2014/main" id="{C975AE5E-7D80-4CCB-9321-DA2CBEB20EFB}"/>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3" name="text">
            <a:extLst xmlns:a="http://schemas.openxmlformats.org/drawingml/2006/main">
              <a:ext uri="{FF2B5EF4-FFF2-40B4-BE49-F238E27FC236}">
                <a16:creationId xmlns:a16="http://schemas.microsoft.com/office/drawing/2014/main" id="{A876DAD0-6612-4583-9A03-F3B42E81B698}"/>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36 / 43</a:t>
            </a:r>
          </a:p>
        </p:txBody>
      </p:sp>
      <p:sp>
        <p:nvSpPr>
          <p:cNvPr id="14" name="text">
            <a:extLst xmlns:a="http://schemas.openxmlformats.org/drawingml/2006/main">
              <a:ext uri="{FF2B5EF4-FFF2-40B4-BE49-F238E27FC236}">
                <a16:creationId xmlns:a16="http://schemas.microsoft.com/office/drawing/2014/main" id="{BD2A2342-2BF7-4991-B635-A4B6D5E5FD14}"/>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81744800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521F82D4-7EAE-43D5-95F1-F6F027390F39}"/>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5CE610FE-9253-4936-9ED0-720F1452EE82}"/>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9 min · 24 to 33</a:t>
            </a:r>
          </a:p>
        </p:txBody>
      </p:sp>
      <p:sp>
        <p:nvSpPr>
          <p:cNvPr id="3" name="text">
            <a:extLst xmlns:a="http://schemas.openxmlformats.org/drawingml/2006/main">
              <a:ext uri="{FF2B5EF4-FFF2-40B4-BE49-F238E27FC236}">
                <a16:creationId xmlns:a16="http://schemas.microsoft.com/office/drawing/2014/main" id="{6F713528-1FCC-4496-9E95-669CFEDF3A0B}"/>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625DB30A-A809-44C4-98F4-7FB03AF2FEC1}"/>
              </a:ext>
            </a:extLst>
          </p:cNvPr>
          <p:cNvPicPr>
            <a:picLocks xmlns:a="http://schemas.openxmlformats.org/drawingml/2006/main" noChangeAspect="1"/>
          </p:cNvPicPr>
          <p:nvPr/>
        </p:nvPicPr>
        <p:blipFill>
          <a:blip xmlns:r="http://schemas.openxmlformats.org/officeDocument/2006/relationships" xmlns:a="http://schemas.openxmlformats.org/drawingml/2006/main" r:embed="R7d06a19807674d70"/>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CF4FDCB-705D-4973-A236-5026D1774B66}"/>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4182CB-EC7A-4563-92E7-98D9BE63BD31}"/>
              </a:ext>
            </a:extLst>
          </p:cNvPr>
          <p:cNvSpPr>
            <a:spLocks xmlns:a="http://schemas.openxmlformats.org/drawingml/2006/main" noGrp="1"/>
          </p:cNvSpPr>
          <p:nvPr/>
        </p:nvSpPr>
        <p:spPr>
          <a:xfrm xmlns:a="http://schemas.openxmlformats.org/drawingml/2006/main">
            <a:off x="381000" y="1485900"/>
            <a:ext cx="9351169"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6D9F715D-43FD-421B-AEDD-8B7865781AEC}"/>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Where is friction helpful and where is it unhelpful? Name the touching surfaces.</a:t>
            </a:r>
          </a:p>
        </p:txBody>
      </p:sp>
      <p:sp>
        <p:nvSpPr>
          <p:cNvPr id="8" name="text">
            <a:extLst xmlns:a="http://schemas.openxmlformats.org/drawingml/2006/main">
              <a:ext uri="{FF2B5EF4-FFF2-40B4-BE49-F238E27FC236}">
                <a16:creationId xmlns:a16="http://schemas.microsoft.com/office/drawing/2014/main" id="{D1B8FFCD-D04A-4CED-887B-ECA3FCDFC79D}"/>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Where is the pivot? If the effort force is smaller, what happens to effort distance?</a:t>
            </a:r>
          </a:p>
        </p:txBody>
      </p:sp>
      <p:sp>
        <p:nvSpPr>
          <p:cNvPr id="9" name="text">
            <a:extLst xmlns:a="http://schemas.openxmlformats.org/drawingml/2006/main">
              <a:ext uri="{FF2B5EF4-FFF2-40B4-BE49-F238E27FC236}">
                <a16:creationId xmlns:a16="http://schemas.microsoft.com/office/drawing/2014/main" id="{363D0391-03F6-4D9A-B2A7-BC7D79BB2C87}"/>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Change the surface: what will you measure, and what stays the same?</a:t>
            </a:r>
          </a:p>
        </p:txBody>
      </p:sp>
      <p:sp>
        <p:nvSpPr>
          <p:cNvPr id="10" name="text">
            <a:extLst xmlns:a="http://schemas.openxmlformats.org/drawingml/2006/main">
              <a:ext uri="{FF2B5EF4-FFF2-40B4-BE49-F238E27FC236}">
                <a16:creationId xmlns:a16="http://schemas.microsoft.com/office/drawing/2014/main" id="{4902701B-8622-44BB-8CEF-9CCDB91B2B4B}"/>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Why does Earth orbit the Sun, and why does the Moon appear bright?</a:t>
            </a:r>
          </a:p>
        </p:txBody>
      </p:sp>
      <p:sp>
        <p:nvSpPr>
          <p:cNvPr id="11" name="text">
            <a:extLst xmlns:a="http://schemas.openxmlformats.org/drawingml/2006/main">
              <a:ext uri="{FF2B5EF4-FFF2-40B4-BE49-F238E27FC236}">
                <a16:creationId xmlns:a16="http://schemas.microsoft.com/office/drawing/2014/main" id="{6ABB2826-9164-419F-A2BD-FDCE9EC8C427}"/>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2" name="text">
            <a:extLst xmlns:a="http://schemas.openxmlformats.org/drawingml/2006/main">
              <a:ext uri="{FF2B5EF4-FFF2-40B4-BE49-F238E27FC236}">
                <a16:creationId xmlns:a16="http://schemas.microsoft.com/office/drawing/2014/main" id="{A64A1939-C76C-42B0-BA54-6DD4303446AC}"/>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3" name="text">
            <a:extLst xmlns:a="http://schemas.openxmlformats.org/drawingml/2006/main">
              <a:ext uri="{FF2B5EF4-FFF2-40B4-BE49-F238E27FC236}">
                <a16:creationId xmlns:a16="http://schemas.microsoft.com/office/drawing/2014/main" id="{D4D0F959-D2DD-49A2-9A6B-FE3C676CA3ED}"/>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37 / 43</a:t>
            </a:r>
          </a:p>
        </p:txBody>
      </p:sp>
      <p:sp>
        <p:nvSpPr>
          <p:cNvPr id="14" name="text">
            <a:extLst xmlns:a="http://schemas.openxmlformats.org/drawingml/2006/main">
              <a:ext uri="{FF2B5EF4-FFF2-40B4-BE49-F238E27FC236}">
                <a16:creationId xmlns:a16="http://schemas.microsoft.com/office/drawing/2014/main" id="{14CBF1DC-C69A-4814-97D7-4E230B6451E7}"/>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376990362"/>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4528934B-A194-406A-84FF-70674F230A99}"/>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A312DC83-E42B-470A-845D-6153714128B6}"/>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9 min · 24 to 33</a:t>
            </a:r>
          </a:p>
        </p:txBody>
      </p:sp>
      <p:sp>
        <p:nvSpPr>
          <p:cNvPr id="3" name="text">
            <a:extLst xmlns:a="http://schemas.openxmlformats.org/drawingml/2006/main">
              <a:ext uri="{FF2B5EF4-FFF2-40B4-BE49-F238E27FC236}">
                <a16:creationId xmlns:a16="http://schemas.microsoft.com/office/drawing/2014/main" id="{BF0B32C8-39FE-404E-BD3D-436F40EDD43A}"/>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87381CB2-4AD7-4D5C-B6AC-B794E8E0C7C7}"/>
              </a:ext>
            </a:extLst>
          </p:cNvPr>
          <p:cNvPicPr>
            <a:picLocks xmlns:a="http://schemas.openxmlformats.org/drawingml/2006/main" noChangeAspect="1"/>
          </p:cNvPicPr>
          <p:nvPr/>
        </p:nvPicPr>
        <p:blipFill>
          <a:blip xmlns:r="http://schemas.openxmlformats.org/officeDocument/2006/relationships" xmlns:a="http://schemas.openxmlformats.org/drawingml/2006/main" r:embed="R8ebec798a8b84656"/>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3086CD9-51D2-4460-A043-44116F9E7380}"/>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9303D51-E96D-4BA6-A3C3-CE489F62573F}"/>
              </a:ext>
            </a:extLst>
          </p:cNvPr>
          <p:cNvSpPr>
            <a:spLocks xmlns:a="http://schemas.openxmlformats.org/drawingml/2006/main" noGrp="1"/>
          </p:cNvSpPr>
          <p:nvPr/>
        </p:nvSpPr>
        <p:spPr>
          <a:xfrm xmlns:a="http://schemas.openxmlformats.org/drawingml/2006/main">
            <a:off x="381000" y="1485900"/>
            <a:ext cx="9351169"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6BF2C1C3-7C82-4F6B-B848-FCBA6A7268D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Pick the cards you know. Use them for the four science choices.</a:t>
            </a:r>
          </a:p>
        </p:txBody>
      </p:sp>
      <p:sp>
        <p:nvSpPr>
          <p:cNvPr id="8" name="text">
            <a:extLst xmlns:a="http://schemas.openxmlformats.org/drawingml/2006/main">
              <a:ext uri="{FF2B5EF4-FFF2-40B4-BE49-F238E27FC236}">
                <a16:creationId xmlns:a16="http://schemas.microsoft.com/office/drawing/2014/main" id="{1105C43C-FCA0-4C66-BC52-F59E335DF929}"/>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Match each choice to what was seen. Stop and check the task with the adult. Check the help</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you have agreed.</a:t>
            </a:r>
          </a:p>
        </p:txBody>
      </p:sp>
      <p:sp>
        <p:nvSpPr>
          <p:cNvPr id="9" name="text">
            <a:extLst xmlns:a="http://schemas.openxmlformats.org/drawingml/2006/main">
              <a:ext uri="{FF2B5EF4-FFF2-40B4-BE49-F238E27FC236}">
                <a16:creationId xmlns:a16="http://schemas.microsoft.com/office/drawing/2014/main" id="{EF5C0669-C596-44A9-8C57-782FBCA6C15A}"/>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Keep your first answer. Use just the help agreed. You do not need a new test.</a:t>
            </a:r>
          </a:p>
        </p:txBody>
      </p:sp>
      <p:sp>
        <p:nvSpPr>
          <p:cNvPr id="10" name="text">
            <a:extLst xmlns:a="http://schemas.openxmlformats.org/drawingml/2006/main">
              <a:ext uri="{FF2B5EF4-FFF2-40B4-BE49-F238E27FC236}">
                <a16:creationId xmlns:a16="http://schemas.microsoft.com/office/drawing/2014/main" id="{EE0E2D3A-BF8D-4288-BDB7-74631E041076}"/>
              </a:ext>
            </a:extLst>
          </p:cNvPr>
          <p:cNvSpPr>
            <a:spLocks xmlns:a="http://schemas.openxmlformats.org/drawingml/2006/main" noGrp="1"/>
          </p:cNvSpPr>
          <p:nvPr/>
        </p:nvSpPr>
        <p:spPr>
          <a:xfrm xmlns:a="http://schemas.openxmlformats.org/drawingml/2006/main">
            <a:off x="457200" y="31432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Write the clues in your book. Say what the clues show in science. Make one change and check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it.</a:t>
            </a:r>
          </a:p>
        </p:txBody>
      </p:sp>
      <p:sp>
        <p:nvSpPr>
          <p:cNvPr id="11" name="text">
            <a:extLst xmlns:a="http://schemas.openxmlformats.org/drawingml/2006/main">
              <a:ext uri="{FF2B5EF4-FFF2-40B4-BE49-F238E27FC236}">
                <a16:creationId xmlns:a16="http://schemas.microsoft.com/office/drawing/2014/main" id="{B602B3D4-32F4-478C-B200-C15BB6495B81}"/>
              </a:ext>
            </a:extLst>
          </p:cNvPr>
          <p:cNvSpPr>
            <a:spLocks xmlns:a="http://schemas.openxmlformats.org/drawingml/2006/main" noGrp="1"/>
          </p:cNvSpPr>
          <p:nvPr/>
        </p:nvSpPr>
        <p:spPr>
          <a:xfrm xmlns:a="http://schemas.openxmlformats.org/drawingml/2006/main">
            <a:off x="457200" y="38290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Put out just the kit for this stage.</a:t>
            </a:r>
          </a:p>
        </p:txBody>
      </p:sp>
      <p:sp>
        <p:nvSpPr>
          <p:cNvPr id="12" name="text">
            <a:extLst xmlns:a="http://schemas.openxmlformats.org/drawingml/2006/main">
              <a:ext uri="{FF2B5EF4-FFF2-40B4-BE49-F238E27FC236}">
                <a16:creationId xmlns:a16="http://schemas.microsoft.com/office/drawing/2014/main" id="{1076FA7A-399B-444C-B7BA-042180867DD7}"/>
              </a:ext>
            </a:extLst>
          </p:cNvPr>
          <p:cNvSpPr>
            <a:spLocks xmlns:a="http://schemas.openxmlformats.org/drawingml/2006/main" noGrp="1"/>
          </p:cNvSpPr>
          <p:nvPr/>
        </p:nvSpPr>
        <p:spPr>
          <a:xfrm xmlns:a="http://schemas.openxmlformats.org/drawingml/2006/main">
            <a:off x="457200" y="421957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If you cannot take part safely, watch the teacher show it. In your book, put what you saw. Say</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what it shows.</a:t>
            </a:r>
          </a:p>
        </p:txBody>
      </p:sp>
      <p:sp>
        <p:nvSpPr>
          <p:cNvPr id="13" name="text">
            <a:extLst xmlns:a="http://schemas.openxmlformats.org/drawingml/2006/main">
              <a:ext uri="{FF2B5EF4-FFF2-40B4-BE49-F238E27FC236}">
                <a16:creationId xmlns:a16="http://schemas.microsoft.com/office/drawing/2014/main" id="{0DCB73B1-6D2B-4454-AFBD-E5E8DC61C737}"/>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4" name="text">
            <a:extLst xmlns:a="http://schemas.openxmlformats.org/drawingml/2006/main">
              <a:ext uri="{FF2B5EF4-FFF2-40B4-BE49-F238E27FC236}">
                <a16:creationId xmlns:a16="http://schemas.microsoft.com/office/drawing/2014/main" id="{79D43419-7795-4A4F-B4E6-E810E15396B2}"/>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5" name="text">
            <a:extLst xmlns:a="http://schemas.openxmlformats.org/drawingml/2006/main">
              <a:ext uri="{FF2B5EF4-FFF2-40B4-BE49-F238E27FC236}">
                <a16:creationId xmlns:a16="http://schemas.microsoft.com/office/drawing/2014/main" id="{4C682328-D8C2-4E6A-9193-DB125753FA01}"/>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38 / 43</a:t>
            </a:r>
          </a:p>
        </p:txBody>
      </p:sp>
      <p:sp>
        <p:nvSpPr>
          <p:cNvPr id="16" name="text">
            <a:extLst xmlns:a="http://schemas.openxmlformats.org/drawingml/2006/main">
              <a:ext uri="{FF2B5EF4-FFF2-40B4-BE49-F238E27FC236}">
                <a16:creationId xmlns:a16="http://schemas.microsoft.com/office/drawing/2014/main" id="{5979659A-612B-46B1-A1AF-8BF9FC003F9D}"/>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86629160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2" name="text">
            <a:extLst xmlns:a="http://schemas.openxmlformats.org/drawingml/2006/main">
              <a:ext uri="{FF2B5EF4-FFF2-40B4-BE49-F238E27FC236}">
                <a16:creationId xmlns:a16="http://schemas.microsoft.com/office/drawing/2014/main" id="{F32C9A59-CC2B-437B-9E0F-0CBCEBF7B6FF}"/>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F1AF4FBC-23C2-4F77-AA2D-89391A2CBF3A}"/>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9 min · 24 to 33</a:t>
            </a:r>
          </a:p>
        </p:txBody>
      </p:sp>
      <p:sp>
        <p:nvSpPr>
          <p:cNvPr id="3" name="text">
            <a:extLst xmlns:a="http://schemas.openxmlformats.org/drawingml/2006/main">
              <a:ext uri="{FF2B5EF4-FFF2-40B4-BE49-F238E27FC236}">
                <a16:creationId xmlns:a16="http://schemas.microsoft.com/office/drawing/2014/main" id="{85E8D50B-BC21-4BF9-8523-3136ADA0236E}"/>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D788516B-D6CA-46DC-827E-0CB8B13ED36D}"/>
              </a:ext>
            </a:extLst>
          </p:cNvPr>
          <p:cNvPicPr>
            <a:picLocks xmlns:a="http://schemas.openxmlformats.org/drawingml/2006/main" noChangeAspect="1"/>
          </p:cNvPicPr>
          <p:nvPr/>
        </p:nvPicPr>
        <p:blipFill>
          <a:blip xmlns:r="http://schemas.openxmlformats.org/officeDocument/2006/relationships" xmlns:a="http://schemas.openxmlformats.org/drawingml/2006/main" r:embed="Rbbc791e92c3d403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44C9696-7F68-4322-A653-6DE45E5408E4}"/>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546D3F1-EBD6-4516-92C5-889384FC351B}"/>
              </a:ext>
            </a:extLst>
          </p:cNvPr>
          <p:cNvSpPr>
            <a:spLocks xmlns:a="http://schemas.openxmlformats.org/drawingml/2006/main" noGrp="1"/>
          </p:cNvSpPr>
          <p:nvPr/>
        </p:nvSpPr>
        <p:spPr>
          <a:xfrm xmlns:a="http://schemas.openxmlformats.org/drawingml/2006/main">
            <a:off x="381000" y="1485900"/>
            <a:ext cx="9351169"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3CEB3FA-3D39-4373-91D2-0B264AD7EEA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After the task, put what you saw in your book. Say what it shows about today's goal.</a:t>
            </a:r>
          </a:p>
        </p:txBody>
      </p:sp>
      <p:sp>
        <p:nvSpPr>
          <p:cNvPr id="8" name="text">
            <a:extLst xmlns:a="http://schemas.openxmlformats.org/drawingml/2006/main">
              <a:ext uri="{FF2B5EF4-FFF2-40B4-BE49-F238E27FC236}">
                <a16:creationId xmlns:a16="http://schemas.microsoft.com/office/drawing/2014/main" id="{8EB7ED49-0E7B-4C57-95A0-86A84FF98626}"/>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9" name="text">
            <a:extLst xmlns:a="http://schemas.openxmlformats.org/drawingml/2006/main">
              <a:ext uri="{FF2B5EF4-FFF2-40B4-BE49-F238E27FC236}">
                <a16:creationId xmlns:a16="http://schemas.microsoft.com/office/drawing/2014/main" id="{CCE29998-30A5-443A-8E8C-2BEF2B6BF2E4}"/>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0" name="text">
            <a:extLst xmlns:a="http://schemas.openxmlformats.org/drawingml/2006/main">
              <a:ext uri="{FF2B5EF4-FFF2-40B4-BE49-F238E27FC236}">
                <a16:creationId xmlns:a16="http://schemas.microsoft.com/office/drawing/2014/main" id="{737F5081-8785-4C88-A9A1-AB6C4A5CFB2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39 / 43</a:t>
            </a:r>
          </a:p>
        </p:txBody>
      </p:sp>
      <p:sp>
        <p:nvSpPr>
          <p:cNvPr id="11" name="text">
            <a:extLst xmlns:a="http://schemas.openxmlformats.org/drawingml/2006/main">
              <a:ext uri="{FF2B5EF4-FFF2-40B4-BE49-F238E27FC236}">
                <a16:creationId xmlns:a16="http://schemas.microsoft.com/office/drawing/2014/main" id="{9675C4E7-6EDE-4ADF-834C-D61E5DB9006C}"/>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98740204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FB5B62B7-D5F5-4359-8DFF-F8341BBBD51B}"/>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21035364-EED3-472A-9852-C26D4F475AB5}"/>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33 to 36</a:t>
            </a:r>
          </a:p>
        </p:txBody>
      </p:sp>
      <p:sp>
        <p:nvSpPr>
          <p:cNvPr id="3" name="text">
            <a:extLst xmlns:a="http://schemas.openxmlformats.org/drawingml/2006/main">
              <a:ext uri="{FF2B5EF4-FFF2-40B4-BE49-F238E27FC236}">
                <a16:creationId xmlns:a16="http://schemas.microsoft.com/office/drawing/2014/main" id="{067CE5CE-5738-418C-83DB-273351ED9F1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Review and improve</a:t>
            </a:r>
          </a:p>
        </p:txBody>
      </p:sp>
      <p:pic>
        <p:nvPicPr>
          <p:cNvPr id="4" name="">
            <a:extLst xmlns:a="http://schemas.openxmlformats.org/drawingml/2006/main">
              <a:ext uri="{FF2B5EF4-FFF2-40B4-BE49-F238E27FC236}">
                <a16:creationId xmlns:a16="http://schemas.microsoft.com/office/drawing/2014/main" id="{BD37E542-85C2-414E-9DC6-39F50ED00B7B}"/>
              </a:ext>
            </a:extLst>
          </p:cNvPr>
          <p:cNvPicPr>
            <a:picLocks xmlns:a="http://schemas.openxmlformats.org/drawingml/2006/main" noChangeAspect="1"/>
          </p:cNvPicPr>
          <p:nvPr/>
        </p:nvPicPr>
        <p:blipFill>
          <a:blip xmlns:r="http://schemas.openxmlformats.org/officeDocument/2006/relationships" xmlns:a="http://schemas.openxmlformats.org/drawingml/2006/main" r:embed="R3f650b9fc67f4637"/>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A55903D-B783-4BF7-A19F-493D77282E6B}"/>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C8A5E2D-2D4C-4C2D-A743-0A8C3506AA75}"/>
              </a:ext>
            </a:extLst>
          </p:cNvPr>
          <p:cNvSpPr>
            <a:spLocks xmlns:a="http://schemas.openxmlformats.org/drawingml/2006/main" noGrp="1"/>
          </p:cNvSpPr>
          <p:nvPr/>
        </p:nvSpPr>
        <p:spPr>
          <a:xfrm xmlns:a="http://schemas.openxmlformats.org/drawingml/2006/main">
            <a:off x="381000" y="1485900"/>
            <a:ext cx="10201275"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8D750F18-CB17-4915-AFE5-F1F60964C25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Review one explanation; make one edit and mark it //.</a:t>
            </a:r>
          </a:p>
        </p:txBody>
      </p:sp>
      <p:sp>
        <p:nvSpPr>
          <p:cNvPr id="8" name="text">
            <a:extLst xmlns:a="http://schemas.openxmlformats.org/drawingml/2006/main">
              <a:ext uri="{FF2B5EF4-FFF2-40B4-BE49-F238E27FC236}">
                <a16:creationId xmlns:a16="http://schemas.microsoft.com/office/drawing/2014/main" id="{B5385438-6398-4611-95FC-6155900BAB85}"/>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Keep your first answer. Hear one verbal feedback point and one next step.</a:t>
            </a:r>
          </a:p>
        </p:txBody>
      </p:sp>
      <p:sp>
        <p:nvSpPr>
          <p:cNvPr id="9" name="text">
            <a:extLst xmlns:a="http://schemas.openxmlformats.org/drawingml/2006/main">
              <a:ext uri="{FF2B5EF4-FFF2-40B4-BE49-F238E27FC236}">
                <a16:creationId xmlns:a16="http://schemas.microsoft.com/office/drawing/2014/main" id="{A831510E-C18A-4E46-8D62-9F6F64A80073}"/>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Read or show one explanation to an adult.</a:t>
            </a:r>
          </a:p>
        </p:txBody>
      </p:sp>
      <p:sp>
        <p:nvSpPr>
          <p:cNvPr id="10" name="text">
            <a:extLst xmlns:a="http://schemas.openxmlformats.org/drawingml/2006/main">
              <a:ext uri="{FF2B5EF4-FFF2-40B4-BE49-F238E27FC236}">
                <a16:creationId xmlns:a16="http://schemas.microsoft.com/office/drawing/2014/main" id="{F008B62D-CE27-4528-A7BF-8010F4D4BBBF}"/>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the feedback to change one precise part; mark the edit //.</a:t>
            </a:r>
          </a:p>
        </p:txBody>
      </p:sp>
      <p:sp>
        <p:nvSpPr>
          <p:cNvPr id="11" name="text">
            <a:extLst xmlns:a="http://schemas.openxmlformats.org/drawingml/2006/main">
              <a:ext uri="{FF2B5EF4-FFF2-40B4-BE49-F238E27FC236}">
                <a16:creationId xmlns:a16="http://schemas.microsoft.com/office/drawing/2014/main" id="{6B2A2CF3-3A51-4D99-A39F-D4BD02E6DA5E}"/>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Show what changed and why. On ?, read it back or use your agreed response mode.</a:t>
            </a:r>
          </a:p>
        </p:txBody>
      </p:sp>
      <p:sp>
        <p:nvSpPr>
          <p:cNvPr id="12" name="text">
            <a:extLst xmlns:a="http://schemas.openxmlformats.org/drawingml/2006/main">
              <a:ext uri="{FF2B5EF4-FFF2-40B4-BE49-F238E27FC236}">
                <a16:creationId xmlns:a16="http://schemas.microsoft.com/office/drawing/2014/main" id="{976EE28D-09A4-4A83-B2F2-8A201E1377F3}"/>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3" name="text">
            <a:extLst xmlns:a="http://schemas.openxmlformats.org/drawingml/2006/main">
              <a:ext uri="{FF2B5EF4-FFF2-40B4-BE49-F238E27FC236}">
                <a16:creationId xmlns:a16="http://schemas.microsoft.com/office/drawing/2014/main" id="{7FAD20AA-AA69-423B-ACFF-19A2A12BE81D}"/>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4" name="text">
            <a:extLst xmlns:a="http://schemas.openxmlformats.org/drawingml/2006/main">
              <a:ext uri="{FF2B5EF4-FFF2-40B4-BE49-F238E27FC236}">
                <a16:creationId xmlns:a16="http://schemas.microsoft.com/office/drawing/2014/main" id="{20AB61E7-E968-43F6-AD4E-0BC855027560}"/>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40 / 43</a:t>
            </a:r>
          </a:p>
        </p:txBody>
      </p:sp>
      <p:sp>
        <p:nvSpPr>
          <p:cNvPr id="15" name="text">
            <a:extLst xmlns:a="http://schemas.openxmlformats.org/drawingml/2006/main">
              <a:ext uri="{FF2B5EF4-FFF2-40B4-BE49-F238E27FC236}">
                <a16:creationId xmlns:a16="http://schemas.microsoft.com/office/drawing/2014/main" id="{19C04705-293B-4221-B0F1-05F28208F43C}"/>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147649177"/>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D84F9699-EBEB-4260-8AF5-1DC1C8B3A52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ABCF7FBD-81C8-4E88-BD5A-D13DB0D6A65E}"/>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36 to 40</a:t>
            </a:r>
          </a:p>
        </p:txBody>
      </p:sp>
      <p:sp>
        <p:nvSpPr>
          <p:cNvPr id="3" name="text">
            <a:extLst xmlns:a="http://schemas.openxmlformats.org/drawingml/2006/main">
              <a:ext uri="{FF2B5EF4-FFF2-40B4-BE49-F238E27FC236}">
                <a16:creationId xmlns:a16="http://schemas.microsoft.com/office/drawing/2014/main" id="{A4B83DCE-D43F-4722-9D0B-8619A67E730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74E93FD1-D75A-4988-B6B4-27A3738F96FF}"/>
              </a:ext>
            </a:extLst>
          </p:cNvPr>
          <p:cNvPicPr>
            <a:picLocks xmlns:a="http://schemas.openxmlformats.org/drawingml/2006/main" noChangeAspect="1"/>
          </p:cNvPicPr>
          <p:nvPr/>
        </p:nvPicPr>
        <p:blipFill>
          <a:blip xmlns:r="http://schemas.openxmlformats.org/officeDocument/2006/relationships" xmlns:a="http://schemas.openxmlformats.org/drawingml/2006/main" r:embed="R24ae27d3004f4176"/>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95958DB-3872-47A8-9A9C-1B558A113850}"/>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11D3B47-5F30-4489-8D1C-5FB420D3F99B}"/>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C208604B-8AB0-40D5-A6E3-3F0BEC82E55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Supported</a:t>
            </a:r>
          </a:p>
        </p:txBody>
      </p:sp>
      <p:sp>
        <p:nvSpPr>
          <p:cNvPr id="8" name="text">
            <a:extLst xmlns:a="http://schemas.openxmlformats.org/drawingml/2006/main">
              <a:ext uri="{FF2B5EF4-FFF2-40B4-BE49-F238E27FC236}">
                <a16:creationId xmlns:a16="http://schemas.microsoft.com/office/drawing/2014/main" id="{17426E54-EF92-4187-9019-6BCEEBDD7670}"/>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Under the heading Exit ticket: answer the prompt; show one next step.</a:t>
            </a:r>
          </a:p>
        </p:txBody>
      </p:sp>
      <p:sp>
        <p:nvSpPr>
          <p:cNvPr id="9" name="text">
            <a:extLst xmlns:a="http://schemas.openxmlformats.org/drawingml/2006/main">
              <a:ext uri="{FF2B5EF4-FFF2-40B4-BE49-F238E27FC236}">
                <a16:creationId xmlns:a16="http://schemas.microsoft.com/office/drawing/2014/main" id="{B80C5E02-A3D5-4F1E-A580-E17D7B7C2864}"/>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Pick one science idea. Point to the clue that backs it up.</a:t>
            </a:r>
          </a:p>
        </p:txBody>
      </p:sp>
      <p:sp>
        <p:nvSpPr>
          <p:cNvPr id="10" name="text">
            <a:extLst xmlns:a="http://schemas.openxmlformats.org/drawingml/2006/main">
              <a:ext uri="{FF2B5EF4-FFF2-40B4-BE49-F238E27FC236}">
                <a16:creationId xmlns:a16="http://schemas.microsoft.com/office/drawing/2014/main" id="{3011F21A-7969-4513-B56F-9D783DE7B1C7}"/>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1" name="text">
            <a:extLst xmlns:a="http://schemas.openxmlformats.org/drawingml/2006/main">
              <a:ext uri="{FF2B5EF4-FFF2-40B4-BE49-F238E27FC236}">
                <a16:creationId xmlns:a16="http://schemas.microsoft.com/office/drawing/2014/main" id="{28F576E6-EF86-4542-8A16-7DA1AE4298E8}"/>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2" name="text">
            <a:extLst xmlns:a="http://schemas.openxmlformats.org/drawingml/2006/main">
              <a:ext uri="{FF2B5EF4-FFF2-40B4-BE49-F238E27FC236}">
                <a16:creationId xmlns:a16="http://schemas.microsoft.com/office/drawing/2014/main" id="{DEE3D54B-C0F1-4112-8720-1539554CF6E2}"/>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41 / 43</a:t>
            </a:r>
          </a:p>
        </p:txBody>
      </p:sp>
      <p:sp>
        <p:nvSpPr>
          <p:cNvPr id="13" name="text">
            <a:extLst xmlns:a="http://schemas.openxmlformats.org/drawingml/2006/main">
              <a:ext uri="{FF2B5EF4-FFF2-40B4-BE49-F238E27FC236}">
                <a16:creationId xmlns:a16="http://schemas.microsoft.com/office/drawing/2014/main" id="{1970F710-CB43-49EE-9C48-A99BA436CAD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523583938"/>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36CC15A1-58AF-424C-B8CB-3D8A5AEA8DA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EE08ABB4-B973-4DCF-AA70-1634055A46CA}"/>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36 to 40</a:t>
            </a:r>
          </a:p>
        </p:txBody>
      </p:sp>
      <p:sp>
        <p:nvSpPr>
          <p:cNvPr id="3" name="text">
            <a:extLst xmlns:a="http://schemas.openxmlformats.org/drawingml/2006/main">
              <a:ext uri="{FF2B5EF4-FFF2-40B4-BE49-F238E27FC236}">
                <a16:creationId xmlns:a16="http://schemas.microsoft.com/office/drawing/2014/main" id="{53626E31-74FC-4E84-B1BD-DD7E20E4DDD8}"/>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C5D52CCB-53F1-4CDD-8B42-5EF250440D3D}"/>
              </a:ext>
            </a:extLst>
          </p:cNvPr>
          <p:cNvPicPr>
            <a:picLocks xmlns:a="http://schemas.openxmlformats.org/drawingml/2006/main" noChangeAspect="1"/>
          </p:cNvPicPr>
          <p:nvPr/>
        </p:nvPicPr>
        <p:blipFill>
          <a:blip xmlns:r="http://schemas.openxmlformats.org/officeDocument/2006/relationships" xmlns:a="http://schemas.openxmlformats.org/drawingml/2006/main" r:embed="R8802e7ddb6c34d2b"/>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D2934ED-EB39-4714-91AA-DB6325A42B87}"/>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736830F-7EE2-48B3-9CC2-5B75A4AE2B45}"/>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37B1107-100B-459B-ABD1-6DC73D68212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Standard</a:t>
            </a:r>
          </a:p>
        </p:txBody>
      </p:sp>
      <p:sp>
        <p:nvSpPr>
          <p:cNvPr id="8" name="text">
            <a:extLst xmlns:a="http://schemas.openxmlformats.org/drawingml/2006/main">
              <a:ext uri="{FF2B5EF4-FFF2-40B4-BE49-F238E27FC236}">
                <a16:creationId xmlns:a16="http://schemas.microsoft.com/office/drawing/2014/main" id="{143015C1-DEA6-4293-BB80-D0DDE467F13A}"/>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Under the heading Exit ticket: answer the prompt; show one next step.</a:t>
            </a:r>
          </a:p>
        </p:txBody>
      </p:sp>
      <p:sp>
        <p:nvSpPr>
          <p:cNvPr id="9" name="text">
            <a:extLst xmlns:a="http://schemas.openxmlformats.org/drawingml/2006/main">
              <a:ext uri="{FF2B5EF4-FFF2-40B4-BE49-F238E27FC236}">
                <a16:creationId xmlns:a16="http://schemas.microsoft.com/office/drawing/2014/main" id="{336F8EF6-8328-4097-B6DD-0524CB62380D}"/>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Pick one of the four science choices. Say why you made that choice. Use what was seen or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model to back it up.</a:t>
            </a:r>
          </a:p>
        </p:txBody>
      </p:sp>
      <p:sp>
        <p:nvSpPr>
          <p:cNvPr id="10" name="text">
            <a:extLst xmlns:a="http://schemas.openxmlformats.org/drawingml/2006/main">
              <a:ext uri="{FF2B5EF4-FFF2-40B4-BE49-F238E27FC236}">
                <a16:creationId xmlns:a16="http://schemas.microsoft.com/office/drawing/2014/main" id="{DEBE15FE-56EB-478B-96A4-925A19CEF371}"/>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1" name="text">
            <a:extLst xmlns:a="http://schemas.openxmlformats.org/drawingml/2006/main">
              <a:ext uri="{FF2B5EF4-FFF2-40B4-BE49-F238E27FC236}">
                <a16:creationId xmlns:a16="http://schemas.microsoft.com/office/drawing/2014/main" id="{20C91180-0CFE-4511-B1C1-8EA4515275C2}"/>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2" name="text">
            <a:extLst xmlns:a="http://schemas.openxmlformats.org/drawingml/2006/main">
              <a:ext uri="{FF2B5EF4-FFF2-40B4-BE49-F238E27FC236}">
                <a16:creationId xmlns:a16="http://schemas.microsoft.com/office/drawing/2014/main" id="{8488BB73-9C7D-426C-AB85-64B4199CD090}"/>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42 / 43</a:t>
            </a:r>
          </a:p>
        </p:txBody>
      </p:sp>
      <p:sp>
        <p:nvSpPr>
          <p:cNvPr id="13" name="text">
            <a:extLst xmlns:a="http://schemas.openxmlformats.org/drawingml/2006/main">
              <a:ext uri="{FF2B5EF4-FFF2-40B4-BE49-F238E27FC236}">
                <a16:creationId xmlns:a16="http://schemas.microsoft.com/office/drawing/2014/main" id="{8DC21F93-A438-4990-87E1-DA02ECE99FE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460173440"/>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C1EA90CC-92AD-42B4-91F4-8D9B6225DDCF}"/>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GROW · SCIENCE · Autumn 1 · Week 8</a:t>
            </a:r>
          </a:p>
        </p:txBody>
      </p:sp>
      <p:sp>
        <p:nvSpPr>
          <p:cNvPr id="2" name="text">
            <a:extLst xmlns:a="http://schemas.openxmlformats.org/drawingml/2006/main">
              <a:ext uri="{FF2B5EF4-FFF2-40B4-BE49-F238E27FC236}">
                <a16:creationId xmlns:a16="http://schemas.microsoft.com/office/drawing/2014/main" id="{D82C1003-16B5-44B0-9FD4-E5E4628A0863}"/>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36 to 40</a:t>
            </a:r>
          </a:p>
        </p:txBody>
      </p:sp>
      <p:sp>
        <p:nvSpPr>
          <p:cNvPr id="3" name="text">
            <a:extLst xmlns:a="http://schemas.openxmlformats.org/drawingml/2006/main">
              <a:ext uri="{FF2B5EF4-FFF2-40B4-BE49-F238E27FC236}">
                <a16:creationId xmlns:a16="http://schemas.microsoft.com/office/drawing/2014/main" id="{08CD6429-A214-439B-A035-884A5FDD4333}"/>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08740463-45D0-42FD-B116-28F3C841191C}"/>
              </a:ext>
            </a:extLst>
          </p:cNvPr>
          <p:cNvPicPr>
            <a:picLocks xmlns:a="http://schemas.openxmlformats.org/drawingml/2006/main" noChangeAspect="1"/>
          </p:cNvPicPr>
          <p:nvPr/>
        </p:nvPicPr>
        <p:blipFill>
          <a:blip xmlns:r="http://schemas.openxmlformats.org/officeDocument/2006/relationships" xmlns:a="http://schemas.openxmlformats.org/drawingml/2006/main" r:embed="R96af3741cf0e45eb"/>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54576A3-116A-4556-AFA7-4CABC65E8DA1}"/>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5968421-4248-4C10-B9D6-2FB47331460B}"/>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44F5EE22-702C-4AF3-9DD0-EBBB28752D7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Stretch</a:t>
            </a:r>
          </a:p>
        </p:txBody>
      </p:sp>
      <p:sp>
        <p:nvSpPr>
          <p:cNvPr id="8" name="text">
            <a:extLst xmlns:a="http://schemas.openxmlformats.org/drawingml/2006/main">
              <a:ext uri="{FF2B5EF4-FFF2-40B4-BE49-F238E27FC236}">
                <a16:creationId xmlns:a16="http://schemas.microsoft.com/office/drawing/2014/main" id="{E20DDA3B-F003-439B-90B9-58B9B802B5E1}"/>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Under the heading Exit ticket: answer the prompt; show one next step.</a:t>
            </a:r>
          </a:p>
        </p:txBody>
      </p:sp>
      <p:sp>
        <p:nvSpPr>
          <p:cNvPr id="9" name="text">
            <a:extLst xmlns:a="http://schemas.openxmlformats.org/drawingml/2006/main">
              <a:ext uri="{FF2B5EF4-FFF2-40B4-BE49-F238E27FC236}">
                <a16:creationId xmlns:a16="http://schemas.microsoft.com/office/drawing/2014/main" id="{F9F207FD-0DA1-4A50-9384-32BB269611EE}"/>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Look at the clues. Which is the least strong? Say what would make it stronger.</a:t>
            </a:r>
          </a:p>
        </p:txBody>
      </p:sp>
      <p:sp>
        <p:nvSpPr>
          <p:cNvPr id="10" name="text">
            <a:extLst xmlns:a="http://schemas.openxmlformats.org/drawingml/2006/main">
              <a:ext uri="{FF2B5EF4-FFF2-40B4-BE49-F238E27FC236}">
                <a16:creationId xmlns:a16="http://schemas.microsoft.com/office/drawing/2014/main" id="{40EB2F72-7754-4D25-B4CA-6D9BB2A716F8}"/>
              </a:ext>
            </a:extLst>
          </p:cNvPr>
          <p:cNvSpPr>
            <a:spLocks xmlns:a="http://schemas.openxmlformats.org/drawingml/2006/main" noGrp="1"/>
          </p:cNvSpPr>
          <p:nvPr/>
        </p:nvSpPr>
        <p:spPr>
          <a:xfrm xmlns:a="http://schemas.openxmlformats.org/drawingml/2006/main">
            <a:off x="381000" y="55721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243746"/>
                </a:solidFill>
                <a:latin typeface="Liberation Sans"/>
                <a:ea typeface="Liberation Sans"/>
                <a:cs typeface="Liberation Sans"/>
              </a:defRPr>
            </a:defPPr>
            <a:lvl1pPr>
              <a:defRPr sz="1500" b="0">
                <a:solidFill>
                  <a:srgbClr val="243746"/>
                </a:solidFill>
                <a:latin typeface="Liberation Sans"/>
                <a:ea typeface="Liberation Sans"/>
                <a:cs typeface="Liberation Sans"/>
              </a:defRPr>
            </a:lvl1pPr>
            <a:lvl2pPr>
              <a:defRPr sz="1500" b="0">
                <a:solidFill>
                  <a:srgbClr val="243746"/>
                </a:solidFill>
                <a:latin typeface="Liberation Sans"/>
                <a:ea typeface="Liberation Sans"/>
                <a:cs typeface="Liberation Sans"/>
              </a:defRPr>
            </a:lvl2pPr>
            <a:lvl3pPr>
              <a:defRPr sz="1500" b="0">
                <a:solidFill>
                  <a:srgbClr val="243746"/>
                </a:solidFill>
                <a:latin typeface="Liberation Sans"/>
                <a:ea typeface="Liberation Sans"/>
                <a:cs typeface="Liberation Sans"/>
              </a:defRPr>
            </a:lvl3pPr>
            <a:lvl4pPr>
              <a:defRPr sz="1500" b="0">
                <a:solidFill>
                  <a:srgbClr val="243746"/>
                </a:solidFill>
                <a:latin typeface="Liberation Sans"/>
                <a:ea typeface="Liberation Sans"/>
                <a:cs typeface="Liberation Sans"/>
              </a:defRPr>
            </a:lvl4pPr>
            <a:lvl5pPr>
              <a:defRPr sz="1500" b="0">
                <a:solidFill>
                  <a:srgbClr val="243746"/>
                </a:solidFill>
                <a:latin typeface="Liberation Sans"/>
                <a:ea typeface="Liberation Sans"/>
                <a:cs typeface="Liberation Sans"/>
              </a:defRPr>
            </a:lvl5pPr>
            <a:lvl6pPr>
              <a:defRPr sz="1500" b="0">
                <a:solidFill>
                  <a:srgbClr val="243746"/>
                </a:solidFill>
                <a:latin typeface="Liberation Sans"/>
                <a:ea typeface="Liberation Sans"/>
                <a:cs typeface="Liberation Sans"/>
              </a:defRPr>
            </a:lvl6pPr>
            <a:lvl7pPr>
              <a:defRPr sz="1500" b="0">
                <a:solidFill>
                  <a:srgbClr val="243746"/>
                </a:solidFill>
                <a:latin typeface="Liberation Sans"/>
                <a:ea typeface="Liberation Sans"/>
                <a:cs typeface="Liberation Sans"/>
              </a:defRPr>
            </a:lvl7pPr>
            <a:lvl8pPr>
              <a:defRPr sz="1500" b="0">
                <a:solidFill>
                  <a:srgbClr val="243746"/>
                </a:solidFill>
                <a:latin typeface="Liberation Sans"/>
                <a:ea typeface="Liberation Sans"/>
                <a:cs typeface="Liberation Sans"/>
              </a:defRPr>
            </a:lvl8pPr>
            <a:lvl9pPr>
              <a:defRPr sz="1500" b="0">
                <a:solidFill>
                  <a:srgbClr val="243746"/>
                </a:solidFill>
                <a:latin typeface="Liberation Sans"/>
                <a:ea typeface="Liberation Sans"/>
                <a:cs typeface="Liberation Sans"/>
              </a:defRPr>
            </a:lvl9pPr>
          </a:lstStyle>
          <a:p xmlns:a="http://schemas.openxmlformats.org/drawingml/2006/main">
            <a:pPr>
              <a:defRPr sz="1500" b="0">
                <a:solidFill>
                  <a:srgbClr val="243746"/>
                </a:solidFill>
                <a:latin typeface="Liberation Sans"/>
                <a:ea typeface="Liberation Sans"/>
                <a:cs typeface="Liberation Sans"/>
              </a:defRPr>
            </a:pPr>
            <a:r>
              <a:rPr sz="1500" b="0">
                <a:solidFill>
                  <a:srgbClr val="243746"/>
                </a:solidFill>
                <a:latin typeface="Liberation Sans"/>
                <a:ea typeface="Liberation Sans"/>
                <a:cs typeface="Liberation Sans"/>
              </a:rPr>
              <a:t>I can explain familiar science using an observation, model or genuine piece of work.</a:t>
            </a:r>
          </a:p>
        </p:txBody>
      </p:sp>
      <p:sp>
        <p:nvSpPr>
          <p:cNvPr id="11" name="text">
            <a:extLst xmlns:a="http://schemas.openxmlformats.org/drawingml/2006/main">
              <a:ext uri="{FF2B5EF4-FFF2-40B4-BE49-F238E27FC236}">
                <a16:creationId xmlns:a16="http://schemas.microsoft.com/office/drawing/2014/main" id="{6008FD2D-4644-4294-94F8-C05C3CE3EDF6}"/>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GROW-SCI-A1-W08-P2 · Version: ______ · Source page SHA-256: ______</a:t>
            </a:r>
          </a:p>
        </p:txBody>
      </p:sp>
      <p:sp>
        <p:nvSpPr>
          <p:cNvPr id="12" name="text">
            <a:extLst xmlns:a="http://schemas.openxmlformats.org/drawingml/2006/main">
              <a:ext uri="{FF2B5EF4-FFF2-40B4-BE49-F238E27FC236}">
                <a16:creationId xmlns:a16="http://schemas.microsoft.com/office/drawing/2014/main" id="{37FE80D6-110D-48FF-8163-7546EC8CA65B}"/>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43 / 43</a:t>
            </a:r>
          </a:p>
        </p:txBody>
      </p:sp>
      <p:sp>
        <p:nvSpPr>
          <p:cNvPr id="13" name="text">
            <a:extLst xmlns:a="http://schemas.openxmlformats.org/drawingml/2006/main">
              <a:ext uri="{FF2B5EF4-FFF2-40B4-BE49-F238E27FC236}">
                <a16:creationId xmlns:a16="http://schemas.microsoft.com/office/drawing/2014/main" id="{AC7972B7-80F9-44EF-9CF4-991806CB001F}"/>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7808825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Liberation Sans"/>
        <a:cs typeface="Liberation Sans"/>
      </a:majorFont>
      <a:minorFont>
        <a:latin typeface="Liberation Sans"/>
        <a:ea typeface="Liberation Sans"/>
        <a:cs typeface="Liberation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
  <dc:title>Use: Autumn Science: Show Your Thinking</dc:title>
  <dcterms:created xsi:type="dcterms:W3CDTF">2026-10-18T10:31:03.9090000Z</dcterms:created>
  <dcterms:modified xsi:type="dcterms:W3CDTF">2026-10-18T10:31:03.9090000Z</dcterms:modified>
  <dc:subject>GROW-SCI-A1-W08-P2</dc:subject>
  <dc:description/>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