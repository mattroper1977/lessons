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739029290f44b5a" Type="http://schemas.openxmlformats.org/package/2006/relationships/metadata/core-properties" Target="docProps/core.xml"/><Relationship Id="R4b5a2d2b781d474a" Type="http://schemas.openxmlformats.org/officeDocument/2006/relationships/extended-properties" Target="docProps/app.xml"/><Relationship Id="Rc049d2e7ab554a3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5db74094343c0"/>
  </p:sldMasterIdLst>
  <p:notesMasterIdLst>
    <p:notesMasterId xmlns:r="http://schemas.openxmlformats.org/officeDocument/2006/relationships" r:id="R05408ce9d686436e"/>
  </p:notesMasterIdLst>
  <p:sldIdLst>
    <p:sldId xmlns:r="http://schemas.openxmlformats.org/officeDocument/2006/relationships" id="256" r:id="R80e51653a2584df4"/>
    <p:sldId xmlns:r="http://schemas.openxmlformats.org/officeDocument/2006/relationships" id="257" r:id="R3ddd60bb34924506"/>
    <p:sldId xmlns:r="http://schemas.openxmlformats.org/officeDocument/2006/relationships" id="258" r:id="Rb91ca89f24c243d9"/>
    <p:sldId xmlns:r="http://schemas.openxmlformats.org/officeDocument/2006/relationships" id="259" r:id="R69d2c3a88de5467f"/>
    <p:sldId xmlns:r="http://schemas.openxmlformats.org/officeDocument/2006/relationships" id="260" r:id="R89ce9f7cb66443fa"/>
    <p:sldId xmlns:r="http://schemas.openxmlformats.org/officeDocument/2006/relationships" id="261" r:id="R40da9bf9f78b4f10"/>
    <p:sldId xmlns:r="http://schemas.openxmlformats.org/officeDocument/2006/relationships" id="262" r:id="Raec1b2900f6348e6"/>
    <p:sldId xmlns:r="http://schemas.openxmlformats.org/officeDocument/2006/relationships" id="263" r:id="R599145d6b2a84b7a"/>
    <p:sldId xmlns:r="http://schemas.openxmlformats.org/officeDocument/2006/relationships" id="264" r:id="Rb65a8da2f55b4b7f"/>
    <p:sldId xmlns:r="http://schemas.openxmlformats.org/officeDocument/2006/relationships" id="265" r:id="R22b8963366984637"/>
    <p:sldId xmlns:r="http://schemas.openxmlformats.org/officeDocument/2006/relationships" id="266" r:id="R72e44f97d6e94c5f"/>
    <p:sldId xmlns:r="http://schemas.openxmlformats.org/officeDocument/2006/relationships" id="267" r:id="Rd2095647c7774d8e"/>
    <p:sldId xmlns:r="http://schemas.openxmlformats.org/officeDocument/2006/relationships" id="268" r:id="Redd39ccf95db4a59"/>
    <p:sldId xmlns:r="http://schemas.openxmlformats.org/officeDocument/2006/relationships" id="269" r:id="R230817636d01452b"/>
    <p:sldId xmlns:r="http://schemas.openxmlformats.org/officeDocument/2006/relationships" id="270" r:id="R3e91ad08ec49444f"/>
    <p:sldId xmlns:r="http://schemas.openxmlformats.org/officeDocument/2006/relationships" id="271" r:id="R081aca8bde0d40be"/>
    <p:sldId xmlns:r="http://schemas.openxmlformats.org/officeDocument/2006/relationships" id="272" r:id="Rcc0858e5c79f480c"/>
    <p:sldId xmlns:r="http://schemas.openxmlformats.org/officeDocument/2006/relationships" id="273" r:id="Ra927e4ec9c75474a"/>
    <p:sldId xmlns:r="http://schemas.openxmlformats.org/officeDocument/2006/relationships" id="274" r:id="R7c0bb1aca6ff42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408ce9d686436e" Type="http://schemas.openxmlformats.org/officeDocument/2006/relationships/notesMaster" Target="notesMasters/notesMaster1.xml"/><Relationship Id="R081aca8bde0d40be" Type="http://schemas.openxmlformats.org/officeDocument/2006/relationships/slide" Target="slides/slide16.xml"/><Relationship Id="R22b8963366984637" Type="http://schemas.openxmlformats.org/officeDocument/2006/relationships/slide" Target="slides/slide10.xml"/><Relationship Id="R230817636d01452b" Type="http://schemas.openxmlformats.org/officeDocument/2006/relationships/slide" Target="slides/slide14.xml"/><Relationship Id="R3afeef39a8524ade" Type="http://schemas.openxmlformats.org/officeDocument/2006/relationships/tableStyles" Target="tableStyles.xml"/><Relationship Id="R3ddd60bb34924506" Type="http://schemas.openxmlformats.org/officeDocument/2006/relationships/slide" Target="slides/slide2.xml"/><Relationship Id="R3e91ad08ec49444f" Type="http://schemas.openxmlformats.org/officeDocument/2006/relationships/slide" Target="slides/slide15.xml"/><Relationship Id="R40da9bf9f78b4f10" Type="http://schemas.openxmlformats.org/officeDocument/2006/relationships/slide" Target="slides/slide6.xml"/><Relationship Id="R599145d6b2a84b7a" Type="http://schemas.openxmlformats.org/officeDocument/2006/relationships/slide" Target="slides/slide8.xml"/><Relationship Id="R69d2c3a88de5467f" Type="http://schemas.openxmlformats.org/officeDocument/2006/relationships/slide" Target="slides/slide4.xml"/><Relationship Id="R6ae1bc1f72624d09" Type="http://schemas.openxmlformats.org/officeDocument/2006/relationships/presProps" Target="presProps.xml"/><Relationship Id="R72e44f97d6e94c5f" Type="http://schemas.openxmlformats.org/officeDocument/2006/relationships/slide" Target="slides/slide11.xml"/><Relationship Id="R7c0bb1aca6ff4223" Type="http://schemas.openxmlformats.org/officeDocument/2006/relationships/slide" Target="slides/slide19.xml"/><Relationship Id="R80e51653a2584df4" Type="http://schemas.openxmlformats.org/officeDocument/2006/relationships/slide" Target="slides/slide1.xml"/><Relationship Id="R89ce9f7cb66443fa" Type="http://schemas.openxmlformats.org/officeDocument/2006/relationships/slide" Target="slides/slide5.xml"/><Relationship Id="R9790310520a849bd" Type="http://schemas.openxmlformats.org/officeDocument/2006/relationships/theme" Target="theme/theme1.xml"/><Relationship Id="Ra705db74094343c0" Type="http://schemas.openxmlformats.org/officeDocument/2006/relationships/slideMaster" Target="slideMasters/slideMaster1.xml"/><Relationship Id="Ra927e4ec9c75474a" Type="http://schemas.openxmlformats.org/officeDocument/2006/relationships/slide" Target="slides/slide18.xml"/><Relationship Id="Raec1b2900f6348e6" Type="http://schemas.openxmlformats.org/officeDocument/2006/relationships/slide" Target="slides/slide7.xml"/><Relationship Id="Rb65a8da2f55b4b7f" Type="http://schemas.openxmlformats.org/officeDocument/2006/relationships/slide" Target="slides/slide9.xml"/><Relationship Id="Rb91ca89f24c243d9" Type="http://schemas.openxmlformats.org/officeDocument/2006/relationships/slide" Target="slides/slide3.xml"/><Relationship Id="Rcc0858e5c79f480c" Type="http://schemas.openxmlformats.org/officeDocument/2006/relationships/slide" Target="slides/slide17.xml"/><Relationship Id="Rd2095647c7774d8e" Type="http://schemas.openxmlformats.org/officeDocument/2006/relationships/slide" Target="slides/slide12.xml"/><Relationship Id="Redd39ccf95db4a5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009488cacb334e3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d9018310465e46df" Type="http://schemas.openxmlformats.org/officeDocument/2006/relationships/notesMaster" Target="../notesMasters/notesMaster1.xml"/><Relationship Id="Rf9716d0a69a34ac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94aa8334d814b30" Type="http://schemas.openxmlformats.org/officeDocument/2006/relationships/notesMaster" Target="../notesMasters/notesMaster1.xml"/><Relationship Id="R7c6f8dbaf3b44354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9e3907d1bcc46fb" Type="http://schemas.openxmlformats.org/officeDocument/2006/relationships/notesMaster" Target="../notesMasters/notesMaster1.xml"/><Relationship Id="R5f7a2e779f7a4a3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1c80a2253524de6" Type="http://schemas.openxmlformats.org/officeDocument/2006/relationships/notesMaster" Target="../notesMasters/notesMaster1.xml"/><Relationship Id="Radf78899b1db49d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9bff2f6b1e14eff" Type="http://schemas.openxmlformats.org/officeDocument/2006/relationships/notesMaster" Target="../notesMasters/notesMaster1.xml"/><Relationship Id="Rc384163e268c40b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dae105ed75c44a9" Type="http://schemas.openxmlformats.org/officeDocument/2006/relationships/notesMaster" Target="../notesMasters/notesMaster1.xml"/><Relationship Id="R9c7276f927de4608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28a0b3ce7ee4ebe" Type="http://schemas.openxmlformats.org/officeDocument/2006/relationships/notesMaster" Target="../notesMasters/notesMaster1.xml"/><Relationship Id="Rcdfc1db019594003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f792315fecc47a3" Type="http://schemas.openxmlformats.org/officeDocument/2006/relationships/notesMaster" Target="../notesMasters/notesMaster1.xml"/><Relationship Id="Rb71a58959cfa442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2b78f6b06204e30" Type="http://schemas.openxmlformats.org/officeDocument/2006/relationships/notesMaster" Target="../notesMasters/notesMaster1.xml"/><Relationship Id="R89f680623ff3402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63d018c181140e3" Type="http://schemas.openxmlformats.org/officeDocument/2006/relationships/notesMaster" Target="../notesMasters/notesMaster1.xml"/><Relationship Id="R91042f4165144855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0767bf46ec84762" Type="http://schemas.openxmlformats.org/officeDocument/2006/relationships/notesMaster" Target="../notesMasters/notesMaster1.xml"/><Relationship Id="Rec5ffb226e3b406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29bc0c00dd2f48d8" Type="http://schemas.openxmlformats.org/officeDocument/2006/relationships/notesMaster" Target="../notesMasters/notesMaster1.xml"/><Relationship Id="Re8fb3af3e71b4f4f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b041c66bd1fd4d89" Type="http://schemas.openxmlformats.org/officeDocument/2006/relationships/slide" Target="../slides/slide13.xml"/><Relationship Id="Rbb0abbce533144f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56cf6305df7f4913" Type="http://schemas.openxmlformats.org/officeDocument/2006/relationships/slide" Target="../slides/slide14.xml"/><Relationship Id="Ra7995a6764864f9c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7aa1dfea18294971" Type="http://schemas.openxmlformats.org/officeDocument/2006/relationships/notesMaster" Target="../notesMasters/notesMaster1.xml"/><Relationship Id="Re3650b00af054e00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b9d125e9a9a42d9" Type="http://schemas.openxmlformats.org/officeDocument/2006/relationships/notesMaster" Target="../notesMasters/notesMaster1.xml"/><Relationship Id="R84fbe2c209574181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6bf19765acbd4e0b" Type="http://schemas.openxmlformats.org/officeDocument/2006/relationships/notesMaster" Target="../notesMasters/notesMaster1.xml"/><Relationship Id="R857e2131a53e42c0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934a985cebc4421a" Type="http://schemas.openxmlformats.org/officeDocument/2006/relationships/notesMaster" Target="../notesMasters/notesMaster1.xml"/><Relationship Id="Rad19a282027f4657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df907ddac5624dc9" Type="http://schemas.openxmlformats.org/officeDocument/2006/relationships/slide" Target="../slides/slide19.xml"/><Relationship Id="Reb09ec7e3a7249b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SCI-GROW-A2-W06</a:t>
            </a:r>
          </a:p>
          <a:p xmlns:a="http://schemas.openxmlformats.org/drawingml/2006/main">
            <a:r>
              <a:t>SoW objective: Consolidate and revisit key ideas through investigation.</a:t>
            </a:r>
          </a:p>
          <a:p xmlns:a="http://schemas.openxmlformats.org/drawingml/2006/main">
            <a:r>
              <a:t>Reading band: GROW 8–11</a:t>
            </a:r>
          </a:p>
          <a:p xmlns:a="http://schemas.openxmlformats.org/drawingml/2006/main">
            <a:r>
              <a:t>Staff focus: {'i_do': 'Watch: one thing changes; I keep the other parts the same.', 'we_do': 'Which control is already on the plan? What is still missing?', 'independent': 'Point to your result. What did you measure without my help?'}</a:t>
            </a:r>
          </a:p>
          <a:p xmlns:a="http://schemas.openxmlformats.org/drawingml/2006/main">
            <a:r>
              <a:t>Prompt ladder: ['Wait and count to 5.', 'Point to the lesson’s diagram, kit or source.', 'Ask: What is done, and what is the next step?', 'Model one step, then return the next step to the pupil.', 'Finish one example together, then fade the help.']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AQA GCSE Combined Science 8464, Working Scientifically WS 2.2, 2.6, 3.5, 3.7, https://www.aqa.org.uk/subjects/science/gcse/science-8464/specification/working-scientifically</a:t>
            </a:r>
          </a:p>
          <a:p xmlns:a="http://schemas.openxmlformats.org/drawingml/2006/main">
            <a:r>
              <a:t>AQA GCSE Combined Science 8464, Working Scientifically WS 2.2, 2.6, 3.5, 3.7, https://www.aqa.org.uk/subjects/science/gcse/science-8464/specification/working-scientifically; AQA GCSE Combined Science 8464, Physics 6.5.1.2, https://www.aqa.org.uk/subjects/science/gcse/science-8464/specification/physics-subject-content</a:t>
            </a:r>
          </a:p>
          <a:p xmlns:a="http://schemas.openxmlformats.org/drawingml/2006/main">
            <a:r>
              <a:t>AQA GCSE Combined Science 8464, Physics 6.5.1.2, https://www.aqa.org.uk/subjects/science/gcse/science-8464/specification/physics-subject-content</a:t>
            </a:r>
          </a:p>
          <a:p xmlns:a="http://schemas.openxmlformats.org/drawingml/2006/main">
            <a:r>
              <a:t>the GROW scheme of work</a:t>
            </a:r>
          </a:p>
          <a:p xmlns:a="http://schemas.openxmlformats.org/drawingml/2006/main">
            <a:r>
              <a:t>Local school risk assessment and CLEAPSS guidance; staff confirm exact 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predictable seat or standing spot and the first visual cue. No public test.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retrieval questions; prior coverage must be checked.</a:t>
            </a:r>
          </a:p>
          <a:p xmlns:a="http://schemas.openxmlformats.org/drawingml/2006/main">
            <a:r>
              <a:t>What should match a science claim? → An observation or result from a suitable model.</a:t>
            </a:r>
          </a:p>
          <a:p xmlns:a="http://schemas.openxmlformats.org/drawingml/2006/main">
            <a:r>
              <a:t>Name an effect of added greenhouse gases. → They slow heat loss and add to warming.</a:t>
            </a:r>
          </a:p>
          <a:p xmlns:a="http://schemas.openxmlformats.org/drawingml/2006/main">
            <a:r>
              <a:t>What do we keep the same in a fair test? → Key conditions apart from the one factor we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full reasoning step, pre-teach four words and ask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same toy and start line. Change only the surface; measure distance. End marks are examples, not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No. Keep the toy the 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part-done example, then allow paired talk before an answer. One-minute reset inside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Name surface as the changed factor and a consistent launch as a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Surface type → change</a:t>
            </a:r>
          </a:p>
          <a:p xmlns:a="http://schemas.openxmlformats.org/drawingml/2006/main">
            <a:r>
              <a:t>Toy → keep same</a:t>
            </a:r>
          </a:p>
          <a:p xmlns:a="http://schemas.openxmlformats.org/drawingml/2006/main">
            <a:r>
              <a:t>Start line → keep same</a:t>
            </a:r>
          </a:p>
          <a:p xmlns:a="http://schemas.openxmlformats.org/drawingml/2006/main">
            <a:r>
              <a:t>Travel distance → measure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answer the four-option hinge; use the decision rule, not a score.</a:t>
            </a:r>
          </a:p>
          <a:p xmlns:a="http://schemas.openxmlformats.org/drawingml/2006/main">
            <a:r>
              <a:t>A. Same push; change start and surface. | Not correct | Changes the start as well as the surface, so the comparison is confounded.</a:t>
            </a:r>
          </a:p>
          <a:p xmlns:a="http://schemas.openxmlformats.org/drawingml/2006/main">
            <a:r>
              <a:t>B. Same start; change trolley and surface. | Not correct | Changes the trolley as well as the surface, so the comparison is confounded.</a:t>
            </a:r>
          </a:p>
          <a:p xmlns:a="http://schemas.openxmlformats.org/drawingml/2006/main">
            <a:r>
              <a:t>C. Same surface; change trolley and push. | Not correct | Keeps the surface and changes both the trolley and push; it cannot test surface effect.</a:t>
            </a:r>
          </a:p>
          <a:p xmlns:a="http://schemas.openxmlformats.org/drawingml/2006/main">
            <a:r>
              <a:t>D. Same start and push; change surface. | Correct | Uses the new case accurately.</a:t>
            </a:r>
          </a:p>
          <a:p xmlns:a="http://schemas.openxmlformats.org/drawingml/2006/main">
            <a:r>
              <a:t>About 3 in 4 or more right → move on. Otherwise re-model with the named I-do example, then ask the parallel hinge.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specific verbal comment (VF) and invite one self-edit (//) or read-back (?).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and name how it changes the next example or support. One-minute reset and handoff.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49ee0809e86469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9610713bfff4a8d" Type="http://schemas.openxmlformats.org/officeDocument/2006/relationships/slideLayout" Target="../slideLayouts/slideLayout1.xml"/><Relationship Id="Rb6b05dc80c9e4ad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10713bfff4a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903d89af4c64001" Type="http://schemas.openxmlformats.org/officeDocument/2006/relationships/notesSlide" Target="../notesSlides/notesSlide1.xml"/><Relationship Id="R4c3366afd8b345e8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b484462be5894497" Type="http://schemas.openxmlformats.org/officeDocument/2006/relationships/notesSlide" Target="../notesSlides/notesSlide2.xml"/><Relationship Id="Rdcf4b31c1d9f451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5a1a0499f064a0a" Type="http://schemas.openxmlformats.org/officeDocument/2006/relationships/slideLayout" Target="../slideLayouts/slideLayout1.xml"/><Relationship Id="Re0366a3ae76b4eba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0d996d6e5744d4b" Type="http://schemas.openxmlformats.org/officeDocument/2006/relationships/slideLayout" Target="../slideLayouts/slideLayout1.xml"/><Relationship Id="Red5a5d9459844d9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efc545a82b64626" Type="http://schemas.openxmlformats.org/officeDocument/2006/relationships/image" Target="../media/image.png"/><Relationship Id="R69c9deb4219c48dd" Type="http://schemas.openxmlformats.org/officeDocument/2006/relationships/slideLayout" Target="../slideLayouts/slideLayout1.xml"/><Relationship Id="Rd14068e876704a7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0d01b6c491b4691" Type="http://schemas.openxmlformats.org/officeDocument/2006/relationships/slideLayout" Target="../slideLayouts/slideLayout1.xml"/><Relationship Id="Raed18f4d6eee49f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a68bd85baf8c4eea" Type="http://schemas.openxmlformats.org/officeDocument/2006/relationships/notesSlide" Target="../notesSlides/notesSlide7.xml"/><Relationship Id="Rb22ceb8a2a0f4ec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bff524f3c1b441f0" Type="http://schemas.openxmlformats.org/officeDocument/2006/relationships/notesSlide" Target="../notesSlides/notesSlide8.xml"/><Relationship Id="Refc2557101bf458f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8ac23403e4964b4d" Type="http://schemas.openxmlformats.org/officeDocument/2006/relationships/slideLayout" Target="../slideLayouts/slideLayout1.xml"/><Relationship Id="Rc59bffde718e476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31202a7ef7c4bd0" Type="http://schemas.openxmlformats.org/officeDocument/2006/relationships/notesSlide" Target="../notesSlides/notesSlide10.xml"/><Relationship Id="Rf5a7f724ae9b462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0496f0176dc4d47" Type="http://schemas.openxmlformats.org/officeDocument/2006/relationships/slideLayout" Target="../slideLayouts/slideLayout1.xml"/><Relationship Id="R7cd25a862d98420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c554f1147a34a50" Type="http://schemas.openxmlformats.org/officeDocument/2006/relationships/notesSlide" Target="../notesSlides/notesSlide12.xml"/><Relationship Id="R84a46240f0e94cb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84548a1377714c6f" Type="http://schemas.openxmlformats.org/officeDocument/2006/relationships/notesSlide" Target="../notesSlides/notesSlide13.xml"/><Relationship Id="Rb5ff757796de48fe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5c4ce5ba59bd4e80" Type="http://schemas.openxmlformats.org/officeDocument/2006/relationships/slideLayout" Target="../slideLayouts/slideLayout1.xml"/><Relationship Id="Re0f6fed0170645c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db49bb28901343ca" Type="http://schemas.openxmlformats.org/officeDocument/2006/relationships/slideLayout" Target="../slideLayouts/slideLayout1.xml"/><Relationship Id="Re28354dec84442a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a7e87c35c5274539" Type="http://schemas.openxmlformats.org/officeDocument/2006/relationships/slideLayout" Target="../slideLayouts/slideLayout1.xml"/><Relationship Id="Rbab3ecd24448454a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378ed16adc3942b4" Type="http://schemas.openxmlformats.org/officeDocument/2006/relationships/slideLayout" Target="../slideLayouts/slideLayout1.xml"/><Relationship Id="Re76fe07cf0ce4d7a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d70610bb8d534da9" Type="http://schemas.openxmlformats.org/officeDocument/2006/relationships/slideLayout" Target="../slideLayouts/slideLayout1.xml"/><Relationship Id="Rf203b86d9cb24de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b0382f2b1c14388" Type="http://schemas.openxmlformats.org/officeDocument/2006/relationships/notesSlide" Target="../notesSlides/notesSlide19.xml"/><Relationship Id="Rebc78b8cba3a4a6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00530-14D5-44F6-8B14-909D003F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Investigating a science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C4353-4AC4-4DD1-AE79-789A483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2173E-CB9B-4F57-8E98-4588CA54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2486A-F217-4CA1-9A20-0081FFFA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plan a fair investigation, record a result and explain a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EF497-9D23-490F-B906-4035AED1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what I change and what I keep the same.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06AE8-36A6-4702-A2A1-616A24E4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record what happened in a small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653A4-6489-4B52-9155-4CD5DA82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explain one way to make the test more dependable.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31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AFC54-7B00-4E26-9372-F979DBE5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51FAD-B69B-43CD-A266-DAF4095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7B77E-8420-487B-95E2-4C231215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D8461-AE11-46C3-AFC1-DA9759D5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the question card: does surface change how far this toy goes? Point to what we will change.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51799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F2E3E-C73C-4415-B8B4-69F65D67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BD589-4384-41E3-89AC-4BB6E31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00047-15CB-40A5-BADE-0E9D026D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D7287-1FA2-44C7-AB80-704B938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point or write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E0284-6D5C-441C-A3DD-467C9BBD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should match a science claim?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55BB2-3A0A-4D82-AF37-74A5DA68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an effect of added greenhouse gases.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1D100-2067-4F9D-8441-013C97BE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do we keep the same in a fair test?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41958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5E6C9-F37B-4D9D-B346-7D7A0A5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02D04-E9AC-4933-BE31-67A45D9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58BD4-AC56-4FE6-93B7-0973D433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E2603-4D2D-4907-87DC-383D0DD4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mark a start line. I keep the toy and launch the same. I change the surface, measure distance and repeat. Runs may still vary.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645CF-352F-4719-AD59-1DE19A10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Change rough/smooth surface → keep toy, start and launch the same → measure distance → repeat.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51327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C652C-6C08-4E03-B550-E0C57520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D5939-9F34-4580-9D64-DCFA328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457B3-152A-43B6-A5A0-DAEF152F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e same toy begins at the same dashed start line on two test tracks. Only the rough or smooth surface changes. Distance arrows show the result to measure; illustrated end marks are examples, not predicted measurement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c545a82b64626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25153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5DCD1-6221-4612-855D-56925785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42459-2C7F-461F-8FC7-F6870FB7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B5826-056F-4948-AE31-4643EC8A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1CB48-D92E-4F1E-B546-1E191953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If I change the surface, should I also change the toy?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29163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E09CB-2240-4FF3-B936-4555B154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53E23-3EF9-405C-B255-4A809EB4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D86F4-6955-4F9B-9923-9FFC3615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9C873-27DC-4CBC-AB94-826ECE8D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plan has a fixed toy and start line. Add the missing launch control. Name the surface to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55482-20EE-45D8-839E-E1A2E8CA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Change ____ → keep toy and ____ the same → measure distance.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77735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3425D-F043-4F6E-A77E-E941FF94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3DBD7-F4A7-4E65-9814-58BF6E68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979B1-5136-4000-A82B-6850C637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0401A-E513-4B7E-8778-BD887CB3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B93BF-A50F-44B2-942B-F7BD40D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keep same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98331-6D73-4F40-9A4F-306C84D7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6BD81-673B-43F4-B9E2-29B8F21E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Surface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F07F6-8668-49EB-8675-072D6E3C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C0D6F-C66E-475F-BE7C-7697D68A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Start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666BE-AE80-48B2-8062-C8911A79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67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Travel distance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74415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D17BA-0367-4EED-8E8F-8B8021F7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8F08E-9099-43B9-AA91-DEB07A86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51D3F-A587-4F95-9E3C-BB79023C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753B4-44B7-40E5-BF45-502A96D0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team compares carpet and vinyl using one trolley. Which plan lets them test the surface fairly?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8296A-2BBC-4987-BEBE-B9B5795F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Same push; change start and 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40445-5144-4C36-8664-FB5C51D2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Same start; change trolley and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01F56-E5B5-474A-93D5-2A35A69D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Same surface; change trolley and push.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6BFAA-500A-4AAC-960B-AE64160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Same start and push; change surface.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874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ED1DD-5607-4054-8D63-767C92DD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5AE87-62A9-4F80-BDE8-355CC9A4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46CED-1A18-41C4-BD35-92CE758F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E2ACD-FA11-4323-8779-A6A367A7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Test two runs per surface or observe. Record distance. Name what changed, stayed the same and could limit the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2B15C-299A-4C0E-ADDA-D539BBBF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the factor that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D097C-4761-4EA5-B08A-558FB05B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change the ___; I keep ___ the same.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59476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AACB9-AA44-4672-B17A-028C2B7A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775A9-CFA2-46EF-A256-4F27EC00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532E4-E984-47DD-8D88-3188719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3A7A3-9F84-4085-8815-7EEA09D4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Test two runs per surface or observe. Record distance. Name what changed, stayed the same and could limit the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F9134-9EA3-464B-9E31-1C2C3DA9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two controls and record a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9381A-8A75-4EEE-99BE-55BA72C9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changed ___ and kept ___ the same. My result was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563027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BD7E9-EFA3-4CE7-8982-9ED1F5E7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F4895-D7B0-462F-A2B9-00375A89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62390-CD17-4DA0-8760-EC6A061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B9281-EF1C-4F85-94C9-A47206DB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Test two runs per surface or observe. Record distance. Name what changed, stayed the same and could limit the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F381F-16B6-43E2-A50E-6648773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why repeat runs help and identify a method limit.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4A38-0569-4C51-9C87-307EC58C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result suggests ___, but I would repeat ___ because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446500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16EF7-AFB9-47A4-B739-B17AC642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CAF7D-817A-45FE-9EA0-1722AFDE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9B59D-4CE9-41DF-A58B-212AB42D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66673-755F-4582-9E55-655A061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Two runs differ. Name a reason and fix a method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CA0E3-8A16-4388-9D4C-0BE0DB1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Two repeats differ. Name a safe conclusion, then improve the method for the next test.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63894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D3B45-E380-4D6F-87A6-01330D5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139C9-EB23-4D0B-ADE2-E0A215F1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2BA11-A69F-4C34-BDB2-7E1EB256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4DDF9-7304-4B27-9EA4-71ECAD7C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the controls and result with a partner. Fix one label before you conclude.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638107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9BB1B-1308-4B67-ABFC-32C16CB5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EFF74-EA02-40B7-8D47-154BFF0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D354B-FCE4-4C7B-B099-A6C2291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38DE0-BCF2-4098-B112-8DED0EDC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the change, one control, one result and a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61D35-BCF1-459A-813B-50273B98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? Read it back: plan a fair investigation, record a result and explain a limit.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9AB57-211C-4CF7-AF2C-C652EB70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say what changed. Next I need to… name a 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F8B31-51F8-462B-BA28-9F8A3E4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1240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name what I change and what I keep the same. I can record what happened in a small test. I can explain one way to make the test more dependable.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FC7AE-3F02-402F-A83C-37EEC60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adult hears you and chooses our next example. Take one quiet minute.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84117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1D5DF-C6E7-4A13-BDA4-8B947BBC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variable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6963B-DB56-4DB8-B326-17266F13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83AA4-50AD-48BE-9E6B-80A9429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447D7-BCE7-42F5-AF03-E8181E45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factor that can change in a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E83AC-0421-4934-AFD9-5E5E3830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surface is our changed variable.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72763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3ECA8-6482-4AC5-A510-6CF860A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fair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685B1-8CA1-44E1-9952-828D1DEA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1CBC1-05EB-45E5-B17C-B9C244B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BC255-EB5B-4B86-8935-602B0C05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test that changes one key factor and keeps other key factors the same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D1829-BDCD-49CA-82B8-E48D9900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We use the same toy in both runs for a fair test.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636956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E36ED-BAC4-47C1-8A5D-1790AC6F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A7DF6-850D-43AA-A24D-D8F37148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DD5E7-F134-4453-A984-A769721A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D60B4-49D5-4FC4-83BC-57B65A1D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you observe or measure in a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88276-51EE-414B-9FBE-694578F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Our result is the distance the toy travelled.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062728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C7F30-F705-4CF8-BD99-FA12AC19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repeat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24A24-4381-4371-94AB-AD87488B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SCI-GROW-A2-W06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17598-35B2-4A9C-8D00-F2BA7579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DF490-E654-4091-94B4-1587B99D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do the test again under the same conditions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C619D-95AD-41F8-9C8C-E6B92234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We repeat each run to check our result.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30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2026-09-25T12:29:20.5190000Z</dcterms:created>
  <dcterms:modified xsi:type="dcterms:W3CDTF">2026-09-25T12:29:20.5190000Z</dcterms:modified>
</coreProperties>
</file>