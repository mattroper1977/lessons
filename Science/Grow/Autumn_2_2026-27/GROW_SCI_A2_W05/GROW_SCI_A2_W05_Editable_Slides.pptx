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7c08df9d71b4e04" Type="http://schemas.openxmlformats.org/officeDocument/2006/relationships/officeDocument" Target="ppt/presentation.xml"/><Relationship Id="R8fa088fe3f444c0d" Type="http://schemas.openxmlformats.org/officeDocument/2006/relationships/extended-properties" Target="docProps/app.xml"/><Relationship Id="R94d514e16cb1437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d9c6b2d68c4e92"/>
  </p:sldMasterIdLst>
  <p:notesMasterIdLst>
    <p:notesMasterId xmlns:r="http://schemas.openxmlformats.org/officeDocument/2006/relationships" r:id="R102e44a73cf04166"/>
  </p:notesMasterIdLst>
  <p:sldIdLst>
    <p:sldId xmlns:r="http://schemas.openxmlformats.org/officeDocument/2006/relationships" id="256" r:id="Rcbaba05e704540b4"/>
    <p:sldId xmlns:r="http://schemas.openxmlformats.org/officeDocument/2006/relationships" id="257" r:id="Rbc77d00161d1423d"/>
    <p:sldId xmlns:r="http://schemas.openxmlformats.org/officeDocument/2006/relationships" id="258" r:id="R2c3a967bcadd48d3"/>
    <p:sldId xmlns:r="http://schemas.openxmlformats.org/officeDocument/2006/relationships" id="259" r:id="Rd8cec8aad0b54fa1"/>
    <p:sldId xmlns:r="http://schemas.openxmlformats.org/officeDocument/2006/relationships" id="260" r:id="Rbab8495d4177441c"/>
    <p:sldId xmlns:r="http://schemas.openxmlformats.org/officeDocument/2006/relationships" id="261" r:id="R1d439cf1bd5a48dd"/>
    <p:sldId xmlns:r="http://schemas.openxmlformats.org/officeDocument/2006/relationships" id="262" r:id="R4ae46b98e7054750"/>
    <p:sldId xmlns:r="http://schemas.openxmlformats.org/officeDocument/2006/relationships" id="263" r:id="Rcdf185a652d149d6"/>
    <p:sldId xmlns:r="http://schemas.openxmlformats.org/officeDocument/2006/relationships" id="264" r:id="Ra713308ca67b4c32"/>
    <p:sldId xmlns:r="http://schemas.openxmlformats.org/officeDocument/2006/relationships" id="265" r:id="Rd8af34e7721c4b29"/>
    <p:sldId xmlns:r="http://schemas.openxmlformats.org/officeDocument/2006/relationships" id="266" r:id="Rd35efc6ad9234be8"/>
    <p:sldId xmlns:r="http://schemas.openxmlformats.org/officeDocument/2006/relationships" id="267" r:id="R64068a13ada84778"/>
    <p:sldId xmlns:r="http://schemas.openxmlformats.org/officeDocument/2006/relationships" id="268" r:id="Rfdedc30cf55f495d"/>
    <p:sldId xmlns:r="http://schemas.openxmlformats.org/officeDocument/2006/relationships" id="269" r:id="R5905bf5d39174a02"/>
    <p:sldId xmlns:r="http://schemas.openxmlformats.org/officeDocument/2006/relationships" id="270" r:id="R958fe0ab2e06467b"/>
    <p:sldId xmlns:r="http://schemas.openxmlformats.org/officeDocument/2006/relationships" id="271" r:id="Rb194710681d84dd4"/>
    <p:sldId xmlns:r="http://schemas.openxmlformats.org/officeDocument/2006/relationships" id="272" r:id="R473ccf92c60f438d"/>
    <p:sldId xmlns:r="http://schemas.openxmlformats.org/officeDocument/2006/relationships" id="273" r:id="R1c82d1574ea94eca"/>
    <p:sldId xmlns:r="http://schemas.openxmlformats.org/officeDocument/2006/relationships" id="274" r:id="R3a70b89dc92244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014606878e4417" Type="http://schemas.openxmlformats.org/officeDocument/2006/relationships/presProps" Target="presProps.xml"/><Relationship Id="R102e44a73cf04166" Type="http://schemas.openxmlformats.org/officeDocument/2006/relationships/notesMaster" Target="notesMasters/notesMaster1.xml"/><Relationship Id="R1c82d1574ea94eca" Type="http://schemas.openxmlformats.org/officeDocument/2006/relationships/slide" Target="slides/slide18.xml"/><Relationship Id="R1d439cf1bd5a48dd" Type="http://schemas.openxmlformats.org/officeDocument/2006/relationships/slide" Target="slides/slide6.xml"/><Relationship Id="R2c3a967bcadd48d3" Type="http://schemas.openxmlformats.org/officeDocument/2006/relationships/slide" Target="slides/slide3.xml"/><Relationship Id="R3a70b89dc9224440" Type="http://schemas.openxmlformats.org/officeDocument/2006/relationships/slide" Target="slides/slide19.xml"/><Relationship Id="R42cf79191d3b4c89" Type="http://schemas.openxmlformats.org/officeDocument/2006/relationships/tableStyles" Target="tableStyles.xml"/><Relationship Id="R473ccf92c60f438d" Type="http://schemas.openxmlformats.org/officeDocument/2006/relationships/slide" Target="slides/slide17.xml"/><Relationship Id="R4ae46b98e7054750" Type="http://schemas.openxmlformats.org/officeDocument/2006/relationships/slide" Target="slides/slide7.xml"/><Relationship Id="R5905bf5d39174a02" Type="http://schemas.openxmlformats.org/officeDocument/2006/relationships/slide" Target="slides/slide14.xml"/><Relationship Id="R64068a13ada84778" Type="http://schemas.openxmlformats.org/officeDocument/2006/relationships/slide" Target="slides/slide12.xml"/><Relationship Id="R92d9c6b2d68c4e92" Type="http://schemas.openxmlformats.org/officeDocument/2006/relationships/slideMaster" Target="slideMasters/slideMaster1.xml"/><Relationship Id="R958fe0ab2e06467b" Type="http://schemas.openxmlformats.org/officeDocument/2006/relationships/slide" Target="slides/slide15.xml"/><Relationship Id="Ra713308ca67b4c32" Type="http://schemas.openxmlformats.org/officeDocument/2006/relationships/slide" Target="slides/slide9.xml"/><Relationship Id="Rb194710681d84dd4" Type="http://schemas.openxmlformats.org/officeDocument/2006/relationships/slide" Target="slides/slide16.xml"/><Relationship Id="Rbab8495d4177441c" Type="http://schemas.openxmlformats.org/officeDocument/2006/relationships/slide" Target="slides/slide5.xml"/><Relationship Id="Rbaec32d428064850" Type="http://schemas.openxmlformats.org/officeDocument/2006/relationships/theme" Target="theme/theme1.xml"/><Relationship Id="Rbc77d00161d1423d" Type="http://schemas.openxmlformats.org/officeDocument/2006/relationships/slide" Target="slides/slide2.xml"/><Relationship Id="Rcbaba05e704540b4" Type="http://schemas.openxmlformats.org/officeDocument/2006/relationships/slide" Target="slides/slide1.xml"/><Relationship Id="Rcdf185a652d149d6" Type="http://schemas.openxmlformats.org/officeDocument/2006/relationships/slide" Target="slides/slide8.xml"/><Relationship Id="Rd35efc6ad9234be8" Type="http://schemas.openxmlformats.org/officeDocument/2006/relationships/slide" Target="slides/slide11.xml"/><Relationship Id="Rd8af34e7721c4b29" Type="http://schemas.openxmlformats.org/officeDocument/2006/relationships/slide" Target="slides/slide10.xml"/><Relationship Id="Rd8cec8aad0b54fa1" Type="http://schemas.openxmlformats.org/officeDocument/2006/relationships/slide" Target="slides/slide4.xml"/><Relationship Id="Rfdedc30cf55f495d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6bf0157cbdee404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10f2c8a46114b78" Type="http://schemas.openxmlformats.org/officeDocument/2006/relationships/notesMaster" Target="../notesMasters/notesMaster1.xml"/><Relationship Id="Rd8884b6f17e64cc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fe6e902319f43b9" Type="http://schemas.openxmlformats.org/officeDocument/2006/relationships/notesMaster" Target="../notesMasters/notesMaster1.xml"/><Relationship Id="Rb5161a085de04b8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aeb4d4ac3b846b7" Type="http://schemas.openxmlformats.org/officeDocument/2006/relationships/slide" Target="../slides/slide3.xml"/><Relationship Id="Rab60a95340884cc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0d681698c9444b0" Type="http://schemas.openxmlformats.org/officeDocument/2006/relationships/notesMaster" Target="../notesMasters/notesMaster1.xml"/><Relationship Id="R505fc535997d490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84abbb8274245e7" Type="http://schemas.openxmlformats.org/officeDocument/2006/relationships/slide" Target="../slides/slide5.xml"/><Relationship Id="Rc117de719723474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56ec1f907794abf" Type="http://schemas.openxmlformats.org/officeDocument/2006/relationships/slide" Target="../slides/slide6.xml"/><Relationship Id="R566da5c3f684441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f630a5ceed94d2f" Type="http://schemas.openxmlformats.org/officeDocument/2006/relationships/notesMaster" Target="../notesMasters/notesMaster1.xml"/><Relationship Id="R76ab915c181e425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3d93c4549294d74" Type="http://schemas.openxmlformats.org/officeDocument/2006/relationships/slide" Target="../slides/slide8.xml"/><Relationship Id="Red00f35f73b34e1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0569a53220b4776" Type="http://schemas.openxmlformats.org/officeDocument/2006/relationships/notesMaster" Target="../notesMasters/notesMaster1.xml"/><Relationship Id="R3212cb54c7c14f7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1aa9834861a4576" Type="http://schemas.openxmlformats.org/officeDocument/2006/relationships/slide" Target="../slides/slide10.xml"/><Relationship Id="Rea5dd8a7c30d438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cf20a2c18264955" Type="http://schemas.openxmlformats.org/officeDocument/2006/relationships/slide" Target="../slides/slide11.xml"/><Relationship Id="Red56be2f5a424e1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b3ccb2588f4481f" Type="http://schemas.openxmlformats.org/officeDocument/2006/relationships/slide" Target="../slides/slide12.xml"/><Relationship Id="R863a1de42bcb440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9ea9373faaf048b3" Type="http://schemas.openxmlformats.org/officeDocument/2006/relationships/notesMaster" Target="../notesMasters/notesMaster1.xml"/><Relationship Id="Ra9e1437b43ab4f1a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518adf59cc64b7c" Type="http://schemas.openxmlformats.org/officeDocument/2006/relationships/notesMaster" Target="../notesMasters/notesMaster1.xml"/><Relationship Id="Rf0238fd9502847a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82a2fbe980894c64" Type="http://schemas.openxmlformats.org/officeDocument/2006/relationships/slide" Target="../slides/slide15.xml"/><Relationship Id="Rd640fc778e8d4053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7144ace3413429d" Type="http://schemas.openxmlformats.org/officeDocument/2006/relationships/slide" Target="../slides/slide16.xml"/><Relationship Id="R8a777ca3034b47bd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4d3d359fb314208" Type="http://schemas.openxmlformats.org/officeDocument/2006/relationships/notesMaster" Target="../notesMasters/notesMaster1.xml"/><Relationship Id="R33791b27f18640d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9f72c28bd5994b8f" Type="http://schemas.openxmlformats.org/officeDocument/2006/relationships/slide" Target="../slides/slide18.xml"/><Relationship Id="Rf065b3b17e9a44e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30c3c1b30ed487a" Type="http://schemas.openxmlformats.org/officeDocument/2006/relationships/notesMaster" Target="../notesMasters/notesMaster1.xml"/><Relationship Id="R35e947495af6476e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SCI-GROW-A2-W05</a:t>
            </a:r>
          </a:p>
          <a:p xmlns:a="http://schemas.openxmlformats.org/drawingml/2006/main">
            <a:r>
              <a:t>SoW objective: Consolidate forces, space and climate; answer scientific questions.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'Listen: first I read the question, then choose the matching kit.', 'we_do': 'Which model is already chosen? What observation is missing?', 'independent': 'Show me your claim; which clue did you find on your own?'}</a:t>
            </a:r>
          </a:p>
          <a:p xmlns:a="http://schemas.openxmlformats.org/drawingml/2006/main">
            <a:r>
              <a:t>Prompt ladder: ['Wait and count to 5.', 'Point to the lesson’s diagram, kit or source.', 'Ask: What is done, and what is the next step?', 'Model one step, then return the next step to the pupil.', 'Finish one example together, then fade the help.']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AQA GCSE Combined Science 8464, Physics 6.5.1.2, https://www.aqa.org.uk/subjects/science/gcse/science-8464/specification/physics-subject-content</a:t>
            </a:r>
          </a:p>
          <a:p xmlns:a="http://schemas.openxmlformats.org/drawingml/2006/main">
            <a:r>
              <a:t>AQA GCSE Combined Science 8464, Physics 6.5.1.2, https://www.aqa.org.uk/subjects/science/gcse/science-8464/specification/physics-subject-content; AQA GCSE Combined Science 8464, Working Scientifically WS 2.2, 2.6, 3.5, 3.7, https://www.aqa.org.uk/subjects/science/gcse/science-8464/specification/working-scientifically</a:t>
            </a:r>
          </a:p>
          <a:p xmlns:a="http://schemas.openxmlformats.org/drawingml/2006/main">
            <a:r>
              <a:t>NASA Science, Heliophysics Big Idea 1.1, https://science.nasa.gov/learn/heat/big-ideas/big-idea-1-1/</a:t>
            </a:r>
          </a:p>
          <a:p xmlns:a="http://schemas.openxmlformats.org/drawingml/2006/main">
            <a:r>
              <a:t>NASA Science, Causes of Climate Change, https://science.nasa.gov/climate-change/causes/</a:t>
            </a:r>
          </a:p>
          <a:p xmlns:a="http://schemas.openxmlformats.org/drawingml/2006/main">
            <a:r>
              <a:t>NASA eClips Glossary, model/simulation, https://science.nasa.gov/eclips/resources/glossary/</a:t>
            </a:r>
          </a:p>
          <a:p xmlns:a="http://schemas.openxmlformats.org/drawingml/2006/main">
            <a:r>
              <a:t>AQA GCSE Combined Science 8464, Working Scientifically WS 2.2, 2.6, 3.5, 3.7, https://www.aqa.org.uk/subjects/science/gcse/science-8464/specification/working-scientifically</a:t>
            </a:r>
          </a:p>
          <a:p xmlns:a="http://schemas.openxmlformats.org/drawingml/2006/main">
            <a:r>
              <a:t>the GROW scheme of work</a:t>
            </a:r>
          </a:p>
          <a:p xmlns:a="http://schemas.openxmlformats.org/drawingml/2006/main">
            <a:r>
              <a:t>AQA GCSE Combined Science 8464, Physics 6.5.1.2, https://www.aqa.org.uk/subjects/science/gcse/science-8464/specification/physics-subject-content; NASA Science, Facts About Earth, https://science.nasa.gov/earth/facts/; Met Office, Climate Glossary, https://weather.metoffice.gov.uk/climate-change/climate-glossary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predictable seat or standing spot and the first visual cue. No public test.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retrieval questions; prior coverage must be checked.</a:t>
            </a:r>
          </a:p>
          <a:p xmlns:a="http://schemas.openxmlformats.org/drawingml/2006/main">
            <a:r>
              <a:t>Give one link in the warming chain. → Burning fossil fuel adds carbon dioxide; extra greenhouse gas slows heat loss.</a:t>
            </a:r>
          </a:p>
          <a:p xmlns:a="http://schemas.openxmlformats.org/drawingml/2006/main">
            <a:r>
              <a:t>Name one fact our Solar System cards support. → The Sun is a star; Earth orbits it; or the Moon orbits Earth.</a:t>
            </a:r>
          </a:p>
          <a:p xmlns:a="http://schemas.openxmlformats.org/drawingml/2006/main">
            <a:r>
              <a:t>How can friction affect a moving toy? → It can slow it 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reasoning step, pre-teach four words and ask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a model: toy and surface, torch and ball, or long climate record. Sketches are simplified; the climate line is not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Torch and ball.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part-done example, then allow paired talk before an answer. One-minute reset inside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Name the observation of the marked place moving away from the light.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Why did the toy slow? → toy and surface</a:t>
            </a:r>
          </a:p>
          <a:p xmlns:a="http://schemas.openxmlformats.org/drawingml/2006/main">
            <a:r>
              <a:t>Why is a place in night? → torch and ball</a:t>
            </a:r>
          </a:p>
          <a:p xmlns:a="http://schemas.openxmlformats.org/drawingml/2006/main">
            <a:r>
              <a:t>Why is climate warming? → warming cards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answer the four-option hinge; use the decision rule, not a score.</a:t>
            </a:r>
          </a:p>
          <a:p xmlns:a="http://schemas.openxmlformats.org/drawingml/2006/main">
            <a:r>
              <a:t>A. The length of Earth’s orbit. | Not correct | Transfers a space model to a surface-and-motion question.</a:t>
            </a:r>
          </a:p>
          <a:p xmlns:a="http://schemas.openxmlformats.org/drawingml/2006/main">
            <a:r>
              <a:t>B. Friction at the trolley surface. | Correct | Uses the new case accurately.</a:t>
            </a:r>
          </a:p>
          <a:p xmlns:a="http://schemas.openxmlformats.org/drawingml/2006/main">
            <a:r>
              <a:t>C. The amount of daylight outside. | Not correct | Uses daylight rather than the changed surface to explain the trolley run.</a:t>
            </a:r>
          </a:p>
          <a:p xmlns:a="http://schemas.openxmlformats.org/drawingml/2006/main">
            <a:r>
              <a:t>D. The climate of the whole Earth. | Not correct | Uses a whole-Earth climate pattern for a local trolley test.</a:t>
            </a:r>
          </a:p>
          <a:p xmlns:a="http://schemas.openxmlformats.org/drawingml/2006/main">
            <a:r>
              <a:t>About 3 in 4 or more right → move on. Otherwise re-model with the named I-do example,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specific verbal comment (VF) and invite one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and name how it changes the next example or support. One-minute reset and handoff.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2db9b0efc3148e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6938fabd28490c" Type="http://schemas.openxmlformats.org/officeDocument/2006/relationships/slideLayout" Target="../slideLayouts/slideLayout1.xml"/><Relationship Id="R68df4aebd15d478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938fabd2849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29d6e7591044e07" Type="http://schemas.openxmlformats.org/officeDocument/2006/relationships/notesSlide" Target="../notesSlides/notesSlide1.xml"/><Relationship Id="Rb20f97436b5f4024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3d4fc71b92b24305" Type="http://schemas.openxmlformats.org/officeDocument/2006/relationships/slideLayout" Target="../slideLayouts/slideLayout1.xml"/><Relationship Id="Rf1c80b0792224fd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be5ae4a182234665" Type="http://schemas.openxmlformats.org/officeDocument/2006/relationships/notesSlide" Target="../notesSlides/notesSlide3.xml"/><Relationship Id="Rc655b08479c443f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257f303feac4e8a" Type="http://schemas.openxmlformats.org/officeDocument/2006/relationships/notesSlide" Target="../notesSlides/notesSlide4.xml"/><Relationship Id="R9382875daa2f421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15325fddeb549bb" Type="http://schemas.openxmlformats.org/officeDocument/2006/relationships/slideLayout" Target="../slideLayouts/slideLayout1.xml"/><Relationship Id="Rb85be09f08964b30" Type="http://schemas.openxmlformats.org/officeDocument/2006/relationships/notesSlide" Target="../notesSlides/notesSlide5.xml"/><Relationship Id="Re414087704f94344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8f4cf6dd25444d04" Type="http://schemas.openxmlformats.org/officeDocument/2006/relationships/slideLayout" Target="../slideLayouts/slideLayout1.xml"/><Relationship Id="Rb5818e85866a4f7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2e19d6056444aeb" Type="http://schemas.openxmlformats.org/officeDocument/2006/relationships/notesSlide" Target="../notesSlides/notesSlide7.xml"/><Relationship Id="R8eace5a4cded4b8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74333e04df9b4c47" Type="http://schemas.openxmlformats.org/officeDocument/2006/relationships/notesSlide" Target="../notesSlides/notesSlide8.xml"/><Relationship Id="R75c5f2cd3c1b40b7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0976898d29b476c" Type="http://schemas.openxmlformats.org/officeDocument/2006/relationships/slideLayout" Target="../slideLayouts/slideLayout1.xml"/><Relationship Id="Rbaad040aa94647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dc5a6d4c5734011" Type="http://schemas.openxmlformats.org/officeDocument/2006/relationships/notesSlide" Target="../notesSlides/notesSlide10.xml"/><Relationship Id="Reb5fa0e05d78429b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8fd156f8097d48ab" Type="http://schemas.openxmlformats.org/officeDocument/2006/relationships/notesSlide" Target="../notesSlides/notesSlide11.xml"/><Relationship Id="Rca2147e402004ed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59b9545305643ad" Type="http://schemas.openxmlformats.org/officeDocument/2006/relationships/notesSlide" Target="../notesSlides/notesSlide12.xml"/><Relationship Id="Ra52beb8d0dd74dac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68c629915c2d408c" Type="http://schemas.openxmlformats.org/officeDocument/2006/relationships/slideLayout" Target="../slideLayouts/slideLayout1.xml"/><Relationship Id="Re75b9fa7f62e46ad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6d5d99a4b6042a3" Type="http://schemas.openxmlformats.org/officeDocument/2006/relationships/slideLayout" Target="../slideLayouts/slideLayout1.xml"/><Relationship Id="R51cc7e65b6344e8c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7ffea756d5424aef" Type="http://schemas.openxmlformats.org/officeDocument/2006/relationships/slideLayout" Target="../slideLayouts/slideLayout1.xml"/><Relationship Id="Re6219ad8570446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2188a2d9f9d46be" Type="http://schemas.openxmlformats.org/officeDocument/2006/relationships/slideLayout" Target="../slideLayouts/slideLayout1.xml"/><Relationship Id="R346beba9b59f44e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ec19a121fa3e4a2f" Type="http://schemas.openxmlformats.org/officeDocument/2006/relationships/slideLayout" Target="../slideLayouts/slideLayout1.xml"/><Relationship Id="Redb73687bfdb4c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34bfc4e592554778" Type="http://schemas.openxmlformats.org/officeDocument/2006/relationships/notesSlide" Target="../notesSlides/notesSlide18.xml"/><Relationship Id="R6cfd4cf1294c4e1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f78ae32c87c447a" Type="http://schemas.openxmlformats.org/officeDocument/2006/relationships/notesSlide" Target="../notesSlides/notesSlide19.xml"/><Relationship Id="Re3a8a10d0b3343e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C881F-5305-4F95-B5FA-B797660E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Forces, space and climate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91369-016D-4FA5-942B-8B6EE508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96FD2-95C7-4DB6-A472-233484C7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320BE-1671-43BD-9C59-99B63C94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model that fits a science question and use a matching clue.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74BFF-F15A-4B16-94A6-30D1241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match a question to a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18885-4E07-4264-B612-F2C8E5B9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give a claim with a matching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6503A-2511-48F5-BB14-1B971D31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say one thing the model cannot show.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0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9E500-A1CA-44B8-8592-6D0883C6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8B6B0-006C-4E7D-8AD2-B5134746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7C291-995A-42E6-A77C-9BB1E41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06D3B-5878-401B-AB0E-DD4936B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Match each question to a kit card: toy and surface, globe and torch, or warming chain.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59195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7AF4-AB5F-48AF-9FA9-C5E084F3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B120F-F482-4CCA-AB1A-B20B9C8B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F3538-3D89-4A6C-8F11-01CB9973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B7733-1E29-424B-8DEE-FEE00AB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0D0DF-E048-4522-AD8C-C664A82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Give one link in the warming chain.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859CF-0814-465C-B374-55A04EF5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fact our Solar System cards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D1180-87CE-469D-A763-ECAEC15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can friction affect a moving toy?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31052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46EFC-E697-41A0-83F0-1555A73C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1C731-CE18-4A31-93A2-01D78D78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8D5B9-559E-4F07-808D-B967612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FAE44-8B27-4675-A8EE-9B028D2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choose a toy for a motion question. The toy went less far on rough paper in this run. I must repeat before I claim why.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365E-DBEA-473C-B68F-4ADF4489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Toy motion question → choose toy and surface → measure distance → test friction as one cause.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12984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BFD53-04C8-49B5-B387-291CB6E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AE8F8-950A-4395-A44A-E8C031A7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2F800-6122-40D7-BEE9-5635FC2D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panels show a toy on rough and smooth surfaces, a torch shining on a turning ball, and a schematic long climate line beside one isolated weather day. The line is not measured da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4087704f94344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32165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154F-0860-42D0-816C-EBA39EB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DFE14-9EEC-4254-8A58-A6F4E60D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0FCD6-EAFB-46D1-818F-D111FE3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E01FD-C157-4576-92B6-6ED62E0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If my question is about day and night, should I point to the toy or torch-and-ball?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44334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07B84-683B-4E8A-B2F7-B4DFD5A2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897A4-0A98-4F5B-A425-F9EA925A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5AE2B-6557-4A07-91AC-E287EB82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2F995-9FE3-4165-B0CB-6885DB4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Torch and ball are chosen for day and night. Add the missing clue. Say why it fits.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AD0D8-0850-46C6-B2C0-2B3D782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Day and night question → choose torch and ball → observe ____ → explain Earth’s turn.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8169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1B23A-E952-43D8-805A-DC54AE3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836CD-2E9F-4F1D-A03C-3B3BB836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8465F-71E2-4B42-8B86-63E3BB2A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853C1-13F8-4C79-9196-A95EC158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toy and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D128F-D654-44EE-B4EA-0F5E2A97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torch and ball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3462C-DCA3-4628-8243-2C119307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warming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FA2ED-EF74-4D86-89FB-11EDF3E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did the toy slow?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D8443-B4B2-46D9-8CDB-2B1F2AF7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is a place in night?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C3D3B-6F0B-483C-B71F-458D281D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is climate warming?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85098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DCC4C-7425-46C0-9D4E-FEFF232D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89E24-034D-4D85-87FF-5C614CD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75D36-499C-499B-AA46-31A34804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F7B73-C8DF-4F6A-906F-286F54AF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model trolley stops sooner on a mat than on a smooth board. Which idea is relevant to test?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0D15-2688-441D-A300-381EA5A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length of Earth’s orbit.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82FCB-6DAC-4BB0-BA8A-825D122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Friction at the trolley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973AB-6A25-484F-A825-8633D63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amount of daylight outside.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FE2E0-BE00-4AEF-9204-1F8DBF0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climate of the whole Earth.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82663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E9C7D-7B69-4D49-BB95-0466CCF4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DEF9C-0AB6-4AA0-8AC4-6E9E1845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04127-A9E2-450D-8A9A-202AD562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E965-3EC4-4143-8434-0C9349A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two stations. Give a claim and matching clue for each. Name one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DF220-938F-4E72-A9E6-F32888A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Match a question to a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2654-7853-43F3-A2A2-F984BD5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For ___, I choose the ___ model.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5258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F1027-EDF7-4870-8174-F509FA7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ECB22-7BD4-4B79-A41D-76BFC89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706C7-D1AF-40E6-9316-26C4356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FC245-662B-40BB-965A-239EB79D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two stations. Give a claim and matching clue for each. Name one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4D4F1-C94C-4536-B89E-7D64C1B8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Give an answer and a matching clue.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A4014-9A57-45F4-BDC5-2149381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claim is ___; the clue is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86419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FD8E6-E4E9-4A24-B8A9-66BB266C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34770-256E-45BF-9B99-3D94DF41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319B4-3894-43B1-ACE1-2AE92071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3D98D-31DB-49BE-9579-5892249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two stations. Give a claim and matching clue for each. Name one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8AE13-4800-45AB-B4A0-06C7631C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two models, clues and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6CB7B-60E2-44CF-8EC7-5C1263F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___ model fits because ___, but it cannot show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655719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8FDDA-700B-4E97-9988-CEE8FC1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C947C-26DC-46D3-8604-399D8FA5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1FEF3-D481-4B69-9A0A-03FFD460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97403-F836-4880-9359-E446F00E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two models: what can each show and miss?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3B809-5EAB-4D5E-BC90-32F3BDF0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toy runs differ on one surface. Can friction alone explain this? Choose one control that would help.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42631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FC85D-29DD-4F9D-A6D4-4BE0B08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B1226-D888-4608-8410-A0FBD162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32966-5AEB-415B-83D4-D96D1E21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D0DFB-E600-4141-9FC0-A9A05F4F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Does your clue fit? Fix one clue or add a limit.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247160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7CB69-BCC6-4D27-B373-F66D316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279E6-97EE-4864-B558-8DCBEDF7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F66B0-2ADC-49D8-8A7F-1605460D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A2FC5-7264-4C0B-9685-3435D4A4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a model, claim and clue. Say what changed after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86728-92A7-4D02-B4B3-AF0F8AFD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? Read it back: choose a model that fits a science question and use a matching clue.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53DC7-E2DA-4F49-9107-9DAFC64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say what changed. Next I need to… name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5C494-E2C4-404F-990E-A165F5D9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match a question to a model. I can give a claim with a matching clue. I can say one thing the model cannot show.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2918B-1885-44DF-AC23-AD3FD9E9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099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adult hears you and chooses our next example. Take one quiet minute.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5097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3EAE5-B6C2-4FA3-9749-50F7091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force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313A2-FCCC-473E-85B8-CFF21011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29472-D148-4B72-87C8-332C168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1EDB9-A1FC-49A1-B3A9-C6D5A333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push or pull on an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E4B51-DA8D-436E-AAD7-3430CB45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Friction is a force that can slow a toy.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166047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4E26C-67C9-43C8-A980-16007D5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10872-63F9-4A44-8198-D82D8E6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AD949-D295-425C-8377-8C02717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1DA36-F70A-43F0-9BFB-630C03B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turn around an axis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1960D-C304-4CAB-A639-9F844789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Earth’s rotation brings day and night.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526185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A040-A98E-4EAB-88ED-C24EF7BE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C9F6-212B-4D86-AF06-121DC139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1E1B9-EC5B-429F-8909-5B598F7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17C62-7997-4C90-9313-B4AD2D0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observation or result that supports a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6682-73AB-46C5-A088-2DC8D50B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shorter run is evidence for my answer.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097148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AC53E-F536-4279-9BF3-A726E069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climate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F98B0-6AD1-4480-9719-9AA6547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SCI-GROW-A2-W05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D8C4E-A585-40D7-B58E-9817B48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5D41E-8391-4FFF-BF58-3A705AA8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weather patterns over many years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E2A2A-F4D7-4099-A252-2F4AD00A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hot day alone does not show a climate trend.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59070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2026-09-25T12:29:16.9260000Z</dcterms:created>
  <dcterms:modified xsi:type="dcterms:W3CDTF">2026-09-25T12:29:16.9260000Z</dcterms:modified>
</coreProperties>
</file>