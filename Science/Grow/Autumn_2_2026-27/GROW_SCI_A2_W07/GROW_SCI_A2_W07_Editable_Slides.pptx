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7d343a7e5a640ea" Type="http://schemas.openxmlformats.org/officeDocument/2006/relationships/officeDocument" Target="ppt/presentation.xml"/><Relationship Id="R75d09ac6760a4466" Type="http://schemas.openxmlformats.org/package/2006/relationships/metadata/core-properties" Target="docProps/core.xml"/><Relationship Id="R854ebf089327418e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17af3de8594736"/>
  </p:sldMasterIdLst>
  <p:notesMasterIdLst>
    <p:notesMasterId xmlns:r="http://schemas.openxmlformats.org/officeDocument/2006/relationships" r:id="Rd5a4f51c77f540c8"/>
  </p:notesMasterIdLst>
  <p:sldIdLst>
    <p:sldId xmlns:r="http://schemas.openxmlformats.org/officeDocument/2006/relationships" id="256" r:id="R597d854ffc7c48e7"/>
    <p:sldId xmlns:r="http://schemas.openxmlformats.org/officeDocument/2006/relationships" id="257" r:id="R9cc099ffa8e44620"/>
    <p:sldId xmlns:r="http://schemas.openxmlformats.org/officeDocument/2006/relationships" id="258" r:id="R0de04c091b184fa5"/>
    <p:sldId xmlns:r="http://schemas.openxmlformats.org/officeDocument/2006/relationships" id="259" r:id="Rba60e05299ee40c0"/>
    <p:sldId xmlns:r="http://schemas.openxmlformats.org/officeDocument/2006/relationships" id="260" r:id="R0cfb499c9c324d70"/>
    <p:sldId xmlns:r="http://schemas.openxmlformats.org/officeDocument/2006/relationships" id="261" r:id="Rcb6e870a26534781"/>
    <p:sldId xmlns:r="http://schemas.openxmlformats.org/officeDocument/2006/relationships" id="262" r:id="R0cfcd2c8716641c8"/>
    <p:sldId xmlns:r="http://schemas.openxmlformats.org/officeDocument/2006/relationships" id="263" r:id="R997d6104efcf4fcf"/>
    <p:sldId xmlns:r="http://schemas.openxmlformats.org/officeDocument/2006/relationships" id="264" r:id="R2c5808cfadd5413d"/>
    <p:sldId xmlns:r="http://schemas.openxmlformats.org/officeDocument/2006/relationships" id="265" r:id="Rfaa7ac2aeb4741c2"/>
    <p:sldId xmlns:r="http://schemas.openxmlformats.org/officeDocument/2006/relationships" id="266" r:id="Rc8c2f72a625a4ed2"/>
    <p:sldId xmlns:r="http://schemas.openxmlformats.org/officeDocument/2006/relationships" id="267" r:id="Rc9df56d1492146f8"/>
    <p:sldId xmlns:r="http://schemas.openxmlformats.org/officeDocument/2006/relationships" id="268" r:id="Rda4d850ea84c4916"/>
    <p:sldId xmlns:r="http://schemas.openxmlformats.org/officeDocument/2006/relationships" id="269" r:id="Rab757d05a1ad4767"/>
    <p:sldId xmlns:r="http://schemas.openxmlformats.org/officeDocument/2006/relationships" id="270" r:id="R3dfa1fb4b9634ee1"/>
    <p:sldId xmlns:r="http://schemas.openxmlformats.org/officeDocument/2006/relationships" id="271" r:id="R35ecd7de53e24da4"/>
    <p:sldId xmlns:r="http://schemas.openxmlformats.org/officeDocument/2006/relationships" id="272" r:id="R133cca814ce14e88"/>
    <p:sldId xmlns:r="http://schemas.openxmlformats.org/officeDocument/2006/relationships" id="273" r:id="Rf8405e2e60c949c4"/>
    <p:sldId xmlns:r="http://schemas.openxmlformats.org/officeDocument/2006/relationships" id="274" r:id="R3d80cd23b10448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cfb499c9c324d70" Type="http://schemas.openxmlformats.org/officeDocument/2006/relationships/slide" Target="slides/slide5.xml"/><Relationship Id="R0cfcd2c8716641c8" Type="http://schemas.openxmlformats.org/officeDocument/2006/relationships/slide" Target="slides/slide7.xml"/><Relationship Id="R0de04c091b184fa5" Type="http://schemas.openxmlformats.org/officeDocument/2006/relationships/slide" Target="slides/slide3.xml"/><Relationship Id="R133cca814ce14e88" Type="http://schemas.openxmlformats.org/officeDocument/2006/relationships/slide" Target="slides/slide17.xml"/><Relationship Id="R2c5808cfadd5413d" Type="http://schemas.openxmlformats.org/officeDocument/2006/relationships/slide" Target="slides/slide9.xml"/><Relationship Id="R35ecd7de53e24da4" Type="http://schemas.openxmlformats.org/officeDocument/2006/relationships/slide" Target="slides/slide16.xml"/><Relationship Id="R3d80cd23b1044894" Type="http://schemas.openxmlformats.org/officeDocument/2006/relationships/slide" Target="slides/slide19.xml"/><Relationship Id="R3dfa1fb4b9634ee1" Type="http://schemas.openxmlformats.org/officeDocument/2006/relationships/slide" Target="slides/slide15.xml"/><Relationship Id="R597d854ffc7c48e7" Type="http://schemas.openxmlformats.org/officeDocument/2006/relationships/slide" Target="slides/slide1.xml"/><Relationship Id="R69b3d69ab5284bf7" Type="http://schemas.openxmlformats.org/officeDocument/2006/relationships/tableStyles" Target="tableStyles.xml"/><Relationship Id="R997d6104efcf4fcf" Type="http://schemas.openxmlformats.org/officeDocument/2006/relationships/slide" Target="slides/slide8.xml"/><Relationship Id="R9cc099ffa8e44620" Type="http://schemas.openxmlformats.org/officeDocument/2006/relationships/slide" Target="slides/slide2.xml"/><Relationship Id="Rab757d05a1ad4767" Type="http://schemas.openxmlformats.org/officeDocument/2006/relationships/slide" Target="slides/slide14.xml"/><Relationship Id="Rba60e05299ee40c0" Type="http://schemas.openxmlformats.org/officeDocument/2006/relationships/slide" Target="slides/slide4.xml"/><Relationship Id="Rc8c2f72a625a4ed2" Type="http://schemas.openxmlformats.org/officeDocument/2006/relationships/slide" Target="slides/slide11.xml"/><Relationship Id="Rc9df56d1492146f8" Type="http://schemas.openxmlformats.org/officeDocument/2006/relationships/slide" Target="slides/slide12.xml"/><Relationship Id="Rcb6e870a26534781" Type="http://schemas.openxmlformats.org/officeDocument/2006/relationships/slide" Target="slides/slide6.xml"/><Relationship Id="Rcef6f312303942c4" Type="http://schemas.openxmlformats.org/officeDocument/2006/relationships/theme" Target="theme/theme1.xml"/><Relationship Id="Rd317af3de8594736" Type="http://schemas.openxmlformats.org/officeDocument/2006/relationships/slideMaster" Target="slideMasters/slideMaster1.xml"/><Relationship Id="Rd5a4f51c77f540c8" Type="http://schemas.openxmlformats.org/officeDocument/2006/relationships/notesMaster" Target="notesMasters/notesMaster1.xml"/><Relationship Id="Rda4d850ea84c4916" Type="http://schemas.openxmlformats.org/officeDocument/2006/relationships/slide" Target="slides/slide13.xml"/><Relationship Id="Rf8405e2e60c949c4" Type="http://schemas.openxmlformats.org/officeDocument/2006/relationships/slide" Target="slides/slide18.xml"/><Relationship Id="Rf922b333668a4807" Type="http://schemas.openxmlformats.org/officeDocument/2006/relationships/presProps" Target="presProps.xml"/><Relationship Id="Rfaa7ac2aeb4741c2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db3e9b14f47846c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7ff8c868e2d4627" Type="http://schemas.openxmlformats.org/officeDocument/2006/relationships/slide" Target="../slides/slide1.xml"/><Relationship Id="Rda12dbaa18f8414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31f8f288ee0450a" Type="http://schemas.openxmlformats.org/officeDocument/2006/relationships/slide" Target="../slides/slide2.xml"/><Relationship Id="Rcdeae0547fae437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bfbf851e7be1457f" Type="http://schemas.openxmlformats.org/officeDocument/2006/relationships/notesMaster" Target="../notesMasters/notesMaster1.xml"/><Relationship Id="Rebd2b0189851487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b133817a85d46b2" Type="http://schemas.openxmlformats.org/officeDocument/2006/relationships/slide" Target="../slides/slide4.xml"/><Relationship Id="Rb316dc8c80b2432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6c9172b8d22415f" Type="http://schemas.openxmlformats.org/officeDocument/2006/relationships/slide" Target="../slides/slide5.xml"/><Relationship Id="R6e6b396b95af4a18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34ccfca43904db8" Type="http://schemas.openxmlformats.org/officeDocument/2006/relationships/slide" Target="../slides/slide6.xml"/><Relationship Id="R74f412c2e7c2434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910085412dc44949" Type="http://schemas.openxmlformats.org/officeDocument/2006/relationships/notesMaster" Target="../notesMasters/notesMaster1.xml"/><Relationship Id="Rdda5774488e54733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6638c252c0af4411" Type="http://schemas.openxmlformats.org/officeDocument/2006/relationships/notesMaster" Target="../notesMasters/notesMaster1.xml"/><Relationship Id="Rd9bd01e9536546f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91290b9a07e4485a" Type="http://schemas.openxmlformats.org/officeDocument/2006/relationships/slide" Target="../slides/slide9.xml"/><Relationship Id="Ra59dd9968c784043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527a5eb2ea624d65" Type="http://schemas.openxmlformats.org/officeDocument/2006/relationships/slide" Target="../slides/slide10.xml"/><Relationship Id="Ra6c155f1763c422f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8e67e621df524131" Type="http://schemas.openxmlformats.org/officeDocument/2006/relationships/slide" Target="../slides/slide11.xml"/><Relationship Id="Rda47c14c840d4e49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63f2cf572aeb494e" Type="http://schemas.openxmlformats.org/officeDocument/2006/relationships/notesMaster" Target="../notesMasters/notesMaster1.xml"/><Relationship Id="R890e9d0209ed4fb4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0907605f71234080" Type="http://schemas.openxmlformats.org/officeDocument/2006/relationships/slide" Target="../slides/slide13.xml"/><Relationship Id="R94ddc458262a4cd3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b075fb60be14d60" Type="http://schemas.openxmlformats.org/officeDocument/2006/relationships/notesMaster" Target="../notesMasters/notesMaster1.xml"/><Relationship Id="R93ec9a06aab14906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4c58c015b2e64a4d" Type="http://schemas.openxmlformats.org/officeDocument/2006/relationships/notesMaster" Target="../notesMasters/notesMaster1.xml"/><Relationship Id="R747b6f4cf7f347f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45574d84af96431c" Type="http://schemas.openxmlformats.org/officeDocument/2006/relationships/notesMaster" Target="../notesMasters/notesMaster1.xml"/><Relationship Id="Raf35325fe4724e36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2e55a9f9f64348fa" Type="http://schemas.openxmlformats.org/officeDocument/2006/relationships/notesMaster" Target="../notesMasters/notesMaster1.xml"/><Relationship Id="R7254db7ca16f4543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1a269d46ab494a08" Type="http://schemas.openxmlformats.org/officeDocument/2006/relationships/slide" Target="../slides/slide18.xml"/><Relationship Id="R7301e40075694b8d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5839b36d826c4b84" Type="http://schemas.openxmlformats.org/officeDocument/2006/relationships/notesMaster" Target="../notesMasters/notesMaster1.xml"/><Relationship Id="R6d1ee6ee3e064bda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SCI-GROW-A2-W07</a:t>
            </a:r>
          </a:p>
          <a:p xmlns:a="http://schemas.openxmlformats.org/drawingml/2006/main">
            <a:r>
              <a:t>SoW objective: Review and evidence autumn science (Entry Level Science / UAS).</a:t>
            </a:r>
          </a:p>
          <a:p xmlns:a="http://schemas.openxmlformats.org/drawingml/2006/main">
            <a:r>
              <a:t>Reading band: GROW 8–11</a:t>
            </a:r>
          </a:p>
          <a:p xmlns:a="http://schemas.openxmlformats.org/drawingml/2006/main">
            <a:r>
              <a:t>Staff focus: {'i_do': 'Watch me select one model for this question.', 'we_do': 'What is supplied? Which observed clue is missing?', 'independent': 'Choose your own question. Which clue can you show without my prompt?'}</a:t>
            </a:r>
          </a:p>
          <a:p xmlns:a="http://schemas.openxmlformats.org/drawingml/2006/main">
            <a:r>
              <a:t>Prompt ladder: ['Wait and count to 5.', 'Point to the lesson’s diagram, kit or source.', 'Ask: What is done, and what is the next step?', 'Model one step, then return the next step to the pupil.', 'Finish one example together, then fade the help.']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AQA GCSE Combined Science 8464, Physics 6.5.1.2, https://www.aqa.org.uk/subjects/science/gcse/science-8464/specification/physics-subject-content</a:t>
            </a:r>
          </a:p>
          <a:p xmlns:a="http://schemas.openxmlformats.org/drawingml/2006/main">
            <a:r>
              <a:t>NASA Science, Heliophysics Big Idea 1.1, https://science.nasa.gov/learn/heat/big-ideas/big-idea-1-1/</a:t>
            </a:r>
          </a:p>
          <a:p xmlns:a="http://schemas.openxmlformats.org/drawingml/2006/main">
            <a:r>
              <a:t>Met Office, Climate Glossary, https://weather.metoffice.gov.uk/climate-change/climate-glossary</a:t>
            </a:r>
          </a:p>
          <a:p xmlns:a="http://schemas.openxmlformats.org/drawingml/2006/main">
            <a:r>
              <a:t>AQA GCSE Combined Science 8464, Working Scientifically WS 2.2, 2.6, 3.5, 3.7, https://www.aqa.org.uk/subjects/science/gcse/science-8464/specification/working-scientifically; NASA eClips Glossary, model/simulation, https://science.nasa.gov/eclips/resources/glossary/; AQA GCSE Combined Science 8464, Working Scientifically WS 1.2 and 1.3 (models and limitations), https://www.aqa.org.uk/subjects/science/gcse/science-8464/specification/working-scientifically</a:t>
            </a:r>
          </a:p>
          <a:p xmlns:a="http://schemas.openxmlformats.org/drawingml/2006/main">
            <a:r>
              <a:t>staff to confirm against the actual qualification route and pupil access arrangements</a:t>
            </a:r>
          </a:p>
          <a:p xmlns:a="http://schemas.openxmlformats.org/drawingml/2006/main">
            <a:r>
              <a:t>the GROW scheme of work</a:t>
            </a:r>
          </a:p>
          <a:p xmlns:a="http://schemas.openxmlformats.org/drawingml/2006/main">
            <a:r>
              <a:t>AQA GCSE Combined Science 8464, Physics 6.5.1.2, https://www.aqa.org.uk/subjects/science/gcse/science-8464/specification/physics-subject-content; NASA Science, Facts About Earth, https://science.nasa.gov/earth/facts/; Met Office, Climate Glossary, https://weather.metoffice.gov.uk/climate-change/climate-glossary</a:t>
            </a:r>
          </a:p>
          <a:p xmlns:a="http://schemas.openxmlformats.org/drawingml/2006/main">
            <a:r>
              <a:t>Local school risk assessment and exact prepared kit; staff confirm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predictable seat or standing spot and the first visual cue. No public test.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three low-stakes retrieval questions; prior coverage must be checked.</a:t>
            </a:r>
          </a:p>
          <a:p xmlns:a="http://schemas.openxmlformats.org/drawingml/2006/main">
            <a:r>
              <a:t>What changed in last week’s fair test? → The surface; the toy, start and launch were controls.</a:t>
            </a:r>
          </a:p>
          <a:p xmlns:a="http://schemas.openxmlformats.org/drawingml/2006/main">
            <a:r>
              <a:t>What model can help with a toy motion question? → Toy and surface.</a:t>
            </a:r>
          </a:p>
          <a:p xmlns:a="http://schemas.openxmlformats.org/drawingml/2006/main">
            <a:r>
              <a:t>Name one force you learned in Autumn 1. → Gravity, air resistance or friction.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full reasoning step, pre-teach four words and ask the show-me question.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Three ideas: toy on two surfaces, day and night, and a long climate pattern. Sketches are simplified; the line is not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Torch and turning ball.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part-done example, then allow paired talk before an answer. One-minute reset inside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Identify an observed travel-distance clue for the toy claim, not a space fact.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Question about friction → toy and surface</a:t>
            </a:r>
          </a:p>
          <a:p xmlns:a="http://schemas.openxmlformats.org/drawingml/2006/main">
            <a:r>
              <a:t>Question about day and night → torch and ball</a:t>
            </a:r>
          </a:p>
          <a:p xmlns:a="http://schemas.openxmlformats.org/drawingml/2006/main">
            <a:r>
              <a:t>Question about climate → long-term cards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pupils answer the four-option hinge; use the decision rule, not a score.</a:t>
            </a:r>
          </a:p>
          <a:p xmlns:a="http://schemas.openxmlformats.org/drawingml/2006/main">
            <a:r>
              <a:t>A. Sled and two marked surfaces. | Correct | Uses the new case accurately.</a:t>
            </a:r>
          </a:p>
          <a:p xmlns:a="http://schemas.openxmlformats.org/drawingml/2006/main">
            <a:r>
              <a:t>B. A torch and turning globe. | Not correct | Uses a rotation model to answer a friction question.</a:t>
            </a:r>
          </a:p>
          <a:p xmlns:a="http://schemas.openxmlformats.org/drawingml/2006/main">
            <a:r>
              <a:t>C. Two ice cubes on dark card. | Not correct | Uses melting ice rather than a moving sled to test the surface effect.</a:t>
            </a:r>
          </a:p>
          <a:p xmlns:a="http://schemas.openxmlformats.org/drawingml/2006/main">
            <a:r>
              <a:t>D. A weather report from today. | Not correct | Uses a single weather report instead of a surface-and-motion test.</a:t>
            </a:r>
          </a:p>
          <a:p xmlns:a="http://schemas.openxmlformats.org/drawingml/2006/main">
            <a:r>
              <a:t>About 3 in 4 or more right → move on. Otherwise re-model with the named I-do example, then ask the parallel hinge.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specific verbal comment (VF) and invite one self-edit (//) or read-back (?).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the answer and name how it changes the next example or support. One-minute reset and handoff.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8da92288d23490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8e238c95a2d4e26" Type="http://schemas.openxmlformats.org/officeDocument/2006/relationships/slideLayout" Target="../slideLayouts/slideLayout1.xml"/><Relationship Id="R4d84c122aabf4d8d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e238c95a2d4e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4588346fba34303" Type="http://schemas.openxmlformats.org/officeDocument/2006/relationships/notesSlide" Target="../notesSlides/notesSlide1.xml"/><Relationship Id="Re2ab921b3dc149d6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e4f93e77fa4143bb" Type="http://schemas.openxmlformats.org/officeDocument/2006/relationships/slideLayout" Target="../slideLayouts/slideLayout1.xml"/><Relationship Id="Rfa89b1cc2fe442a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f9f9354aaec438d" Type="http://schemas.openxmlformats.org/officeDocument/2006/relationships/notesSlide" Target="../notesSlides/notesSlide3.xml"/><Relationship Id="R35f05fb96887404f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6c067b4e58c14184" Type="http://schemas.openxmlformats.org/officeDocument/2006/relationships/slideLayout" Target="../slideLayouts/slideLayout1.xml"/><Relationship Id="Rf511ffe207fd4e2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8def29dc43bc412b" Type="http://schemas.openxmlformats.org/officeDocument/2006/relationships/notesSlide" Target="../notesSlides/notesSlide5.xml"/><Relationship Id="Ra8621279d3d74206" Type="http://schemas.openxmlformats.org/officeDocument/2006/relationships/slideLayout" Target="../slideLayouts/slideLayout1.xml"/><Relationship Id="Rc816050aa75b4309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c1a72f2870b54834" Type="http://schemas.openxmlformats.org/officeDocument/2006/relationships/slideLayout" Target="../slideLayouts/slideLayout1.xml"/><Relationship Id="Rcecf517ca80e476e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5b374e52fbf24e48" Type="http://schemas.openxmlformats.org/officeDocument/2006/relationships/slideLayout" Target="../slideLayouts/slideLayout1.xml"/><Relationship Id="Rbad9487f60654c8c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5028bba87b494bca" Type="http://schemas.openxmlformats.org/officeDocument/2006/relationships/slideLayout" Target="../slideLayouts/slideLayout1.xml"/><Relationship Id="R548ecd5a4885427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8e0f3e251c344b6d" Type="http://schemas.openxmlformats.org/officeDocument/2006/relationships/slideLayout" Target="../slideLayouts/slideLayout1.xml"/><Relationship Id="Rd29b3ae707574c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f78b55b8bdc498f" Type="http://schemas.openxmlformats.org/officeDocument/2006/relationships/slideLayout" Target="../slideLayouts/slideLayout1.xml"/><Relationship Id="R7938c6c9b78d4a0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23843317ebb3473f" Type="http://schemas.openxmlformats.org/officeDocument/2006/relationships/notesSlide" Target="../notesSlides/notesSlide11.xml"/><Relationship Id="Ra816a88ffebe4ad9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88fd7596f354117" Type="http://schemas.openxmlformats.org/officeDocument/2006/relationships/slideLayout" Target="../slideLayouts/slideLayout1.xml"/><Relationship Id="R9bbeb711cc154b2d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6767008632e4238" Type="http://schemas.openxmlformats.org/officeDocument/2006/relationships/slideLayout" Target="../slideLayouts/slideLayout1.xml"/><Relationship Id="Rf41b1586bfb0438f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5174387c8f9646ca" Type="http://schemas.openxmlformats.org/officeDocument/2006/relationships/slideLayout" Target="../slideLayouts/slideLayout1.xml"/><Relationship Id="R6eddd79ecdfc415d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024258560661414a" Type="http://schemas.openxmlformats.org/officeDocument/2006/relationships/slideLayout" Target="../slideLayouts/slideLayout1.xml"/><Relationship Id="R9d4fafb3c7fd452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03fbd6207ea0475b" Type="http://schemas.openxmlformats.org/officeDocument/2006/relationships/slideLayout" Target="../slideLayouts/slideLayout1.xml"/><Relationship Id="Rcc157a0beb6b4c6c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84d093f18f0a4395" Type="http://schemas.openxmlformats.org/officeDocument/2006/relationships/notesSlide" Target="../notesSlides/notesSlide17.xml"/><Relationship Id="Re8c40073dcc74ac8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5df66d10ea334e50" Type="http://schemas.openxmlformats.org/officeDocument/2006/relationships/slideLayout" Target="../slideLayouts/slideLayout1.xml"/><Relationship Id="Rc76a075954d04fdf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80afd46a8a9e4322" Type="http://schemas.openxmlformats.org/officeDocument/2006/relationships/slideLayout" Target="../slideLayouts/slideLayout1.xml"/><Relationship Id="Re784ba587a274166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1CB82-D9DE-43B9-8FAA-B69165F8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Autumn science review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0DAC0-8246-4140-A5D8-9027ED97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E1908-A1F7-4FD6-96CF-606FAD26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703C9-454D-4F93-BB96-9D5EF082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a model and a matching clue to show what you know in science.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B2FEE-0E20-47EF-85EF-29DCD79E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choose a model that fits my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17DFE-AB2C-4708-B27D-C32F7B8C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give a clue that supports my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35563-7C99-4364-A783-0E696865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name one next step after feedback.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0079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D0B57-BCF0-46F6-ACA8-B1AEC860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A754A-86E7-48B7-A5EC-AE8F707A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1D543-7AF8-46B1-91B0-A18AD6D4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1B028-F30D-43F8-AD5A-955CF4C5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a model used this term. Point to one question it could help answer.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25439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8C449-F4CD-47A9-B21C-596B5D6C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787AE-2307-4676-975D-B1127394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B9F15-4595-4C06-B6FA-793C329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7B771-AF8B-4007-B06D-EAC7F78C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Say, point or write one answer for each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7AD92-5D31-4E73-A0A7-79317E73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changed in last week’s fair test?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E8356-C1E9-4770-AEF0-AAAC0225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model can help with a toy motion question?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BA9CD-2690-4E93-B263-09D93A4D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one force you learned in Autumn 1.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05330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915E9-6B55-4293-B788-C523110D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7430E-1A85-4999-AEEC-E05D8A9E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A280F-61F2-4141-A2EF-070C470F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14950-8EFF-4413-8F8F-4B1359E5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240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choose a question, then a matching model and clue. For day and night, the torch lights one side of a turning ball. I explain the place turning into shade. This is practice, not help during formal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7CA6B-BC07-4089-B3C1-4384416E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3655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Question: why does a place get night? → choose torch and turning ball → marked place turns away from light → explain Earth’s rotation.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22578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AB34B-BE9E-4974-9B8A-140CB37A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5A189-6780-4D82-8B4A-A150C6E7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22777-BFD6-456D-B5A4-08787E27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Three separate panels show a toy on two surfaces, sunlight reaching a turning Earth, and one weather day beside a schematic climate line across many years. The climate line is not measured dat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6050aa75b4309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198793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D7821-EF32-4836-ABBA-0BED81ED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F5C55-38E0-4B8E-AADE-8C28BCC5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B1817-6460-4904-9E25-102360F4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73F54-CB51-48A3-BE63-D1D999C2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me the model you would use for day and night.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547245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9BD32-0755-4D0F-9556-29CEC6D6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DA176-B3E3-4B0F-BE67-09C1F0E1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E5CFE-6268-4388-9FE6-A95787C8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8A432-BA0B-433C-B430-59E564DC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 practice, the question and torch-and-ball model are supplied. Complete the missing clue: what happens to the marked place as the ball turns?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BA67B-FF52-4327-B684-1EA0D03E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9959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Question: what slowed the toy? → choose toy and surface → observe ____ → explain a possible force; check with repeat runs.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147679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5D968-E4A6-4441-94F2-B4660C9A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7CF48-5922-4BA9-BD0A-A3703B76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B17D3-CC37-4385-9380-4FAB8E9F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6992D-46BE-405B-92CD-531610FD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toy and surface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E854C-8864-444F-83D3-CE9C34E6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torch and ball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B025C-655D-4910-9A35-54F58F99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long-term cards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7607F-A966-471C-9222-71A67047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Question about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D0D51-F785-452B-8E7A-A7D77ABC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Question about day and night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FCE57-4446-4925-BF39-5C6D55AD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Question about climate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761736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67494-87F2-4A18-9D0C-801C99CA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43154-9588-4D22-AC8A-26E66EA8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431A3-A4C7-4F5F-B8F2-D2CC5E0A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39DEC-C17B-41AA-9233-89BB94A9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new question asks why a model sled stops sooner on a mat. Which kit can help test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81C89-B720-4EFB-B6E8-9574D04D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Sled and two marked surfaces.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B463A-BD73-4929-9835-3961369D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torch and turning globe.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44977-B49F-400B-9BAA-D576BF47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Two ice cubes on dark card.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20756-266B-410B-B4B6-608405EF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707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weather report from today.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691649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C39FD-1E81-41F7-BCC6-14F144EA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99819-3BA8-4778-B5BF-244A39F2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86B1B-BAD4-4B0A-A02B-AD6E0679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516E3-4969-4851-86E2-DD1BFF5E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two science questions from forces, space or climate. Show an answer with a model and a matching clue. Use only your agreed support if this is formal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65ACB-62CE-4F75-AB24-914BA342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9959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Match one question to its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22DC6-B5CE-40B7-ADC3-F8B32B1A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3839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For ___, I choose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773798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B2397-6B90-4D49-86F3-009FFE5F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98231-63D8-493F-8AD4-EC8AB982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77A21-81FB-49DD-B1A4-35319682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74CC4-0629-4BA9-9588-34C27000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two science questions from forces, space or climate. Show an answer with a model and a matching clue. Use only your agreed support if this is formal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F9844-C86E-4E2F-839C-A2944F96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9959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a model and matching clue to explain a science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AF22A-4B7B-4576-AFF4-9D83D5FE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3839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answer is ___; I saw ___ in the model.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246309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F8F64-C2CA-4B4E-A45A-3F11CD7E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F11BD-8A6B-4AC3-9B79-F03B0117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C2C9A-2EA2-4016-887E-CC9368E5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05898-5515-475C-B134-F57B6702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two science questions from forces, space or climate. Show an answer with a model and a matching clue. Use only your agreed support if this is formal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534E2-F869-4D4C-B159-32D8134D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9959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State one limit of a model and suggest a further check.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01610-61C0-4DD7-BD8A-75431873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3839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model suggests ___, but I would check ___ because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727542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8DFFC-C11C-4FA8-AA9B-2676A293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BA800-FFBD-44B2-A378-B1104CB6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94B47-0AA4-4026-916C-16F6DA42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FDFA7-02F6-4E0B-A4DD-CE2349C4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For one claim, give two checks and one model limit. Say which extra observation you would seek.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CC2EE-DB74-462B-9166-A2A5E585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Compare two model limits. Choose a claim neither can settle alone and name a new observation that would help.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759238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12AE0-B275-445F-8C75-6B95623F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26F43-9460-492A-897F-E638372C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95E9F-30B3-4791-9D58-FE97CF07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F7EAE-81B5-45FD-B8C8-FEF003D3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 practice, hear one comment on claim and clue. Self-edit one mismatch. If this is formal evidence, receive and act on feedback after collection under the agreed conditions.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178374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7CC7D-CC0D-4B74-B081-C902E9BE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93826-172F-4FA3-B51C-6090110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41336-BFC0-4DB0-A4F5-DC2790C7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32062-3855-4EFD-BCE1-0550E3A1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825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the adult what you learned, which clue you used, your feedback and one next step. They use your answer to plan the next model or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A22E4-D378-468B-B16C-AB30372A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9127"/>
            <a:ext cx="11087100" cy="825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? Read it back: use a model and a matching clue to show what you know in science.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898E1-F618-49B4-9A2A-8B2928C8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4754"/>
            <a:ext cx="11087100" cy="48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was… say what changed. Next I need to… name a fix.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6300E-B051-4E9C-ACD2-9F10E144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4339"/>
            <a:ext cx="11087100" cy="825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choose a model that fits my question. I can give a clue that supports my answer. I can name one next step after feedback.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51415-EE2F-4ABE-8D80-ADB49E14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9966"/>
            <a:ext cx="11087100" cy="48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adult hears you and chooses our next example. Take one quiet minute.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993597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531B8-C9DB-4318-8E47-68A34F3F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E1E95-B204-4F2E-8C2F-BE4C899C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DBF9C-5EE2-4084-8574-ABD4F800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A223A-B100-4857-8B08-C9AD343C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result or observation that supports a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DA231-84AF-40B2-A7B5-2890960E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measured distance is evidence about a toy run.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61184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C3BA9-AC2B-4951-A8F0-890EC421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force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6D3D8-74E5-4E43-A3F7-AC5D8277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4D745-5070-49A6-870D-558D6BDF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92968-524D-43D3-BB17-D9246AAE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push or pull on an object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CBB69-DC40-44E8-95F9-EC8DFCD1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Friction is a contact force.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327239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E8205-05EC-4D3E-882B-7DE9FD59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rotation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92D6C-0AD7-4EC7-AE5E-7EABB896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1D994-0955-419F-ABD3-AC35768E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E568C-6AFC-4F33-A239-AE0DAA7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turn around an axis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58980-00C4-4B0B-A1AD-DCE39E6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Earth’s rotation makes day and night.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886223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9BAC4-79EB-48EF-B494-657CFDA1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climate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06035-84A5-4C43-9940-AC68DA21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SCI-GROW-A2-W07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B9CB0-6E59-4EA9-B54D-7C17A0D7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50510-0F14-4DAE-ADD9-D940BE19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weather patterns over many years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D258F-2DEC-461B-B4E5-6A55E37B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Climate is not the weather on one day.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14129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2026-09-25T12:29:24.2360000Z</dcterms:created>
  <dcterms:modified xsi:type="dcterms:W3CDTF">2026-09-25T12:29:24.2360000Z</dcterms:modified>
</coreProperties>
</file>