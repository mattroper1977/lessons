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6e0077cf4d408d" /><Relationship Type="http://schemas.openxmlformats.org/officeDocument/2006/relationships/extended-properties" Target="/docProps/app.xml" Id="R1f6084ffca524f1c" /><Relationship Type="http://schemas.openxmlformats.org/officeDocument/2006/relationships/officeDocument" Target="/ppt/presentation.xml" Id="R7de01ad4a4f2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4b03d509042ec"/>
  </p:sldMasterIdLst>
  <p:notesMasterIdLst>
    <p:notesMasterId xmlns:r="http://schemas.openxmlformats.org/officeDocument/2006/relationships" r:id="Rdaba280267884870"/>
  </p:notesMasterIdLst>
  <p:sldIdLst>
    <p:sldId xmlns:r="http://schemas.openxmlformats.org/officeDocument/2006/relationships" id="256" r:id="Rd512ceb3b30347eb"/>
    <p:sldId xmlns:r="http://schemas.openxmlformats.org/officeDocument/2006/relationships" id="257" r:id="Ra3045dae7aaf4778"/>
    <p:sldId xmlns:r="http://schemas.openxmlformats.org/officeDocument/2006/relationships" id="258" r:id="R57a979c4988143db"/>
    <p:sldId xmlns:r="http://schemas.openxmlformats.org/officeDocument/2006/relationships" id="259" r:id="R6c23e1a8472645e5"/>
    <p:sldId xmlns:r="http://schemas.openxmlformats.org/officeDocument/2006/relationships" id="260" r:id="Rdd9beca19d4049d8"/>
    <p:sldId xmlns:r="http://schemas.openxmlformats.org/officeDocument/2006/relationships" id="261" r:id="R6121b0c15324449c"/>
    <p:sldId xmlns:r="http://schemas.openxmlformats.org/officeDocument/2006/relationships" id="262" r:id="R6e8273b4075b46c5"/>
    <p:sldId xmlns:r="http://schemas.openxmlformats.org/officeDocument/2006/relationships" id="263" r:id="R4676372dffb8461b"/>
    <p:sldId xmlns:r="http://schemas.openxmlformats.org/officeDocument/2006/relationships" id="264" r:id="R9410971c153a432f"/>
    <p:sldId xmlns:r="http://schemas.openxmlformats.org/officeDocument/2006/relationships" id="265" r:id="Ref045d10649b4a00"/>
    <p:sldId xmlns:r="http://schemas.openxmlformats.org/officeDocument/2006/relationships" id="266" r:id="R566fb798d667491f"/>
    <p:sldId xmlns:r="http://schemas.openxmlformats.org/officeDocument/2006/relationships" id="267" r:id="R632cf38fd15448f9"/>
    <p:sldId xmlns:r="http://schemas.openxmlformats.org/officeDocument/2006/relationships" id="268" r:id="R782596486f604b21"/>
    <p:sldId xmlns:r="http://schemas.openxmlformats.org/officeDocument/2006/relationships" id="269" r:id="R6ba24503ff1d44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45c379fe114739" /><Relationship Type="http://schemas.openxmlformats.org/officeDocument/2006/relationships/slideMaster" Target="/ppt/slideMasters/slideMaster1.xml" Id="Rc724b03d509042ec" /><Relationship Type="http://schemas.openxmlformats.org/officeDocument/2006/relationships/notesMaster" Target="/ppt/notesMasters/notesMaster1.xml" Id="Rdaba280267884870" /><Relationship Type="http://schemas.openxmlformats.org/officeDocument/2006/relationships/presProps" Target="/ppt/presProps.xml" Id="R9383294a8060469e" /><Relationship Type="http://schemas.openxmlformats.org/officeDocument/2006/relationships/tableStyles" Target="/ppt/tableStyles.xml" Id="R2175dc16e08e4134" /><Relationship Type="http://schemas.openxmlformats.org/officeDocument/2006/relationships/slide" Target="/ppt/slides/slide1.xml" Id="Rd512ceb3b30347eb" /><Relationship Type="http://schemas.openxmlformats.org/officeDocument/2006/relationships/slide" Target="/ppt/slides/slide2.xml" Id="Ra3045dae7aaf4778" /><Relationship Type="http://schemas.openxmlformats.org/officeDocument/2006/relationships/slide" Target="/ppt/slides/slide3.xml" Id="R57a979c4988143db" /><Relationship Type="http://schemas.openxmlformats.org/officeDocument/2006/relationships/slide" Target="/ppt/slides/slide4.xml" Id="R6c23e1a8472645e5" /><Relationship Type="http://schemas.openxmlformats.org/officeDocument/2006/relationships/slide" Target="/ppt/slides/slide5.xml" Id="Rdd9beca19d4049d8" /><Relationship Type="http://schemas.openxmlformats.org/officeDocument/2006/relationships/slide" Target="/ppt/slides/slide6.xml" Id="R6121b0c15324449c" /><Relationship Type="http://schemas.openxmlformats.org/officeDocument/2006/relationships/slide" Target="/ppt/slides/slide7.xml" Id="R6e8273b4075b46c5" /><Relationship Type="http://schemas.openxmlformats.org/officeDocument/2006/relationships/slide" Target="/ppt/slides/slide8.xml" Id="R4676372dffb8461b" /><Relationship Type="http://schemas.openxmlformats.org/officeDocument/2006/relationships/slide" Target="/ppt/slides/slide9.xml" Id="R9410971c153a432f" /><Relationship Type="http://schemas.openxmlformats.org/officeDocument/2006/relationships/slide" Target="/ppt/slides/slide10.xml" Id="Ref045d10649b4a00" /><Relationship Type="http://schemas.openxmlformats.org/officeDocument/2006/relationships/slide" Target="/ppt/slides/slide11.xml" Id="R566fb798d667491f" /><Relationship Type="http://schemas.openxmlformats.org/officeDocument/2006/relationships/slide" Target="/ppt/slides/slide12.xml" Id="R632cf38fd15448f9" /><Relationship Type="http://schemas.openxmlformats.org/officeDocument/2006/relationships/slide" Target="/ppt/slides/slide13.xml" Id="R782596486f604b21" /><Relationship Type="http://schemas.openxmlformats.org/officeDocument/2006/relationships/slide" Target="/ppt/slides/slide14.xml" Id="R6ba24503ff1d44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57e1eb48684a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e17afe33e34419" /><Relationship Type="http://schemas.openxmlformats.org/officeDocument/2006/relationships/notesMaster" Target="/ppt/notesMasters/notesMaster1.xml" Id="Rffa7f7ba0cb440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1d073172814a2f" /><Relationship Type="http://schemas.openxmlformats.org/officeDocument/2006/relationships/notesMaster" Target="/ppt/notesMasters/notesMaster1.xml" Id="R5d01ec5bcd7e44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ae158dd9b44300" /><Relationship Type="http://schemas.openxmlformats.org/officeDocument/2006/relationships/notesMaster" Target="/ppt/notesMasters/notesMaster1.xml" Id="R08ab3229313a4e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fc2d26b18742b0" /><Relationship Type="http://schemas.openxmlformats.org/officeDocument/2006/relationships/notesMaster" Target="/ppt/notesMasters/notesMaster1.xml" Id="Refd55df248b444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f68d0d83e049dc" /><Relationship Type="http://schemas.openxmlformats.org/officeDocument/2006/relationships/notesMaster" Target="/ppt/notesMasters/notesMaster1.xml" Id="R38192b0219d544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ac27e1342147d5" /><Relationship Type="http://schemas.openxmlformats.org/officeDocument/2006/relationships/notesMaster" Target="/ppt/notesMasters/notesMaster1.xml" Id="Rb0550abc0ec246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bbd63c48904f11" /><Relationship Type="http://schemas.openxmlformats.org/officeDocument/2006/relationships/notesMaster" Target="/ppt/notesMasters/notesMaster1.xml" Id="Rce697e7eadc74a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94ee20c8684ccc" /><Relationship Type="http://schemas.openxmlformats.org/officeDocument/2006/relationships/notesMaster" Target="/ppt/notesMasters/notesMaster1.xml" Id="R93679dcd509641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2c4266dc0c4810" /><Relationship Type="http://schemas.openxmlformats.org/officeDocument/2006/relationships/notesMaster" Target="/ppt/notesMasters/notesMaster1.xml" Id="R41ba02dbc2b84a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a4dc5c83e548f3" /><Relationship Type="http://schemas.openxmlformats.org/officeDocument/2006/relationships/notesMaster" Target="/ppt/notesMasters/notesMaster1.xml" Id="Red73d5bd1d2a41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9abfa6eda44e88" /><Relationship Type="http://schemas.openxmlformats.org/officeDocument/2006/relationships/notesMaster" Target="/ppt/notesMasters/notesMaster1.xml" Id="R721b9aaeb78c4b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f7f3b69e2a4dce" /><Relationship Type="http://schemas.openxmlformats.org/officeDocument/2006/relationships/notesMaster" Target="/ppt/notesMasters/notesMaster1.xml" Id="R9b2c59ac37274a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ff7d7dde964f29" /><Relationship Type="http://schemas.openxmlformats.org/officeDocument/2006/relationships/notesMaster" Target="/ppt/notesMasters/notesMaster1.xml" Id="R8fac223d93ff4f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43d8741f534d03" /><Relationship Type="http://schemas.openxmlformats.org/officeDocument/2006/relationships/notesMaster" Target="/ppt/notesMasters/notesMaster1.xml" Id="R8d37b4481aca41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that today is about accurate identification; the next lesson explores jobs in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yes. 2 accept any correct part. 3 yes, opaque containers can hide roots. Avoid awarding a guessed hidden detail as an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 trace A below the soil. I call these roots. I follow B up from them: this is the stem. I find C attached to the stem, then D.” Use the labels and point to leader endpoints.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schematic flowering plant with roots below the soil, an upright stem, leaves attached to the stem and a flower above. Label leaders stop at the named structures.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“Colour alone cannot identify the part: the small green structure can be a flower. I combine position and structure.” This is a simplified comparison, not a botanical species key.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 simplified flowering plants have different leaf shapes and flower appearances, while both possess roots, stems, leaves and flowers. Colours alone do not define the part.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“I report what this view shows. I cannot conclude that a flowering plant will never flower just because it has none today.”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shoot appears above an opaque pot. The pot hides its roots. No flower is visible in this observation, which cannot establish that the plant never flowers.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W1: A roots, B stem, C leaves, D flower. Reveal labels one at a time in the interactive route. Paper route uses the lettered plant diagram and observation 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W2: no roots visible is supported. The opaque pot hides them, so no roots at all is not justified. Ask pupils to improve the flower claim in the same 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Report “roots hidden” and “no flower visible today”.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second option. If pupils choose first, revisit the two distinct green structures.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All its green parts must be leaves.</a:t>
            </a:r>
          </a:p>
          <a:p xmlns:a="http://schemas.openxmlformats.org/drawingml/2006/main">
            <a:r>
              <a:t>Stems and some flowers can be green too.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It can still have roots, stem, leaves and flowers.</a:t>
            </a:r>
          </a:p>
          <a:p xmlns:a="http://schemas.openxmlformats.org/drawingml/2006/main">
            <a:r>
              <a:t>Correct. Part names do not depend on bright flower colour.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Its hidden roots do not exist.</a:t>
            </a:r>
          </a:p>
          <a:p xmlns:a="http://schemas.openxmlformats.org/drawingml/2006/main">
            <a:r>
              <a:t>A blocked view does not prove absence.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ONE route. Assess correct placement or clear verbal location, not drawing skill. Allow a pupil to direct an adult drawing. Keep identification separate from later functional explanations.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Assess correct placement or clear verbal location, not drawing skill. Allow a pupil to direct an adult drawing. Keep identification separate from later functional explanations.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independent time. Ask for a reason, not just a correct word. Assess correct placement or clear verbal location, not drawing skill. Allow a pupil to direct an adult drawing. Keep identification separate from later functional explanations.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Listen to a selected pupil revision and visibly adopt a scientifically accurate contribution. Offer private, written or partner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Use part names with location clues; say hidden or not visible when evidence is limited.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review time. Name how a pupil contribution changed a label, method or conclusion. Do not rank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Use part names with location clues; say hidden or not visible when evidence is limited.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brief individual evidence. Use the answer key and re-teach the specified misconception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e739fa4f041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18c6aa49d44e68" /><Relationship Type="http://schemas.openxmlformats.org/officeDocument/2006/relationships/slideLayout" Target="/ppt/slideLayouts/slideLayout1.xml" Id="R3503fa0ad22b4b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03fa0ad22b4b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6aca008bf4a5d" /><Relationship Type="http://schemas.openxmlformats.org/officeDocument/2006/relationships/notesSlide" Target="/ppt/notesSlides/notesSlide1.xml" Id="R34ef8594115642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ed7b778674f29" /><Relationship Type="http://schemas.openxmlformats.org/officeDocument/2006/relationships/notesSlide" Target="/ppt/notesSlides/notesSlide2.xml" Id="Rbaa3723b85cc41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aff41fa3845ed" /><Relationship Type="http://schemas.openxmlformats.org/officeDocument/2006/relationships/notesSlide" Target="/ppt/notesSlides/notesSlide3.xml" Id="Rd050d54cd59c41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805aca1554a55" /><Relationship Type="http://schemas.openxmlformats.org/officeDocument/2006/relationships/notesSlide" Target="/ppt/notesSlides/notesSlide4.xml" Id="R8565729feffb44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5056d6a124ac3" /><Relationship Type="http://schemas.openxmlformats.org/officeDocument/2006/relationships/notesSlide" Target="/ppt/notesSlides/notesSlide5.xml" Id="Rbb6ec3cb9a414e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05ab192714703" /><Relationship Type="http://schemas.openxmlformats.org/officeDocument/2006/relationships/notesSlide" Target="/ppt/notesSlides/notesSlide6.xml" Id="R56da069e868a42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fb293a45543d6" /><Relationship Type="http://schemas.openxmlformats.org/officeDocument/2006/relationships/notesSlide" Target="/ppt/notesSlides/notesSlide7.xml" Id="Re9845456c6f44b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4692a848c4e00" /><Relationship Type="http://schemas.openxmlformats.org/officeDocument/2006/relationships/notesSlide" Target="/ppt/notesSlides/notesSlide8.xml" Id="R47dfeb02264447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a2b508f054258" /><Relationship Type="http://schemas.openxmlformats.org/officeDocument/2006/relationships/notesSlide" Target="/ppt/notesSlides/notesSlide9.xml" Id="Rf263e3bddeed49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3ff61e82f4092" /><Relationship Type="http://schemas.openxmlformats.org/officeDocument/2006/relationships/notesSlide" Target="/ppt/notesSlides/notesSlide10.xml" Id="Rdb232e8ada274c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076222c044846" /><Relationship Type="http://schemas.openxmlformats.org/officeDocument/2006/relationships/notesSlide" Target="/ppt/notesSlides/notesSlide11.xml" Id="Rdbb3433de53a4a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098a1b9da4135" /><Relationship Type="http://schemas.openxmlformats.org/officeDocument/2006/relationships/notesSlide" Target="/ppt/notesSlides/notesSlide12.xml" Id="Rcf306cc693894a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8986b6d6c4ced" /><Relationship Type="http://schemas.openxmlformats.org/officeDocument/2006/relationships/notesSlide" Target="/ppt/notesSlides/notesSlide13.xml" Id="Racf1f40636bb40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45596c3e046a3" /><Relationship Type="http://schemas.openxmlformats.org/officeDocument/2006/relationships/notesSlide" Target="/ppt/notesSlides/notesSlide14.xml" Id="Re2ce14b6142942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C53157EE-F921-44F7-95DA-244A37A8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0783470-EA80-423F-87E1-723678D5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19B4592-5CCA-433C-81D6-C3136DF3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00CA9E94-3C50-404E-A7C0-07606CBF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597EF75F-34BA-40B4-98C2-2BE71B6A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0EF6BB9B-FBE6-424E-9430-540FC31B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Make a guide another pupil can use">
            <a:extLst xmlns:a="http://schemas.openxmlformats.org/drawingml/2006/main">
              <a:ext uri="{FF2B5EF4-FFF2-40B4-BE49-F238E27FC236}">
                <a16:creationId xmlns:a16="http://schemas.microsoft.com/office/drawing/2014/main" id="{49B4824D-4E18-401E-9819-7FDE5BD9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a guide another pupil can use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D19196C-9E00-4592-BE4A-E20FFB5A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7ED5E170-7D64-4226-A64A-B9F8C286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10" name="1 / 14">
            <a:extLst xmlns:a="http://schemas.openxmlformats.org/drawingml/2006/main">
              <a:ext uri="{FF2B5EF4-FFF2-40B4-BE49-F238E27FC236}">
                <a16:creationId xmlns:a16="http://schemas.microsoft.com/office/drawing/2014/main" id="{14AF6623-BE35-40CA-9832-E5DBA301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DEF9B2F2-18AB-4B20-AA29-1EEE3A35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B757E7F2-6A9A-47DD-8307-BD438DDF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CB031D6E-B645-4585-A089-546836F6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Identify roots, stem, leaves and flower from plant structures, w">
            <a:extLst xmlns:a="http://schemas.openxmlformats.org/drawingml/2006/main">
              <a:ext uri="{FF2B5EF4-FFF2-40B4-BE49-F238E27FC236}">
                <a16:creationId xmlns:a16="http://schemas.microsoft.com/office/drawing/2014/main" id="{79800940-DAB9-4118-A901-DDAD4B4C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Identify roots, stem, leaves and flower from plant structures, while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distinguishing hidden from absent.</a:t>
            </a:r>
          </a:p>
        </p:txBody>
      </p:sp>
      <p:sp>
        <p:nvSpPr>
          <p:cNvPr id="15" name="Identify the part.">
            <a:extLst xmlns:a="http://schemas.openxmlformats.org/drawingml/2006/main">
              <a:ext uri="{FF2B5EF4-FFF2-40B4-BE49-F238E27FC236}">
                <a16:creationId xmlns:a16="http://schemas.microsoft.com/office/drawing/2014/main" id="{7BD03A46-2CAC-4CC4-9A1F-9C60A20E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Identify the part.</a:t>
            </a:r>
          </a:p>
        </p:txBody>
      </p:sp>
      <p:sp>
        <p:nvSpPr>
          <p:cNvPr id="16" name="Point to your evidence.">
            <a:extLst xmlns:a="http://schemas.openxmlformats.org/drawingml/2006/main">
              <a:ext uri="{FF2B5EF4-FFF2-40B4-BE49-F238E27FC236}">
                <a16:creationId xmlns:a16="http://schemas.microsoft.com/office/drawing/2014/main" id="{2B9DC5E8-FCC0-464E-82AD-49994EF9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66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Point to your evidence.</a:t>
            </a:r>
          </a:p>
        </p:txBody>
      </p:sp>
    </p:spTree>
    <p:extLst>
      <p:ext uri="{BB962C8B-B14F-4D97-AF65-F5344CB8AC3E}">
        <p14:creationId xmlns:p14="http://schemas.microsoft.com/office/powerpoint/2010/main" val="1662929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AFDC948-9DC1-4C4B-BA7C-5664CFF3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A1B410C-CA1F-40A8-947D-BBB0076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43212FB-9A92-4EC0-803E-FB028C2B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A01D9523-12AB-4F0D-9D67-84CCBF6B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56BF9C7C-D6A1-49FE-821E-B4862D02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5EEF6117-BE5B-45DF-AEF8-7A75D962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Notice the structure">
            <a:extLst xmlns:a="http://schemas.openxmlformats.org/drawingml/2006/main">
              <a:ext uri="{FF2B5EF4-FFF2-40B4-BE49-F238E27FC236}">
                <a16:creationId xmlns:a16="http://schemas.microsoft.com/office/drawing/2014/main" id="{4D0BFA68-B069-42B1-BAD3-13A9212B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Notice the structure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8D8D1A6-52B8-49D6-AC2D-8ABB905F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FE0AC38E-822F-437A-83CF-E1A01657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10" name="2 / 14">
            <a:extLst xmlns:a="http://schemas.openxmlformats.org/drawingml/2006/main">
              <a:ext uri="{FF2B5EF4-FFF2-40B4-BE49-F238E27FC236}">
                <a16:creationId xmlns:a16="http://schemas.microsoft.com/office/drawing/2014/main" id="{01324C94-4FC0-40B3-9421-2CE93305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14</a:t>
            </a:r>
          </a:p>
        </p:txBody>
      </p:sp>
      <p:sp>
        <p:nvSpPr>
          <p:cNvPr id="11" name="1. Is a plant living?">
            <a:extLst xmlns:a="http://schemas.openxmlformats.org/drawingml/2006/main">
              <a:ext uri="{FF2B5EF4-FFF2-40B4-BE49-F238E27FC236}">
                <a16:creationId xmlns:a16="http://schemas.microsoft.com/office/drawing/2014/main" id="{28DB91CF-D7C2-40AE-A9D6-8A6314E2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 Is a plant living?</a:t>
            </a:r>
          </a:p>
        </p:txBody>
      </p:sp>
      <p:sp>
        <p:nvSpPr>
          <p:cNvPr id="12" name="2. Name one plant part you know.">
            <a:extLst xmlns:a="http://schemas.openxmlformats.org/drawingml/2006/main">
              <a:ext uri="{FF2B5EF4-FFF2-40B4-BE49-F238E27FC236}">
                <a16:creationId xmlns:a16="http://schemas.microsoft.com/office/drawing/2014/main" id="{8AA3AB06-7220-4FA5-92EC-28DD1BA0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 Name one plant part you know.</a:t>
            </a:r>
          </a:p>
        </p:txBody>
      </p:sp>
      <p:sp>
        <p:nvSpPr>
          <p:cNvPr id="13" name="3. Can a container hide part of it?">
            <a:extLst xmlns:a="http://schemas.openxmlformats.org/drawingml/2006/main">
              <a:ext uri="{FF2B5EF4-FFF2-40B4-BE49-F238E27FC236}">
                <a16:creationId xmlns:a16="http://schemas.microsoft.com/office/drawing/2014/main" id="{3257DAF0-769D-45E2-BFC3-EDFF4EC9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 Can a container hide part of it?</a:t>
            </a:r>
          </a:p>
        </p:txBody>
      </p:sp>
    </p:spTree>
    <p:extLst>
      <p:ext uri="{BB962C8B-B14F-4D97-AF65-F5344CB8AC3E}">
        <p14:creationId xmlns:p14="http://schemas.microsoft.com/office/powerpoint/2010/main" val="1564211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urface">
            <a:extLst xmlns:a="http://schemas.openxmlformats.org/drawingml/2006/main">
              <a:ext uri="{FF2B5EF4-FFF2-40B4-BE49-F238E27FC236}">
                <a16:creationId xmlns:a16="http://schemas.microsoft.com/office/drawing/2014/main" id="{3BCB05E7-9A21-4526-A458-484184CA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0E2AF2B-9DBC-4FD1-AEC2-84837D3A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840555E-51FA-4CAE-84B5-91638EF7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BAB9A336-B748-4EE0-9B3D-FF38DF02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586B65F1-6956-4C03-A940-8F8B70C3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7 min">
            <a:extLst xmlns:a="http://schemas.openxmlformats.org/drawingml/2006/main">
              <a:ext uri="{FF2B5EF4-FFF2-40B4-BE49-F238E27FC236}">
                <a16:creationId xmlns:a16="http://schemas.microsoft.com/office/drawing/2014/main" id="{2B437E88-C442-44C4-A396-0CA7643B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7 min</a:t>
            </a:r>
          </a:p>
        </p:txBody>
      </p:sp>
      <p:sp>
        <p:nvSpPr>
          <p:cNvPr id="7" name="I identify the part, then label it">
            <a:extLst xmlns:a="http://schemas.openxmlformats.org/drawingml/2006/main">
              <a:ext uri="{FF2B5EF4-FFF2-40B4-BE49-F238E27FC236}">
                <a16:creationId xmlns:a16="http://schemas.microsoft.com/office/drawing/2014/main" id="{7A2EC127-ACB6-4A0F-90AC-C49192E6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identify the part, then label it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FC26EC7-A2CB-4E88-BC56-710775F3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A324CD6B-077C-4851-8CC2-CDBD5F0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10" name="3 / 14">
            <a:extLst xmlns:a="http://schemas.openxmlformats.org/drawingml/2006/main">
              <a:ext uri="{FF2B5EF4-FFF2-40B4-BE49-F238E27FC236}">
                <a16:creationId xmlns:a16="http://schemas.microsoft.com/office/drawing/2014/main" id="{1D7E8D72-A121-4B4A-B949-322B6AC5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14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828C6CC-4EA0-4DAA-8094-D281D7A8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285" y="4759949"/>
            <a:ext cx="2090738" cy="9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7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34565A0-FE37-4DAB-BD33-49BFA927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47985" y="2706546"/>
            <a:ext cx="953" cy="20534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9603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E5C0389-FFE4-460D-A03B-768E208A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285" y="3341234"/>
            <a:ext cx="970700" cy="48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0CD0051-D8FF-4187-A6F3-FBD7DF60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52" y="3751915"/>
            <a:ext cx="1008034" cy="48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AAFC6EC-83D5-45CC-AA30-4B95BB3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050631" y="4759949"/>
            <a:ext cx="597354" cy="48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1737857-0836-4CE9-BC8A-91C861D6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47985" y="4759949"/>
            <a:ext cx="672023" cy="48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240730A-03BA-4B5B-9694-543FF922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49308" y="4759949"/>
            <a:ext cx="298677" cy="746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D4A46C3-4BDD-4611-987A-D66FF5A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47985" y="4759949"/>
            <a:ext cx="261342" cy="7840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4802">
            <a:solidFill>
              <a:srgbClr val="C9803B"/>
            </a:solidFill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0C1948D-56FA-4431-9E60-923DCE75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03" y="2422803"/>
            <a:ext cx="462949" cy="4629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E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5C3993D-F9AE-49E2-9C6F-0195A844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53" y="2422803"/>
            <a:ext cx="462949" cy="4629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E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544FDC0-77F0-4FFD-B8F4-8D169632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03" y="2833483"/>
            <a:ext cx="462949" cy="4629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E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C310175-6AD2-4B1E-B15B-7C254D2E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53" y="2833483"/>
            <a:ext cx="462949" cy="4629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E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7A5EB66-6147-4EE4-824C-B64DBD1E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246" y="2669211"/>
            <a:ext cx="373346" cy="373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CA8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4" name="Diagram label: A  Roots">
            <a:extLst xmlns:a="http://schemas.openxmlformats.org/drawingml/2006/main">
              <a:ext uri="{FF2B5EF4-FFF2-40B4-BE49-F238E27FC236}">
                <a16:creationId xmlns:a16="http://schemas.microsoft.com/office/drawing/2014/main" id="{A5F525E2-4123-4CAD-84D0-DF221F84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5133295"/>
            <a:ext cx="1642722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 Roots</a:t>
            </a:r>
          </a:p>
        </p:txBody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01A63EF-9520-4FA4-BD53-17F68181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5943" y="5095960"/>
            <a:ext cx="821361" cy="224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26" name="Diagram label: B  Stem">
            <a:extLst xmlns:a="http://schemas.openxmlformats.org/drawingml/2006/main">
              <a:ext uri="{FF2B5EF4-FFF2-40B4-BE49-F238E27FC236}">
                <a16:creationId xmlns:a16="http://schemas.microsoft.com/office/drawing/2014/main" id="{12FC129E-1931-41EA-B936-C889A3D6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715" y="4274599"/>
            <a:ext cx="1792061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  Stem</a:t>
            </a:r>
          </a:p>
        </p:txBody>
      </p:sp>
      <p:sp>
        <p:nvSpPr>
          <p:cNvPr id="2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247F6B0-5CE7-45D5-868F-724B5462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722654" y="4386603"/>
            <a:ext cx="1680057" cy="373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28" name="Diagram label: C  Leaves">
            <a:extLst xmlns:a="http://schemas.openxmlformats.org/drawingml/2006/main">
              <a:ext uri="{FF2B5EF4-FFF2-40B4-BE49-F238E27FC236}">
                <a16:creationId xmlns:a16="http://schemas.microsoft.com/office/drawing/2014/main" id="{51DDF6A3-0FF4-4CC0-8B9A-2D77352E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3453238"/>
            <a:ext cx="1568053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  Leaves</a:t>
            </a:r>
          </a:p>
        </p:txBody>
      </p:sp>
      <p:sp>
        <p:nvSpPr>
          <p:cNvPr id="2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460A923-DDFC-4686-9FED-894659B2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5943" y="3565242"/>
            <a:ext cx="522684" cy="74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30" name="Diagram label: D  Flower">
            <a:extLst xmlns:a="http://schemas.openxmlformats.org/drawingml/2006/main">
              <a:ext uri="{FF2B5EF4-FFF2-40B4-BE49-F238E27FC236}">
                <a16:creationId xmlns:a16="http://schemas.microsoft.com/office/drawing/2014/main" id="{178321BB-A31A-4DED-92A2-31ABBF76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715" y="2370534"/>
            <a:ext cx="1792061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  Flower</a:t>
            </a:r>
          </a:p>
        </p:txBody>
      </p:sp>
      <p:sp>
        <p:nvSpPr>
          <p:cNvPr id="3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D1FB869-A4A2-41F8-8576-EB19E05E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36265" y="2594542"/>
            <a:ext cx="1366446" cy="1866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32" name="Diagram label: Simplified flowering plant; shapes and sizes vary.">
            <a:extLst xmlns:a="http://schemas.openxmlformats.org/drawingml/2006/main">
              <a:ext uri="{FF2B5EF4-FFF2-40B4-BE49-F238E27FC236}">
                <a16:creationId xmlns:a16="http://schemas.microsoft.com/office/drawing/2014/main" id="{DF4F303F-EFA1-40B1-8F8A-E5A05A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5693314"/>
            <a:ext cx="6869566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Simplified flowering plant; shapes and sizes vary.</a:t>
            </a:r>
          </a:p>
        </p:txBody>
      </p:sp>
      <p:sp>
        <p:nvSpPr>
          <p:cNvPr id="33" name="Roots branch below the soil.  Stem connects the parts.  Leaves a">
            <a:extLst xmlns:a="http://schemas.openxmlformats.org/drawingml/2006/main">
              <a:ext uri="{FF2B5EF4-FFF2-40B4-BE49-F238E27FC236}">
                <a16:creationId xmlns:a16="http://schemas.microsoft.com/office/drawing/2014/main" id="{8F04B096-99F4-4FD0-A3DA-1A0513EE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Roots branch below the soil. Stem connects the parts. Leaves and flower attach above.</a:t>
            </a:r>
          </a:p>
        </p:txBody>
      </p:sp>
    </p:spTree>
    <p:extLst>
      <p:ext uri="{BB962C8B-B14F-4D97-AF65-F5344CB8AC3E}">
        <p14:creationId xmlns:p14="http://schemas.microsoft.com/office/powerpoint/2010/main" val="32016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EAF1424C-C8F5-4DE6-A0E9-69053B54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5FE126B-C4AD-4AD0-9D86-12A13A9E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B83B0C5-9E00-450B-B263-0116ADA9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B5B75EF4-1073-43DC-A15A-1A6A301A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E5B27723-45CE-46E2-AD21-4AC54306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keep names when shapes change">
            <a:extLst xmlns:a="http://schemas.openxmlformats.org/drawingml/2006/main">
              <a:ext uri="{FF2B5EF4-FFF2-40B4-BE49-F238E27FC236}">
                <a16:creationId xmlns:a16="http://schemas.microsoft.com/office/drawing/2014/main" id="{CB6B212D-1AC0-4D19-A1E6-436DCB8B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keep names when shapes change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E35B0B22-93E4-4FB9-8819-A8D5D8A0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FF248DB4-EAF9-4381-BF51-D9FA3856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9" name="4 / 14">
            <a:extLst xmlns:a="http://schemas.openxmlformats.org/drawingml/2006/main">
              <a:ext uri="{FF2B5EF4-FFF2-40B4-BE49-F238E27FC236}">
                <a16:creationId xmlns:a16="http://schemas.microsoft.com/office/drawing/2014/main" id="{561DC309-FB3F-47A2-988A-2DB0F69D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14</a:t>
            </a:r>
          </a:p>
        </p:txBody>
      </p:sp>
      <p:sp>
        <p:nvSpPr>
          <p:cNvPr id="10" name="Diagram label: Different shapes can have the same part name.">
            <a:extLst xmlns:a="http://schemas.openxmlformats.org/drawingml/2006/main">
              <a:ext uri="{FF2B5EF4-FFF2-40B4-BE49-F238E27FC236}">
                <a16:creationId xmlns:a16="http://schemas.microsoft.com/office/drawing/2014/main" id="{7B43A43B-53AA-4D85-BA79-2C11DC63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2071858"/>
            <a:ext cx="6720228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Different shapes can have the same part name.</a:t>
            </a:r>
          </a:p>
        </p:txBody>
      </p:sp>
      <p:sp>
        <p:nvSpPr>
          <p:cNvPr id="1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4927242-0029-4AEC-8EDA-3E0CD03C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05263" y="2967888"/>
            <a:ext cx="953" cy="20907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7202">
            <a:solidFill>
              <a:srgbClr val="3F7D6E"/>
            </a:solidFill>
          </a:ln>
        </p:spPr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0777DFE-C798-43C7-B5AE-7DE97102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8571" y="5095960"/>
            <a:ext cx="15680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E57DA55-1271-48DB-9EB5-CC714529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482578" y="5095960"/>
            <a:ext cx="522684" cy="3733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8D96E59-2DA2-4D73-BB1D-068518FB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5263" y="5095960"/>
            <a:ext cx="448015" cy="410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48B6952-CD9D-47E1-A167-889BA9CC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89384" y="2967888"/>
            <a:ext cx="953" cy="20907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7202">
            <a:solidFill>
              <a:srgbClr val="3F7D6E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0D0D6E7-AAD4-44E4-A3EC-C7A52379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42692" y="5095960"/>
            <a:ext cx="15680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3DD25E0-E0FB-4CEF-AC0F-4F182132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066700" y="5095960"/>
            <a:ext cx="522684" cy="3733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107A0F6-87BC-4BE5-BBA8-D0D0EDEC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89384" y="5095960"/>
            <a:ext cx="448015" cy="4106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510ACFC-FC0E-43F1-945E-A0B26C8D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232" y="3714580"/>
            <a:ext cx="896030" cy="448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A4AE5AF-28F0-4172-9D5E-FE36D8B6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130" y="4237264"/>
            <a:ext cx="858696" cy="4106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B72A27D-5BFF-4883-AD7E-49D5AEBC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027" y="3639911"/>
            <a:ext cx="709357" cy="7093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2B44CA8-8EF0-495B-B1D3-844BEF4B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719" y="4125260"/>
            <a:ext cx="784027" cy="67202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B521589-F359-4FB1-83E9-CCCC895A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520" y="2669211"/>
            <a:ext cx="582420" cy="5226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BE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350BB8B-07EC-410F-9A63-44F42A53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976" y="2706546"/>
            <a:ext cx="492817" cy="4330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5" name="Diagram label: Flower">
            <a:extLst xmlns:a="http://schemas.openxmlformats.org/drawingml/2006/main">
              <a:ext uri="{FF2B5EF4-FFF2-40B4-BE49-F238E27FC236}">
                <a16:creationId xmlns:a16="http://schemas.microsoft.com/office/drawing/2014/main" id="{6EAAC928-9D03-4710-A873-AC541232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2557207"/>
            <a:ext cx="896030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Flower</a:t>
            </a:r>
          </a:p>
        </p:txBody>
      </p:sp>
      <p:sp>
        <p:nvSpPr>
          <p:cNvPr id="26" name="Diagram label: Small green&#10;flower">
            <a:extLst xmlns:a="http://schemas.openxmlformats.org/drawingml/2006/main">
              <a:ext uri="{FF2B5EF4-FFF2-40B4-BE49-F238E27FC236}">
                <a16:creationId xmlns:a16="http://schemas.microsoft.com/office/drawing/2014/main" id="{B9AC1556-7A77-4620-9B6C-8C3E01D4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734" y="2594542"/>
            <a:ext cx="1493384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Small green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flower</a:t>
            </a:r>
          </a:p>
        </p:txBody>
      </p:sp>
      <p:sp>
        <p:nvSpPr>
          <p:cNvPr id="27" name="Diagram label: Narrow leaves">
            <a:extLst xmlns:a="http://schemas.openxmlformats.org/drawingml/2006/main">
              <a:ext uri="{FF2B5EF4-FFF2-40B4-BE49-F238E27FC236}">
                <a16:creationId xmlns:a16="http://schemas.microsoft.com/office/drawing/2014/main" id="{1AE8F0B1-1B69-403B-B17B-39B4EEA0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5655979"/>
            <a:ext cx="2762760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Narrow leaves</a:t>
            </a:r>
          </a:p>
        </p:txBody>
      </p:sp>
      <p:sp>
        <p:nvSpPr>
          <p:cNvPr id="28" name="Diagram label: Broad leaves">
            <a:extLst xmlns:a="http://schemas.openxmlformats.org/drawingml/2006/main">
              <a:ext uri="{FF2B5EF4-FFF2-40B4-BE49-F238E27FC236}">
                <a16:creationId xmlns:a16="http://schemas.microsoft.com/office/drawing/2014/main" id="{55DBB24F-F61E-4DBB-A000-489ECD91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350" y="5655979"/>
            <a:ext cx="2837429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Broad leaves</a:t>
            </a:r>
          </a:p>
        </p:txBody>
      </p:sp>
      <p:sp>
        <p:nvSpPr>
          <p:cNvPr id="29" name="Leaves can have different shapes.  A flower need not be large or">
            <a:extLst xmlns:a="http://schemas.openxmlformats.org/drawingml/2006/main">
              <a:ext uri="{FF2B5EF4-FFF2-40B4-BE49-F238E27FC236}">
                <a16:creationId xmlns:a16="http://schemas.microsoft.com/office/drawing/2014/main" id="{284C44EA-51CB-4427-A85F-E232F7EC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Leaves can have different shapes. A flower need not be large or bright.</a:t>
            </a:r>
          </a:p>
        </p:txBody>
      </p:sp>
    </p:spTree>
    <p:extLst>
      <p:ext uri="{BB962C8B-B14F-4D97-AF65-F5344CB8AC3E}">
        <p14:creationId xmlns:p14="http://schemas.microsoft.com/office/powerpoint/2010/main" val="516051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53C9E795-1FE7-48DC-B85C-5D8F0BE6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AFBD10D-D6AA-4682-983A-D7C008C9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9C7065F-71BD-410E-B682-B0210D24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756C2BB3-AA4D-414C-B110-320A06D0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D9694DCC-3B49-4A04-B500-3C646FB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separate seen from hidden">
            <a:extLst xmlns:a="http://schemas.openxmlformats.org/drawingml/2006/main">
              <a:ext uri="{FF2B5EF4-FFF2-40B4-BE49-F238E27FC236}">
                <a16:creationId xmlns:a16="http://schemas.microsoft.com/office/drawing/2014/main" id="{A0299DAB-C1A5-46FE-9584-9ACA6B73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separate seen from hidden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DDF746D-96FD-4D0D-B5E9-6626228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E8E53777-7FE8-4028-A3C7-53DFFA87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9" name="5 / 14">
            <a:extLst xmlns:a="http://schemas.openxmlformats.org/drawingml/2006/main">
              <a:ext uri="{FF2B5EF4-FFF2-40B4-BE49-F238E27FC236}">
                <a16:creationId xmlns:a16="http://schemas.microsoft.com/office/drawing/2014/main" id="{38BBA123-7198-44EC-947C-B57E7535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14</a:t>
            </a:r>
          </a:p>
        </p:txBody>
      </p:sp>
      <p:sp>
        <p:nvSpPr>
          <p:cNvPr id="1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C8E77DA-2EF3-4718-B188-DFB1C513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73316" y="2818550"/>
            <a:ext cx="953" cy="15680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9603">
            <a:solidFill>
              <a:srgbClr val="3F7D6E"/>
            </a:solidFill>
          </a:ln>
        </p:spPr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E882DCC-2594-4CC3-A537-AD09824B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9951" y="3117226"/>
            <a:ext cx="933365" cy="48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2614755-25F1-409B-B033-AF917712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650" y="3639911"/>
            <a:ext cx="933365" cy="48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7B1800A-3C32-4D4E-B9E6-00877363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612" y="4386603"/>
            <a:ext cx="2314745" cy="1120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4" name="Diagram label: Leaves and stem&#10;are visible.">
            <a:extLst xmlns:a="http://schemas.openxmlformats.org/drawingml/2006/main">
              <a:ext uri="{FF2B5EF4-FFF2-40B4-BE49-F238E27FC236}">
                <a16:creationId xmlns:a16="http://schemas.microsoft.com/office/drawing/2014/main" id="{4DB8A3E0-14DA-410D-B76E-75BAFFD6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700" y="3005223"/>
            <a:ext cx="2314745" cy="821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Leaves and stem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are visible.</a:t>
            </a:r>
          </a:p>
        </p:txBody>
      </p:sp>
      <p:sp>
        <p:nvSpPr>
          <p:cNvPr id="15" name="Diagram label: Roots are hidden&#10;inside the pot.">
            <a:extLst xmlns:a="http://schemas.openxmlformats.org/drawingml/2006/main">
              <a:ext uri="{FF2B5EF4-FFF2-40B4-BE49-F238E27FC236}">
                <a16:creationId xmlns:a16="http://schemas.microsoft.com/office/drawing/2014/main" id="{FC12931D-67E5-4CBA-9DFD-89CAF88A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6700" y="4386603"/>
            <a:ext cx="2314745" cy="9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Roots are hidden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inside the pot.</a:t>
            </a:r>
          </a:p>
        </p:txBody>
      </p:sp>
      <p:sp>
        <p:nvSpPr>
          <p:cNvPr id="16" name="Diagram label: Observation: no flower is visible today.">
            <a:extLst xmlns:a="http://schemas.openxmlformats.org/drawingml/2006/main">
              <a:ext uri="{FF2B5EF4-FFF2-40B4-BE49-F238E27FC236}">
                <a16:creationId xmlns:a16="http://schemas.microsoft.com/office/drawing/2014/main" id="{3A16C0FB-CA01-47FE-BE5C-BC67DD64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2183861"/>
            <a:ext cx="6570889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Observation: no flower is visible today.</a:t>
            </a:r>
          </a:p>
        </p:txBody>
      </p:sp>
      <p:sp>
        <p:nvSpPr>
          <p:cNvPr id="17" name="Diagram label: This view cannot tell us whether it flowers at another time.">
            <a:extLst xmlns:a="http://schemas.openxmlformats.org/drawingml/2006/main">
              <a:ext uri="{FF2B5EF4-FFF2-40B4-BE49-F238E27FC236}">
                <a16:creationId xmlns:a16="http://schemas.microsoft.com/office/drawing/2014/main" id="{15F2154B-DDCA-4A34-B86D-B25B0FC9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55" y="5655979"/>
            <a:ext cx="6496220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This view cannot tell us whether it flowers at another time.</a:t>
            </a:r>
          </a:p>
        </p:txBody>
      </p:sp>
      <p:sp>
        <p:nvSpPr>
          <p:cNvPr id="18" name="I can see the stem and leaves.  The pot hides the roots.  No flo">
            <a:extLst xmlns:a="http://schemas.openxmlformats.org/drawingml/2006/main">
              <a:ext uri="{FF2B5EF4-FFF2-40B4-BE49-F238E27FC236}">
                <a16:creationId xmlns:a16="http://schemas.microsoft.com/office/drawing/2014/main" id="{A60445DD-D010-46DD-A392-55E512C0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can see the stem and leaves. The pot hides the roots. No flower is visible today.</a:t>
            </a:r>
          </a:p>
        </p:txBody>
      </p:sp>
    </p:spTree>
    <p:extLst>
      <p:ext uri="{BB962C8B-B14F-4D97-AF65-F5344CB8AC3E}">
        <p14:creationId xmlns:p14="http://schemas.microsoft.com/office/powerpoint/2010/main" val="221531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8B7DC8C7-44C5-437D-9544-713B8725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A309B62-6E52-4372-9179-8EE8C443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D8AAEB4-62A4-43BA-BD0F-4C6E7885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DCE26EA-85EA-4D57-AB30-1888B2AF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5A4D678C-1248-4D29-8B5C-4B2F1158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C7D95E9D-D00F-477A-AC70-D7DE498A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Atlas partners: point, name, check">
            <a:extLst xmlns:a="http://schemas.openxmlformats.org/drawingml/2006/main">
              <a:ext uri="{FF2B5EF4-FFF2-40B4-BE49-F238E27FC236}">
                <a16:creationId xmlns:a16="http://schemas.microsoft.com/office/drawing/2014/main" id="{69755952-F545-46BE-ABF2-E6BC22D7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Atlas partners: point, name, check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78F2221-5D4B-4B0B-A18C-D8024F65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606B3330-CE14-478D-960D-8E4DF116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10" name="6 / 14">
            <a:extLst xmlns:a="http://schemas.openxmlformats.org/drawingml/2006/main">
              <a:ext uri="{FF2B5EF4-FFF2-40B4-BE49-F238E27FC236}">
                <a16:creationId xmlns:a16="http://schemas.microsoft.com/office/drawing/2014/main" id="{5AEEB2D8-BDF1-4762-BC11-6F0CDAB7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14</a:t>
            </a:r>
          </a:p>
        </p:txBody>
      </p:sp>
      <p:sp>
        <p:nvSpPr>
          <p:cNvPr id="11" name="Use records A–D. One partner names a part. The other checks its ">
            <a:extLst xmlns:a="http://schemas.openxmlformats.org/drawingml/2006/main">
              <a:ext uri="{FF2B5EF4-FFF2-40B4-BE49-F238E27FC236}">
                <a16:creationId xmlns:a16="http://schemas.microsoft.com/office/drawing/2014/main" id="{84B42E18-1E4A-42A4-83DF-1AFFD9A3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records A–D. One partner names a part. The other checks its location.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225305"/>
                <a:gridCol w="6899895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Code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Clue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Branches below soil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Upright connecting part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Flat parts attached to B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Petalled structure here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implified atlas clues; not all plants look identical">
            <a:extLst xmlns:a="http://schemas.openxmlformats.org/drawingml/2006/main">
              <a:ext uri="{FF2B5EF4-FFF2-40B4-BE49-F238E27FC236}">
                <a16:creationId xmlns:a16="http://schemas.microsoft.com/office/drawing/2014/main" id="{8F4259AE-87E5-458D-A959-65DC2DD8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6331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Simplified atlas clues; not all plants look identical</a:t>
            </a:r>
          </a:p>
        </p:txBody>
      </p:sp>
    </p:spTree>
    <p:extLst>
      <p:ext uri="{BB962C8B-B14F-4D97-AF65-F5344CB8AC3E}">
        <p14:creationId xmlns:p14="http://schemas.microsoft.com/office/powerpoint/2010/main" val="517602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B76EABD7-70D6-44F9-B58A-D3F5EAE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DFE062C-0A91-4FE6-B094-3657F5C1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7F207A2-9A4A-45E8-8DC5-D95BBE57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9EB1587-F8AE-4902-A8DE-A8756695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CB35164D-2404-4A1D-B363-0B2904DC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2312079B-8362-4068-BCBE-0B5BE097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The observation editor">
            <a:extLst xmlns:a="http://schemas.openxmlformats.org/drawingml/2006/main">
              <a:ext uri="{FF2B5EF4-FFF2-40B4-BE49-F238E27FC236}">
                <a16:creationId xmlns:a16="http://schemas.microsoft.com/office/drawing/2014/main" id="{FFB2989F-B633-44A0-957B-ED52D1B4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observation editor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4C7E55E-A95B-4761-A145-6C007071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35E9A5D2-475F-44E4-924F-2E87921B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10" name="7 / 14">
            <a:extLst xmlns:a="http://schemas.openxmlformats.org/drawingml/2006/main">
              <a:ext uri="{FF2B5EF4-FFF2-40B4-BE49-F238E27FC236}">
                <a16:creationId xmlns:a16="http://schemas.microsoft.com/office/drawing/2014/main" id="{4933AB9B-F392-4E58-834F-54BC7A85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14</a:t>
            </a:r>
          </a:p>
        </p:txBody>
      </p:sp>
      <p:sp>
        <p:nvSpPr>
          <p:cNvPr id="11" name="“I see no roots.”">
            <a:extLst xmlns:a="http://schemas.openxmlformats.org/drawingml/2006/main">
              <a:ext uri="{FF2B5EF4-FFF2-40B4-BE49-F238E27FC236}">
                <a16:creationId xmlns:a16="http://schemas.microsoft.com/office/drawing/2014/main" id="{82E02CA1-FD16-4B23-A79F-3E0CF370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“I see no roots.”</a:t>
            </a:r>
          </a:p>
        </p:txBody>
      </p:sp>
      <p:sp>
        <p:nvSpPr>
          <p:cNvPr id="12" name="“This plant has no roots.”">
            <a:extLst xmlns:a="http://schemas.openxmlformats.org/drawingml/2006/main">
              <a:ext uri="{FF2B5EF4-FFF2-40B4-BE49-F238E27FC236}">
                <a16:creationId xmlns:a16="http://schemas.microsoft.com/office/drawing/2014/main" id="{D78BA673-A42E-4980-B55F-93222295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“This plant has no roots.”</a:t>
            </a:r>
          </a:p>
        </p:txBody>
      </p:sp>
      <p:sp>
        <p:nvSpPr>
          <p:cNvPr id="13" name="Which claim fits E?">
            <a:extLst xmlns:a="http://schemas.openxmlformats.org/drawingml/2006/main">
              <a:ext uri="{FF2B5EF4-FFF2-40B4-BE49-F238E27FC236}">
                <a16:creationId xmlns:a16="http://schemas.microsoft.com/office/drawing/2014/main" id="{02D7D240-9459-4F6C-80D3-50F15867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claim fits E?</a:t>
            </a:r>
          </a:p>
        </p:txBody>
      </p:sp>
    </p:spTree>
    <p:extLst>
      <p:ext uri="{BB962C8B-B14F-4D97-AF65-F5344CB8AC3E}">
        <p14:creationId xmlns:p14="http://schemas.microsoft.com/office/powerpoint/2010/main" val="11292768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E36E1DE5-3B60-4E79-A321-5E522C35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FAAA7BB-9D9F-4754-8C35-902AED96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5ACDDBA-DB28-4A09-A114-4016559F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4027844F-A7AA-4D27-9091-CAF40625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8564817F-10E6-48A3-8DDB-B14CBF10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981164A9-EBE0-4446-AA1C-6235A82A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A plant has small green flowers. What follows?">
            <a:extLst xmlns:a="http://schemas.openxmlformats.org/drawingml/2006/main">
              <a:ext uri="{FF2B5EF4-FFF2-40B4-BE49-F238E27FC236}">
                <a16:creationId xmlns:a16="http://schemas.microsoft.com/office/drawing/2014/main" id="{F6ABE3A9-F5E1-4E4A-A386-9BBCF46F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plant has small green flowers. What follows?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F82F282-A7B3-4309-AC81-D3DC7CE2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C54E10DD-3AEA-416F-8398-56B82F09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10" name="8 / 14">
            <a:extLst xmlns:a="http://schemas.openxmlformats.org/drawingml/2006/main">
              <a:ext uri="{FF2B5EF4-FFF2-40B4-BE49-F238E27FC236}">
                <a16:creationId xmlns:a16="http://schemas.microsoft.com/office/drawing/2014/main" id="{30973939-F40F-4A54-A4B0-528E1253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14</a:t>
            </a:r>
          </a:p>
        </p:txBody>
      </p:sp>
      <p:sp>
        <p:nvSpPr>
          <p:cNvPr id="11" name="Use structure, not colour alone.">
            <a:extLst xmlns:a="http://schemas.openxmlformats.org/drawingml/2006/main">
              <a:ext uri="{FF2B5EF4-FFF2-40B4-BE49-F238E27FC236}">
                <a16:creationId xmlns:a16="http://schemas.microsoft.com/office/drawing/2014/main" id="{18B0A172-E4E6-4285-BAEE-1A0061BF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structure, not colour alone.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1A48E82-45B1-414D-A533-52597CE7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2DFB418-8764-4F53-90E4-B1D04C6B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331D4ACD-619F-4CFB-9DF5-84782876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All its green parts must be leaves.">
            <a:extLst xmlns:a="http://schemas.openxmlformats.org/drawingml/2006/main">
              <a:ext uri="{FF2B5EF4-FFF2-40B4-BE49-F238E27FC236}">
                <a16:creationId xmlns:a16="http://schemas.microsoft.com/office/drawing/2014/main" id="{A47CA247-477E-4830-A635-EDD253C0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All its green parts must be leaves.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C4EA3A1F-F158-47C0-8B70-00BA0569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26B6EF3F-8126-4D8E-9CD5-15A7593D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A6E73611-598C-464F-884B-A93C3619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It can still have roots, stem, leaves and flowers.">
            <a:extLst xmlns:a="http://schemas.openxmlformats.org/drawingml/2006/main">
              <a:ext uri="{FF2B5EF4-FFF2-40B4-BE49-F238E27FC236}">
                <a16:creationId xmlns:a16="http://schemas.microsoft.com/office/drawing/2014/main" id="{6BA569AB-69EB-42CC-91F7-A06186ED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 can still have roots, stem, leaves and flowers.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250FA51C-5805-4C36-AC25-8A698D29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A9DBEBAE-2759-4E39-AA2E-F9EFBCEC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739A368D-8E12-4095-A170-05276FDF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Its hidden roots do not exist.">
            <a:extLst xmlns:a="http://schemas.openxmlformats.org/drawingml/2006/main">
              <a:ext uri="{FF2B5EF4-FFF2-40B4-BE49-F238E27FC236}">
                <a16:creationId xmlns:a16="http://schemas.microsoft.com/office/drawing/2014/main" id="{6E2036F4-36A7-4BA6-AEEF-F39D0E3F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Its hidden roots do not exist.</a:t>
            </a:r>
          </a:p>
        </p:txBody>
      </p:sp>
    </p:spTree>
    <p:extLst>
      <p:ext uri="{BB962C8B-B14F-4D97-AF65-F5344CB8AC3E}">
        <p14:creationId xmlns:p14="http://schemas.microsoft.com/office/powerpoint/2010/main" val="868145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CC4AC723-1BB1-4E85-9450-E011F645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DB26EC5-6EAF-4EF6-ACAE-7A0C449C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F6974D1-4427-4B0E-8ABA-58992CA5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1DE3DDB8-88C1-46D1-8EE3-3A99C978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1872E790-C4F8-4B08-BF4A-4460BDE5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368A7657-4850-43CD-9CE2-84E1662B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your science route">
            <a:extLst xmlns:a="http://schemas.openxmlformats.org/drawingml/2006/main">
              <a:ext uri="{FF2B5EF4-FFF2-40B4-BE49-F238E27FC236}">
                <a16:creationId xmlns:a16="http://schemas.microsoft.com/office/drawing/2014/main" id="{633C9045-8927-445C-B9F0-CF8B872F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science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1F99B99-BFF6-4C8C-AEDE-396C9001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2E07564F-EFD2-498A-A46A-1F8B49D6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10" name="9 / 14">
            <a:extLst xmlns:a="http://schemas.openxmlformats.org/drawingml/2006/main">
              <a:ext uri="{FF2B5EF4-FFF2-40B4-BE49-F238E27FC236}">
                <a16:creationId xmlns:a16="http://schemas.microsoft.com/office/drawing/2014/main" id="{18DF9053-4377-4B5F-AEA2-036C4505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14</a:t>
            </a:r>
          </a:p>
        </p:txBody>
      </p:sp>
      <p:sp>
        <p:nvSpPr>
          <p:cNvPr id="11" name="Complete the part key.">
            <a:extLst xmlns:a="http://schemas.openxmlformats.org/drawingml/2006/main">
              <a:ext uri="{FF2B5EF4-FFF2-40B4-BE49-F238E27FC236}">
                <a16:creationId xmlns:a16="http://schemas.microsoft.com/office/drawing/2014/main" id="{3039262A-B9B2-45ED-A3FD-91B7C7EE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Complete the part key.</a:t>
            </a:r>
          </a:p>
        </p:txBody>
      </p:sp>
      <p:sp>
        <p:nvSpPr>
          <p:cNvPr id="12" name="Draw a labelled atlas plant.">
            <a:extLst xmlns:a="http://schemas.openxmlformats.org/drawingml/2006/main">
              <a:ext uri="{FF2B5EF4-FFF2-40B4-BE49-F238E27FC236}">
                <a16:creationId xmlns:a16="http://schemas.microsoft.com/office/drawing/2014/main" id="{E0B1B0C0-1BF0-42D0-B1FA-51080D3D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Draw a labelled atlas plant.</a:t>
            </a:r>
          </a:p>
        </p:txBody>
      </p:sp>
      <p:sp>
        <p:nvSpPr>
          <p:cNvPr id="13" name="Review an unfamiliar view.">
            <a:extLst xmlns:a="http://schemas.openxmlformats.org/drawingml/2006/main">
              <a:ext uri="{FF2B5EF4-FFF2-40B4-BE49-F238E27FC236}">
                <a16:creationId xmlns:a16="http://schemas.microsoft.com/office/drawing/2014/main" id="{B5BDF005-A405-48AD-AAF6-12F1C795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Review an unfamiliar view.</a:t>
            </a:r>
          </a:p>
        </p:txBody>
      </p:sp>
    </p:spTree>
    <p:extLst>
      <p:ext uri="{BB962C8B-B14F-4D97-AF65-F5344CB8AC3E}">
        <p14:creationId xmlns:p14="http://schemas.microsoft.com/office/powerpoint/2010/main" val="11926193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0EC7FE7-A952-45D0-96A2-DD9BE6F7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28A63E2-56B2-4D75-95BF-ED3DBA0D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520203B-1305-4F56-A5DF-AD23BF5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9A170699-8B48-4671-A689-DD6E4DC0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CB4BECD9-36A3-4C94-B2AB-9E1BB7D6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9B451CDE-C345-4CFA-8FEB-EBC0875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own evidence record">
            <a:extLst xmlns:a="http://schemas.openxmlformats.org/drawingml/2006/main">
              <a:ext uri="{FF2B5EF4-FFF2-40B4-BE49-F238E27FC236}">
                <a16:creationId xmlns:a16="http://schemas.microsoft.com/office/drawing/2014/main" id="{68468943-8BAE-42FA-8409-492CF3E4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own evidence record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D57478D-1334-4FF0-9828-B9F869A9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EED30418-2BFA-4FAB-9E9E-5E50DADD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10" name="10 / 14">
            <a:extLst xmlns:a="http://schemas.openxmlformats.org/drawingml/2006/main">
              <a:ext uri="{FF2B5EF4-FFF2-40B4-BE49-F238E27FC236}">
                <a16:creationId xmlns:a16="http://schemas.microsoft.com/office/drawing/2014/main" id="{700C1034-F973-4299-8A4E-42B3E3CA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14</a:t>
            </a:r>
          </a:p>
        </p:txBody>
      </p:sp>
      <p:sp>
        <p:nvSpPr>
          <p:cNvPr id="11" name="Use the shared evidence.">
            <a:extLst xmlns:a="http://schemas.openxmlformats.org/drawingml/2006/main">
              <a:ext uri="{FF2B5EF4-FFF2-40B4-BE49-F238E27FC236}">
                <a16:creationId xmlns:a16="http://schemas.microsoft.com/office/drawing/2014/main" id="{8AC5C37A-9640-4BA4-9811-1915696A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shared evidence.</a:t>
            </a:r>
          </a:p>
        </p:txBody>
      </p:sp>
      <p:sp>
        <p:nvSpPr>
          <p:cNvPr id="12" name="Explain one choice.">
            <a:extLst xmlns:a="http://schemas.openxmlformats.org/drawingml/2006/main">
              <a:ext uri="{FF2B5EF4-FFF2-40B4-BE49-F238E27FC236}">
                <a16:creationId xmlns:a16="http://schemas.microsoft.com/office/drawing/2014/main" id="{D7C90345-2851-41FE-8153-1CDB93D1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one choice.</a:t>
            </a:r>
          </a:p>
        </p:txBody>
      </p:sp>
      <p:sp>
        <p:nvSpPr>
          <p:cNvPr id="13" name="Check a label or number.">
            <a:extLst xmlns:a="http://schemas.openxmlformats.org/drawingml/2006/main">
              <a:ext uri="{FF2B5EF4-FFF2-40B4-BE49-F238E27FC236}">
                <a16:creationId xmlns:a16="http://schemas.microsoft.com/office/drawing/2014/main" id="{3DFCFAA6-BB1F-47D1-B894-07059ED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 label or number.</a:t>
            </a:r>
          </a:p>
        </p:txBody>
      </p:sp>
    </p:spTree>
    <p:extLst>
      <p:ext uri="{BB962C8B-B14F-4D97-AF65-F5344CB8AC3E}">
        <p14:creationId xmlns:p14="http://schemas.microsoft.com/office/powerpoint/2010/main" val="13255327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4565680-DD76-461F-A197-9FF9CCBE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8747B02-F128-4CB1-B9A5-AD52D758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C1CB01D-D706-4218-B22F-5A09F47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AE7A844-5D33-4E07-A945-9CA2FD98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7CC48CC5-26F1-4364-9B91-0E62D2A0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what the evidence can show">
            <a:extLst xmlns:a="http://schemas.openxmlformats.org/drawingml/2006/main">
              <a:ext uri="{FF2B5EF4-FFF2-40B4-BE49-F238E27FC236}">
                <a16:creationId xmlns:a16="http://schemas.microsoft.com/office/drawing/2014/main" id="{7E3FBEB5-7AF5-4B99-B380-C0E732FD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what the evidence can show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079488B-3AAB-4D78-8921-4046D622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D3732BB3-EC00-491F-ADD9-EF859E1D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9" name="11 / 14">
            <a:extLst xmlns:a="http://schemas.openxmlformats.org/drawingml/2006/main">
              <a:ext uri="{FF2B5EF4-FFF2-40B4-BE49-F238E27FC236}">
                <a16:creationId xmlns:a16="http://schemas.microsoft.com/office/drawing/2014/main" id="{4985F20E-FB5D-4AE8-B861-F33DEE6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14</a:t>
            </a:r>
          </a:p>
        </p:txBody>
      </p:sp>
      <p:sp>
        <p:nvSpPr>
          <p:cNvPr id="10" name="Point to the clue you used.">
            <a:extLst xmlns:a="http://schemas.openxmlformats.org/drawingml/2006/main">
              <a:ext uri="{FF2B5EF4-FFF2-40B4-BE49-F238E27FC236}">
                <a16:creationId xmlns:a16="http://schemas.microsoft.com/office/drawing/2014/main" id="{BF0AAA37-1B16-49E7-8C8E-01FF503F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Point to the clue you used.</a:t>
            </a:r>
          </a:p>
        </p:txBody>
      </p:sp>
      <p:sp>
        <p:nvSpPr>
          <p:cNvPr id="11" name="Remove an unsupported claim.">
            <a:extLst xmlns:a="http://schemas.openxmlformats.org/drawingml/2006/main">
              <a:ext uri="{FF2B5EF4-FFF2-40B4-BE49-F238E27FC236}">
                <a16:creationId xmlns:a16="http://schemas.microsoft.com/office/drawing/2014/main" id="{84BB9006-9DBC-440A-91FD-4E14AA22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Remove an unsupported claim.</a:t>
            </a:r>
          </a:p>
        </p:txBody>
      </p:sp>
    </p:spTree>
    <p:extLst>
      <p:ext uri="{BB962C8B-B14F-4D97-AF65-F5344CB8AC3E}">
        <p14:creationId xmlns:p14="http://schemas.microsoft.com/office/powerpoint/2010/main" val="162557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7EF4C6A5-72D5-4CDB-B212-EF12E5DC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312ECC2-9627-4BD2-A7D1-BEFBEE29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199C13B-7A82-40F9-98F5-34804F0A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CB1DC424-9C4C-4B99-85E0-42B76AB0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9335E2F0-4096-47C1-97A9-BCE121B1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F52B9881-5F73-47D5-A430-24103DE6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undy loop: improve the shared account">
            <a:extLst xmlns:a="http://schemas.openxmlformats.org/drawingml/2006/main">
              <a:ext uri="{FF2B5EF4-FFF2-40B4-BE49-F238E27FC236}">
                <a16:creationId xmlns:a16="http://schemas.microsoft.com/office/drawing/2014/main" id="{E139AA3B-6FF2-4DB4-8E7B-57F1F958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Lundy loop: improve the shared account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4DD6D61-D8BC-4CF0-9337-80C817AB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BB58A5C4-224A-4552-A52C-6FD44BD1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10" name="12 / 14">
            <a:extLst xmlns:a="http://schemas.openxmlformats.org/drawingml/2006/main">
              <a:ext uri="{FF2B5EF4-FFF2-40B4-BE49-F238E27FC236}">
                <a16:creationId xmlns:a16="http://schemas.microsoft.com/office/drawing/2014/main" id="{FA7CA7BC-2965-4879-9C33-FEF2CDB5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14</a:t>
            </a:r>
          </a:p>
        </p:txBody>
      </p:sp>
      <p:sp>
        <p:nvSpPr>
          <p:cNvPr id="11" name="Choose how to share.">
            <a:extLst xmlns:a="http://schemas.openxmlformats.org/drawingml/2006/main">
              <a:ext uri="{FF2B5EF4-FFF2-40B4-BE49-F238E27FC236}">
                <a16:creationId xmlns:a16="http://schemas.microsoft.com/office/drawing/2014/main" id="{A4FBA675-993F-498B-908E-376A8A0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how to share.</a:t>
            </a:r>
          </a:p>
        </p:txBody>
      </p:sp>
      <p:sp>
        <p:nvSpPr>
          <p:cNvPr id="12" name="Hear one evidence-based challenge.">
            <a:extLst xmlns:a="http://schemas.openxmlformats.org/drawingml/2006/main">
              <a:ext uri="{FF2B5EF4-FFF2-40B4-BE49-F238E27FC236}">
                <a16:creationId xmlns:a16="http://schemas.microsoft.com/office/drawing/2014/main" id="{AB9B7A32-1470-4379-8FF1-1FD600B9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 one evidence-based challenge.</a:t>
            </a:r>
          </a:p>
        </p:txBody>
      </p:sp>
      <p:sp>
        <p:nvSpPr>
          <p:cNvPr id="13" name="Improve or defend one idea.">
            <a:extLst xmlns:a="http://schemas.openxmlformats.org/drawingml/2006/main">
              <a:ext uri="{FF2B5EF4-FFF2-40B4-BE49-F238E27FC236}">
                <a16:creationId xmlns:a16="http://schemas.microsoft.com/office/drawing/2014/main" id="{29BB5C57-8306-403B-870A-16FD99B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or defend one idea.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6929DB6-0853-4376-847E-7F7FF78A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9795E3BC-9BC9-408F-9695-CF368539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Which label or observation became more precise?">
            <a:extLst xmlns:a="http://schemas.openxmlformats.org/drawingml/2006/main">
              <a:ext uri="{FF2B5EF4-FFF2-40B4-BE49-F238E27FC236}">
                <a16:creationId xmlns:a16="http://schemas.microsoft.com/office/drawing/2014/main" id="{35186987-1903-41D2-8831-9F154DD3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Which label or observation became more precise?</a:t>
            </a:r>
          </a:p>
        </p:txBody>
      </p:sp>
    </p:spTree>
    <p:extLst>
      <p:ext uri="{BB962C8B-B14F-4D97-AF65-F5344CB8AC3E}">
        <p14:creationId xmlns:p14="http://schemas.microsoft.com/office/powerpoint/2010/main" val="4368902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B4DB1269-2A06-496F-BBB7-4CB40F62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C68A9B5-465C-4A6C-B7E5-810680D7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CD0BBD4-727E-40EF-B9BE-0ECD292B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940CA117-2C1F-4551-8B8D-37D157D5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71CAEC30-1979-402A-AFF0-EB3D178B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Keep the useful change">
            <a:extLst xmlns:a="http://schemas.openxmlformats.org/drawingml/2006/main">
              <a:ext uri="{FF2B5EF4-FFF2-40B4-BE49-F238E27FC236}">
                <a16:creationId xmlns:a16="http://schemas.microsoft.com/office/drawing/2014/main" id="{B238200F-1CFD-4DAB-9E3D-AA74FDC8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useful change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66549D3-234A-4063-8B56-216CAFF7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ADA3514C-4F73-4594-A7F5-1C07E587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9" name="13 / 14">
            <a:extLst xmlns:a="http://schemas.openxmlformats.org/drawingml/2006/main">
              <a:ext uri="{FF2B5EF4-FFF2-40B4-BE49-F238E27FC236}">
                <a16:creationId xmlns:a16="http://schemas.microsoft.com/office/drawing/2014/main" id="{DD1B6B2F-59B4-4D28-A217-9225BF63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14</a:t>
            </a:r>
          </a:p>
        </p:txBody>
      </p:sp>
      <p:sp>
        <p:nvSpPr>
          <p:cNvPr id="10" name="What changed in our account?">
            <a:extLst xmlns:a="http://schemas.openxmlformats.org/drawingml/2006/main">
              <a:ext uri="{FF2B5EF4-FFF2-40B4-BE49-F238E27FC236}">
                <a16:creationId xmlns:a16="http://schemas.microsoft.com/office/drawing/2014/main" id="{B5C82D54-F6FE-4AC1-B150-32D0FDF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changed in our account?</a:t>
            </a:r>
          </a:p>
        </p:txBody>
      </p:sp>
      <p:sp>
        <p:nvSpPr>
          <p:cNvPr id="11" name="Which evidence helped?">
            <a:extLst xmlns:a="http://schemas.openxmlformats.org/drawingml/2006/main">
              <a:ext uri="{FF2B5EF4-FFF2-40B4-BE49-F238E27FC236}">
                <a16:creationId xmlns:a16="http://schemas.microsoft.com/office/drawing/2014/main" id="{14D72608-28C2-4C2F-9684-ED71C12E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evidence helped?</a:t>
            </a:r>
          </a:p>
        </p:txBody>
      </p:sp>
    </p:spTree>
    <p:extLst>
      <p:ext uri="{BB962C8B-B14F-4D97-AF65-F5344CB8AC3E}">
        <p14:creationId xmlns:p14="http://schemas.microsoft.com/office/powerpoint/2010/main" val="19712473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04CF1AD-BB49-4FDF-84BF-D2A22313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D109EC5-3300-4942-ACD3-75B36CB9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280C42D-44BA-40C1-ADBD-6CCED5B0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9C52004-4919-4BDE-842D-7DD8EF80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A5899849-3F3B-4B09-917D-F328F3B4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F768D980-04E8-4E56-996A-86316D33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final checks">
            <a:extLst xmlns:a="http://schemas.openxmlformats.org/drawingml/2006/main">
              <a:ext uri="{FF2B5EF4-FFF2-40B4-BE49-F238E27FC236}">
                <a16:creationId xmlns:a16="http://schemas.microsoft.com/office/drawing/2014/main" id="{5198F77F-AFB8-49C1-BCCA-AC13CF82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final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AD9D181-74CB-4317-9E2C-EA5E5AA6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-parts atlas">
            <a:extLst xmlns:a="http://schemas.openxmlformats.org/drawingml/2006/main">
              <a:ext uri="{FF2B5EF4-FFF2-40B4-BE49-F238E27FC236}">
                <a16:creationId xmlns:a16="http://schemas.microsoft.com/office/drawing/2014/main" id="{F6605864-F333-4DBE-A90A-B9BFE6CE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plant-parts atlas</a:t>
            </a:r>
          </a:p>
        </p:txBody>
      </p:sp>
      <p:sp>
        <p:nvSpPr>
          <p:cNvPr id="10" name="14 / 14">
            <a:extLst xmlns:a="http://schemas.openxmlformats.org/drawingml/2006/main">
              <a:ext uri="{FF2B5EF4-FFF2-40B4-BE49-F238E27FC236}">
                <a16:creationId xmlns:a16="http://schemas.microsoft.com/office/drawing/2014/main" id="{964A1C73-46B4-4BBA-A432-E6163D8B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14</a:t>
            </a:r>
          </a:p>
        </p:txBody>
      </p:sp>
      <p:sp>
        <p:nvSpPr>
          <p:cNvPr id="11" name="E1. Name the branching part usually below soil.">
            <a:extLst xmlns:a="http://schemas.openxmlformats.org/drawingml/2006/main">
              <a:ext uri="{FF2B5EF4-FFF2-40B4-BE49-F238E27FC236}">
                <a16:creationId xmlns:a16="http://schemas.microsoft.com/office/drawing/2014/main" id="{30451BDB-DD7D-4D94-9794-836CD73F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Name the branching part usually below soil.</a:t>
            </a:r>
          </a:p>
        </p:txBody>
      </p:sp>
      <p:sp>
        <p:nvSpPr>
          <p:cNvPr id="12" name="E2. Name the part that bears leaves.">
            <a:extLst xmlns:a="http://schemas.openxmlformats.org/drawingml/2006/main">
              <a:ext uri="{FF2B5EF4-FFF2-40B4-BE49-F238E27FC236}">
                <a16:creationId xmlns:a16="http://schemas.microsoft.com/office/drawing/2014/main" id="{A56EFF06-47A9-4C08-B18E-FB3933B9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Name the part that bears leaves.</a:t>
            </a:r>
          </a:p>
        </p:txBody>
      </p:sp>
      <p:sp>
        <p:nvSpPr>
          <p:cNvPr id="13" name="E3. Does no visible flower prove a plant never flowers?">
            <a:extLst xmlns:a="http://schemas.openxmlformats.org/drawingml/2006/main">
              <a:ext uri="{FF2B5EF4-FFF2-40B4-BE49-F238E27FC236}">
                <a16:creationId xmlns:a16="http://schemas.microsoft.com/office/drawing/2014/main" id="{8CCFE1FD-5950-490B-9CB6-6EF7F227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Does no visible flower prove a plant never flowers?</a:t>
            </a:r>
          </a:p>
        </p:txBody>
      </p:sp>
    </p:spTree>
    <p:extLst>
      <p:ext uri="{BB962C8B-B14F-4D97-AF65-F5344CB8AC3E}">
        <p14:creationId xmlns:p14="http://schemas.microsoft.com/office/powerpoint/2010/main" val="1807990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2026-09-08T23:54:40.3750000Z</dcterms:created>
  <dcterms:modified xsi:type="dcterms:W3CDTF">2026-09-08T23:54:40.3750000Z</dcterms:modified>
</coreProperties>
</file>