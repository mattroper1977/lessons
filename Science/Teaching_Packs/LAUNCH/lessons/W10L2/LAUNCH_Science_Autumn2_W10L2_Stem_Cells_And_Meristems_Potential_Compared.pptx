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f37f76513d4670" /><Relationship Type="http://schemas.openxmlformats.org/officeDocument/2006/relationships/extended-properties" Target="/docProps/app.xml" Id="R09522376db2748de" /><Relationship Type="http://schemas.openxmlformats.org/officeDocument/2006/relationships/officeDocument" Target="/ppt/presentation.xml" Id="Rb1addc5695e740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530828d384421"/>
  </p:sldMasterIdLst>
  <p:notesMasterIdLst>
    <p:notesMasterId xmlns:r="http://schemas.openxmlformats.org/officeDocument/2006/relationships" r:id="R9aa09e3c6bf043c3"/>
  </p:notesMasterIdLst>
  <p:sldIdLst>
    <p:sldId xmlns:r="http://schemas.openxmlformats.org/officeDocument/2006/relationships" id="256" r:id="R2087a054bab7415f"/>
    <p:sldId xmlns:r="http://schemas.openxmlformats.org/officeDocument/2006/relationships" id="257" r:id="R28ee9db034324d76"/>
    <p:sldId xmlns:r="http://schemas.openxmlformats.org/officeDocument/2006/relationships" id="258" r:id="R4a7bc204d0714256"/>
    <p:sldId xmlns:r="http://schemas.openxmlformats.org/officeDocument/2006/relationships" id="259" r:id="R841f84bd90bb4175"/>
    <p:sldId xmlns:r="http://schemas.openxmlformats.org/officeDocument/2006/relationships" id="260" r:id="R4d06523b5a1148c1"/>
    <p:sldId xmlns:r="http://schemas.openxmlformats.org/officeDocument/2006/relationships" id="261" r:id="R879ccf694d764365"/>
    <p:sldId xmlns:r="http://schemas.openxmlformats.org/officeDocument/2006/relationships" id="262" r:id="R69e33b5985864b98"/>
    <p:sldId xmlns:r="http://schemas.openxmlformats.org/officeDocument/2006/relationships" id="263" r:id="R29f70d25cb334a61"/>
    <p:sldId xmlns:r="http://schemas.openxmlformats.org/officeDocument/2006/relationships" id="264" r:id="Rae19b80781804652"/>
    <p:sldId xmlns:r="http://schemas.openxmlformats.org/officeDocument/2006/relationships" id="265" r:id="R090391aa871e4e35"/>
    <p:sldId xmlns:r="http://schemas.openxmlformats.org/officeDocument/2006/relationships" id="266" r:id="Rf0ed9885fb654c14"/>
    <p:sldId xmlns:r="http://schemas.openxmlformats.org/officeDocument/2006/relationships" id="267" r:id="Ra179f96818254c4e"/>
    <p:sldId xmlns:r="http://schemas.openxmlformats.org/officeDocument/2006/relationships" id="268" r:id="Reb2f3765ead846e6"/>
    <p:sldId xmlns:r="http://schemas.openxmlformats.org/officeDocument/2006/relationships" id="269" r:id="R9e2366017ef04922"/>
    <p:sldId xmlns:r="http://schemas.openxmlformats.org/officeDocument/2006/relationships" id="270" r:id="R9e3f3f1e779245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e8d04a8f04fb5" /><Relationship Type="http://schemas.openxmlformats.org/officeDocument/2006/relationships/slideMaster" Target="/ppt/slideMasters/slideMaster1.xml" Id="Rda1530828d384421" /><Relationship Type="http://schemas.openxmlformats.org/officeDocument/2006/relationships/notesMaster" Target="/ppt/notesMasters/notesMaster1.xml" Id="R9aa09e3c6bf043c3" /><Relationship Type="http://schemas.openxmlformats.org/officeDocument/2006/relationships/presProps" Target="/ppt/presProps.xml" Id="Rf48c979d53ef44b8" /><Relationship Type="http://schemas.openxmlformats.org/officeDocument/2006/relationships/tableStyles" Target="/ppt/tableStyles.xml" Id="R1b6ab9d1e2f84e6b" /><Relationship Type="http://schemas.openxmlformats.org/officeDocument/2006/relationships/slide" Target="/ppt/slides/slide1.xml" Id="R2087a054bab7415f" /><Relationship Type="http://schemas.openxmlformats.org/officeDocument/2006/relationships/slide" Target="/ppt/slides/slide2.xml" Id="R28ee9db034324d76" /><Relationship Type="http://schemas.openxmlformats.org/officeDocument/2006/relationships/slide" Target="/ppt/slides/slide3.xml" Id="R4a7bc204d0714256" /><Relationship Type="http://schemas.openxmlformats.org/officeDocument/2006/relationships/slide" Target="/ppt/slides/slide4.xml" Id="R841f84bd90bb4175" /><Relationship Type="http://schemas.openxmlformats.org/officeDocument/2006/relationships/slide" Target="/ppt/slides/slide5.xml" Id="R4d06523b5a1148c1" /><Relationship Type="http://schemas.openxmlformats.org/officeDocument/2006/relationships/slide" Target="/ppt/slides/slide6.xml" Id="R879ccf694d764365" /><Relationship Type="http://schemas.openxmlformats.org/officeDocument/2006/relationships/slide" Target="/ppt/slides/slide7.xml" Id="R69e33b5985864b98" /><Relationship Type="http://schemas.openxmlformats.org/officeDocument/2006/relationships/slide" Target="/ppt/slides/slide8.xml" Id="R29f70d25cb334a61" /><Relationship Type="http://schemas.openxmlformats.org/officeDocument/2006/relationships/slide" Target="/ppt/slides/slide9.xml" Id="Rae19b80781804652" /><Relationship Type="http://schemas.openxmlformats.org/officeDocument/2006/relationships/slide" Target="/ppt/slides/slide10.xml" Id="R090391aa871e4e35" /><Relationship Type="http://schemas.openxmlformats.org/officeDocument/2006/relationships/slide" Target="/ppt/slides/slide11.xml" Id="Rf0ed9885fb654c14" /><Relationship Type="http://schemas.openxmlformats.org/officeDocument/2006/relationships/slide" Target="/ppt/slides/slide12.xml" Id="Ra179f96818254c4e" /><Relationship Type="http://schemas.openxmlformats.org/officeDocument/2006/relationships/slide" Target="/ppt/slides/slide13.xml" Id="Reb2f3765ead846e6" /><Relationship Type="http://schemas.openxmlformats.org/officeDocument/2006/relationships/slide" Target="/ppt/slides/slide14.xml" Id="R9e2366017ef04922" /><Relationship Type="http://schemas.openxmlformats.org/officeDocument/2006/relationships/slide" Target="/ppt/slides/slide15.xml" Id="R9e3f3f1e779245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ffde8a3f624f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e01c1bfe0c4f3e" /><Relationship Type="http://schemas.openxmlformats.org/officeDocument/2006/relationships/notesMaster" Target="/ppt/notesMasters/notesMaster1.xml" Id="R3d99b59c9dd94e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566041580f4cef" /><Relationship Type="http://schemas.openxmlformats.org/officeDocument/2006/relationships/notesMaster" Target="/ppt/notesMasters/notesMaster1.xml" Id="Rd007fa2a9dd84f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0425cb0e2749a3" /><Relationship Type="http://schemas.openxmlformats.org/officeDocument/2006/relationships/notesMaster" Target="/ppt/notesMasters/notesMaster1.xml" Id="R56e957bf97b745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0caf727cca4bb8" /><Relationship Type="http://schemas.openxmlformats.org/officeDocument/2006/relationships/notesMaster" Target="/ppt/notesMasters/notesMaster1.xml" Id="R5315bc94439243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2c468e75c44524" /><Relationship Type="http://schemas.openxmlformats.org/officeDocument/2006/relationships/notesMaster" Target="/ppt/notesMasters/notesMaster1.xml" Id="Rc6dbf4e5207e4b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d94de1ad7d4190" /><Relationship Type="http://schemas.openxmlformats.org/officeDocument/2006/relationships/notesMaster" Target="/ppt/notesMasters/notesMaster1.xml" Id="R62bd9817c8f7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692e0c8312429d" /><Relationship Type="http://schemas.openxmlformats.org/officeDocument/2006/relationships/notesMaster" Target="/ppt/notesMasters/notesMaster1.xml" Id="Rd76c1cc144e740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31742c7cb74a48" /><Relationship Type="http://schemas.openxmlformats.org/officeDocument/2006/relationships/notesMaster" Target="/ppt/notesMasters/notesMaster1.xml" Id="R95a131f7dae34d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cdba4358244cf0" /><Relationship Type="http://schemas.openxmlformats.org/officeDocument/2006/relationships/notesMaster" Target="/ppt/notesMasters/notesMaster1.xml" Id="Re1f266739e594c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43ad88800d4f18" /><Relationship Type="http://schemas.openxmlformats.org/officeDocument/2006/relationships/notesMaster" Target="/ppt/notesMasters/notesMaster1.xml" Id="Rf4a28980428240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21c50dfcf94696" /><Relationship Type="http://schemas.openxmlformats.org/officeDocument/2006/relationships/notesMaster" Target="/ppt/notesMasters/notesMaster1.xml" Id="R646844aae4a542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fcac6e5a544c79" /><Relationship Type="http://schemas.openxmlformats.org/officeDocument/2006/relationships/notesMaster" Target="/ppt/notesMasters/notesMaster1.xml" Id="R2b94749308a94b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12bcfa9309495a" /><Relationship Type="http://schemas.openxmlformats.org/officeDocument/2006/relationships/notesMaster" Target="/ppt/notesMasters/notesMaster1.xml" Id="Rce9b673b4fe042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6742e96e2c4f81" /><Relationship Type="http://schemas.openxmlformats.org/officeDocument/2006/relationships/notesMaster" Target="/ppt/notesMasters/notesMaster1.xml" Id="Rd161a2c2e8e543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f811b27ccb4289" /><Relationship Type="http://schemas.openxmlformats.org/officeDocument/2006/relationships/notesMaster" Target="/ppt/notesMasters/notesMaster1.xml" Id="Rf0551d416f2b40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10 · Explore</a:t>
            </a:r>
          </a:p>
          <a:p xmlns:a="http://schemas.openxmlformats.org/drawingml/2006/main">
            <a:r>
              <a:t>Learning objective: I can compare embryonic stem cells, adult tissue stem cells and plant meristem cells using evidence about self-renewal, differentiation range and function.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Define a stem cell as an unspecialised cell that can divide and differentiate.</a:t>
            </a:r>
          </a:p>
          <a:p xmlns:a="http://schemas.openxmlformats.org/drawingml/2006/main">
            <a:r>
              <a:t>Compare the wider differentiation potential of embryonic stem cells with the more limited range of many adult tissue stem cells.</a:t>
            </a:r>
          </a:p>
          <a:p xmlns:a="http://schemas.openxmlformats.org/drawingml/2006/main">
            <a:r>
              <a:t>Explain how meristem cells support continued plant growth and can form specialised plant tissues.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10 · Explore</a:t>
            </a:r>
          </a:p>
          <a:p xmlns:a="http://schemas.openxmlformats.org/drawingml/2006/main">
            <a:r>
              <a:t>Learning objective: I can compare embryonic stem cells, adult tissue stem cells and plant meristem cells using evidence about self-renewal, differentiation range and function.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Define a stem cell as an unspecialised cell that can divide and differentiate.</a:t>
            </a:r>
          </a:p>
          <a:p xmlns:a="http://schemas.openxmlformats.org/drawingml/2006/main">
            <a:r>
              <a:t>Compare the wider differentiation potential of embryonic stem cells with the more limited range of many adult tissue stem cells.</a:t>
            </a:r>
          </a:p>
          <a:p xmlns:a="http://schemas.openxmlformats.org/drawingml/2006/main">
            <a:r>
              <a:t>Explain how meristem cells support continued plant growth and can form specialised plant tissues.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Last lesson: differentiation produces cells with specialised structures and functions.</a:t>
            </a:r>
          </a:p>
          <a:p xmlns:a="http://schemas.openxmlformats.org/drawingml/2006/main">
            <a:r>
              <a:t>Last lesson: most specialised body cells retain the same genetic information but switch on and use different genes.</a:t>
            </a:r>
          </a:p>
          <a:p xmlns:a="http://schemas.openxmlformats.org/drawingml/2006/main">
            <a:r>
              <a:t>Last lesson: plant growth includes division in meristems, elongation and differentiation.</a:t>
            </a:r>
          </a:p>
          <a:p xmlns:a="http://schemas.openxmlformats.org/drawingml/2006/main">
            <a:r>
              <a:t>Lead-in: a stem cell can both make more cells and supply cells that differentiate.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Define differentiation.</a:t>
            </a:r>
          </a:p>
          <a:p xmlns:a="http://schemas.openxmlformats.org/drawingml/2006/main">
            <a:r>
              <a:t>State one role of cell division in growth or repair.</a:t>
            </a:r>
          </a:p>
          <a:p xmlns:a="http://schemas.openxmlformats.org/drawingml/2006/main">
            <a:r>
              <a:t>Name one process occurring in a plant meristem.</a:t>
            </a:r>
          </a:p>
          <a:p xmlns:a="http://schemas.openxmlformats.org/drawingml/2006/main">
            <a:r>
              <a:t>Lead-in: predict why an adult tissue keeps a small stem-cell population.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Stem cells are unspecialised and can divide.</a:t>
            </a:r>
          </a:p>
          <a:p xmlns:a="http://schemas.openxmlformats.org/drawingml/2006/main">
            <a:r>
              <a:t>Unspecialised, and able to keep dividing (self-renewal).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Embryonic stem cells: a broad range.</a:t>
            </a:r>
          </a:p>
          <a:p xmlns:a="http://schemas.openxmlformats.org/drawingml/2006/main">
            <a:r>
              <a:t>Under suitable conditions, many cell types.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Adult tissue stem cells: narrower. Meristems: new plant tissue.</a:t>
            </a:r>
          </a:p>
          <a:p xmlns:a="http://schemas.openxmlformats.org/drawingml/2006/main">
            <a:r>
              <a:t>Bone-marrow stem cells make blood cells, not nerves. Plant meristems keep making new plant tissue for life.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Every stem cell can become absolutely any cell in any organism.</a:t>
            </a:r>
          </a:p>
          <a:p xmlns:a="http://schemas.openxmlformats.org/drawingml/2006/main">
            <a:r>
              <a:t>Different stem-cell sources can have different differentiation ranges and biological roles.</a:t>
            </a:r>
          </a:p>
          <a:p xmlns:a="http://schemas.openxmlformats.org/drawingml/2006/main">
            <a:r>
              <a:t>A stem cell is already fully specialised and cannot divide.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Stem cells are unspecialised and can divide.</a:t>
            </a:r>
          </a:p>
          <a:p xmlns:a="http://schemas.openxmlformats.org/drawingml/2006/main">
            <a:r>
              <a:t>Unspecialised, and able to keep dividing (self-renewal).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Embryonic stem cells: a broad range.</a:t>
            </a:r>
          </a:p>
          <a:p xmlns:a="http://schemas.openxmlformats.org/drawingml/2006/main">
            <a:r>
              <a:t>Under suitable conditions, many cell types.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Adult tissue stem cells: narrower. Meristems: new plant tissue.</a:t>
            </a:r>
          </a:p>
          <a:p xmlns:a="http://schemas.openxmlformats.org/drawingml/2006/main">
            <a:r>
              <a:t>Bone-marrow stem cells make blood cells, not nerves. Plant meristems keep making new plant tissue for life.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Every stem cell can become absolutely any cell in any organism.</a:t>
            </a:r>
          </a:p>
          <a:p xmlns:a="http://schemas.openxmlformats.org/drawingml/2006/main">
            <a:r>
              <a:t>Different stem-cell sources can have different differentiation ranges and biological roles.</a:t>
            </a:r>
          </a:p>
          <a:p xmlns:a="http://schemas.openxmlformats.org/drawingml/2006/main">
            <a:r>
              <a:t>A stem cell is already fully specialised and cannot divide.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STEM CELL unspecialised source cell an unspecialised cell able to divide and produce cells that can differentiate</a:t>
            </a:r>
          </a:p>
          <a:p xmlns:a="http://schemas.openxmlformats.org/drawingml/2006/main">
            <a:r>
              <a:t>SELF-RENEWAL maintain the source division that maintains a population of stem cells</a:t>
            </a:r>
          </a:p>
          <a:p xmlns:a="http://schemas.openxmlformats.org/drawingml/2006/main">
            <a:r>
              <a:t>MERISTEM plant growth tissue a region of unspecialised, dividing cells in a plant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COMPARE with at least one similarity and one difference. Use source → evidence → differentiation range → limitation so a headline does not outrun the dataset.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Use a branching model: one route maintains a stem-cell population through self-renewal; another route produces cells that begin differentiation.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Place embryonic stem cells on a broad animal-cell branch and adult tissue stem cells on a narrower tissue-related branch, while noting that exact potential depends on type and conditions.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Place meristem cells on plant branches leading to roots, shoots and specialised plant tissues; do not merge animal potency labels directly with plant development.</a:t>
            </a:r>
          </a:p>
          <a:p xmlns:a="http://schemas.openxmlformats.org/drawingml/2006/main">
            <a:r>
              <a:t>Stem-cell sorter · which type?</a:t>
            </a:r>
          </a:p>
          <a:p xmlns:a="http://schemas.openxmlformats.org/drawingml/2006/main">
            <a:r>
              <a:t>can form many different animal cell types under suitable conditions</a:t>
            </a:r>
          </a:p>
          <a:p xmlns:a="http://schemas.openxmlformats.org/drawingml/2006/main">
            <a:r>
              <a:t>in bone marrow; produces blood cells only</a:t>
            </a:r>
          </a:p>
          <a:p xmlns:a="http://schemas.openxmlformats.org/drawingml/2006/main">
            <a:r>
              <a:t>at root and shoot tips; keeps dividing throughout the plant’s life</a:t>
            </a:r>
          </a:p>
          <a:p xmlns:a="http://schemas.openxmlformats.org/drawingml/2006/main">
            <a:r>
              <a:t>can produce whole new plants from cuttings</a:t>
            </a:r>
          </a:p>
          <a:p xmlns:a="http://schemas.openxmlformats.org/drawingml/2006/main">
            <a:r>
              <a:t>replaces skin cells as they wear away</a:t>
            </a:r>
          </a:p>
          <a:p xmlns:a="http://schemas.openxmlformats.org/drawingml/2006/main">
            <a:r>
              <a:t>taken from an early embryo — raises ethical questions about the source</a:t>
            </a:r>
          </a:p>
          <a:p xmlns:a="http://schemas.openxmlformats.org/drawingml/2006/main">
            <a:r>
              <a:t>embryonic</a:t>
            </a:r>
          </a:p>
          <a:p xmlns:a="http://schemas.openxmlformats.org/drawingml/2006/main">
            <a:r>
              <a:t>adult tissue</a:t>
            </a:r>
          </a:p>
          <a:p xmlns:a="http://schemas.openxmlformats.org/drawingml/2006/main">
            <a:r>
              <a:t>plant meristem</a:t>
            </a:r>
          </a:p>
          <a:p xmlns:a="http://schemas.openxmlformats.org/drawingml/2006/main">
            <a:r>
              <a:t>Press a card.</a:t>
            </a:r>
          </a:p>
          <a:p xmlns:a="http://schemas.openxmlformats.org/drawingml/2006/main">
            <a:r>
              <a:t>Foundation tier: compare on self-renewal, range of cell types and function. No induced pluripotent detail.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STEM CELL unspecialised source cell an unspecialised cell able to divide and produce cells that can differentiate</a:t>
            </a:r>
          </a:p>
          <a:p xmlns:a="http://schemas.openxmlformats.org/drawingml/2006/main">
            <a:r>
              <a:t>SELF-RENEWAL maintain the source division that maintains a population of stem cells</a:t>
            </a:r>
          </a:p>
          <a:p xmlns:a="http://schemas.openxmlformats.org/drawingml/2006/main">
            <a:r>
              <a:t>MERISTEM plant growth tissue a region of unspecialised, dividing cells in a plant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COMPARE with at least one similarity and one difference. Use source → evidence → differentiation range → limitation so a headline does not outrun the dataset.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Use a branching model: one route maintains a stem-cell population through self-renewal; another route produces cells that begin differentiation.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Place embryonic stem cells on a broad animal-cell branch and adult tissue stem cells on a narrower tissue-related branch, while noting that exact potential depends on type and conditions.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Place meristem cells on plant branches leading to roots, shoots and specialised plant tissues; do not merge animal potency labels directly with plant development.</a:t>
            </a:r>
          </a:p>
          <a:p xmlns:a="http://schemas.openxmlformats.org/drawingml/2006/main">
            <a:r>
              <a:t>Stem-cell sorter · which type?</a:t>
            </a:r>
          </a:p>
          <a:p xmlns:a="http://schemas.openxmlformats.org/drawingml/2006/main">
            <a:r>
              <a:t>can form many different animal cell types under suitable conditions</a:t>
            </a:r>
          </a:p>
          <a:p xmlns:a="http://schemas.openxmlformats.org/drawingml/2006/main">
            <a:r>
              <a:t>in bone marrow; produces blood cells only</a:t>
            </a:r>
          </a:p>
          <a:p xmlns:a="http://schemas.openxmlformats.org/drawingml/2006/main">
            <a:r>
              <a:t>at root and shoot tips; keeps dividing throughout the plant’s life</a:t>
            </a:r>
          </a:p>
          <a:p xmlns:a="http://schemas.openxmlformats.org/drawingml/2006/main">
            <a:r>
              <a:t>can produce whole new plants from cuttings</a:t>
            </a:r>
          </a:p>
          <a:p xmlns:a="http://schemas.openxmlformats.org/drawingml/2006/main">
            <a:r>
              <a:t>replaces skin cells as they wear away</a:t>
            </a:r>
          </a:p>
          <a:p xmlns:a="http://schemas.openxmlformats.org/drawingml/2006/main">
            <a:r>
              <a:t>taken from an early embryo — raises ethical questions about the source</a:t>
            </a:r>
          </a:p>
          <a:p xmlns:a="http://schemas.openxmlformats.org/drawingml/2006/main">
            <a:r>
              <a:t>embryonic</a:t>
            </a:r>
          </a:p>
          <a:p xmlns:a="http://schemas.openxmlformats.org/drawingml/2006/main">
            <a:r>
              <a:t>adult tissue</a:t>
            </a:r>
          </a:p>
          <a:p xmlns:a="http://schemas.openxmlformats.org/drawingml/2006/main">
            <a:r>
              <a:t>plant meristem</a:t>
            </a:r>
          </a:p>
          <a:p xmlns:a="http://schemas.openxmlformats.org/drawingml/2006/main">
            <a:r>
              <a:t>Press a card.</a:t>
            </a:r>
          </a:p>
          <a:p xmlns:a="http://schemas.openxmlformats.org/drawingml/2006/main">
            <a:r>
              <a:t>Foundation tier: compare on self-renewal, range of cell types and function. No induced pluripotent detail.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Embryonic stem cells can form many animal cell types, while many adult stem cells form a more limited tissue-related range.</a:t>
            </a:r>
          </a:p>
          <a:p xmlns:a="http://schemas.openxmlformats.org/drawingml/2006/main">
            <a:r>
              <a:t>Adult stem cells can never divide after birth.</a:t>
            </a:r>
          </a:p>
          <a:p xmlns:a="http://schemas.openxmlformats.org/drawingml/2006/main">
            <a:r>
              <a:t>Meristems are specialised animal organs that make blood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Read a source-evidence table using the same headings for every group: source, self-renewal evidence, differentiated outcomes and known limitation.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Calculate a simple differentiation percentage as cells with the stated marker divided by total observed cells multiplied by 100, keeping it tied to the tested conditions.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Evaluate a claim only within the evidence: a higher percentage in one study may support greater success under those conditions, but it does not prove a guaranteed treatment or unlimited potential.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COMPARE with at least one similarity and one difference. Use source → evidence → differentiation range → limitation so a headline does not outrun the dataset.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Read a source-evidence table using the same headings for every group: source, self-renewal evidence, differentiated outcomes and known limitation.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Calculate a simple differentiation percentage as cells with the stated marker divided by total observed cells multiplied by 100, keeping it tied to the tested conditions.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Evaluate a claim only within the evidence: a higher percentage in one study may support greater success under those conditions, but it does not prove a guaranteed treatment or unlimited potential.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COMPARE with at least one similarity and one difference. Use source → evidence → differentiation range → limitation so a headline does not outrun the dataset.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evidence card to embryonic stem cells, adult tissue stem cells or plant meristems, then justify one comparison.</a:t>
            </a:r>
          </a:p>
          <a:p xmlns:a="http://schemas.openxmlformats.org/drawingml/2006/main">
            <a:r>
              <a:t>Read the source and outcome evidence on one card. Commit it to the matching stem-cell group. Repair claims that confuse organism, source or differentiation range. Freeze one similarity, one difference and one evidence limit.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Broad animal-cell range Under suitable laboratory conditions, cells from an early embryo form several different animal cell types.</a:t>
            </a:r>
          </a:p>
          <a:p xmlns:a="http://schemas.openxmlformats.org/drawingml/2006/main">
            <a:r>
              <a:t>Early embryo source The unspecialised cells are obtained from an early-stage animal embryo in the supplied research summary.</a:t>
            </a:r>
          </a:p>
          <a:p xmlns:a="http://schemas.openxmlformats.org/drawingml/2006/main">
            <a:r>
              <a:t>Blood-cell replacement Stem cells in bone marrow produce the range of blood cell types needed for continuing replacement.</a:t>
            </a:r>
          </a:p>
          <a:p xmlns:a="http://schemas.openxmlformats.org/drawingml/2006/main">
            <a:r>
              <a:t>Skin maintenance A small population divides to replace cells lost from the skin surface.</a:t>
            </a:r>
          </a:p>
          <a:p xmlns:a="http://schemas.openxmlformats.org/drawingml/2006/main">
            <a:r>
              <a:t>Root-tip growth Dividing unspecialised cells near a root tip supply cells that elongate and differentiate.</a:t>
            </a:r>
          </a:p>
          <a:p xmlns:a="http://schemas.openxmlformats.org/drawingml/2006/main">
            <a:r>
              <a:t>Shoot and leaf tissues Cells near a shoot tip continue dividing and contribute to new shoot and leaf tissues.</a:t>
            </a:r>
          </a:p>
          <a:p xmlns:a="http://schemas.openxmlformats.org/drawingml/2006/main">
            <a:r>
              <a:t>Plant clone potential Under controlled culture conditions, some meristem cells can generate a genetically identical plant.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EMBRYONIC STEM CELLS</a:t>
            </a:r>
          </a:p>
          <a:p xmlns:a="http://schemas.openxmlformats.org/drawingml/2006/main">
            <a:r>
              <a:t>ADULT TISSUE STEM CELLS</a:t>
            </a:r>
          </a:p>
          <a:p xmlns:a="http://schemas.openxmlformats.org/drawingml/2006/main">
            <a:r>
              <a:t>PLANT MERISTEMS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Evidence glitch: because one dish formed nerve-like cells, these cells are proven to cure every nervous-system condition.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laboratory cell outcome proves a universal cure.</a:t>
            </a:r>
          </a:p>
          <a:p xmlns:a="http://schemas.openxmlformats.org/drawingml/2006/main">
            <a:r>
              <a:t>Repair it: the dish supports differentiation under tested conditions, not safety, effectiveness or a guaranteed treatment.</a:t>
            </a:r>
          </a:p>
          <a:p xmlns:a="http://schemas.openxmlformats.org/drawingml/2006/main">
            <a:r>
              <a:t>Repair it: laboratory evidence can never tell scientists anything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evidence card to embryonic stem cells, adult tissue stem cells or plant meristems, then justify one comparison.</a:t>
            </a:r>
          </a:p>
          <a:p xmlns:a="http://schemas.openxmlformats.org/drawingml/2006/main">
            <a:r>
              <a:t>Read the source and outcome evidence on one card. Commit it to the matching stem-cell group. Repair claims that confuse organism, source or differentiation range. Freeze one similarity, one difference and one evidence limit.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Broad animal-cell range Under suitable laboratory conditions, cells from an early embryo form several different animal cell types.</a:t>
            </a:r>
          </a:p>
          <a:p xmlns:a="http://schemas.openxmlformats.org/drawingml/2006/main">
            <a:r>
              <a:t>Early embryo source The unspecialised cells are obtained from an early-stage animal embryo in the supplied research summary.</a:t>
            </a:r>
          </a:p>
          <a:p xmlns:a="http://schemas.openxmlformats.org/drawingml/2006/main">
            <a:r>
              <a:t>Blood-cell replacement Stem cells in bone marrow produce the range of blood cell types needed for continuing replacement.</a:t>
            </a:r>
          </a:p>
          <a:p xmlns:a="http://schemas.openxmlformats.org/drawingml/2006/main">
            <a:r>
              <a:t>Skin maintenance A small population divides to replace cells lost from the skin surface.</a:t>
            </a:r>
          </a:p>
          <a:p xmlns:a="http://schemas.openxmlformats.org/drawingml/2006/main">
            <a:r>
              <a:t>Root-tip growth Dividing unspecialised cells near a root tip supply cells that elongate and differentiate.</a:t>
            </a:r>
          </a:p>
          <a:p xmlns:a="http://schemas.openxmlformats.org/drawingml/2006/main">
            <a:r>
              <a:t>Shoot and leaf tissues Cells near a shoot tip continue dividing and contribute to new shoot and leaf tissues.</a:t>
            </a:r>
          </a:p>
          <a:p xmlns:a="http://schemas.openxmlformats.org/drawingml/2006/main">
            <a:r>
              <a:t>Plant clone potential Under controlled culture conditions, some meristem cells can generate a genetically identical plant.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EMBRYONIC STEM CELLS</a:t>
            </a:r>
          </a:p>
          <a:p xmlns:a="http://schemas.openxmlformats.org/drawingml/2006/main">
            <a:r>
              <a:t>ADULT TISSUE STEM CELLS</a:t>
            </a:r>
          </a:p>
          <a:p xmlns:a="http://schemas.openxmlformats.org/drawingml/2006/main">
            <a:r>
              <a:t>PLANT MERISTEMS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Evidence glitch: because one dish formed nerve-like cells, these cells are proven to cure every nervous-system condition.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laboratory cell outcome proves a universal cure.</a:t>
            </a:r>
          </a:p>
          <a:p xmlns:a="http://schemas.openxmlformats.org/drawingml/2006/main">
            <a:r>
              <a:t>Repair it: the dish supports differentiation under tested conditions, not safety, effectiveness or a guaranteed treatment.</a:t>
            </a:r>
          </a:p>
          <a:p xmlns:a="http://schemas.openxmlformats.org/drawingml/2006/main">
            <a:r>
              <a:t>Repair it: laboratory evidence can never tell scientists anything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Independent: 12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Source-and-outcome cards, supplied fictional research table, calculator, comparison matrix and enlarged branching model.</a:t>
            </a:r>
          </a:p>
          <a:p xmlns:a="http://schemas.openxmlformats.org/drawingml/2006/main">
            <a:r>
              <a:t>Same outcome: I can compare embryonic stem cells, adult tissue stem cells and plant meristem cells using evidence about self-renewal, differentiation range and function.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evidence matrix and calculator only. Do not search for or present unverified treatment claims; keep supplied source details attached to each conclusion.</a:t>
            </a:r>
          </a:p>
          <a:p xmlns:a="http://schemas.openxmlformats.org/drawingml/2006/main">
            <a:r>
              <a:t>Same evidence: A three-way comparison, correct use of self-renewal/differentiation, one shown percentage calculation and a claim explicitly limited to the supplied evidence.</a:t>
            </a:r>
          </a:p>
          <a:p xmlns:a="http://schemas.openxmlformats.org/drawingml/2006/main">
            <a:r>
              <a:t>Equipment / setup Source-and-outcome cards, supplied fictional research table, calculator, comparison matrix and enlarged branching model.</a:t>
            </a:r>
          </a:p>
          <a:p xmlns:a="http://schemas.openxmlformats.org/drawingml/2006/main">
            <a:r>
              <a:t>Safety / sensory No live cells, embryos, cultures or human tissue are used. Treat medical examples sensitively, use anonymised/fictional data and do not invite disclosure or offer treatment advice.</a:t>
            </a:r>
          </a:p>
          <a:p xmlns:a="http://schemas.openxmlformats.org/drawingml/2006/main">
            <a:r>
              <a:t>Offline parity Use the local evidence matrix and calculator only. Do not search for or present unverified treatment claims; keep supplied source details attached to each conclusion.</a:t>
            </a:r>
          </a:p>
          <a:p xmlns:a="http://schemas.openxmlformats.org/drawingml/2006/main">
            <a:r>
              <a:t>No-equipment/access route: Use tactile source icons, reduced-choice outcome cards, pre-entered calculations and exact pupil-directed scribing while retaining all three groups and the evidence limit.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Compare all three groups, calculate one outcome percentage and explain one biological role using evidence.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COMPARE and CALCULATE separately; then add a sentence beginning The evidence does not show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Independent: 12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Source-and-outcome cards, supplied fictional research table, calculator, comparison matrix and enlarged branching model.</a:t>
            </a:r>
          </a:p>
          <a:p xmlns:a="http://schemas.openxmlformats.org/drawingml/2006/main">
            <a:r>
              <a:t>Same outcome: I can compare embryonic stem cells, adult tissue stem cells and plant meristem cells using evidence about self-renewal, differentiation range and function.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evidence matrix and calculator only. Do not search for or present unverified treatment claims; keep supplied source details attached to each conclusion.</a:t>
            </a:r>
          </a:p>
          <a:p xmlns:a="http://schemas.openxmlformats.org/drawingml/2006/main">
            <a:r>
              <a:t>Same evidence: A three-way comparison, correct use of self-renewal/differentiation, one shown percentage calculation and a claim explicitly limited to the supplied evidence.</a:t>
            </a:r>
          </a:p>
          <a:p xmlns:a="http://schemas.openxmlformats.org/drawingml/2006/main">
            <a:r>
              <a:t>Equipment / setup Source-and-outcome cards, supplied fictional research table, calculator, comparison matrix and enlarged branching model.</a:t>
            </a:r>
          </a:p>
          <a:p xmlns:a="http://schemas.openxmlformats.org/drawingml/2006/main">
            <a:r>
              <a:t>Safety / sensory No live cells, embryos, cultures or human tissue are used. Treat medical examples sensitively, use anonymised/fictional data and do not invite disclosure or offer treatment advice.</a:t>
            </a:r>
          </a:p>
          <a:p xmlns:a="http://schemas.openxmlformats.org/drawingml/2006/main">
            <a:r>
              <a:t>Offline parity Use the local evidence matrix and calculator only. Do not search for or present unverified treatment claims; keep supplied source details attached to each conclusion.</a:t>
            </a:r>
          </a:p>
          <a:p xmlns:a="http://schemas.openxmlformats.org/drawingml/2006/main">
            <a:r>
              <a:t>No-equipment/access route: Use tactile source icons, reduced-choice outcome cards, pre-entered calculations and exact pupil-directed scribing while retaining all three groups and the evidence limit.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Compare all three groups, calculate one outcome percentage and explain one biological role using evidence.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COMPARE and CALCULATE separately; then add a sentence beginning The evidence does not show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SCI_L_W10L2_Stem_Cells_And_Meristems_Explore.html.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branching diagram makes developmental choices look fixed and equal. Real differentiation depends on signals, gene activity and conditions; the model omits failure, cell death, timing and ethical questions reserved for the next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Compare embryonic and adult tissue stem cells using differentiation potential and one tissue role.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SCI_L_W10L2_Stem_Cells_And_Meristems_Explore.html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ad7dfee6b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b197a7534d47d3" /><Relationship Type="http://schemas.openxmlformats.org/officeDocument/2006/relationships/slideLayout" Target="/ppt/slideLayouts/slideLayout1.xml" Id="R92b83276feb2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b83276feb2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1c6d4b72d4cca" /><Relationship Type="http://schemas.openxmlformats.org/officeDocument/2006/relationships/hyperlink" Target="SCI_L_W10L2_Stem_Cells_And_Meristems_Explore.html" TargetMode="External" Id="R9e9eea522399494a" /><Relationship Type="http://schemas.openxmlformats.org/officeDocument/2006/relationships/notesSlide" Target="/ppt/notesSlides/notesSlide1.xml" Id="Raa295947440541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c5df20af648dd" /><Relationship Type="http://schemas.openxmlformats.org/officeDocument/2006/relationships/notesSlide" Target="/ppt/notesSlides/notesSlide2.xml" Id="Rab45b6da865e4c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226323af24a84" /><Relationship Type="http://schemas.openxmlformats.org/officeDocument/2006/relationships/notesSlide" Target="/ppt/notesSlides/notesSlide3.xml" Id="R5f78caed61c041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fd503ee954e00" /><Relationship Type="http://schemas.openxmlformats.org/officeDocument/2006/relationships/notesSlide" Target="/ppt/notesSlides/notesSlide4.xml" Id="Rf0f7636f365d46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cef1b7ed546f3" /><Relationship Type="http://schemas.openxmlformats.org/officeDocument/2006/relationships/image" Target="/ppt/media/image.png" Id="R9d3b29c3a16c4502" /><Relationship Type="http://schemas.openxmlformats.org/officeDocument/2006/relationships/image" Target="/ppt/media/image2.png" Id="R5e093bd1efe94e1e" /><Relationship Type="http://schemas.openxmlformats.org/officeDocument/2006/relationships/image" Target="/ppt/media/image3.png" Id="R7af515bc5974415a" /><Relationship Type="http://schemas.openxmlformats.org/officeDocument/2006/relationships/notesSlide" Target="/ppt/notesSlides/notesSlide5.xml" Id="Rb787c22c1e424c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e9ade656a473f" /><Relationship Type="http://schemas.openxmlformats.org/officeDocument/2006/relationships/notesSlide" Target="/ppt/notesSlides/notesSlide6.xml" Id="Rbd8edb9111a947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2c5eecee942e1" /><Relationship Type="http://schemas.openxmlformats.org/officeDocument/2006/relationships/notesSlide" Target="/ppt/notesSlides/notesSlide7.xml" Id="Rdcb710ee851444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e60ff48b74212" /><Relationship Type="http://schemas.openxmlformats.org/officeDocument/2006/relationships/notesSlide" Target="/ppt/notesSlides/notesSlide8.xml" Id="R59cddd2dbb9747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dd936877d4d9a" /><Relationship Type="http://schemas.openxmlformats.org/officeDocument/2006/relationships/notesSlide" Target="/ppt/notesSlides/notesSlide9.xml" Id="R57e4342963f34c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ccf561fee417b" /><Relationship Type="http://schemas.openxmlformats.org/officeDocument/2006/relationships/notesSlide" Target="/ppt/notesSlides/notesSlide10.xml" Id="Rdc9875f939ee4e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f2d4de3bc4795" /><Relationship Type="http://schemas.openxmlformats.org/officeDocument/2006/relationships/notesSlide" Target="/ppt/notesSlides/notesSlide11.xml" Id="R9663b7fccaa94d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77f72cd224271" /><Relationship Type="http://schemas.openxmlformats.org/officeDocument/2006/relationships/notesSlide" Target="/ppt/notesSlides/notesSlide12.xml" Id="R7f069b672e5248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2dcb971544fca" /><Relationship Type="http://schemas.openxmlformats.org/officeDocument/2006/relationships/notesSlide" Target="/ppt/notesSlides/notesSlide13.xml" Id="R3bdc95fdf91646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cd72af03d44a1" /><Relationship Type="http://schemas.openxmlformats.org/officeDocument/2006/relationships/notesSlide" Target="/ppt/notesSlides/notesSlide14.xml" Id="R92f476531b3644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a2f0653e14b9f" /><Relationship Type="http://schemas.openxmlformats.org/officeDocument/2006/relationships/notesSlide" Target="/ppt/notesSlides/notesSlide15.xml" Id="R01dc15f28b4a46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2A8381B-3FDC-4828-945F-38D27F6F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8DDC7B2-4E41-43CF-94B3-DF662BA8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E07AB87-8856-4FA6-A065-D0D75FD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4FE3AF-2048-45A2-BAE2-EBA7AA7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Stem Cells and Meristems: Potential Compared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2143430-8EB6-4D50-814F-525071E9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24E52AFF-F907-4D12-A116-2BD8B619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462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compare embryonic stem cells, adult tissue stem cells and plant meristem cells using evidence about self-renewal, differentiation range and function.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D61DD0B5-DA2F-4F7A-A660-FE72E63F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C78A6E33-8F9A-4ABF-BC50-783B0F83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SELFRENEW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7697F055-26BA-4851-8758-391A7933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make more stem cells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57EFDCE9-6FBD-4277-A86C-5FF726C9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8E5AD560-0C68-4959-A121-81A2674E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MERISTEM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7FBC1A75-0E7C-41AE-995C-53E71CF4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plant growth region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FC708D67-96DF-44CD-B776-3983D7F4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5A167E7B-9E18-4478-ABA6-79B5DC7D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POTENTIAL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2D4AC639-088C-467D-A7CC-7EE829D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range of cell types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A874DA0A-EB9C-4E2E-96BD-7436A5D4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9e9eea522399494a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D729EB4B-9C57-4126-B7C9-8687A8D2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7A97A8C7-D539-4D0C-83CB-7A54724C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</p:spTree>
    <p:extLst>
      <p:ext uri="{BB962C8B-B14F-4D97-AF65-F5344CB8AC3E}">
        <p14:creationId xmlns:p14="http://schemas.microsoft.com/office/powerpoint/2010/main" val="1963186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61BAB5C-CD30-480D-BC1D-B918558E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A70BA00-749A-4083-86DB-F33B23A6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CF9BAA2-A4E9-4AD3-87B1-2C737348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1574E5-3565-4B0D-A57C-8D8B2949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9D47050-926C-43E1-891F-4B359F94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1CC0752-084A-4FE2-81A2-05D2D88D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Define a stem cell as an unspecialised cell that can divide and differentiate.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A4C93D1-7F73-4F31-816D-F268B157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the wider differentiation potential of embryonic stem cells with the more limited range of many adult tissue stem cells.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8FFB059-0BB9-4A62-9B73-A82F3341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how meristem cells support continued plant growth and can form specialised plant tissues.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9CB5158-FC31-455A-B56A-84052CE5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EDFFEDD-197A-47FF-92F1-54C7094E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2146972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C7F1A02-8B38-467D-94A0-D3087EA0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B2715FF-0B64-4483-83C4-6E6A4A01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9B866C4-00D9-4C4A-8E80-2F592A2B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14BB5C-B78E-4EAB-A30A-BCAF1BCE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350BBA6-7FAB-465B-B604-1AA89D30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0AA7E13-F794-47B8-BFFA-55187B7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Define differentiation.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F8C9596-DF9D-4677-8568-8602493C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role of cell division in growth or repair.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4886A3B-F199-4060-9E22-01BFEB2B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one process occurring in a plant meristem.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DB29600-0017-4E76-B7FD-4D5FBCD0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predict why an adult tissue keeps a small stem-cell population.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AC7F0EE-E958-4583-A7CA-3B14276F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094A78F-3CE2-4BB6-8DEB-7EA76530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2017000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F718A7E-657F-4EF4-86A6-A50A132F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1A2D65C-1804-4C09-B372-0994434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6EB626A-C76D-4DB3-BB5B-757B88DA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0658ED-C8AF-44AC-85CE-05E8330B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claim is accurate enough to test against the comparison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4AEA23C-CAC8-4728-9F34-D5C984EB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27471E9-D5F1-4634-8F50-59FD2FAB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45ED1F4-1C1E-422E-86F6-4CEE07F8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Every stem cell can become absolutely any cell in any organism.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D53F2AB-2DB5-4DAA-9C83-A527383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Different stem-cell sources can have different differentiation ranges and biological roles.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20F6130-C9E5-41FB-8F96-ACF388C0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 stem cell is already fully specialised and cannot divide.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E0FF8CC-3D92-408A-9BAE-C2644AC1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19A159B-8EED-404C-AD3A-A02A60C2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795204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CBA3A216-67D1-474B-A3BE-EAEFA31D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AC8EC9E-9DDA-4757-A824-387A342E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F21993B-038B-408F-9796-2B5E1A73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863363-CDE7-4E60-ADFB-11E7FF54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1CF22A6-934E-41E3-BE92-D8323C02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b29c3a16c4502"/>
          <a:stretch xmlns:a="http://schemas.openxmlformats.org/drawingml/2006/main"/>
        </p:blipFill>
        <p:spPr>
          <a:xfrm xmlns:a="http://schemas.openxmlformats.org/drawingml/2006/main">
            <a:off x="800100" y="3194172"/>
            <a:ext cx="3378200" cy="974481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5AF37152-F928-4288-B3C9-A828C880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stem cell dividing into many cell types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93bd1efe94e1e"/>
          <a:stretch xmlns:a="http://schemas.openxmlformats.org/drawingml/2006/main"/>
        </p:blipFill>
        <p:spPr>
          <a:xfrm xmlns:a="http://schemas.openxmlformats.org/drawingml/2006/main">
            <a:off x="4406900" y="3194172"/>
            <a:ext cx="3378200" cy="974481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C488CA66-23CE-4F72-90FE-8BC222FE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Embryonic range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515bc5974415a"/>
          <a:stretch xmlns:a="http://schemas.openxmlformats.org/drawingml/2006/main"/>
        </p:blipFill>
        <p:spPr>
          <a:xfrm xmlns:a="http://schemas.openxmlformats.org/drawingml/2006/main">
            <a:off x="8013700" y="3194172"/>
            <a:ext cx="3378200" cy="974481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101E0DA3-17FA-4BBB-9DB2-1D5192C5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Adult and meristem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6F17049-F342-49E9-A99A-B5D1C91E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43E5395F-44DC-4486-99A5-C1F5F1DE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131454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EB24481-3142-4EBD-94F6-62C6AEE6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507438B-18D0-4CB2-AD9A-EA4656F8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AD618E4-5F97-493B-B633-211BCCCF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6DA8EE-43A5-4B72-BD89-4F9BC62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BC6553E-2FFE-48AC-B9C7-F5C51F97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5EF589B-4313-4B09-8C41-D5A9F61E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stem cell — unspecialised source cell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645B502-428E-4556-9951-0A5D519C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self-renewal — maintain the source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8BEE028-DD4C-42F9-A444-50E5DE6B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meristem — plant growth tissue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396860F-70A1-433A-BC08-D2AD4148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CFF8A62-A287-48EF-82CE-F15B585A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368598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0391EAE-204B-49F5-B0DD-7F061EA1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562E00F-BDA3-456C-A567-B41B0D4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A018357-1F3E-40B6-AB99-25B05191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9DDBA8-56DF-4B8C-8E7D-86791DAA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EDE3366-B00F-4D59-9717-DF100F2E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3475D30-2D40-4F73-99E9-E352F354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a branching model: one route maintains a stem-cell population through self-renewal; another route produces cells that begin differentiation.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8EB0438-E082-4D0D-A159-6C88CC47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embryonic stem cells on a broad animal-cell branch and adult tissue stem cells on a narrower tissue-related branch, while noting that exact potential depends on type and conditions.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E72B69C-0CD8-4D9F-9D6A-41501502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meristem cells on plant branches leading to roots, shoots and specialised plant tissues; do not merge animal potency labels directly with plant development.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5B89657-1119-4575-8181-5166605B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3B3B103-8002-47C0-AC4A-BB5821AD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159242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EC01441-C4BE-4F16-9465-CEF6333F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6E0ACA9-DD39-40A0-8B27-C77DFBCB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2FFC076-0EBB-4BEF-9052-AD701D5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E06800-3EB0-43FB-95E5-93457C77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comparison is best supported by GCSE-level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93F5ED6-E3F9-4272-AB3B-7CEF0400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ADAE50F-880D-4938-A1BD-DBE772E2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Embryonic stem cells can form many animal cell types, while many adult stem cells form a more limited tissue-related range.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5AB2FE7-EF1F-443E-864D-B7754223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Adult stem cells can never divide after birth.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16179CB-DA5E-4690-9B1B-7E8CF736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Meristems are specialised animal organs that make blood cells.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754EAD7-BD5B-41C6-B45F-F2416C50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7BA00A3-96DE-42C7-A8D9-BA534FD0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F459701-B800-4B23-96E5-8D5D4FEF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6946462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4073FDB-0721-4EDA-AE61-25CEB3FE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519815A-0B15-412A-856D-9A4D1918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ECAF919-0E26-41E7-95A2-D372B5AD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993DAD-BD24-4493-8782-323AC3CF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C847FD4-1712-408F-A347-FA7C1AD9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2E2B631-D2B5-48B1-8A61-59575B92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a source-evidence table using the same headings for every group: source, self-renewal evidence, differentiated outcomes and known limitation.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030616E-237D-42B9-A697-3AD70AF3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 a simple differentiation percentage as cells with the stated marker divided by total observed cells multiplied by 100, keeping it tied to the tested conditions.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9CA669A-0A79-422F-A74C-EA6441E5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Evaluate a claim only within the evidence: a higher percentage in one study may support greater success under those conditions, but it does not prove a guaranteed treatment or unlimited potential.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E372F52-32E4-4787-9CD2-7180B197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4FE1E05-C3C1-4D94-8D0E-CDED2A7E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320132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9DA4BC9-8E98-403A-8DC6-4D92CC5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B1E69DE-A61B-4031-816F-D8E79379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1262D8F-B20C-4651-B245-E5174BE6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D4D1FF-2574-4A2A-A80A-5C347888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3F56E04-D3A0-4077-B969-A9A46A1A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594DD89-11A2-48DA-90BB-DD358DFD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 glitch: because one dish formed nerve-like cells, these cells are proven to cure every nervous-system condition.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A4F7231-6B2C-417E-ADA4-A9716C4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a laboratory cell outcome proves a universal cure.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23AB7CB-E54C-4279-ACD9-A47F1D00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the dish supports differentiation under tested conditions, not safety, effectiveness or a guaranteed treatment.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688D759-6E58-4D7C-9631-7B1C6497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laboratory evidence can never tell scientists anything useful.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5A947B94-53E5-4432-B1B0-92C1A3D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A6217FA-D694-497B-B05C-FC81412C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2066514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E9412CC-5963-4846-BEDB-2169008B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903BFFB-CCDA-4135-AA1B-92E45C26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E4AE71A-8325-4CF1-98EC-868BC47F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2229EC-EE69-43A8-AA5A-A40CD692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Stem-cell identity and evidence console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24D23AF-1A34-4C88-800B-F92EE62A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AFBDF88-FB72-41E0-A729-CA3F9462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evidence card to embryonic stem cells, adult tissue stem cells or plant meristems, then justify one comparison.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3624A85-56B8-4958-884A-459429B5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the source and outcome evidence on one card.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A04B0A2-902E-4D51-8C30-6AA4D0C6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the matching stem-cell group.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FA41328-E11C-4214-B5A6-36BF5007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claims that confuse organism, source or differentiation range.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FFE1D73A-E016-4401-ADB9-EC4DC03A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one similarity, one difference and one evidence limit.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7BEBAFA1-97E4-4D1D-85B5-C3F541FD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03F00B5-6B89-41B9-9AA4-629B6E3D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0437E2DB-3B95-4E1E-8527-7E7ADABF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6547467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5DA78B5-5797-42DB-898F-8C17BD16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52FBD67-B22A-4771-A9A0-138196B8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040055D-3DF6-415F-B9C9-021FCAF3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B32D75-245E-4F8F-9F38-5BBF7FB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3647C79-8110-4A4C-A08C-2CB0CD24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6E10D3F-D5FC-4599-8FE1-55476F49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EMBRYONIC STEM CELLS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9166046-6520-4C07-ADAC-1F595FFB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ADULT TISSUE STEM CELLS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7ED0D9E-B361-4A49-9FB5-0168612E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PLANT MERISTEMS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14E8EB0-09A3-4D19-9129-21C51CA4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Compare two groups using one shared property, one difference in potential or role and one limit of the evidence.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AC5FB53-85C2-4D0C-9228-E9B4A25C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A344B6B-5B91-4FF6-A676-58C6FA89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20173822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2F84E9A-7DBC-44E8-BB97-52C8E4E8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472B7FD-CEE7-4C0D-895C-F7180304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F3B9325-1140-43A7-AFB2-02F3A423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E3DC96-153E-4C51-A956-D3E30A74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A70537E-6070-4FD1-B368-194CE6C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0F6B17F-B849-439B-8E95-24CB31E4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an evidence-led comparison of embryonic stem cells, adult tissue stem cells and plant meristems, including one percentage calculation and one bounded application claim.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3246046-DC0C-46F8-AF87-85DE0E6D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three-way comparison, correct use of self-renewal/differentiation, one shown percentage calculation and a claim explicitly limited to the supplied evidence.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AA218C9-AF60-4317-B373-2B54D10B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12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B8ED0A4-998D-4A35-A197-91BE54C6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380635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A21A3C1-88DD-4E67-932C-E6613A9C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6339B8B-4A51-408D-9C15-CF7FD83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1F3D510-A657-434F-8646-E91AB271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3BD726-1FAF-4B30-8BFE-3ADEF6AD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A266A9C-5CDA-401D-A48C-EFA6A43C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200C832-A2BC-4C5D-8B37-A0B963B3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Sort six cards, complete one similarity-and-difference frame and calculate a percentage from a worked fraction.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7E8A392-B925-4DED-A288-D6633172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Compare all three groups, calculate one outcome percentage and explain one biological role using evidence.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7083DF7-8CC9-4E12-A9BA-3BE3908A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Evaluate a claimed application by combining source, potential, quantitative outcome and limitations without moving into unsupported cure language.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3EF373E-A862-436A-BDA7-99DF7744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12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925D205-2724-4776-B6F2-A674FBA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0237044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7E00C9E2-F2A7-4A6C-B5E1-6A74A588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C6CC7FB-8399-420B-90AB-3D8FC15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48EEE5E-6FDD-46A1-B268-FB330576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1D26BB-B303-4CE1-B634-E6E09E8D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6637FC4-96E4-43C2-BC79-045E7E00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2D257D0-159C-4106-8FB0-4C201D4B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Compare embryonic and adult tissue stem cells using differentiation potential and one tissue role.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296CD63-CDD0-4862-9FDD-130D8A9B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41AF5639-8923-4EEB-A362-2003BD2E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1878A7C-208F-47E9-8E6C-7062A505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393194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2026-09-08T08:54:13.6940000Z</dcterms:created>
  <dcterms:modified xsi:type="dcterms:W3CDTF">2026-09-08T08:54:13.6940000Z</dcterms:modified>
</coreProperties>
</file>