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739e76d0034e8f" /><Relationship Type="http://schemas.openxmlformats.org/officeDocument/2006/relationships/extended-properties" Target="/docProps/app.xml" Id="R210b827c94b340e7" /><Relationship Type="http://schemas.openxmlformats.org/officeDocument/2006/relationships/officeDocument" Target="/ppt/presentation.xml" Id="Rf2175dab11354536" /></Relationships>
</file>

<file path=ppt/presentation.xml><?xml version="1.0" encoding="utf-8"?>
<p:presentation xmlns:p="http://schemas.openxmlformats.org/presentationml/2006/main">
  <p:sldMasterIdLst>
    <p:sldMasterId xmlns:r="http://schemas.openxmlformats.org/officeDocument/2006/relationships" id="2147483648" r:id="Re88bdc49886f4140"/>
  </p:sldMasterIdLst>
  <p:notesMasterIdLst>
    <p:notesMasterId xmlns:r="http://schemas.openxmlformats.org/officeDocument/2006/relationships" r:id="R84f735824c344431"/>
  </p:notesMasterIdLst>
  <p:sldIdLst>
    <p:sldId xmlns:r="http://schemas.openxmlformats.org/officeDocument/2006/relationships" id="256" r:id="R0923129b941b4fbb"/>
    <p:sldId xmlns:r="http://schemas.openxmlformats.org/officeDocument/2006/relationships" id="257" r:id="R720d97303db44730"/>
    <p:sldId xmlns:r="http://schemas.openxmlformats.org/officeDocument/2006/relationships" id="258" r:id="R69cb4a9fee98432b"/>
    <p:sldId xmlns:r="http://schemas.openxmlformats.org/officeDocument/2006/relationships" id="259" r:id="R5e8d8782b0fc47a0"/>
    <p:sldId xmlns:r="http://schemas.openxmlformats.org/officeDocument/2006/relationships" id="260" r:id="R347bfe5e5d9443b6"/>
    <p:sldId xmlns:r="http://schemas.openxmlformats.org/officeDocument/2006/relationships" id="261" r:id="R428c19cccbfe40b0"/>
    <p:sldId xmlns:r="http://schemas.openxmlformats.org/officeDocument/2006/relationships" id="262" r:id="R69c703a9e786403a"/>
    <p:sldId xmlns:r="http://schemas.openxmlformats.org/officeDocument/2006/relationships" id="263" r:id="Rcdc7065925cb4067"/>
    <p:sldId xmlns:r="http://schemas.openxmlformats.org/officeDocument/2006/relationships" id="264" r:id="Re1afa23d99a3468f"/>
    <p:sldId xmlns:r="http://schemas.openxmlformats.org/officeDocument/2006/relationships" id="265" r:id="R9d550ca1ca0e4ec9"/>
    <p:sldId xmlns:r="http://schemas.openxmlformats.org/officeDocument/2006/relationships" id="266" r:id="Ra3684d0be11e4a04"/>
    <p:sldId xmlns:r="http://schemas.openxmlformats.org/officeDocument/2006/relationships" id="267" r:id="Rf433d3ac143d44ec"/>
    <p:sldId xmlns:r="http://schemas.openxmlformats.org/officeDocument/2006/relationships" id="268" r:id="R2820f83a8b9a43a0"/>
    <p:sldId xmlns:r="http://schemas.openxmlformats.org/officeDocument/2006/relationships" id="269" r:id="R0ccd75ac711f4e58"/>
    <p:sldId xmlns:r="http://schemas.openxmlformats.org/officeDocument/2006/relationships" id="270" r:id="R57115938a92d4360"/>
    <p:sldId xmlns:r="http://schemas.openxmlformats.org/officeDocument/2006/relationships" id="271" r:id="R892b61c5a1754731"/>
    <p:sldId xmlns:r="http://schemas.openxmlformats.org/officeDocument/2006/relationships" id="272" r:id="Rc4de370bf82849b9"/>
    <p:sldId xmlns:r="http://schemas.openxmlformats.org/officeDocument/2006/relationships" id="273" r:id="Rbf48e8558e044a69"/>
    <p:sldId xmlns:r="http://schemas.openxmlformats.org/officeDocument/2006/relationships" id="274" r:id="Rec9614cd8d824079"/>
    <p:sldId xmlns:r="http://schemas.openxmlformats.org/officeDocument/2006/relationships" id="275" r:id="R06ffaf05e0ae4719"/>
    <p:sldId xmlns:r="http://schemas.openxmlformats.org/officeDocument/2006/relationships" id="276" r:id="Rfbc6d69c11044c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c0039843f148d6" /><Relationship Type="http://schemas.openxmlformats.org/officeDocument/2006/relationships/slideMaster" Target="/ppt/slideMasters/slideMaster1.xml" Id="Re88bdc49886f4140" /><Relationship Type="http://schemas.openxmlformats.org/officeDocument/2006/relationships/notesMaster" Target="/ppt/notesMasters/notesMaster1.xml" Id="R84f735824c344431" /><Relationship Type="http://schemas.openxmlformats.org/officeDocument/2006/relationships/presProps" Target="/ppt/presProps.xml" Id="R3992a7ba9dab4854" /><Relationship Type="http://schemas.openxmlformats.org/officeDocument/2006/relationships/tableStyles" Target="/ppt/tableStyles.xml" Id="R08fe570f3ab74b1b" /><Relationship Type="http://schemas.openxmlformats.org/officeDocument/2006/relationships/slide" Target="/ppt/slides/slide1.xml" Id="R0923129b941b4fbb" /><Relationship Type="http://schemas.openxmlformats.org/officeDocument/2006/relationships/slide" Target="/ppt/slides/slide2.xml" Id="R720d97303db44730" /><Relationship Type="http://schemas.openxmlformats.org/officeDocument/2006/relationships/slide" Target="/ppt/slides/slide3.xml" Id="R69cb4a9fee98432b" /><Relationship Type="http://schemas.openxmlformats.org/officeDocument/2006/relationships/slide" Target="/ppt/slides/slide4.xml" Id="R5e8d8782b0fc47a0" /><Relationship Type="http://schemas.openxmlformats.org/officeDocument/2006/relationships/slide" Target="/ppt/slides/slide5.xml" Id="R347bfe5e5d9443b6" /><Relationship Type="http://schemas.openxmlformats.org/officeDocument/2006/relationships/slide" Target="/ppt/slides/slide6.xml" Id="R428c19cccbfe40b0" /><Relationship Type="http://schemas.openxmlformats.org/officeDocument/2006/relationships/slide" Target="/ppt/slides/slide7.xml" Id="R69c703a9e786403a" /><Relationship Type="http://schemas.openxmlformats.org/officeDocument/2006/relationships/slide" Target="/ppt/slides/slide8.xml" Id="Rcdc7065925cb4067" /><Relationship Type="http://schemas.openxmlformats.org/officeDocument/2006/relationships/slide" Target="/ppt/slides/slide9.xml" Id="Re1afa23d99a3468f" /><Relationship Type="http://schemas.openxmlformats.org/officeDocument/2006/relationships/slide" Target="/ppt/slides/slide10.xml" Id="R9d550ca1ca0e4ec9" /><Relationship Type="http://schemas.openxmlformats.org/officeDocument/2006/relationships/slide" Target="/ppt/slides/slide11.xml" Id="Ra3684d0be11e4a04" /><Relationship Type="http://schemas.openxmlformats.org/officeDocument/2006/relationships/slide" Target="/ppt/slides/slide12.xml" Id="Rf433d3ac143d44ec" /><Relationship Type="http://schemas.openxmlformats.org/officeDocument/2006/relationships/slide" Target="/ppt/slides/slide13.xml" Id="R2820f83a8b9a43a0" /><Relationship Type="http://schemas.openxmlformats.org/officeDocument/2006/relationships/slide" Target="/ppt/slides/slide14.xml" Id="R0ccd75ac711f4e58" /><Relationship Type="http://schemas.openxmlformats.org/officeDocument/2006/relationships/slide" Target="/ppt/slides/slide15.xml" Id="R57115938a92d4360" /><Relationship Type="http://schemas.openxmlformats.org/officeDocument/2006/relationships/slide" Target="/ppt/slides/slide16.xml" Id="R892b61c5a1754731" /><Relationship Type="http://schemas.openxmlformats.org/officeDocument/2006/relationships/slide" Target="/ppt/slides/slide17.xml" Id="Rc4de370bf82849b9" /><Relationship Type="http://schemas.openxmlformats.org/officeDocument/2006/relationships/slide" Target="/ppt/slides/slide18.xml" Id="Rbf48e8558e044a69" /><Relationship Type="http://schemas.openxmlformats.org/officeDocument/2006/relationships/slide" Target="/ppt/slides/slide19.xml" Id="Rec9614cd8d824079" /><Relationship Type="http://schemas.openxmlformats.org/officeDocument/2006/relationships/slide" Target="/ppt/slides/slide20.xml" Id="R06ffaf05e0ae4719" /><Relationship Type="http://schemas.openxmlformats.org/officeDocument/2006/relationships/slide" Target="/ppt/slides/slide21.xml" Id="Rfbc6d69c11044c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ef6f23d1e045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a67f83d73544ea" /><Relationship Type="http://schemas.openxmlformats.org/officeDocument/2006/relationships/notesMaster" Target="/ppt/notesMasters/notesMaster1.xml" Id="Rf61cd6d50a7b44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632a7053e44299" /><Relationship Type="http://schemas.openxmlformats.org/officeDocument/2006/relationships/notesMaster" Target="/ppt/notesMasters/notesMaster1.xml" Id="R4548675ff2c042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d148fd0b104ad0" /><Relationship Type="http://schemas.openxmlformats.org/officeDocument/2006/relationships/notesMaster" Target="/ppt/notesMasters/notesMaster1.xml" Id="R209b3a463d284f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ee656d843d4297" /><Relationship Type="http://schemas.openxmlformats.org/officeDocument/2006/relationships/notesMaster" Target="/ppt/notesMasters/notesMaster1.xml" Id="R829e0fdbb6fe46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286a576fa54c45" /><Relationship Type="http://schemas.openxmlformats.org/officeDocument/2006/relationships/notesMaster" Target="/ppt/notesMasters/notesMaster1.xml" Id="R7bdf421ff39e4e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280fc2c60b4878" /><Relationship Type="http://schemas.openxmlformats.org/officeDocument/2006/relationships/notesMaster" Target="/ppt/notesMasters/notesMaster1.xml" Id="Ra202f212ccf041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e897bcce634088" /><Relationship Type="http://schemas.openxmlformats.org/officeDocument/2006/relationships/notesMaster" Target="/ppt/notesMasters/notesMaster1.xml" Id="Ree6eedf9aab04b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849b8965e24da2" /><Relationship Type="http://schemas.openxmlformats.org/officeDocument/2006/relationships/notesMaster" Target="/ppt/notesMasters/notesMaster1.xml" Id="R0c424b1b99944d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fc004e13cb4699" /><Relationship Type="http://schemas.openxmlformats.org/officeDocument/2006/relationships/notesMaster" Target="/ppt/notesMasters/notesMaster1.xml" Id="R5699a8018f994d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e9382aae9e4bd0" /><Relationship Type="http://schemas.openxmlformats.org/officeDocument/2006/relationships/notesMaster" Target="/ppt/notesMasters/notesMaster1.xml" Id="Rf9502c491afb48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96fd69ec844782" /><Relationship Type="http://schemas.openxmlformats.org/officeDocument/2006/relationships/notesMaster" Target="/ppt/notesMasters/notesMaster1.xml" Id="R1201323dbba04f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cf8e6775de4dcf" /><Relationship Type="http://schemas.openxmlformats.org/officeDocument/2006/relationships/notesMaster" Target="/ppt/notesMasters/notesMaster1.xml" Id="Rd16528bc84d844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753fb7b66b499e" /><Relationship Type="http://schemas.openxmlformats.org/officeDocument/2006/relationships/notesMaster" Target="/ppt/notesMasters/notesMaster1.xml" Id="R6d90c18199aa49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b1e2631a46438b" /><Relationship Type="http://schemas.openxmlformats.org/officeDocument/2006/relationships/notesMaster" Target="/ppt/notesMasters/notesMaster1.xml" Id="R487e26b8ea7648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d0f63a49264292" /><Relationship Type="http://schemas.openxmlformats.org/officeDocument/2006/relationships/notesMaster" Target="/ppt/notesMasters/notesMaster1.xml" Id="R0a71dc56d81345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b284af734e42df" /><Relationship Type="http://schemas.openxmlformats.org/officeDocument/2006/relationships/notesMaster" Target="/ppt/notesMasters/notesMaster1.xml" Id="Rbc17b199284f44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30865f6a2e440a" /><Relationship Type="http://schemas.openxmlformats.org/officeDocument/2006/relationships/notesMaster" Target="/ppt/notesMasters/notesMaster1.xml" Id="Rc6641fc6740a4cb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59df0f4380f4f0e" /><Relationship Type="http://schemas.openxmlformats.org/officeDocument/2006/relationships/notesMaster" Target="/ppt/notesMasters/notesMaster1.xml" Id="R9a605efb716946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acbd171bf94ca8" /><Relationship Type="http://schemas.openxmlformats.org/officeDocument/2006/relationships/notesMaster" Target="/ppt/notesMasters/notesMaster1.xml" Id="R8fde04948c8b47c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a21063b7f034e21" /><Relationship Type="http://schemas.openxmlformats.org/officeDocument/2006/relationships/notesMaster" Target="/ppt/notesMasters/notesMaster1.xml" Id="R2bd2142c150e401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1a5c1b41846435f" /><Relationship Type="http://schemas.openxmlformats.org/officeDocument/2006/relationships/notesMaster" Target="/ppt/notesMasters/notesMaster1.xml" Id="R11922f7adc5343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Overview: 0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 card: preserve the scientific demand; change access or response mode before demand.</a:t>
            </a:r>
          </a:p>
          <a:p xmlns:a="http://schemas.openxmlformats.org/drawingml/2006/main">
            <a:r>
              <a:t/>
            </a:r>
          </a:p>
          <a:p xmlns:a="http://schemas.openxmlformats.org/drawingml/2006/main">
            <a:r>
              <a:t>Staff card: keep supplied observations separate from explanation and missing evidence.</a:t>
            </a:r>
          </a:p>
          <a:p xmlns:a="http://schemas.openxmlformats.org/drawingml/2006/main">
            <a:r>
              <a:t/>
            </a:r>
          </a:p>
          <a:p xmlns:a="http://schemas.openxmlformats.org/drawingml/2006/main">
            <a:r>
              <a:t>Preparation guidance carrier.</a:t>
            </a:r>
          </a:p>
          <a:p xmlns:a="http://schemas.openxmlformats.org/drawingml/2006/main">
            <a:r>
              <a:t/>
            </a:r>
          </a:p>
          <a:p xmlns:a="http://schemas.openxmlformats.org/drawingml/2006/main">
            <a:r>
              <a:t>Access guidance carrier.</a:t>
            </a:r>
          </a:p>
          <a:p xmlns:a="http://schemas.openxmlformats.org/drawingml/2006/main">
            <a:r>
              <a:t/>
            </a:r>
          </a:p>
          <a:p xmlns:a="http://schemas.openxmlformats.org/drawingml/2006/main">
            <a:r>
              <a:t>Evidence guidance carrier.</a:t>
            </a:r>
          </a:p>
          <a:p xmlns:a="http://schemas.openxmlformats.org/drawingml/2006/main">
            <a:r>
              <a:t/>
            </a:r>
          </a:p>
          <a:p xmlns:a="http://schemas.openxmlformats.org/drawingml/2006/main">
            <a:r>
              <a:t>A topic 2 and 3 assessment review map · entry map: The supplied Topic 2 and 3 headings define the review boundary; no new topic is added. Link that anchor only when this second detail is relevant: A review map distinguishes knowledge that can be retrieved independently from knowledge that needs a prompt. For this a Topic 2 and 3 assessment review map decision, use pointing, selecting, signing, speaking, typing or exact-word scribing;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LAUNCH · Science · Week 15L1 · Introduce</a:t>
            </a:r>
          </a:p>
          <a:p xmlns:a="http://schemas.openxmlformats.org/drawingml/2006/main">
            <a:r>
              <a:t>Objective: Organise the Topic 2 and 3 knowledge to be reviewed and plan how to show it in the supplied assessment.</a:t>
            </a:r>
          </a:p>
          <a:p xmlns:a="http://schemas.openxmlformats.org/drawingml/2006/main">
            <a:r>
              <a:t>Success evidence:</a:t>
            </a:r>
          </a:p>
          <a:p xmlns:a="http://schemas.openxmlformats.org/drawingml/2006/main">
            <a:r>
              <a:t>Organise the Topic 2 and 3 knowledge to be reviewed and plan how to show it in the supplied assessment.</a:t>
            </a:r>
          </a:p>
          <a:p xmlns:a="http://schemas.openxmlformats.org/drawingml/2006/main">
            <a:r>
              <a:t>The supplied Topic 2 and 3 headings define the review boundary; no new topic is added.</a:t>
            </a:r>
          </a:p>
          <a:p xmlns:a="http://schemas.openxmlformats.org/drawingml/2006/main">
            <a:r>
              <a:t>A missing or uncertain item stays visible for the next authorised check instead of being guessed.</a:t>
            </a:r>
          </a:p>
          <a:p xmlns:a="http://schemas.openxmlformats.org/drawingml/2006/main">
            <a:r>
              <a:t>FOCUS → EVIDENCE → LIMIT</a:t>
            </a:r>
          </a:p>
          <a:p xmlns:a="http://schemas.openxmlformats.org/drawingml/2006/main">
            <a:r>
              <a:t>◆ Supported</a:t>
            </a:r>
          </a:p>
          <a:p xmlns:a="http://schemas.openxmlformats.org/drawingml/2006/main">
            <a:r>
              <a:t>Match approved question cards to headings, choose a response mode and complete one retrieval frame per heading.</a:t>
            </a:r>
          </a:p>
          <a:p xmlns:a="http://schemas.openxmlformats.org/drawingml/2006/main">
            <a:r>
              <a:t>▲ Standard</a:t>
            </a:r>
          </a:p>
          <a:p xmlns:a="http://schemas.openxmlformats.org/drawingml/2006/main">
            <a:r>
              <a:t>Organise the full supplied review set, retrieve without the model first and justify the order in which sections will be attempted.</a:t>
            </a:r>
          </a:p>
          <a:p xmlns:a="http://schemas.openxmlformats.org/drawingml/2006/main">
            <a:r>
              <a:t>Stretch</a:t>
            </a:r>
          </a:p>
          <a:p xmlns:a="http://schemas.openxmlformats.org/drawingml/2006/main">
            <a:r>
              <a:t>Diagnose two likely confusions from the supplied set, design a discriminating retrieval check and explain why it separates the ideas.</a:t>
            </a:r>
          </a:p>
          <a:p xmlns:a="http://schemas.openxmlformats.org/drawingml/2006/main">
            <a:r>
              <a:t>Truth boundary: never backdate, never reconstruct a quotation, never stage an event, and never convert adult wording into the learner’s voice. Use only school-approved local materials. No diagnosis or medical advice. No personal or family disclosure. Learning does not depend on a runtime connection. No open runtime link. Never invent a result, date, quotation, event, audience response or learner wording. Use only school-approved local sources and supplied classroom materials. No open runtime link. No diagnosis or personal or family disclosure. A learner may pause, use the printed route, respond privately or direct an adult. A learner may pause, use a private route, observe, or direct an adult without losing the learning entitlement.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Arrival: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first source: A review map distinguishes knowledge that can be retrieved independently from knowledge that needs a prompt. Link that anchor only when this second detail is relevant: An approved response route can be written, selected, spoken, signed, pointed to or exactly scribed. For this a Topic 2 and 3 assessment review map decision, use a quiet card sort, a spoken response, a communication aid or adult handling directed by the learner;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Arrival decision: The supplied Topic 2 and 3 headings define the review boundary; no new topic is added. A missing or uncertain item stays visible for the next authorised check instead of being guessed.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Arrival: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first source: A review map distinguishes knowledge that can be retrieved independently from knowledge that needs a prompt. Link that anchor only when this second detail is relevant: An approved response route can be written, selected, spoken, signed, pointed to or exactly scribed. For this a Topic 2 and 3 assessment review map decision, use a quiet card sort, a spoken response, a communication aid or adult handling directed by the learner;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Arrival decision: The supplied Topic 2 and 3 headings define the review boundary; no new topic is added. A missing or uncertain item stays visible for the next authorised check instead of being guessed.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initial comparison: An approved response route can be written, selected, spoken, signed, pointed to or exactly scribed. Link that anchor only when this second detail is relevant: A missing or uncertain item stays visible for the next authorised check instead of being guessed. For this a Topic 2 and 3 assessment review map decision, use a printed choice, object placement, short phrase, symbol response or learner-directed mark;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Topics 2 and 3 plus the skills. Mark each idea honestly — the map is for you, not for a mark.</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How can a review map show what is secure, what needs retrieval and which approved response route will show each idea? A review map distinguishes knowledge that can be retrieved independently from knowledge that needs a prompt.</a:t>
            </a:r>
          </a:p>
          <a:p xmlns:a="http://schemas.openxmlformats.org/drawingml/2006/main">
            <a:r>
              <a:t>Checking questions:</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initial comparison: An approved response route can be written, selected, spoken, signed, pointed to or exactly scribed. Link that anchor only when this second detail is relevant: A missing or uncertain item stays visible for the next authorised check instead of being guessed. For this a Topic 2 and 3 assessment review map decision, use a printed choice, object placement, short phrase, symbol response or learner-directed mark;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Topics 2 and 3 plus the skills. Mark each idea honestly — the map is for you, not for a mark.</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How can a review map show what is secure, what needs retrieval and which approved response route will show each idea? A review map distinguishes knowledge that can be retrieved independently from knowledge that needs a prompt.</a:t>
            </a:r>
          </a:p>
          <a:p xmlns:a="http://schemas.openxmlformats.org/drawingml/2006/main">
            <a:r>
              <a:t>Checking questions:</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initial comparison: An approved response route can be written, selected, spoken, signed, pointed to or exactly scribed. Link that anchor only when this second detail is relevant: A missing or uncertain item stays visible for the next authorised check instead of being guessed. For this a Topic 2 and 3 assessment review map decision, use a printed choice, object placement, short phrase, symbol response or learner-directed mark;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Topics 2 and 3 plus the skills. Mark each idea honestly — the map is for you, not for a mark.</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How can a review map show what is secure, what needs retrieval and which approved response route will show each idea? A review map distinguishes knowledge that can be retrieved independently from knowledge that needs a prompt.</a:t>
            </a:r>
          </a:p>
          <a:p xmlns:a="http://schemas.openxmlformats.org/drawingml/2006/main">
            <a:r>
              <a:t>Checking questions:</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 topic 2 and 3 assessment review map · worked reasoning: A missing or uncertain item stays visible for the next authorised check instead of being guessed. Link that anchor only when this second detail is relevant: The supplied Topic 2 and 3 headings define the review boundary; no new topic is added. For this a Topic 2 and 3 assessment review map decision, use pointing, selecting, signing, speaking, typing or exact-word scribing;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Review map · secure, retrieve, or uncertain?</a:t>
            </a:r>
          </a:p>
          <a:p xmlns:a="http://schemas.openxmlformats.org/drawingml/2006/main">
            <a:r>
              <a:t>Press an idea, then how you would show it without a source in front of you.</a:t>
            </a:r>
          </a:p>
          <a:p xmlns:a="http://schemas.openxmlformats.org/drawingml/2006/main">
            <a:r>
              <a:t>the order of mitosis stages</a:t>
            </a:r>
          </a:p>
          <a:p xmlns:a="http://schemas.openxmlformats.org/drawingml/2006/main">
            <a:r>
              <a:t>percentage change = (final − initial) ÷ initial × 100</a:t>
            </a:r>
          </a:p>
          <a:p xmlns:a="http://schemas.openxmlformats.org/drawingml/2006/main">
            <a:r>
              <a:t>why observed ratios differ from 3:1</a:t>
            </a:r>
          </a:p>
          <a:p xmlns:a="http://schemas.openxmlformats.org/drawingml/2006/main">
            <a:r>
              <a:t>A pairs with T, C pairs with G</a:t>
            </a:r>
          </a:p>
          <a:p xmlns:a="http://schemas.openxmlformats.org/drawingml/2006/main">
            <a:r>
              <a:t>embryonic vs adult stem cell range</a:t>
            </a:r>
          </a:p>
          <a:p xmlns:a="http://schemas.openxmlformats.org/drawingml/2006/main">
            <a:r>
              <a:t>whether a stem-cell lab result would work in patients</a:t>
            </a:r>
          </a:p>
          <a:p xmlns:a="http://schemas.openxmlformats.org/drawingml/2006/main">
            <a:r>
              <a:t>secure — I can retrieve it now</a:t>
            </a:r>
          </a:p>
          <a:p xmlns:a="http://schemas.openxmlformats.org/drawingml/2006/main">
            <a:r>
              <a:t>needs retrieval practice</a:t>
            </a:r>
          </a:p>
          <a:p xmlns:a="http://schemas.openxmlformats.org/drawingml/2006/main">
            <a:r>
              <a:t>an authorised check is needed</a:t>
            </a:r>
          </a:p>
          <a:p xmlns:a="http://schemas.openxmlformats.org/drawingml/2006/main">
            <a:r>
              <a:t>Press a card.</a:t>
            </a:r>
          </a:p>
          <a:p xmlns:a="http://schemas.openxmlformats.org/drawingml/2006/main">
            <a:r>
              <a:t>RETRIEVE bring learned information back without a source supplying the answer</a:t>
            </a:r>
          </a:p>
          <a:p xmlns:a="http://schemas.openxmlformats.org/drawingml/2006/main">
            <a:r>
              <a:t>EVIDENCE a response that makes the learner's reasoning checkable</a:t>
            </a:r>
          </a:p>
          <a:p xmlns:a="http://schemas.openxmlformats.org/drawingml/2006/main">
            <a:r>
              <a:t>UNCERTAINTY a point that still needs an authorised check</a:t>
            </a:r>
          </a:p>
          <a:p xmlns:a="http://schemas.openxmlformats.org/drawingml/2006/main">
            <a:r>
              <a:t>Vocabulary in use</a:t>
            </a:r>
          </a:p>
          <a:p xmlns:a="http://schemas.openxmlformats.org/drawingml/2006/main">
            <a:r>
              <a:t>RETRIEVE in a Topic 2 and 3 assessment review map: bring learned information back without a source supplying the answer. Apply RETRIEVE when this anchor matters—The supplied Topic 2 and 3 headings define the review boundary; no new topic is added.—and check it beside this second anchor: A review map distinguishes knowledge that can be retrieved independently from knowledge that needs a prompt.</a:t>
            </a:r>
          </a:p>
          <a:p xmlns:a="http://schemas.openxmlformats.org/drawingml/2006/main">
            <a:r>
              <a:t>EVIDENCE in a Topic 2 and 3 assessment review map: a response that makes the learner's reasoning checkable. Apply EVIDENCE when this anchor matters—A review map distinguishes knowledge that can be retrieved independently from knowledge that needs a prompt.—and check it beside this second anchor: An approved response route can be written, selected, spoken, signed, pointed to or exactly scribed.</a:t>
            </a:r>
          </a:p>
          <a:p xmlns:a="http://schemas.openxmlformats.org/drawingml/2006/main">
            <a:r>
              <a:t>UNCERTAINTY in a Topic 2 and 3 assessment review map: a point that still needs an authorised check. Apply UNCERTAINTY when this anchor matters—An approved response route can be written, selected, spoken, signed, pointed to or exactly scribed.—and check it beside this second anchor: A missing or uncertain item stays visible for the next authorised check instead of being guessed.</a:t>
            </a:r>
          </a:p>
          <a:p xmlns:a="http://schemas.openxmlformats.org/drawingml/2006/main">
            <a:r>
              <a:t>Read one supplied review question, name the science idea it checks, retrieve the answer without opening the model, and record the response route used. Compare the response with the approved mark point only after commitment. Mark the item SECURE, RETRIEVE AGAIN or AWAITING AUTHORISED CHECK and write one precise next action. The status describes this review moment; it does not predict an assessment result.</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Organise the Topic 2 and 3 knowledge to be reviewed and plan how to show it in the supplied assessment.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 topic 2 and 3 assessment review map · worked reasoning: A missing or uncertain item stays visible for the next authorised check instead of being guessed. Link that anchor only when this second detail is relevant: The supplied Topic 2 and 3 headings define the review boundary; no new topic is added. For this a Topic 2 and 3 assessment review map decision, use pointing, selecting, signing, speaking, typing or exact-word scribing;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Review map · secure, retrieve, or uncertain?</a:t>
            </a:r>
          </a:p>
          <a:p xmlns:a="http://schemas.openxmlformats.org/drawingml/2006/main">
            <a:r>
              <a:t>Press an idea, then how you would show it without a source in front of you.</a:t>
            </a:r>
          </a:p>
          <a:p xmlns:a="http://schemas.openxmlformats.org/drawingml/2006/main">
            <a:r>
              <a:t>the order of mitosis stages</a:t>
            </a:r>
          </a:p>
          <a:p xmlns:a="http://schemas.openxmlformats.org/drawingml/2006/main">
            <a:r>
              <a:t>percentage change = (final − initial) ÷ initial × 100</a:t>
            </a:r>
          </a:p>
          <a:p xmlns:a="http://schemas.openxmlformats.org/drawingml/2006/main">
            <a:r>
              <a:t>why observed ratios differ from 3:1</a:t>
            </a:r>
          </a:p>
          <a:p xmlns:a="http://schemas.openxmlformats.org/drawingml/2006/main">
            <a:r>
              <a:t>A pairs with T, C pairs with G</a:t>
            </a:r>
          </a:p>
          <a:p xmlns:a="http://schemas.openxmlformats.org/drawingml/2006/main">
            <a:r>
              <a:t>embryonic vs adult stem cell range</a:t>
            </a:r>
          </a:p>
          <a:p xmlns:a="http://schemas.openxmlformats.org/drawingml/2006/main">
            <a:r>
              <a:t>whether a stem-cell lab result would work in patients</a:t>
            </a:r>
          </a:p>
          <a:p xmlns:a="http://schemas.openxmlformats.org/drawingml/2006/main">
            <a:r>
              <a:t>secure — I can retrieve it now</a:t>
            </a:r>
          </a:p>
          <a:p xmlns:a="http://schemas.openxmlformats.org/drawingml/2006/main">
            <a:r>
              <a:t>needs retrieval practice</a:t>
            </a:r>
          </a:p>
          <a:p xmlns:a="http://schemas.openxmlformats.org/drawingml/2006/main">
            <a:r>
              <a:t>an authorised check is needed</a:t>
            </a:r>
          </a:p>
          <a:p xmlns:a="http://schemas.openxmlformats.org/drawingml/2006/main">
            <a:r>
              <a:t>Press a card.</a:t>
            </a:r>
          </a:p>
          <a:p xmlns:a="http://schemas.openxmlformats.org/drawingml/2006/main">
            <a:r>
              <a:t>RETRIEVE bring learned information back without a source supplying the answer</a:t>
            </a:r>
          </a:p>
          <a:p xmlns:a="http://schemas.openxmlformats.org/drawingml/2006/main">
            <a:r>
              <a:t>EVIDENCE a response that makes the learner's reasoning checkable</a:t>
            </a:r>
          </a:p>
          <a:p xmlns:a="http://schemas.openxmlformats.org/drawingml/2006/main">
            <a:r>
              <a:t>UNCERTAINTY a point that still needs an authorised check</a:t>
            </a:r>
          </a:p>
          <a:p xmlns:a="http://schemas.openxmlformats.org/drawingml/2006/main">
            <a:r>
              <a:t>Vocabulary in use</a:t>
            </a:r>
          </a:p>
          <a:p xmlns:a="http://schemas.openxmlformats.org/drawingml/2006/main">
            <a:r>
              <a:t>RETRIEVE in a Topic 2 and 3 assessment review map: bring learned information back without a source supplying the answer. Apply RETRIEVE when this anchor matters—The supplied Topic 2 and 3 headings define the review boundary; no new topic is added.—and check it beside this second anchor: A review map distinguishes knowledge that can be retrieved independently from knowledge that needs a prompt.</a:t>
            </a:r>
          </a:p>
          <a:p xmlns:a="http://schemas.openxmlformats.org/drawingml/2006/main">
            <a:r>
              <a:t>EVIDENCE in a Topic 2 and 3 assessment review map: a response that makes the learner's reasoning checkable. Apply EVIDENCE when this anchor matters—A review map distinguishes knowledge that can be retrieved independently from knowledge that needs a prompt.—and check it beside this second anchor: An approved response route can be written, selected, spoken, signed, pointed to or exactly scribed.</a:t>
            </a:r>
          </a:p>
          <a:p xmlns:a="http://schemas.openxmlformats.org/drawingml/2006/main">
            <a:r>
              <a:t>UNCERTAINTY in a Topic 2 and 3 assessment review map: a point that still needs an authorised check. Apply UNCERTAINTY when this anchor matters—An approved response route can be written, selected, spoken, signed, pointed to or exactly scribed.—and check it beside this second anchor: A missing or uncertain item stays visible for the next authorised check instead of being guessed.</a:t>
            </a:r>
          </a:p>
          <a:p xmlns:a="http://schemas.openxmlformats.org/drawingml/2006/main">
            <a:r>
              <a:t>Read one supplied review question, name the science idea it checks, retrieve the answer without opening the model, and record the response route used. Compare the response with the approved mark point only after commitment. Mark the item SECURE, RETRIEVE AGAIN or AWAITING AUTHORISED CHECK and write one precise next action. The status describes this review moment; it does not predict an assessment result.</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Organise the Topic 2 and 3 knowledge to be reviewed and plan how to show it in the supplied assessment.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 topic 2 and 3 assessment review map · worked reasoning: A missing or uncertain item stays visible for the next authorised check instead of being guessed. Link that anchor only when this second detail is relevant: The supplied Topic 2 and 3 headings define the review boundary; no new topic is added. For this a Topic 2 and 3 assessment review map decision, use pointing, selecting, signing, speaking, typing or exact-word scribing;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Review map · secure, retrieve, or uncertain?</a:t>
            </a:r>
          </a:p>
          <a:p xmlns:a="http://schemas.openxmlformats.org/drawingml/2006/main">
            <a:r>
              <a:t>Press an idea, then how you would show it without a source in front of you.</a:t>
            </a:r>
          </a:p>
          <a:p xmlns:a="http://schemas.openxmlformats.org/drawingml/2006/main">
            <a:r>
              <a:t>the order of mitosis stages</a:t>
            </a:r>
          </a:p>
          <a:p xmlns:a="http://schemas.openxmlformats.org/drawingml/2006/main">
            <a:r>
              <a:t>percentage change = (final − initial) ÷ initial × 100</a:t>
            </a:r>
          </a:p>
          <a:p xmlns:a="http://schemas.openxmlformats.org/drawingml/2006/main">
            <a:r>
              <a:t>why observed ratios differ from 3:1</a:t>
            </a:r>
          </a:p>
          <a:p xmlns:a="http://schemas.openxmlformats.org/drawingml/2006/main">
            <a:r>
              <a:t>A pairs with T, C pairs with G</a:t>
            </a:r>
          </a:p>
          <a:p xmlns:a="http://schemas.openxmlformats.org/drawingml/2006/main">
            <a:r>
              <a:t>embryonic vs adult stem cell range</a:t>
            </a:r>
          </a:p>
          <a:p xmlns:a="http://schemas.openxmlformats.org/drawingml/2006/main">
            <a:r>
              <a:t>whether a stem-cell lab result would work in patients</a:t>
            </a:r>
          </a:p>
          <a:p xmlns:a="http://schemas.openxmlformats.org/drawingml/2006/main">
            <a:r>
              <a:t>secure — I can retrieve it now</a:t>
            </a:r>
          </a:p>
          <a:p xmlns:a="http://schemas.openxmlformats.org/drawingml/2006/main">
            <a:r>
              <a:t>needs retrieval practice</a:t>
            </a:r>
          </a:p>
          <a:p xmlns:a="http://schemas.openxmlformats.org/drawingml/2006/main">
            <a:r>
              <a:t>an authorised check is needed</a:t>
            </a:r>
          </a:p>
          <a:p xmlns:a="http://schemas.openxmlformats.org/drawingml/2006/main">
            <a:r>
              <a:t>Press a card.</a:t>
            </a:r>
          </a:p>
          <a:p xmlns:a="http://schemas.openxmlformats.org/drawingml/2006/main">
            <a:r>
              <a:t>RETRIEVE bring learned information back without a source supplying the answer</a:t>
            </a:r>
          </a:p>
          <a:p xmlns:a="http://schemas.openxmlformats.org/drawingml/2006/main">
            <a:r>
              <a:t>EVIDENCE a response that makes the learner's reasoning checkable</a:t>
            </a:r>
          </a:p>
          <a:p xmlns:a="http://schemas.openxmlformats.org/drawingml/2006/main">
            <a:r>
              <a:t>UNCERTAINTY a point that still needs an authorised check</a:t>
            </a:r>
          </a:p>
          <a:p xmlns:a="http://schemas.openxmlformats.org/drawingml/2006/main">
            <a:r>
              <a:t>Vocabulary in use</a:t>
            </a:r>
          </a:p>
          <a:p xmlns:a="http://schemas.openxmlformats.org/drawingml/2006/main">
            <a:r>
              <a:t>RETRIEVE in a Topic 2 and 3 assessment review map: bring learned information back without a source supplying the answer. Apply RETRIEVE when this anchor matters—The supplied Topic 2 and 3 headings define the review boundary; no new topic is added.—and check it beside this second anchor: A review map distinguishes knowledge that can be retrieved independently from knowledge that needs a prompt.</a:t>
            </a:r>
          </a:p>
          <a:p xmlns:a="http://schemas.openxmlformats.org/drawingml/2006/main">
            <a:r>
              <a:t>EVIDENCE in a Topic 2 and 3 assessment review map: a response that makes the learner's reasoning checkable. Apply EVIDENCE when this anchor matters—A review map distinguishes knowledge that can be retrieved independently from knowledge that needs a prompt.—and check it beside this second anchor: An approved response route can be written, selected, spoken, signed, pointed to or exactly scribed.</a:t>
            </a:r>
          </a:p>
          <a:p xmlns:a="http://schemas.openxmlformats.org/drawingml/2006/main">
            <a:r>
              <a:t>UNCERTAINTY in a Topic 2 and 3 assessment review map: a point that still needs an authorised check. Apply UNCERTAINTY when this anchor matters—An approved response route can be written, selected, spoken, signed, pointed to or exactly scribed.—and check it beside this second anchor: A missing or uncertain item stays visible for the next authorised check instead of being guessed.</a:t>
            </a:r>
          </a:p>
          <a:p xmlns:a="http://schemas.openxmlformats.org/drawingml/2006/main">
            <a:r>
              <a:t>Read one supplied review question, name the science idea it checks, retrieve the answer without opening the model, and record the response route used. Compare the response with the approved mark point only after commitment. Mark the item SECURE, RETRIEVE AGAIN or AWAITING AUTHORISED CHECK and write one precise next action. The status describes this review moment; it does not predict an assessment result.</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Organise the Topic 2 and 3 knowledge to be reviewed and plan how to show it in the supplied assessment.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 topic 2 and 3 assessment review map · worked reasoning: A missing or uncertain item stays visible for the next authorised check instead of being guessed. Link that anchor only when this second detail is relevant: The supplied Topic 2 and 3 headings define the review boundary; no new topic is added. For this a Topic 2 and 3 assessment review map decision, use pointing, selecting, signing, speaking, typing or exact-word scribing;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Review map · secure, retrieve, or uncertain?</a:t>
            </a:r>
          </a:p>
          <a:p xmlns:a="http://schemas.openxmlformats.org/drawingml/2006/main">
            <a:r>
              <a:t>Press an idea, then how you would show it without a source in front of you.</a:t>
            </a:r>
          </a:p>
          <a:p xmlns:a="http://schemas.openxmlformats.org/drawingml/2006/main">
            <a:r>
              <a:t>the order of mitosis stages</a:t>
            </a:r>
          </a:p>
          <a:p xmlns:a="http://schemas.openxmlformats.org/drawingml/2006/main">
            <a:r>
              <a:t>percentage change = (final − initial) ÷ initial × 100</a:t>
            </a:r>
          </a:p>
          <a:p xmlns:a="http://schemas.openxmlformats.org/drawingml/2006/main">
            <a:r>
              <a:t>why observed ratios differ from 3:1</a:t>
            </a:r>
          </a:p>
          <a:p xmlns:a="http://schemas.openxmlformats.org/drawingml/2006/main">
            <a:r>
              <a:t>A pairs with T, C pairs with G</a:t>
            </a:r>
          </a:p>
          <a:p xmlns:a="http://schemas.openxmlformats.org/drawingml/2006/main">
            <a:r>
              <a:t>embryonic vs adult stem cell range</a:t>
            </a:r>
          </a:p>
          <a:p xmlns:a="http://schemas.openxmlformats.org/drawingml/2006/main">
            <a:r>
              <a:t>whether a stem-cell lab result would work in patients</a:t>
            </a:r>
          </a:p>
          <a:p xmlns:a="http://schemas.openxmlformats.org/drawingml/2006/main">
            <a:r>
              <a:t>secure — I can retrieve it now</a:t>
            </a:r>
          </a:p>
          <a:p xmlns:a="http://schemas.openxmlformats.org/drawingml/2006/main">
            <a:r>
              <a:t>needs retrieval practice</a:t>
            </a:r>
          </a:p>
          <a:p xmlns:a="http://schemas.openxmlformats.org/drawingml/2006/main">
            <a:r>
              <a:t>an authorised check is needed</a:t>
            </a:r>
          </a:p>
          <a:p xmlns:a="http://schemas.openxmlformats.org/drawingml/2006/main">
            <a:r>
              <a:t>Press a card.</a:t>
            </a:r>
          </a:p>
          <a:p xmlns:a="http://schemas.openxmlformats.org/drawingml/2006/main">
            <a:r>
              <a:t>RETRIEVE bring learned information back without a source supplying the answer</a:t>
            </a:r>
          </a:p>
          <a:p xmlns:a="http://schemas.openxmlformats.org/drawingml/2006/main">
            <a:r>
              <a:t>EVIDENCE a response that makes the learner's reasoning checkable</a:t>
            </a:r>
          </a:p>
          <a:p xmlns:a="http://schemas.openxmlformats.org/drawingml/2006/main">
            <a:r>
              <a:t>UNCERTAINTY a point that still needs an authorised check</a:t>
            </a:r>
          </a:p>
          <a:p xmlns:a="http://schemas.openxmlformats.org/drawingml/2006/main">
            <a:r>
              <a:t>Vocabulary in use</a:t>
            </a:r>
          </a:p>
          <a:p xmlns:a="http://schemas.openxmlformats.org/drawingml/2006/main">
            <a:r>
              <a:t>RETRIEVE in a Topic 2 and 3 assessment review map: bring learned information back without a source supplying the answer. Apply RETRIEVE when this anchor matters—The supplied Topic 2 and 3 headings define the review boundary; no new topic is added.—and check it beside this second anchor: A review map distinguishes knowledge that can be retrieved independently from knowledge that needs a prompt.</a:t>
            </a:r>
          </a:p>
          <a:p xmlns:a="http://schemas.openxmlformats.org/drawingml/2006/main">
            <a:r>
              <a:t>EVIDENCE in a Topic 2 and 3 assessment review map: a response that makes the learner's reasoning checkable. Apply EVIDENCE when this anchor matters—A review map distinguishes knowledge that can be retrieved independently from knowledge that needs a prompt.—and check it beside this second anchor: An approved response route can be written, selected, spoken, signed, pointed to or exactly scribed.</a:t>
            </a:r>
          </a:p>
          <a:p xmlns:a="http://schemas.openxmlformats.org/drawingml/2006/main">
            <a:r>
              <a:t>UNCERTAINTY in a Topic 2 and 3 assessment review map: a point that still needs an authorised check. Apply UNCERTAINTY when this anchor matters—An approved response route can be written, selected, spoken, signed, pointed to or exactly scribed.—and check it beside this second anchor: A missing or uncertain item stays visible for the next authorised check instead of being guessed.</a:t>
            </a:r>
          </a:p>
          <a:p xmlns:a="http://schemas.openxmlformats.org/drawingml/2006/main">
            <a:r>
              <a:t>Read one supplied review question, name the science idea it checks, retrieve the answer without opening the model, and record the response route used. Compare the response with the approved mark point only after commitment. Mark the item SECURE, RETRIEVE AGAIN or AWAITING AUTHORISED CHECK and write one precise next action. The status describes this review moment; it does not predict an assessment result.</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Organise the Topic 2 and 3 knowledge to be reviewed and plan how to show it in the supplied assessment.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 topic 2 and 3 assessment review map · worked reasoning: A missing or uncertain item stays visible for the next authorised check instead of being guessed. Link that anchor only when this second detail is relevant: The supplied Topic 2 and 3 headings define the review boundary; no new topic is added. For this a Topic 2 and 3 assessment review map decision, use pointing, selecting, signing, speaking, typing or exact-word scribing;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Review map · secure, retrieve, or uncertain?</a:t>
            </a:r>
          </a:p>
          <a:p xmlns:a="http://schemas.openxmlformats.org/drawingml/2006/main">
            <a:r>
              <a:t>Press an idea, then how you would show it without a source in front of you.</a:t>
            </a:r>
          </a:p>
          <a:p xmlns:a="http://schemas.openxmlformats.org/drawingml/2006/main">
            <a:r>
              <a:t>the order of mitosis stages</a:t>
            </a:r>
          </a:p>
          <a:p xmlns:a="http://schemas.openxmlformats.org/drawingml/2006/main">
            <a:r>
              <a:t>percentage change = (final − initial) ÷ initial × 100</a:t>
            </a:r>
          </a:p>
          <a:p xmlns:a="http://schemas.openxmlformats.org/drawingml/2006/main">
            <a:r>
              <a:t>why observed ratios differ from 3:1</a:t>
            </a:r>
          </a:p>
          <a:p xmlns:a="http://schemas.openxmlformats.org/drawingml/2006/main">
            <a:r>
              <a:t>A pairs with T, C pairs with G</a:t>
            </a:r>
          </a:p>
          <a:p xmlns:a="http://schemas.openxmlformats.org/drawingml/2006/main">
            <a:r>
              <a:t>embryonic vs adult stem cell range</a:t>
            </a:r>
          </a:p>
          <a:p xmlns:a="http://schemas.openxmlformats.org/drawingml/2006/main">
            <a:r>
              <a:t>whether a stem-cell lab result would work in patients</a:t>
            </a:r>
          </a:p>
          <a:p xmlns:a="http://schemas.openxmlformats.org/drawingml/2006/main">
            <a:r>
              <a:t>secure — I can retrieve it now</a:t>
            </a:r>
          </a:p>
          <a:p xmlns:a="http://schemas.openxmlformats.org/drawingml/2006/main">
            <a:r>
              <a:t>needs retrieval practice</a:t>
            </a:r>
          </a:p>
          <a:p xmlns:a="http://schemas.openxmlformats.org/drawingml/2006/main">
            <a:r>
              <a:t>an authorised check is needed</a:t>
            </a:r>
          </a:p>
          <a:p xmlns:a="http://schemas.openxmlformats.org/drawingml/2006/main">
            <a:r>
              <a:t>Press a card.</a:t>
            </a:r>
          </a:p>
          <a:p xmlns:a="http://schemas.openxmlformats.org/drawingml/2006/main">
            <a:r>
              <a:t>RETRIEVE bring learned information back without a source supplying the answer</a:t>
            </a:r>
          </a:p>
          <a:p xmlns:a="http://schemas.openxmlformats.org/drawingml/2006/main">
            <a:r>
              <a:t>EVIDENCE a response that makes the learner's reasoning checkable</a:t>
            </a:r>
          </a:p>
          <a:p xmlns:a="http://schemas.openxmlformats.org/drawingml/2006/main">
            <a:r>
              <a:t>UNCERTAINTY a point that still needs an authorised check</a:t>
            </a:r>
          </a:p>
          <a:p xmlns:a="http://schemas.openxmlformats.org/drawingml/2006/main">
            <a:r>
              <a:t>Vocabulary in use</a:t>
            </a:r>
          </a:p>
          <a:p xmlns:a="http://schemas.openxmlformats.org/drawingml/2006/main">
            <a:r>
              <a:t>RETRIEVE in a Topic 2 and 3 assessment review map: bring learned information back without a source supplying the answer. Apply RETRIEVE when this anchor matters—The supplied Topic 2 and 3 headings define the review boundary; no new topic is added.—and check it beside this second anchor: A review map distinguishes knowledge that can be retrieved independently from knowledge that needs a prompt.</a:t>
            </a:r>
          </a:p>
          <a:p xmlns:a="http://schemas.openxmlformats.org/drawingml/2006/main">
            <a:r>
              <a:t>EVIDENCE in a Topic 2 and 3 assessment review map: a response that makes the learner's reasoning checkable. Apply EVIDENCE when this anchor matters—A review map distinguishes knowledge that can be retrieved independently from knowledge that needs a prompt.—and check it beside this second anchor: An approved response route can be written, selected, spoken, signed, pointed to or exactly scribed.</a:t>
            </a:r>
          </a:p>
          <a:p xmlns:a="http://schemas.openxmlformats.org/drawingml/2006/main">
            <a:r>
              <a:t>UNCERTAINTY in a Topic 2 and 3 assessment review map: a point that still needs an authorised check. Apply UNCERTAINTY when this anchor matters—An approved response route can be written, selected, spoken, signed, pointed to or exactly scribed.—and check it beside this second anchor: A missing or uncertain item stays visible for the next authorised check instead of being guessed.</a:t>
            </a:r>
          </a:p>
          <a:p xmlns:a="http://schemas.openxmlformats.org/drawingml/2006/main">
            <a:r>
              <a:t>Read one supplied review question, name the science idea it checks, retrieve the answer without opening the model, and record the response route used. Compare the response with the approved mark point only after commitment. Mark the item SECURE, RETRIEVE AGAIN or AWAITING AUTHORISED CHECK and write one precise next action. The status describes this review moment; it does not predict an assessment result.</a:t>
            </a:r>
          </a:p>
          <a:p xmlns:a="http://schemas.openxmlformats.org/drawingml/2006/main">
            <a:r>
              <a:t>The supplied Topic 2 and 3 headings define the review boundary; no new topic is added.</a:t>
            </a:r>
          </a:p>
          <a:p xmlns:a="http://schemas.openxmlformats.org/drawingml/2006/main">
            <a:r>
              <a:t>A review map distinguishes knowledge that can be retrieved independently from knowledge that needs a prompt.</a:t>
            </a:r>
          </a:p>
          <a:p xmlns:a="http://schemas.openxmlformats.org/drawingml/2006/main">
            <a:r>
              <a:t>An approved response route can be written, selected, spoken, signed, pointed to or exactly scribed.</a:t>
            </a:r>
          </a:p>
          <a:p xmlns:a="http://schemas.openxmlformats.org/drawingml/2006/main">
            <a:r>
              <a:t>A missing or uncertain item stays visible for the next authorised check instead of being guessed.</a:t>
            </a:r>
          </a:p>
          <a:p xmlns:a="http://schemas.openxmlformats.org/drawingml/2006/main">
            <a:r>
              <a:t>Organise the Topic 2 and 3 knowledge to be reviewed and plan how to show it in the supplied assessment.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We do: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hinge decision: The supplied Topic 2 and 3 headings define the review boundary; no new topic is added. Link that anchor only when this second detail is relevant: A review map distinguishes knowledge that can be retrieved independently from knowledge that needs a prompt. For this a Topic 2 and 3 assessment review map decision, use a quiet card sort, a spoken response, a communication aid or adult handling directed by the learner;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An approved response route can be written, selected, spoken, signed, pointed to or exactly scribed. A missing or uncertain item stays visible for the next authorised check instead of being guessed.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 do 2: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second connection: A review map distinguishes knowledge that can be retrieved independently from knowledge that needs a prompt. Link that anchor only when this second detail is relevant: An approved response route can be written, selected, spoken, signed, pointed to or exactly scribed. For this a Topic 2 and 3 assessment review map decision, use a printed choice, object placement, short phrase, symbol response or learner-directed mark;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Available evidence</a:t>
            </a:r>
          </a:p>
          <a:p xmlns:a="http://schemas.openxmlformats.org/drawingml/2006/main">
            <a:r>
              <a:t>The supplied Topic 2 and 3 headings define the review boundary; no new topic is added.</a:t>
            </a:r>
          </a:p>
          <a:p xmlns:a="http://schemas.openxmlformats.org/drawingml/2006/main">
            <a:r>
              <a:t>Reasoning move</a:t>
            </a:r>
          </a:p>
          <a:p xmlns:a="http://schemas.openxmlformats.org/drawingml/2006/main">
            <a:r>
              <a:t>A review map distinguishes knowledge that can be retrieved independently from knowledge that needs a prompt.</a:t>
            </a:r>
          </a:p>
          <a:p xmlns:a="http://schemas.openxmlformats.org/drawingml/2006/main">
            <a:r>
              <a:t>Boundary or next check</a:t>
            </a:r>
          </a:p>
          <a:p xmlns:a="http://schemas.openxmlformats.org/drawingml/2006/main">
            <a:r>
              <a:t>A missing or uncertain item stays visible for the next authorised check instead of being guessed.</a:t>
            </a:r>
          </a:p>
          <a:p xmlns:a="http://schemas.openxmlformats.org/drawingml/2006/main">
            <a:r>
              <a:t>The supplied Topic 2 and 3 headings define the review boundary; no new topic is added. A missing or uncertain item stays visible for the next authorised check instead of being guessed.</a:t>
            </a:r>
          </a:p>
          <a:p xmlns:a="http://schemas.openxmlformats.org/drawingml/2006/main">
            <a:r>
              <a:t>Read one supplied review question, name the science idea it checks, retrieve the answer without opening the model, and record the response route used. Compare the response with the approved mark point only after commitment. Mark the item SECURE, RETRIEVE AGAIN or AWAITING AUTHORISED CHECK and write one precise next action. The status describes this review moment; it does not predict an assessment result. Build a Topic 2 and 3 review map from the approved headings and local question cards. For each heading, record one retrieval cue, one response route and one check that would show the idea securely. Complete two fresh retrieval attempts and keep the first response visible. Finish by selecting the first assessment section and the access arrangements that are already authorised locally; leave any unconfirmed arrangement as AWAITING AUTHORISED CHECK. The supplied Topic 2 and 3 headings define the review boundary; no new topic is added. A review map distinguishes knowledge that can be retrieved independently from knowledge that needs a prompt. An approved response route can be written, selected, spoken, signed, pointed to or exactly scribed. A missing or uncertain item stays visible for the next authorised check instead of being guessed. Match approved question cards to headings, choose a response mode and complete one retrieval frame per heading. Organise the full supplied review set, retrieve without the model first and justify the order in which sections will be attempted. Diagnose two likely confusions from the supplied set, design a discriminating retrieval check and explain why it separates the ideas. Use the approved Foundation-route materials exactly as supplied. Keep teacher models face down until the learner has committed. A supported route changes the quantity and organisation of information, not the scientific answer. An assessment plan may name an authorised reader, scribe, extra processing time or printed route only when the current local record confirms it; otherwise the arrangement remains awaiting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 do 2: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second connection: A review map distinguishes knowledge that can be retrieved independently from knowledge that needs a prompt. Link that anchor only when this second detail is relevant: An approved response route can be written, selected, spoken, signed, pointed to or exactly scribed. For this a Topic 2 and 3 assessment review map decision, use a printed choice, object placement, short phrase, symbol response or learner-directed mark;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Available evidence</a:t>
            </a:r>
          </a:p>
          <a:p xmlns:a="http://schemas.openxmlformats.org/drawingml/2006/main">
            <a:r>
              <a:t>The supplied Topic 2 and 3 headings define the review boundary; no new topic is added.</a:t>
            </a:r>
          </a:p>
          <a:p xmlns:a="http://schemas.openxmlformats.org/drawingml/2006/main">
            <a:r>
              <a:t>Reasoning move</a:t>
            </a:r>
          </a:p>
          <a:p xmlns:a="http://schemas.openxmlformats.org/drawingml/2006/main">
            <a:r>
              <a:t>A review map distinguishes knowledge that can be retrieved independently from knowledge that needs a prompt.</a:t>
            </a:r>
          </a:p>
          <a:p xmlns:a="http://schemas.openxmlformats.org/drawingml/2006/main">
            <a:r>
              <a:t>Boundary or next check</a:t>
            </a:r>
          </a:p>
          <a:p xmlns:a="http://schemas.openxmlformats.org/drawingml/2006/main">
            <a:r>
              <a:t>A missing or uncertain item stays visible for the next authorised check instead of being guessed.</a:t>
            </a:r>
          </a:p>
          <a:p xmlns:a="http://schemas.openxmlformats.org/drawingml/2006/main">
            <a:r>
              <a:t>The supplied Topic 2 and 3 headings define the review boundary; no new topic is added. A missing or uncertain item stays visible for the next authorised check instead of being guessed.</a:t>
            </a:r>
          </a:p>
          <a:p xmlns:a="http://schemas.openxmlformats.org/drawingml/2006/main">
            <a:r>
              <a:t>Read one supplied review question, name the science idea it checks, retrieve the answer without opening the model, and record the response route used. Compare the response with the approved mark point only after commitment. Mark the item SECURE, RETRIEVE AGAIN or AWAITING AUTHORISED CHECK and write one precise next action. The status describes this review moment; it does not predict an assessment result. Build a Topic 2 and 3 review map from the approved headings and local question cards. For each heading, record one retrieval cue, one response route and one check that would show the idea securely. Complete two fresh retrieval attempts and keep the first response visible. Finish by selecting the first assessment section and the access arrangements that are already authorised locally; leave any unconfirmed arrangement as AWAITING AUTHORISED CHECK. The supplied Topic 2 and 3 headings define the review boundary; no new topic is added. A review map distinguishes knowledge that can be retrieved independently from knowledge that needs a prompt. An approved response route can be written, selected, spoken, signed, pointed to or exactly scribed. A missing or uncertain item stays visible for the next authorised check instead of being guessed. Match approved question cards to headings, choose a response mode and complete one retrieval frame per heading. Organise the full supplied review set, retrieve without the model first and justify the order in which sections will be attempted. Diagnose two likely confusions from the supplied set, design a discriminating retrieval check and explain why it separates the ideas. Use the approved Foundation-route materials exactly as supplied. Keep teacher models face down until the learner has committed. A supported route changes the quantity and organisation of information, not the scientific answer. An assessment plan may name an authorised reader, scribe, extra processing time or printed route only when the current local record confirms it; otherwise the arrangement remains awaiting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guided audit: An approved response route can be written, selected, spoken, signed, pointed to or exactly scribed. Link that anchor only when this second detail is relevant: A missing or uncertain item stays visible for the next authorised check instead of being guessed. For this a Topic 2 and 3 assessment review map decision, use pointing, selecting, signing, speaking, typing or exact-word scribing;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Match approved question cards to headings, choose a response mode and complete one retrieval frame per heading.</a:t>
            </a:r>
          </a:p>
          <a:p xmlns:a="http://schemas.openxmlformats.org/drawingml/2006/main">
            <a:r>
              <a:t>▲ Standard</a:t>
            </a:r>
          </a:p>
          <a:p xmlns:a="http://schemas.openxmlformats.org/drawingml/2006/main">
            <a:r>
              <a:t>Organise the full supplied review set, retrieve without the model first and justify the order in which sections will be attempted.</a:t>
            </a:r>
          </a:p>
          <a:p xmlns:a="http://schemas.openxmlformats.org/drawingml/2006/main">
            <a:r>
              <a:t>Stretch</a:t>
            </a:r>
          </a:p>
          <a:p xmlns:a="http://schemas.openxmlformats.org/drawingml/2006/main">
            <a:r>
              <a:t>Diagnose two likely confusions from the supplied set, design a discriminating retrieval check and explain why it separates the ideas.</a:t>
            </a:r>
          </a:p>
          <a:p xmlns:a="http://schemas.openxmlformats.org/drawingml/2006/main">
            <a:r>
              <a:t>Build a Topic 2 and 3 review map from the approved headings and local question cards. For each heading, record one retrieval cue, one response route and one check that would show the idea securely. Complete two fresh retrieval attempts and keep the first response visible. Finish by selecting the first assessment section and the access arrangements that are already authorised locally; leave any unconfirmed arrangement as AWAITING AUTHORISED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guided audit: An approved response route can be written, selected, spoken, signed, pointed to or exactly scribed. Link that anchor only when this second detail is relevant: A missing or uncertain item stays visible for the next authorised check instead of being guessed. For this a Topic 2 and 3 assessment review map decision, use pointing, selecting, signing, speaking, typing or exact-word scribing;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Match approved question cards to headings, choose a response mode and complete one retrieval frame per heading.</a:t>
            </a:r>
          </a:p>
          <a:p xmlns:a="http://schemas.openxmlformats.org/drawingml/2006/main">
            <a:r>
              <a:t>▲ Standard</a:t>
            </a:r>
          </a:p>
          <a:p xmlns:a="http://schemas.openxmlformats.org/drawingml/2006/main">
            <a:r>
              <a:t>Organise the full supplied review set, retrieve without the model first and justify the order in which sections will be attempted.</a:t>
            </a:r>
          </a:p>
          <a:p xmlns:a="http://schemas.openxmlformats.org/drawingml/2006/main">
            <a:r>
              <a:t>Stretch</a:t>
            </a:r>
          </a:p>
          <a:p xmlns:a="http://schemas.openxmlformats.org/drawingml/2006/main">
            <a:r>
              <a:t>Diagnose two likely confusions from the supplied set, design a discriminating retrieval check and explain why it separates the ideas.</a:t>
            </a:r>
          </a:p>
          <a:p xmlns:a="http://schemas.openxmlformats.org/drawingml/2006/main">
            <a:r>
              <a:t>Build a Topic 2 and 3 review map from the approved headings and local question cards. For each heading, record one retrieval cue, one response route and one check that would show the idea securely. Complete two fresh retrieval attempts and keep the first response visible. Finish by selecting the first assessment section and the access arrangements that are already authorised locally; leave any unconfirmed arrangement as AWAITING AUTHORISED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independent record: A missing or uncertain item stays visible for the next authorised check instead of being guessed. Link that anchor only when this second detail is relevant: The supplied Topic 2 and 3 headings define the review boundary; no new topic is added. For this a Topic 2 and 3 assessment review map decision, use a quiet card sort, a spoken response, a communication aid or adult handling directed by the learner;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Topic 2 and 3 review map from the approved headings and local question cards. For each heading, record one retrieval cue, one response route and one check that would show the idea securely. Complete two fresh retrieval attempts and keep the first response visible. Finish by selecting the first assessment section and the access arrangements that are already authorised locally; leave any unconfirmed arrangement as AWAITING AUTHORISED CHECK.</a:t>
            </a:r>
          </a:p>
          <a:p xmlns:a="http://schemas.openxmlformats.org/drawingml/2006/main">
            <a:r>
              <a:t>◆ Supported</a:t>
            </a:r>
          </a:p>
          <a:p xmlns:a="http://schemas.openxmlformats.org/drawingml/2006/main">
            <a:r>
              <a:t>Match approved question cards to headings, choose a response mode and complete one retrieval frame per heading.</a:t>
            </a:r>
          </a:p>
          <a:p xmlns:a="http://schemas.openxmlformats.org/drawingml/2006/main">
            <a:r>
              <a:t>▲ Standard</a:t>
            </a:r>
          </a:p>
          <a:p xmlns:a="http://schemas.openxmlformats.org/drawingml/2006/main">
            <a:r>
              <a:t>Organise the full supplied review set, retrieve without the model first and justify the order in which sections will be attempted.</a:t>
            </a:r>
          </a:p>
          <a:p xmlns:a="http://schemas.openxmlformats.org/drawingml/2006/main">
            <a:r>
              <a:t>Stretch</a:t>
            </a:r>
          </a:p>
          <a:p xmlns:a="http://schemas.openxmlformats.org/drawingml/2006/main">
            <a:r>
              <a:t>Diagnose two likely confusions from the supplied set, design a discriminating retrieval check and explain why it separates the ideas.</a:t>
            </a:r>
          </a:p>
          <a:p xmlns:a="http://schemas.openxmlformats.org/drawingml/2006/main">
            <a:r>
              <a:t>Trace</a:t>
            </a:r>
          </a:p>
          <a:p xmlns:a="http://schemas.openxmlformats.org/drawingml/2006/main">
            <a:r>
              <a:t>The supplied Topic 2 and 3 headings define the review boundary; no new topic is added.</a:t>
            </a:r>
          </a:p>
          <a:p xmlns:a="http://schemas.openxmlformats.org/drawingml/2006/main">
            <a:r>
              <a:t>Demand</a:t>
            </a:r>
          </a:p>
          <a:p xmlns:a="http://schemas.openxmlformats.org/drawingml/2006/main">
            <a:r>
              <a:t>An approved response route can be written, selected, spoken, signed, pointed to or exactly scribed.</a:t>
            </a:r>
          </a:p>
          <a:p xmlns:a="http://schemas.openxmlformats.org/drawingml/2006/main">
            <a:r>
              <a:t>Truth</a:t>
            </a:r>
          </a:p>
          <a:p xmlns:a="http://schemas.openxmlformats.org/drawingml/2006/main">
            <a:r>
              <a:t>A missing or uncertain item stays visible for the next authorised check instead of being guessed.</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independent record: A missing or uncertain item stays visible for the next authorised check instead of being guessed. Link that anchor only when this second detail is relevant: The supplied Topic 2 and 3 headings define the review boundary; no new topic is added. For this a Topic 2 and 3 assessment review map decision, use a quiet card sort, a spoken response, a communication aid or adult handling directed by the learner;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Topic 2 and 3 review map from the approved headings and local question cards. For each heading, record one retrieval cue, one response route and one check that would show the idea securely. Complete two fresh retrieval attempts and keep the first response visible. Finish by selecting the first assessment section and the access arrangements that are already authorised locally; leave any unconfirmed arrangement as AWAITING AUTHORISED CHECK.</a:t>
            </a:r>
          </a:p>
          <a:p xmlns:a="http://schemas.openxmlformats.org/drawingml/2006/main">
            <a:r>
              <a:t>◆ Supported</a:t>
            </a:r>
          </a:p>
          <a:p xmlns:a="http://schemas.openxmlformats.org/drawingml/2006/main">
            <a:r>
              <a:t>Match approved question cards to headings, choose a response mode and complete one retrieval frame per heading.</a:t>
            </a:r>
          </a:p>
          <a:p xmlns:a="http://schemas.openxmlformats.org/drawingml/2006/main">
            <a:r>
              <a:t>▲ Standard</a:t>
            </a:r>
          </a:p>
          <a:p xmlns:a="http://schemas.openxmlformats.org/drawingml/2006/main">
            <a:r>
              <a:t>Organise the full supplied review set, retrieve without the model first and justify the order in which sections will be attempted.</a:t>
            </a:r>
          </a:p>
          <a:p xmlns:a="http://schemas.openxmlformats.org/drawingml/2006/main">
            <a:r>
              <a:t>Stretch</a:t>
            </a:r>
          </a:p>
          <a:p xmlns:a="http://schemas.openxmlformats.org/drawingml/2006/main">
            <a:r>
              <a:t>Diagnose two likely confusions from the supplied set, design a discriminating retrieval check and explain why it separates the ideas.</a:t>
            </a:r>
          </a:p>
          <a:p xmlns:a="http://schemas.openxmlformats.org/drawingml/2006/main">
            <a:r>
              <a:t>Trace</a:t>
            </a:r>
          </a:p>
          <a:p xmlns:a="http://schemas.openxmlformats.org/drawingml/2006/main">
            <a:r>
              <a:t>The supplied Topic 2 and 3 headings define the review boundary; no new topic is added.</a:t>
            </a:r>
          </a:p>
          <a:p xmlns:a="http://schemas.openxmlformats.org/drawingml/2006/main">
            <a:r>
              <a:t>Demand</a:t>
            </a:r>
          </a:p>
          <a:p xmlns:a="http://schemas.openxmlformats.org/drawingml/2006/main">
            <a:r>
              <a:t>An approved response route can be written, selected, spoken, signed, pointed to or exactly scribed.</a:t>
            </a:r>
          </a:p>
          <a:p xmlns:a="http://schemas.openxmlformats.org/drawingml/2006/main">
            <a:r>
              <a:t>Truth</a:t>
            </a:r>
          </a:p>
          <a:p xmlns:a="http://schemas.openxmlformats.org/drawingml/2006/main">
            <a:r>
              <a:t>A missing or uncertain item stays visible for the next authorised check instead of being guessed.</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independent record: A missing or uncertain item stays visible for the next authorised check instead of being guessed. Link that anchor only when this second detail is relevant: The supplied Topic 2 and 3 headings define the review boundary; no new topic is added. For this a Topic 2 and 3 assessment review map decision, use a quiet card sort, a spoken response, a communication aid or adult handling directed by the learner;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Topic 2 and 3 review map from the approved headings and local question cards. For each heading, record one retrieval cue, one response route and one check that would show the idea securely. Complete two fresh retrieval attempts and keep the first response visible. Finish by selecting the first assessment section and the access arrangements that are already authorised locally; leave any unconfirmed arrangement as AWAITING AUTHORISED CHECK.</a:t>
            </a:r>
          </a:p>
          <a:p xmlns:a="http://schemas.openxmlformats.org/drawingml/2006/main">
            <a:r>
              <a:t>◆ Supported</a:t>
            </a:r>
          </a:p>
          <a:p xmlns:a="http://schemas.openxmlformats.org/drawingml/2006/main">
            <a:r>
              <a:t>Match approved question cards to headings, choose a response mode and complete one retrieval frame per heading.</a:t>
            </a:r>
          </a:p>
          <a:p xmlns:a="http://schemas.openxmlformats.org/drawingml/2006/main">
            <a:r>
              <a:t>▲ Standard</a:t>
            </a:r>
          </a:p>
          <a:p xmlns:a="http://schemas.openxmlformats.org/drawingml/2006/main">
            <a:r>
              <a:t>Organise the full supplied review set, retrieve without the model first and justify the order in which sections will be attempted.</a:t>
            </a:r>
          </a:p>
          <a:p xmlns:a="http://schemas.openxmlformats.org/drawingml/2006/main">
            <a:r>
              <a:t>Stretch</a:t>
            </a:r>
          </a:p>
          <a:p xmlns:a="http://schemas.openxmlformats.org/drawingml/2006/main">
            <a:r>
              <a:t>Diagnose two likely confusions from the supplied set, design a discriminating retrieval check and explain why it separates the ideas.</a:t>
            </a:r>
          </a:p>
          <a:p xmlns:a="http://schemas.openxmlformats.org/drawingml/2006/main">
            <a:r>
              <a:t>Trace</a:t>
            </a:r>
          </a:p>
          <a:p xmlns:a="http://schemas.openxmlformats.org/drawingml/2006/main">
            <a:r>
              <a:t>The supplied Topic 2 and 3 headings define the review boundary; no new topic is added.</a:t>
            </a:r>
          </a:p>
          <a:p xmlns:a="http://schemas.openxmlformats.org/drawingml/2006/main">
            <a:r>
              <a:t>Demand</a:t>
            </a:r>
          </a:p>
          <a:p xmlns:a="http://schemas.openxmlformats.org/drawingml/2006/main">
            <a:r>
              <a:t>An approved response route can be written, selected, spoken, signed, pointed to or exactly scribed.</a:t>
            </a:r>
          </a:p>
          <a:p xmlns:a="http://schemas.openxmlformats.org/drawingml/2006/main">
            <a:r>
              <a:t>Truth</a:t>
            </a:r>
          </a:p>
          <a:p xmlns:a="http://schemas.openxmlformats.org/drawingml/2006/main">
            <a:r>
              <a:t>A missing or uncertain item stays visible for the next authorised check instead of being guessed.</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independent record: A missing or uncertain item stays visible for the next authorised check instead of being guessed. Link that anchor only when this second detail is relevant: The supplied Topic 2 and 3 headings define the review boundary; no new topic is added. For this a Topic 2 and 3 assessment review map decision, use a quiet card sort, a spoken response, a communication aid or adult handling directed by the learner;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Topic 2 and 3 review map from the approved headings and local question cards. For each heading, record one retrieval cue, one response route and one check that would show the idea securely. Complete two fresh retrieval attempts and keep the first response visible. Finish by selecting the first assessment section and the access arrangements that are already authorised locally; leave any unconfirmed arrangement as AWAITING AUTHORISED CHECK.</a:t>
            </a:r>
          </a:p>
          <a:p xmlns:a="http://schemas.openxmlformats.org/drawingml/2006/main">
            <a:r>
              <a:t>◆ Supported</a:t>
            </a:r>
          </a:p>
          <a:p xmlns:a="http://schemas.openxmlformats.org/drawingml/2006/main">
            <a:r>
              <a:t>Match approved question cards to headings, choose a response mode and complete one retrieval frame per heading.</a:t>
            </a:r>
          </a:p>
          <a:p xmlns:a="http://schemas.openxmlformats.org/drawingml/2006/main">
            <a:r>
              <a:t>▲ Standard</a:t>
            </a:r>
          </a:p>
          <a:p xmlns:a="http://schemas.openxmlformats.org/drawingml/2006/main">
            <a:r>
              <a:t>Organise the full supplied review set, retrieve without the model first and justify the order in which sections will be attempted.</a:t>
            </a:r>
          </a:p>
          <a:p xmlns:a="http://schemas.openxmlformats.org/drawingml/2006/main">
            <a:r>
              <a:t>Stretch</a:t>
            </a:r>
          </a:p>
          <a:p xmlns:a="http://schemas.openxmlformats.org/drawingml/2006/main">
            <a:r>
              <a:t>Diagnose two likely confusions from the supplied set, design a discriminating retrieval check and explain why it separates the ideas.</a:t>
            </a:r>
          </a:p>
          <a:p xmlns:a="http://schemas.openxmlformats.org/drawingml/2006/main">
            <a:r>
              <a:t>Trace</a:t>
            </a:r>
          </a:p>
          <a:p xmlns:a="http://schemas.openxmlformats.org/drawingml/2006/main">
            <a:r>
              <a:t>The supplied Topic 2 and 3 headings define the review boundary; no new topic is added.</a:t>
            </a:r>
          </a:p>
          <a:p xmlns:a="http://schemas.openxmlformats.org/drawingml/2006/main">
            <a:r>
              <a:t>Demand</a:t>
            </a:r>
          </a:p>
          <a:p xmlns:a="http://schemas.openxmlformats.org/drawingml/2006/main">
            <a:r>
              <a:t>An approved response route can be written, selected, spoken, signed, pointed to or exactly scribed.</a:t>
            </a:r>
          </a:p>
          <a:p xmlns:a="http://schemas.openxmlformats.org/drawingml/2006/main">
            <a:r>
              <a:t>Truth</a:t>
            </a:r>
          </a:p>
          <a:p xmlns:a="http://schemas.openxmlformats.org/drawingml/2006/main">
            <a:r>
              <a:t>A missing or uncertain item stays visible for the next authorised check instead of being guessed.</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SCI_L_A2_W7L1_Topics_2_3_Assessment_Introduce.html. Exit: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topic 2 and 3 assessment review map · receiving point: The supplied Topic 2 and 3 headings define the review boundary; no new topic is added. Link that anchor only when this second detail is relevant: A review map distinguishes knowledge that can be retrieved independently from knowledge that needs a prompt. For this a Topic 2 and 3 assessment review map decision, use a printed choice, object placement, short phrase, symbol response or learner-directed mark; the learner still chooses the evidence, order, comparison or action. Staff supporting a Topic 2 and 3 assessment review map may steady the named materials and read the displayed source exactly. They do not upgrade the a Topic 2 and 3 assessment review map response, fill its missing result or convert its plan into completion. If access to a Topic 2 and 3 assessment review map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Show one review heading, the retrieval response and its honest status. The adult names back exactly what is secure and what needs another check. Confirm or correct it, then retain the plan or change one next action.</a:t>
            </a:r>
          </a:p>
          <a:p xmlns:a="http://schemas.openxmlformats.org/drawingml/2006/main">
            <a:r>
              <a:t>Final check: no result, quote, date, event or pupil wording has been created to make the map look complete. The HTML stores no learner response.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SCI_L_A2_W7L1_Topics_2_3_Assessment_Introduce.html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9f38dc872b49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b96348048b4cbb" /><Relationship Type="http://schemas.openxmlformats.org/officeDocument/2006/relationships/slideLayout" Target="/ppt/slideLayouts/slideLayout1.xml" Id="Re4196a7fd56843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196a7fd56843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8fe010e9a14077" /><Relationship Type="http://schemas.openxmlformats.org/officeDocument/2006/relationships/hyperlink" Target="SCI_L_A2_W7L1_Topics_2_3_Assessment_Introduce.html" TargetMode="External" Id="R275229e900dd465b" /><Relationship Type="http://schemas.openxmlformats.org/officeDocument/2006/relationships/notesSlide" Target="/ppt/notesSlides/notesSlide1.xml" Id="R07c04a19c7ff47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31d1da38ff49d9" /><Relationship Type="http://schemas.openxmlformats.org/officeDocument/2006/relationships/notesSlide" Target="/ppt/notesSlides/notesSlide2.xml" Id="R3809ad02182942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d73b1e1ad04692" /><Relationship Type="http://schemas.openxmlformats.org/officeDocument/2006/relationships/notesSlide" Target="/ppt/notesSlides/notesSlide3.xml" Id="R7c11c4f13c6546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92c5e22d9c45a4" /><Relationship Type="http://schemas.openxmlformats.org/officeDocument/2006/relationships/notesSlide" Target="/ppt/notesSlides/notesSlide4.xml" Id="R91194351547942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bfad75d2cf4757" /><Relationship Type="http://schemas.openxmlformats.org/officeDocument/2006/relationships/notesSlide" Target="/ppt/notesSlides/notesSlide5.xml" Id="R5f6e1e49c76c4f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9c172168c64795" /><Relationship Type="http://schemas.openxmlformats.org/officeDocument/2006/relationships/image" Target="/ppt/media/image.png" Id="R11bc9609227e4ec0" /><Relationship Type="http://schemas.openxmlformats.org/officeDocument/2006/relationships/notesSlide" Target="/ppt/notesSlides/notesSlide6.xml" Id="Rd6a65f7603cf4c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4a0c77de734b4f" /><Relationship Type="http://schemas.openxmlformats.org/officeDocument/2006/relationships/notesSlide" Target="/ppt/notesSlides/notesSlide7.xml" Id="R90e6b08b1af64e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bd2f6f831b4ba2" /><Relationship Type="http://schemas.openxmlformats.org/officeDocument/2006/relationships/notesSlide" Target="/ppt/notesSlides/notesSlide8.xml" Id="Rdfaf99ed2c6e41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0279e559cb41d3" /><Relationship Type="http://schemas.openxmlformats.org/officeDocument/2006/relationships/notesSlide" Target="/ppt/notesSlides/notesSlide9.xml" Id="Rcd2c71c2f4a240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8946b5ae674ecf" /><Relationship Type="http://schemas.openxmlformats.org/officeDocument/2006/relationships/notesSlide" Target="/ppt/notesSlides/notesSlide10.xml" Id="Rd779c7b631614d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553bcfff3c44b0d" /><Relationship Type="http://schemas.openxmlformats.org/officeDocument/2006/relationships/notesSlide" Target="/ppt/notesSlides/notesSlide11.xml" Id="R244ee845ce394d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3be61bda2e4935" /><Relationship Type="http://schemas.openxmlformats.org/officeDocument/2006/relationships/notesSlide" Target="/ppt/notesSlides/notesSlide12.xml" Id="R55e8c1ea11884b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597df6d55d4c0a" /><Relationship Type="http://schemas.openxmlformats.org/officeDocument/2006/relationships/notesSlide" Target="/ppt/notesSlides/notesSlide13.xml" Id="Ra63f36c4850641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eb37fb4e07843fb" /><Relationship Type="http://schemas.openxmlformats.org/officeDocument/2006/relationships/notesSlide" Target="/ppt/notesSlides/notesSlide14.xml" Id="Ra8b42052960748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ac49cb808104e66" /><Relationship Type="http://schemas.openxmlformats.org/officeDocument/2006/relationships/notesSlide" Target="/ppt/notesSlides/notesSlide15.xml" Id="R1cf2ce32be1c4c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d568ce3f4df4680" /><Relationship Type="http://schemas.openxmlformats.org/officeDocument/2006/relationships/notesSlide" Target="/ppt/notesSlides/notesSlide16.xml" Id="R53617d4670444e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a26b0fad74b4b8b" /><Relationship Type="http://schemas.openxmlformats.org/officeDocument/2006/relationships/notesSlide" Target="/ppt/notesSlides/notesSlide17.xml" Id="R6d2edfa24415467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929c0d970ce477e" /><Relationship Type="http://schemas.openxmlformats.org/officeDocument/2006/relationships/notesSlide" Target="/ppt/notesSlides/notesSlide18.xml" Id="Rf37a70414387498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407e2b2d6ad48d5" /><Relationship Type="http://schemas.openxmlformats.org/officeDocument/2006/relationships/notesSlide" Target="/ppt/notesSlides/notesSlide19.xml" Id="R85507109e43c445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e66c203ce2a4f3b" /><Relationship Type="http://schemas.openxmlformats.org/officeDocument/2006/relationships/notesSlide" Target="/ppt/notesSlides/notesSlide20.xml" Id="R1a8e44385388456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4d62125e61c4579" /><Relationship Type="http://schemas.openxmlformats.org/officeDocument/2006/relationships/notesSlide" Target="/ppt/notesSlides/notesSlide21.xml" Id="R337cc88facf54e5d"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CC78B9C3-20C2-49D1-9D90-381EC304497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AE95A7B-1746-4410-85F2-3A2D18D82B3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96FD57DB-B925-472D-AEBB-3329BA0A9D1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81A7841B-8EB8-4195-AE91-66A0FEB9605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Topics 2 and 3 assessment review map</a:t>
            </a:r>
          </a:p>
        </p:txBody>
      </p:sp>
      <p:sp>
        <p:nvSpPr>
          <p:cNvPr id="5" name="paper panel">
            <a:extLst xmlns:a="http://schemas.openxmlformats.org/drawingml/2006/main">
              <a:ext uri="{FF2B5EF4-FFF2-40B4-BE49-F238E27FC236}">
                <a16:creationId xmlns:a16="http://schemas.microsoft.com/office/drawing/2014/main" id="{627D7607-AA5B-45B0-851B-97BE76E0403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4662402E-AD0E-473F-B95F-2C24B18D6E0C}"/>
              </a:ext>
            </a:extLst>
          </p:cNvPr>
          <p:cNvSpPr>
            <a:spLocks xmlns:a="http://schemas.openxmlformats.org/drawingml/2006/main" noGrp="1"/>
          </p:cNvSpPr>
          <p:nvPr/>
        </p:nvSpPr>
        <p:spPr>
          <a:xfrm xmlns:a="http://schemas.openxmlformats.org/drawingml/2006/main">
            <a:off x="762000" y="2181225"/>
            <a:ext cx="10382250" cy="7882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Organise the Topic 2 and 3 knowledge to be reviewed and plan how to show it in the supplied assessment.</a:t>
            </a:r>
          </a:p>
        </p:txBody>
      </p:sp>
      <p:sp>
        <p:nvSpPr>
          <p:cNvPr id="7" name="HTML link">
            <a:extLst xmlns:a="http://schemas.openxmlformats.org/drawingml/2006/main">
              <a:ext uri="{FF2B5EF4-FFF2-40B4-BE49-F238E27FC236}">
                <a16:creationId xmlns:a16="http://schemas.microsoft.com/office/drawing/2014/main" id="{FA487853-454D-4C62-8303-F2B285D91AAC}"/>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hlinkClick xmlns:r="http://schemas.openxmlformats.org/officeDocument/2006/relationships" r:id="R275229e900dd465b"/>
              </a:rPr>
              <a:t>Open the original interactive lesson</a:t>
            </a:r>
          </a:p>
        </p:txBody>
      </p:sp>
      <p:sp>
        <p:nvSpPr>
          <p:cNvPr id="8" name="time">
            <a:extLst xmlns:a="http://schemas.openxmlformats.org/drawingml/2006/main">
              <a:ext uri="{FF2B5EF4-FFF2-40B4-BE49-F238E27FC236}">
                <a16:creationId xmlns:a16="http://schemas.microsoft.com/office/drawing/2014/main" id="{7D63531E-554A-49FD-B8DA-B3F0A764908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A4A37063-274A-4A9F-A530-C56DDC578F3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21</a:t>
            </a:r>
          </a:p>
        </p:txBody>
      </p:sp>
    </p:spTree>
    <p:extLst>
      <p:ext uri="{BB962C8B-B14F-4D97-AF65-F5344CB8AC3E}">
        <p14:creationId xmlns:p14="http://schemas.microsoft.com/office/powerpoint/2010/main" val="959658982"/>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42A4D018-927A-4E52-B05D-4B3ACABBB5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4C2A05D-3357-44BD-916C-EA1329666E3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970D0369-5A43-476C-A1D4-CCFCB57D805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1E047EC5-74C5-4636-88F2-52BAD624DA6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without guessing</a:t>
            </a:r>
          </a:p>
        </p:txBody>
      </p:sp>
      <p:sp>
        <p:nvSpPr>
          <p:cNvPr id="5" name="paper panel">
            <a:extLst xmlns:a="http://schemas.openxmlformats.org/drawingml/2006/main">
              <a:ext uri="{FF2B5EF4-FFF2-40B4-BE49-F238E27FC236}">
                <a16:creationId xmlns:a16="http://schemas.microsoft.com/office/drawing/2014/main" id="{E56CF2EB-27C0-4ADE-9A4D-F952AE82327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15945D3-3A8B-4938-BD3C-554073CB25B6}"/>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supplied Topic 2 and 3 headings define the review boundary; no new topic is added.</a:t>
            </a:r>
          </a:p>
        </p:txBody>
      </p:sp>
      <p:sp>
        <p:nvSpPr>
          <p:cNvPr id="7" name="content 1">
            <a:extLst xmlns:a="http://schemas.openxmlformats.org/drawingml/2006/main">
              <a:ext uri="{FF2B5EF4-FFF2-40B4-BE49-F238E27FC236}">
                <a16:creationId xmlns:a16="http://schemas.microsoft.com/office/drawing/2014/main" id="{325CE02C-8313-44D3-B2D2-CBB456C9947B}"/>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review map distinguishes knowledge that can be retrieved independently from knowledge that needs a prompt.</a:t>
            </a:r>
          </a:p>
        </p:txBody>
      </p:sp>
      <p:sp>
        <p:nvSpPr>
          <p:cNvPr id="8" name="content 2">
            <a:extLst xmlns:a="http://schemas.openxmlformats.org/drawingml/2006/main">
              <a:ext uri="{FF2B5EF4-FFF2-40B4-BE49-F238E27FC236}">
                <a16:creationId xmlns:a16="http://schemas.microsoft.com/office/drawing/2014/main" id="{BE3C6EF6-C06D-4F51-906D-A6A5C24A13D0}"/>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An approved response route can be written, selected, spoken, signed, pointed to or exactly scribed.</a:t>
            </a:r>
          </a:p>
        </p:txBody>
      </p:sp>
      <p:sp>
        <p:nvSpPr>
          <p:cNvPr id="9" name="content 3">
            <a:extLst xmlns:a="http://schemas.openxmlformats.org/drawingml/2006/main">
              <a:ext uri="{FF2B5EF4-FFF2-40B4-BE49-F238E27FC236}">
                <a16:creationId xmlns:a16="http://schemas.microsoft.com/office/drawing/2014/main" id="{4A17322F-293F-4EE4-8467-1937BA6BB0F3}"/>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missing or uncertain item stays visible for the next authorised check instead of being guessed.</a:t>
            </a:r>
          </a:p>
        </p:txBody>
      </p:sp>
      <p:sp>
        <p:nvSpPr>
          <p:cNvPr id="10" name="time">
            <a:extLst xmlns:a="http://schemas.openxmlformats.org/drawingml/2006/main">
              <a:ext uri="{FF2B5EF4-FFF2-40B4-BE49-F238E27FC236}">
                <a16:creationId xmlns:a16="http://schemas.microsoft.com/office/drawing/2014/main" id="{A1F4AC5D-44D9-4088-BAE7-A319FBD5E0E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06418DB6-6387-464E-98BE-25BA52C0F50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21</a:t>
            </a:r>
          </a:p>
        </p:txBody>
      </p:sp>
    </p:spTree>
    <p:extLst>
      <p:ext uri="{BB962C8B-B14F-4D97-AF65-F5344CB8AC3E}">
        <p14:creationId xmlns:p14="http://schemas.microsoft.com/office/powerpoint/2010/main" val="1934887235"/>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4C7BAA2D-40A5-4E17-A25B-8A7AFC4933D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CC37019-3211-4FEF-95E8-E44568BC203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6A5F09A-8F53-4011-863E-2BF01019B56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2B8C31F1-A217-4551-B7C8-5EEA1C028B0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without guessing</a:t>
            </a:r>
          </a:p>
        </p:txBody>
      </p:sp>
      <p:sp>
        <p:nvSpPr>
          <p:cNvPr id="5" name="paper panel">
            <a:extLst xmlns:a="http://schemas.openxmlformats.org/drawingml/2006/main">
              <a:ext uri="{FF2B5EF4-FFF2-40B4-BE49-F238E27FC236}">
                <a16:creationId xmlns:a16="http://schemas.microsoft.com/office/drawing/2014/main" id="{1D9201CD-A326-407C-BA4E-3A2F3FF2674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61AD677-FA63-46C0-B437-4F50CC4A09CB}"/>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Arrival decision: The supplied Topic 2 and 3 headings define the review boundary; no new topic is added. A missing or uncertain item stays visible for the next authorised check instead of being guessed.</a:t>
            </a:r>
          </a:p>
        </p:txBody>
      </p:sp>
      <p:sp>
        <p:nvSpPr>
          <p:cNvPr id="7" name="time">
            <a:extLst xmlns:a="http://schemas.openxmlformats.org/drawingml/2006/main">
              <a:ext uri="{FF2B5EF4-FFF2-40B4-BE49-F238E27FC236}">
                <a16:creationId xmlns:a16="http://schemas.microsoft.com/office/drawing/2014/main" id="{59B8DD68-7E77-4F9C-92FB-729163F425F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8" name="number">
            <a:extLst xmlns:a="http://schemas.openxmlformats.org/drawingml/2006/main">
              <a:ext uri="{FF2B5EF4-FFF2-40B4-BE49-F238E27FC236}">
                <a16:creationId xmlns:a16="http://schemas.microsoft.com/office/drawing/2014/main" id="{3F2D29CA-8F72-44C8-8E55-EE8E4359ACB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21</a:t>
            </a:r>
          </a:p>
        </p:txBody>
      </p:sp>
    </p:spTree>
    <p:extLst>
      <p:ext uri="{BB962C8B-B14F-4D97-AF65-F5344CB8AC3E}">
        <p14:creationId xmlns:p14="http://schemas.microsoft.com/office/powerpoint/2010/main" val="152252806"/>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3764AC6F-7013-4519-929B-B9E8E177EB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2CDB8D7-5BFF-47D6-AE39-1FEFBB9C0E8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B7CAF9B2-5F67-497A-AEF7-888537AE61D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856AD958-605D-4030-94FC-53AF5B06AC0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review map show what is secure, what needs retrieval and which approved response route will show each idea?</a:t>
            </a:r>
          </a:p>
        </p:txBody>
      </p:sp>
      <p:sp>
        <p:nvSpPr>
          <p:cNvPr id="5" name="paper panel">
            <a:extLst xmlns:a="http://schemas.openxmlformats.org/drawingml/2006/main">
              <a:ext uri="{FF2B5EF4-FFF2-40B4-BE49-F238E27FC236}">
                <a16:creationId xmlns:a16="http://schemas.microsoft.com/office/drawing/2014/main" id="{F9911C5F-370F-45CE-80EC-EED4B3A8826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C8D6EF1-9C0E-439C-967A-089BDA4ED3A4}"/>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Picture first: Topics 2 and 3 plus the skills. Mark each idea honestly — the map is for you, not for a mark.</a:t>
            </a:r>
          </a:p>
        </p:txBody>
      </p:sp>
      <p:sp>
        <p:nvSpPr>
          <p:cNvPr id="7" name="content 1">
            <a:extLst xmlns:a="http://schemas.openxmlformats.org/drawingml/2006/main">
              <a:ext uri="{FF2B5EF4-FFF2-40B4-BE49-F238E27FC236}">
                <a16:creationId xmlns:a16="http://schemas.microsoft.com/office/drawing/2014/main" id="{F8378136-484A-4B30-99C0-B666A7798B0F}"/>
              </a:ext>
            </a:extLst>
          </p:cNvPr>
          <p:cNvSpPr>
            <a:spLocks xmlns:a="http://schemas.openxmlformats.org/drawingml/2006/main" noGrp="1"/>
          </p:cNvSpPr>
          <p:nvPr/>
        </p:nvSpPr>
        <p:spPr>
          <a:xfrm xmlns:a="http://schemas.openxmlformats.org/drawingml/2006/main">
            <a:off x="800100" y="2962275"/>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How can a review map show what is secure, what needs retrieval and which approved response route will show each idea? A review map distinguishes knowledge that can be retrieved independently from knowledge that needs a prompt.</a:t>
            </a:r>
          </a:p>
        </p:txBody>
      </p:sp>
      <p:sp>
        <p:nvSpPr>
          <p:cNvPr id="8" name="content 2">
            <a:extLst xmlns:a="http://schemas.openxmlformats.org/drawingml/2006/main">
              <a:ext uri="{FF2B5EF4-FFF2-40B4-BE49-F238E27FC236}">
                <a16:creationId xmlns:a16="http://schemas.microsoft.com/office/drawing/2014/main" id="{1886A7C8-9505-4902-AFFB-2E8AC0A20C65}"/>
              </a:ext>
            </a:extLst>
          </p:cNvPr>
          <p:cNvSpPr>
            <a:spLocks xmlns:a="http://schemas.openxmlformats.org/drawingml/2006/main" noGrp="1"/>
          </p:cNvSpPr>
          <p:nvPr/>
        </p:nvSpPr>
        <p:spPr>
          <a:xfrm xmlns:a="http://schemas.openxmlformats.org/drawingml/2006/main">
            <a:off x="800100" y="44196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Checking questions:</a:t>
            </a:r>
          </a:p>
        </p:txBody>
      </p:sp>
      <p:sp>
        <p:nvSpPr>
          <p:cNvPr id="9" name="content 3">
            <a:extLst xmlns:a="http://schemas.openxmlformats.org/drawingml/2006/main">
              <a:ext uri="{FF2B5EF4-FFF2-40B4-BE49-F238E27FC236}">
                <a16:creationId xmlns:a16="http://schemas.microsoft.com/office/drawing/2014/main" id="{ABA07D9E-6D8A-403F-A43F-7B3ABF4806E4}"/>
              </a:ext>
            </a:extLst>
          </p:cNvPr>
          <p:cNvSpPr>
            <a:spLocks xmlns:a="http://schemas.openxmlformats.org/drawingml/2006/main" noGrp="1"/>
          </p:cNvSpPr>
          <p:nvPr/>
        </p:nvSpPr>
        <p:spPr>
          <a:xfrm xmlns:a="http://schemas.openxmlformats.org/drawingml/2006/main">
            <a:off x="800100" y="48768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The supplied Topic 2 and 3 headings define the review boundary; no new topic is added.</a:t>
            </a:r>
          </a:p>
        </p:txBody>
      </p:sp>
      <p:sp>
        <p:nvSpPr>
          <p:cNvPr id="10" name="time">
            <a:extLst xmlns:a="http://schemas.openxmlformats.org/drawingml/2006/main">
              <a:ext uri="{FF2B5EF4-FFF2-40B4-BE49-F238E27FC236}">
                <a16:creationId xmlns:a16="http://schemas.microsoft.com/office/drawing/2014/main" id="{DB0B0112-68E1-4E1F-A7A5-2032A2E8246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1" name="number">
            <a:extLst xmlns:a="http://schemas.openxmlformats.org/drawingml/2006/main">
              <a:ext uri="{FF2B5EF4-FFF2-40B4-BE49-F238E27FC236}">
                <a16:creationId xmlns:a16="http://schemas.microsoft.com/office/drawing/2014/main" id="{259823DC-2F64-4D0C-9EAE-952E1BC509B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21</a:t>
            </a:r>
          </a:p>
        </p:txBody>
      </p:sp>
    </p:spTree>
    <p:extLst>
      <p:ext uri="{BB962C8B-B14F-4D97-AF65-F5344CB8AC3E}">
        <p14:creationId xmlns:p14="http://schemas.microsoft.com/office/powerpoint/2010/main" val="2100176909"/>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46F49817-A6F5-4B71-9030-12158254910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17D67BE-FA6E-4849-9BAB-7607A396A71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BCBAA3EB-F687-4F05-8CF1-1678E878A73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9CBD8A57-0E49-4B59-B4D7-E2E8291FEE3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review map show what is secure, what needs retrieval and which approved response route will show each idea?</a:t>
            </a:r>
          </a:p>
        </p:txBody>
      </p:sp>
      <p:sp>
        <p:nvSpPr>
          <p:cNvPr id="5" name="paper panel">
            <a:extLst xmlns:a="http://schemas.openxmlformats.org/drawingml/2006/main">
              <a:ext uri="{FF2B5EF4-FFF2-40B4-BE49-F238E27FC236}">
                <a16:creationId xmlns:a16="http://schemas.microsoft.com/office/drawing/2014/main" id="{FC6C6DC7-CCA1-4803-9A71-D1E798845AA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4DA6B9E-8025-4A1D-97F7-42ED2CEE5781}"/>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review map distinguishes knowledge that can be retrieved independently from knowledge that needs a prompt.</a:t>
            </a:r>
          </a:p>
        </p:txBody>
      </p:sp>
      <p:sp>
        <p:nvSpPr>
          <p:cNvPr id="7" name="content 1">
            <a:extLst xmlns:a="http://schemas.openxmlformats.org/drawingml/2006/main">
              <a:ext uri="{FF2B5EF4-FFF2-40B4-BE49-F238E27FC236}">
                <a16:creationId xmlns:a16="http://schemas.microsoft.com/office/drawing/2014/main" id="{BE067400-E9DA-4148-874B-94A07C0FF85B}"/>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An approved response route can be written, selected, spoken, signed, pointed to or exactly scribed.</a:t>
            </a:r>
          </a:p>
        </p:txBody>
      </p:sp>
      <p:sp>
        <p:nvSpPr>
          <p:cNvPr id="8" name="content 2">
            <a:extLst xmlns:a="http://schemas.openxmlformats.org/drawingml/2006/main">
              <a:ext uri="{FF2B5EF4-FFF2-40B4-BE49-F238E27FC236}">
                <a16:creationId xmlns:a16="http://schemas.microsoft.com/office/drawing/2014/main" id="{A273947B-0D92-423D-A249-932D59892995}"/>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missing or uncertain item stays visible for the next authorised check instead of being guessed.</a:t>
            </a:r>
          </a:p>
        </p:txBody>
      </p:sp>
      <p:sp>
        <p:nvSpPr>
          <p:cNvPr id="9" name="time">
            <a:extLst xmlns:a="http://schemas.openxmlformats.org/drawingml/2006/main">
              <a:ext uri="{FF2B5EF4-FFF2-40B4-BE49-F238E27FC236}">
                <a16:creationId xmlns:a16="http://schemas.microsoft.com/office/drawing/2014/main" id="{AE2B8FD5-CBD5-4FCC-A208-3748044B86F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0" name="number">
            <a:extLst xmlns:a="http://schemas.openxmlformats.org/drawingml/2006/main">
              <a:ext uri="{FF2B5EF4-FFF2-40B4-BE49-F238E27FC236}">
                <a16:creationId xmlns:a16="http://schemas.microsoft.com/office/drawing/2014/main" id="{177C43A2-4E9C-4215-94F4-2FF761F83F2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21</a:t>
            </a:r>
          </a:p>
        </p:txBody>
      </p:sp>
    </p:spTree>
    <p:extLst>
      <p:ext uri="{BB962C8B-B14F-4D97-AF65-F5344CB8AC3E}">
        <p14:creationId xmlns:p14="http://schemas.microsoft.com/office/powerpoint/2010/main" val="2135748373"/>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97D29E46-0660-4F66-BA32-921AEC23125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719C818-8A9A-4952-B0A0-1CE09B923DF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BA86BE38-BC6C-4199-A049-D52B1293A7D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DC07CA69-2586-41E3-A3FE-D9551396AB1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review map show what is secure, what needs retrieval and which approved response route will show each idea?</a:t>
            </a:r>
          </a:p>
        </p:txBody>
      </p:sp>
      <p:sp>
        <p:nvSpPr>
          <p:cNvPr id="5" name="paper panel">
            <a:extLst xmlns:a="http://schemas.openxmlformats.org/drawingml/2006/main">
              <a:ext uri="{FF2B5EF4-FFF2-40B4-BE49-F238E27FC236}">
                <a16:creationId xmlns:a16="http://schemas.microsoft.com/office/drawing/2014/main" id="{E142E6A0-8959-4191-B357-455469BCA98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1bc9609227e4ec0"/>
          <a:stretch xmlns:a="http://schemas.openxmlformats.org/drawingml/2006/main"/>
        </p:blipFill>
        <p:spPr>
          <a:xfrm xmlns:a="http://schemas.openxmlformats.org/drawingml/2006/main">
            <a:off x="1990224" y="2181225"/>
            <a:ext cx="8211553"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39C3F72C-B559-4B42-8749-787B38720DC8}"/>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Topics 2 and 3 review map</a:t>
            </a:r>
          </a:p>
        </p:txBody>
      </p:sp>
      <p:sp>
        <p:nvSpPr>
          <p:cNvPr id="8" name="time">
            <a:extLst xmlns:a="http://schemas.openxmlformats.org/drawingml/2006/main">
              <a:ext uri="{FF2B5EF4-FFF2-40B4-BE49-F238E27FC236}">
                <a16:creationId xmlns:a16="http://schemas.microsoft.com/office/drawing/2014/main" id="{EDE56085-C123-4287-8D76-C4D2BE432FF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7440B617-DDC9-4D86-BD3E-78206FA3FF6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21</a:t>
            </a:r>
          </a:p>
        </p:txBody>
      </p:sp>
    </p:spTree>
    <p:extLst>
      <p:ext uri="{BB962C8B-B14F-4D97-AF65-F5344CB8AC3E}">
        <p14:creationId xmlns:p14="http://schemas.microsoft.com/office/powerpoint/2010/main" val="22976262"/>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83B5F6E6-A729-4DA7-9E1E-D433ECD2084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4752B4D-00CF-461E-B5C0-58E75AAC480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21CB87DF-C2DE-4299-A607-1280C8AD90E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7BB176D8-61F0-451B-BD24-DB0514484F2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topic 2 and 3 assessment review map</a:t>
            </a:r>
          </a:p>
        </p:txBody>
      </p:sp>
      <p:sp>
        <p:nvSpPr>
          <p:cNvPr id="5" name="paper panel">
            <a:extLst xmlns:a="http://schemas.openxmlformats.org/drawingml/2006/main">
              <a:ext uri="{FF2B5EF4-FFF2-40B4-BE49-F238E27FC236}">
                <a16:creationId xmlns:a16="http://schemas.microsoft.com/office/drawing/2014/main" id="{72B8A791-4BF3-4BAB-BE2F-7B0005CDD5D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988D4F4-0BC2-4840-BD5E-3A3AA42736D9}"/>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Review map · secure, retrieve, or uncertain?</a:t>
            </a:r>
          </a:p>
        </p:txBody>
      </p:sp>
      <p:sp>
        <p:nvSpPr>
          <p:cNvPr id="7" name="content 1">
            <a:extLst xmlns:a="http://schemas.openxmlformats.org/drawingml/2006/main">
              <a:ext uri="{FF2B5EF4-FFF2-40B4-BE49-F238E27FC236}">
                <a16:creationId xmlns:a16="http://schemas.microsoft.com/office/drawing/2014/main" id="{A38E7AA4-32DC-43B1-A938-C3D75C607E24}"/>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an idea, then how you would show it without a source in front of you.</a:t>
            </a:r>
          </a:p>
        </p:txBody>
      </p:sp>
      <p:sp>
        <p:nvSpPr>
          <p:cNvPr id="8" name="time">
            <a:extLst xmlns:a="http://schemas.openxmlformats.org/drawingml/2006/main">
              <a:ext uri="{FF2B5EF4-FFF2-40B4-BE49-F238E27FC236}">
                <a16:creationId xmlns:a16="http://schemas.microsoft.com/office/drawing/2014/main" id="{B7E21BF9-7D42-4913-81C2-5FBFCB5BD22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56444A6B-78AF-461A-983A-0A54B62A9CE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21</a:t>
            </a:r>
          </a:p>
        </p:txBody>
      </p:sp>
    </p:spTree>
    <p:extLst>
      <p:ext uri="{BB962C8B-B14F-4D97-AF65-F5344CB8AC3E}">
        <p14:creationId xmlns:p14="http://schemas.microsoft.com/office/powerpoint/2010/main" val="1755139628"/>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670FE241-F09A-4907-AE43-4166BEC3527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7DD6FF2-B637-46BD-9CA0-3DD21DF155C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2B1B40D-6920-43B3-A5B3-BBAE0864D1A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87CF61FD-B86F-4CF0-82DB-37A7CFB11C2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topic 2 and 3 assessment review map</a:t>
            </a:r>
          </a:p>
        </p:txBody>
      </p:sp>
      <p:sp>
        <p:nvSpPr>
          <p:cNvPr id="5" name="paper panel">
            <a:extLst xmlns:a="http://schemas.openxmlformats.org/drawingml/2006/main">
              <a:ext uri="{FF2B5EF4-FFF2-40B4-BE49-F238E27FC236}">
                <a16:creationId xmlns:a16="http://schemas.microsoft.com/office/drawing/2014/main" id="{7B92B8C5-4F66-4A00-AE6D-5409F77DD0D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215C119-019B-4D70-992E-DFC635517C17}"/>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the order of mitosis stages</a:t>
            </a:r>
          </a:p>
        </p:txBody>
      </p:sp>
      <p:sp>
        <p:nvSpPr>
          <p:cNvPr id="7" name="content 1">
            <a:extLst xmlns:a="http://schemas.openxmlformats.org/drawingml/2006/main">
              <a:ext uri="{FF2B5EF4-FFF2-40B4-BE49-F238E27FC236}">
                <a16:creationId xmlns:a16="http://schemas.microsoft.com/office/drawing/2014/main" id="{B1D53A07-7FD6-4594-8033-3B3B81221DCD}"/>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percentage change = (final − initial) ÷ initial × 100</a:t>
            </a:r>
          </a:p>
        </p:txBody>
      </p:sp>
      <p:sp>
        <p:nvSpPr>
          <p:cNvPr id="8" name="content 2">
            <a:extLst xmlns:a="http://schemas.openxmlformats.org/drawingml/2006/main">
              <a:ext uri="{FF2B5EF4-FFF2-40B4-BE49-F238E27FC236}">
                <a16:creationId xmlns:a16="http://schemas.microsoft.com/office/drawing/2014/main" id="{E16CE681-42BA-462D-8927-3CD603FE4240}"/>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why observed ratios differ from 3:1</a:t>
            </a:r>
          </a:p>
        </p:txBody>
      </p:sp>
      <p:sp>
        <p:nvSpPr>
          <p:cNvPr id="9" name="content 3">
            <a:extLst xmlns:a="http://schemas.openxmlformats.org/drawingml/2006/main">
              <a:ext uri="{FF2B5EF4-FFF2-40B4-BE49-F238E27FC236}">
                <a16:creationId xmlns:a16="http://schemas.microsoft.com/office/drawing/2014/main" id="{B0EF6476-4AE8-479D-9BCE-E441902BED6C}"/>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A pairs with T, C pairs with G</a:t>
            </a:r>
          </a:p>
        </p:txBody>
      </p:sp>
      <p:sp>
        <p:nvSpPr>
          <p:cNvPr id="10" name="content 4">
            <a:extLst xmlns:a="http://schemas.openxmlformats.org/drawingml/2006/main">
              <a:ext uri="{FF2B5EF4-FFF2-40B4-BE49-F238E27FC236}">
                <a16:creationId xmlns:a16="http://schemas.microsoft.com/office/drawing/2014/main" id="{7C2623FB-0448-4844-9FFD-2E00BDD617B9}"/>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 embryonic vs adult stem cell range</a:t>
            </a:r>
          </a:p>
        </p:txBody>
      </p:sp>
      <p:sp>
        <p:nvSpPr>
          <p:cNvPr id="11" name="content 5">
            <a:extLst xmlns:a="http://schemas.openxmlformats.org/drawingml/2006/main">
              <a:ext uri="{FF2B5EF4-FFF2-40B4-BE49-F238E27FC236}">
                <a16:creationId xmlns:a16="http://schemas.microsoft.com/office/drawing/2014/main" id="{BA520160-CAE0-4008-ABEA-3BD2A68F5AA6}"/>
              </a:ext>
            </a:extLst>
          </p:cNvPr>
          <p:cNvSpPr>
            <a:spLocks xmlns:a="http://schemas.openxmlformats.org/drawingml/2006/main" noGrp="1"/>
          </p:cNvSpPr>
          <p:nvPr/>
        </p:nvSpPr>
        <p:spPr>
          <a:xfrm xmlns:a="http://schemas.openxmlformats.org/drawingml/2006/main">
            <a:off x="800100" y="4457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 whether a stem-cell lab result would work in patients</a:t>
            </a:r>
          </a:p>
        </p:txBody>
      </p:sp>
      <p:sp>
        <p:nvSpPr>
          <p:cNvPr id="12" name="content 6">
            <a:extLst xmlns:a="http://schemas.openxmlformats.org/drawingml/2006/main">
              <a:ext uri="{FF2B5EF4-FFF2-40B4-BE49-F238E27FC236}">
                <a16:creationId xmlns:a16="http://schemas.microsoft.com/office/drawing/2014/main" id="{37F7CAA3-B37C-4346-8BDF-075934AE9E1A}"/>
              </a:ext>
            </a:extLst>
          </p:cNvPr>
          <p:cNvSpPr>
            <a:spLocks xmlns:a="http://schemas.openxmlformats.org/drawingml/2006/main" noGrp="1"/>
          </p:cNvSpPr>
          <p:nvPr/>
        </p:nvSpPr>
        <p:spPr>
          <a:xfrm xmlns:a="http://schemas.openxmlformats.org/drawingml/2006/main">
            <a:off x="800100" y="4914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 secure — I can retrieve it now</a:t>
            </a:r>
          </a:p>
        </p:txBody>
      </p:sp>
      <p:sp>
        <p:nvSpPr>
          <p:cNvPr id="13" name="content 7">
            <a:extLst xmlns:a="http://schemas.openxmlformats.org/drawingml/2006/main">
              <a:ext uri="{FF2B5EF4-FFF2-40B4-BE49-F238E27FC236}">
                <a16:creationId xmlns:a16="http://schemas.microsoft.com/office/drawing/2014/main" id="{9CB9F81F-FD1D-46FA-99F0-D2F9069F695F}"/>
              </a:ext>
            </a:extLst>
          </p:cNvPr>
          <p:cNvSpPr>
            <a:spLocks xmlns:a="http://schemas.openxmlformats.org/drawingml/2006/main" noGrp="1"/>
          </p:cNvSpPr>
          <p:nvPr/>
        </p:nvSpPr>
        <p:spPr>
          <a:xfrm xmlns:a="http://schemas.openxmlformats.org/drawingml/2006/main">
            <a:off x="800100" y="5372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 needs retrieval practice</a:t>
            </a:r>
          </a:p>
        </p:txBody>
      </p:sp>
      <p:sp>
        <p:nvSpPr>
          <p:cNvPr id="14" name="time">
            <a:extLst xmlns:a="http://schemas.openxmlformats.org/drawingml/2006/main">
              <a:ext uri="{FF2B5EF4-FFF2-40B4-BE49-F238E27FC236}">
                <a16:creationId xmlns:a16="http://schemas.microsoft.com/office/drawing/2014/main" id="{CCBEE589-B421-40E4-B92F-230F962D774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5" name="number">
            <a:extLst xmlns:a="http://schemas.openxmlformats.org/drawingml/2006/main">
              <a:ext uri="{FF2B5EF4-FFF2-40B4-BE49-F238E27FC236}">
                <a16:creationId xmlns:a16="http://schemas.microsoft.com/office/drawing/2014/main" id="{815EC5A2-2448-4C62-8E5F-3B71E2DAD44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21</a:t>
            </a:r>
          </a:p>
        </p:txBody>
      </p:sp>
    </p:spTree>
    <p:extLst>
      <p:ext uri="{BB962C8B-B14F-4D97-AF65-F5344CB8AC3E}">
        <p14:creationId xmlns:p14="http://schemas.microsoft.com/office/powerpoint/2010/main" val="2007812155"/>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DC5422CC-33F2-4761-BC21-DAA21FF732C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AFC0261-E9D3-4028-8458-2768E937515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FB94F82E-401E-4407-AC84-EB95790CDEA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C0B3C135-9848-43D1-9771-9BF2C4D0216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topic 2 and 3 assessment review map</a:t>
            </a:r>
          </a:p>
        </p:txBody>
      </p:sp>
      <p:sp>
        <p:nvSpPr>
          <p:cNvPr id="5" name="paper panel">
            <a:extLst xmlns:a="http://schemas.openxmlformats.org/drawingml/2006/main">
              <a:ext uri="{FF2B5EF4-FFF2-40B4-BE49-F238E27FC236}">
                <a16:creationId xmlns:a16="http://schemas.microsoft.com/office/drawing/2014/main" id="{5719F2B3-A2A8-4135-B0AD-EEA68BFF637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A812F2C-05F6-4542-B870-41D99BDCF65A}"/>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 an authorised check is needed</a:t>
            </a:r>
          </a:p>
        </p:txBody>
      </p:sp>
      <p:sp>
        <p:nvSpPr>
          <p:cNvPr id="7" name="content 1">
            <a:extLst xmlns:a="http://schemas.openxmlformats.org/drawingml/2006/main">
              <a:ext uri="{FF2B5EF4-FFF2-40B4-BE49-F238E27FC236}">
                <a16:creationId xmlns:a16="http://schemas.microsoft.com/office/drawing/2014/main" id="{29C3E286-9C20-4942-8EFF-8F293AE3AA59}"/>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RETRIEVE bring learned information back without a source supplying the answer</a:t>
            </a:r>
          </a:p>
        </p:txBody>
      </p:sp>
      <p:sp>
        <p:nvSpPr>
          <p:cNvPr id="8" name="content 2">
            <a:extLst xmlns:a="http://schemas.openxmlformats.org/drawingml/2006/main">
              <a:ext uri="{FF2B5EF4-FFF2-40B4-BE49-F238E27FC236}">
                <a16:creationId xmlns:a16="http://schemas.microsoft.com/office/drawing/2014/main" id="{4C986DE5-49F8-406D-874F-EDFA5E4A33EF}"/>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EVIDENCE a response that makes the learner's reasoning checkable</a:t>
            </a:r>
          </a:p>
        </p:txBody>
      </p:sp>
      <p:sp>
        <p:nvSpPr>
          <p:cNvPr id="9" name="content 3">
            <a:extLst xmlns:a="http://schemas.openxmlformats.org/drawingml/2006/main">
              <a:ext uri="{FF2B5EF4-FFF2-40B4-BE49-F238E27FC236}">
                <a16:creationId xmlns:a16="http://schemas.microsoft.com/office/drawing/2014/main" id="{ABF1FEAA-C8F7-4009-93F6-81A0AA0B3F7E}"/>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UNCERTAINTY a point that still needs an authorised check</a:t>
            </a:r>
          </a:p>
        </p:txBody>
      </p:sp>
      <p:sp>
        <p:nvSpPr>
          <p:cNvPr id="10" name="time">
            <a:extLst xmlns:a="http://schemas.openxmlformats.org/drawingml/2006/main">
              <a:ext uri="{FF2B5EF4-FFF2-40B4-BE49-F238E27FC236}">
                <a16:creationId xmlns:a16="http://schemas.microsoft.com/office/drawing/2014/main" id="{60641082-1D11-48E0-AA69-E823AB45CB1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1" name="number">
            <a:extLst xmlns:a="http://schemas.openxmlformats.org/drawingml/2006/main">
              <a:ext uri="{FF2B5EF4-FFF2-40B4-BE49-F238E27FC236}">
                <a16:creationId xmlns:a16="http://schemas.microsoft.com/office/drawing/2014/main" id="{3D4DC966-CAB3-4294-8897-FEBC2419018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21</a:t>
            </a:r>
          </a:p>
        </p:txBody>
      </p:sp>
    </p:spTree>
    <p:extLst>
      <p:ext uri="{BB962C8B-B14F-4D97-AF65-F5344CB8AC3E}">
        <p14:creationId xmlns:p14="http://schemas.microsoft.com/office/powerpoint/2010/main" val="657701231"/>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233B59CE-F4B6-4DD1-95E5-B544B0109AE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D56C0BD-9595-4C5D-BB35-4BC413E9313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C70961EB-E899-413B-9B69-CA8DBA632D4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5611C887-914F-4962-9EBA-AFEFF2C2794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topic 2 and 3 assessment review map</a:t>
            </a:r>
          </a:p>
        </p:txBody>
      </p:sp>
      <p:sp>
        <p:nvSpPr>
          <p:cNvPr id="5" name="paper panel">
            <a:extLst xmlns:a="http://schemas.openxmlformats.org/drawingml/2006/main">
              <a:ext uri="{FF2B5EF4-FFF2-40B4-BE49-F238E27FC236}">
                <a16:creationId xmlns:a16="http://schemas.microsoft.com/office/drawing/2014/main" id="{7ECE0882-CE45-4B40-BD13-E436180F0E7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DCBAED8-25C4-4640-8F6D-53E824391797}"/>
              </a:ext>
            </a:extLst>
          </p:cNvPr>
          <p:cNvSpPr>
            <a:spLocks xmlns:a="http://schemas.openxmlformats.org/drawingml/2006/main" noGrp="1"/>
          </p:cNvSpPr>
          <p:nvPr/>
        </p:nvSpPr>
        <p:spPr>
          <a:xfrm xmlns:a="http://schemas.openxmlformats.org/drawingml/2006/main">
            <a:off x="800100" y="2171700"/>
            <a:ext cx="105918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Read one supplied review question, name the science idea it checks, retrieve the answer without opening the model, and record the response route used. Compare the response with the approved mark point only after commitment. Mark the item SECURE, RETRIEVE AGAIN or AWAITING AUTHORISED CHECK and write one precise next action. The status describes this review moment; it does not predict an assessment result.</a:t>
            </a:r>
          </a:p>
        </p:txBody>
      </p:sp>
      <p:sp>
        <p:nvSpPr>
          <p:cNvPr id="7" name="content 1">
            <a:extLst xmlns:a="http://schemas.openxmlformats.org/drawingml/2006/main">
              <a:ext uri="{FF2B5EF4-FFF2-40B4-BE49-F238E27FC236}">
                <a16:creationId xmlns:a16="http://schemas.microsoft.com/office/drawing/2014/main" id="{75E4DC96-6AD3-4E82-8A2B-AC7A4EF924C0}"/>
              </a:ext>
            </a:extLst>
          </p:cNvPr>
          <p:cNvSpPr>
            <a:spLocks xmlns:a="http://schemas.openxmlformats.org/drawingml/2006/main" noGrp="1"/>
          </p:cNvSpPr>
          <p:nvPr/>
        </p:nvSpPr>
        <p:spPr>
          <a:xfrm xmlns:a="http://schemas.openxmlformats.org/drawingml/2006/main">
            <a:off x="800100" y="42957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The supplied Topic 2 and 3 headings define the review boundary; no new topic is added.</a:t>
            </a:r>
          </a:p>
        </p:txBody>
      </p:sp>
      <p:sp>
        <p:nvSpPr>
          <p:cNvPr id="8" name="content 2">
            <a:extLst xmlns:a="http://schemas.openxmlformats.org/drawingml/2006/main">
              <a:ext uri="{FF2B5EF4-FFF2-40B4-BE49-F238E27FC236}">
                <a16:creationId xmlns:a16="http://schemas.microsoft.com/office/drawing/2014/main" id="{4296B5F5-6E76-4C64-A44E-FFE33D0C744E}"/>
              </a:ext>
            </a:extLst>
          </p:cNvPr>
          <p:cNvSpPr>
            <a:spLocks xmlns:a="http://schemas.openxmlformats.org/drawingml/2006/main" noGrp="1"/>
          </p:cNvSpPr>
          <p:nvPr/>
        </p:nvSpPr>
        <p:spPr>
          <a:xfrm xmlns:a="http://schemas.openxmlformats.org/drawingml/2006/main">
            <a:off x="800100" y="50863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review map distinguishes knowledge that can be retrieved independently from knowledge that needs a prompt.</a:t>
            </a:r>
          </a:p>
        </p:txBody>
      </p:sp>
      <p:sp>
        <p:nvSpPr>
          <p:cNvPr id="9" name="time">
            <a:extLst xmlns:a="http://schemas.openxmlformats.org/drawingml/2006/main">
              <a:ext uri="{FF2B5EF4-FFF2-40B4-BE49-F238E27FC236}">
                <a16:creationId xmlns:a16="http://schemas.microsoft.com/office/drawing/2014/main" id="{F5E7F762-2969-4A99-99D5-B77FECA1678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0" name="number">
            <a:extLst xmlns:a="http://schemas.openxmlformats.org/drawingml/2006/main">
              <a:ext uri="{FF2B5EF4-FFF2-40B4-BE49-F238E27FC236}">
                <a16:creationId xmlns:a16="http://schemas.microsoft.com/office/drawing/2014/main" id="{198450E1-87F5-44EB-A31B-E360476FD4D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21</a:t>
            </a:r>
          </a:p>
        </p:txBody>
      </p:sp>
    </p:spTree>
    <p:extLst>
      <p:ext uri="{BB962C8B-B14F-4D97-AF65-F5344CB8AC3E}">
        <p14:creationId xmlns:p14="http://schemas.microsoft.com/office/powerpoint/2010/main" val="298539394"/>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C9F3C8D6-59EE-46A6-B453-CABA40FB925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6A16512-D520-4133-A1BB-AEBF3B1A0E7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21E966ED-3A17-408F-8089-A3201963266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79D72C32-81F0-46F1-BDB2-E479E2DF176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topic 2 and 3 assessment review map</a:t>
            </a:r>
          </a:p>
        </p:txBody>
      </p:sp>
      <p:sp>
        <p:nvSpPr>
          <p:cNvPr id="5" name="paper panel">
            <a:extLst xmlns:a="http://schemas.openxmlformats.org/drawingml/2006/main">
              <a:ext uri="{FF2B5EF4-FFF2-40B4-BE49-F238E27FC236}">
                <a16:creationId xmlns:a16="http://schemas.microsoft.com/office/drawing/2014/main" id="{5B38EBF4-E5BB-4CC0-A76A-B236BA00D2D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D3E0D5D-C494-49C0-8C04-DA9B1E41240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An approved response route can be written, selected, spoken, signed, pointed to or exactly scribed.</a:t>
            </a:r>
          </a:p>
        </p:txBody>
      </p:sp>
      <p:sp>
        <p:nvSpPr>
          <p:cNvPr id="7" name="content 1">
            <a:extLst xmlns:a="http://schemas.openxmlformats.org/drawingml/2006/main">
              <a:ext uri="{FF2B5EF4-FFF2-40B4-BE49-F238E27FC236}">
                <a16:creationId xmlns:a16="http://schemas.microsoft.com/office/drawing/2014/main" id="{CEA3884A-27FF-4FAB-9611-00CD378BEC15}"/>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missing or uncertain item stays visible for the next authorised check instead of being guessed.</a:t>
            </a:r>
          </a:p>
        </p:txBody>
      </p:sp>
      <p:sp>
        <p:nvSpPr>
          <p:cNvPr id="8" name="content 2">
            <a:extLst xmlns:a="http://schemas.openxmlformats.org/drawingml/2006/main">
              <a:ext uri="{FF2B5EF4-FFF2-40B4-BE49-F238E27FC236}">
                <a16:creationId xmlns:a16="http://schemas.microsoft.com/office/drawing/2014/main" id="{A68A1886-02F8-4D90-8385-30B72E08A57E}"/>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Organise the Topic 2 and 3 knowledge to be reviewed and plan how to show it in the supplied assessment.</a:t>
            </a:r>
          </a:p>
        </p:txBody>
      </p:sp>
      <p:sp>
        <p:nvSpPr>
          <p:cNvPr id="9" name="time">
            <a:extLst xmlns:a="http://schemas.openxmlformats.org/drawingml/2006/main">
              <a:ext uri="{FF2B5EF4-FFF2-40B4-BE49-F238E27FC236}">
                <a16:creationId xmlns:a16="http://schemas.microsoft.com/office/drawing/2014/main" id="{A871178C-7C5F-4EE0-9C64-112276228A7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0" name="number">
            <a:extLst xmlns:a="http://schemas.openxmlformats.org/drawingml/2006/main">
              <a:ext uri="{FF2B5EF4-FFF2-40B4-BE49-F238E27FC236}">
                <a16:creationId xmlns:a16="http://schemas.microsoft.com/office/drawing/2014/main" id="{4B0F7151-44D3-4EEC-B5CA-A100EA2F116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21</a:t>
            </a:r>
          </a:p>
        </p:txBody>
      </p:sp>
    </p:spTree>
    <p:extLst>
      <p:ext uri="{BB962C8B-B14F-4D97-AF65-F5344CB8AC3E}">
        <p14:creationId xmlns:p14="http://schemas.microsoft.com/office/powerpoint/2010/main" val="160522878"/>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4B04625E-8714-4279-B69C-7EBC7208470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73D0710-0618-4EBF-90DA-A4C798C7C1C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81D97C0D-5FEB-4DD7-9355-881C3F812C8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5CB9709C-A89A-45B3-A8AD-F1CF3F3E020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review map show what is secure, what needs retrieval and which approved response route will show each idea?</a:t>
            </a:r>
          </a:p>
        </p:txBody>
      </p:sp>
      <p:sp>
        <p:nvSpPr>
          <p:cNvPr id="5" name="paper panel">
            <a:extLst xmlns:a="http://schemas.openxmlformats.org/drawingml/2006/main">
              <a:ext uri="{FF2B5EF4-FFF2-40B4-BE49-F238E27FC236}">
                <a16:creationId xmlns:a16="http://schemas.microsoft.com/office/drawing/2014/main" id="{0D04B55A-D101-46BC-9846-C9F5FDF7F58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3C678EE-F511-4559-8497-7690E3839BA8}"/>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An approved response route can be written, selected, spoken, signed, pointed to or exactly scribed. A missing or uncertain item stays visible for the next authorised check instead of being guessed.</a:t>
            </a:r>
          </a:p>
        </p:txBody>
      </p:sp>
      <p:sp>
        <p:nvSpPr>
          <p:cNvPr id="7" name="time">
            <a:extLst xmlns:a="http://schemas.openxmlformats.org/drawingml/2006/main">
              <a:ext uri="{FF2B5EF4-FFF2-40B4-BE49-F238E27FC236}">
                <a16:creationId xmlns:a16="http://schemas.microsoft.com/office/drawing/2014/main" id="{973143BC-F48E-4AD6-9269-986253F6A95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8" name="number">
            <a:extLst xmlns:a="http://schemas.openxmlformats.org/drawingml/2006/main">
              <a:ext uri="{FF2B5EF4-FFF2-40B4-BE49-F238E27FC236}">
                <a16:creationId xmlns:a16="http://schemas.microsoft.com/office/drawing/2014/main" id="{706E13F9-6FAB-459D-B73E-883C81247E2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21</a:t>
            </a:r>
          </a:p>
        </p:txBody>
      </p:sp>
    </p:spTree>
    <p:extLst>
      <p:ext uri="{BB962C8B-B14F-4D97-AF65-F5344CB8AC3E}">
        <p14:creationId xmlns:p14="http://schemas.microsoft.com/office/powerpoint/2010/main" val="143930913"/>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9469190F-3625-4747-ADD7-B3CF6988410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306E936-CD2E-44FC-8A62-AB6FA2FDE3D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5DC2DE52-AE43-47B4-BAE8-80E24D3541C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C72AB861-3A3E-465A-B401-B66ABEE5310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topic 2 and 3 assessment review map</a:t>
            </a:r>
          </a:p>
        </p:txBody>
      </p:sp>
      <p:sp>
        <p:nvSpPr>
          <p:cNvPr id="5" name="paper panel">
            <a:extLst xmlns:a="http://schemas.openxmlformats.org/drawingml/2006/main">
              <a:ext uri="{FF2B5EF4-FFF2-40B4-BE49-F238E27FC236}">
                <a16:creationId xmlns:a16="http://schemas.microsoft.com/office/drawing/2014/main" id="{FF317C77-3F21-405B-9B73-047D7C48A34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D696E21-9824-4BB1-8202-3AE32244A349}"/>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Available evidence</a:t>
            </a:r>
          </a:p>
        </p:txBody>
      </p:sp>
      <p:sp>
        <p:nvSpPr>
          <p:cNvPr id="7" name="content 1">
            <a:extLst xmlns:a="http://schemas.openxmlformats.org/drawingml/2006/main">
              <a:ext uri="{FF2B5EF4-FFF2-40B4-BE49-F238E27FC236}">
                <a16:creationId xmlns:a16="http://schemas.microsoft.com/office/drawing/2014/main" id="{BDE2B04C-6091-436B-A906-FC1579EA6B13}"/>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supplied Topic 2 and 3 headings define the review boundary; no new topic is added.</a:t>
            </a:r>
          </a:p>
        </p:txBody>
      </p:sp>
      <p:sp>
        <p:nvSpPr>
          <p:cNvPr id="8" name="content 2">
            <a:extLst xmlns:a="http://schemas.openxmlformats.org/drawingml/2006/main">
              <a:ext uri="{FF2B5EF4-FFF2-40B4-BE49-F238E27FC236}">
                <a16:creationId xmlns:a16="http://schemas.microsoft.com/office/drawing/2014/main" id="{D707F9C7-7806-4506-8EA0-8D44759AB064}"/>
              </a:ext>
            </a:extLst>
          </p:cNvPr>
          <p:cNvSpPr>
            <a:spLocks xmlns:a="http://schemas.openxmlformats.org/drawingml/2006/main" noGrp="1"/>
          </p:cNvSpPr>
          <p:nvPr/>
        </p:nvSpPr>
        <p:spPr>
          <a:xfrm xmlns:a="http://schemas.openxmlformats.org/drawingml/2006/main">
            <a:off x="800100" y="34385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Reasoning move</a:t>
            </a:r>
          </a:p>
        </p:txBody>
      </p:sp>
      <p:sp>
        <p:nvSpPr>
          <p:cNvPr id="9" name="content 3">
            <a:extLst xmlns:a="http://schemas.openxmlformats.org/drawingml/2006/main">
              <a:ext uri="{FF2B5EF4-FFF2-40B4-BE49-F238E27FC236}">
                <a16:creationId xmlns:a16="http://schemas.microsoft.com/office/drawing/2014/main" id="{36012F67-743A-4BED-A133-10EAB75252D4}"/>
              </a:ext>
            </a:extLst>
          </p:cNvPr>
          <p:cNvSpPr>
            <a:spLocks xmlns:a="http://schemas.openxmlformats.org/drawingml/2006/main" noGrp="1"/>
          </p:cNvSpPr>
          <p:nvPr/>
        </p:nvSpPr>
        <p:spPr>
          <a:xfrm xmlns:a="http://schemas.openxmlformats.org/drawingml/2006/main">
            <a:off x="800100" y="39147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review map distinguishes knowledge that can be retrieved independently from knowledge that needs a prompt.</a:t>
            </a:r>
          </a:p>
        </p:txBody>
      </p:sp>
      <p:sp>
        <p:nvSpPr>
          <p:cNvPr id="10" name="content 4">
            <a:extLst xmlns:a="http://schemas.openxmlformats.org/drawingml/2006/main">
              <a:ext uri="{FF2B5EF4-FFF2-40B4-BE49-F238E27FC236}">
                <a16:creationId xmlns:a16="http://schemas.microsoft.com/office/drawing/2014/main" id="{9768AC9B-3553-4541-9C45-6BA57F2C40E0}"/>
              </a:ext>
            </a:extLst>
          </p:cNvPr>
          <p:cNvSpPr>
            <a:spLocks xmlns:a="http://schemas.openxmlformats.org/drawingml/2006/main" noGrp="1"/>
          </p:cNvSpPr>
          <p:nvPr/>
        </p:nvSpPr>
        <p:spPr>
          <a:xfrm xmlns:a="http://schemas.openxmlformats.org/drawingml/2006/main">
            <a:off x="800100" y="47053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Boundary or next check</a:t>
            </a:r>
          </a:p>
        </p:txBody>
      </p:sp>
      <p:sp>
        <p:nvSpPr>
          <p:cNvPr id="11" name="time">
            <a:extLst xmlns:a="http://schemas.openxmlformats.org/drawingml/2006/main">
              <a:ext uri="{FF2B5EF4-FFF2-40B4-BE49-F238E27FC236}">
                <a16:creationId xmlns:a16="http://schemas.microsoft.com/office/drawing/2014/main" id="{5AE878BD-6883-45A5-BD2D-0FD4AE5BD03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2" name="number">
            <a:extLst xmlns:a="http://schemas.openxmlformats.org/drawingml/2006/main">
              <a:ext uri="{FF2B5EF4-FFF2-40B4-BE49-F238E27FC236}">
                <a16:creationId xmlns:a16="http://schemas.microsoft.com/office/drawing/2014/main" id="{E751E544-B36C-4415-B252-F53BB569E8F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21</a:t>
            </a:r>
          </a:p>
        </p:txBody>
      </p:sp>
    </p:spTree>
    <p:extLst>
      <p:ext uri="{BB962C8B-B14F-4D97-AF65-F5344CB8AC3E}">
        <p14:creationId xmlns:p14="http://schemas.microsoft.com/office/powerpoint/2010/main" val="2005048812"/>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C4D97534-485C-4A01-9058-FF3867EFF50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B487EA8-E365-425F-BE48-20D7EF4E249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3E8FB09-8F28-40DE-A485-9225288E323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11FCC1CD-C2AF-457F-AA71-5FF3767DD5C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topic 2 and 3 assessment review map</a:t>
            </a:r>
          </a:p>
        </p:txBody>
      </p:sp>
      <p:sp>
        <p:nvSpPr>
          <p:cNvPr id="5" name="paper panel">
            <a:extLst xmlns:a="http://schemas.openxmlformats.org/drawingml/2006/main">
              <a:ext uri="{FF2B5EF4-FFF2-40B4-BE49-F238E27FC236}">
                <a16:creationId xmlns:a16="http://schemas.microsoft.com/office/drawing/2014/main" id="{75376B61-50A6-4545-AABD-BE37FDE75EC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F752AF7-EA52-4DAA-985B-6188E523F646}"/>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missing or uncertain item stays visible for the next authorised check instead of being guessed.</a:t>
            </a:r>
          </a:p>
        </p:txBody>
      </p:sp>
      <p:sp>
        <p:nvSpPr>
          <p:cNvPr id="7" name="content 1">
            <a:extLst xmlns:a="http://schemas.openxmlformats.org/drawingml/2006/main">
              <a:ext uri="{FF2B5EF4-FFF2-40B4-BE49-F238E27FC236}">
                <a16:creationId xmlns:a16="http://schemas.microsoft.com/office/drawing/2014/main" id="{F038C0B4-D3D3-4AFE-99DF-CA7C36407154}"/>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supplied Topic 2 and 3 headings define the review boundary; no new topic is added. A missing or uncertain item stays visible for the next authorised check instead of being guessed.</a:t>
            </a:r>
          </a:p>
        </p:txBody>
      </p:sp>
      <p:sp>
        <p:nvSpPr>
          <p:cNvPr id="8" name="time">
            <a:extLst xmlns:a="http://schemas.openxmlformats.org/drawingml/2006/main">
              <a:ext uri="{FF2B5EF4-FFF2-40B4-BE49-F238E27FC236}">
                <a16:creationId xmlns:a16="http://schemas.microsoft.com/office/drawing/2014/main" id="{DC947A0F-4221-40CB-8B17-4C6E06225FC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9" name="number">
            <a:extLst xmlns:a="http://schemas.openxmlformats.org/drawingml/2006/main">
              <a:ext uri="{FF2B5EF4-FFF2-40B4-BE49-F238E27FC236}">
                <a16:creationId xmlns:a16="http://schemas.microsoft.com/office/drawing/2014/main" id="{051A146D-B759-4DC9-BED0-6385F34F7A5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21</a:t>
            </a:r>
          </a:p>
        </p:txBody>
      </p:sp>
    </p:spTree>
    <p:extLst>
      <p:ext uri="{BB962C8B-B14F-4D97-AF65-F5344CB8AC3E}">
        <p14:creationId xmlns:p14="http://schemas.microsoft.com/office/powerpoint/2010/main" val="735197609"/>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E016780E-73AE-4E8F-9BE9-D53B0AA41C7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0491F64-C7A8-415B-A4E0-8329EEDCFEC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5D7E2641-2951-4F3E-9CFC-19D2DAA49D6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4638111B-A680-4C99-B560-8985187B368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topic 2 and 3 assessment review map decision lab</a:t>
            </a:r>
          </a:p>
        </p:txBody>
      </p:sp>
      <p:sp>
        <p:nvSpPr>
          <p:cNvPr id="5" name="paper panel">
            <a:extLst xmlns:a="http://schemas.openxmlformats.org/drawingml/2006/main">
              <a:ext uri="{FF2B5EF4-FFF2-40B4-BE49-F238E27FC236}">
                <a16:creationId xmlns:a16="http://schemas.microsoft.com/office/drawing/2014/main" id="{250E4069-F6CB-418E-972F-AC7CDC113AB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B92E3D9-5F89-449D-806C-4AC592053AF9}"/>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7" name="content 1">
            <a:extLst xmlns:a="http://schemas.openxmlformats.org/drawingml/2006/main">
              <a:ext uri="{FF2B5EF4-FFF2-40B4-BE49-F238E27FC236}">
                <a16:creationId xmlns:a16="http://schemas.microsoft.com/office/drawing/2014/main" id="{C7412110-4B62-4788-B1B2-5A601901A1AB}"/>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Match approved question cards to headings, choose a response mode and complete one retrieval frame per heading.</a:t>
            </a:r>
          </a:p>
        </p:txBody>
      </p:sp>
      <p:sp>
        <p:nvSpPr>
          <p:cNvPr id="8" name="content 2">
            <a:extLst xmlns:a="http://schemas.openxmlformats.org/drawingml/2006/main">
              <a:ext uri="{FF2B5EF4-FFF2-40B4-BE49-F238E27FC236}">
                <a16:creationId xmlns:a16="http://schemas.microsoft.com/office/drawing/2014/main" id="{3C083998-7AF7-48C1-BEA7-9C687B7530A6}"/>
              </a:ext>
            </a:extLst>
          </p:cNvPr>
          <p:cNvSpPr>
            <a:spLocks xmlns:a="http://schemas.openxmlformats.org/drawingml/2006/main" noGrp="1"/>
          </p:cNvSpPr>
          <p:nvPr/>
        </p:nvSpPr>
        <p:spPr>
          <a:xfrm xmlns:a="http://schemas.openxmlformats.org/drawingml/2006/main">
            <a:off x="800100" y="34385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9" name="content 3">
            <a:extLst xmlns:a="http://schemas.openxmlformats.org/drawingml/2006/main">
              <a:ext uri="{FF2B5EF4-FFF2-40B4-BE49-F238E27FC236}">
                <a16:creationId xmlns:a16="http://schemas.microsoft.com/office/drawing/2014/main" id="{0D94768B-8902-47B2-A240-E5803A3A89A2}"/>
              </a:ext>
            </a:extLst>
          </p:cNvPr>
          <p:cNvSpPr>
            <a:spLocks xmlns:a="http://schemas.openxmlformats.org/drawingml/2006/main" noGrp="1"/>
          </p:cNvSpPr>
          <p:nvPr/>
        </p:nvSpPr>
        <p:spPr>
          <a:xfrm xmlns:a="http://schemas.openxmlformats.org/drawingml/2006/main">
            <a:off x="800100" y="39147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Organise the full supplied review set, retrieve without the model first and justify the order in which sections will be attempted.</a:t>
            </a:r>
          </a:p>
        </p:txBody>
      </p:sp>
      <p:sp>
        <p:nvSpPr>
          <p:cNvPr id="10" name="content 4">
            <a:extLst xmlns:a="http://schemas.openxmlformats.org/drawingml/2006/main">
              <a:ext uri="{FF2B5EF4-FFF2-40B4-BE49-F238E27FC236}">
                <a16:creationId xmlns:a16="http://schemas.microsoft.com/office/drawing/2014/main" id="{50D488A0-6345-4E9A-A021-311112E9A7BC}"/>
              </a:ext>
            </a:extLst>
          </p:cNvPr>
          <p:cNvSpPr>
            <a:spLocks xmlns:a="http://schemas.openxmlformats.org/drawingml/2006/main" noGrp="1"/>
          </p:cNvSpPr>
          <p:nvPr/>
        </p:nvSpPr>
        <p:spPr>
          <a:xfrm xmlns:a="http://schemas.openxmlformats.org/drawingml/2006/main">
            <a:off x="800100" y="47053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11" name="time">
            <a:extLst xmlns:a="http://schemas.openxmlformats.org/drawingml/2006/main">
              <a:ext uri="{FF2B5EF4-FFF2-40B4-BE49-F238E27FC236}">
                <a16:creationId xmlns:a16="http://schemas.microsoft.com/office/drawing/2014/main" id="{65AB3CA2-92AD-45CE-BCF9-74F99761338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0397EB6E-7E73-4552-A4DA-3C62B34F5F7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21</a:t>
            </a:r>
          </a:p>
        </p:txBody>
      </p:sp>
    </p:spTree>
    <p:extLst>
      <p:ext uri="{BB962C8B-B14F-4D97-AF65-F5344CB8AC3E}">
        <p14:creationId xmlns:p14="http://schemas.microsoft.com/office/powerpoint/2010/main" val="1401090078"/>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CD38CBCA-2C85-4F3B-8F44-03A066B096A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1E151E4-1892-463C-A7D4-04E45B67BC7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43D317B-BFD6-4DD9-A62E-C4B9F5BBFEA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D720574B-8043-45B2-88A6-5D5AB4C216F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topic 2 and 3 assessment review map decision lab</a:t>
            </a:r>
          </a:p>
        </p:txBody>
      </p:sp>
      <p:sp>
        <p:nvSpPr>
          <p:cNvPr id="5" name="paper panel">
            <a:extLst xmlns:a="http://schemas.openxmlformats.org/drawingml/2006/main">
              <a:ext uri="{FF2B5EF4-FFF2-40B4-BE49-F238E27FC236}">
                <a16:creationId xmlns:a16="http://schemas.microsoft.com/office/drawing/2014/main" id="{64D4CD93-CB4C-4BAD-8201-EF74707143E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3C692B1-99F4-4F6B-B5AC-F74F26C766A1}"/>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Diagnose two likely confusions from the supplied set, design a discriminating retrieval check and explain why it separates the ideas.</a:t>
            </a:r>
          </a:p>
        </p:txBody>
      </p:sp>
      <p:sp>
        <p:nvSpPr>
          <p:cNvPr id="7" name="content 1">
            <a:extLst xmlns:a="http://schemas.openxmlformats.org/drawingml/2006/main">
              <a:ext uri="{FF2B5EF4-FFF2-40B4-BE49-F238E27FC236}">
                <a16:creationId xmlns:a16="http://schemas.microsoft.com/office/drawing/2014/main" id="{9A2C965F-B562-4532-A658-B763771F8C5D}"/>
              </a:ext>
            </a:extLst>
          </p:cNvPr>
          <p:cNvSpPr>
            <a:spLocks xmlns:a="http://schemas.openxmlformats.org/drawingml/2006/main" noGrp="1"/>
          </p:cNvSpPr>
          <p:nvPr/>
        </p:nvSpPr>
        <p:spPr>
          <a:xfrm xmlns:a="http://schemas.openxmlformats.org/drawingml/2006/main">
            <a:off x="800100" y="2962275"/>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Build a Topic 2 and 3 review map from the approved headings and local question cards. For each heading, record one retrieval cue, one response route and one check that would show the idea securely. Complete two fresh retrieval attempts and keep the first response visible.</a:t>
            </a:r>
          </a:p>
        </p:txBody>
      </p:sp>
      <p:sp>
        <p:nvSpPr>
          <p:cNvPr id="8" name="content 2">
            <a:extLst xmlns:a="http://schemas.openxmlformats.org/drawingml/2006/main">
              <a:ext uri="{FF2B5EF4-FFF2-40B4-BE49-F238E27FC236}">
                <a16:creationId xmlns:a16="http://schemas.microsoft.com/office/drawing/2014/main" id="{D17E5D8F-AD13-4C8E-8A85-937B5E008523}"/>
              </a:ext>
            </a:extLst>
          </p:cNvPr>
          <p:cNvSpPr>
            <a:spLocks xmlns:a="http://schemas.openxmlformats.org/drawingml/2006/main" noGrp="1"/>
          </p:cNvSpPr>
          <p:nvPr/>
        </p:nvSpPr>
        <p:spPr>
          <a:xfrm xmlns:a="http://schemas.openxmlformats.org/drawingml/2006/main">
            <a:off x="800100" y="44196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Finish by selecting the first assessment section and the access arrangements that are already authorised locally; leave any unconfirmed arrangement as AWAITING AUTHORISED CHECK.</a:t>
            </a:r>
          </a:p>
        </p:txBody>
      </p:sp>
      <p:sp>
        <p:nvSpPr>
          <p:cNvPr id="9" name="time">
            <a:extLst xmlns:a="http://schemas.openxmlformats.org/drawingml/2006/main">
              <a:ext uri="{FF2B5EF4-FFF2-40B4-BE49-F238E27FC236}">
                <a16:creationId xmlns:a16="http://schemas.microsoft.com/office/drawing/2014/main" id="{E9645B73-D2F4-437F-8D77-5B3E2D77F78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0" name="number">
            <a:extLst xmlns:a="http://schemas.openxmlformats.org/drawingml/2006/main">
              <a:ext uri="{FF2B5EF4-FFF2-40B4-BE49-F238E27FC236}">
                <a16:creationId xmlns:a16="http://schemas.microsoft.com/office/drawing/2014/main" id="{8E8140D2-0777-4A68-BB7B-67D6710FD31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21</a:t>
            </a:r>
          </a:p>
        </p:txBody>
      </p:sp>
    </p:spTree>
    <p:extLst>
      <p:ext uri="{BB962C8B-B14F-4D97-AF65-F5344CB8AC3E}">
        <p14:creationId xmlns:p14="http://schemas.microsoft.com/office/powerpoint/2010/main" val="790265518"/>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6E8BABEF-D058-4B02-895A-073E5FC99A0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AD4F75E-82B5-4274-9472-AD8B5B48E75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8E3FB4D8-EDEA-4E51-9875-4302FA402C7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63224AC3-EA04-4824-8E67-04382656403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 topic 2 and 3 assessment review map</a:t>
            </a:r>
          </a:p>
        </p:txBody>
      </p:sp>
      <p:sp>
        <p:nvSpPr>
          <p:cNvPr id="5" name="paper panel">
            <a:extLst xmlns:a="http://schemas.openxmlformats.org/drawingml/2006/main">
              <a:ext uri="{FF2B5EF4-FFF2-40B4-BE49-F238E27FC236}">
                <a16:creationId xmlns:a16="http://schemas.microsoft.com/office/drawing/2014/main" id="{0E34CF2D-26FB-4591-9670-17ED0FCB2BA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0276194-9575-4D39-94F4-ADE72FDEE2B2}"/>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Build a Topic 2 and 3 review map from the approved headings and local question cards. For each heading, record one retrieval cue, one response route and one check that would show the idea securely. Complete two fresh retrieval attempts and keep the first response visible.</a:t>
            </a:r>
          </a:p>
        </p:txBody>
      </p:sp>
      <p:sp>
        <p:nvSpPr>
          <p:cNvPr id="7" name="content 1">
            <a:extLst xmlns:a="http://schemas.openxmlformats.org/drawingml/2006/main">
              <a:ext uri="{FF2B5EF4-FFF2-40B4-BE49-F238E27FC236}">
                <a16:creationId xmlns:a16="http://schemas.microsoft.com/office/drawing/2014/main" id="{287977C9-71A5-4C0A-BC32-4623DE72C934}"/>
              </a:ext>
            </a:extLst>
          </p:cNvPr>
          <p:cNvSpPr>
            <a:spLocks xmlns:a="http://schemas.openxmlformats.org/drawingml/2006/main" noGrp="1"/>
          </p:cNvSpPr>
          <p:nvPr/>
        </p:nvSpPr>
        <p:spPr>
          <a:xfrm xmlns:a="http://schemas.openxmlformats.org/drawingml/2006/main">
            <a:off x="800100" y="362902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Finish by selecting the first assessment section and the access arrangements that are already authorised locally; leave any unconfirmed arrangement as AWAITING AUTHORISED CHECK.</a:t>
            </a:r>
          </a:p>
        </p:txBody>
      </p:sp>
      <p:sp>
        <p:nvSpPr>
          <p:cNvPr id="8" name="content 2">
            <a:extLst xmlns:a="http://schemas.openxmlformats.org/drawingml/2006/main">
              <a:ext uri="{FF2B5EF4-FFF2-40B4-BE49-F238E27FC236}">
                <a16:creationId xmlns:a16="http://schemas.microsoft.com/office/drawing/2014/main" id="{6399A202-6BD9-4F9A-B7CA-071D1314E9D5}"/>
              </a:ext>
            </a:extLst>
          </p:cNvPr>
          <p:cNvSpPr>
            <a:spLocks xmlns:a="http://schemas.openxmlformats.org/drawingml/2006/main" noGrp="1"/>
          </p:cNvSpPr>
          <p:nvPr/>
        </p:nvSpPr>
        <p:spPr>
          <a:xfrm xmlns:a="http://schemas.openxmlformats.org/drawingml/2006/main">
            <a:off x="800100" y="47529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9" name="time">
            <a:extLst xmlns:a="http://schemas.openxmlformats.org/drawingml/2006/main">
              <a:ext uri="{FF2B5EF4-FFF2-40B4-BE49-F238E27FC236}">
                <a16:creationId xmlns:a16="http://schemas.microsoft.com/office/drawing/2014/main" id="{CE0B121E-84DD-4858-8E47-E303BC6D2F5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A2B32198-131A-4D98-B52F-32A92A90418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21</a:t>
            </a:r>
          </a:p>
        </p:txBody>
      </p:sp>
    </p:spTree>
    <p:extLst>
      <p:ext uri="{BB962C8B-B14F-4D97-AF65-F5344CB8AC3E}">
        <p14:creationId xmlns:p14="http://schemas.microsoft.com/office/powerpoint/2010/main" val="371069908"/>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A7064CD8-658F-4025-9E38-3F94AE3EA50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1B81CBB-15AC-4E0D-91FC-6D9D3BD223D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732D630C-7E2D-49C3-BBDD-01F9E20CBA1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4EDD440A-8313-4E89-84D1-CEC3F929ED6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 topic 2 and 3 assessment review map</a:t>
            </a:r>
          </a:p>
        </p:txBody>
      </p:sp>
      <p:sp>
        <p:nvSpPr>
          <p:cNvPr id="5" name="paper panel">
            <a:extLst xmlns:a="http://schemas.openxmlformats.org/drawingml/2006/main">
              <a:ext uri="{FF2B5EF4-FFF2-40B4-BE49-F238E27FC236}">
                <a16:creationId xmlns:a16="http://schemas.microsoft.com/office/drawing/2014/main" id="{92E44492-D648-4AD9-B7EA-6137D9217CC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E729F09-4A4B-46DA-8C80-017637BA877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Match approved question cards to headings, choose a response mode and complete one retrieval frame per heading.</a:t>
            </a:r>
          </a:p>
        </p:txBody>
      </p:sp>
      <p:sp>
        <p:nvSpPr>
          <p:cNvPr id="7" name="content 1">
            <a:extLst xmlns:a="http://schemas.openxmlformats.org/drawingml/2006/main">
              <a:ext uri="{FF2B5EF4-FFF2-40B4-BE49-F238E27FC236}">
                <a16:creationId xmlns:a16="http://schemas.microsoft.com/office/drawing/2014/main" id="{E2AAEE1A-C588-47F4-B861-33D7D5AE46CC}"/>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8" name="content 2">
            <a:extLst xmlns:a="http://schemas.openxmlformats.org/drawingml/2006/main">
              <a:ext uri="{FF2B5EF4-FFF2-40B4-BE49-F238E27FC236}">
                <a16:creationId xmlns:a16="http://schemas.microsoft.com/office/drawing/2014/main" id="{3948D528-0E3B-4818-B704-767F78ABC43E}"/>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Organise the full supplied review set, retrieve without the model first and justify the order in which sections will be attempted.</a:t>
            </a:r>
          </a:p>
        </p:txBody>
      </p:sp>
      <p:sp>
        <p:nvSpPr>
          <p:cNvPr id="9" name="content 3">
            <a:extLst xmlns:a="http://schemas.openxmlformats.org/drawingml/2006/main">
              <a:ext uri="{FF2B5EF4-FFF2-40B4-BE49-F238E27FC236}">
                <a16:creationId xmlns:a16="http://schemas.microsoft.com/office/drawing/2014/main" id="{8836FDD9-B492-491C-9102-E6AC6AD37BE3}"/>
              </a:ext>
            </a:extLst>
          </p:cNvPr>
          <p:cNvSpPr>
            <a:spLocks xmlns:a="http://schemas.openxmlformats.org/drawingml/2006/main" noGrp="1"/>
          </p:cNvSpPr>
          <p:nvPr/>
        </p:nvSpPr>
        <p:spPr>
          <a:xfrm xmlns:a="http://schemas.openxmlformats.org/drawingml/2006/main">
            <a:off x="800100" y="42291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10" name="content 4">
            <a:extLst xmlns:a="http://schemas.openxmlformats.org/drawingml/2006/main">
              <a:ext uri="{FF2B5EF4-FFF2-40B4-BE49-F238E27FC236}">
                <a16:creationId xmlns:a16="http://schemas.microsoft.com/office/drawing/2014/main" id="{1BEDAC23-E029-4EBC-AFB2-1961C950C8F5}"/>
              </a:ext>
            </a:extLst>
          </p:cNvPr>
          <p:cNvSpPr>
            <a:spLocks xmlns:a="http://schemas.openxmlformats.org/drawingml/2006/main" noGrp="1"/>
          </p:cNvSpPr>
          <p:nvPr/>
        </p:nvSpPr>
        <p:spPr>
          <a:xfrm xmlns:a="http://schemas.openxmlformats.org/drawingml/2006/main">
            <a:off x="800100" y="47053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Diagnose two likely confusions from the supplied set, design a discriminating retrieval check and explain why it separates the ideas.</a:t>
            </a:r>
          </a:p>
        </p:txBody>
      </p:sp>
      <p:sp>
        <p:nvSpPr>
          <p:cNvPr id="11" name="time">
            <a:extLst xmlns:a="http://schemas.openxmlformats.org/drawingml/2006/main">
              <a:ext uri="{FF2B5EF4-FFF2-40B4-BE49-F238E27FC236}">
                <a16:creationId xmlns:a16="http://schemas.microsoft.com/office/drawing/2014/main" id="{5D404DE5-1334-4A21-8EB0-2BDCC15F360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BAA4CC28-E9AF-4B3A-8941-F8EF61A96EB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21</a:t>
            </a:r>
          </a:p>
        </p:txBody>
      </p:sp>
    </p:spTree>
    <p:extLst>
      <p:ext uri="{BB962C8B-B14F-4D97-AF65-F5344CB8AC3E}">
        <p14:creationId xmlns:p14="http://schemas.microsoft.com/office/powerpoint/2010/main" val="2103583879"/>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D599FC2B-1460-4742-936F-B3A4A34C11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27DCC7E-7D89-46C9-977C-A9695A6A667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90D345AD-A077-4172-9E30-80A7E0015E4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56397DAE-169C-4A06-BFC3-AA4724A041E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 topic 2 and 3 assessment review map</a:t>
            </a:r>
          </a:p>
        </p:txBody>
      </p:sp>
      <p:sp>
        <p:nvSpPr>
          <p:cNvPr id="5" name="paper panel">
            <a:extLst xmlns:a="http://schemas.openxmlformats.org/drawingml/2006/main">
              <a:ext uri="{FF2B5EF4-FFF2-40B4-BE49-F238E27FC236}">
                <a16:creationId xmlns:a16="http://schemas.microsoft.com/office/drawing/2014/main" id="{41BEC49E-802A-4C5A-BB9D-1FD4EC6EC6B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F391B57-8DB3-460E-B3B4-91A93049F692}"/>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Trace</a:t>
            </a:r>
          </a:p>
        </p:txBody>
      </p:sp>
      <p:sp>
        <p:nvSpPr>
          <p:cNvPr id="7" name="content 1">
            <a:extLst xmlns:a="http://schemas.openxmlformats.org/drawingml/2006/main">
              <a:ext uri="{FF2B5EF4-FFF2-40B4-BE49-F238E27FC236}">
                <a16:creationId xmlns:a16="http://schemas.microsoft.com/office/drawing/2014/main" id="{88FA42D8-4A79-4C1B-9DFD-B4B3A3AE7B1F}"/>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supplied Topic 2 and 3 headings define the review boundary; no new topic is added.</a:t>
            </a:r>
          </a:p>
        </p:txBody>
      </p:sp>
      <p:sp>
        <p:nvSpPr>
          <p:cNvPr id="8" name="content 2">
            <a:extLst xmlns:a="http://schemas.openxmlformats.org/drawingml/2006/main">
              <a:ext uri="{FF2B5EF4-FFF2-40B4-BE49-F238E27FC236}">
                <a16:creationId xmlns:a16="http://schemas.microsoft.com/office/drawing/2014/main" id="{9EDF458B-790F-4A82-AA64-C00404DF131E}"/>
              </a:ext>
            </a:extLst>
          </p:cNvPr>
          <p:cNvSpPr>
            <a:spLocks xmlns:a="http://schemas.openxmlformats.org/drawingml/2006/main" noGrp="1"/>
          </p:cNvSpPr>
          <p:nvPr/>
        </p:nvSpPr>
        <p:spPr>
          <a:xfrm xmlns:a="http://schemas.openxmlformats.org/drawingml/2006/main">
            <a:off x="800100" y="34385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Demand</a:t>
            </a:r>
          </a:p>
        </p:txBody>
      </p:sp>
      <p:sp>
        <p:nvSpPr>
          <p:cNvPr id="9" name="content 3">
            <a:extLst xmlns:a="http://schemas.openxmlformats.org/drawingml/2006/main">
              <a:ext uri="{FF2B5EF4-FFF2-40B4-BE49-F238E27FC236}">
                <a16:creationId xmlns:a16="http://schemas.microsoft.com/office/drawing/2014/main" id="{CE1D85C8-D48F-4B1F-AEDB-8734EF961B3B}"/>
              </a:ext>
            </a:extLst>
          </p:cNvPr>
          <p:cNvSpPr>
            <a:spLocks xmlns:a="http://schemas.openxmlformats.org/drawingml/2006/main" noGrp="1"/>
          </p:cNvSpPr>
          <p:nvPr/>
        </p:nvSpPr>
        <p:spPr>
          <a:xfrm xmlns:a="http://schemas.openxmlformats.org/drawingml/2006/main">
            <a:off x="800100" y="39147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An approved response route can be written, selected, spoken, signed, pointed to or exactly scribed.</a:t>
            </a:r>
          </a:p>
        </p:txBody>
      </p:sp>
      <p:sp>
        <p:nvSpPr>
          <p:cNvPr id="10" name="content 4">
            <a:extLst xmlns:a="http://schemas.openxmlformats.org/drawingml/2006/main">
              <a:ext uri="{FF2B5EF4-FFF2-40B4-BE49-F238E27FC236}">
                <a16:creationId xmlns:a16="http://schemas.microsoft.com/office/drawing/2014/main" id="{B74A625A-64BA-4D75-976D-CE49E0DC21F3}"/>
              </a:ext>
            </a:extLst>
          </p:cNvPr>
          <p:cNvSpPr>
            <a:spLocks xmlns:a="http://schemas.openxmlformats.org/drawingml/2006/main" noGrp="1"/>
          </p:cNvSpPr>
          <p:nvPr/>
        </p:nvSpPr>
        <p:spPr>
          <a:xfrm xmlns:a="http://schemas.openxmlformats.org/drawingml/2006/main">
            <a:off x="800100" y="47053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Truth</a:t>
            </a:r>
          </a:p>
        </p:txBody>
      </p:sp>
      <p:sp>
        <p:nvSpPr>
          <p:cNvPr id="11" name="time">
            <a:extLst xmlns:a="http://schemas.openxmlformats.org/drawingml/2006/main">
              <a:ext uri="{FF2B5EF4-FFF2-40B4-BE49-F238E27FC236}">
                <a16:creationId xmlns:a16="http://schemas.microsoft.com/office/drawing/2014/main" id="{82C19DE7-D17F-4CAA-A69A-CA71128E4DF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E95D2285-7E5F-4728-A964-478B9283852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21</a:t>
            </a:r>
          </a:p>
        </p:txBody>
      </p:sp>
    </p:spTree>
    <p:extLst>
      <p:ext uri="{BB962C8B-B14F-4D97-AF65-F5344CB8AC3E}">
        <p14:creationId xmlns:p14="http://schemas.microsoft.com/office/powerpoint/2010/main" val="1696288540"/>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E5FA3A98-04D3-4DFF-9599-242B7ACBE50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3B4DECA-F0CA-4DF7-B3F0-50F22580DD6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EEC263B-24BB-4395-96D0-E750BDBA4CE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85DD9BCF-5E38-451F-A5CF-0DF5171495D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 topic 2 and 3 assessment review map</a:t>
            </a:r>
          </a:p>
        </p:txBody>
      </p:sp>
      <p:sp>
        <p:nvSpPr>
          <p:cNvPr id="5" name="paper panel">
            <a:extLst xmlns:a="http://schemas.openxmlformats.org/drawingml/2006/main">
              <a:ext uri="{FF2B5EF4-FFF2-40B4-BE49-F238E27FC236}">
                <a16:creationId xmlns:a16="http://schemas.microsoft.com/office/drawing/2014/main" id="{29F6083D-C347-4BF1-952D-D85C3440A9C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97E6E80-220D-4E8E-80D7-D8C22B3745D0}"/>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missing or uncertain item stays visible for the next authorised check instead of being guessed.</a:t>
            </a:r>
          </a:p>
        </p:txBody>
      </p:sp>
      <p:sp>
        <p:nvSpPr>
          <p:cNvPr id="7" name="content 1">
            <a:extLst xmlns:a="http://schemas.openxmlformats.org/drawingml/2006/main">
              <a:ext uri="{FF2B5EF4-FFF2-40B4-BE49-F238E27FC236}">
                <a16:creationId xmlns:a16="http://schemas.microsoft.com/office/drawing/2014/main" id="{E93E10CF-33B0-4562-8897-A6D2CDF86280}"/>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Exit route remains available: pause, use the print pack, reduce visual density or direct an adult. The named learning demand remains available.</a:t>
            </a:r>
          </a:p>
        </p:txBody>
      </p:sp>
      <p:sp>
        <p:nvSpPr>
          <p:cNvPr id="8" name="time">
            <a:extLst xmlns:a="http://schemas.openxmlformats.org/drawingml/2006/main">
              <a:ext uri="{FF2B5EF4-FFF2-40B4-BE49-F238E27FC236}">
                <a16:creationId xmlns:a16="http://schemas.microsoft.com/office/drawing/2014/main" id="{990D7E97-7E94-48B8-AE39-21FA3A43AF1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9" name="number">
            <a:extLst xmlns:a="http://schemas.openxmlformats.org/drawingml/2006/main">
              <a:ext uri="{FF2B5EF4-FFF2-40B4-BE49-F238E27FC236}">
                <a16:creationId xmlns:a16="http://schemas.microsoft.com/office/drawing/2014/main" id="{10E4C739-D685-4938-A655-D519B7F3282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20 / 21</a:t>
            </a:r>
          </a:p>
        </p:txBody>
      </p:sp>
    </p:spTree>
    <p:extLst>
      <p:ext uri="{BB962C8B-B14F-4D97-AF65-F5344CB8AC3E}">
        <p14:creationId xmlns:p14="http://schemas.microsoft.com/office/powerpoint/2010/main" val="1173871290"/>
      </p:ext>
    </p:extLst>
  </p:cSld>
</p:sld>
</file>

<file path=ppt/slides/slide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0C16585F-694B-4A1E-AE06-0D22C3F2070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9C06D20-72DC-437D-B1FE-5CE8CC16DC0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1FDABF1-D9B4-4989-8BFD-B6E5D09C35A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88321E6B-79B2-48E2-A2E5-27B75F9A43E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Audience receives; Influence changes one next action</a:t>
            </a:r>
          </a:p>
        </p:txBody>
      </p:sp>
      <p:sp>
        <p:nvSpPr>
          <p:cNvPr id="5" name="paper panel">
            <a:extLst xmlns:a="http://schemas.openxmlformats.org/drawingml/2006/main">
              <a:ext uri="{FF2B5EF4-FFF2-40B4-BE49-F238E27FC236}">
                <a16:creationId xmlns:a16="http://schemas.microsoft.com/office/drawing/2014/main" id="{D69D3A39-4F90-4B7A-9BCA-8F5916AD5B0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7806F89-1144-4A83-AAA3-F4964DE7FF0B}"/>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Show one review heading, the retrieval response and its honest status. The adult names back exactly what is secure and what needs another check. Confirm or correct it, then retain the plan or change one next action.</a:t>
            </a:r>
          </a:p>
        </p:txBody>
      </p:sp>
      <p:sp>
        <p:nvSpPr>
          <p:cNvPr id="7" name="content 1">
            <a:extLst xmlns:a="http://schemas.openxmlformats.org/drawingml/2006/main">
              <a:ext uri="{FF2B5EF4-FFF2-40B4-BE49-F238E27FC236}">
                <a16:creationId xmlns:a16="http://schemas.microsoft.com/office/drawing/2014/main" id="{24D7211A-BF96-42CB-89E2-4A99F617666E}"/>
              </a:ext>
            </a:extLst>
          </p:cNvPr>
          <p:cNvSpPr>
            <a:spLocks xmlns:a="http://schemas.openxmlformats.org/drawingml/2006/main" noGrp="1"/>
          </p:cNvSpPr>
          <p:nvPr/>
        </p:nvSpPr>
        <p:spPr>
          <a:xfrm xmlns:a="http://schemas.openxmlformats.org/drawingml/2006/main">
            <a:off x="800100" y="3295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Final check: no result, quote, date, event or pupil wording has been created to make the map look complete. The HTML stores no learner response.</a:t>
            </a:r>
          </a:p>
        </p:txBody>
      </p:sp>
      <p:sp>
        <p:nvSpPr>
          <p:cNvPr id="8" name="time">
            <a:extLst xmlns:a="http://schemas.openxmlformats.org/drawingml/2006/main">
              <a:ext uri="{FF2B5EF4-FFF2-40B4-BE49-F238E27FC236}">
                <a16:creationId xmlns:a16="http://schemas.microsoft.com/office/drawing/2014/main" id="{7576448E-DFE3-4688-AEFD-49F05F2573B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9" name="number">
            <a:extLst xmlns:a="http://schemas.openxmlformats.org/drawingml/2006/main">
              <a:ext uri="{FF2B5EF4-FFF2-40B4-BE49-F238E27FC236}">
                <a16:creationId xmlns:a16="http://schemas.microsoft.com/office/drawing/2014/main" id="{0D72A80D-5950-495B-B721-651D199AE8C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21 / 21</a:t>
            </a:r>
          </a:p>
        </p:txBody>
      </p:sp>
    </p:spTree>
    <p:extLst>
      <p:ext uri="{BB962C8B-B14F-4D97-AF65-F5344CB8AC3E}">
        <p14:creationId xmlns:p14="http://schemas.microsoft.com/office/powerpoint/2010/main" val="657813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2026-09-08T09:10:15.5480000Z</dcterms:created>
  <dcterms:modified xsi:type="dcterms:W3CDTF">2026-09-08T09:10:15.5480000Z</dcterms:modified>
</coreProperties>
</file>