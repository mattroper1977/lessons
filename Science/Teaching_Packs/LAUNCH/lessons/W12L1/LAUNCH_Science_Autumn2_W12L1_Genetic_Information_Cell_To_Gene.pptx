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f2a4c4c667493a" /><Relationship Type="http://schemas.openxmlformats.org/officeDocument/2006/relationships/extended-properties" Target="/docProps/app.xml" Id="Rf4b2f4fe81fb4351" /><Relationship Type="http://schemas.openxmlformats.org/officeDocument/2006/relationships/officeDocument" Target="/ppt/presentation.xml" Id="R51a19167a18140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9eda889c214d8c"/>
  </p:sldMasterIdLst>
  <p:notesMasterIdLst>
    <p:notesMasterId xmlns:r="http://schemas.openxmlformats.org/officeDocument/2006/relationships" r:id="R32b17538e3a94774"/>
  </p:notesMasterIdLst>
  <p:sldIdLst>
    <p:sldId xmlns:r="http://schemas.openxmlformats.org/officeDocument/2006/relationships" id="256" r:id="R5e2b951133674bf7"/>
    <p:sldId xmlns:r="http://schemas.openxmlformats.org/officeDocument/2006/relationships" id="257" r:id="R8583da9c5a3c415f"/>
    <p:sldId xmlns:r="http://schemas.openxmlformats.org/officeDocument/2006/relationships" id="258" r:id="Rac57c0893b07479f"/>
    <p:sldId xmlns:r="http://schemas.openxmlformats.org/officeDocument/2006/relationships" id="259" r:id="R3e48bffc9f304d2e"/>
    <p:sldId xmlns:r="http://schemas.openxmlformats.org/officeDocument/2006/relationships" id="260" r:id="Re4048b07e64644e2"/>
    <p:sldId xmlns:r="http://schemas.openxmlformats.org/officeDocument/2006/relationships" id="261" r:id="R818ccfbac98e4720"/>
    <p:sldId xmlns:r="http://schemas.openxmlformats.org/officeDocument/2006/relationships" id="262" r:id="R6f01d5660ace4020"/>
    <p:sldId xmlns:r="http://schemas.openxmlformats.org/officeDocument/2006/relationships" id="263" r:id="Rb09a7a72ebd04349"/>
    <p:sldId xmlns:r="http://schemas.openxmlformats.org/officeDocument/2006/relationships" id="264" r:id="R327c02c801fe462a"/>
    <p:sldId xmlns:r="http://schemas.openxmlformats.org/officeDocument/2006/relationships" id="265" r:id="Rcc97763d82f24d5d"/>
    <p:sldId xmlns:r="http://schemas.openxmlformats.org/officeDocument/2006/relationships" id="266" r:id="R8945add1d99a498a"/>
    <p:sldId xmlns:r="http://schemas.openxmlformats.org/officeDocument/2006/relationships" id="267" r:id="R933fad7cf0a5469b"/>
    <p:sldId xmlns:r="http://schemas.openxmlformats.org/officeDocument/2006/relationships" id="268" r:id="R3e2668483b7f4964"/>
    <p:sldId xmlns:r="http://schemas.openxmlformats.org/officeDocument/2006/relationships" id="269" r:id="R1022d6edc1bd414c"/>
    <p:sldId xmlns:r="http://schemas.openxmlformats.org/officeDocument/2006/relationships" id="270" r:id="R52f3c74bf4824651"/>
    <p:sldId xmlns:r="http://schemas.openxmlformats.org/officeDocument/2006/relationships" id="271" r:id="R7769c8c1ed6043d2"/>
    <p:sldId xmlns:r="http://schemas.openxmlformats.org/officeDocument/2006/relationships" id="272" r:id="R2f72e5295f9b4e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3f4109ad1a4844" /><Relationship Type="http://schemas.openxmlformats.org/officeDocument/2006/relationships/slideMaster" Target="/ppt/slideMasters/slideMaster1.xml" Id="R8d9eda889c214d8c" /><Relationship Type="http://schemas.openxmlformats.org/officeDocument/2006/relationships/notesMaster" Target="/ppt/notesMasters/notesMaster1.xml" Id="R32b17538e3a94774" /><Relationship Type="http://schemas.openxmlformats.org/officeDocument/2006/relationships/presProps" Target="/ppt/presProps.xml" Id="R8773873d8b2a461b" /><Relationship Type="http://schemas.openxmlformats.org/officeDocument/2006/relationships/tableStyles" Target="/ppt/tableStyles.xml" Id="Rcfc0b373e82d4440" /><Relationship Type="http://schemas.openxmlformats.org/officeDocument/2006/relationships/slide" Target="/ppt/slides/slide1.xml" Id="R5e2b951133674bf7" /><Relationship Type="http://schemas.openxmlformats.org/officeDocument/2006/relationships/slide" Target="/ppt/slides/slide2.xml" Id="R8583da9c5a3c415f" /><Relationship Type="http://schemas.openxmlformats.org/officeDocument/2006/relationships/slide" Target="/ppt/slides/slide3.xml" Id="Rac57c0893b07479f" /><Relationship Type="http://schemas.openxmlformats.org/officeDocument/2006/relationships/slide" Target="/ppt/slides/slide4.xml" Id="R3e48bffc9f304d2e" /><Relationship Type="http://schemas.openxmlformats.org/officeDocument/2006/relationships/slide" Target="/ppt/slides/slide5.xml" Id="Re4048b07e64644e2" /><Relationship Type="http://schemas.openxmlformats.org/officeDocument/2006/relationships/slide" Target="/ppt/slides/slide6.xml" Id="R818ccfbac98e4720" /><Relationship Type="http://schemas.openxmlformats.org/officeDocument/2006/relationships/slide" Target="/ppt/slides/slide7.xml" Id="R6f01d5660ace4020" /><Relationship Type="http://schemas.openxmlformats.org/officeDocument/2006/relationships/slide" Target="/ppt/slides/slide8.xml" Id="Rb09a7a72ebd04349" /><Relationship Type="http://schemas.openxmlformats.org/officeDocument/2006/relationships/slide" Target="/ppt/slides/slide9.xml" Id="R327c02c801fe462a" /><Relationship Type="http://schemas.openxmlformats.org/officeDocument/2006/relationships/slide" Target="/ppt/slides/slide10.xml" Id="Rcc97763d82f24d5d" /><Relationship Type="http://schemas.openxmlformats.org/officeDocument/2006/relationships/slide" Target="/ppt/slides/slide11.xml" Id="R8945add1d99a498a" /><Relationship Type="http://schemas.openxmlformats.org/officeDocument/2006/relationships/slide" Target="/ppt/slides/slide12.xml" Id="R933fad7cf0a5469b" /><Relationship Type="http://schemas.openxmlformats.org/officeDocument/2006/relationships/slide" Target="/ppt/slides/slide13.xml" Id="R3e2668483b7f4964" /><Relationship Type="http://schemas.openxmlformats.org/officeDocument/2006/relationships/slide" Target="/ppt/slides/slide14.xml" Id="R1022d6edc1bd414c" /><Relationship Type="http://schemas.openxmlformats.org/officeDocument/2006/relationships/slide" Target="/ppt/slides/slide15.xml" Id="R52f3c74bf4824651" /><Relationship Type="http://schemas.openxmlformats.org/officeDocument/2006/relationships/slide" Target="/ppt/slides/slide16.xml" Id="R7769c8c1ed6043d2" /><Relationship Type="http://schemas.openxmlformats.org/officeDocument/2006/relationships/slide" Target="/ppt/slides/slide17.xml" Id="R2f72e5295f9b4e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78ffa5d97c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1d23bf585d432c" /><Relationship Type="http://schemas.openxmlformats.org/officeDocument/2006/relationships/notesMaster" Target="/ppt/notesMasters/notesMaster1.xml" Id="R9ca413d188854a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b0352075d24743" /><Relationship Type="http://schemas.openxmlformats.org/officeDocument/2006/relationships/notesMaster" Target="/ppt/notesMasters/notesMaster1.xml" Id="R4ba9c17aa8e7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46ae6d19d6470b" /><Relationship Type="http://schemas.openxmlformats.org/officeDocument/2006/relationships/notesMaster" Target="/ppt/notesMasters/notesMaster1.xml" Id="Ree1b725a3107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ffac935ff4ff9" /><Relationship Type="http://schemas.openxmlformats.org/officeDocument/2006/relationships/notesMaster" Target="/ppt/notesMasters/notesMaster1.xml" Id="R71044916d2104d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1ba2d5a7664ab9" /><Relationship Type="http://schemas.openxmlformats.org/officeDocument/2006/relationships/notesMaster" Target="/ppt/notesMasters/notesMaster1.xml" Id="R59acda505a8d4a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616b6c4f974b2c" /><Relationship Type="http://schemas.openxmlformats.org/officeDocument/2006/relationships/notesMaster" Target="/ppt/notesMasters/notesMaster1.xml" Id="Rad711415613842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94650823534403" /><Relationship Type="http://schemas.openxmlformats.org/officeDocument/2006/relationships/notesMaster" Target="/ppt/notesMasters/notesMaster1.xml" Id="R072926fa8b7b44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6705170dd64c25" /><Relationship Type="http://schemas.openxmlformats.org/officeDocument/2006/relationships/notesMaster" Target="/ppt/notesMasters/notesMaster1.xml" Id="R57fef24c344d40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0559e9397a455c" /><Relationship Type="http://schemas.openxmlformats.org/officeDocument/2006/relationships/notesMaster" Target="/ppt/notesMasters/notesMaster1.xml" Id="R05bdf49fb2104c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1765341d1f4f03" /><Relationship Type="http://schemas.openxmlformats.org/officeDocument/2006/relationships/notesMaster" Target="/ppt/notesMasters/notesMaster1.xml" Id="Rf71f4885b8d145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9cba14a3a2447b" /><Relationship Type="http://schemas.openxmlformats.org/officeDocument/2006/relationships/notesMaster" Target="/ppt/notesMasters/notesMaster1.xml" Id="R6b7b10720d0646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8d7c487bbe40d0" /><Relationship Type="http://schemas.openxmlformats.org/officeDocument/2006/relationships/notesMaster" Target="/ppt/notesMasters/notesMaster1.xml" Id="Rc1d3a95f2a7242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6a4dd0d39945e0" /><Relationship Type="http://schemas.openxmlformats.org/officeDocument/2006/relationships/notesMaster" Target="/ppt/notesMasters/notesMaster1.xml" Id="R5508bba2a92d41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d0bc631d5f47d4" /><Relationship Type="http://schemas.openxmlformats.org/officeDocument/2006/relationships/notesMaster" Target="/ppt/notesMasters/notesMaster1.xml" Id="R9f885288c6a243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946e01534e4bbe" /><Relationship Type="http://schemas.openxmlformats.org/officeDocument/2006/relationships/notesMaster" Target="/ppt/notesMasters/notesMaster1.xml" Id="R5b945ca5ed704c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af94cb723f46ad" /><Relationship Type="http://schemas.openxmlformats.org/officeDocument/2006/relationships/notesMaster" Target="/ppt/notesMasters/notesMaster1.xml" Id="R2bb52cbc124349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c13421309f4c8c" /><Relationship Type="http://schemas.openxmlformats.org/officeDocument/2006/relationships/notesMaster" Target="/ppt/notesMasters/notesMaster1.xml" Id="R466bad9a89fa41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12 · Introduce</a:t>
            </a:r>
          </a:p>
          <a:p xmlns:a="http://schemas.openxmlformats.org/drawingml/2006/main">
            <a:r>
              <a:t>Learning objective: I can describe where genetic information is stored and how chromosomes, DNA, genes and the genome are related.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order the genetic-information hierarchy.</a:t>
            </a:r>
          </a:p>
          <a:p xmlns:a="http://schemas.openxmlformats.org/drawingml/2006/main">
            <a:r>
              <a:t>I can define chromosome, DNA, gene and genome.</a:t>
            </a:r>
          </a:p>
          <a:p xmlns:a="http://schemas.openxmlformats.org/drawingml/2006/main">
            <a:r>
              <a:t>I can correct a reversed or scale-distorted hierarchy.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12 · Introduce</a:t>
            </a:r>
          </a:p>
          <a:p xmlns:a="http://schemas.openxmlformats.org/drawingml/2006/main">
            <a:r>
              <a:t>Learning objective: I can describe where genetic information is stored and how chromosomes, DNA, genes and the genome are related.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order the genetic-information hierarchy.</a:t>
            </a:r>
          </a:p>
          <a:p xmlns:a="http://schemas.openxmlformats.org/drawingml/2006/main">
            <a:r>
              <a:t>I can define chromosome, DNA, gene and genome.</a:t>
            </a:r>
          </a:p>
          <a:p xmlns:a="http://schemas.openxmlformats.org/drawingml/2006/main">
            <a:r>
              <a:t>I can correct a reversed or scale-distorted hierarchy.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W11: evidence and model limits prevent overclaiming.</a:t>
            </a:r>
          </a:p>
          <a:p xmlns:a="http://schemas.openxmlformats.org/drawingml/2006/main">
            <a:r>
              <a:t>W8: chromosomes are copied before mitosis.</a:t>
            </a:r>
          </a:p>
          <a:p xmlns:a="http://schemas.openxmlformats.org/drawingml/2006/main">
            <a:r>
              <a:t>W3: magnification does not guarantee resolution.</a:t>
            </a:r>
          </a:p>
          <a:p xmlns:a="http://schemas.openxmlformats.org/drawingml/2006/main">
            <a:r>
              <a:t>Lead-in: can a light microscope show the molecular structure of DNA?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where chromosomes are found in a eukaryotic cell.</a:t>
            </a:r>
          </a:p>
          <a:p xmlns:a="http://schemas.openxmlformats.org/drawingml/2006/main">
            <a:r>
              <a:t>Recall why daughter cells receive identical chromosome sets in mitosis.</a:t>
            </a:r>
          </a:p>
          <a:p xmlns:a="http://schemas.openxmlformats.org/drawingml/2006/main">
            <a:r>
              <a:t>Distinguish magnification from resolution.</a:t>
            </a:r>
          </a:p>
          <a:p xmlns:a="http://schemas.openxmlformats.org/drawingml/2006/main">
            <a:r>
              <a:t>Lead-in: predict whether a gene is larger or smaller than a chromosome.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CELL · contains a nucleus</a:t>
            </a:r>
          </a:p>
          <a:p xmlns:a="http://schemas.openxmlformats.org/drawingml/2006/main">
            <a:r>
              <a:t>Start big.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CHROMOSOME · one long DNA molecule</a:t>
            </a:r>
          </a:p>
          <a:p xmlns:a="http://schemas.openxmlformats.org/drawingml/2006/main">
            <a:r>
              <a:t>Humans: 46 chromosomes in most body cells, 23 pairs.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GENE · a section of DNA</a:t>
            </a:r>
          </a:p>
          <a:p xmlns:a="http://schemas.openxmlformats.org/drawingml/2006/main">
            <a:r>
              <a:t>Different genes sit at different sections; the genome is the whole set.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Cell → nucleus → chromosome → DNA → gene</a:t>
            </a:r>
          </a:p>
          <a:p xmlns:a="http://schemas.openxmlformats.org/drawingml/2006/main">
            <a:r>
              <a:t>Gene → cell → DNA → nucleus → chromosome</a:t>
            </a:r>
          </a:p>
          <a:p xmlns:a="http://schemas.openxmlformats.org/drawingml/2006/main">
            <a:r>
              <a:t>Cell → protein → nucleus → gene → chromosome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CELL · contains a nucleus</a:t>
            </a:r>
          </a:p>
          <a:p xmlns:a="http://schemas.openxmlformats.org/drawingml/2006/main">
            <a:r>
              <a:t>Start big.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CHROMOSOME · one long DNA molecule</a:t>
            </a:r>
          </a:p>
          <a:p xmlns:a="http://schemas.openxmlformats.org/drawingml/2006/main">
            <a:r>
              <a:t>Humans: 46 chromosomes in most body cells, 23 pairs.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GENE · a section of DNA</a:t>
            </a:r>
          </a:p>
          <a:p xmlns:a="http://schemas.openxmlformats.org/drawingml/2006/main">
            <a:r>
              <a:t>Different genes sit at different sections; the genome is the whole set.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Cell → nucleus → chromosome → DNA → gene</a:t>
            </a:r>
          </a:p>
          <a:p xmlns:a="http://schemas.openxmlformats.org/drawingml/2006/main">
            <a:r>
              <a:t>Gene → cell → DNA → nucleus → chromosome</a:t>
            </a:r>
          </a:p>
          <a:p xmlns:a="http://schemas.openxmlformats.org/drawingml/2006/main">
            <a:r>
              <a:t>Cell → protein → nucleus → gene → chromosome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CELL · contains a nucleus</a:t>
            </a:r>
          </a:p>
          <a:p xmlns:a="http://schemas.openxmlformats.org/drawingml/2006/main">
            <a:r>
              <a:t>Start big.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CHROMOSOME · one long DNA molecule</a:t>
            </a:r>
          </a:p>
          <a:p xmlns:a="http://schemas.openxmlformats.org/drawingml/2006/main">
            <a:r>
              <a:t>Humans: 46 chromosomes in most body cells, 23 pairs.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GENE · a section of DNA</a:t>
            </a:r>
          </a:p>
          <a:p xmlns:a="http://schemas.openxmlformats.org/drawingml/2006/main">
            <a:r>
              <a:t>Different genes sit at different sections; the genome is the whole set.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Cell → nucleus → chromosome → DNA → gene</a:t>
            </a:r>
          </a:p>
          <a:p xmlns:a="http://schemas.openxmlformats.org/drawingml/2006/main">
            <a:r>
              <a:t>Gene → cell → DNA → nucleus → chromosome</a:t>
            </a:r>
          </a:p>
          <a:p xmlns:a="http://schemas.openxmlformats.org/drawingml/2006/main">
            <a:r>
              <a:t>Cell → protein → nucleus → gene → chromosome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CHROMOSOME packaged DNA a long DNA molecule associated with proteins and carrying many genes</a:t>
            </a:r>
          </a:p>
          <a:p xmlns:a="http://schemas.openxmlformats.org/drawingml/2006/main">
            <a:r>
              <a:t>GENE section of DNA a section of DNA that codes for a specific protein</a:t>
            </a:r>
          </a:p>
          <a:p xmlns:a="http://schemas.openxmlformats.org/drawingml/2006/main">
            <a:r>
              <a:t>GENOME all an organism's DNA the entire DNA of an organism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Nested cards show part-whole relationships and let pupils physically trace from a cell to one gene.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Start with a eukaryotic body cell and locate its nucleus.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Inside the nucleus, identify chromosomes; each chromosome contains one long DNA molecule associated with proteins.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Zoom conceptually to DNA: a gene is a section of that DNA, and the genome is all the organism's DNA.</a:t>
            </a:r>
          </a:p>
          <a:p xmlns:a="http://schemas.openxmlformats.org/drawingml/2006/main">
            <a:r>
              <a:t>Zoom in · press the levels from biggest to smallest</a:t>
            </a:r>
          </a:p>
          <a:p xmlns:a="http://schemas.openxmlformats.org/drawingml/2006/main">
            <a:r>
              <a:t>chromosome</a:t>
            </a:r>
          </a:p>
          <a:p xmlns:a="http://schemas.openxmlformats.org/drawingml/2006/main">
            <a:r>
              <a:t>gene</a:t>
            </a:r>
          </a:p>
          <a:p xmlns:a="http://schemas.openxmlformats.org/drawingml/2006/main">
            <a:r>
              <a:t>cell</a:t>
            </a:r>
          </a:p>
          <a:p xmlns:a="http://schemas.openxmlformats.org/drawingml/2006/main">
            <a:r>
              <a:t>DNA molecule</a:t>
            </a:r>
          </a:p>
          <a:p xmlns:a="http://schemas.openxmlformats.org/drawingml/2006/main">
            <a:r>
              <a:t>nucleus</a:t>
            </a:r>
          </a:p>
          <a:p xmlns:a="http://schemas.openxmlformats.org/drawingml/2006/main">
            <a:r>
              <a:t>Biggest first.</a:t>
            </a:r>
          </a:p>
          <a:p xmlns:a="http://schemas.openxmlformats.org/drawingml/2006/main">
            <a:r>
              <a:t>A gene is bigger than a chromosome</a:t>
            </a:r>
          </a:p>
          <a:p xmlns:a="http://schemas.openxmlformats.org/drawingml/2006/main">
            <a:r>
              <a:t>A chromosome is one long DNA molecule; a gene is a section of it</a:t>
            </a:r>
          </a:p>
          <a:p xmlns:a="http://schemas.openxmlformats.org/drawingml/2006/main">
            <a:r>
              <a:t>Which is right?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CHROMOSOME packaged DNA a long DNA molecule associated with proteins and carrying many genes</a:t>
            </a:r>
          </a:p>
          <a:p xmlns:a="http://schemas.openxmlformats.org/drawingml/2006/main">
            <a:r>
              <a:t>GENE section of DNA a section of DNA that codes for a specific protein</a:t>
            </a:r>
          </a:p>
          <a:p xmlns:a="http://schemas.openxmlformats.org/drawingml/2006/main">
            <a:r>
              <a:t>GENOME all an organism's DNA the entire DNA of an organism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Nested cards show part-whole relationships and let pupils physically trace from a cell to one gene.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Start with a eukaryotic body cell and locate its nucleus.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Inside the nucleus, identify chromosomes; each chromosome contains one long DNA molecule associated with proteins.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Zoom conceptually to DNA: a gene is a section of that DNA, and the genome is all the organism's DNA.</a:t>
            </a:r>
          </a:p>
          <a:p xmlns:a="http://schemas.openxmlformats.org/drawingml/2006/main">
            <a:r>
              <a:t>Zoom in · press the levels from biggest to smallest</a:t>
            </a:r>
          </a:p>
          <a:p xmlns:a="http://schemas.openxmlformats.org/drawingml/2006/main">
            <a:r>
              <a:t>chromosome</a:t>
            </a:r>
          </a:p>
          <a:p xmlns:a="http://schemas.openxmlformats.org/drawingml/2006/main">
            <a:r>
              <a:t>gene</a:t>
            </a:r>
          </a:p>
          <a:p xmlns:a="http://schemas.openxmlformats.org/drawingml/2006/main">
            <a:r>
              <a:t>cell</a:t>
            </a:r>
          </a:p>
          <a:p xmlns:a="http://schemas.openxmlformats.org/drawingml/2006/main">
            <a:r>
              <a:t>DNA molecule</a:t>
            </a:r>
          </a:p>
          <a:p xmlns:a="http://schemas.openxmlformats.org/drawingml/2006/main">
            <a:r>
              <a:t>nucleus</a:t>
            </a:r>
          </a:p>
          <a:p xmlns:a="http://schemas.openxmlformats.org/drawingml/2006/main">
            <a:r>
              <a:t>Biggest first.</a:t>
            </a:r>
          </a:p>
          <a:p xmlns:a="http://schemas.openxmlformats.org/drawingml/2006/main">
            <a:r>
              <a:t>A gene is bigger than a chromosome</a:t>
            </a:r>
          </a:p>
          <a:p xmlns:a="http://schemas.openxmlformats.org/drawingml/2006/main">
            <a:r>
              <a:t>A chromosome is one long DNA molecule; a gene is a section of it</a:t>
            </a:r>
          </a:p>
          <a:p xmlns:a="http://schemas.openxmlformats.org/drawingml/2006/main">
            <a:r>
              <a:t>Which is right?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A gene is a section of DNA located on a chromosome.</a:t>
            </a:r>
          </a:p>
          <a:p xmlns:a="http://schemas.openxmlformats.org/drawingml/2006/main">
            <a:r>
              <a:t>A chromosome is a section of a gene located outside the cell.</a:t>
            </a:r>
          </a:p>
          <a:p xmlns:a="http://schemas.openxmlformats.org/drawingml/2006/main">
            <a:r>
              <a:t>A genome is one protein made by one gene.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 gene's base sequence provides information for making a particular protein; the lesson does not require Higher-tier protein-synthesis stages.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Different genes occupy different sections of chromosome DNA, while the genome includes all chromosomes and other DNA in the organism.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Chromosomes are not permanently X-shaped; that familiar shape represents a condensed, copied chromosome during cell division.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Nested cards show part-whole relationships and let pupils physically trace from a cell to one gene.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 gene's base sequence provides information for making a particular protein; the lesson does not require Higher-tier protein-synthesis stages.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Different genes occupy different sections of chromosome DNA, while the genome includes all chromosomes and other DNA in the organism.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Chromosomes are not permanently X-shaped; that familiar shape represents a condensed, copied chromosome during cell division.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Nested cards show part-whole relationships and let pupils physically trace from a cell to one gene.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description at the correct level, then read the complete hierarchy aloud or by pointing.</a:t>
            </a:r>
          </a:p>
          <a:p xmlns:a="http://schemas.openxmlformats.org/drawingml/2006/main">
            <a:r>
              <a:t>CELL NUCLEUS CHROMOSOME DNA GENE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Location The membrane-bound compartment that contains chromosomes in a eukaryotic cell.</a:t>
            </a:r>
          </a:p>
          <a:p xmlns:a="http://schemas.openxmlformats.org/drawingml/2006/main">
            <a:r>
              <a:t>Long molecule The molecule associated with proteins to form a chromosome.</a:t>
            </a:r>
          </a:p>
          <a:p xmlns:a="http://schemas.openxmlformats.org/drawingml/2006/main">
            <a:r>
              <a:t>Coding section A section of DNA that codes for a specific protein.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CELL / NUCLEUS LEVEL</a:t>
            </a:r>
          </a:p>
          <a:p xmlns:a="http://schemas.openxmlformats.org/drawingml/2006/main">
            <a:r>
              <a:t>CHROMOSOME / DNA LEVEL</a:t>
            </a:r>
          </a:p>
          <a:p xmlns:a="http://schemas.openxmlformats.org/drawingml/2006/main">
            <a:r>
              <a:t>GENE / GENOME IDEA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gene contains DNA, and DNA contains chromosomes.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the smallest item contains the larger ones.</a:t>
            </a:r>
          </a:p>
          <a:p xmlns:a="http://schemas.openxmlformats.org/drawingml/2006/main">
            <a:r>
              <a:t>Repair it: chromosomes contain DNA; genes are sections of DNA.</a:t>
            </a:r>
          </a:p>
          <a:p xmlns:a="http://schemas.openxmlformats.org/drawingml/2006/main">
            <a:r>
              <a:t>Repair it: genes are separate cells inside the nucleus.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description at the correct level, then read the complete hierarchy aloud or by pointing.</a:t>
            </a:r>
          </a:p>
          <a:p xmlns:a="http://schemas.openxmlformats.org/drawingml/2006/main">
            <a:r>
              <a:t>CELL NUCLEUS CHROMOSOME DNA GENE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Location The membrane-bound compartment that contains chromosomes in a eukaryotic cell.</a:t>
            </a:r>
          </a:p>
          <a:p xmlns:a="http://schemas.openxmlformats.org/drawingml/2006/main">
            <a:r>
              <a:t>Long molecule The molecule associated with proteins to form a chromosome.</a:t>
            </a:r>
          </a:p>
          <a:p xmlns:a="http://schemas.openxmlformats.org/drawingml/2006/main">
            <a:r>
              <a:t>Coding section A section of DNA that codes for a specific protein.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CELL / NUCLEUS LEVEL</a:t>
            </a:r>
          </a:p>
          <a:p xmlns:a="http://schemas.openxmlformats.org/drawingml/2006/main">
            <a:r>
              <a:t>CHROMOSOME / DNA LEVEL</a:t>
            </a:r>
          </a:p>
          <a:p xmlns:a="http://schemas.openxmlformats.org/drawingml/2006/main">
            <a:r>
              <a:t>GENE / GENOME IDEA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gene contains DNA, and DNA contains chromosomes.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the smallest item contains the larger ones.</a:t>
            </a:r>
          </a:p>
          <a:p xmlns:a="http://schemas.openxmlformats.org/drawingml/2006/main">
            <a:r>
              <a:t>Repair it: chromosomes contain DNA; genes are sections of DNA.</a:t>
            </a:r>
          </a:p>
          <a:p xmlns:a="http://schemas.openxmlformats.org/drawingml/2006/main">
            <a:r>
              <a:t>Repair it: genes are separate cells inside the nucleus.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description at the correct level, then read the complete hierarchy aloud or by pointing.</a:t>
            </a:r>
          </a:p>
          <a:p xmlns:a="http://schemas.openxmlformats.org/drawingml/2006/main">
            <a:r>
              <a:t>CELL NUCLEUS CHROMOSOME DNA GENE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Location The membrane-bound compartment that contains chromosomes in a eukaryotic cell.</a:t>
            </a:r>
          </a:p>
          <a:p xmlns:a="http://schemas.openxmlformats.org/drawingml/2006/main">
            <a:r>
              <a:t>Long molecule The molecule associated with proteins to form a chromosome.</a:t>
            </a:r>
          </a:p>
          <a:p xmlns:a="http://schemas.openxmlformats.org/drawingml/2006/main">
            <a:r>
              <a:t>Coding section A section of DNA that codes for a specific protein.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CELL / NUCLEUS LEVEL</a:t>
            </a:r>
          </a:p>
          <a:p xmlns:a="http://schemas.openxmlformats.org/drawingml/2006/main">
            <a:r>
              <a:t>CHROMOSOME / DNA LEVEL</a:t>
            </a:r>
          </a:p>
          <a:p xmlns:a="http://schemas.openxmlformats.org/drawingml/2006/main">
            <a:r>
              <a:t>GENE / GENOME IDEA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gene contains DNA, and DNA contains chromosomes.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the smallest item contains the larger ones.</a:t>
            </a:r>
          </a:p>
          <a:p xmlns:a="http://schemas.openxmlformats.org/drawingml/2006/main">
            <a:r>
              <a:t>Repair it: chromosomes contain DNA; genes are sections of DNA.</a:t>
            </a:r>
          </a:p>
          <a:p xmlns:a="http://schemas.openxmlformats.org/drawingml/2006/main">
            <a:r>
              <a:t>Repair it: genes are separate cells inside the nucleus.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Nested hierarchy cards, chromosome/DNA ribbon model, labels, arrow strip and pencil.</a:t>
            </a:r>
          </a:p>
          <a:p xmlns:a="http://schemas.openxmlformats.org/drawingml/2006/main">
            <a:r>
              <a:t>Same outcome: I can describe where genetic information is stored and how chromosomes, DNA, genes and the genome are related.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placement lab with the same hierarchy and descriptions; it makes no network request.</a:t>
            </a:r>
          </a:p>
          <a:p xmlns:a="http://schemas.openxmlformats.org/drawingml/2006/main">
            <a:r>
              <a:t>Same evidence: An ordered hierarchy, accurate definitions and one honest statement about scale or shape.</a:t>
            </a:r>
          </a:p>
          <a:p xmlns:a="http://schemas.openxmlformats.org/drawingml/2006/main">
            <a:r>
              <a:t>Equipment / setup Nested hierarchy cards, chromosome/DNA ribbon model, labels, arrow strip and pencil.</a:t>
            </a:r>
          </a:p>
          <a:p xmlns:a="http://schemas.openxmlformats.org/drawingml/2006/main">
            <a:r>
              <a:t>Safety / sensory Desk-based. Use large pieces rather than small loose beads where choking or fine-motor access is a concern.</a:t>
            </a:r>
          </a:p>
          <a:p xmlns:a="http://schemas.openxmlformats.org/drawingml/2006/main">
            <a:r>
              <a:t>Offline parity Use the local placement lab with the same hierarchy and descriptions; it makes no network request.</a:t>
            </a:r>
          </a:p>
          <a:p xmlns:a="http://schemas.openxmlformats.org/drawingml/2006/main">
            <a:r>
              <a:t>No-equipment/access route: Direct an adult to place each large card and dictate the contains/section-of links.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Build the full hierarchy and write two linked relationship sentences.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The nucleus contains __. A gene is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Nested hierarchy cards, chromosome/DNA ribbon model, labels, arrow strip and pencil.</a:t>
            </a:r>
          </a:p>
          <a:p xmlns:a="http://schemas.openxmlformats.org/drawingml/2006/main">
            <a:r>
              <a:t>Same outcome: I can describe where genetic information is stored and how chromosomes, DNA, genes and the genome are related.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placement lab with the same hierarchy and descriptions; it makes no network request.</a:t>
            </a:r>
          </a:p>
          <a:p xmlns:a="http://schemas.openxmlformats.org/drawingml/2006/main">
            <a:r>
              <a:t>Same evidence: An ordered hierarchy, accurate definitions and one honest statement about scale or shape.</a:t>
            </a:r>
          </a:p>
          <a:p xmlns:a="http://schemas.openxmlformats.org/drawingml/2006/main">
            <a:r>
              <a:t>Equipment / setup Nested hierarchy cards, chromosome/DNA ribbon model, labels, arrow strip and pencil.</a:t>
            </a:r>
          </a:p>
          <a:p xmlns:a="http://schemas.openxmlformats.org/drawingml/2006/main">
            <a:r>
              <a:t>Safety / sensory Desk-based. Use large pieces rather than small loose beads where choking or fine-motor access is a concern.</a:t>
            </a:r>
          </a:p>
          <a:p xmlns:a="http://schemas.openxmlformats.org/drawingml/2006/main">
            <a:r>
              <a:t>Offline parity Use the local placement lab with the same hierarchy and descriptions; it makes no network request.</a:t>
            </a:r>
          </a:p>
          <a:p xmlns:a="http://schemas.openxmlformats.org/drawingml/2006/main">
            <a:r>
              <a:t>No-equipment/access route: Direct an adult to place each large card and dictate the contains/section-of links.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Build the full hierarchy and write two linked relationship sentences.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The nucleus contains __. A gene is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SCI_L_W12L1_DNA_Hierarchy_Introduce.html.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cards are not to scale, omit most molecular detail and can wrongly imply chromosomes are always X-shaped if the limitation is not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Describe how a chromosome, DNA and a gene are related.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SCI_L_W12L1_DNA_Hierarchy_Introduce.html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169f185394c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156c595e3e425e" /><Relationship Type="http://schemas.openxmlformats.org/officeDocument/2006/relationships/slideLayout" Target="/ppt/slideLayouts/slideLayout1.xml" Id="R2dc108d55f1e47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c108d55f1e47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467ff2c6445b7" /><Relationship Type="http://schemas.openxmlformats.org/officeDocument/2006/relationships/hyperlink" Target="SCI_L_W12L1_DNA_Hierarchy_Introduce.html" TargetMode="External" Id="Re8baf233191142c5" /><Relationship Type="http://schemas.openxmlformats.org/officeDocument/2006/relationships/notesSlide" Target="/ppt/notesSlides/notesSlide1.xml" Id="Re6466889c0fe42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62c4d43cd40e7" /><Relationship Type="http://schemas.openxmlformats.org/officeDocument/2006/relationships/notesSlide" Target="/ppt/notesSlides/notesSlide2.xml" Id="R854116cf0c6c4a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89f9e487d4132" /><Relationship Type="http://schemas.openxmlformats.org/officeDocument/2006/relationships/notesSlide" Target="/ppt/notesSlides/notesSlide3.xml" Id="Ra0fa78155ca045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fae5295694f00" /><Relationship Type="http://schemas.openxmlformats.org/officeDocument/2006/relationships/notesSlide" Target="/ppt/notesSlides/notesSlide4.xml" Id="R0ca2cc6e189642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108d477b349bb" /><Relationship Type="http://schemas.openxmlformats.org/officeDocument/2006/relationships/notesSlide" Target="/ppt/notesSlides/notesSlide5.xml" Id="Rdaee3e1367ac41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8d6effcc449c9" /><Relationship Type="http://schemas.openxmlformats.org/officeDocument/2006/relationships/image" Target="/ppt/media/image.png" Id="R6447f55bcf2e42ad" /><Relationship Type="http://schemas.openxmlformats.org/officeDocument/2006/relationships/image" Target="/ppt/media/image2.png" Id="R3b575683e593483b" /><Relationship Type="http://schemas.openxmlformats.org/officeDocument/2006/relationships/image" Target="/ppt/media/image3.png" Id="R7fe2814251af481d" /><Relationship Type="http://schemas.openxmlformats.org/officeDocument/2006/relationships/notesSlide" Target="/ppt/notesSlides/notesSlide6.xml" Id="Re6fd0bf126584a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c3704479b466c" /><Relationship Type="http://schemas.openxmlformats.org/officeDocument/2006/relationships/notesSlide" Target="/ppt/notesSlides/notesSlide7.xml" Id="R56d522d4035c4d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a001b7cc54178" /><Relationship Type="http://schemas.openxmlformats.org/officeDocument/2006/relationships/notesSlide" Target="/ppt/notesSlides/notesSlide8.xml" Id="R20e91cd246224e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2d309fd164d4f" /><Relationship Type="http://schemas.openxmlformats.org/officeDocument/2006/relationships/notesSlide" Target="/ppt/notesSlides/notesSlide9.xml" Id="R1cec5488a8c94c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64efbf30e4d9f" /><Relationship Type="http://schemas.openxmlformats.org/officeDocument/2006/relationships/notesSlide" Target="/ppt/notesSlides/notesSlide10.xml" Id="R86d6fc110c9242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843b73ce346a4" /><Relationship Type="http://schemas.openxmlformats.org/officeDocument/2006/relationships/notesSlide" Target="/ppt/notesSlides/notesSlide11.xml" Id="Rbad098835ba645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6d5da015f45a0" /><Relationship Type="http://schemas.openxmlformats.org/officeDocument/2006/relationships/notesSlide" Target="/ppt/notesSlides/notesSlide12.xml" Id="Rcbb090e664044c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e7fbf0bd74ee5" /><Relationship Type="http://schemas.openxmlformats.org/officeDocument/2006/relationships/notesSlide" Target="/ppt/notesSlides/notesSlide13.xml" Id="Rdc5fbedbc33947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6a611bafe47fc" /><Relationship Type="http://schemas.openxmlformats.org/officeDocument/2006/relationships/notesSlide" Target="/ppt/notesSlides/notesSlide14.xml" Id="Rc2733c5d8cd643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eb363b5aa4ff4" /><Relationship Type="http://schemas.openxmlformats.org/officeDocument/2006/relationships/notesSlide" Target="/ppt/notesSlides/notesSlide15.xml" Id="R73fbf5745b3d46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88c9a642e489e" /><Relationship Type="http://schemas.openxmlformats.org/officeDocument/2006/relationships/notesSlide" Target="/ppt/notesSlides/notesSlide16.xml" Id="R41dbd15f0d2944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e2edea6574372" /><Relationship Type="http://schemas.openxmlformats.org/officeDocument/2006/relationships/notesSlide" Target="/ppt/notesSlides/notesSlide17.xml" Id="R7bc0394d1f984c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7CC883F5-BDAE-4773-83E1-9E1AD648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ED1B9BE-58FB-4799-A82E-C4C83F1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8CB0DF7-4BA1-4D12-9A6A-8C4AB3A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9B9991-F80E-4218-A589-0A6BA91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Genetic Information: Cell to Gene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DA6C78A-D9DD-4B3C-A9C0-D1EE724D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69168F4-2938-4E3D-B201-8E33EC76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describe where genetic information is stored and how chromosomes, DNA, genes and the genome are related.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DC81BAE5-1A93-46B6-AFA5-0AD255A6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6F7EC1B6-0906-4F5F-B9AE-DC108039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LOCATE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29751A87-30D0-4392-AE97-69FD9E6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cell to gene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98620A6C-2E4B-45A8-9BA3-7F88F194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359B8972-83E1-463E-A86B-B2FB1FF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RELATE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2E578E09-AE71-49F5-9D41-09FD89FA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part and whole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065F25C9-474B-4771-A3F5-927844DA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40EA56CF-5B7C-4C57-95F8-6E351A0F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56EEFEB8-1536-444F-978C-C9FEAE69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models are not to scale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F0C8189C-736A-403A-B44A-BD20C735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e8baf233191142c5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C9A13EF9-7652-4C67-A33E-FBD8B86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F804E302-1877-4236-A63E-EFD6B3E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872107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A8C3D09-455E-4E60-968F-B65DE3AC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A471949-597E-47E3-A320-02875D2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810DEFA-4FD6-4238-9A1A-D622DEE7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3301BA-E777-4534-BF11-EFE4E207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719DAA7-1353-4200-9E79-65409858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72389C8-7352-4EE7-B1DC-BEDD1799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order the genetic-information hierarchy.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310A6C3-78F1-47CC-8A62-7FB3E22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define chromosome, DNA, gene and genome.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40592EA-E73E-4495-961A-D6E0991E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correct a reversed or scale-distorted hierarchy.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F2F8756-50C2-4039-87E1-091D6716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16B9296-6A56-4580-BBCD-BFFB41C3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411161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B216C4E-EE17-4586-BBCF-6289EA54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946B443-C333-4F90-8559-3404A2DE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0AA86C6-73D9-40E3-B191-0E7601A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04369C-A450-46DA-AC64-BF505E6C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FC90AD2-E689-49DF-8163-61E6070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AB0534E-F32E-4ACD-94E5-50C442E2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where chromosomes are found in a eukaryotic cell.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BA09682-3735-413F-8DFE-5978B918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Recall why daughter cells receive identical chromosome sets in mitosis.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70ABC4A-81B0-4584-96AC-A6DA0656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Distinguish magnification from resolution.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9FF8874-C979-4662-BF73-9B37C41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predict whether a gene is larger or smaller than a chromosome.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0BE9F6E-9F8E-4CBB-BEA9-22FA5306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9276C77-8243-4FFE-A665-B3029D9D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076352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6D434DA-0592-4057-A42C-0482D132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C75A939-A953-4BC0-8F91-E6D6ECF2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29A5FA8-4019-4D05-B220-F63EF55E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15ED4A-2A74-4701-9A4E-BE5F7B35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order moves from a large biological structure to a smaller part of its genetic material?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B5C5EDB-DF63-49EF-8BCC-75E9CE0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BC18792-F02B-4207-92D1-EE10991B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D88CE21-2035-4D21-8EA7-2C23B362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Cell → nucleus → chromosome → DNA → gene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D67FA92-FC2E-46A3-A874-8E46BD43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Gene → cell → DNA → nucleus → chromosome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B6693D4-EFC5-4B67-917C-EE1DD8CD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Cell → protein → nucleus → gene → chromosome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9989EBE-C2C0-4332-BE2A-B36F031B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DE71FA19-081C-4E46-B073-D337A37D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254332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23D9047-D13E-40E3-B1C4-970B115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B25A127-720F-4CB1-945D-2E7EF7A9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8372122-E7CC-44F1-9CB0-1856FB1F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E41092-B818-4EDC-AC63-C595A843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AEE4B47-C8DB-41C9-984C-06DC2159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CF44AEB-D843-4E9C-971E-BF7E0948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CELL · contains nucleus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DA23008-9E0B-49CB-A395-EC38E541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CHROMOSOME · one long DNA molecule with proteins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3682FE5-B470-4B01-AB6E-043E8487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GENE · section of DNA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DD0C00C-70BD-40ED-8AAD-8CECE5F8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96E9171-FBE4-4D94-944C-0D053C29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458613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6E8880FB-0FE8-4B4D-8E6A-E28A06C1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252D583-83EF-4BBD-ADF2-DBF88FED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415CE94-3430-49D3-91C3-2C3238CD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CB9E50-A819-4909-BDAD-A20F8EE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6B493AE-3A5C-4195-9578-F4BB6B64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7f55bcf2e42ad"/>
          <a:stretch xmlns:a="http://schemas.openxmlformats.org/drawingml/2006/main"/>
        </p:blipFill>
        <p:spPr>
          <a:xfrm xmlns:a="http://schemas.openxmlformats.org/drawingml/2006/main">
            <a:off x="800100" y="3226655"/>
            <a:ext cx="3378200" cy="90951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4BF43E7F-7EF4-41C1-B91E-EAAA6E97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Cell and nucleus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75683e593483b"/>
          <a:stretch xmlns:a="http://schemas.openxmlformats.org/drawingml/2006/main"/>
        </p:blipFill>
        <p:spPr>
          <a:xfrm xmlns:a="http://schemas.openxmlformats.org/drawingml/2006/main">
            <a:off x="4406900" y="3226655"/>
            <a:ext cx="3378200" cy="909515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FF607024-0816-4C88-A5FB-A35315D8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To DNA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2814251af481d"/>
          <a:stretch xmlns:a="http://schemas.openxmlformats.org/drawingml/2006/main"/>
        </p:blipFill>
        <p:spPr>
          <a:xfrm xmlns:a="http://schemas.openxmlformats.org/drawingml/2006/main">
            <a:off x="8013700" y="3226655"/>
            <a:ext cx="3378200" cy="909515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0DEF6AA5-A3C4-4EF0-AFCA-54A0ADEC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To gene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02850E5D-ECB9-431E-8F33-693C87B8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8B0C6E15-A252-4189-8E42-1192D14A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685043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81C3CE9-33F1-4293-A3E5-3B834FA2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B636FF7-7C0F-4D15-9FE0-0583034E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6B4CAD8-3135-4AD6-9AEE-676404B8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5B08F1-679A-40D2-9C89-BA4404EF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C520730-C294-41DE-8D87-F22E95F2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B7C7898-9536-4DBF-8755-9D5B9E8D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chromosome — packaged DNA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D4E3F8D-DCAA-4EE5-9DBC-309B0339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gene — section of DNA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D213D0A-867F-4B66-8681-601CB14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genome — all an organism's DNA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0036CC1-C114-42BA-84C4-7176B23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E9142F0-B580-44FE-B384-D33DFDCA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90200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8EF0054-4397-4A98-953A-00E85C69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825EE5C-B559-4CA6-8B0C-CF49F710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62F1484-5008-4D69-9281-85A8B7C4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6FFA00-097D-4DF6-BEAC-DCB52177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63BEAE6-536E-4F9B-BEC4-A8343576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64E1EFB-36B3-433D-A24A-858910A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Start with a eukaryotic body cell and locate its nucleus.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F0CFE24-9DED-41A3-9755-6E53E407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Inside the nucleus, identify chromosomes; each chromosome contains one long DNA molecule associated with proteins.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1D15C08-F4EF-4A20-9E79-A625F95D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Zoom conceptually to DNA: a gene is a section of that DNA, and the genome is all the organism's DNA.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6A78137D-BF06-412F-9D9E-8223FBE0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6898F6C-5CB7-45B6-8988-16411F16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776795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C396FDC-962A-4404-8574-47FDD2FD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910CEFA-DFCE-4EFF-808A-B79E99F2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445D9D8-5466-4D2F-921D-708C3C72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ADD350-1C3D-4E33-846D-C4065D02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relationship is correct?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D5D55F4-D8C2-41CA-A7BE-09EF86D5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D648424-4E29-4297-A445-D4FAEE17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A gene is a section of DNA located on a chromosome.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5CE89CE-4665-4398-BED0-4B99552A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 chromosome is a section of a gene located outside the cell.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94B7123-5323-4344-8BD9-2E0E0161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 genome is one protein made by one gene.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7D5A86F-EE45-4BAA-88EF-D8D0FD7A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C436077-71F2-41A2-8F11-CACFF766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BCE7B11-49AA-4B2C-ADBC-1337F972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5862431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5003F03-8661-41C6-BA5B-1530D24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CAC8B5A-1181-46F4-B10D-A532CCF4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BCFC631-FBBD-4DC1-A34D-BB1F58AD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2244AA-5E53-4C2C-B442-915CE5F5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AB34318-2D87-4F51-AFB9-3915BA09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62246A1-2D3C-4F2C-82DF-F1B9A082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gene's base sequence provides information for making a particular protein; the lesson does not require Higher-tier protein-synthesis stages.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237FB4B-2676-4B6F-B96C-27E05D7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Different genes occupy different sections of chromosome DNA, while the genome includes all chromosomes and other DNA in the organism.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BF3C974-2C21-4D83-BABD-F74F8D2D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Chromosomes are not permanently X-shaped; that familiar shape represents a condensed, copied chromosome during cell division.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4C1ACE6-4FD0-4598-9802-7810B535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9FFBF12-86C4-4D56-B9F4-CC4F56BC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1457392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8D32725-4ECF-44F6-8614-BC3C1F85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EADCBB2-2E35-4394-AC10-BC50BA9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EF88732-A8A6-4397-87AD-A6520663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7B5276-C5AF-457B-9318-E0EA7FBB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11E8552-1D7E-4B61-8447-D6E908AD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BF46552-8DAE-476A-B46F-48B35FA5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gene contains DNA, and DNA contains chromosomes.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A320FA0-4DAB-4B94-B11E-D29A7205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the smallest item contains the larger ones.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EF40A95-5278-4F81-8931-2DD9103B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chromosomes contain DNA; genes are sections of DNA.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E4A87D3-EB3C-4933-BDAE-9345627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genes are separate cells inside the nucleus.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FC12069-E8CD-4176-A3F3-23974FE4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A0BF1CC2-E3E8-453D-88F3-BCEF90EE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4836482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4B9D36B5-B52B-4E69-8E4E-7A84DE52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B89CC3F-29B9-482D-BB38-671553A8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9E09007-1B47-4C28-A553-C8D11845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1BBEA6-DE34-4ABD-8C02-019BDB05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Genetic hierarchy placement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3280F69-3CBB-4891-8DC6-AFB90E8A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8D7C6B8-8AEA-4C32-A7B1-9CFBFC5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Place each description at the correct level, then read the complete hierarchy aloud or by pointing.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4D646EF-DFCD-44F5-9270-44F9AD4F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CELL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924A4FF-C423-495C-865D-CCF71DDA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NUCLEUS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F53C1D1-AB2C-428D-BFD7-A874C62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CHROMOSOME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56C8E79-73AA-4E75-9B29-385E4C8C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DNA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E5DAE7D-BE4B-4E77-8C17-E8870416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GENE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C4C4DBD7-2AB9-494E-977A-3975C728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F46D8B5-CE2B-4DA0-B206-603FB60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396521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15738FA-BB55-49BC-A500-7A94172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646F878-0CE2-41D4-85E1-31DC2648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1F096DA-B123-4182-99F8-97FF410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AB25F5-0931-474F-BA0E-9AFA4C9D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Genetic hierarchy placement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F79BC63-4E3A-46B7-B750-1E944CB7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F6B8464-F6EB-4C62-ABA3-8D1A542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B1D3D970-FB20-4102-A418-665306A4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13CF1AE-3C55-4E4A-A239-3DAEAC6A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7613622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A151B11-B213-41C9-B5D7-C6EA000F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23EAF3D-DC9B-4E9A-93B7-FE66551A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50CFF6C-A64B-4972-9B4F-2ABD4879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80C661-6C78-45FD-8EE1-A22DF85A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1E9BEAA-B932-4937-8DFD-2B5EE0C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1AF1A32-639D-454A-B20C-C02F9197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CELL / NUCLEUS LEVEL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0BADA8A-DB72-4EDE-84CC-45BB8852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CHROMOSOME / DNA LEVEL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E0CB140-DFB4-40D7-AA0A-F330FC3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GENE / GENOME IDEA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3B679DC-DCCA-41D5-B90E-8EBB226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contains and section of to describe the full hierarchy without reversing it.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D92D9F1-E644-4381-AA1E-9A286293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F1B5EE6-9CF6-4EED-BF8D-C4BDC9A2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3789190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5E0A6FF-AF92-4AE7-9EF8-4462AF8C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4B2EC58-D910-4598-B5E0-498F4421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E0DB0ED-8309-44F4-933D-3200C66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E58038-1390-4258-88FA-526ED64D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D14BAD6-8689-414E-8AB4-1D5CD9B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DF68A9A-9AFC-487E-8B91-6D0683B6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and annotate the genetic-information hierarchy, then explain one model strength and one limitation.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10439EE-738F-4A8C-9543-EB45C49B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An ordered hierarchy, accurate definitions and one honest statement about scale or shape.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736D729-8855-4E57-876B-F5152185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EAA78CB-70B4-4CB7-9380-886823E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2317570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F1895EC-C3DB-49D0-A6B6-C0012770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989D5F6-0C8C-4237-8CAC-4A158561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4A8B919-9CAD-4D2A-9F82-5749D1D4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E192F6-C560-4A06-86BD-95080C33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B50B802-AE9E-4C3D-A9AB-1ABF437E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4323CF9-BCE1-4B83-AC21-23FDC530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Order five icon-backed cards and complete: a gene is a section of __.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37FAC35-AFD4-43CC-B7C4-6FC1AC40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Build the full hierarchy and write two linked relationship sentences.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BCA20B6-375E-40BA-90AC-A1E204E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Explain the hierarchy, include genome and critique the permanent-X and scale misconceptions.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1E53231-3CDD-4D53-B896-35D2858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AEC26FE-1EDE-4EAB-94A8-0462303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2607333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2ACBA45-B5BB-4D1E-BEE4-D4F6CBA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C5CD005-3994-4153-B01A-3A515415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1ECAACF-45E9-4DD6-A94A-A7A67643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F298EE-3C1C-4B1B-928F-C8C7CB0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E663674-D796-43D8-893D-0E6A189F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22C32A6-D4BB-45A4-BFCE-5D92DBF8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Describe how a chromosome, DNA and a gene are related.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753680A-0622-4EBB-9414-107EF7C1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2E662EED-0095-4EED-A284-E212B966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4603932-F162-486F-B92A-70DF9C5A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675170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2026-09-08T08:54:19.5240000Z</dcterms:created>
  <dcterms:modified xsi:type="dcterms:W3CDTF">2026-09-08T08:54:19.5240000Z</dcterms:modified>
</coreProperties>
</file>