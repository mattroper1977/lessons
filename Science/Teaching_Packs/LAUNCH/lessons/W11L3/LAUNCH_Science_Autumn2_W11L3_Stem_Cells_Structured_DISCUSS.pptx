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776f440c3743a4" /><Relationship Type="http://schemas.openxmlformats.org/officeDocument/2006/relationships/extended-properties" Target="/docProps/app.xml" Id="R49524c9821484013" /><Relationship Type="http://schemas.openxmlformats.org/officeDocument/2006/relationships/officeDocument" Target="/ppt/presentation.xml" Id="Rf30acb06441d48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eccbbaff1a4c62"/>
  </p:sldMasterIdLst>
  <p:notesMasterIdLst>
    <p:notesMasterId xmlns:r="http://schemas.openxmlformats.org/officeDocument/2006/relationships" r:id="R35d3a02beff04d9b"/>
  </p:notesMasterIdLst>
  <p:sldIdLst>
    <p:sldId xmlns:r="http://schemas.openxmlformats.org/officeDocument/2006/relationships" id="256" r:id="R7aaa2365998a42a8"/>
    <p:sldId xmlns:r="http://schemas.openxmlformats.org/officeDocument/2006/relationships" id="257" r:id="Rdd80011058ac4ebc"/>
    <p:sldId xmlns:r="http://schemas.openxmlformats.org/officeDocument/2006/relationships" id="258" r:id="R87263075f75b4f24"/>
    <p:sldId xmlns:r="http://schemas.openxmlformats.org/officeDocument/2006/relationships" id="259" r:id="Rf2bc8b904d6447b8"/>
    <p:sldId xmlns:r="http://schemas.openxmlformats.org/officeDocument/2006/relationships" id="260" r:id="R6ff0652f3507468e"/>
    <p:sldId xmlns:r="http://schemas.openxmlformats.org/officeDocument/2006/relationships" id="261" r:id="R064d6860e82645c5"/>
    <p:sldId xmlns:r="http://schemas.openxmlformats.org/officeDocument/2006/relationships" id="262" r:id="Rfebf04af0e5d4d24"/>
    <p:sldId xmlns:r="http://schemas.openxmlformats.org/officeDocument/2006/relationships" id="263" r:id="R9e5559c701044542"/>
    <p:sldId xmlns:r="http://schemas.openxmlformats.org/officeDocument/2006/relationships" id="264" r:id="R8152de8111ba42c2"/>
    <p:sldId xmlns:r="http://schemas.openxmlformats.org/officeDocument/2006/relationships" id="265" r:id="R506355603c004aa6"/>
    <p:sldId xmlns:r="http://schemas.openxmlformats.org/officeDocument/2006/relationships" id="266" r:id="R5a3d535c7f0f4336"/>
    <p:sldId xmlns:r="http://schemas.openxmlformats.org/officeDocument/2006/relationships" id="267" r:id="Rb399d7478fb845dd"/>
    <p:sldId xmlns:r="http://schemas.openxmlformats.org/officeDocument/2006/relationships" id="268" r:id="Rc0a943fb113e428b"/>
    <p:sldId xmlns:r="http://schemas.openxmlformats.org/officeDocument/2006/relationships" id="269" r:id="R0e43b4c277c84f0f"/>
    <p:sldId xmlns:r="http://schemas.openxmlformats.org/officeDocument/2006/relationships" id="270" r:id="R443d110232a94f93"/>
    <p:sldId xmlns:r="http://schemas.openxmlformats.org/officeDocument/2006/relationships" id="271" r:id="R8c05ff3d00a249a1"/>
    <p:sldId xmlns:r="http://schemas.openxmlformats.org/officeDocument/2006/relationships" id="272" r:id="R8ca6efd9bf6e45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18dee8692f4706" /><Relationship Type="http://schemas.openxmlformats.org/officeDocument/2006/relationships/slideMaster" Target="/ppt/slideMasters/slideMaster1.xml" Id="Rc5eccbbaff1a4c62" /><Relationship Type="http://schemas.openxmlformats.org/officeDocument/2006/relationships/notesMaster" Target="/ppt/notesMasters/notesMaster1.xml" Id="R35d3a02beff04d9b" /><Relationship Type="http://schemas.openxmlformats.org/officeDocument/2006/relationships/presProps" Target="/ppt/presProps.xml" Id="R1771bf78f9884cdb" /><Relationship Type="http://schemas.openxmlformats.org/officeDocument/2006/relationships/tableStyles" Target="/ppt/tableStyles.xml" Id="Re8d80d6fda9647c6" /><Relationship Type="http://schemas.openxmlformats.org/officeDocument/2006/relationships/slide" Target="/ppt/slides/slide1.xml" Id="R7aaa2365998a42a8" /><Relationship Type="http://schemas.openxmlformats.org/officeDocument/2006/relationships/slide" Target="/ppt/slides/slide2.xml" Id="Rdd80011058ac4ebc" /><Relationship Type="http://schemas.openxmlformats.org/officeDocument/2006/relationships/slide" Target="/ppt/slides/slide3.xml" Id="R87263075f75b4f24" /><Relationship Type="http://schemas.openxmlformats.org/officeDocument/2006/relationships/slide" Target="/ppt/slides/slide4.xml" Id="Rf2bc8b904d6447b8" /><Relationship Type="http://schemas.openxmlformats.org/officeDocument/2006/relationships/slide" Target="/ppt/slides/slide5.xml" Id="R6ff0652f3507468e" /><Relationship Type="http://schemas.openxmlformats.org/officeDocument/2006/relationships/slide" Target="/ppt/slides/slide6.xml" Id="R064d6860e82645c5" /><Relationship Type="http://schemas.openxmlformats.org/officeDocument/2006/relationships/slide" Target="/ppt/slides/slide7.xml" Id="Rfebf04af0e5d4d24" /><Relationship Type="http://schemas.openxmlformats.org/officeDocument/2006/relationships/slide" Target="/ppt/slides/slide8.xml" Id="R9e5559c701044542" /><Relationship Type="http://schemas.openxmlformats.org/officeDocument/2006/relationships/slide" Target="/ppt/slides/slide9.xml" Id="R8152de8111ba42c2" /><Relationship Type="http://schemas.openxmlformats.org/officeDocument/2006/relationships/slide" Target="/ppt/slides/slide10.xml" Id="R506355603c004aa6" /><Relationship Type="http://schemas.openxmlformats.org/officeDocument/2006/relationships/slide" Target="/ppt/slides/slide11.xml" Id="R5a3d535c7f0f4336" /><Relationship Type="http://schemas.openxmlformats.org/officeDocument/2006/relationships/slide" Target="/ppt/slides/slide12.xml" Id="Rb399d7478fb845dd" /><Relationship Type="http://schemas.openxmlformats.org/officeDocument/2006/relationships/slide" Target="/ppt/slides/slide13.xml" Id="Rc0a943fb113e428b" /><Relationship Type="http://schemas.openxmlformats.org/officeDocument/2006/relationships/slide" Target="/ppt/slides/slide14.xml" Id="R0e43b4c277c84f0f" /><Relationship Type="http://schemas.openxmlformats.org/officeDocument/2006/relationships/slide" Target="/ppt/slides/slide15.xml" Id="R443d110232a94f93" /><Relationship Type="http://schemas.openxmlformats.org/officeDocument/2006/relationships/slide" Target="/ppt/slides/slide16.xml" Id="R8c05ff3d00a249a1" /><Relationship Type="http://schemas.openxmlformats.org/officeDocument/2006/relationships/slide" Target="/ppt/slides/slide17.xml" Id="R8ca6efd9bf6e45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c45024668344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427606641e418a" /><Relationship Type="http://schemas.openxmlformats.org/officeDocument/2006/relationships/notesMaster" Target="/ppt/notesMasters/notesMaster1.xml" Id="R681df25a3f0440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0deae0dd144afc" /><Relationship Type="http://schemas.openxmlformats.org/officeDocument/2006/relationships/notesMaster" Target="/ppt/notesMasters/notesMaster1.xml" Id="R9eb12a9ab9554a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70859addf94d21" /><Relationship Type="http://schemas.openxmlformats.org/officeDocument/2006/relationships/notesMaster" Target="/ppt/notesMasters/notesMaster1.xml" Id="Ra3371499933541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65e3d9447f4b46" /><Relationship Type="http://schemas.openxmlformats.org/officeDocument/2006/relationships/notesMaster" Target="/ppt/notesMasters/notesMaster1.xml" Id="Rd45ae6daa21d41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7f630394aa4a78" /><Relationship Type="http://schemas.openxmlformats.org/officeDocument/2006/relationships/notesMaster" Target="/ppt/notesMasters/notesMaster1.xml" Id="R064eba5574a44b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5f2e9ef5424171" /><Relationship Type="http://schemas.openxmlformats.org/officeDocument/2006/relationships/notesMaster" Target="/ppt/notesMasters/notesMaster1.xml" Id="R5d6ac139a7da43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afed74789d4b76" /><Relationship Type="http://schemas.openxmlformats.org/officeDocument/2006/relationships/notesMaster" Target="/ppt/notesMasters/notesMaster1.xml" Id="R4ee26c384e704f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cfe0f2694d41f8" /><Relationship Type="http://schemas.openxmlformats.org/officeDocument/2006/relationships/notesMaster" Target="/ppt/notesMasters/notesMaster1.xml" Id="R98958e02252246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9f942f62ef4ba9" /><Relationship Type="http://schemas.openxmlformats.org/officeDocument/2006/relationships/notesMaster" Target="/ppt/notesMasters/notesMaster1.xml" Id="R7b9819b67ce144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388ca152ec446a" /><Relationship Type="http://schemas.openxmlformats.org/officeDocument/2006/relationships/notesMaster" Target="/ppt/notesMasters/notesMaster1.xml" Id="R49fc140d172743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95b052aec84494" /><Relationship Type="http://schemas.openxmlformats.org/officeDocument/2006/relationships/notesMaster" Target="/ppt/notesMasters/notesMaster1.xml" Id="R9d33b6459e8747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8f1e3a59764215" /><Relationship Type="http://schemas.openxmlformats.org/officeDocument/2006/relationships/notesMaster" Target="/ppt/notesMasters/notesMaster1.xml" Id="R5dba993b525c4e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21e2a863d64e1b" /><Relationship Type="http://schemas.openxmlformats.org/officeDocument/2006/relationships/notesMaster" Target="/ppt/notesMasters/notesMaster1.xml" Id="Ra6e216a7600d42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8abacaf2414da4" /><Relationship Type="http://schemas.openxmlformats.org/officeDocument/2006/relationships/notesMaster" Target="/ppt/notesMasters/notesMaster1.xml" Id="Re2ba52a275254b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2c852222cb44ea" /><Relationship Type="http://schemas.openxmlformats.org/officeDocument/2006/relationships/notesMaster" Target="/ppt/notesMasters/notesMaster1.xml" Id="R321e5e6eb5b041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2f98ace2e64f88" /><Relationship Type="http://schemas.openxmlformats.org/officeDocument/2006/relationships/notesMaster" Target="/ppt/notesMasters/notesMaster1.xml" Id="R35fd1cbf0c9143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2af6bd675c461e" /><Relationship Type="http://schemas.openxmlformats.org/officeDocument/2006/relationships/notesMaster" Target="/ppt/notesMasters/notesMaster1.xml" Id="R4d7cb5d391a94a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11 · Do</a:t>
            </a:r>
          </a:p>
          <a:p xmlns:a="http://schemas.openxmlformats.org/drawingml/2006/main">
            <a:r>
              <a:t>Learning objective: I can write or dictate a structured DISCUSS judgement and improve it after feedback.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include a potential benefit and a potential risk.</a:t>
            </a:r>
          </a:p>
          <a:p xmlns:a="http://schemas.openxmlformats.org/drawingml/2006/main">
            <a:r>
              <a:t>I can distinguish evidence from an ethical value.</a:t>
            </a:r>
          </a:p>
          <a:p xmlns:a="http://schemas.openxmlformats.org/drawingml/2006/main">
            <a:r>
              <a:t>I can reach a justified, cautious conclusion and edit one weakness.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11 · Do</a:t>
            </a:r>
          </a:p>
          <a:p xmlns:a="http://schemas.openxmlformats.org/drawingml/2006/main">
            <a:r>
              <a:t>Learning objective: I can write or dictate a structured DISCUSS judgement and improve it after feedback.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include a potential benefit and a potential risk.</a:t>
            </a:r>
          </a:p>
          <a:p xmlns:a="http://schemas.openxmlformats.org/drawingml/2006/main">
            <a:r>
              <a:t>I can distinguish evidence from an ethical value.</a:t>
            </a:r>
          </a:p>
          <a:p xmlns:a="http://schemas.openxmlformats.org/drawingml/2006/main">
            <a:r>
              <a:t>I can reach a justified, cautious conclusion and edit one weakness.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W11L2: simulated outcomes were 60% versus 30% for improvement.</a:t>
            </a:r>
          </a:p>
          <a:p xmlns:a="http://schemas.openxmlformats.org/drawingml/2006/main">
            <a:r>
              <a:t>W11L2: adverse events and short follow-up limited the conclusion.</a:t>
            </a:r>
          </a:p>
          <a:p xmlns:a="http://schemas.openxmlformats.org/drawingml/2006/main">
            <a:r>
              <a:t>W11L1: scientific evidence and ethical concern are not identical.</a:t>
            </a:r>
          </a:p>
          <a:p xmlns:a="http://schemas.openxmlformats.org/drawingml/2006/main">
            <a:r>
              <a:t>Lead-in: what must DISCUSS include that DESCRIBE alone would miss?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Recall one benefit finding from W11L2.</a:t>
            </a:r>
          </a:p>
          <a:p xmlns:a="http://schemas.openxmlformats.org/drawingml/2006/main">
            <a:r>
              <a:t>Recall one risk or uncertainty.</a:t>
            </a:r>
          </a:p>
          <a:p xmlns:a="http://schemas.openxmlformats.org/drawingml/2006/main">
            <a:r>
              <a:t>State what DISCUSS requires.</a:t>
            </a:r>
          </a:p>
          <a:p xmlns:a="http://schemas.openxmlformats.org/drawingml/2006/main">
            <a:r>
              <a:t>Lead-in: why must a conclusion follow the evidence?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BENEFIT · supported possibility</a:t>
            </a:r>
          </a:p>
          <a:p xmlns:a="http://schemas.openxmlformats.org/drawingml/2006/main">
            <a:r>
              <a:t>A benefit with its evidence.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RISK / CONCERN · harm or value</a:t>
            </a:r>
          </a:p>
          <a:p xmlns:a="http://schemas.openxmlformats.org/drawingml/2006/main">
            <a:r>
              <a:t>Harm and ethics both count.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JUDGEMENT · justified and cautious</a:t>
            </a:r>
          </a:p>
          <a:p xmlns:a="http://schemas.openxmlformats.org/drawingml/2006/main">
            <a:r>
              <a:t>Conclude with a condition, not a verdict.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Stem cells are cells. They divide.</a:t>
            </a:r>
          </a:p>
          <a:p xmlns:a="http://schemas.openxmlformats.org/drawingml/2006/main">
            <a:r>
              <a:t>A possible benefit is..., while a possible risk or concern is...</a:t>
            </a:r>
          </a:p>
          <a:p xmlns:a="http://schemas.openxmlformats.org/drawingml/2006/main">
            <a:r>
              <a:t>The answer is obvious and no evidence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BENEFIT · supported possibility</a:t>
            </a:r>
          </a:p>
          <a:p xmlns:a="http://schemas.openxmlformats.org/drawingml/2006/main">
            <a:r>
              <a:t>A benefit with its evidence.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RISK / CONCERN · harm or value</a:t>
            </a:r>
          </a:p>
          <a:p xmlns:a="http://schemas.openxmlformats.org/drawingml/2006/main">
            <a:r>
              <a:t>Harm and ethics both count.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JUDGEMENT · justified and cautious</a:t>
            </a:r>
          </a:p>
          <a:p xmlns:a="http://schemas.openxmlformats.org/drawingml/2006/main">
            <a:r>
              <a:t>Conclude with a condition, not a verdict.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Stem cells are cells. They divide.</a:t>
            </a:r>
          </a:p>
          <a:p xmlns:a="http://schemas.openxmlformats.org/drawingml/2006/main">
            <a:r>
              <a:t>A possible benefit is..., while a possible risk or concern is...</a:t>
            </a:r>
          </a:p>
          <a:p xmlns:a="http://schemas.openxmlformats.org/drawingml/2006/main">
            <a:r>
              <a:t>The answer is obvious and no evidence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BENEFIT · supported possibility</a:t>
            </a:r>
          </a:p>
          <a:p xmlns:a="http://schemas.openxmlformats.org/drawingml/2006/main">
            <a:r>
              <a:t>A benefit with its evidence.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RISK / CONCERN · harm or value</a:t>
            </a:r>
          </a:p>
          <a:p xmlns:a="http://schemas.openxmlformats.org/drawingml/2006/main">
            <a:r>
              <a:t>Harm and ethics both count.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JUDGEMENT · justified and cautious</a:t>
            </a:r>
          </a:p>
          <a:p xmlns:a="http://schemas.openxmlformats.org/drawingml/2006/main">
            <a:r>
              <a:t>Conclude with a condition, not a verdict.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Stem cells are cells. They divide.</a:t>
            </a:r>
          </a:p>
          <a:p xmlns:a="http://schemas.openxmlformats.org/drawingml/2006/main">
            <a:r>
              <a:t>A possible benefit is..., while a possible risk or concern is...</a:t>
            </a:r>
          </a:p>
          <a:p xmlns:a="http://schemas.openxmlformats.org/drawingml/2006/main">
            <a:r>
              <a:t>The answer is obvious and no evidence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 consider more than one side present relevant considerations and reach a reasoned conclusion</a:t>
            </a:r>
          </a:p>
          <a:p xmlns:a="http://schemas.openxmlformats.org/drawingml/2006/main">
            <a:r>
              <a:t>JUSTIFY give the evidence-based reason support a conclusion with relevant evidence or reasoning</a:t>
            </a:r>
          </a:p>
          <a:p xmlns:a="http://schemas.openxmlformats.org/drawingml/2006/main">
            <a:r>
              <a:t>PROPORTIONATE matched to benefit and harm appropriate in scale when likely benefit, risk and uncertainty are weighed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paragraph frame makes the DISCUSS structure visible and preserves the difference between evidence, values and conclusion.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Read the command first: DISCUSS needs relevant considerations on more than one side.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Build the answer: possible benefit with evidence; possible risk; ethical concern or uncertainty.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Conclude with a condition: On this limited evidence, further controlled and longer-term study would be needed before a confident judgement.</a:t>
            </a:r>
          </a:p>
          <a:p xmlns:a="http://schemas.openxmlformats.org/drawingml/2006/main">
            <a:r>
              <a:t>DISCUSS builder · benefit, risk, ethics, judgement</a:t>
            </a:r>
          </a:p>
          <a:p xmlns:a="http://schemas.openxmlformats.org/drawingml/2006/main">
            <a:r>
              <a:t>Treated mice improved twice as often as controls (60% vs 30%).</a:t>
            </a:r>
          </a:p>
          <a:p xmlns:a="http://schemas.openxmlformats.org/drawingml/2006/main">
            <a:r>
              <a:t>Three of twenty treated mice showed side effects.</a:t>
            </a:r>
          </a:p>
          <a:p xmlns:a="http://schemas.openxmlformats.org/drawingml/2006/main">
            <a:r>
              <a:t>Using embryonic cells raises questions about the source and consent.</a:t>
            </a:r>
          </a:p>
          <a:p xmlns:a="http://schemas.openxmlformats.org/drawingml/2006/main">
            <a:r>
              <a:t>On this limited evidence, longer controlled trials are needed before any use in patients.</a:t>
            </a:r>
          </a:p>
          <a:p xmlns:a="http://schemas.openxmlformats.org/drawingml/2006/main">
            <a:r>
              <a:t>Stem cells are amazing and will cure everything.</a:t>
            </a:r>
          </a:p>
          <a:p xmlns:a="http://schemas.openxmlformats.org/drawingml/2006/main">
            <a:r>
              <a:t>BENEFIT</a:t>
            </a:r>
          </a:p>
          <a:p xmlns:a="http://schemas.openxmlformats.org/drawingml/2006/main">
            <a:r>
              <a:t>RISK</a:t>
            </a:r>
          </a:p>
          <a:p xmlns:a="http://schemas.openxmlformats.org/drawingml/2006/main">
            <a:r>
              <a:t>ETHICAL CONCERN</a:t>
            </a:r>
          </a:p>
          <a:p xmlns:a="http://schemas.openxmlformats.org/drawingml/2006/main">
            <a:r>
              <a:t>JUDGEMENT</a:t>
            </a:r>
          </a:p>
          <a:p xmlns:a="http://schemas.openxmlformats.org/drawingml/2006/main">
            <a:r>
              <a:t>unsupported</a:t>
            </a:r>
          </a:p>
          <a:p xmlns:a="http://schemas.openxmlformats.org/drawingml/2006/main">
            <a:r>
              <a:t>Press a sentence.</a:t>
            </a:r>
          </a:p>
          <a:p xmlns:a="http://schemas.openxmlformats.org/drawingml/2006/main">
            <a:r>
              <a:t>Feedback: “missing side”</a:t>
            </a:r>
          </a:p>
          <a:p xmlns:a="http://schemas.openxmlformats.org/drawingml/2006/main">
            <a:r>
              <a:t>Improve after one precise feedback point.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 consider more than one side present relevant considerations and reach a reasoned conclusion</a:t>
            </a:r>
          </a:p>
          <a:p xmlns:a="http://schemas.openxmlformats.org/drawingml/2006/main">
            <a:r>
              <a:t>JUSTIFY give the evidence-based reason support a conclusion with relevant evidence or reasoning</a:t>
            </a:r>
          </a:p>
          <a:p xmlns:a="http://schemas.openxmlformats.org/drawingml/2006/main">
            <a:r>
              <a:t>PROPORTIONATE matched to benefit and harm appropriate in scale when likely benefit, risk and uncertainty are weighed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paragraph frame makes the DISCUSS structure visible and preserves the difference between evidence, values and conclusion.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Read the command first: DISCUSS needs relevant considerations on more than one side.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Build the answer: possible benefit with evidence; possible risk; ethical concern or uncertainty.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Conclude with a condition: On this limited evidence, further controlled and longer-term study would be needed before a confident judgement.</a:t>
            </a:r>
          </a:p>
          <a:p xmlns:a="http://schemas.openxmlformats.org/drawingml/2006/main">
            <a:r>
              <a:t>DISCUSS builder · benefit, risk, ethics, judgement</a:t>
            </a:r>
          </a:p>
          <a:p xmlns:a="http://schemas.openxmlformats.org/drawingml/2006/main">
            <a:r>
              <a:t>Treated mice improved twice as often as controls (60% vs 30%).</a:t>
            </a:r>
          </a:p>
          <a:p xmlns:a="http://schemas.openxmlformats.org/drawingml/2006/main">
            <a:r>
              <a:t>Three of twenty treated mice showed side effects.</a:t>
            </a:r>
          </a:p>
          <a:p xmlns:a="http://schemas.openxmlformats.org/drawingml/2006/main">
            <a:r>
              <a:t>Using embryonic cells raises questions about the source and consent.</a:t>
            </a:r>
          </a:p>
          <a:p xmlns:a="http://schemas.openxmlformats.org/drawingml/2006/main">
            <a:r>
              <a:t>On this limited evidence, longer controlled trials are needed before any use in patients.</a:t>
            </a:r>
          </a:p>
          <a:p xmlns:a="http://schemas.openxmlformats.org/drawingml/2006/main">
            <a:r>
              <a:t>Stem cells are amazing and will cure everything.</a:t>
            </a:r>
          </a:p>
          <a:p xmlns:a="http://schemas.openxmlformats.org/drawingml/2006/main">
            <a:r>
              <a:t>BENEFIT</a:t>
            </a:r>
          </a:p>
          <a:p xmlns:a="http://schemas.openxmlformats.org/drawingml/2006/main">
            <a:r>
              <a:t>RISK</a:t>
            </a:r>
          </a:p>
          <a:p xmlns:a="http://schemas.openxmlformats.org/drawingml/2006/main">
            <a:r>
              <a:t>ETHICAL CONCERN</a:t>
            </a:r>
          </a:p>
          <a:p xmlns:a="http://schemas.openxmlformats.org/drawingml/2006/main">
            <a:r>
              <a:t>JUDGEMENT</a:t>
            </a:r>
          </a:p>
          <a:p xmlns:a="http://schemas.openxmlformats.org/drawingml/2006/main">
            <a:r>
              <a:t>unsupported</a:t>
            </a:r>
          </a:p>
          <a:p xmlns:a="http://schemas.openxmlformats.org/drawingml/2006/main">
            <a:r>
              <a:t>Press a sentence.</a:t>
            </a:r>
          </a:p>
          <a:p xmlns:a="http://schemas.openxmlformats.org/drawingml/2006/main">
            <a:r>
              <a:t>Feedback: “missing side”</a:t>
            </a:r>
          </a:p>
          <a:p xmlns:a="http://schemas.openxmlformats.org/drawingml/2006/main">
            <a:r>
              <a:t>Improve after one precise feedback point.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The evidence suggests possible benefit, but the short follow-up and adverse events mean a confident safety claim cannot yet be made.</a:t>
            </a:r>
          </a:p>
          <a:p xmlns:a="http://schemas.openxmlformats.org/drawingml/2006/main">
            <a:r>
              <a:t>I like stem cells, so the treatment is safe.</a:t>
            </a:r>
          </a:p>
          <a:p xmlns:a="http://schemas.openxmlformats.org/drawingml/2006/main">
            <a:r>
              <a:t>Some people disagree, so the science data do not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Audit the first draft: underline the evidence, box the risk or concern and circle the judgement.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Receive one precise feedback point: missing side, unsupported claim, unclear command-word shape or overconfidence.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Edit the same response, then state exactly what changed and why it is more scientific.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paragraph frame makes the DISCUSS structure visible and preserves the difference between evidence, values and conclusion.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Audit the first draft: underline the evidence, box the risk or concern and circle the judgement.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Receive one precise feedback point: missing side, unsupported claim, unclear command-word shape or overconfidence.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Edit the same response, then state exactly what changed and why it is more scientific.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paragraph frame makes the DISCUSS structure visible and preserves the difference between evidence, values and conclusion.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sentence in the role it performs, then repair the incomplete response.</a:t>
            </a:r>
          </a:p>
          <a:p xmlns:a="http://schemas.openxmlformats.org/drawingml/2006/main">
            <a:r>
              <a:t>COMMAND EVIDENCE CONSIDER JUDGE EDIT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Possible benefit The simulated treatment group recorded more improvement than the comparison group.</a:t>
            </a:r>
          </a:p>
          <a:p xmlns:a="http://schemas.openxmlformats.org/drawingml/2006/main">
            <a:r>
              <a:t>Possible harm The adverse event was recorded more often in the simulated treatment group.</a:t>
            </a:r>
          </a:p>
          <a:p xmlns:a="http://schemas.openxmlformats.org/drawingml/2006/main">
            <a:r>
              <a:t>Cautious conclusion Longer, larger real studies would be needed before a confident safety and effectiveness claim.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BENEFIT + EVIDENCE</a:t>
            </a:r>
          </a:p>
          <a:p xmlns:a="http://schemas.openxmlformats.org/drawingml/2006/main">
            <a:r>
              <a:t>RISK / CONCERN</a:t>
            </a:r>
          </a:p>
          <a:p xmlns:a="http://schemas.openxmlformats.org/drawingml/2006/main">
            <a:r>
              <a:t>JUSTIFIED JUDGEMENT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A balanced DISCUSS answer must say both sides are equally correct.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balance means equal evidence.</a:t>
            </a:r>
          </a:p>
          <a:p xmlns:a="http://schemas.openxmlformats.org/drawingml/2006/main">
            <a:r>
              <a:t>Repair it: consider relevant sides, then weigh them according to evidence.</a:t>
            </a:r>
          </a:p>
          <a:p xmlns:a="http://schemas.openxmlformats.org/drawingml/2006/main">
            <a:r>
              <a:t>Repair it: replace evidence with personal preference.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sentence in the role it performs, then repair the incomplete response.</a:t>
            </a:r>
          </a:p>
          <a:p xmlns:a="http://schemas.openxmlformats.org/drawingml/2006/main">
            <a:r>
              <a:t>COMMAND EVIDENCE CONSIDER JUDGE EDIT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Possible benefit The simulated treatment group recorded more improvement than the comparison group.</a:t>
            </a:r>
          </a:p>
          <a:p xmlns:a="http://schemas.openxmlformats.org/drawingml/2006/main">
            <a:r>
              <a:t>Possible harm The adverse event was recorded more often in the simulated treatment group.</a:t>
            </a:r>
          </a:p>
          <a:p xmlns:a="http://schemas.openxmlformats.org/drawingml/2006/main">
            <a:r>
              <a:t>Cautious conclusion Longer, larger real studies would be needed before a confident safety and effectiveness claim.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BENEFIT + EVIDENCE</a:t>
            </a:r>
          </a:p>
          <a:p xmlns:a="http://schemas.openxmlformats.org/drawingml/2006/main">
            <a:r>
              <a:t>RISK / CONCERN</a:t>
            </a:r>
          </a:p>
          <a:p xmlns:a="http://schemas.openxmlformats.org/drawingml/2006/main">
            <a:r>
              <a:t>JUSTIFIED JUDGEMENT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A balanced DISCUSS answer must say both sides are equally correct.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balance means equal evidence.</a:t>
            </a:r>
          </a:p>
          <a:p xmlns:a="http://schemas.openxmlformats.org/drawingml/2006/main">
            <a:r>
              <a:t>Repair it: consider relevant sides, then weigh them according to evidence.</a:t>
            </a:r>
          </a:p>
          <a:p xmlns:a="http://schemas.openxmlformats.org/drawingml/2006/main">
            <a:r>
              <a:t>Repair it: replace evidence with personal preference.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sentence in the role it performs, then repair the incomplete response.</a:t>
            </a:r>
          </a:p>
          <a:p xmlns:a="http://schemas.openxmlformats.org/drawingml/2006/main">
            <a:r>
              <a:t>COMMAND EVIDENCE CONSIDER JUDGE EDIT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Possible benefit The simulated treatment group recorded more improvement than the comparison group.</a:t>
            </a:r>
          </a:p>
          <a:p xmlns:a="http://schemas.openxmlformats.org/drawingml/2006/main">
            <a:r>
              <a:t>Possible harm The adverse event was recorded more often in the simulated treatment group.</a:t>
            </a:r>
          </a:p>
          <a:p xmlns:a="http://schemas.openxmlformats.org/drawingml/2006/main">
            <a:r>
              <a:t>Cautious conclusion Longer, larger real studies would be needed before a confident safety and effectiveness claim.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BENEFIT + EVIDENCE</a:t>
            </a:r>
          </a:p>
          <a:p xmlns:a="http://schemas.openxmlformats.org/drawingml/2006/main">
            <a:r>
              <a:t>RISK / CONCERN</a:t>
            </a:r>
          </a:p>
          <a:p xmlns:a="http://schemas.openxmlformats.org/drawingml/2006/main">
            <a:r>
              <a:t>JUSTIFIED JUDGEMENT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A balanced DISCUSS answer must say both sides are equally correct.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balance means equal evidence.</a:t>
            </a:r>
          </a:p>
          <a:p xmlns:a="http://schemas.openxmlformats.org/drawingml/2006/main">
            <a:r>
              <a:t>Repair it: consider relevant sides, then weigh them according to evidence.</a:t>
            </a:r>
          </a:p>
          <a:p xmlns:a="http://schemas.openxmlformats.org/drawingml/2006/main">
            <a:r>
              <a:t>Repair it: replace evidence with personal preference.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Simulated evidence summary, DISCUSS planner, vocabulary strip, feedback/edit pen and pencil.</a:t>
            </a:r>
          </a:p>
          <a:p xmlns:a="http://schemas.openxmlformats.org/drawingml/2006/main">
            <a:r>
              <a:t>Same outcome: I can write or dictate a structured DISCUSS judgement and improve it after feedback.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same local sentence-role lab and type locally; reload clears all entries and no response is uploaded.</a:t>
            </a:r>
          </a:p>
          <a:p xmlns:a="http://schemas.openxmlformats.org/drawingml/2006/main">
            <a:r>
              <a:t>Same evidence: A balanced first response, one genuine audience comment, a visible edit and the pupil's statement of what changed.</a:t>
            </a:r>
          </a:p>
          <a:p xmlns:a="http://schemas.openxmlformats.org/drawingml/2006/main">
            <a:r>
              <a:t>Equipment / setup Simulated evidence summary, DISCUSS planner, vocabulary strip, feedback/edit pen and pencil.</a:t>
            </a:r>
          </a:p>
          <a:p xmlns:a="http://schemas.openxmlformats.org/drawingml/2006/main">
            <a:r>
              <a:t>Safety / sensory Pupils may use a written, spoken or exact-scribed response and may pass on sharing personal beliefs. No real treatment recommendation is made.</a:t>
            </a:r>
          </a:p>
          <a:p xmlns:a="http://schemas.openxmlformats.org/drawingml/2006/main">
            <a:r>
              <a:t>Offline parity Use the same local sentence-role lab and type locally; reload clears all entries and no response is uploaded.</a:t>
            </a:r>
          </a:p>
          <a:p xmlns:a="http://schemas.openxmlformats.org/drawingml/2006/main">
            <a:r>
              <a:t>No-equipment/access route: Arrange sentence cards, dictate links and direct an adult to scribe. The judgement remains the pupil's.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or dictate a structured DISCUSS paragraph, then make one evidence-led edit.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One possible benefit... However... On this evidence...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Simulated evidence summary, DISCUSS planner, vocabulary strip, feedback/edit pen and pencil.</a:t>
            </a:r>
          </a:p>
          <a:p xmlns:a="http://schemas.openxmlformats.org/drawingml/2006/main">
            <a:r>
              <a:t>Same outcome: I can write or dictate a structured DISCUSS judgement and improve it after feedback.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same local sentence-role lab and type locally; reload clears all entries and no response is uploaded.</a:t>
            </a:r>
          </a:p>
          <a:p xmlns:a="http://schemas.openxmlformats.org/drawingml/2006/main">
            <a:r>
              <a:t>Same evidence: A balanced first response, one genuine audience comment, a visible edit and the pupil's statement of what changed.</a:t>
            </a:r>
          </a:p>
          <a:p xmlns:a="http://schemas.openxmlformats.org/drawingml/2006/main">
            <a:r>
              <a:t>Equipment / setup Simulated evidence summary, DISCUSS planner, vocabulary strip, feedback/edit pen and pencil.</a:t>
            </a:r>
          </a:p>
          <a:p xmlns:a="http://schemas.openxmlformats.org/drawingml/2006/main">
            <a:r>
              <a:t>Safety / sensory Pupils may use a written, spoken or exact-scribed response and may pass on sharing personal beliefs. No real treatment recommendation is made.</a:t>
            </a:r>
          </a:p>
          <a:p xmlns:a="http://schemas.openxmlformats.org/drawingml/2006/main">
            <a:r>
              <a:t>Offline parity Use the same local sentence-role lab and type locally; reload clears all entries and no response is uploaded.</a:t>
            </a:r>
          </a:p>
          <a:p xmlns:a="http://schemas.openxmlformats.org/drawingml/2006/main">
            <a:r>
              <a:t>No-equipment/access route: Arrange sentence cards, dictate links and direct an adult to scribe. The judgement remains the pupil's.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or dictate a structured DISCUSS paragraph, then make one evidence-led edit.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One possible benefit... However... On this evidence...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SCI_L_W11L3_Stem_Cell_Discuss_Do.html.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next move; the pupil edits or re-attempts on the existing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 frame cannot decide which evidence is strongest, and a balanced answer does not require pretending all claims have equal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What did you edit, and why is the new line more scientific?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I changed / next I will …</a:t>
            </a:r>
          </a:p>
          <a:p xmlns:a="http://schemas.openxmlformats.org/drawingml/2006/main">
            <a:r>
              <a:t>Adult feedback that produced the edit / re-attempt: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SCI_L_W11L3_Stem_Cell_Discuss_Do.html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083823650f46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6594d308cb4a38" /><Relationship Type="http://schemas.openxmlformats.org/officeDocument/2006/relationships/slideLayout" Target="/ppt/slideLayouts/slideLayout1.xml" Id="R416d4e6fd6ad4e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6d4e6fd6ad4e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0c4d77d924f7b" /><Relationship Type="http://schemas.openxmlformats.org/officeDocument/2006/relationships/hyperlink" Target="SCI_L_W11L3_Stem_Cell_Discuss_Do.html" TargetMode="External" Id="Rb18451e61fc847fc" /><Relationship Type="http://schemas.openxmlformats.org/officeDocument/2006/relationships/notesSlide" Target="/ppt/notesSlides/notesSlide1.xml" Id="Rbc30d9de12a948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035f067284e4a" /><Relationship Type="http://schemas.openxmlformats.org/officeDocument/2006/relationships/notesSlide" Target="/ppt/notesSlides/notesSlide2.xml" Id="Raa2b5a5d801847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c2ed7da324942" /><Relationship Type="http://schemas.openxmlformats.org/officeDocument/2006/relationships/notesSlide" Target="/ppt/notesSlides/notesSlide3.xml" Id="R089349e3b50d4e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8cfa622314e99" /><Relationship Type="http://schemas.openxmlformats.org/officeDocument/2006/relationships/notesSlide" Target="/ppt/notesSlides/notesSlide4.xml" Id="R59cc9decf6a04c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53eb3157e4676" /><Relationship Type="http://schemas.openxmlformats.org/officeDocument/2006/relationships/notesSlide" Target="/ppt/notesSlides/notesSlide5.xml" Id="Rb82fadd3d31c45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3bace06c34bf7" /><Relationship Type="http://schemas.openxmlformats.org/officeDocument/2006/relationships/image" Target="/ppt/media/image.png" Id="R744e728d485b4725" /><Relationship Type="http://schemas.openxmlformats.org/officeDocument/2006/relationships/image" Target="/ppt/media/image2.png" Id="Re92a6278b0474069" /><Relationship Type="http://schemas.openxmlformats.org/officeDocument/2006/relationships/image" Target="/ppt/media/image3.png" Id="R8ae10f994b5e49d5" /><Relationship Type="http://schemas.openxmlformats.org/officeDocument/2006/relationships/notesSlide" Target="/ppt/notesSlides/notesSlide6.xml" Id="Redac25f054b845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1f2a4722140b2" /><Relationship Type="http://schemas.openxmlformats.org/officeDocument/2006/relationships/notesSlide" Target="/ppt/notesSlides/notesSlide7.xml" Id="R83b48ffc7f6a40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b342f84024010" /><Relationship Type="http://schemas.openxmlformats.org/officeDocument/2006/relationships/notesSlide" Target="/ppt/notesSlides/notesSlide8.xml" Id="R8381bf35c56345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7c81bf6134260" /><Relationship Type="http://schemas.openxmlformats.org/officeDocument/2006/relationships/notesSlide" Target="/ppt/notesSlides/notesSlide9.xml" Id="R2c783666f38348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bbd03985e4f7c" /><Relationship Type="http://schemas.openxmlformats.org/officeDocument/2006/relationships/notesSlide" Target="/ppt/notesSlides/notesSlide10.xml" Id="R5b737c61eb0243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6f1d13a6d40bf" /><Relationship Type="http://schemas.openxmlformats.org/officeDocument/2006/relationships/notesSlide" Target="/ppt/notesSlides/notesSlide11.xml" Id="Rfb308ee91a304d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47abe5a864b32" /><Relationship Type="http://schemas.openxmlformats.org/officeDocument/2006/relationships/notesSlide" Target="/ppt/notesSlides/notesSlide12.xml" Id="Rb74b96e303244c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f6d67c78a4cb7" /><Relationship Type="http://schemas.openxmlformats.org/officeDocument/2006/relationships/notesSlide" Target="/ppt/notesSlides/notesSlide13.xml" Id="Rbed2a29369054a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70cb882a14ec8" /><Relationship Type="http://schemas.openxmlformats.org/officeDocument/2006/relationships/notesSlide" Target="/ppt/notesSlides/notesSlide14.xml" Id="R5b886c353aee47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159ee01a74e5a" /><Relationship Type="http://schemas.openxmlformats.org/officeDocument/2006/relationships/notesSlide" Target="/ppt/notesSlides/notesSlide15.xml" Id="R84893a2b62d94a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72a41fd82446b" /><Relationship Type="http://schemas.openxmlformats.org/officeDocument/2006/relationships/notesSlide" Target="/ppt/notesSlides/notesSlide16.xml" Id="R500951b9f22e42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6c9f8db41472b" /><Relationship Type="http://schemas.openxmlformats.org/officeDocument/2006/relationships/notesSlide" Target="/ppt/notesSlides/notesSlide17.xml" Id="R07699a11f8f74f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D2A649E0-1157-4F2D-A2C9-4A861361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33E1326-2FCD-44B1-A948-FA74131C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1013B7D-B828-4CBE-8432-EC9DA7E2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BA187A-D834-4D46-B979-A54F5024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Stem Cells: Structured DISCUSS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8A884A6-3D2F-4CB8-9909-B41A4519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377BAA56-27E1-4BB8-B6A8-0A3B4A83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78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write or dictate a structured DISCUSS judgement and improve it after feedback.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309F46C0-46F9-4BF1-B6FE-BB2CF0D3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44236B5C-504B-4BB8-B358-F3509E07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BOTH SIDES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E7FDF789-0773-4A79-B9C5-774293FA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benefit and risk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7BC641AE-0640-4CFA-9158-40E70B52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DCB8E329-7596-4F3D-9FA6-65CF5EEA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67A55AA0-3444-48F7-8373-266AB61C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relevant, not decorative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B5E99676-D2C5-409D-9E90-04F0B057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7E53EEFE-66DF-4221-9E80-CDE3CE2F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EDIT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28CF4325-6CB5-4F47-A483-4B8BA3A7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feedback changes the answer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87E12AE2-19D2-4000-8A63-3BB9D712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C9E"/>
                </a:solidFill>
                <a:latin typeface="Arial"/>
                <a:ea typeface="Arial"/>
                <a:cs typeface="Arial"/>
                <a:hlinkClick xmlns:r="http://schemas.openxmlformats.org/officeDocument/2006/relationships" r:id="Rb18451e61fc847fc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7447A3E2-189E-42C2-85F6-8CF4AF4D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A79238E0-AFCA-4A0D-8C37-B7C7395F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1973733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A2BC099A-2B25-4F48-ADD0-40749770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E7F04EF-18A8-468C-825E-004A5F0E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18F2E60-96E9-40F1-9F7F-B9459169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957A79-1220-425A-B468-0AF67A25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3973478-6588-4573-BC96-30449BD8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B9E5F1E-F783-4207-91CB-BD9856D8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include a potential benefit and a potential risk.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05A33D5-E0F7-4067-93BB-7A2B5127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distinguish evidence from an ethical value.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6A0D1DD-BE4F-401C-AE8B-5E237B13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reach a justified, cautious conclusion and edit one weakness.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DC9B81B3-6BC0-45D9-875E-5D7ED3AB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9CF61FB-2F30-4E8C-8A65-5C05B121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941482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9F978CD3-0753-4330-8128-AD77F2D9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896AB0C-0BF5-4AAB-AD6C-48FB4D16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E255D0B-DEE4-4110-B3D7-23327668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B26ABF-5F37-4517-810F-53773BE1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824AA6E-7D24-42E7-B4BF-ECCB9E76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51AF0F9-BA61-4FC6-93B5-AAED4053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Recall one benefit finding from W11L2.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217B390-CCD5-413D-9A5B-40046529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Recall one risk or uncertainty.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1079FD7-599E-47AB-B209-4E9CB90C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what DISCUSS requires.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E620E5D-6015-4610-9397-29A93CA0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why must a conclusion follow the evidence?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5FD60908-E936-48EF-BC0B-86D11B3B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E43CBA5-8798-4946-9C49-934B4D22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6365037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A0ADEB2C-E683-4835-B084-828CFA0B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C60E1C6-902B-40F5-AAAC-BFD3607C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40357AC-BF06-4B1D-BD21-962F1498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D2FA94-D003-431B-8139-6C9AAEBF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opening best fits DISCUSS?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BDF7038-12AD-4C28-A881-1826E31C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C967DCA-DBAA-4E6B-AF36-9A026DAF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E2709F9-4505-426E-ADE7-B4424249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Stem cells are cells. They divide.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1B4E528-0432-46ED-995A-FA19DF90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A possible benefit is..., while a possible risk or concern is...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7E971E3-E878-4C3E-B27E-309452E8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The answer is obvious and no evidence is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1C49021E-566C-42BD-973E-E2F5E1E8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CA3A69C7-73CE-4D4F-845B-F7B43E09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21146078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76C3B70-65DD-4CA3-99AE-FED7C954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DF867F8-9231-474A-871E-6ECB7485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4026B8C-4A9C-4F98-806E-11F75D47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7EBE42-8E37-4D10-ADCA-17006D03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4B14E21-2816-4554-B643-07816BAF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6FAB960-4482-4313-B892-0E8BA53F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BENEFIT · supported possibility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14823A2-8D03-481F-B3BB-01E1D1A8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RISK / CONCERN · harm or value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A912ABD-8A34-4526-95EE-C2A4EE0E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JUDGEMENT · justified and cautious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940F9310-E9F6-49F0-8AE1-80B3D736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E5D65C40-B52D-454D-839F-AF938D31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8028255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077E948E-FBBB-4480-8466-FC242991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6BEB4D5-07D5-4727-ADD2-90681AF9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1926DE8-8CEB-420D-AF3E-12444996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4B3B9B-5142-4A9A-9116-0AEB143E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917364E-14E3-43B8-A051-796105A5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e728d485b4725"/>
          <a:stretch xmlns:a="http://schemas.openxmlformats.org/drawingml/2006/main"/>
        </p:blipFill>
        <p:spPr>
          <a:xfrm xmlns:a="http://schemas.openxmlformats.org/drawingml/2006/main">
            <a:off x="800100" y="3324103"/>
            <a:ext cx="3378200" cy="714619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EFC154F6-277F-4C7E-9A68-31927BA9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Benefit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2a6278b0474069"/>
          <a:stretch xmlns:a="http://schemas.openxmlformats.org/drawingml/2006/main"/>
        </p:blipFill>
        <p:spPr>
          <a:xfrm xmlns:a="http://schemas.openxmlformats.org/drawingml/2006/main">
            <a:off x="4406900" y="3324103"/>
            <a:ext cx="3378200" cy="714619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31EA7D37-0D78-4D3A-B47F-31B3DE78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10f994b5e49d5"/>
          <a:stretch xmlns:a="http://schemas.openxmlformats.org/drawingml/2006/main"/>
        </p:blipFill>
        <p:spPr>
          <a:xfrm xmlns:a="http://schemas.openxmlformats.org/drawingml/2006/main">
            <a:off x="8013700" y="3324103"/>
            <a:ext cx="3378200" cy="714619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D5367413-BB87-4438-A4A3-772CE0F5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Judgement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9CF9BB59-3B03-4664-8B06-D530E80E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21DE2DA2-80FA-4153-A387-85F499E9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1786841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95A6A5B-2296-4507-BCEF-D5BF63FC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A76B0E3-3A83-410D-B83C-75A72EB0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B75BC5E-3291-42A5-A6B2-D772FE60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F07808-A4B2-4D80-AA4E-94B6FAA9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AF03246-818B-406C-9723-699474C1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C3E29C2-8E8A-4F8F-B9C4-09B126F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discuss — consider more than one side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953218F-B668-4EB4-8A8C-1AF1D79B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justify — give the evidence-based reason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C627410-EC9B-42AA-A0CF-43F89C76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proportionate — matched to benefit and harm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1EFFE82-FC9E-4B87-AC21-632634CC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45DD85C6-F343-4437-A08D-2951EF97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1447950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0EE659F5-EA46-40E3-95B3-D26840C9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72BD355-390C-4D5A-AC37-263F6E4B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3A6ACE0-5FB6-40F8-9C48-FF5F96F6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DBCBE7-6799-4DCE-902B-551ED27D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260F868-8915-43E1-B755-FDF7477D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5427D1D-6433-4974-AFEB-41A8E037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the command first: DISCUSS needs relevant considerations on more than one side.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7FA2CFE-1C3F-4EE6-8583-248B4A26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Build the answer: possible benefit with evidence; possible risk; ethical concern or uncertainty.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A721335-8BE0-4339-A0E9-B1206587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Conclude with a condition: On this limited evidence, further controlled and longer-term study would be needed before a confident judgement.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932D5C30-415D-49A2-9F70-4261E191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19AB6317-6A92-4FBE-AB24-2BB15B23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1194197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5D1565F7-701C-4E4C-810D-78E0EFE5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B1C153A-5757-43EB-A3A5-B30C7C3B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D1E56AA-2A1A-4F24-A3EB-AFC8A2FF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6D6209-6EDB-4180-834F-18B89167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sentence is a justified judgement rather than an unsupported opinion?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8DB7DED-9238-4F93-B161-C9BF7E3A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6C06E0C-6BC9-4915-B8CB-1AF8D043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The evidence suggests possible benefit, but the short follow-up and adverse events mean a confident safety claim cannot yet be made.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4A721E4-CCAB-415B-A69C-4CC3CFE3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I like stem cells, so the treatment is safe.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32A8894-6EB8-4738-934F-D79DB3F6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Some people disagree, so the science data do not matter.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3053D62-F972-49E5-B30B-585153AB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1CDE62BB-BA89-4892-9545-4F86DA0F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9D8215A-B81F-4CAA-83BD-2E17498D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11541094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A77708F-CE75-405A-B66B-B8776D9F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FA3F61A-6ABE-4FD0-8CE0-A02DC297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0961C96-E4B3-4693-8646-C3EF40C7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B3B7C4-68D2-48E7-BE75-6F82F3BE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F5CAFF5-4A50-4621-A02D-BDF85A68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CE63A4C-F5BA-48D2-AB1D-88B34171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Audit the first draft: underline the evidence, box the risk or concern and circle the judgement.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CB3C114-DA09-41DA-9F94-92C2D9A0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Receive one precise feedback point: missing side, unsupported claim, unclear command-word shape or overconfidence.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70814CB-6E81-4CDA-9A09-260C1615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Edit the same response, then state exactly what changed and why it is more scientific.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F8E804B5-A166-4B5A-B7FF-EAAD2FB8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B18197E6-9FEC-4F14-BD86-A3665DB9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5562239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4AD135BD-57FA-4702-A5DB-3DFB752C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D32530E-0954-4358-847F-59DA7A54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B948467-625B-4192-A135-78F0EC53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5D6250-7ABD-4270-8625-47EAE0E0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EE8FC77-6E99-4F67-9C60-43274F7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B249E8F-B005-4703-8AF6-EE089FCD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balanced DISCUSS answer must say both sides are equally correct.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65810E1-3E7A-4A10-A459-2E05E8ED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balance means equal evidence.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E64156-A7F9-4F03-B9FF-28FC34FB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consider relevant sides, then weigh them according to evidence.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221D51F-48F7-4157-BBDB-7705EF42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replace evidence with personal preference.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40755588-A1A0-41D4-B761-645D13BB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69A36837-B0FD-46DA-A526-AFC64729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17556928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2E589559-5CFE-4806-8885-66C9E4BC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31A243B-C6EB-4ACB-BC7C-0293B5CA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D76A02F-A1D6-43CE-B53F-1A2C76E5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E77FB7-4C1C-4ED6-AAA6-A278B016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DISCUSS answer-shape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032F6A9-0005-4F6C-95A9-58EFD585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2EFE038-C5B7-4714-9F58-83E1425E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Place each sentence in the role it performs, then repair the incomplete response.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D857647-4A4B-4E92-98A7-F4729BC8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COMMAND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06C6B9E-86E8-4E07-9775-07BB80CB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EVIDENCE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EB28ED6-0987-4FC4-8041-1BCCF841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CONSIDER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DEC155A1-737F-4BB5-8F9C-2CEB4934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JUDGE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D6D0AC66-AB40-447E-A5F0-8425252C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EDIT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89F94121-2C4C-4964-A53E-A5FB5D6D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E44090DC-CDDC-4E62-B227-5CA25865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493973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D507F956-6440-4B98-8E61-B28463E2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8294D07-4F22-42AE-B22F-6FAEEA01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CCEAD48-81CF-49F1-8FAC-2B499F62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65B194-839F-4969-8CC4-D656B9F8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DISCUSS answer-shape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61C9075-16CC-4DE7-92A2-63CDDC08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740F285-20FD-4C0E-AD67-55C38132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7A21C9DA-3A50-4FBA-B801-FD1BAD87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491A3CAC-4B30-4371-8539-6A9A9663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8565335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68A0101E-B4E3-43AD-B0D3-DE9127D5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C4604AA-5A29-4997-BDEC-DDED0550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6BBDFFE-CE65-4729-8DDF-E98303A6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64B668-6D72-4F35-AB55-00D579A3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B86387F-9466-41F2-BAE9-CA383594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5F483EB-F9C2-4562-BD12-05CCFA0D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BENEFIT + EVIDENCE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4A21CD0-6AA9-41AE-B999-8AB83856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RISK / CONCERN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E75EE8B-4A6E-4C31-B50B-A0BCDAC7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JUSTIFIED JUDGEMENT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BD4547D-C541-4741-9A1B-BCFA2566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part of the answer would you strengthen, and what exact edit will you make?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90238607-F8C3-4C9D-89CD-4963FCB0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4F76F293-5CF1-4BDA-B57E-7C64C487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2199930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369647A8-71F8-43D1-A1CF-FE5DEB38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A17E498-78E7-4734-A478-A765038A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D27B581-E801-47E9-A5EF-EA9B6B78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562BCA-15A1-476B-BB83-C5C0FD8D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9BF62EA-24C8-4321-A742-48AEB4CB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5BD533D-A6E2-4028-8D07-E2DB2BF3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DISCUSS: Based only on the simulated evidence, should this fictional stem-cell treatment proceed to a larger, longer controlled study? Write or dictate a judgement, receive one feedback point, then edit the same response.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5A1F306-5D9A-4FA6-B9AA-8F62A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 balanced first response, one genuine audience comment, a visible edit and the pupil's statement of what changed.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6D69416D-6C00-4229-B230-2788423F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690508AA-03C4-4A57-9029-63432039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9061573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E88B6295-5AEF-49EA-9B97-EA2F37A8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FD499F7-456D-482A-AB6C-1B3B9335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3317D81-2C44-4DBA-B311-B3A4CFC4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8CAAFF-C636-457D-A167-4EAC9A68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A4AE1E4-4B06-408B-AAEA-8FD30B53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F01FAED-8DB0-4450-B111-D3A2CE2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Choose one benefit, one risk/concern and one cautious conclusion; order them and add because.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C5F88EC-E595-4F40-B25B-406DEC29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Write or dictate a structured DISCUSS paragraph, then make one evidence-led edit.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D12EECE-EC69-4125-964C-22AEC8ED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Weigh evidence, ethical concern and uncertainty, then edit an overclaim into a proportionate judgement.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F606886-2CD8-4559-905C-CCB97B38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6D1960D-9F36-4271-83BA-8384DE36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0569194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50970EBD-C41D-441E-A323-DE0EFD24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5C106CF-279F-4873-AF6A-977A9717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084E36D-AFE8-4ED7-A4D3-F67B030C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4EA3C2-4D2C-43F6-BA68-D386F626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24C7AC4-34D9-46CF-8E5E-9E48DA08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0BE3A0C-50F7-4FF0-82FD-A50AAC82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did you edit, and why is the new line more scientific?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5CD588E-23B9-4563-92A9-B9DC4212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09AE1C02-EC6C-4F83-BCC3-D56145E2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0581FD40-369E-4724-8C76-937B7973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2024011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2026-09-08T08:54:18.3670000Z</dcterms:created>
  <dcterms:modified xsi:type="dcterms:W3CDTF">2026-09-08T08:54:18.3670000Z</dcterms:modified>
</coreProperties>
</file>