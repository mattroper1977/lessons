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docProps/custom.xml" ContentType="application/vnd.openxmlformats-officedocument.custom-properties+xml"/>
</Types>
</file>

<file path=_rels/.rels><?xml version='1.0' encoding='UTF-8' standalone='yes'?>
<Relationships xmlns="http://schemas.openxmlformats.org/package/2006/relationships"><Relationship Type="http://schemas.openxmlformats.org/package/2006/relationships/metadata/core-properties" Target="/docProps/core.xml" Id="Re4d539a087fa436d"/><Relationship Type="http://schemas.openxmlformats.org/officeDocument/2006/relationships/extended-properties" Target="/docProps/app.xml" Id="R5700b4b462e645fb"/><Relationship Type="http://schemas.openxmlformats.org/officeDocument/2006/relationships/officeDocument" Target="/ppt/presentation.xml" Id="R6d88d67673724105"/><Relationship Id="rId1" Type="http://schemas.openxmlformats.org/officeDocument/2006/relationships/custom-properties" Target="docProps/custom.xml"/></Relationships>
</file>

<file path=ppt/presentation.xml><?xml version="1.0" encoding="utf-8"?>
<p:presentation xmlns:p="http://schemas.openxmlformats.org/presentationml/2006/main">
  <p:sldMasterIdLst>
    <p:sldMasterId xmlns:r="http://schemas.openxmlformats.org/officeDocument/2006/relationships" id="2147483648" r:id="Rd091febbb6ed4d39"/>
  </p:sldMasterIdLst>
  <p:notesMasterIdLst>
    <p:notesMasterId xmlns:r="http://schemas.openxmlformats.org/officeDocument/2006/relationships" r:id="Rc053b32f5ee34019"/>
  </p:notesMasterIdLst>
  <p:sldIdLst>
    <p:sldId xmlns:r="http://schemas.openxmlformats.org/officeDocument/2006/relationships" id="256" r:id="R56556b7016dd44ec"/>
    <p:sldId xmlns:r="http://schemas.openxmlformats.org/officeDocument/2006/relationships" id="257" r:id="R8b369ab186874689"/>
    <p:sldId xmlns:r="http://schemas.openxmlformats.org/officeDocument/2006/relationships" id="258" r:id="Rf2775b5237fd4a85"/>
    <p:sldId xmlns:r="http://schemas.openxmlformats.org/officeDocument/2006/relationships" id="259" r:id="R7e103c81e3d24b70"/>
    <p:sldId xmlns:r="http://schemas.openxmlformats.org/officeDocument/2006/relationships" id="260" r:id="R9a0e2a5427c54b8b"/>
    <p:sldId xmlns:r="http://schemas.openxmlformats.org/officeDocument/2006/relationships" id="261" r:id="Rb29939456fd14110"/>
    <p:sldId xmlns:r="http://schemas.openxmlformats.org/officeDocument/2006/relationships" id="262" r:id="R4055b7657d8b4ab8"/>
    <p:sldId xmlns:r="http://schemas.openxmlformats.org/officeDocument/2006/relationships" id="263" r:id="R7befff4bcd674ab5"/>
    <p:sldId xmlns:r="http://schemas.openxmlformats.org/officeDocument/2006/relationships" id="264" r:id="Rb02d85b8fa9a4711"/>
    <p:sldId xmlns:r="http://schemas.openxmlformats.org/officeDocument/2006/relationships" id="265" r:id="Rb71af6f5a4f3467f"/>
    <p:sldId xmlns:r="http://schemas.openxmlformats.org/officeDocument/2006/relationships" id="266" r:id="R23549f92bab54cb3"/>
    <p:sldId xmlns:r="http://schemas.openxmlformats.org/officeDocument/2006/relationships" id="267" r:id="R1a2d9e25fc794475"/>
    <p:sldId xmlns:r="http://schemas.openxmlformats.org/officeDocument/2006/relationships" id="268" r:id="R51bf36a3e60242c3"/>
    <p:sldId xmlns:r="http://schemas.openxmlformats.org/officeDocument/2006/relationships" id="269" r:id="Re593d3639f074d3c"/>
    <p:sldId xmlns:r="http://schemas.openxmlformats.org/officeDocument/2006/relationships" id="270" r:id="R2bb2b5de087e46a0"/>
    <p:sldId xmlns:r="http://schemas.openxmlformats.org/officeDocument/2006/relationships" id="271" r:id="R32709dd24d3144ac"/>
    <p:sldId xmlns:r="http://schemas.openxmlformats.org/officeDocument/2006/relationships" id="272" r:id="R67222023135949f8"/>
    <p:sldId xmlns:r="http://schemas.openxmlformats.org/officeDocument/2006/relationships" id="273" r:id="R91fd1382422a426e"/>
    <p:sldId xmlns:r="http://schemas.openxmlformats.org/officeDocument/2006/relationships" id="274" r:id="R69e90748e6934ade"/>
    <p:sldId xmlns:r="http://schemas.openxmlformats.org/officeDocument/2006/relationships" id="275" r:id="R3d08a4e903304480"/>
    <p:sldId xmlns:r="http://schemas.openxmlformats.org/officeDocument/2006/relationships" id="276" r:id="Rc6c3a2ae24bf4567"/>
    <p:sldId xmlns:r="http://schemas.openxmlformats.org/officeDocument/2006/relationships" id="277" r:id="R747aab23e5ce4cf6"/>
    <p:sldId xmlns:r="http://schemas.openxmlformats.org/officeDocument/2006/relationships" id="278" r:id="R12519a83a0dc4919"/>
    <p:sldId xmlns:r="http://schemas.openxmlformats.org/officeDocument/2006/relationships" id="279" r:id="R3744589a71fc455e"/>
    <p:sldId xmlns:r="http://schemas.openxmlformats.org/officeDocument/2006/relationships" id="280" r:id="R75c8566bb9414b96"/>
    <p:sldId xmlns:r="http://schemas.openxmlformats.org/officeDocument/2006/relationships" id="281" r:id="R940409d4fd294d32"/>
    <p:sldId xmlns:r="http://schemas.openxmlformats.org/officeDocument/2006/relationships" id="282" r:id="Ref31460763e24ea6"/>
    <p:sldId xmlns:r="http://schemas.openxmlformats.org/officeDocument/2006/relationships" id="283" r:id="Rcdb4657090bf4533"/>
    <p:sldId xmlns:r="http://schemas.openxmlformats.org/officeDocument/2006/relationships" id="284" r:id="Rfe2afb408983418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2f75318db8c479d" /><Relationship Type="http://schemas.openxmlformats.org/officeDocument/2006/relationships/slideMaster" Target="/ppt/slideMasters/slideMaster1.xml" Id="Rd091febbb6ed4d39" /><Relationship Type="http://schemas.openxmlformats.org/officeDocument/2006/relationships/notesMaster" Target="/ppt/notesMasters/notesMaster1.xml" Id="Rc053b32f5ee34019" /><Relationship Type="http://schemas.openxmlformats.org/officeDocument/2006/relationships/presProps" Target="/ppt/presProps.xml" Id="R14786dfe1978438f" /><Relationship Type="http://schemas.openxmlformats.org/officeDocument/2006/relationships/tableStyles" Target="/ppt/tableStyles.xml" Id="Refcc7bdfb8274574" /><Relationship Type="http://schemas.openxmlformats.org/officeDocument/2006/relationships/slide" Target="/ppt/slides/slide1.xml" Id="R56556b7016dd44ec" /><Relationship Type="http://schemas.openxmlformats.org/officeDocument/2006/relationships/slide" Target="/ppt/slides/slide2.xml" Id="R8b369ab186874689" /><Relationship Type="http://schemas.openxmlformats.org/officeDocument/2006/relationships/slide" Target="/ppt/slides/slide3.xml" Id="Rf2775b5237fd4a85" /><Relationship Type="http://schemas.openxmlformats.org/officeDocument/2006/relationships/slide" Target="/ppt/slides/slide4.xml" Id="R7e103c81e3d24b70" /><Relationship Type="http://schemas.openxmlformats.org/officeDocument/2006/relationships/slide" Target="/ppt/slides/slide5.xml" Id="R9a0e2a5427c54b8b" /><Relationship Type="http://schemas.openxmlformats.org/officeDocument/2006/relationships/slide" Target="/ppt/slides/slide6.xml" Id="Rb29939456fd14110" /><Relationship Type="http://schemas.openxmlformats.org/officeDocument/2006/relationships/slide" Target="/ppt/slides/slide7.xml" Id="R4055b7657d8b4ab8" /><Relationship Type="http://schemas.openxmlformats.org/officeDocument/2006/relationships/slide" Target="/ppt/slides/slide8.xml" Id="R7befff4bcd674ab5" /><Relationship Type="http://schemas.openxmlformats.org/officeDocument/2006/relationships/slide" Target="/ppt/slides/slide9.xml" Id="Rb02d85b8fa9a4711" /><Relationship Type="http://schemas.openxmlformats.org/officeDocument/2006/relationships/slide" Target="/ppt/slides/slide10.xml" Id="Rb71af6f5a4f3467f" /><Relationship Type="http://schemas.openxmlformats.org/officeDocument/2006/relationships/slide" Target="/ppt/slides/slide11.xml" Id="R23549f92bab54cb3" /><Relationship Type="http://schemas.openxmlformats.org/officeDocument/2006/relationships/slide" Target="/ppt/slides/slide12.xml" Id="R1a2d9e25fc794475" /><Relationship Type="http://schemas.openxmlformats.org/officeDocument/2006/relationships/slide" Target="/ppt/slides/slide13.xml" Id="R51bf36a3e60242c3" /><Relationship Type="http://schemas.openxmlformats.org/officeDocument/2006/relationships/slide" Target="/ppt/slides/slide14.xml" Id="Re593d3639f074d3c" /><Relationship Type="http://schemas.openxmlformats.org/officeDocument/2006/relationships/slide" Target="/ppt/slides/slide15.xml" Id="R2bb2b5de087e46a0" /><Relationship Type="http://schemas.openxmlformats.org/officeDocument/2006/relationships/slide" Target="/ppt/slides/slide16.xml" Id="R32709dd24d3144ac" /><Relationship Type="http://schemas.openxmlformats.org/officeDocument/2006/relationships/slide" Target="/ppt/slides/slide17.xml" Id="R67222023135949f8" /><Relationship Type="http://schemas.openxmlformats.org/officeDocument/2006/relationships/slide" Target="/ppt/slides/slide18.xml" Id="R91fd1382422a426e" /><Relationship Type="http://schemas.openxmlformats.org/officeDocument/2006/relationships/slide" Target="/ppt/slides/slide19.xml" Id="R69e90748e6934ade" /><Relationship Type="http://schemas.openxmlformats.org/officeDocument/2006/relationships/slide" Target="/ppt/slides/slide20.xml" Id="R3d08a4e903304480" /><Relationship Type="http://schemas.openxmlformats.org/officeDocument/2006/relationships/slide" Target="/ppt/slides/slide21.xml" Id="Rc6c3a2ae24bf4567" /><Relationship Type="http://schemas.openxmlformats.org/officeDocument/2006/relationships/slide" Target="/ppt/slides/slide22.xml" Id="R747aab23e5ce4cf6" /><Relationship Type="http://schemas.openxmlformats.org/officeDocument/2006/relationships/slide" Target="/ppt/slides/slide23.xml" Id="R12519a83a0dc4919" /><Relationship Type="http://schemas.openxmlformats.org/officeDocument/2006/relationships/slide" Target="/ppt/slides/slide24.xml" Id="R3744589a71fc455e" /><Relationship Type="http://schemas.openxmlformats.org/officeDocument/2006/relationships/slide" Target="/ppt/slides/slide25.xml" Id="R75c8566bb9414b96" /><Relationship Type="http://schemas.openxmlformats.org/officeDocument/2006/relationships/slide" Target="/ppt/slides/slide26.xml" Id="R940409d4fd294d32" /><Relationship Type="http://schemas.openxmlformats.org/officeDocument/2006/relationships/slide" Target="/ppt/slides/slide27.xml" Id="Ref31460763e24ea6" /><Relationship Type="http://schemas.openxmlformats.org/officeDocument/2006/relationships/slide" Target="/ppt/slides/slide28.xml" Id="Rcdb4657090bf4533" /><Relationship Type="http://schemas.openxmlformats.org/officeDocument/2006/relationships/slide" Target="/ppt/slides/slide29.xml" Id="Rfe2afb408983418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969e0831f76408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atin typeface="Liberation Sans"/>
        <a:ea typeface="Liberation Sans"/>
        <a:cs typeface="Liberation Sans"/>
      </a:defRPr>
    </a:lvl1pPr>
  </p:notesStyle>
</p:notesMaster>
</file>

<file path=ppt/notesMasters/theme/theme3.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Lesson theme">
      <a:majorFont>
        <a:latin typeface="Liberation Sans"/>
        <a:ea typeface="Liberation Sans"/>
        <a:cs typeface="Liberation Sans"/>
      </a:majorFont>
      <a:minorFont>
        <a:latin typeface="Liberation Sans"/>
        <a:ea typeface="Liberation Sans"/>
        <a:cs typeface="Liberation Sans"/>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695e945d56a4a19" /><Relationship Type="http://schemas.openxmlformats.org/officeDocument/2006/relationships/notesMaster" Target="/ppt/notesMasters/notesMaster1.xml" Id="R8cc634e352c04369" /></Relationships>
</file>

<file path=ppt/notesSlides/_rels/notesSlide2.xml.rels>&#65279;<?xml version="1.0" encoding="utf-8"?><Relationships xmlns="http://schemas.openxmlformats.org/package/2006/relationships"><Relationship Type="http://schemas.openxmlformats.org/officeDocument/2006/relationships/slide" Target="/ppt/slides/slide2.xml" Id="R9264a0efcc2a4d43" /><Relationship Type="http://schemas.openxmlformats.org/officeDocument/2006/relationships/notesMaster" Target="/ppt/notesMasters/notesMaster1.xml" Id="R1514d2e8b765441e" /></Relationships>
</file>

<file path=ppt/notesSlides/_rels/notesSlide3.xml.rels>&#65279;<?xml version="1.0" encoding="utf-8"?><Relationships xmlns="http://schemas.openxmlformats.org/package/2006/relationships"><Relationship Type="http://schemas.openxmlformats.org/officeDocument/2006/relationships/slide" Target="/ppt/slides/slide3.xml" Id="Rda58752717884128" /><Relationship Type="http://schemas.openxmlformats.org/officeDocument/2006/relationships/notesMaster" Target="/ppt/notesMasters/notesMaster1.xml" Id="R411b8e3e379a4db9" /></Relationships>
</file>

<file path=ppt/notesSlides/_rels/notesSlide4.xml.rels>&#65279;<?xml version="1.0" encoding="utf-8"?><Relationships xmlns="http://schemas.openxmlformats.org/package/2006/relationships"><Relationship Type="http://schemas.openxmlformats.org/officeDocument/2006/relationships/slide" Target="/ppt/slides/slide4.xml" Id="R1ec3229b08ab4190" /><Relationship Type="http://schemas.openxmlformats.org/officeDocument/2006/relationships/notesMaster" Target="/ppt/notesMasters/notesMaster1.xml" Id="R8cb78438b45445e4" /></Relationships>
</file>

<file path=ppt/notesSlides/_rels/notesSlide5.xml.rels>&#65279;<?xml version="1.0" encoding="utf-8"?><Relationships xmlns="http://schemas.openxmlformats.org/package/2006/relationships"><Relationship Type="http://schemas.openxmlformats.org/officeDocument/2006/relationships/slide" Target="/ppt/slides/slide5.xml" Id="Rc2f426a832e74ebc" /><Relationship Type="http://schemas.openxmlformats.org/officeDocument/2006/relationships/notesMaster" Target="/ppt/notesMasters/notesMaster1.xml" Id="Rf55b3f18d2df4cc7" /></Relationships>
</file>

<file path=ppt/notesSlides/_rels/notesSlide6.xml.rels>&#65279;<?xml version="1.0" encoding="utf-8"?><Relationships xmlns="http://schemas.openxmlformats.org/package/2006/relationships"><Relationship Type="http://schemas.openxmlformats.org/officeDocument/2006/relationships/slide" Target="/ppt/slides/slide6.xml" Id="Raf89746bb15b481a" /><Relationship Type="http://schemas.openxmlformats.org/officeDocument/2006/relationships/notesMaster" Target="/ppt/notesMasters/notesMaster1.xml" Id="R8ac03b521b544a48" /></Relationships>
</file>

<file path=ppt/notesSlides/_rels/notesSlide7.xml.rels>&#65279;<?xml version="1.0" encoding="utf-8"?><Relationships xmlns="http://schemas.openxmlformats.org/package/2006/relationships"><Relationship Type="http://schemas.openxmlformats.org/officeDocument/2006/relationships/slide" Target="/ppt/slides/slide7.xml" Id="R2882c716961444c8" /><Relationship Type="http://schemas.openxmlformats.org/officeDocument/2006/relationships/notesMaster" Target="/ppt/notesMasters/notesMaster1.xml" Id="R4b497d574244458f" /></Relationships>
</file>

<file path=ppt/notesSlides/_rels/notesSlide8.xml.rels>&#65279;<?xml version="1.0" encoding="utf-8"?><Relationships xmlns="http://schemas.openxmlformats.org/package/2006/relationships"><Relationship Type="http://schemas.openxmlformats.org/officeDocument/2006/relationships/slide" Target="/ppt/slides/slide8.xml" Id="R623944069aaf4ef1" /><Relationship Type="http://schemas.openxmlformats.org/officeDocument/2006/relationships/notesMaster" Target="/ppt/notesMasters/notesMaster1.xml" Id="R0b55840f07534365" /></Relationships>
</file>

<file path=ppt/notesSlides/_rels/notesSlide9.xml.rels>&#65279;<?xml version="1.0" encoding="utf-8"?><Relationships xmlns="http://schemas.openxmlformats.org/package/2006/relationships"><Relationship Type="http://schemas.openxmlformats.org/officeDocument/2006/relationships/slide" Target="/ppt/slides/slide9.xml" Id="R1d3d8677fe4844ea" /><Relationship Type="http://schemas.openxmlformats.org/officeDocument/2006/relationships/notesMaster" Target="/ppt/notesMasters/notesMaster1.xml" Id="Ra49fe3abcccf4bf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dbbbf89342f4adb" /><Relationship Type="http://schemas.openxmlformats.org/officeDocument/2006/relationships/notesMaster" Target="/ppt/notesMasters/notesMaster1.xml" Id="R9eefc875c3e9432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010bfaace634e06" /><Relationship Type="http://schemas.openxmlformats.org/officeDocument/2006/relationships/notesMaster" Target="/ppt/notesMasters/notesMaster1.xml" Id="R7e0d931949e84a4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71f1e513eae4fc1" /><Relationship Type="http://schemas.openxmlformats.org/officeDocument/2006/relationships/notesMaster" Target="/ppt/notesMasters/notesMaster1.xml" Id="Rd8ddedc6d9bd45a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52cb64d15a14b68" /><Relationship Type="http://schemas.openxmlformats.org/officeDocument/2006/relationships/notesMaster" Target="/ppt/notesMasters/notesMaster1.xml" Id="Re061b72caba14ce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b196e4b77cd4972" /><Relationship Type="http://schemas.openxmlformats.org/officeDocument/2006/relationships/notesMaster" Target="/ppt/notesMasters/notesMaster1.xml" Id="Rf56995b16dca4e0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c654588b7d142e7" /><Relationship Type="http://schemas.openxmlformats.org/officeDocument/2006/relationships/notesMaster" Target="/ppt/notesMasters/notesMaster1.xml" Id="R581c599778a84e9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57394a634024110" /><Relationship Type="http://schemas.openxmlformats.org/officeDocument/2006/relationships/notesMaster" Target="/ppt/notesMasters/notesMaster1.xml" Id="Re8c374df7e7d491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c517865b77f42cc" /><Relationship Type="http://schemas.openxmlformats.org/officeDocument/2006/relationships/notesMaster" Target="/ppt/notesMasters/notesMaster1.xml" Id="R107a2580f1c74b1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89ae948ba684d9e" /><Relationship Type="http://schemas.openxmlformats.org/officeDocument/2006/relationships/notesMaster" Target="/ppt/notesMasters/notesMaster1.xml" Id="R66bd7881e2fa4c6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715f41aaf0947a3" /><Relationship Type="http://schemas.openxmlformats.org/officeDocument/2006/relationships/notesMaster" Target="/ppt/notesMasters/notesMaster1.xml" Id="Rd4672de1eeaa485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a4bfd719f564d58" /><Relationship Type="http://schemas.openxmlformats.org/officeDocument/2006/relationships/notesMaster" Target="/ppt/notesMasters/notesMaster1.xml" Id="R9405114207d94ab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80471a8e3b74fa9" /><Relationship Type="http://schemas.openxmlformats.org/officeDocument/2006/relationships/notesMaster" Target="/ppt/notesMasters/notesMaster1.xml" Id="R3cb2b4de39034f6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7aefb193e9f4820" /><Relationship Type="http://schemas.openxmlformats.org/officeDocument/2006/relationships/notesMaster" Target="/ppt/notesMasters/notesMaster1.xml" Id="Rd76a1f52a73149e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75b6a74818b4c41" /><Relationship Type="http://schemas.openxmlformats.org/officeDocument/2006/relationships/notesMaster" Target="/ppt/notesMasters/notesMaster1.xml" Id="R954d8032d03b466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a6118b2a8f684996" /><Relationship Type="http://schemas.openxmlformats.org/officeDocument/2006/relationships/notesMaster" Target="/ppt/notesMasters/notesMaster1.xml" Id="R1efc894b3b044ed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66fe282321c4dbf" /><Relationship Type="http://schemas.openxmlformats.org/officeDocument/2006/relationships/notesMaster" Target="/ppt/notesMasters/notesMaster1.xml" Id="R8ea954dd5c334a02"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918c4aa75c64603" /><Relationship Type="http://schemas.openxmlformats.org/officeDocument/2006/relationships/notesMaster" Target="/ppt/notesMasters/notesMaster1.xml" Id="Rdd303dc5da7547be"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170db8a3cc2a46cf" /><Relationship Type="http://schemas.openxmlformats.org/officeDocument/2006/relationships/notesMaster" Target="/ppt/notesMasters/notesMaster1.xml" Id="Rb89bb508b8d04a8e"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8c6ac60e28604fd0" /><Relationship Type="http://schemas.openxmlformats.org/officeDocument/2006/relationships/notesMaster" Target="/ppt/notesMasters/notesMaster1.xml" Id="Rd5197246d82e417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5e39861b5c594d83" /><Relationship Type="http://schemas.openxmlformats.org/officeDocument/2006/relationships/notesMaster" Target="/ppt/notesMasters/notesMaster1.xml" Id="R7e24d1db0a3745a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SCI_BUILD_A1_W08_P1.html; SHA-256 89d9ccad816c5c189baa0e7ad0dfef414a08ac3759dc9efd4e6c8333fd24804f.</a:t>
            </a:r>
          </a:p>
          <a:p xmlns:a="http://schemas.openxmlformats.org/drawingml/2006/main">
            <a:r>
              <a:t>Lesson SCI-BUILD-A1-W08-P1; source slide 1 (slide-1).</a:t>
            </a:r>
          </a:p>
          <a:p xmlns:a="http://schemas.openxmlformats.org/drawingml/2006/main">
            <a:r>
              <a:t>Read the goal; use the actual books and pupil responses to choose support.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SCI_BUILD_A1_W08_P1.html; SHA-256 89d9ccad816c5c189baa0e7ad0dfef414a08ac3759dc9efd4e6c8333fd24804f.</a:t>
            </a:r>
          </a:p>
          <a:p xmlns:a="http://schemas.openxmlformats.org/drawingml/2006/main">
            <a:r>
              <a:t>Lesson SCI-BUILD-A1-W08-P1; source slide 2 (slide-2).</a:t>
            </a:r>
          </a:p>
          <a:p xmlns:a="http://schemas.openxmlformats.org/drawingml/2006/main">
            <a:r>
              <a:t>Use Arrival reminders if the pupil missed the last lesson. Four brief answers in the book; accept pointing, drawing or exact-word scribing.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SCI_BUILD_A1_W08_P1.html; SHA-256 89d9ccad816c5c189baa0e7ad0dfef414a08ac3759dc9efd4e6c8333fd24804f.</a:t>
            </a:r>
          </a:p>
          <a:p xmlns:a="http://schemas.openxmlformats.org/drawingml/2006/main">
            <a:r>
              <a:t>Lesson SCI-BUILD-A1-W08-P1; source slide 2 (slide-2).</a:t>
            </a:r>
          </a:p>
          <a:p xmlns:a="http://schemas.openxmlformats.org/drawingml/2006/main">
            <a:r>
              <a:t>Use Arrival reminders if the pupil missed the last lesson. Four brief answers in the book; accept pointing, drawing or exact-word scribing.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SCI_BUILD_A1_W08_P1.html; SHA-256 89d9ccad816c5c189baa0e7ad0dfef414a08ac3759dc9efd4e6c8333fd24804f.</a:t>
            </a:r>
          </a:p>
          <a:p xmlns:a="http://schemas.openxmlformats.org/drawingml/2006/main">
            <a:r>
              <a:t>Lesson SCI-BUILD-A1-W08-P1; source slide 3 (slide-3).</a:t>
            </a:r>
          </a:p>
          <a:p xmlns:a="http://schemas.openxmlformats.org/drawingml/2006/main">
            <a:r>
              <a:t>Every pupil commits by point, speech, sign or book before a reveal. Starter answer: The green plant; it makes food using light. The rabbit gets food by eating.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SCI_BUILD_A1_W08_P1.html; SHA-256 89d9ccad816c5c189baa0e7ad0dfef414a08ac3759dc9efd4e6c8333fd24804f.</a:t>
            </a:r>
          </a:p>
          <a:p xmlns:a="http://schemas.openxmlformats.org/drawingml/2006/main">
            <a:r>
              <a:t>Lesson SCI-BUILD-A1-W08-P1; source slide 3 (slide-3).</a:t>
            </a:r>
          </a:p>
          <a:p xmlns:a="http://schemas.openxmlformats.org/drawingml/2006/main">
            <a:r>
              <a:t>Every pupil commits by point, speech, sign or book before a reveal. Starter answer: The green plant; it makes food using light. The rabbit gets food by eating.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SCI_BUILD_A1_W08_P1.html; SHA-256 89d9ccad816c5c189baa0e7ad0dfef414a08ac3759dc9efd4e6c8333fd24804f.</a:t>
            </a:r>
          </a:p>
          <a:p xmlns:a="http://schemas.openxmlformats.org/drawingml/2006/main">
            <a:r>
              <a:t>Lesson SCI-BUILD-A1-W08-P1; source slide 4 (slide-4).</a:t>
            </a:r>
          </a:p>
          <a:p xmlns:a="http://schemas.openxmlformats.org/drawingml/2006/main">
            <a:r>
              <a:t>Think aloud one step at a time. Pause so pupils name the evidence, not a guess.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SCI_BUILD_A1_W08_P1.html; SHA-256 89d9ccad816c5c189baa0e7ad0dfef414a08ac3759dc9efd4e6c8333fd24804f.</a:t>
            </a:r>
          </a:p>
          <a:p xmlns:a="http://schemas.openxmlformats.org/drawingml/2006/main">
            <a:r>
              <a:t>Lesson SCI-BUILD-A1-W08-P1; source slide 4 (slide-4).</a:t>
            </a:r>
          </a:p>
          <a:p xmlns:a="http://schemas.openxmlformats.org/drawingml/2006/main">
            <a:r>
              <a:t>Think aloud one step at a time. Pause so pupils name the evidence, not a guess.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SCI_BUILD_A1_W08_P1.html; SHA-256 89d9ccad816c5c189baa0e7ad0dfef414a08ac3759dc9efd4e6c8333fd24804f.</a:t>
            </a:r>
          </a:p>
          <a:p xmlns:a="http://schemas.openxmlformats.org/drawingml/2006/main">
            <a:r>
              <a:t>Lesson SCI-BUILD-A1-W08-P1; source slide 4 (slide-4).</a:t>
            </a:r>
          </a:p>
          <a:p xmlns:a="http://schemas.openxmlformats.org/drawingml/2006/main">
            <a:r>
              <a:t>Think aloud one step at a time. Pause so pupils name the evidence, not a guess.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SCI_BUILD_A1_W08_P1.html; SHA-256 89d9ccad816c5c189baa0e7ad0dfef414a08ac3759dc9efd4e6c8333fd24804f.</a:t>
            </a:r>
          </a:p>
          <a:p xmlns:a="http://schemas.openxmlformats.org/drawingml/2006/main">
            <a:r>
              <a:t>Lesson SCI-BUILD-A1-W08-P1; source slide 4 (slide-4).</a:t>
            </a:r>
          </a:p>
          <a:p xmlns:a="http://schemas.openxmlformats.org/drawingml/2006/main">
            <a:r>
              <a:t>Think aloud one step at a time. Pause so pupils name the evidence, not a guess.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SCI_BUILD_A1_W08_P1.html; SHA-256 89d9ccad816c5c189baa0e7ad0dfef414a08ac3759dc9efd4e6c8333fd24804f.</a:t>
            </a:r>
          </a:p>
          <a:p xmlns:a="http://schemas.openxmlformats.org/drawingml/2006/main">
            <a:r>
              <a:t>Lesson SCI-BUILD-A1-W08-P1; source slide 4 (slide-4).</a:t>
            </a:r>
          </a:p>
          <a:p xmlns:a="http://schemas.openxmlformats.org/drawingml/2006/main">
            <a:r>
              <a:t>Think aloud one step at a time. Pause so pupils name the evidence, not a guess.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SCI_BUILD_A1_W08_P1.html; SHA-256 89d9ccad816c5c189baa0e7ad0dfef414a08ac3759dc9efd4e6c8333fd24804f.</a:t>
            </a:r>
          </a:p>
          <a:p xmlns:a="http://schemas.openxmlformats.org/drawingml/2006/main">
            <a:r>
              <a:t>Lesson SCI-BUILD-A1-W08-P1; source slide 4 (slide-4).</a:t>
            </a:r>
          </a:p>
          <a:p xmlns:a="http://schemas.openxmlformats.org/drawingml/2006/main">
            <a:r>
              <a:t>Think aloud one step at a time. Pause so pupils name the evidence, not a guess.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SCI_BUILD_A1_W08_P1.html; SHA-256 89d9ccad816c5c189baa0e7ad0dfef414a08ac3759dc9efd4e6c8333fd24804f.</a:t>
            </a:r>
          </a:p>
          <a:p xmlns:a="http://schemas.openxmlformats.org/drawingml/2006/main">
            <a:r>
              <a:t>Lesson SCI-BUILD-A1-W08-P1; source slide 5 (slide-5).</a:t>
            </a:r>
          </a:p>
          <a:p xmlns:a="http://schemas.openxmlformats.org/drawingml/2006/main">
            <a:r>
              <a:t>Correct: A plant uses light to make food. Animals eat to get food. If fewer than three in four show the idea, model another example before the independent route.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SCI_BUILD_A1_W08_P1.html; SHA-256 89d9ccad816c5c189baa0e7ad0dfef414a08ac3759dc9efd4e6c8333fd24804f.</a:t>
            </a:r>
          </a:p>
          <a:p xmlns:a="http://schemas.openxmlformats.org/drawingml/2006/main">
            <a:r>
              <a:t>Lesson SCI-BUILD-A1-W08-P1; source slide 5 (slide-5).</a:t>
            </a:r>
          </a:p>
          <a:p xmlns:a="http://schemas.openxmlformats.org/drawingml/2006/main">
            <a:r>
              <a:t>Correct: A plant uses light to make food. Animals eat to get food. If fewer than three in four show the idea, model another example before the independent route.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SCI_BUILD_A1_W08_P1.html; SHA-256 89d9ccad816c5c189baa0e7ad0dfef414a08ac3759dc9efd4e6c8333fd24804f.</a:t>
            </a:r>
          </a:p>
          <a:p xmlns:a="http://schemas.openxmlformats.org/drawingml/2006/main">
            <a:r>
              <a:t>Lesson SCI-BUILD-A1-W08-P1; source slide 6 (slide-6).</a:t>
            </a:r>
          </a:p>
          <a:p xmlns:a="http://schemas.openxmlformats.org/drawingml/2006/main">
            <a:r>
              <a:t>Name the limit explicitly. Do not let model data become a performed practical.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SCI_BUILD_A1_W08_P1.html; SHA-256 89d9ccad816c5c189baa0e7ad0dfef414a08ac3759dc9efd4e6c8333fd24804f.</a:t>
            </a:r>
          </a:p>
          <a:p xmlns:a="http://schemas.openxmlformats.org/drawingml/2006/main">
            <a:r>
              <a:t>Lesson SCI-BUILD-A1-W08-P1; source slide 7 (slide-7).</a:t>
            </a:r>
          </a:p>
          <a:p xmlns:a="http://schemas.openxmlformats.org/drawingml/2006/main">
            <a:r>
              <a:t>Hear the reason before checking. All cards, feedback and retry explanations are available. Keep supplied model records distinct from actual observations.</a:t>
            </a:r>
          </a:p>
          <a:p xmlns:a="http://schemas.openxmlformats.org/drawingml/2006/main">
            <a:r>
              <a:t>Rabbit clue: Food passes from grass to rabbit to fox.</a:t>
            </a:r>
          </a:p>
          <a:p xmlns:a="http://schemas.openxmlformats.org/drawingml/2006/main">
            <a:r>
              <a:t>Retry: Start with the food and point to its eater.</a:t>
            </a:r>
          </a:p>
          <a:p xmlns:a="http://schemas.openxmlformats.org/drawingml/2006/main">
            <a:r>
              <a:t>Robin clue: Food passes from leaves to caterpillar to robin.</a:t>
            </a:r>
          </a:p>
          <a:p xmlns:a="http://schemas.openxmlformats.org/drawingml/2006/main">
            <a:r>
              <a:t>Retry: The leaf is food for the caterpillar.</a:t>
            </a:r>
          </a:p>
          <a:p xmlns:a="http://schemas.openxmlformats.org/drawingml/2006/main">
            <a:r>
              <a:t>Wrong arrow: Repair to grass → rabbit → fox. Read each arrow as is eaten by.</a:t>
            </a:r>
          </a:p>
          <a:p xmlns:a="http://schemas.openxmlformats.org/drawingml/2006/main">
            <a:r>
              <a:t>Retry: The clue says the fox can eat the rabbit.</a:t>
            </a:r>
          </a:p>
          <a:p xmlns:a="http://schemas.openxmlformats.org/drawingml/2006/main">
            <a:r>
              <a:t>Food claim: Animals obtain food by eating. Green plants can make their own food using light.</a:t>
            </a:r>
          </a:p>
          <a:p xmlns:a="http://schemas.openxmlformats.org/drawingml/2006/main">
            <a:r>
              <a:t>Retry: Look again at producer and consumer.</a:t>
            </a:r>
          </a:p>
          <a:p xmlns:a="http://schemas.openxmlformats.org/drawingml/2006/main">
            <a:r>
              <a:t>Cow food clue: Cow → eats grass: the animal obtains food by eating. In a chain, grass points towards the cow.</a:t>
            </a:r>
          </a:p>
          <a:p xmlns:a="http://schemas.openxmlformats.org/drawingml/2006/main">
            <a:r>
              <a:t>Retry: Read the clue: the grass is the food.</a:t>
            </a:r>
          </a:p>
          <a:p xmlns:a="http://schemas.openxmlformats.org/drawingml/2006/main">
            <a:r>
              <a:t>Owl food clue: The owl obtains food by eating a small animal; this is an example, not every owl’s complete diet.</a:t>
            </a:r>
          </a:p>
          <a:p xmlns:a="http://schemas.openxmlformats.org/drawingml/2006/main">
            <a:r>
              <a:t>Retry: Keep animal and its food linked by the supplied clue.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SCI_BUILD_A1_W08_P1.html; SHA-256 89d9ccad816c5c189baa0e7ad0dfef414a08ac3759dc9efd4e6c8333fd24804f.</a:t>
            </a:r>
          </a:p>
          <a:p xmlns:a="http://schemas.openxmlformats.org/drawingml/2006/main">
            <a:r>
              <a:t>Lesson SCI-BUILD-A1-W08-P1; source slide 7 (slide-7).</a:t>
            </a:r>
          </a:p>
          <a:p xmlns:a="http://schemas.openxmlformats.org/drawingml/2006/main">
            <a:r>
              <a:t>Hear the reason before checking. All cards, feedback and retry explanations are available. Keep supplied model records distinct from actual observations.</a:t>
            </a:r>
          </a:p>
          <a:p xmlns:a="http://schemas.openxmlformats.org/drawingml/2006/main">
            <a:r>
              <a:t>Rabbit clue: Food passes from grass to rabbit to fox.</a:t>
            </a:r>
          </a:p>
          <a:p xmlns:a="http://schemas.openxmlformats.org/drawingml/2006/main">
            <a:r>
              <a:t>Retry: Start with the food and point to its eater.</a:t>
            </a:r>
          </a:p>
          <a:p xmlns:a="http://schemas.openxmlformats.org/drawingml/2006/main">
            <a:r>
              <a:t>Robin clue: Food passes from leaves to caterpillar to robin.</a:t>
            </a:r>
          </a:p>
          <a:p xmlns:a="http://schemas.openxmlformats.org/drawingml/2006/main">
            <a:r>
              <a:t>Retry: The leaf is food for the caterpillar.</a:t>
            </a:r>
          </a:p>
          <a:p xmlns:a="http://schemas.openxmlformats.org/drawingml/2006/main">
            <a:r>
              <a:t>Wrong arrow: Repair to grass → rabbit → fox. Read each arrow as is eaten by.</a:t>
            </a:r>
          </a:p>
          <a:p xmlns:a="http://schemas.openxmlformats.org/drawingml/2006/main">
            <a:r>
              <a:t>Retry: The clue says the fox can eat the rabbit.</a:t>
            </a:r>
          </a:p>
          <a:p xmlns:a="http://schemas.openxmlformats.org/drawingml/2006/main">
            <a:r>
              <a:t>Food claim: Animals obtain food by eating. Green plants can make their own food using light.</a:t>
            </a:r>
          </a:p>
          <a:p xmlns:a="http://schemas.openxmlformats.org/drawingml/2006/main">
            <a:r>
              <a:t>Retry: Look again at producer and consumer.</a:t>
            </a:r>
          </a:p>
          <a:p xmlns:a="http://schemas.openxmlformats.org/drawingml/2006/main">
            <a:r>
              <a:t>Cow food clue: Cow → eats grass: the animal obtains food by eating. In a chain, grass points towards the cow.</a:t>
            </a:r>
          </a:p>
          <a:p xmlns:a="http://schemas.openxmlformats.org/drawingml/2006/main">
            <a:r>
              <a:t>Retry: Read the clue: the grass is the food.</a:t>
            </a:r>
          </a:p>
          <a:p xmlns:a="http://schemas.openxmlformats.org/drawingml/2006/main">
            <a:r>
              <a:t>Owl food clue: The owl obtains food by eating a small animal; this is an example, not every owl’s complete diet.</a:t>
            </a:r>
          </a:p>
          <a:p xmlns:a="http://schemas.openxmlformats.org/drawingml/2006/main">
            <a:r>
              <a:t>Retry: Keep animal and its food linked by the supplied clue.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SCI_BUILD_A1_W08_P1.html; SHA-256 89d9ccad816c5c189baa0e7ad0dfef414a08ac3759dc9efd4e6c8333fd24804f.</a:t>
            </a:r>
          </a:p>
          <a:p xmlns:a="http://schemas.openxmlformats.org/drawingml/2006/main">
            <a:r>
              <a:t>Lesson SCI-BUILD-A1-W08-P1; source slide 7 (slide-7).</a:t>
            </a:r>
          </a:p>
          <a:p xmlns:a="http://schemas.openxmlformats.org/drawingml/2006/main">
            <a:r>
              <a:t>Hear the reason before checking. All cards, feedback and retry explanations are available. Keep supplied model records distinct from actual observations.</a:t>
            </a:r>
          </a:p>
          <a:p xmlns:a="http://schemas.openxmlformats.org/drawingml/2006/main">
            <a:r>
              <a:t>Rabbit clue: Food passes from grass to rabbit to fox.</a:t>
            </a:r>
          </a:p>
          <a:p xmlns:a="http://schemas.openxmlformats.org/drawingml/2006/main">
            <a:r>
              <a:t>Retry: Start with the food and point to its eater.</a:t>
            </a:r>
          </a:p>
          <a:p xmlns:a="http://schemas.openxmlformats.org/drawingml/2006/main">
            <a:r>
              <a:t>Robin clue: Food passes from leaves to caterpillar to robin.</a:t>
            </a:r>
          </a:p>
          <a:p xmlns:a="http://schemas.openxmlformats.org/drawingml/2006/main">
            <a:r>
              <a:t>Retry: The leaf is food for the caterpillar.</a:t>
            </a:r>
          </a:p>
          <a:p xmlns:a="http://schemas.openxmlformats.org/drawingml/2006/main">
            <a:r>
              <a:t>Wrong arrow: Repair to grass → rabbit → fox. Read each arrow as is eaten by.</a:t>
            </a:r>
          </a:p>
          <a:p xmlns:a="http://schemas.openxmlformats.org/drawingml/2006/main">
            <a:r>
              <a:t>Retry: The clue says the fox can eat the rabbit.</a:t>
            </a:r>
          </a:p>
          <a:p xmlns:a="http://schemas.openxmlformats.org/drawingml/2006/main">
            <a:r>
              <a:t>Food claim: Animals obtain food by eating. Green plants can make their own food using light.</a:t>
            </a:r>
          </a:p>
          <a:p xmlns:a="http://schemas.openxmlformats.org/drawingml/2006/main">
            <a:r>
              <a:t>Retry: Look again at producer and consumer.</a:t>
            </a:r>
          </a:p>
          <a:p xmlns:a="http://schemas.openxmlformats.org/drawingml/2006/main">
            <a:r>
              <a:t>Cow food clue: Cow → eats grass: the animal obtains food by eating. In a chain, grass points towards the cow.</a:t>
            </a:r>
          </a:p>
          <a:p xmlns:a="http://schemas.openxmlformats.org/drawingml/2006/main">
            <a:r>
              <a:t>Retry: Read the clue: the grass is the food.</a:t>
            </a:r>
          </a:p>
          <a:p xmlns:a="http://schemas.openxmlformats.org/drawingml/2006/main">
            <a:r>
              <a:t>Owl food clue: The owl obtains food by eating a small animal; this is an example, not every owl’s complete diet.</a:t>
            </a:r>
          </a:p>
          <a:p xmlns:a="http://schemas.openxmlformats.org/drawingml/2006/main">
            <a:r>
              <a:t>Retry: Keep animal and its food linked by the supplied clue.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SCI_BUILD_A1_W08_P1.html; SHA-256 89d9ccad816c5c189baa0e7ad0dfef414a08ac3759dc9efd4e6c8333fd24804f.</a:t>
            </a:r>
          </a:p>
          <a:p xmlns:a="http://schemas.openxmlformats.org/drawingml/2006/main">
            <a:r>
              <a:t>Lesson SCI-BUILD-A1-W08-P1; source slide 8 (slide-8).</a:t>
            </a:r>
          </a:p>
          <a:p xmlns:a="http://schemas.openxmlformats.org/drawingml/2006/main">
            <a:r>
              <a:t>Use an incorrect idea as a question only; receive a response then show the repair.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SCI_BUILD_A1_W08_P1.html; SHA-256 89d9ccad816c5c189baa0e7ad0dfef414a08ac3759dc9efd4e6c8333fd24804f.</a:t>
            </a:r>
          </a:p>
          <a:p xmlns:a="http://schemas.openxmlformats.org/drawingml/2006/main">
            <a:r>
              <a:t>Lesson SCI-BUILD-A1-W08-P1; source slide 8 (slide-8).</a:t>
            </a:r>
          </a:p>
          <a:p xmlns:a="http://schemas.openxmlformats.org/drawingml/2006/main">
            <a:r>
              <a:t>Use an incorrect idea as a question only; receive a response then show the repair.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SCI_BUILD_A1_W08_P1.html; SHA-256 89d9ccad816c5c189baa0e7ad0dfef414a08ac3759dc9efd4e6c8333fd24804f.</a:t>
            </a:r>
          </a:p>
          <a:p xmlns:a="http://schemas.openxmlformats.org/drawingml/2006/main">
            <a:r>
              <a:t>Lesson SCI-BUILD-A1-W08-P1; source slide 9 (slide-9).</a:t>
            </a:r>
          </a:p>
          <a:p xmlns:a="http://schemas.openxmlformats.org/drawingml/2006/main">
            <a:r>
              <a:t>Confirm local setup and safe route. Read safety before any handling. The card/director route has the same reasoning demand.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SCI_BUILD_A1_W08_P1.html; SHA-256 89d9ccad816c5c189baa0e7ad0dfef414a08ac3759dc9efd4e6c8333fd24804f.</a:t>
            </a:r>
          </a:p>
          <a:p xmlns:a="http://schemas.openxmlformats.org/drawingml/2006/main">
            <a:r>
              <a:t>Lesson SCI-BUILD-A1-W08-P1; source slide 9 (slide-9).</a:t>
            </a:r>
          </a:p>
          <a:p xmlns:a="http://schemas.openxmlformats.org/drawingml/2006/main">
            <a:r>
              <a:t>Confirm local setup and safe route. Read safety before any handling. The card/director route has the same reasoning demand.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SCI_BUILD_A1_W08_P1.html; SHA-256 89d9ccad816c5c189baa0e7ad0dfef414a08ac3759dc9efd4e6c8333fd24804f.</a:t>
            </a:r>
          </a:p>
          <a:p xmlns:a="http://schemas.openxmlformats.org/drawingml/2006/main">
            <a:r>
              <a:t>Lesson SCI-BUILD-A1-W08-P1; source slide 9 (slide-9).</a:t>
            </a:r>
          </a:p>
          <a:p xmlns:a="http://schemas.openxmlformats.org/drawingml/2006/main">
            <a:r>
              <a:t>Confirm local setup and safe route. Read safety before any handling. The card/director route has the same reasoning demand.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SCI_BUILD_A1_W08_P1.html; SHA-256 89d9ccad816c5c189baa0e7ad0dfef414a08ac3759dc9efd4e6c8333fd24804f.</a:t>
            </a:r>
          </a:p>
          <a:p xmlns:a="http://schemas.openxmlformats.org/drawingml/2006/main">
            <a:r>
              <a:t>Lesson SCI-BUILD-A1-W08-P1; source slide 10 (slide-10).</a:t>
            </a:r>
          </a:p>
          <a:p xmlns:a="http://schemas.openxmlformats.org/drawingml/2006/main">
            <a:r>
              <a:t>One adult supports pupils needing the Supported route; the other holds the group. Swap deployment across the week. Scaffold only the step that is blocked.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SCI_BUILD_A1_W08_P1.html; SHA-256 89d9ccad816c5c189baa0e7ad0dfef414a08ac3759dc9efd4e6c8333fd24804f.</a:t>
            </a:r>
          </a:p>
          <a:p xmlns:a="http://schemas.openxmlformats.org/drawingml/2006/main">
            <a:r>
              <a:t>Lesson SCI-BUILD-A1-W08-P1; source slide 10 (slide-10).</a:t>
            </a:r>
          </a:p>
          <a:p xmlns:a="http://schemas.openxmlformats.org/drawingml/2006/main">
            <a:r>
              <a:t>One adult supports pupils needing the Supported route; the other holds the group. Swap deployment across the week. Scaffold only the step that is blocked.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SCI_BUILD_A1_W08_P1.html; SHA-256 89d9ccad816c5c189baa0e7ad0dfef414a08ac3759dc9efd4e6c8333fd24804f.</a:t>
            </a:r>
          </a:p>
          <a:p xmlns:a="http://schemas.openxmlformats.org/drawingml/2006/main">
            <a:r>
              <a:t>Lesson SCI-BUILD-A1-W08-P1; source slide 10 (slide-10).</a:t>
            </a:r>
          </a:p>
          <a:p xmlns:a="http://schemas.openxmlformats.org/drawingml/2006/main">
            <a:r>
              <a:t>One adult supports pupils needing the Supported route; the other holds the group. Swap deployment across the week. Scaffold only the step that is blocked.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SCI_BUILD_A1_W08_P1.html; SHA-256 89d9ccad816c5c189baa0e7ad0dfef414a08ac3759dc9efd4e6c8333fd24804f.</a:t>
            </a:r>
          </a:p>
          <a:p xmlns:a="http://schemas.openxmlformats.org/drawingml/2006/main">
            <a:r>
              <a:t>Lesson SCI-BUILD-A1-W08-P1; source slide 10 (slide-10).</a:t>
            </a:r>
          </a:p>
          <a:p xmlns:a="http://schemas.openxmlformats.org/drawingml/2006/main">
            <a:r>
              <a:t>One adult supports pupils needing the Supported route; the other holds the group. Swap deployment across the week. Scaffold only the step that is blocked.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SCI_BUILD_A1_W08_P1.html; SHA-256 89d9ccad816c5c189baa0e7ad0dfef414a08ac3759dc9efd4e6c8333fd24804f.</a:t>
            </a:r>
          </a:p>
          <a:p xmlns:a="http://schemas.openxmlformats.org/drawingml/2006/main">
            <a:r>
              <a:t>Lesson SCI-BUILD-A1-W08-P1; source slide 11 (slide-11).</a:t>
            </a:r>
          </a:p>
          <a:p xmlns:a="http://schemas.openxmlformats.org/drawingml/2006/main">
            <a:r>
              <a:t>Give private VF and one precise NS+. Keep pupil ownership; record R only after response to a real next step and genuine adult Audience.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SCI_BUILD_A1_W08_P1.html; SHA-256 89d9ccad816c5c189baa0e7ad0dfef414a08ac3759dc9efd4e6c8333fd24804f.</a:t>
            </a:r>
          </a:p>
          <a:p xmlns:a="http://schemas.openxmlformats.org/drawingml/2006/main">
            <a:r>
              <a:t>Lesson SCI-BUILD-A1-W08-P1; source slide 12 (slide-12).</a:t>
            </a:r>
          </a:p>
          <a:p xmlns:a="http://schemas.openxmlformats.org/drawingml/2006/main">
            <a:r>
              <a:t>Receive each response and name back the science. Exit answers: 1. Grass. 2. Food and energy pass from the food to its eater. 3. The plant uses light to make food. The chain shows some food links. It cannot tell us the exact number of animals. Choose a real next teaching action without public scores.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SCI_BUILD_A1_W08_P1.html; SHA-256 89d9ccad816c5c189baa0e7ad0dfef414a08ac3759dc9efd4e6c8333fd24804f.</a:t>
            </a:r>
          </a:p>
          <a:p xmlns:a="http://schemas.openxmlformats.org/drawingml/2006/main">
            <a:r>
              <a:t>Lesson SCI-BUILD-A1-W08-P1; source slide 12 (slide-12).</a:t>
            </a:r>
          </a:p>
          <a:p xmlns:a="http://schemas.openxmlformats.org/drawingml/2006/main">
            <a:r>
              <a:t>Receive each response and name back the science. Exit answers: 1. Grass. 2. Food and energy pass from the food to its eater. 3. The plant uses light to make food. The chain shows some food links. It cannot tell us the exact number of animals. Choose a real next teaching action without public scores.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ba01a9810404f0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4c93dcc514c421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a73a160ca45433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72ec78eeba94ac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ce009aca4f7415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b21a5c1585144d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940A99E-56AB-4C9B-95F7-17D744973EE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Liberation Sans"/>
                <a:ea typeface="Liberation Sans"/>
                <a:cs typeface="Liberation Sans"/>
              </a:defRPr>
            </a:defPPr>
            <a:lvl1pPr marL="0" indent="0" algn="ctr">
              <a:lnSpc>
                <a:spcPct val="110000"/>
              </a:lnSpc>
              <a:spcBef>
                <a:spcPts val="0"/>
              </a:spcBef>
              <a:spcAft>
                <a:spcPts val="0"/>
              </a:spcAft>
              <a:buNone/>
              <a:defRPr sz="4800" b="1">
                <a:solidFill>
                  <a:schemeClr val="tx1"/>
                </a:solidFill>
                <a:latin typeface="Liberation Sans"/>
                <a:ea typeface="Liberation Sans"/>
                <a:cs typeface="Liberation Sans"/>
              </a:defRPr>
            </a:lvl1pPr>
            <a:lvl2pPr marL="0" indent="0" algn="ctr">
              <a:lnSpc>
                <a:spcPct val="110000"/>
              </a:lnSpc>
              <a:spcBef>
                <a:spcPts val="0"/>
              </a:spcBef>
              <a:spcAft>
                <a:spcPts val="0"/>
              </a:spcAft>
              <a:buNone/>
              <a:defRPr sz="4800" b="1">
                <a:solidFill>
                  <a:schemeClr val="tx1"/>
                </a:solidFill>
                <a:latin typeface="Liberation Sans"/>
                <a:ea typeface="Liberation Sans"/>
                <a:cs typeface="Liberation Sans"/>
              </a:defRPr>
            </a:lvl2pPr>
            <a:lvl3pPr marL="0" indent="0" algn="ctr">
              <a:lnSpc>
                <a:spcPct val="110000"/>
              </a:lnSpc>
              <a:spcBef>
                <a:spcPts val="0"/>
              </a:spcBef>
              <a:spcAft>
                <a:spcPts val="0"/>
              </a:spcAft>
              <a:buNone/>
              <a:defRPr sz="4800" b="1">
                <a:solidFill>
                  <a:schemeClr val="tx1"/>
                </a:solidFill>
                <a:latin typeface="Liberation Sans"/>
                <a:ea typeface="Liberation Sans"/>
                <a:cs typeface="Liberation Sans"/>
              </a:defRPr>
            </a:lvl3pPr>
            <a:lvl4pPr marL="0" indent="0" algn="ctr">
              <a:lnSpc>
                <a:spcPct val="110000"/>
              </a:lnSpc>
              <a:spcBef>
                <a:spcPts val="0"/>
              </a:spcBef>
              <a:spcAft>
                <a:spcPts val="0"/>
              </a:spcAft>
              <a:buNone/>
              <a:defRPr sz="4800" b="1">
                <a:solidFill>
                  <a:schemeClr val="tx1"/>
                </a:solidFill>
                <a:latin typeface="Liberation Sans"/>
                <a:ea typeface="Liberation Sans"/>
                <a:cs typeface="Liberation Sans"/>
              </a:defRPr>
            </a:lvl4pPr>
            <a:lvl5pPr marL="0" indent="0" algn="ctr">
              <a:lnSpc>
                <a:spcPct val="110000"/>
              </a:lnSpc>
              <a:spcBef>
                <a:spcPts val="0"/>
              </a:spcBef>
              <a:spcAft>
                <a:spcPts val="0"/>
              </a:spcAft>
              <a:buNone/>
              <a:defRPr sz="4800" b="1">
                <a:solidFill>
                  <a:schemeClr val="tx1"/>
                </a:solidFill>
                <a:latin typeface="Liberation Sans"/>
                <a:ea typeface="Liberation Sans"/>
                <a:cs typeface="Liberation Sans"/>
              </a:defRPr>
            </a:lvl5pPr>
            <a:lvl6pPr marL="0" indent="0" algn="ctr">
              <a:lnSpc>
                <a:spcPct val="110000"/>
              </a:lnSpc>
              <a:spcBef>
                <a:spcPts val="0"/>
              </a:spcBef>
              <a:spcAft>
                <a:spcPts val="0"/>
              </a:spcAft>
              <a:buNone/>
              <a:defRPr sz="4800" b="1">
                <a:solidFill>
                  <a:schemeClr val="tx1"/>
                </a:solidFill>
                <a:latin typeface="Liberation Sans"/>
                <a:ea typeface="Liberation Sans"/>
                <a:cs typeface="Liberation Sans"/>
              </a:defRPr>
            </a:lvl6pPr>
            <a:lvl7pPr marL="0" indent="0" algn="ctr">
              <a:lnSpc>
                <a:spcPct val="110000"/>
              </a:lnSpc>
              <a:spcBef>
                <a:spcPts val="0"/>
              </a:spcBef>
              <a:spcAft>
                <a:spcPts val="0"/>
              </a:spcAft>
              <a:buNone/>
              <a:defRPr sz="4800" b="1">
                <a:solidFill>
                  <a:schemeClr val="tx1"/>
                </a:solidFill>
                <a:latin typeface="Liberation Sans"/>
                <a:ea typeface="Liberation Sans"/>
                <a:cs typeface="Liberation Sans"/>
              </a:defRPr>
            </a:lvl7pPr>
            <a:lvl8pPr marL="0" indent="0" algn="ctr">
              <a:lnSpc>
                <a:spcPct val="110000"/>
              </a:lnSpc>
              <a:spcBef>
                <a:spcPts val="0"/>
              </a:spcBef>
              <a:spcAft>
                <a:spcPts val="0"/>
              </a:spcAft>
              <a:buNone/>
              <a:defRPr sz="4800" b="1">
                <a:solidFill>
                  <a:schemeClr val="tx1"/>
                </a:solidFill>
                <a:latin typeface="Liberation Sans"/>
                <a:ea typeface="Liberation Sans"/>
                <a:cs typeface="Liberation Sans"/>
              </a:defRPr>
            </a:lvl8pPr>
            <a:lvl9pPr marL="0" indent="0" algn="ctr">
              <a:lnSpc>
                <a:spcPct val="110000"/>
              </a:lnSpc>
              <a:spcBef>
                <a:spcPts val="0"/>
              </a:spcBef>
              <a:spcAft>
                <a:spcPts val="0"/>
              </a:spcAft>
              <a:buNone/>
              <a:defRPr sz="4800" b="1">
                <a:solidFill>
                  <a:schemeClr val="tx1"/>
                </a:solidFill>
                <a:latin typeface="Liberation Sans"/>
                <a:ea typeface="Liberation Sans"/>
                <a:cs typeface="Liberation Sans"/>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6084061-51A7-4E7B-8D89-14ABEEA6B7B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Liberation Sans"/>
                <a:ea typeface="Liberation Sans"/>
                <a:cs typeface="Liberation Sans"/>
              </a:defRPr>
            </a:defPPr>
            <a:lvl1pPr marL="0" indent="0" algn="ctr">
              <a:lnSpc>
                <a:spcPct val="110000"/>
              </a:lnSpc>
              <a:spcBef>
                <a:spcPts val="0"/>
              </a:spcBef>
              <a:spcAft>
                <a:spcPts val="0"/>
              </a:spcAft>
              <a:buNone/>
              <a:defRPr sz="2100" b="0">
                <a:solidFill>
                  <a:schemeClr val="tx1"/>
                </a:solidFill>
                <a:latin typeface="Liberation Sans"/>
                <a:ea typeface="Liberation Sans"/>
                <a:cs typeface="Liberation Sans"/>
              </a:defRPr>
            </a:lvl1pPr>
            <a:lvl2pPr marL="0" indent="0" algn="ctr">
              <a:lnSpc>
                <a:spcPct val="110000"/>
              </a:lnSpc>
              <a:spcBef>
                <a:spcPts val="0"/>
              </a:spcBef>
              <a:spcAft>
                <a:spcPts val="0"/>
              </a:spcAft>
              <a:buNone/>
              <a:defRPr sz="2100" b="0">
                <a:solidFill>
                  <a:schemeClr val="tx1"/>
                </a:solidFill>
                <a:latin typeface="Liberation Sans"/>
                <a:ea typeface="Liberation Sans"/>
                <a:cs typeface="Liberation Sans"/>
              </a:defRPr>
            </a:lvl2pPr>
            <a:lvl3pPr marL="0" indent="0" algn="ctr">
              <a:lnSpc>
                <a:spcPct val="110000"/>
              </a:lnSpc>
              <a:spcBef>
                <a:spcPts val="0"/>
              </a:spcBef>
              <a:spcAft>
                <a:spcPts val="0"/>
              </a:spcAft>
              <a:buNone/>
              <a:defRPr sz="2100" b="0">
                <a:solidFill>
                  <a:schemeClr val="tx1"/>
                </a:solidFill>
                <a:latin typeface="Liberation Sans"/>
                <a:ea typeface="Liberation Sans"/>
                <a:cs typeface="Liberation Sans"/>
              </a:defRPr>
            </a:lvl3pPr>
            <a:lvl4pPr marL="0" indent="0" algn="ctr">
              <a:lnSpc>
                <a:spcPct val="110000"/>
              </a:lnSpc>
              <a:spcBef>
                <a:spcPts val="0"/>
              </a:spcBef>
              <a:spcAft>
                <a:spcPts val="0"/>
              </a:spcAft>
              <a:buNone/>
              <a:defRPr sz="2100" b="0">
                <a:solidFill>
                  <a:schemeClr val="tx1"/>
                </a:solidFill>
                <a:latin typeface="Liberation Sans"/>
                <a:ea typeface="Liberation Sans"/>
                <a:cs typeface="Liberation Sans"/>
              </a:defRPr>
            </a:lvl4pPr>
            <a:lvl5pPr marL="0" indent="0" algn="ctr">
              <a:lnSpc>
                <a:spcPct val="110000"/>
              </a:lnSpc>
              <a:spcBef>
                <a:spcPts val="0"/>
              </a:spcBef>
              <a:spcAft>
                <a:spcPts val="0"/>
              </a:spcAft>
              <a:buNone/>
              <a:defRPr sz="2100" b="0">
                <a:solidFill>
                  <a:schemeClr val="tx1"/>
                </a:solidFill>
                <a:latin typeface="Liberation Sans"/>
                <a:ea typeface="Liberation Sans"/>
                <a:cs typeface="Liberation Sans"/>
              </a:defRPr>
            </a:lvl5pPr>
            <a:lvl6pPr marL="0" indent="0" algn="ctr">
              <a:lnSpc>
                <a:spcPct val="110000"/>
              </a:lnSpc>
              <a:spcBef>
                <a:spcPts val="0"/>
              </a:spcBef>
              <a:spcAft>
                <a:spcPts val="0"/>
              </a:spcAft>
              <a:buNone/>
              <a:defRPr sz="2100" b="0">
                <a:solidFill>
                  <a:schemeClr val="tx1"/>
                </a:solidFill>
                <a:latin typeface="Liberation Sans"/>
                <a:ea typeface="Liberation Sans"/>
                <a:cs typeface="Liberation Sans"/>
              </a:defRPr>
            </a:lvl6pPr>
            <a:lvl7pPr marL="0" indent="0" algn="ctr">
              <a:lnSpc>
                <a:spcPct val="110000"/>
              </a:lnSpc>
              <a:spcBef>
                <a:spcPts val="0"/>
              </a:spcBef>
              <a:spcAft>
                <a:spcPts val="0"/>
              </a:spcAft>
              <a:buNone/>
              <a:defRPr sz="2100" b="0">
                <a:solidFill>
                  <a:schemeClr val="tx1"/>
                </a:solidFill>
                <a:latin typeface="Liberation Sans"/>
                <a:ea typeface="Liberation Sans"/>
                <a:cs typeface="Liberation Sans"/>
              </a:defRPr>
            </a:lvl7pPr>
            <a:lvl8pPr marL="0" indent="0" algn="ctr">
              <a:lnSpc>
                <a:spcPct val="110000"/>
              </a:lnSpc>
              <a:spcBef>
                <a:spcPts val="0"/>
              </a:spcBef>
              <a:spcAft>
                <a:spcPts val="0"/>
              </a:spcAft>
              <a:buNone/>
              <a:defRPr sz="2100" b="0">
                <a:solidFill>
                  <a:schemeClr val="tx1"/>
                </a:solidFill>
                <a:latin typeface="Liberation Sans"/>
                <a:ea typeface="Liberation Sans"/>
                <a:cs typeface="Liberation Sans"/>
              </a:defRPr>
            </a:lvl8pPr>
            <a:lvl9pPr marL="0" indent="0" algn="ctr">
              <a:lnSpc>
                <a:spcPct val="110000"/>
              </a:lnSpc>
              <a:spcBef>
                <a:spcPts val="0"/>
              </a:spcBef>
              <a:spcAft>
                <a:spcPts val="0"/>
              </a:spcAft>
              <a:buNone/>
              <a:defRPr sz="2100" b="0">
                <a:solidFill>
                  <a:schemeClr val="tx1"/>
                </a:solidFill>
                <a:latin typeface="Liberation Sans"/>
                <a:ea typeface="Liberation Sans"/>
                <a:cs typeface="Liberation Sans"/>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C8A9EFD-2372-4AB5-A5A5-3BF7B50F1F7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Liberation Sans"/>
                <a:ea typeface="Liberation Sans"/>
                <a:cs typeface="Liberation Sans"/>
              </a:defRPr>
            </a:defPPr>
            <a:lvl1pPr marL="0" indent="0" algn="ctr">
              <a:lnSpc>
                <a:spcPct val="110000"/>
              </a:lnSpc>
              <a:spcBef>
                <a:spcPts val="0"/>
              </a:spcBef>
              <a:spcAft>
                <a:spcPts val="0"/>
              </a:spcAft>
              <a:buNone/>
              <a:defRPr sz="4200" b="1">
                <a:solidFill>
                  <a:schemeClr val="tx1"/>
                </a:solidFill>
                <a:latin typeface="Liberation Sans"/>
                <a:ea typeface="Liberation Sans"/>
                <a:cs typeface="Liberation Sans"/>
              </a:defRPr>
            </a:lvl1pPr>
            <a:lvl2pPr marL="0" indent="0" algn="ctr">
              <a:lnSpc>
                <a:spcPct val="110000"/>
              </a:lnSpc>
              <a:spcBef>
                <a:spcPts val="0"/>
              </a:spcBef>
              <a:spcAft>
                <a:spcPts val="0"/>
              </a:spcAft>
              <a:buNone/>
              <a:defRPr sz="4200" b="1">
                <a:solidFill>
                  <a:schemeClr val="tx1"/>
                </a:solidFill>
                <a:latin typeface="Liberation Sans"/>
                <a:ea typeface="Liberation Sans"/>
                <a:cs typeface="Liberation Sans"/>
              </a:defRPr>
            </a:lvl2pPr>
            <a:lvl3pPr marL="0" indent="0" algn="ctr">
              <a:lnSpc>
                <a:spcPct val="110000"/>
              </a:lnSpc>
              <a:spcBef>
                <a:spcPts val="0"/>
              </a:spcBef>
              <a:spcAft>
                <a:spcPts val="0"/>
              </a:spcAft>
              <a:buNone/>
              <a:defRPr sz="4200" b="1">
                <a:solidFill>
                  <a:schemeClr val="tx1"/>
                </a:solidFill>
                <a:latin typeface="Liberation Sans"/>
                <a:ea typeface="Liberation Sans"/>
                <a:cs typeface="Liberation Sans"/>
              </a:defRPr>
            </a:lvl3pPr>
            <a:lvl4pPr marL="0" indent="0" algn="ctr">
              <a:lnSpc>
                <a:spcPct val="110000"/>
              </a:lnSpc>
              <a:spcBef>
                <a:spcPts val="0"/>
              </a:spcBef>
              <a:spcAft>
                <a:spcPts val="0"/>
              </a:spcAft>
              <a:buNone/>
              <a:defRPr sz="4200" b="1">
                <a:solidFill>
                  <a:schemeClr val="tx1"/>
                </a:solidFill>
                <a:latin typeface="Liberation Sans"/>
                <a:ea typeface="Liberation Sans"/>
                <a:cs typeface="Liberation Sans"/>
              </a:defRPr>
            </a:lvl4pPr>
            <a:lvl5pPr marL="0" indent="0" algn="ctr">
              <a:lnSpc>
                <a:spcPct val="110000"/>
              </a:lnSpc>
              <a:spcBef>
                <a:spcPts val="0"/>
              </a:spcBef>
              <a:spcAft>
                <a:spcPts val="0"/>
              </a:spcAft>
              <a:buNone/>
              <a:defRPr sz="4200" b="1">
                <a:solidFill>
                  <a:schemeClr val="tx1"/>
                </a:solidFill>
                <a:latin typeface="Liberation Sans"/>
                <a:ea typeface="Liberation Sans"/>
                <a:cs typeface="Liberation Sans"/>
              </a:defRPr>
            </a:lvl5pPr>
            <a:lvl6pPr marL="0" indent="0" algn="ctr">
              <a:lnSpc>
                <a:spcPct val="110000"/>
              </a:lnSpc>
              <a:spcBef>
                <a:spcPts val="0"/>
              </a:spcBef>
              <a:spcAft>
                <a:spcPts val="0"/>
              </a:spcAft>
              <a:buNone/>
              <a:defRPr sz="4200" b="1">
                <a:solidFill>
                  <a:schemeClr val="tx1"/>
                </a:solidFill>
                <a:latin typeface="Liberation Sans"/>
                <a:ea typeface="Liberation Sans"/>
                <a:cs typeface="Liberation Sans"/>
              </a:defRPr>
            </a:lvl6pPr>
            <a:lvl7pPr marL="0" indent="0" algn="ctr">
              <a:lnSpc>
                <a:spcPct val="110000"/>
              </a:lnSpc>
              <a:spcBef>
                <a:spcPts val="0"/>
              </a:spcBef>
              <a:spcAft>
                <a:spcPts val="0"/>
              </a:spcAft>
              <a:buNone/>
              <a:defRPr sz="4200" b="1">
                <a:solidFill>
                  <a:schemeClr val="tx1"/>
                </a:solidFill>
                <a:latin typeface="Liberation Sans"/>
                <a:ea typeface="Liberation Sans"/>
                <a:cs typeface="Liberation Sans"/>
              </a:defRPr>
            </a:lvl7pPr>
            <a:lvl8pPr marL="0" indent="0" algn="ctr">
              <a:lnSpc>
                <a:spcPct val="110000"/>
              </a:lnSpc>
              <a:spcBef>
                <a:spcPts val="0"/>
              </a:spcBef>
              <a:spcAft>
                <a:spcPts val="0"/>
              </a:spcAft>
              <a:buNone/>
              <a:defRPr sz="4200" b="1">
                <a:solidFill>
                  <a:schemeClr val="tx1"/>
                </a:solidFill>
                <a:latin typeface="Liberation Sans"/>
                <a:ea typeface="Liberation Sans"/>
                <a:cs typeface="Liberation Sans"/>
              </a:defRPr>
            </a:lvl8pPr>
            <a:lvl9pPr marL="0" indent="0" algn="ctr">
              <a:lnSpc>
                <a:spcPct val="110000"/>
              </a:lnSpc>
              <a:spcBef>
                <a:spcPts val="0"/>
              </a:spcBef>
              <a:spcAft>
                <a:spcPts val="0"/>
              </a:spcAft>
              <a:buNone/>
              <a:defRPr sz="4200" b="1">
                <a:solidFill>
                  <a:schemeClr val="tx1"/>
                </a:solidFill>
                <a:latin typeface="Liberation Sans"/>
                <a:ea typeface="Liberation Sans"/>
                <a:cs typeface="Liberation Sans"/>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D1A190E-F2AC-472F-A017-467880EDD16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Liberation Sans"/>
                <a:ea typeface="Liberation Sans"/>
                <a:cs typeface="Liberation Sans"/>
              </a:defRPr>
            </a:defPPr>
            <a:lvl1pPr marL="0" indent="0" algn="l">
              <a:lnSpc>
                <a:spcPct val="110000"/>
              </a:lnSpc>
              <a:spcBef>
                <a:spcPts val="0"/>
              </a:spcBef>
              <a:spcAft>
                <a:spcPts val="0"/>
              </a:spcAft>
              <a:buNone/>
              <a:defRPr sz="3300" b="1">
                <a:solidFill>
                  <a:schemeClr val="tx1"/>
                </a:solidFill>
                <a:latin typeface="Liberation Sans"/>
                <a:ea typeface="Liberation Sans"/>
                <a:cs typeface="Liberation Sans"/>
              </a:defRPr>
            </a:lvl1pPr>
            <a:lvl2pPr marL="0" indent="0" algn="l">
              <a:lnSpc>
                <a:spcPct val="110000"/>
              </a:lnSpc>
              <a:spcBef>
                <a:spcPts val="0"/>
              </a:spcBef>
              <a:spcAft>
                <a:spcPts val="0"/>
              </a:spcAft>
              <a:buNone/>
              <a:defRPr sz="3300" b="1">
                <a:solidFill>
                  <a:schemeClr val="tx1"/>
                </a:solidFill>
                <a:latin typeface="Liberation Sans"/>
                <a:ea typeface="Liberation Sans"/>
                <a:cs typeface="Liberation Sans"/>
              </a:defRPr>
            </a:lvl2pPr>
            <a:lvl3pPr marL="0" indent="0" algn="l">
              <a:lnSpc>
                <a:spcPct val="110000"/>
              </a:lnSpc>
              <a:spcBef>
                <a:spcPts val="0"/>
              </a:spcBef>
              <a:spcAft>
                <a:spcPts val="0"/>
              </a:spcAft>
              <a:buNone/>
              <a:defRPr sz="3300" b="1">
                <a:solidFill>
                  <a:schemeClr val="tx1"/>
                </a:solidFill>
                <a:latin typeface="Liberation Sans"/>
                <a:ea typeface="Liberation Sans"/>
                <a:cs typeface="Liberation Sans"/>
              </a:defRPr>
            </a:lvl3pPr>
            <a:lvl4pPr marL="0" indent="0" algn="l">
              <a:lnSpc>
                <a:spcPct val="110000"/>
              </a:lnSpc>
              <a:spcBef>
                <a:spcPts val="0"/>
              </a:spcBef>
              <a:spcAft>
                <a:spcPts val="0"/>
              </a:spcAft>
              <a:buNone/>
              <a:defRPr sz="3300" b="1">
                <a:solidFill>
                  <a:schemeClr val="tx1"/>
                </a:solidFill>
                <a:latin typeface="Liberation Sans"/>
                <a:ea typeface="Liberation Sans"/>
                <a:cs typeface="Liberation Sans"/>
              </a:defRPr>
            </a:lvl4pPr>
            <a:lvl5pPr marL="0" indent="0" algn="l">
              <a:lnSpc>
                <a:spcPct val="110000"/>
              </a:lnSpc>
              <a:spcBef>
                <a:spcPts val="0"/>
              </a:spcBef>
              <a:spcAft>
                <a:spcPts val="0"/>
              </a:spcAft>
              <a:buNone/>
              <a:defRPr sz="3300" b="1">
                <a:solidFill>
                  <a:schemeClr val="tx1"/>
                </a:solidFill>
                <a:latin typeface="Liberation Sans"/>
                <a:ea typeface="Liberation Sans"/>
                <a:cs typeface="Liberation Sans"/>
              </a:defRPr>
            </a:lvl5pPr>
            <a:lvl6pPr marL="0" indent="0" algn="l">
              <a:lnSpc>
                <a:spcPct val="110000"/>
              </a:lnSpc>
              <a:spcBef>
                <a:spcPts val="0"/>
              </a:spcBef>
              <a:spcAft>
                <a:spcPts val="0"/>
              </a:spcAft>
              <a:buNone/>
              <a:defRPr sz="3300" b="1">
                <a:solidFill>
                  <a:schemeClr val="tx1"/>
                </a:solidFill>
                <a:latin typeface="Liberation Sans"/>
                <a:ea typeface="Liberation Sans"/>
                <a:cs typeface="Liberation Sans"/>
              </a:defRPr>
            </a:lvl6pPr>
            <a:lvl7pPr marL="0" indent="0" algn="l">
              <a:lnSpc>
                <a:spcPct val="110000"/>
              </a:lnSpc>
              <a:spcBef>
                <a:spcPts val="0"/>
              </a:spcBef>
              <a:spcAft>
                <a:spcPts val="0"/>
              </a:spcAft>
              <a:buNone/>
              <a:defRPr sz="3300" b="1">
                <a:solidFill>
                  <a:schemeClr val="tx1"/>
                </a:solidFill>
                <a:latin typeface="Liberation Sans"/>
                <a:ea typeface="Liberation Sans"/>
                <a:cs typeface="Liberation Sans"/>
              </a:defRPr>
            </a:lvl7pPr>
            <a:lvl8pPr marL="0" indent="0" algn="l">
              <a:lnSpc>
                <a:spcPct val="110000"/>
              </a:lnSpc>
              <a:spcBef>
                <a:spcPts val="0"/>
              </a:spcBef>
              <a:spcAft>
                <a:spcPts val="0"/>
              </a:spcAft>
              <a:buNone/>
              <a:defRPr sz="3300" b="1">
                <a:solidFill>
                  <a:schemeClr val="tx1"/>
                </a:solidFill>
                <a:latin typeface="Liberation Sans"/>
                <a:ea typeface="Liberation Sans"/>
                <a:cs typeface="Liberation Sans"/>
              </a:defRPr>
            </a:lvl8pPr>
            <a:lvl9pPr marL="0" indent="0" algn="l">
              <a:lnSpc>
                <a:spcPct val="110000"/>
              </a:lnSpc>
              <a:spcBef>
                <a:spcPts val="0"/>
              </a:spcBef>
              <a:spcAft>
                <a:spcPts val="0"/>
              </a:spcAft>
              <a:buNone/>
              <a:defRPr sz="3300" b="1">
                <a:solidFill>
                  <a:schemeClr val="tx1"/>
                </a:solidFill>
                <a:latin typeface="Liberation Sans"/>
                <a:ea typeface="Liberation Sans"/>
                <a:cs typeface="Liberation Sans"/>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95F6F62-336D-4010-A652-C09792E1105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Liberation Sans"/>
                <a:ea typeface="Liberation Sans"/>
                <a:cs typeface="Liberation Sans"/>
              </a:defRPr>
            </a:defPPr>
            <a:lvl1pPr marL="228600" indent="-228600" algn="l">
              <a:lnSpc>
                <a:spcPct val="110000"/>
              </a:lnSpc>
              <a:spcBef>
                <a:spcPts val="0"/>
              </a:spcBef>
              <a:spcAft>
                <a:spcPts val="1200"/>
              </a:spcAft>
              <a:buChar char="•"/>
              <a:defRPr sz="2250" b="0">
                <a:solidFill>
                  <a:schemeClr val="tx1"/>
                </a:solidFill>
                <a:latin typeface="Liberation Sans"/>
                <a:ea typeface="Liberation Sans"/>
                <a:cs typeface="Liberation Sans"/>
              </a:defRPr>
            </a:lvl1pPr>
            <a:lvl2pPr marL="533400" indent="-228600" algn="l">
              <a:lnSpc>
                <a:spcPct val="110000"/>
              </a:lnSpc>
              <a:spcBef>
                <a:spcPts val="0"/>
              </a:spcBef>
              <a:spcAft>
                <a:spcPts val="1200"/>
              </a:spcAft>
              <a:buChar char="•"/>
              <a:defRPr sz="2250" b="0">
                <a:solidFill>
                  <a:schemeClr val="tx1"/>
                </a:solidFill>
                <a:latin typeface="Liberation Sans"/>
                <a:ea typeface="Liberation Sans"/>
                <a:cs typeface="Liberation Sans"/>
              </a:defRPr>
            </a:lvl2pPr>
            <a:lvl3pPr marL="838200" indent="-228600" algn="l">
              <a:lnSpc>
                <a:spcPct val="110000"/>
              </a:lnSpc>
              <a:spcBef>
                <a:spcPts val="0"/>
              </a:spcBef>
              <a:spcAft>
                <a:spcPts val="1200"/>
              </a:spcAft>
              <a:buChar char="•"/>
              <a:defRPr sz="2250" b="0">
                <a:solidFill>
                  <a:schemeClr val="tx1"/>
                </a:solidFill>
                <a:latin typeface="Liberation Sans"/>
                <a:ea typeface="Liberation Sans"/>
                <a:cs typeface="Liberation Sans"/>
              </a:defRPr>
            </a:lvl3pPr>
            <a:lvl4pPr marL="1143000" indent="-228600" algn="l">
              <a:lnSpc>
                <a:spcPct val="110000"/>
              </a:lnSpc>
              <a:spcBef>
                <a:spcPts val="0"/>
              </a:spcBef>
              <a:spcAft>
                <a:spcPts val="1200"/>
              </a:spcAft>
              <a:buChar char="•"/>
              <a:defRPr sz="2250" b="0">
                <a:solidFill>
                  <a:schemeClr val="tx1"/>
                </a:solidFill>
                <a:latin typeface="Liberation Sans"/>
                <a:ea typeface="Liberation Sans"/>
                <a:cs typeface="Liberation Sans"/>
              </a:defRPr>
            </a:lvl4pPr>
            <a:lvl5pPr marL="1447800" indent="-228600" algn="l">
              <a:lnSpc>
                <a:spcPct val="110000"/>
              </a:lnSpc>
              <a:spcBef>
                <a:spcPts val="0"/>
              </a:spcBef>
              <a:spcAft>
                <a:spcPts val="1200"/>
              </a:spcAft>
              <a:buChar char="•"/>
              <a:defRPr sz="2250" b="0">
                <a:solidFill>
                  <a:schemeClr val="tx1"/>
                </a:solidFill>
                <a:latin typeface="Liberation Sans"/>
                <a:ea typeface="Liberation Sans"/>
                <a:cs typeface="Liberation Sans"/>
              </a:defRPr>
            </a:lvl5pPr>
            <a:lvl6pPr marL="1752600" indent="-228600" algn="l">
              <a:lnSpc>
                <a:spcPct val="110000"/>
              </a:lnSpc>
              <a:spcBef>
                <a:spcPts val="0"/>
              </a:spcBef>
              <a:spcAft>
                <a:spcPts val="1200"/>
              </a:spcAft>
              <a:buChar char="•"/>
              <a:defRPr sz="2250" b="0">
                <a:solidFill>
                  <a:schemeClr val="tx1"/>
                </a:solidFill>
                <a:latin typeface="Liberation Sans"/>
                <a:ea typeface="Liberation Sans"/>
                <a:cs typeface="Liberation Sans"/>
              </a:defRPr>
            </a:lvl6pPr>
            <a:lvl7pPr marL="2057400" indent="-228600" algn="l">
              <a:lnSpc>
                <a:spcPct val="110000"/>
              </a:lnSpc>
              <a:spcBef>
                <a:spcPts val="0"/>
              </a:spcBef>
              <a:spcAft>
                <a:spcPts val="1200"/>
              </a:spcAft>
              <a:buChar char="•"/>
              <a:defRPr sz="2250" b="0">
                <a:solidFill>
                  <a:schemeClr val="tx1"/>
                </a:solidFill>
                <a:latin typeface="Liberation Sans"/>
                <a:ea typeface="Liberation Sans"/>
                <a:cs typeface="Liberation Sans"/>
              </a:defRPr>
            </a:lvl7pPr>
            <a:lvl8pPr marL="2362200" indent="-228600" algn="l">
              <a:lnSpc>
                <a:spcPct val="110000"/>
              </a:lnSpc>
              <a:spcBef>
                <a:spcPts val="0"/>
              </a:spcBef>
              <a:spcAft>
                <a:spcPts val="1200"/>
              </a:spcAft>
              <a:buChar char="•"/>
              <a:defRPr sz="2250" b="0">
                <a:solidFill>
                  <a:schemeClr val="tx1"/>
                </a:solidFill>
                <a:latin typeface="Liberation Sans"/>
                <a:ea typeface="Liberation Sans"/>
                <a:cs typeface="Liberation Sans"/>
              </a:defRPr>
            </a:lvl8pPr>
            <a:lvl9pPr marL="2667000" indent="-228600" algn="l">
              <a:lnSpc>
                <a:spcPct val="110000"/>
              </a:lnSpc>
              <a:spcBef>
                <a:spcPts val="0"/>
              </a:spcBef>
              <a:spcAft>
                <a:spcPts val="1200"/>
              </a:spcAft>
              <a:buChar char="•"/>
              <a:defRPr sz="2250" b="0">
                <a:solidFill>
                  <a:schemeClr val="tx1"/>
                </a:solidFill>
                <a:latin typeface="Liberation Sans"/>
                <a:ea typeface="Liberation Sans"/>
                <a:cs typeface="Liberation Sans"/>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002E424-4C2F-46D3-9465-A3B1126613D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Liberation Sans"/>
                <a:ea typeface="Liberation Sans"/>
                <a:cs typeface="Liberation Sans"/>
              </a:defRPr>
            </a:defPPr>
            <a:lvl1pPr marL="0" indent="0" algn="l">
              <a:lnSpc>
                <a:spcPct val="110000"/>
              </a:lnSpc>
              <a:spcBef>
                <a:spcPts val="0"/>
              </a:spcBef>
              <a:spcAft>
                <a:spcPts val="0"/>
              </a:spcAft>
              <a:buNone/>
              <a:defRPr sz="3300" b="1">
                <a:solidFill>
                  <a:schemeClr val="tx1"/>
                </a:solidFill>
                <a:latin typeface="Liberation Sans"/>
                <a:ea typeface="Liberation Sans"/>
                <a:cs typeface="Liberation Sans"/>
              </a:defRPr>
            </a:lvl1pPr>
            <a:lvl2pPr marL="0" indent="0" algn="l">
              <a:lnSpc>
                <a:spcPct val="110000"/>
              </a:lnSpc>
              <a:spcBef>
                <a:spcPts val="0"/>
              </a:spcBef>
              <a:spcAft>
                <a:spcPts val="0"/>
              </a:spcAft>
              <a:buNone/>
              <a:defRPr sz="3300" b="1">
                <a:solidFill>
                  <a:schemeClr val="tx1"/>
                </a:solidFill>
                <a:latin typeface="Liberation Sans"/>
                <a:ea typeface="Liberation Sans"/>
                <a:cs typeface="Liberation Sans"/>
              </a:defRPr>
            </a:lvl2pPr>
            <a:lvl3pPr marL="0" indent="0" algn="l">
              <a:lnSpc>
                <a:spcPct val="110000"/>
              </a:lnSpc>
              <a:spcBef>
                <a:spcPts val="0"/>
              </a:spcBef>
              <a:spcAft>
                <a:spcPts val="0"/>
              </a:spcAft>
              <a:buNone/>
              <a:defRPr sz="3300" b="1">
                <a:solidFill>
                  <a:schemeClr val="tx1"/>
                </a:solidFill>
                <a:latin typeface="Liberation Sans"/>
                <a:ea typeface="Liberation Sans"/>
                <a:cs typeface="Liberation Sans"/>
              </a:defRPr>
            </a:lvl3pPr>
            <a:lvl4pPr marL="0" indent="0" algn="l">
              <a:lnSpc>
                <a:spcPct val="110000"/>
              </a:lnSpc>
              <a:spcBef>
                <a:spcPts val="0"/>
              </a:spcBef>
              <a:spcAft>
                <a:spcPts val="0"/>
              </a:spcAft>
              <a:buNone/>
              <a:defRPr sz="3300" b="1">
                <a:solidFill>
                  <a:schemeClr val="tx1"/>
                </a:solidFill>
                <a:latin typeface="Liberation Sans"/>
                <a:ea typeface="Liberation Sans"/>
                <a:cs typeface="Liberation Sans"/>
              </a:defRPr>
            </a:lvl4pPr>
            <a:lvl5pPr marL="0" indent="0" algn="l">
              <a:lnSpc>
                <a:spcPct val="110000"/>
              </a:lnSpc>
              <a:spcBef>
                <a:spcPts val="0"/>
              </a:spcBef>
              <a:spcAft>
                <a:spcPts val="0"/>
              </a:spcAft>
              <a:buNone/>
              <a:defRPr sz="3300" b="1">
                <a:solidFill>
                  <a:schemeClr val="tx1"/>
                </a:solidFill>
                <a:latin typeface="Liberation Sans"/>
                <a:ea typeface="Liberation Sans"/>
                <a:cs typeface="Liberation Sans"/>
              </a:defRPr>
            </a:lvl5pPr>
            <a:lvl6pPr marL="0" indent="0" algn="l">
              <a:lnSpc>
                <a:spcPct val="110000"/>
              </a:lnSpc>
              <a:spcBef>
                <a:spcPts val="0"/>
              </a:spcBef>
              <a:spcAft>
                <a:spcPts val="0"/>
              </a:spcAft>
              <a:buNone/>
              <a:defRPr sz="3300" b="1">
                <a:solidFill>
                  <a:schemeClr val="tx1"/>
                </a:solidFill>
                <a:latin typeface="Liberation Sans"/>
                <a:ea typeface="Liberation Sans"/>
                <a:cs typeface="Liberation Sans"/>
              </a:defRPr>
            </a:lvl6pPr>
            <a:lvl7pPr marL="0" indent="0" algn="l">
              <a:lnSpc>
                <a:spcPct val="110000"/>
              </a:lnSpc>
              <a:spcBef>
                <a:spcPts val="0"/>
              </a:spcBef>
              <a:spcAft>
                <a:spcPts val="0"/>
              </a:spcAft>
              <a:buNone/>
              <a:defRPr sz="3300" b="1">
                <a:solidFill>
                  <a:schemeClr val="tx1"/>
                </a:solidFill>
                <a:latin typeface="Liberation Sans"/>
                <a:ea typeface="Liberation Sans"/>
                <a:cs typeface="Liberation Sans"/>
              </a:defRPr>
            </a:lvl7pPr>
            <a:lvl8pPr marL="0" indent="0" algn="l">
              <a:lnSpc>
                <a:spcPct val="110000"/>
              </a:lnSpc>
              <a:spcBef>
                <a:spcPts val="0"/>
              </a:spcBef>
              <a:spcAft>
                <a:spcPts val="0"/>
              </a:spcAft>
              <a:buNone/>
              <a:defRPr sz="3300" b="1">
                <a:solidFill>
                  <a:schemeClr val="tx1"/>
                </a:solidFill>
                <a:latin typeface="Liberation Sans"/>
                <a:ea typeface="Liberation Sans"/>
                <a:cs typeface="Liberation Sans"/>
              </a:defRPr>
            </a:lvl8pPr>
            <a:lvl9pPr marL="0" indent="0" algn="l">
              <a:lnSpc>
                <a:spcPct val="110000"/>
              </a:lnSpc>
              <a:spcBef>
                <a:spcPts val="0"/>
              </a:spcBef>
              <a:spcAft>
                <a:spcPts val="0"/>
              </a:spcAft>
              <a:buNone/>
              <a:defRPr sz="3300" b="1">
                <a:solidFill>
                  <a:schemeClr val="tx1"/>
                </a:solidFill>
                <a:latin typeface="Liberation Sans"/>
                <a:ea typeface="Liberation Sans"/>
                <a:cs typeface="Liberation Sans"/>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4446455-9C2C-45B1-B605-45D1EB079F7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Liberation Sans"/>
                <a:ea typeface="Liberation Sans"/>
                <a:cs typeface="Liberation Sans"/>
              </a:defRPr>
            </a:defPPr>
            <a:lvl1pPr marL="228600" indent="-228600" algn="l">
              <a:lnSpc>
                <a:spcPct val="110000"/>
              </a:lnSpc>
              <a:spcBef>
                <a:spcPts val="0"/>
              </a:spcBef>
              <a:spcAft>
                <a:spcPts val="1200"/>
              </a:spcAft>
              <a:buChar char="•"/>
              <a:defRPr sz="2100" b="0">
                <a:solidFill>
                  <a:schemeClr val="tx1"/>
                </a:solidFill>
                <a:latin typeface="Liberation Sans"/>
                <a:ea typeface="Liberation Sans"/>
                <a:cs typeface="Liberation Sans"/>
              </a:defRPr>
            </a:lvl1pPr>
            <a:lvl2pPr marL="533400" indent="-228600" algn="l">
              <a:lnSpc>
                <a:spcPct val="110000"/>
              </a:lnSpc>
              <a:spcBef>
                <a:spcPts val="0"/>
              </a:spcBef>
              <a:spcAft>
                <a:spcPts val="1200"/>
              </a:spcAft>
              <a:buChar char="•"/>
              <a:defRPr sz="2100" b="0">
                <a:solidFill>
                  <a:schemeClr val="tx1"/>
                </a:solidFill>
                <a:latin typeface="Liberation Sans"/>
                <a:ea typeface="Liberation Sans"/>
                <a:cs typeface="Liberation Sans"/>
              </a:defRPr>
            </a:lvl2pPr>
            <a:lvl3pPr marL="838200" indent="-228600" algn="l">
              <a:lnSpc>
                <a:spcPct val="110000"/>
              </a:lnSpc>
              <a:spcBef>
                <a:spcPts val="0"/>
              </a:spcBef>
              <a:spcAft>
                <a:spcPts val="1200"/>
              </a:spcAft>
              <a:buChar char="•"/>
              <a:defRPr sz="2100" b="0">
                <a:solidFill>
                  <a:schemeClr val="tx1"/>
                </a:solidFill>
                <a:latin typeface="Liberation Sans"/>
                <a:ea typeface="Liberation Sans"/>
                <a:cs typeface="Liberation Sans"/>
              </a:defRPr>
            </a:lvl3pPr>
            <a:lvl4pPr marL="1143000" indent="-228600" algn="l">
              <a:lnSpc>
                <a:spcPct val="110000"/>
              </a:lnSpc>
              <a:spcBef>
                <a:spcPts val="0"/>
              </a:spcBef>
              <a:spcAft>
                <a:spcPts val="1200"/>
              </a:spcAft>
              <a:buChar char="•"/>
              <a:defRPr sz="2100" b="0">
                <a:solidFill>
                  <a:schemeClr val="tx1"/>
                </a:solidFill>
                <a:latin typeface="Liberation Sans"/>
                <a:ea typeface="Liberation Sans"/>
                <a:cs typeface="Liberation Sans"/>
              </a:defRPr>
            </a:lvl4pPr>
            <a:lvl5pPr marL="1447800" indent="-228600" algn="l">
              <a:lnSpc>
                <a:spcPct val="110000"/>
              </a:lnSpc>
              <a:spcBef>
                <a:spcPts val="0"/>
              </a:spcBef>
              <a:spcAft>
                <a:spcPts val="1200"/>
              </a:spcAft>
              <a:buChar char="•"/>
              <a:defRPr sz="2100" b="0">
                <a:solidFill>
                  <a:schemeClr val="tx1"/>
                </a:solidFill>
                <a:latin typeface="Liberation Sans"/>
                <a:ea typeface="Liberation Sans"/>
                <a:cs typeface="Liberation Sans"/>
              </a:defRPr>
            </a:lvl5pPr>
            <a:lvl6pPr marL="1752600" indent="-228600" algn="l">
              <a:lnSpc>
                <a:spcPct val="110000"/>
              </a:lnSpc>
              <a:spcBef>
                <a:spcPts val="0"/>
              </a:spcBef>
              <a:spcAft>
                <a:spcPts val="1200"/>
              </a:spcAft>
              <a:buChar char="•"/>
              <a:defRPr sz="2100" b="0">
                <a:solidFill>
                  <a:schemeClr val="tx1"/>
                </a:solidFill>
                <a:latin typeface="Liberation Sans"/>
                <a:ea typeface="Liberation Sans"/>
                <a:cs typeface="Liberation Sans"/>
              </a:defRPr>
            </a:lvl6pPr>
            <a:lvl7pPr marL="2057400" indent="-228600" algn="l">
              <a:lnSpc>
                <a:spcPct val="110000"/>
              </a:lnSpc>
              <a:spcBef>
                <a:spcPts val="0"/>
              </a:spcBef>
              <a:spcAft>
                <a:spcPts val="1200"/>
              </a:spcAft>
              <a:buChar char="•"/>
              <a:defRPr sz="2100" b="0">
                <a:solidFill>
                  <a:schemeClr val="tx1"/>
                </a:solidFill>
                <a:latin typeface="Liberation Sans"/>
                <a:ea typeface="Liberation Sans"/>
                <a:cs typeface="Liberation Sans"/>
              </a:defRPr>
            </a:lvl7pPr>
            <a:lvl8pPr marL="2362200" indent="-228600" algn="l">
              <a:lnSpc>
                <a:spcPct val="110000"/>
              </a:lnSpc>
              <a:spcBef>
                <a:spcPts val="0"/>
              </a:spcBef>
              <a:spcAft>
                <a:spcPts val="1200"/>
              </a:spcAft>
              <a:buChar char="•"/>
              <a:defRPr sz="2100" b="0">
                <a:solidFill>
                  <a:schemeClr val="tx1"/>
                </a:solidFill>
                <a:latin typeface="Liberation Sans"/>
                <a:ea typeface="Liberation Sans"/>
                <a:cs typeface="Liberation Sans"/>
              </a:defRPr>
            </a:lvl8pPr>
            <a:lvl9pPr marL="2667000" indent="-228600" algn="l">
              <a:lnSpc>
                <a:spcPct val="110000"/>
              </a:lnSpc>
              <a:spcBef>
                <a:spcPts val="0"/>
              </a:spcBef>
              <a:spcAft>
                <a:spcPts val="1200"/>
              </a:spcAft>
              <a:buChar char="•"/>
              <a:defRPr sz="2100" b="0">
                <a:solidFill>
                  <a:schemeClr val="tx1"/>
                </a:solidFill>
                <a:latin typeface="Liberation Sans"/>
                <a:ea typeface="Liberation Sans"/>
                <a:cs typeface="Liberation Sans"/>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3727B0F-6FC1-4E70-8E81-4F769A42B8F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Liberation Sans"/>
                <a:ea typeface="Liberation Sans"/>
                <a:cs typeface="Liberation Sans"/>
              </a:defRPr>
            </a:defPPr>
            <a:lvl1pPr marL="228600" indent="-228600" algn="l">
              <a:lnSpc>
                <a:spcPct val="110000"/>
              </a:lnSpc>
              <a:spcBef>
                <a:spcPts val="0"/>
              </a:spcBef>
              <a:spcAft>
                <a:spcPts val="1200"/>
              </a:spcAft>
              <a:buChar char="•"/>
              <a:defRPr sz="2100" b="0">
                <a:solidFill>
                  <a:schemeClr val="tx1"/>
                </a:solidFill>
                <a:latin typeface="Liberation Sans"/>
                <a:ea typeface="Liberation Sans"/>
                <a:cs typeface="Liberation Sans"/>
              </a:defRPr>
            </a:lvl1pPr>
            <a:lvl2pPr marL="533400" indent="-228600" algn="l">
              <a:lnSpc>
                <a:spcPct val="110000"/>
              </a:lnSpc>
              <a:spcBef>
                <a:spcPts val="0"/>
              </a:spcBef>
              <a:spcAft>
                <a:spcPts val="1200"/>
              </a:spcAft>
              <a:buChar char="•"/>
              <a:defRPr sz="2100" b="0">
                <a:solidFill>
                  <a:schemeClr val="tx1"/>
                </a:solidFill>
                <a:latin typeface="Liberation Sans"/>
                <a:ea typeface="Liberation Sans"/>
                <a:cs typeface="Liberation Sans"/>
              </a:defRPr>
            </a:lvl2pPr>
            <a:lvl3pPr marL="838200" indent="-228600" algn="l">
              <a:lnSpc>
                <a:spcPct val="110000"/>
              </a:lnSpc>
              <a:spcBef>
                <a:spcPts val="0"/>
              </a:spcBef>
              <a:spcAft>
                <a:spcPts val="1200"/>
              </a:spcAft>
              <a:buChar char="•"/>
              <a:defRPr sz="2100" b="0">
                <a:solidFill>
                  <a:schemeClr val="tx1"/>
                </a:solidFill>
                <a:latin typeface="Liberation Sans"/>
                <a:ea typeface="Liberation Sans"/>
                <a:cs typeface="Liberation Sans"/>
              </a:defRPr>
            </a:lvl3pPr>
            <a:lvl4pPr marL="1143000" indent="-228600" algn="l">
              <a:lnSpc>
                <a:spcPct val="110000"/>
              </a:lnSpc>
              <a:spcBef>
                <a:spcPts val="0"/>
              </a:spcBef>
              <a:spcAft>
                <a:spcPts val="1200"/>
              </a:spcAft>
              <a:buChar char="•"/>
              <a:defRPr sz="2100" b="0">
                <a:solidFill>
                  <a:schemeClr val="tx1"/>
                </a:solidFill>
                <a:latin typeface="Liberation Sans"/>
                <a:ea typeface="Liberation Sans"/>
                <a:cs typeface="Liberation Sans"/>
              </a:defRPr>
            </a:lvl4pPr>
            <a:lvl5pPr marL="1447800" indent="-228600" algn="l">
              <a:lnSpc>
                <a:spcPct val="110000"/>
              </a:lnSpc>
              <a:spcBef>
                <a:spcPts val="0"/>
              </a:spcBef>
              <a:spcAft>
                <a:spcPts val="1200"/>
              </a:spcAft>
              <a:buChar char="•"/>
              <a:defRPr sz="2100" b="0">
                <a:solidFill>
                  <a:schemeClr val="tx1"/>
                </a:solidFill>
                <a:latin typeface="Liberation Sans"/>
                <a:ea typeface="Liberation Sans"/>
                <a:cs typeface="Liberation Sans"/>
              </a:defRPr>
            </a:lvl5pPr>
            <a:lvl6pPr marL="1752600" indent="-228600" algn="l">
              <a:lnSpc>
                <a:spcPct val="110000"/>
              </a:lnSpc>
              <a:spcBef>
                <a:spcPts val="0"/>
              </a:spcBef>
              <a:spcAft>
                <a:spcPts val="1200"/>
              </a:spcAft>
              <a:buChar char="•"/>
              <a:defRPr sz="2100" b="0">
                <a:solidFill>
                  <a:schemeClr val="tx1"/>
                </a:solidFill>
                <a:latin typeface="Liberation Sans"/>
                <a:ea typeface="Liberation Sans"/>
                <a:cs typeface="Liberation Sans"/>
              </a:defRPr>
            </a:lvl6pPr>
            <a:lvl7pPr marL="2057400" indent="-228600" algn="l">
              <a:lnSpc>
                <a:spcPct val="110000"/>
              </a:lnSpc>
              <a:spcBef>
                <a:spcPts val="0"/>
              </a:spcBef>
              <a:spcAft>
                <a:spcPts val="1200"/>
              </a:spcAft>
              <a:buChar char="•"/>
              <a:defRPr sz="2100" b="0">
                <a:solidFill>
                  <a:schemeClr val="tx1"/>
                </a:solidFill>
                <a:latin typeface="Liberation Sans"/>
                <a:ea typeface="Liberation Sans"/>
                <a:cs typeface="Liberation Sans"/>
              </a:defRPr>
            </a:lvl7pPr>
            <a:lvl8pPr marL="2362200" indent="-228600" algn="l">
              <a:lnSpc>
                <a:spcPct val="110000"/>
              </a:lnSpc>
              <a:spcBef>
                <a:spcPts val="0"/>
              </a:spcBef>
              <a:spcAft>
                <a:spcPts val="1200"/>
              </a:spcAft>
              <a:buChar char="•"/>
              <a:defRPr sz="2100" b="0">
                <a:solidFill>
                  <a:schemeClr val="tx1"/>
                </a:solidFill>
                <a:latin typeface="Liberation Sans"/>
                <a:ea typeface="Liberation Sans"/>
                <a:cs typeface="Liberation Sans"/>
              </a:defRPr>
            </a:lvl8pPr>
            <a:lvl9pPr marL="2667000" indent="-228600" algn="l">
              <a:lnSpc>
                <a:spcPct val="110000"/>
              </a:lnSpc>
              <a:spcBef>
                <a:spcPts val="0"/>
              </a:spcBef>
              <a:spcAft>
                <a:spcPts val="1200"/>
              </a:spcAft>
              <a:buChar char="•"/>
              <a:defRPr sz="2100" b="0">
                <a:solidFill>
                  <a:schemeClr val="tx1"/>
                </a:solidFill>
                <a:latin typeface="Liberation Sans"/>
                <a:ea typeface="Liberation Sans"/>
                <a:cs typeface="Liberation Sans"/>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0E87CA9-1C02-466F-8D9F-F11062A353F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Liberation Sans"/>
                <a:ea typeface="Liberation Sans"/>
                <a:cs typeface="Liberation Sans"/>
              </a:defRPr>
            </a:defPPr>
            <a:lvl1pPr marL="0" indent="0" algn="l">
              <a:lnSpc>
                <a:spcPct val="110000"/>
              </a:lnSpc>
              <a:spcBef>
                <a:spcPts val="0"/>
              </a:spcBef>
              <a:spcAft>
                <a:spcPts val="0"/>
              </a:spcAft>
              <a:buNone/>
              <a:defRPr sz="3300" b="1">
                <a:solidFill>
                  <a:schemeClr val="tx1"/>
                </a:solidFill>
                <a:latin typeface="Liberation Sans"/>
                <a:ea typeface="Liberation Sans"/>
                <a:cs typeface="Liberation Sans"/>
              </a:defRPr>
            </a:lvl1pPr>
            <a:lvl2pPr marL="0" indent="0" algn="l">
              <a:lnSpc>
                <a:spcPct val="110000"/>
              </a:lnSpc>
              <a:spcBef>
                <a:spcPts val="0"/>
              </a:spcBef>
              <a:spcAft>
                <a:spcPts val="0"/>
              </a:spcAft>
              <a:buNone/>
              <a:defRPr sz="3300" b="1">
                <a:solidFill>
                  <a:schemeClr val="tx1"/>
                </a:solidFill>
                <a:latin typeface="Liberation Sans"/>
                <a:ea typeface="Liberation Sans"/>
                <a:cs typeface="Liberation Sans"/>
              </a:defRPr>
            </a:lvl2pPr>
            <a:lvl3pPr marL="0" indent="0" algn="l">
              <a:lnSpc>
                <a:spcPct val="110000"/>
              </a:lnSpc>
              <a:spcBef>
                <a:spcPts val="0"/>
              </a:spcBef>
              <a:spcAft>
                <a:spcPts val="0"/>
              </a:spcAft>
              <a:buNone/>
              <a:defRPr sz="3300" b="1">
                <a:solidFill>
                  <a:schemeClr val="tx1"/>
                </a:solidFill>
                <a:latin typeface="Liberation Sans"/>
                <a:ea typeface="Liberation Sans"/>
                <a:cs typeface="Liberation Sans"/>
              </a:defRPr>
            </a:lvl3pPr>
            <a:lvl4pPr marL="0" indent="0" algn="l">
              <a:lnSpc>
                <a:spcPct val="110000"/>
              </a:lnSpc>
              <a:spcBef>
                <a:spcPts val="0"/>
              </a:spcBef>
              <a:spcAft>
                <a:spcPts val="0"/>
              </a:spcAft>
              <a:buNone/>
              <a:defRPr sz="3300" b="1">
                <a:solidFill>
                  <a:schemeClr val="tx1"/>
                </a:solidFill>
                <a:latin typeface="Liberation Sans"/>
                <a:ea typeface="Liberation Sans"/>
                <a:cs typeface="Liberation Sans"/>
              </a:defRPr>
            </a:lvl4pPr>
            <a:lvl5pPr marL="0" indent="0" algn="l">
              <a:lnSpc>
                <a:spcPct val="110000"/>
              </a:lnSpc>
              <a:spcBef>
                <a:spcPts val="0"/>
              </a:spcBef>
              <a:spcAft>
                <a:spcPts val="0"/>
              </a:spcAft>
              <a:buNone/>
              <a:defRPr sz="3300" b="1">
                <a:solidFill>
                  <a:schemeClr val="tx1"/>
                </a:solidFill>
                <a:latin typeface="Liberation Sans"/>
                <a:ea typeface="Liberation Sans"/>
                <a:cs typeface="Liberation Sans"/>
              </a:defRPr>
            </a:lvl5pPr>
            <a:lvl6pPr marL="0" indent="0" algn="l">
              <a:lnSpc>
                <a:spcPct val="110000"/>
              </a:lnSpc>
              <a:spcBef>
                <a:spcPts val="0"/>
              </a:spcBef>
              <a:spcAft>
                <a:spcPts val="0"/>
              </a:spcAft>
              <a:buNone/>
              <a:defRPr sz="3300" b="1">
                <a:solidFill>
                  <a:schemeClr val="tx1"/>
                </a:solidFill>
                <a:latin typeface="Liberation Sans"/>
                <a:ea typeface="Liberation Sans"/>
                <a:cs typeface="Liberation Sans"/>
              </a:defRPr>
            </a:lvl6pPr>
            <a:lvl7pPr marL="0" indent="0" algn="l">
              <a:lnSpc>
                <a:spcPct val="110000"/>
              </a:lnSpc>
              <a:spcBef>
                <a:spcPts val="0"/>
              </a:spcBef>
              <a:spcAft>
                <a:spcPts val="0"/>
              </a:spcAft>
              <a:buNone/>
              <a:defRPr sz="3300" b="1">
                <a:solidFill>
                  <a:schemeClr val="tx1"/>
                </a:solidFill>
                <a:latin typeface="Liberation Sans"/>
                <a:ea typeface="Liberation Sans"/>
                <a:cs typeface="Liberation Sans"/>
              </a:defRPr>
            </a:lvl7pPr>
            <a:lvl8pPr marL="0" indent="0" algn="l">
              <a:lnSpc>
                <a:spcPct val="110000"/>
              </a:lnSpc>
              <a:spcBef>
                <a:spcPts val="0"/>
              </a:spcBef>
              <a:spcAft>
                <a:spcPts val="0"/>
              </a:spcAft>
              <a:buNone/>
              <a:defRPr sz="3300" b="1">
                <a:solidFill>
                  <a:schemeClr val="tx1"/>
                </a:solidFill>
                <a:latin typeface="Liberation Sans"/>
                <a:ea typeface="Liberation Sans"/>
                <a:cs typeface="Liberation Sans"/>
              </a:defRPr>
            </a:lvl8pPr>
            <a:lvl9pPr marL="0" indent="0" algn="l">
              <a:lnSpc>
                <a:spcPct val="110000"/>
              </a:lnSpc>
              <a:spcBef>
                <a:spcPts val="0"/>
              </a:spcBef>
              <a:spcAft>
                <a:spcPts val="0"/>
              </a:spcAft>
              <a:buNone/>
              <a:defRPr sz="3300" b="1">
                <a:solidFill>
                  <a:schemeClr val="tx1"/>
                </a:solidFill>
                <a:latin typeface="Liberation Sans"/>
                <a:ea typeface="Liberation Sans"/>
                <a:cs typeface="Liberation Sans"/>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491EF41-3F73-4ABC-920F-7E4F2D62985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Liberation Sans"/>
                <a:ea typeface="Liberation Sans"/>
                <a:cs typeface="Liberation Sans"/>
              </a:defRPr>
            </a:defPPr>
            <a:lvl1pPr marL="228600" indent="-228600" algn="l">
              <a:lnSpc>
                <a:spcPct val="110000"/>
              </a:lnSpc>
              <a:spcBef>
                <a:spcPts val="0"/>
              </a:spcBef>
              <a:spcAft>
                <a:spcPts val="1200"/>
              </a:spcAft>
              <a:buChar char="•"/>
              <a:defRPr sz="2250" b="0">
                <a:solidFill>
                  <a:schemeClr val="tx1"/>
                </a:solidFill>
                <a:latin typeface="Liberation Sans"/>
                <a:ea typeface="Liberation Sans"/>
                <a:cs typeface="Liberation Sans"/>
              </a:defRPr>
            </a:lvl1pPr>
            <a:lvl2pPr marL="533400" indent="-228600" algn="l">
              <a:lnSpc>
                <a:spcPct val="110000"/>
              </a:lnSpc>
              <a:spcBef>
                <a:spcPts val="0"/>
              </a:spcBef>
              <a:spcAft>
                <a:spcPts val="1200"/>
              </a:spcAft>
              <a:buChar char="•"/>
              <a:defRPr sz="2250" b="0">
                <a:solidFill>
                  <a:schemeClr val="tx1"/>
                </a:solidFill>
                <a:latin typeface="Liberation Sans"/>
                <a:ea typeface="Liberation Sans"/>
                <a:cs typeface="Liberation Sans"/>
              </a:defRPr>
            </a:lvl2pPr>
            <a:lvl3pPr marL="838200" indent="-228600" algn="l">
              <a:lnSpc>
                <a:spcPct val="110000"/>
              </a:lnSpc>
              <a:spcBef>
                <a:spcPts val="0"/>
              </a:spcBef>
              <a:spcAft>
                <a:spcPts val="1200"/>
              </a:spcAft>
              <a:buChar char="•"/>
              <a:defRPr sz="2250" b="0">
                <a:solidFill>
                  <a:schemeClr val="tx1"/>
                </a:solidFill>
                <a:latin typeface="Liberation Sans"/>
                <a:ea typeface="Liberation Sans"/>
                <a:cs typeface="Liberation Sans"/>
              </a:defRPr>
            </a:lvl3pPr>
            <a:lvl4pPr marL="1143000" indent="-228600" algn="l">
              <a:lnSpc>
                <a:spcPct val="110000"/>
              </a:lnSpc>
              <a:spcBef>
                <a:spcPts val="0"/>
              </a:spcBef>
              <a:spcAft>
                <a:spcPts val="1200"/>
              </a:spcAft>
              <a:buChar char="•"/>
              <a:defRPr sz="2250" b="0">
                <a:solidFill>
                  <a:schemeClr val="tx1"/>
                </a:solidFill>
                <a:latin typeface="Liberation Sans"/>
                <a:ea typeface="Liberation Sans"/>
                <a:cs typeface="Liberation Sans"/>
              </a:defRPr>
            </a:lvl4pPr>
            <a:lvl5pPr marL="1447800" indent="-228600" algn="l">
              <a:lnSpc>
                <a:spcPct val="110000"/>
              </a:lnSpc>
              <a:spcBef>
                <a:spcPts val="0"/>
              </a:spcBef>
              <a:spcAft>
                <a:spcPts val="1200"/>
              </a:spcAft>
              <a:buChar char="•"/>
              <a:defRPr sz="2250" b="0">
                <a:solidFill>
                  <a:schemeClr val="tx1"/>
                </a:solidFill>
                <a:latin typeface="Liberation Sans"/>
                <a:ea typeface="Liberation Sans"/>
                <a:cs typeface="Liberation Sans"/>
              </a:defRPr>
            </a:lvl5pPr>
            <a:lvl6pPr marL="1752600" indent="-228600" algn="l">
              <a:lnSpc>
                <a:spcPct val="110000"/>
              </a:lnSpc>
              <a:spcBef>
                <a:spcPts val="0"/>
              </a:spcBef>
              <a:spcAft>
                <a:spcPts val="1200"/>
              </a:spcAft>
              <a:buChar char="•"/>
              <a:defRPr sz="2250" b="0">
                <a:solidFill>
                  <a:schemeClr val="tx1"/>
                </a:solidFill>
                <a:latin typeface="Liberation Sans"/>
                <a:ea typeface="Liberation Sans"/>
                <a:cs typeface="Liberation Sans"/>
              </a:defRPr>
            </a:lvl6pPr>
            <a:lvl7pPr marL="2057400" indent="-228600" algn="l">
              <a:lnSpc>
                <a:spcPct val="110000"/>
              </a:lnSpc>
              <a:spcBef>
                <a:spcPts val="0"/>
              </a:spcBef>
              <a:spcAft>
                <a:spcPts val="1200"/>
              </a:spcAft>
              <a:buChar char="•"/>
              <a:defRPr sz="2250" b="0">
                <a:solidFill>
                  <a:schemeClr val="tx1"/>
                </a:solidFill>
                <a:latin typeface="Liberation Sans"/>
                <a:ea typeface="Liberation Sans"/>
                <a:cs typeface="Liberation Sans"/>
              </a:defRPr>
            </a:lvl7pPr>
            <a:lvl8pPr marL="2362200" indent="-228600" algn="l">
              <a:lnSpc>
                <a:spcPct val="110000"/>
              </a:lnSpc>
              <a:spcBef>
                <a:spcPts val="0"/>
              </a:spcBef>
              <a:spcAft>
                <a:spcPts val="1200"/>
              </a:spcAft>
              <a:buChar char="•"/>
              <a:defRPr sz="2250" b="0">
                <a:solidFill>
                  <a:schemeClr val="tx1"/>
                </a:solidFill>
                <a:latin typeface="Liberation Sans"/>
                <a:ea typeface="Liberation Sans"/>
                <a:cs typeface="Liberation Sans"/>
              </a:defRPr>
            </a:lvl8pPr>
            <a:lvl9pPr marL="2667000" indent="-228600" algn="l">
              <a:lnSpc>
                <a:spcPct val="110000"/>
              </a:lnSpc>
              <a:spcBef>
                <a:spcPts val="0"/>
              </a:spcBef>
              <a:spcAft>
                <a:spcPts val="1200"/>
              </a:spcAft>
              <a:buChar char="•"/>
              <a:defRPr sz="2250" b="0">
                <a:solidFill>
                  <a:schemeClr val="tx1"/>
                </a:solidFill>
                <a:latin typeface="Liberation Sans"/>
                <a:ea typeface="Liberation Sans"/>
                <a:cs typeface="Liberation Sans"/>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0fbab17e4694c71" /><Relationship Type="http://schemas.openxmlformats.org/officeDocument/2006/relationships/slideLayout" Target="/ppt/slideLayouts/slideLayout1.xml" Id="R021941e5b3a1417e" /><Relationship Type="http://schemas.openxmlformats.org/officeDocument/2006/relationships/slideLayout" Target="/ppt/slideLayouts/slideLayout2.xml" Id="Rcf7ebe94c6244128" /><Relationship Type="http://schemas.openxmlformats.org/officeDocument/2006/relationships/slideLayout" Target="/ppt/slideLayouts/slideLayout3.xml" Id="R229de7b074de4ac4" /><Relationship Type="http://schemas.openxmlformats.org/officeDocument/2006/relationships/slideLayout" Target="/ppt/slideLayouts/slideLayout4.xml" Id="R1d2f83c1c7ae4ecc" /><Relationship Type="http://schemas.openxmlformats.org/officeDocument/2006/relationships/slideLayout" Target="/ppt/slideLayouts/slideLayout5.xml" Id="R209b9985fe87467d" /><Relationship Type="http://schemas.openxmlformats.org/officeDocument/2006/relationships/slideLayout" Target="/ppt/slideLayouts/slideLayout6.xml" Id="R664d437d6b47412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21941e5b3a1417e"/>
    <p:sldLayoutId xmlns:r="http://schemas.openxmlformats.org/officeDocument/2006/relationships" id="2147483650" r:id="Rcf7ebe94c6244128"/>
    <p:sldLayoutId xmlns:r="http://schemas.openxmlformats.org/officeDocument/2006/relationships" id="2147483651" r:id="R229de7b074de4ac4"/>
    <p:sldLayoutId xmlns:r="http://schemas.openxmlformats.org/officeDocument/2006/relationships" id="2147483652" r:id="R1d2f83c1c7ae4ecc"/>
    <p:sldLayoutId xmlns:r="http://schemas.openxmlformats.org/officeDocument/2006/relationships" id="2147483653" r:id="R209b9985fe87467d"/>
    <p:sldLayoutId xmlns:r="http://schemas.openxmlformats.org/officeDocument/2006/relationships" id="2147483654" r:id="R664d437d6b47412f"/>
  </p:sldLayoutIdLst>
  <p:txStyles>
    <p:titleStyle>
      <a:lvl1pPr xmlns:a="http://schemas.openxmlformats.org/drawingml/2006/main" algn="l">
        <a:lnSpc>
          <a:spcPct val="90000"/>
        </a:lnSpc>
        <a:spcBef>
          <a:spcPts val="0"/>
        </a:spcBef>
        <a:buNone/>
        <a:defRPr sz="4400">
          <a:solidFill>
            <a:schemeClr val="tx1"/>
          </a:solidFill>
          <a:latin typeface="Liberation Sans"/>
          <a:ea typeface="Liberation Sans"/>
          <a:cs typeface="Liberation Sans"/>
        </a:defRPr>
      </a:lvl1pPr>
    </p:titleStyle>
    <p:bodyStyle>
      <a:lvl1pPr xmlns:a="http://schemas.openxmlformats.org/drawingml/2006/main" marL="228600" indent="-228600" algn="l">
        <a:lnSpc>
          <a:spcPct val="90000"/>
        </a:lnSpc>
        <a:spcBef>
          <a:spcPts val="1000"/>
        </a:spcBef>
        <a:buChar char="•"/>
        <a:defRPr sz="2800">
          <a:solidFill>
            <a:schemeClr val="tx1"/>
          </a:solidFill>
          <a:latin typeface="Liberation Sans"/>
          <a:ea typeface="Liberation Sans"/>
          <a:cs typeface="Liberation Sans"/>
        </a:defRPr>
      </a:lvl1pPr>
      <a:lvl2pPr xmlns:a="http://schemas.openxmlformats.org/drawingml/2006/main" marL="685800" indent="-228600" algn="l">
        <a:lnSpc>
          <a:spcPct val="90000"/>
        </a:lnSpc>
        <a:spcBef>
          <a:spcPts val="500"/>
        </a:spcBef>
        <a:buChar char="•"/>
        <a:defRPr sz="2400">
          <a:solidFill>
            <a:schemeClr val="tx1"/>
          </a:solidFill>
          <a:latin typeface="Liberation Sans"/>
          <a:ea typeface="Liberation Sans"/>
          <a:cs typeface="Liberation Sans"/>
        </a:defRPr>
      </a:lvl2pPr>
      <a:lvl3pPr xmlns:a="http://schemas.openxmlformats.org/drawingml/2006/main" marL="1143000" indent="-228600" algn="l">
        <a:lnSpc>
          <a:spcPct val="90000"/>
        </a:lnSpc>
        <a:spcBef>
          <a:spcPts val="500"/>
        </a:spcBef>
        <a:buChar char="•"/>
        <a:defRPr sz="2000">
          <a:solidFill>
            <a:schemeClr val="tx1"/>
          </a:solidFill>
          <a:latin typeface="Liberation Sans"/>
          <a:ea typeface="Liberation Sans"/>
          <a:cs typeface="Liberation Sans"/>
        </a:defRPr>
      </a:lvl3pPr>
      <a:lvl4pPr xmlns:a="http://schemas.openxmlformats.org/drawingml/2006/main" marL="1600200" indent="-228600" algn="l">
        <a:lnSpc>
          <a:spcPct val="90000"/>
        </a:lnSpc>
        <a:spcBef>
          <a:spcPts val="500"/>
        </a:spcBef>
        <a:buChar char="•"/>
        <a:defRPr sz="1800">
          <a:solidFill>
            <a:schemeClr val="tx1"/>
          </a:solidFill>
          <a:latin typeface="Liberation Sans"/>
          <a:ea typeface="Liberation Sans"/>
          <a:cs typeface="Liberation Sans"/>
        </a:defRPr>
      </a:lvl4pPr>
      <a:lvl5pPr xmlns:a="http://schemas.openxmlformats.org/drawingml/2006/main" marL="2057400" indent="-228600" algn="l">
        <a:lnSpc>
          <a:spcPct val="90000"/>
        </a:lnSpc>
        <a:spcBef>
          <a:spcPts val="500"/>
        </a:spcBef>
        <a:buChar char="•"/>
        <a:defRPr sz="1800">
          <a:solidFill>
            <a:schemeClr val="tx1"/>
          </a:solidFill>
          <a:latin typeface="Liberation Sans"/>
          <a:ea typeface="Liberation Sans"/>
          <a:cs typeface="Liberation Sans"/>
        </a:defRPr>
      </a:lvl5pPr>
      <a:lvl6pPr xmlns:a="http://schemas.openxmlformats.org/drawingml/2006/main" marL="2514600" indent="-228600" algn="l">
        <a:lnSpc>
          <a:spcPct val="90000"/>
        </a:lnSpc>
        <a:spcBef>
          <a:spcPts val="500"/>
        </a:spcBef>
        <a:buChar char="•"/>
        <a:defRPr sz="1800">
          <a:solidFill>
            <a:schemeClr val="tx1"/>
          </a:solidFill>
          <a:latin typeface="Liberation Sans"/>
          <a:ea typeface="Liberation Sans"/>
          <a:cs typeface="Liberation Sans"/>
        </a:defRPr>
      </a:lvl6pPr>
      <a:lvl7pPr xmlns:a="http://schemas.openxmlformats.org/drawingml/2006/main" marL="2971800" indent="-228600" algn="l">
        <a:lnSpc>
          <a:spcPct val="90000"/>
        </a:lnSpc>
        <a:spcBef>
          <a:spcPts val="500"/>
        </a:spcBef>
        <a:buChar char="•"/>
        <a:defRPr sz="1800">
          <a:solidFill>
            <a:schemeClr val="tx1"/>
          </a:solidFill>
          <a:latin typeface="Liberation Sans"/>
          <a:ea typeface="Liberation Sans"/>
          <a:cs typeface="Liberation Sans"/>
        </a:defRPr>
      </a:lvl7pPr>
      <a:lvl8pPr xmlns:a="http://schemas.openxmlformats.org/drawingml/2006/main" marL="3429000" indent="-228600" algn="l">
        <a:lnSpc>
          <a:spcPct val="90000"/>
        </a:lnSpc>
        <a:spcBef>
          <a:spcPts val="500"/>
        </a:spcBef>
        <a:buChar char="•"/>
        <a:defRPr sz="1800">
          <a:solidFill>
            <a:schemeClr val="tx1"/>
          </a:solidFill>
          <a:latin typeface="Liberation Sans"/>
          <a:ea typeface="Liberation Sans"/>
          <a:cs typeface="Liberation Sans"/>
        </a:defRPr>
      </a:lvl8pPr>
      <a:lvl9pPr xmlns:a="http://schemas.openxmlformats.org/drawingml/2006/main" marL="3886200" indent="-228600" algn="l">
        <a:lnSpc>
          <a:spcPct val="90000"/>
        </a:lnSpc>
        <a:spcBef>
          <a:spcPts val="500"/>
        </a:spcBef>
        <a:buChar char="•"/>
        <a:defRPr sz="1800">
          <a:solidFill>
            <a:schemeClr val="tx1"/>
          </a:solidFill>
          <a:latin typeface="Liberation Sans"/>
          <a:ea typeface="Liberation Sans"/>
          <a:cs typeface="Liberation Sans"/>
        </a:defRPr>
      </a:lvl9pPr>
    </p:bodyStyle>
    <p:otherStyle>
      <a:lvl1pPr xmlns:a="http://schemas.openxmlformats.org/drawingml/2006/main" marL="0" algn="l">
        <a:buNone/>
        <a:defRPr sz="1800">
          <a:solidFill>
            <a:schemeClr val="tx1"/>
          </a:solidFill>
          <a:latin typeface="Liberation Sans"/>
          <a:ea typeface="Liberation Sans"/>
          <a:cs typeface="Liberation Sans"/>
        </a:defRPr>
      </a:lvl1pPr>
      <a:lvl2pPr xmlns:a="http://schemas.openxmlformats.org/drawingml/2006/main" marL="457200" algn="l">
        <a:buNone/>
        <a:defRPr sz="1800">
          <a:solidFill>
            <a:schemeClr val="tx1"/>
          </a:solidFill>
          <a:latin typeface="Liberation Sans"/>
          <a:ea typeface="Liberation Sans"/>
          <a:cs typeface="Liberation Sans"/>
        </a:defRPr>
      </a:lvl2pPr>
      <a:lvl3pPr xmlns:a="http://schemas.openxmlformats.org/drawingml/2006/main" marL="914400" algn="l">
        <a:buNone/>
        <a:defRPr sz="1800">
          <a:solidFill>
            <a:schemeClr val="tx1"/>
          </a:solidFill>
          <a:latin typeface="Liberation Sans"/>
          <a:ea typeface="Liberation Sans"/>
          <a:cs typeface="Liberation Sans"/>
        </a:defRPr>
      </a:lvl3pPr>
      <a:lvl4pPr xmlns:a="http://schemas.openxmlformats.org/drawingml/2006/main" marL="1371600" algn="l">
        <a:buNone/>
        <a:defRPr sz="1800">
          <a:solidFill>
            <a:schemeClr val="tx1"/>
          </a:solidFill>
          <a:latin typeface="Liberation Sans"/>
          <a:ea typeface="Liberation Sans"/>
          <a:cs typeface="Liberation Sans"/>
        </a:defRPr>
      </a:lvl4pPr>
      <a:lvl5pPr xmlns:a="http://schemas.openxmlformats.org/drawingml/2006/main" marL="1828800" algn="l">
        <a:buNone/>
        <a:defRPr sz="1800">
          <a:solidFill>
            <a:schemeClr val="tx1"/>
          </a:solidFill>
          <a:latin typeface="Liberation Sans"/>
          <a:ea typeface="Liberation Sans"/>
          <a:cs typeface="Liberation Sans"/>
        </a:defRPr>
      </a:lvl5pPr>
      <a:lvl6pPr xmlns:a="http://schemas.openxmlformats.org/drawingml/2006/main" marL="2286000" algn="l">
        <a:buNone/>
        <a:defRPr sz="1800">
          <a:solidFill>
            <a:schemeClr val="tx1"/>
          </a:solidFill>
          <a:latin typeface="Liberation Sans"/>
          <a:ea typeface="Liberation Sans"/>
          <a:cs typeface="Liberation Sans"/>
        </a:defRPr>
      </a:lvl6pPr>
      <a:lvl7pPr xmlns:a="http://schemas.openxmlformats.org/drawingml/2006/main" marL="2743200" algn="l">
        <a:buNone/>
        <a:defRPr sz="1800">
          <a:solidFill>
            <a:schemeClr val="tx1"/>
          </a:solidFill>
          <a:latin typeface="Liberation Sans"/>
          <a:ea typeface="Liberation Sans"/>
          <a:cs typeface="Liberation Sans"/>
        </a:defRPr>
      </a:lvl7pPr>
      <a:lvl8pPr xmlns:a="http://schemas.openxmlformats.org/drawingml/2006/main" marL="3200400" algn="l">
        <a:buNone/>
        <a:defRPr sz="1800">
          <a:solidFill>
            <a:schemeClr val="tx1"/>
          </a:solidFill>
          <a:latin typeface="Liberation Sans"/>
          <a:ea typeface="Liberation Sans"/>
          <a:cs typeface="Liberation Sans"/>
        </a:defRPr>
      </a:lvl8pPr>
      <a:lvl9pPr xmlns:a="http://schemas.openxmlformats.org/drawingml/2006/main" marL="3657600" algn="l">
        <a:buNone/>
        <a:defRPr sz="1800">
          <a:solidFill>
            <a:schemeClr val="tx1"/>
          </a:solidFill>
          <a:latin typeface="Liberation Sans"/>
          <a:ea typeface="Liberation Sans"/>
          <a:cs typeface="Liberation Sans"/>
        </a:defRPr>
      </a:lvl9pPr>
    </p:otherStyle>
  </p:txStyles>
</p:sldMaster>
</file>

<file path=ppt/slideMasters/theme/theme2.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Lesson theme">
      <a:majorFont>
        <a:latin typeface="Liberation Sans"/>
        <a:ea typeface="Liberation Sans"/>
        <a:cs typeface="Liberation Sans"/>
      </a:majorFont>
      <a:minorFont>
        <a:latin typeface="Liberation Sans"/>
        <a:ea typeface="Liberation Sans"/>
        <a:cs typeface="Liberation Sans"/>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f4e3383d568478d" /><Relationship Type="http://schemas.openxmlformats.org/officeDocument/2006/relationships/image" Target="/ppt/media/image.jpeg" Id="Rd15b6c71fc1e4a79" /><Relationship Type="http://schemas.openxmlformats.org/officeDocument/2006/relationships/notesSlide" Target="/ppt/notesSlides/notesSlide1.xml" Id="Rb87e1fb5ddd3449f" /></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6.xml" Id="R635e39e8866d49a1"/><Relationship Type="http://schemas.openxmlformats.org/officeDocument/2006/relationships/image" Target="../media/image.jpeg" Id="R4fadb161136b4475"/><Relationship Type="http://schemas.openxmlformats.org/officeDocument/2006/relationships/notesSlide" Target="/ppt/notesSlides/notesSlide2.xml" Id="Rcf8f340321aa44e3"/></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6.xml" Id="R708c11dcfbb043bc"/><Relationship Type="http://schemas.openxmlformats.org/officeDocument/2006/relationships/image" Target="../media/image.jpeg" Id="R28dba9ddb3e54f5b"/><Relationship Type="http://schemas.openxmlformats.org/officeDocument/2006/relationships/notesSlide" Target="/ppt/notesSlides/notesSlide3.xml" Id="R70224f7fea84402b"/></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6.xml" Id="R67d5c0c79846464d"/><Relationship Type="http://schemas.openxmlformats.org/officeDocument/2006/relationships/image" Target="../media/image.jpeg" Id="Rf976cf1a58a54e09"/><Relationship Type="http://schemas.openxmlformats.org/officeDocument/2006/relationships/notesSlide" Target="/ppt/notesSlides/notesSlide4.xml" Id="R356371a649b240b8"/></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6.xml" Id="Rf1a06692b2b74a94"/><Relationship Type="http://schemas.openxmlformats.org/officeDocument/2006/relationships/image" Target="../media/image.jpeg" Id="Rf3ad155d32034b01"/><Relationship Type="http://schemas.openxmlformats.org/officeDocument/2006/relationships/notesSlide" Target="/ppt/notesSlides/notesSlide5.xml" Id="R41b744391f4148ff"/></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6.xml" Id="R6d82e1a70e21411d"/><Relationship Type="http://schemas.openxmlformats.org/officeDocument/2006/relationships/image" Target="../media/image.jpeg" Id="R4fdba4c55f2d4945"/><Relationship Type="http://schemas.openxmlformats.org/officeDocument/2006/relationships/notesSlide" Target="/ppt/notesSlides/notesSlide6.xml" Id="R5a6bd55015064c2e"/></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6.xml" Id="R83cc31c1c2354e69"/><Relationship Type="http://schemas.openxmlformats.org/officeDocument/2006/relationships/image" Target="../media/image.jpeg" Id="R3b0cfe057a9a4ec3"/><Relationship Type="http://schemas.openxmlformats.org/officeDocument/2006/relationships/notesSlide" Target="/ppt/notesSlides/notesSlide7.xml" Id="Rbb3c26b2a0f24416"/></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6.xml" Id="Rda4063391bbe4d46"/><Relationship Type="http://schemas.openxmlformats.org/officeDocument/2006/relationships/image" Target="../media/image.jpeg" Id="R5752bd2fd59348ba"/><Relationship Type="http://schemas.openxmlformats.org/officeDocument/2006/relationships/notesSlide" Target="/ppt/notesSlides/notesSlide8.xml" Id="R52c1ec5febb24633"/></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6.xml" Id="Rcf9d9bda6e274afd"/><Relationship Type="http://schemas.openxmlformats.org/officeDocument/2006/relationships/image" Target="../media/image.jpeg" Id="R5a71d2af254f4836"/><Relationship Type="http://schemas.openxmlformats.org/officeDocument/2006/relationships/notesSlide" Target="/ppt/notesSlides/notesSlide9.xml" Id="Rd125df0547594b27"/></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6.xml" Id="Rda9a249a22d04658"/><Relationship Type="http://schemas.openxmlformats.org/officeDocument/2006/relationships/image" Target="../media/image.jpeg" Id="R33546a06c1df4f9d"/><Relationship Type="http://schemas.openxmlformats.org/officeDocument/2006/relationships/notesSlide" Target="/ppt/notesSlides/notesSlide10.xml" Id="R365f2694f48c4a0b"/></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6.xml" Id="R5ba0eb0b86594322"/><Relationship Type="http://schemas.openxmlformats.org/officeDocument/2006/relationships/image" Target="../media/image.jpeg" Id="Rf3e68644b465479e"/><Relationship Type="http://schemas.openxmlformats.org/officeDocument/2006/relationships/notesSlide" Target="/ppt/notesSlides/notesSlide11.xml" Id="Rb5f56679ad25475b"/></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6.xml" Id="R9337cca2f46a426f"/><Relationship Type="http://schemas.openxmlformats.org/officeDocument/2006/relationships/image" Target="../media/image.jpeg" Id="R282bc20e996e471e"/><Relationship Type="http://schemas.openxmlformats.org/officeDocument/2006/relationships/notesSlide" Target="/ppt/notesSlides/notesSlide12.xml" Id="Rfe07d838a61249f0"/></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6.xml" Id="Rd7ae03d9c6984559"/><Relationship Type="http://schemas.openxmlformats.org/officeDocument/2006/relationships/image" Target="../media/image.jpeg" Id="R5d7ade8770954c9e"/><Relationship Type="http://schemas.openxmlformats.org/officeDocument/2006/relationships/notesSlide" Target="/ppt/notesSlides/notesSlide13.xml" Id="R410773a9878f4cc1"/></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6.xml" Id="Rab70936b20464908"/><Relationship Type="http://schemas.openxmlformats.org/officeDocument/2006/relationships/image" Target="../media/image.jpeg" Id="Ra34e5ca0d9fd4be0"/><Relationship Type="http://schemas.openxmlformats.org/officeDocument/2006/relationships/notesSlide" Target="/ppt/notesSlides/notesSlide14.xml" Id="R0d36a60d5a16469e"/></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6.xml" Id="Rfc80dadd2bac4dbe"/><Relationship Type="http://schemas.openxmlformats.org/officeDocument/2006/relationships/image" Target="../media/image.jpeg" Id="R739b372f8050417b"/><Relationship Type="http://schemas.openxmlformats.org/officeDocument/2006/relationships/notesSlide" Target="/ppt/notesSlides/notesSlide15.xml" Id="Rc057809638ad46c8"/></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6.xml" Id="Rb2d2353b68fd49c5"/><Relationship Type="http://schemas.openxmlformats.org/officeDocument/2006/relationships/image" Target="../media/image.jpeg" Id="R6969561a825d468b"/><Relationship Type="http://schemas.openxmlformats.org/officeDocument/2006/relationships/notesSlide" Target="/ppt/notesSlides/notesSlide16.xml" Id="R16f1d25016ec4e02"/></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6.xml" Id="R6965f68c0e26424a"/><Relationship Type="http://schemas.openxmlformats.org/officeDocument/2006/relationships/image" Target="../media/image.jpeg" Id="R5e2f305519d94294"/><Relationship Type="http://schemas.openxmlformats.org/officeDocument/2006/relationships/notesSlide" Target="/ppt/notesSlides/notesSlide17.xml" Id="Refd5f446444d46f6"/></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6.xml" Id="Ra759b21f751545d0"/><Relationship Type="http://schemas.openxmlformats.org/officeDocument/2006/relationships/image" Target="../media/image.jpeg" Id="R329d9aea1bc84f0f"/><Relationship Type="http://schemas.openxmlformats.org/officeDocument/2006/relationships/notesSlide" Target="/ppt/notesSlides/notesSlide18.xml" Id="Rf7e29022f6bd4337"/></Relationships>
</file>

<file path=ppt/slides/_rels/slide19.xml.rels><?xml version='1.0' encoding='UTF-8' standalone='yes'?>
<Relationships xmlns="http://schemas.openxmlformats.org/package/2006/relationships"><Relationship Type="http://schemas.openxmlformats.org/officeDocument/2006/relationships/slideLayout" Target="/ppt/slideLayouts/slideLayout6.xml" Id="R2920c7cd7e984579"/><Relationship Type="http://schemas.openxmlformats.org/officeDocument/2006/relationships/image" Target="../media/image.jpeg" Id="Rfb02421c80004730"/><Relationship Type="http://schemas.openxmlformats.org/officeDocument/2006/relationships/notesSlide" Target="/ppt/notesSlides/notesSlide19.xml" Id="R38d4a1792757430a"/></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6.xml" Id="R108084fc38774753"/><Relationship Type="http://schemas.openxmlformats.org/officeDocument/2006/relationships/image" Target="../media/image.jpeg" Id="R30947971751946f3"/><Relationship Type="http://schemas.openxmlformats.org/officeDocument/2006/relationships/notesSlide" Target="/ppt/notesSlides/notesSlide20.xml" Id="R5d9174709082474b"/></Relationships>
</file>

<file path=ppt/slides/_rels/slide21.xml.rels><?xml version='1.0' encoding='UTF-8' standalone='yes'?>
<Relationships xmlns="http://schemas.openxmlformats.org/package/2006/relationships"><Relationship Type="http://schemas.openxmlformats.org/officeDocument/2006/relationships/slideLayout" Target="/ppt/slideLayouts/slideLayout6.xml" Id="Re54f64d18a154628"/><Relationship Type="http://schemas.openxmlformats.org/officeDocument/2006/relationships/image" Target="../media/image.jpeg" Id="R61772905b2934a70"/><Relationship Type="http://schemas.openxmlformats.org/officeDocument/2006/relationships/notesSlide" Target="/ppt/notesSlides/notesSlide21.xml" Id="Rf05a0f51da1b4591"/></Relationships>
</file>

<file path=ppt/slides/_rels/slide22.xml.rels><?xml version='1.0' encoding='UTF-8' standalone='yes'?>
<Relationships xmlns="http://schemas.openxmlformats.org/package/2006/relationships"><Relationship Type="http://schemas.openxmlformats.org/officeDocument/2006/relationships/slideLayout" Target="/ppt/slideLayouts/slideLayout6.xml" Id="Rd34f202f75df425a"/><Relationship Type="http://schemas.openxmlformats.org/officeDocument/2006/relationships/image" Target="../media/image.jpeg" Id="Rfa6648acc2a14747"/><Relationship Type="http://schemas.openxmlformats.org/officeDocument/2006/relationships/notesSlide" Target="/ppt/notesSlides/notesSlide22.xml" Id="Rcfc77899ab8643c7"/></Relationships>
</file>

<file path=ppt/slides/_rels/slide23.xml.rels><?xml version='1.0' encoding='UTF-8' standalone='yes'?>
<Relationships xmlns="http://schemas.openxmlformats.org/package/2006/relationships"><Relationship Type="http://schemas.openxmlformats.org/officeDocument/2006/relationships/slideLayout" Target="/ppt/slideLayouts/slideLayout6.xml" Id="R50832c4a8ab046a3"/><Relationship Type="http://schemas.openxmlformats.org/officeDocument/2006/relationships/image" Target="../media/image.jpeg" Id="R6c1b3aa278254a63"/><Relationship Type="http://schemas.openxmlformats.org/officeDocument/2006/relationships/notesSlide" Target="/ppt/notesSlides/notesSlide23.xml" Id="R6afae67cee1c41a8"/></Relationships>
</file>

<file path=ppt/slides/_rels/slide24.xml.rels><?xml version='1.0' encoding='UTF-8' standalone='yes'?>
<Relationships xmlns="http://schemas.openxmlformats.org/package/2006/relationships"><Relationship Type="http://schemas.openxmlformats.org/officeDocument/2006/relationships/slideLayout" Target="/ppt/slideLayouts/slideLayout6.xml" Id="R90ba6f8422f741ce"/><Relationship Type="http://schemas.openxmlformats.org/officeDocument/2006/relationships/image" Target="../media/image.jpeg" Id="R6697468a2b7047b9"/><Relationship Type="http://schemas.openxmlformats.org/officeDocument/2006/relationships/notesSlide" Target="/ppt/notesSlides/notesSlide24.xml" Id="R24060301f0c9412e"/></Relationships>
</file>

<file path=ppt/slides/_rels/slide25.xml.rels><?xml version='1.0' encoding='UTF-8' standalone='yes'?>
<Relationships xmlns="http://schemas.openxmlformats.org/package/2006/relationships"><Relationship Type="http://schemas.openxmlformats.org/officeDocument/2006/relationships/slideLayout" Target="/ppt/slideLayouts/slideLayout6.xml" Id="R666ceeda1f624a81"/><Relationship Type="http://schemas.openxmlformats.org/officeDocument/2006/relationships/image" Target="../media/image.jpeg" Id="R77607d8b77b74816"/><Relationship Type="http://schemas.openxmlformats.org/officeDocument/2006/relationships/notesSlide" Target="/ppt/notesSlides/notesSlide25.xml" Id="R1ee44b9513f14e36"/></Relationships>
</file>

<file path=ppt/slides/_rels/slide26.xml.rels><?xml version='1.0' encoding='UTF-8' standalone='yes'?>
<Relationships xmlns="http://schemas.openxmlformats.org/package/2006/relationships"><Relationship Type="http://schemas.openxmlformats.org/officeDocument/2006/relationships/slideLayout" Target="/ppt/slideLayouts/slideLayout6.xml" Id="Rbaadcc4b004544ea"/><Relationship Type="http://schemas.openxmlformats.org/officeDocument/2006/relationships/image" Target="../media/image.jpeg" Id="R40bda5dade654015"/><Relationship Type="http://schemas.openxmlformats.org/officeDocument/2006/relationships/notesSlide" Target="/ppt/notesSlides/notesSlide26.xml" Id="R869eac390dc34417"/></Relationships>
</file>

<file path=ppt/slides/_rels/slide27.xml.rels><?xml version='1.0' encoding='UTF-8' standalone='yes'?>
<Relationships xmlns="http://schemas.openxmlformats.org/package/2006/relationships"><Relationship Type="http://schemas.openxmlformats.org/officeDocument/2006/relationships/slideLayout" Target="/ppt/slideLayouts/slideLayout6.xml" Id="R6a0661b96a034a70"/><Relationship Type="http://schemas.openxmlformats.org/officeDocument/2006/relationships/image" Target="../media/image.jpeg" Id="Rf16685ba99ba4b97"/><Relationship Type="http://schemas.openxmlformats.org/officeDocument/2006/relationships/notesSlide" Target="/ppt/notesSlides/notesSlide27.xml" Id="R426bf8bbe6a849d2"/></Relationships>
</file>

<file path=ppt/slides/_rels/slide28.xml.rels><?xml version='1.0' encoding='UTF-8' standalone='yes'?>
<Relationships xmlns="http://schemas.openxmlformats.org/package/2006/relationships"><Relationship Type="http://schemas.openxmlformats.org/officeDocument/2006/relationships/slideLayout" Target="/ppt/slideLayouts/slideLayout6.xml" Id="Re1b1267c618245be"/><Relationship Type="http://schemas.openxmlformats.org/officeDocument/2006/relationships/image" Target="../media/image.jpeg" Id="R66855b037155452b"/><Relationship Type="http://schemas.openxmlformats.org/officeDocument/2006/relationships/notesSlide" Target="/ppt/notesSlides/notesSlide28.xml" Id="R92df53d727be48e3"/></Relationships>
</file>

<file path=ppt/slides/_rels/slide29.xml.rels><?xml version='1.0' encoding='UTF-8' standalone='yes'?>
<Relationships xmlns="http://schemas.openxmlformats.org/package/2006/relationships"><Relationship Type="http://schemas.openxmlformats.org/officeDocument/2006/relationships/slideLayout" Target="/ppt/slideLayouts/slideLayout6.xml" Id="R980e178867b34716"/><Relationship Type="http://schemas.openxmlformats.org/officeDocument/2006/relationships/image" Target="../media/image.jpeg" Id="R183ac301f9344d34"/><Relationship Type="http://schemas.openxmlformats.org/officeDocument/2006/relationships/notesSlide" Target="/ppt/notesSlides/notesSlide29.xml" Id="Rd4a9b290def34a2d"/></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lesson-header">
            <a:extLst xmlns:a="http://schemas.openxmlformats.org/drawingml/2006/main">
              <a:ext uri="{FF2B5EF4-FFF2-40B4-BE49-F238E27FC236}">
                <a16:creationId xmlns:a16="http://schemas.microsoft.com/office/drawing/2014/main" id="{2CC5CE13-F241-4F2B-BAAB-E2A96F249BA2}"/>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vl1pPr algn="l">
              <a:defRPr sz="1425" b="1">
                <a:solidFill>
                  <a:srgbClr val="355E7B"/>
                </a:solidFill>
                <a:latin typeface="Liberation Sans"/>
                <a:ea typeface="Liberation Sans"/>
                <a:cs typeface="Liberation Sans"/>
              </a:defRPr>
            </a:lvl1pPr>
            <a:lvl2pPr algn="l">
              <a:defRPr sz="1425" b="1">
                <a:solidFill>
                  <a:srgbClr val="355E7B"/>
                </a:solidFill>
                <a:latin typeface="Liberation Sans"/>
                <a:ea typeface="Liberation Sans"/>
                <a:cs typeface="Liberation Sans"/>
              </a:defRPr>
            </a:lvl2pPr>
            <a:lvl3pPr algn="l">
              <a:defRPr sz="1425" b="1">
                <a:solidFill>
                  <a:srgbClr val="355E7B"/>
                </a:solidFill>
                <a:latin typeface="Liberation Sans"/>
                <a:ea typeface="Liberation Sans"/>
                <a:cs typeface="Liberation Sans"/>
              </a:defRPr>
            </a:lvl3pPr>
            <a:lvl4pPr algn="l">
              <a:defRPr sz="1425" b="1">
                <a:solidFill>
                  <a:srgbClr val="355E7B"/>
                </a:solidFill>
                <a:latin typeface="Liberation Sans"/>
                <a:ea typeface="Liberation Sans"/>
                <a:cs typeface="Liberation Sans"/>
              </a:defRPr>
            </a:lvl4pPr>
            <a:lvl5pPr algn="l">
              <a:defRPr sz="1425" b="1">
                <a:solidFill>
                  <a:srgbClr val="355E7B"/>
                </a:solidFill>
                <a:latin typeface="Liberation Sans"/>
                <a:ea typeface="Liberation Sans"/>
                <a:cs typeface="Liberation Sans"/>
              </a:defRPr>
            </a:lvl5pPr>
            <a:lvl6pPr algn="l">
              <a:defRPr sz="1425" b="1">
                <a:solidFill>
                  <a:srgbClr val="355E7B"/>
                </a:solidFill>
                <a:latin typeface="Liberation Sans"/>
                <a:ea typeface="Liberation Sans"/>
                <a:cs typeface="Liberation Sans"/>
              </a:defRPr>
            </a:lvl6pPr>
            <a:lvl7pPr algn="l">
              <a:defRPr sz="1425" b="1">
                <a:solidFill>
                  <a:srgbClr val="355E7B"/>
                </a:solidFill>
                <a:latin typeface="Liberation Sans"/>
                <a:ea typeface="Liberation Sans"/>
                <a:cs typeface="Liberation Sans"/>
              </a:defRPr>
            </a:lvl7pPr>
            <a:lvl8pPr algn="l">
              <a:defRPr sz="1425" b="1">
                <a:solidFill>
                  <a:srgbClr val="355E7B"/>
                </a:solidFill>
                <a:latin typeface="Liberation Sans"/>
                <a:ea typeface="Liberation Sans"/>
                <a:cs typeface="Liberation Sans"/>
              </a:defRPr>
            </a:lvl8pPr>
            <a:lvl9pPr algn="l">
              <a:defRPr sz="1425" b="1">
                <a:solidFill>
                  <a:srgbClr val="355E7B"/>
                </a:solidFill>
                <a:latin typeface="Liberation Sans"/>
                <a:ea typeface="Liberation Sans"/>
                <a:cs typeface="Liberation Sans"/>
              </a:defRPr>
            </a:lvl9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SCIENCE · AUTUMN 1 · Week 8</a:t>
            </a:r>
          </a:p>
        </p:txBody>
      </p:sp>
      <p:sp>
        <p:nvSpPr>
          <p:cNvPr id="2" name="stage-clock">
            <a:extLst xmlns:a="http://schemas.openxmlformats.org/drawingml/2006/main">
              <a:ext uri="{FF2B5EF4-FFF2-40B4-BE49-F238E27FC236}">
                <a16:creationId xmlns:a16="http://schemas.microsoft.com/office/drawing/2014/main" id="{641530A1-5186-4A19-BB42-4A3C7421B101}"/>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vl1pPr algn="r">
              <a:defRPr sz="1425" b="1">
                <a:solidFill>
                  <a:srgbClr val="355E7B"/>
                </a:solidFill>
                <a:latin typeface="Liberation Sans"/>
                <a:ea typeface="Liberation Sans"/>
                <a:cs typeface="Liberation Sans"/>
              </a:defRPr>
            </a:lvl1pPr>
            <a:lvl2pPr algn="r">
              <a:defRPr sz="1425" b="1">
                <a:solidFill>
                  <a:srgbClr val="355E7B"/>
                </a:solidFill>
                <a:latin typeface="Liberation Sans"/>
                <a:ea typeface="Liberation Sans"/>
                <a:cs typeface="Liberation Sans"/>
              </a:defRPr>
            </a:lvl2pPr>
            <a:lvl3pPr algn="r">
              <a:defRPr sz="1425" b="1">
                <a:solidFill>
                  <a:srgbClr val="355E7B"/>
                </a:solidFill>
                <a:latin typeface="Liberation Sans"/>
                <a:ea typeface="Liberation Sans"/>
                <a:cs typeface="Liberation Sans"/>
              </a:defRPr>
            </a:lvl3pPr>
            <a:lvl4pPr algn="r">
              <a:defRPr sz="1425" b="1">
                <a:solidFill>
                  <a:srgbClr val="355E7B"/>
                </a:solidFill>
                <a:latin typeface="Liberation Sans"/>
                <a:ea typeface="Liberation Sans"/>
                <a:cs typeface="Liberation Sans"/>
              </a:defRPr>
            </a:lvl4pPr>
            <a:lvl5pPr algn="r">
              <a:defRPr sz="1425" b="1">
                <a:solidFill>
                  <a:srgbClr val="355E7B"/>
                </a:solidFill>
                <a:latin typeface="Liberation Sans"/>
                <a:ea typeface="Liberation Sans"/>
                <a:cs typeface="Liberation Sans"/>
              </a:defRPr>
            </a:lvl5pPr>
            <a:lvl6pPr algn="r">
              <a:defRPr sz="1425" b="1">
                <a:solidFill>
                  <a:srgbClr val="355E7B"/>
                </a:solidFill>
                <a:latin typeface="Liberation Sans"/>
                <a:ea typeface="Liberation Sans"/>
                <a:cs typeface="Liberation Sans"/>
              </a:defRPr>
            </a:lvl6pPr>
            <a:lvl7pPr algn="r">
              <a:defRPr sz="1425" b="1">
                <a:solidFill>
                  <a:srgbClr val="355E7B"/>
                </a:solidFill>
                <a:latin typeface="Liberation Sans"/>
                <a:ea typeface="Liberation Sans"/>
                <a:cs typeface="Liberation Sans"/>
              </a:defRPr>
            </a:lvl7pPr>
            <a:lvl8pPr algn="r">
              <a:defRPr sz="1425" b="1">
                <a:solidFill>
                  <a:srgbClr val="355E7B"/>
                </a:solidFill>
                <a:latin typeface="Liberation Sans"/>
                <a:ea typeface="Liberation Sans"/>
                <a:cs typeface="Liberation Sans"/>
              </a:defRPr>
            </a:lvl8pPr>
            <a:lvl9pPr algn="r">
              <a:defRPr sz="1425" b="1">
                <a:solidFill>
                  <a:srgbClr val="355E7B"/>
                </a:solidFill>
                <a:latin typeface="Liberation Sans"/>
                <a:ea typeface="Liberation Sans"/>
                <a:cs typeface="Liberation Sans"/>
              </a:defRPr>
            </a:lvl9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Animals get food by eating · 0 min · 00 to 00</a:t>
            </a:r>
          </a:p>
        </p:txBody>
      </p:sp>
      <p:sp>
        <p:nvSpPr>
          <p:cNvPr id="3" name="slide-title">
            <a:extLst xmlns:a="http://schemas.openxmlformats.org/drawingml/2006/main">
              <a:ext uri="{FF2B5EF4-FFF2-40B4-BE49-F238E27FC236}">
                <a16:creationId xmlns:a16="http://schemas.microsoft.com/office/drawing/2014/main" id="{304EF8FF-FA36-4EF6-B68B-6BCFAD676B88}"/>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vl1pPr algn="l">
              <a:defRPr sz="2700" b="1">
                <a:solidFill>
                  <a:srgbClr val="355E7B"/>
                </a:solidFill>
                <a:latin typeface="Liberation Sans"/>
                <a:ea typeface="Liberation Sans"/>
                <a:cs typeface="Liberation Sans"/>
              </a:defRPr>
            </a:lvl1pPr>
            <a:lvl2pPr algn="l">
              <a:defRPr sz="2700" b="1">
                <a:solidFill>
                  <a:srgbClr val="355E7B"/>
                </a:solidFill>
                <a:latin typeface="Liberation Sans"/>
                <a:ea typeface="Liberation Sans"/>
                <a:cs typeface="Liberation Sans"/>
              </a:defRPr>
            </a:lvl2pPr>
            <a:lvl3pPr algn="l">
              <a:defRPr sz="2700" b="1">
                <a:solidFill>
                  <a:srgbClr val="355E7B"/>
                </a:solidFill>
                <a:latin typeface="Liberation Sans"/>
                <a:ea typeface="Liberation Sans"/>
                <a:cs typeface="Liberation Sans"/>
              </a:defRPr>
            </a:lvl3pPr>
            <a:lvl4pPr algn="l">
              <a:defRPr sz="2700" b="1">
                <a:solidFill>
                  <a:srgbClr val="355E7B"/>
                </a:solidFill>
                <a:latin typeface="Liberation Sans"/>
                <a:ea typeface="Liberation Sans"/>
                <a:cs typeface="Liberation Sans"/>
              </a:defRPr>
            </a:lvl4pPr>
            <a:lvl5pPr algn="l">
              <a:defRPr sz="2700" b="1">
                <a:solidFill>
                  <a:srgbClr val="355E7B"/>
                </a:solidFill>
                <a:latin typeface="Liberation Sans"/>
                <a:ea typeface="Liberation Sans"/>
                <a:cs typeface="Liberation Sans"/>
              </a:defRPr>
            </a:lvl5pPr>
            <a:lvl6pPr algn="l">
              <a:defRPr sz="2700" b="1">
                <a:solidFill>
                  <a:srgbClr val="355E7B"/>
                </a:solidFill>
                <a:latin typeface="Liberation Sans"/>
                <a:ea typeface="Liberation Sans"/>
                <a:cs typeface="Liberation Sans"/>
              </a:defRPr>
            </a:lvl6pPr>
            <a:lvl7pPr algn="l">
              <a:defRPr sz="2700" b="1">
                <a:solidFill>
                  <a:srgbClr val="355E7B"/>
                </a:solidFill>
                <a:latin typeface="Liberation Sans"/>
                <a:ea typeface="Liberation Sans"/>
                <a:cs typeface="Liberation Sans"/>
              </a:defRPr>
            </a:lvl7pPr>
            <a:lvl8pPr algn="l">
              <a:defRPr sz="2700" b="1">
                <a:solidFill>
                  <a:srgbClr val="355E7B"/>
                </a:solidFill>
                <a:latin typeface="Liberation Sans"/>
                <a:ea typeface="Liberation Sans"/>
                <a:cs typeface="Liberation Sans"/>
              </a:defRPr>
            </a:lvl8pPr>
            <a:lvl9pPr algn="l">
              <a:defRPr sz="2700" b="1">
                <a:solidFill>
                  <a:srgbClr val="355E7B"/>
                </a:solidFill>
                <a:latin typeface="Liberation Sans"/>
                <a:ea typeface="Liberation Sans"/>
                <a:cs typeface="Liberation Sans"/>
              </a:defRPr>
            </a:lvl9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Discover: Animals get food by eating</a:t>
            </a:r>
          </a:p>
        </p:txBody>
      </p:sp>
      <p:sp>
        <p:nvSpPr>
          <p:cNvPr id="4" name="shape">
            <a:extLst xmlns:a="http://schemas.openxmlformats.org/drawingml/2006/main">
              <a:ext uri="{FF2B5EF4-FFF2-40B4-BE49-F238E27FC236}">
                <a16:creationId xmlns:a16="http://schemas.microsoft.com/office/drawing/2014/main" id="{08802A06-1D8A-4EAF-9323-6C7F1388FA1C}"/>
              </a:ext>
            </a:extLst>
          </p:cNvPr>
          <p:cNvSpPr>
            <a:spLocks xmlns:a="http://schemas.openxmlformats.org/drawingml/2006/main" noGrp="1"/>
          </p:cNvSpPr>
          <p:nvPr/>
        </p:nvSpPr>
        <p:spPr>
          <a:xfrm xmlns:a="http://schemas.openxmlformats.org/drawingml/2006/main">
            <a:off x="381000"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34D48473-7198-408D-BCB4-FA31BE10BA9B}"/>
              </a:ext>
            </a:extLst>
          </p:cNvPr>
          <p:cNvSpPr>
            <a:spLocks xmlns:a="http://schemas.openxmlformats.org/drawingml/2006/main" noGrp="1"/>
          </p:cNvSpPr>
          <p:nvPr/>
        </p:nvSpPr>
        <p:spPr>
          <a:xfrm xmlns:a="http://schemas.openxmlformats.org/drawingml/2006/main">
            <a:off x="1234678"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0F67E9CC-238E-49F5-9935-F7A9E657DADC}"/>
              </a:ext>
            </a:extLst>
          </p:cNvPr>
          <p:cNvSpPr>
            <a:spLocks xmlns:a="http://schemas.openxmlformats.org/drawingml/2006/main" noGrp="1"/>
          </p:cNvSpPr>
          <p:nvPr/>
        </p:nvSpPr>
        <p:spPr>
          <a:xfrm xmlns:a="http://schemas.openxmlformats.org/drawingml/2006/main">
            <a:off x="2088356"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9018909E-5A24-4DF2-ABB6-4E9143800DDA}"/>
              </a:ext>
            </a:extLst>
          </p:cNvPr>
          <p:cNvSpPr>
            <a:spLocks xmlns:a="http://schemas.openxmlformats.org/drawingml/2006/main" noGrp="1"/>
          </p:cNvSpPr>
          <p:nvPr/>
        </p:nvSpPr>
        <p:spPr>
          <a:xfrm xmlns:a="http://schemas.openxmlformats.org/drawingml/2006/main">
            <a:off x="3226594"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52845578-A035-4547-98ED-068B2137DB66}"/>
              </a:ext>
            </a:extLst>
          </p:cNvPr>
          <p:cNvSpPr>
            <a:spLocks xmlns:a="http://schemas.openxmlformats.org/drawingml/2006/main" noGrp="1"/>
          </p:cNvSpPr>
          <p:nvPr/>
        </p:nvSpPr>
        <p:spPr>
          <a:xfrm xmlns:a="http://schemas.openxmlformats.org/drawingml/2006/main">
            <a:off x="4364831"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C27E6627-CE53-486A-93F7-DF0ACF594E65}"/>
              </a:ext>
            </a:extLst>
          </p:cNvPr>
          <p:cNvSpPr>
            <a:spLocks xmlns:a="http://schemas.openxmlformats.org/drawingml/2006/main" noGrp="1"/>
          </p:cNvSpPr>
          <p:nvPr/>
        </p:nvSpPr>
        <p:spPr>
          <a:xfrm xmlns:a="http://schemas.openxmlformats.org/drawingml/2006/main">
            <a:off x="5218509"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shape">
            <a:extLst xmlns:a="http://schemas.openxmlformats.org/drawingml/2006/main">
              <a:ext uri="{FF2B5EF4-FFF2-40B4-BE49-F238E27FC236}">
                <a16:creationId xmlns:a16="http://schemas.microsoft.com/office/drawing/2014/main" id="{F843A85A-3195-42C8-AF03-6F258B70FE36}"/>
              </a:ext>
            </a:extLst>
          </p:cNvPr>
          <p:cNvSpPr>
            <a:spLocks xmlns:a="http://schemas.openxmlformats.org/drawingml/2006/main" noGrp="1"/>
          </p:cNvSpPr>
          <p:nvPr/>
        </p:nvSpPr>
        <p:spPr>
          <a:xfrm xmlns:a="http://schemas.openxmlformats.org/drawingml/2006/main">
            <a:off x="6356747" y="1381125"/>
            <a:ext cx="540544"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1" name="shape">
            <a:extLst xmlns:a="http://schemas.openxmlformats.org/drawingml/2006/main">
              <a:ext uri="{FF2B5EF4-FFF2-40B4-BE49-F238E27FC236}">
                <a16:creationId xmlns:a16="http://schemas.microsoft.com/office/drawing/2014/main" id="{12959E23-E6C6-4682-AC05-2E12AB65D5F1}"/>
              </a:ext>
            </a:extLst>
          </p:cNvPr>
          <p:cNvSpPr>
            <a:spLocks xmlns:a="http://schemas.openxmlformats.org/drawingml/2006/main" noGrp="1"/>
          </p:cNvSpPr>
          <p:nvPr/>
        </p:nvSpPr>
        <p:spPr>
          <a:xfrm xmlns:a="http://schemas.openxmlformats.org/drawingml/2006/main">
            <a:off x="6925866" y="1381125"/>
            <a:ext cx="540544"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2" name="shape">
            <a:extLst xmlns:a="http://schemas.openxmlformats.org/drawingml/2006/main">
              <a:ext uri="{FF2B5EF4-FFF2-40B4-BE49-F238E27FC236}">
                <a16:creationId xmlns:a16="http://schemas.microsoft.com/office/drawing/2014/main" id="{CC85A653-5C83-428A-9B61-A96AEB7AFBAC}"/>
              </a:ext>
            </a:extLst>
          </p:cNvPr>
          <p:cNvSpPr>
            <a:spLocks xmlns:a="http://schemas.openxmlformats.org/drawingml/2006/main" noGrp="1"/>
          </p:cNvSpPr>
          <p:nvPr/>
        </p:nvSpPr>
        <p:spPr>
          <a:xfrm xmlns:a="http://schemas.openxmlformats.org/drawingml/2006/main">
            <a:off x="7494984"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3" name="shape">
            <a:extLst xmlns:a="http://schemas.openxmlformats.org/drawingml/2006/main">
              <a:ext uri="{FF2B5EF4-FFF2-40B4-BE49-F238E27FC236}">
                <a16:creationId xmlns:a16="http://schemas.microsoft.com/office/drawing/2014/main" id="{C69070A3-9D03-41B4-9843-D5140EC1B008}"/>
              </a:ext>
            </a:extLst>
          </p:cNvPr>
          <p:cNvSpPr>
            <a:spLocks xmlns:a="http://schemas.openxmlformats.org/drawingml/2006/main" noGrp="1"/>
          </p:cNvSpPr>
          <p:nvPr/>
        </p:nvSpPr>
        <p:spPr>
          <a:xfrm xmlns:a="http://schemas.openxmlformats.org/drawingml/2006/main">
            <a:off x="9771459"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4" name="shape">
            <a:extLst xmlns:a="http://schemas.openxmlformats.org/drawingml/2006/main">
              <a:ext uri="{FF2B5EF4-FFF2-40B4-BE49-F238E27FC236}">
                <a16:creationId xmlns:a16="http://schemas.microsoft.com/office/drawing/2014/main" id="{98C73016-E2B7-4592-941D-4046F4A06576}"/>
              </a:ext>
            </a:extLst>
          </p:cNvPr>
          <p:cNvSpPr>
            <a:spLocks xmlns:a="http://schemas.openxmlformats.org/drawingml/2006/main" noGrp="1"/>
          </p:cNvSpPr>
          <p:nvPr/>
        </p:nvSpPr>
        <p:spPr>
          <a:xfrm xmlns:a="http://schemas.openxmlformats.org/drawingml/2006/main">
            <a:off x="10625138"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5" name="objective-footer">
            <a:extLst xmlns:a="http://schemas.openxmlformats.org/drawingml/2006/main">
              <a:ext uri="{FF2B5EF4-FFF2-40B4-BE49-F238E27FC236}">
                <a16:creationId xmlns:a16="http://schemas.microsoft.com/office/drawing/2014/main" id="{1528597E-9B3A-4E7F-BCE7-72E986D5C128}"/>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vl1pPr algn="l">
              <a:defRPr sz="1425" b="0">
                <a:solidFill>
                  <a:srgbClr val="46586A"/>
                </a:solidFill>
                <a:latin typeface="Liberation Sans"/>
                <a:ea typeface="Liberation Sans"/>
                <a:cs typeface="Liberation Sans"/>
              </a:defRPr>
            </a:lvl1pPr>
            <a:lvl2pPr algn="l">
              <a:defRPr sz="1425" b="0">
                <a:solidFill>
                  <a:srgbClr val="46586A"/>
                </a:solidFill>
                <a:latin typeface="Liberation Sans"/>
                <a:ea typeface="Liberation Sans"/>
                <a:cs typeface="Liberation Sans"/>
              </a:defRPr>
            </a:lvl2pPr>
            <a:lvl3pPr algn="l">
              <a:defRPr sz="1425" b="0">
                <a:solidFill>
                  <a:srgbClr val="46586A"/>
                </a:solidFill>
                <a:latin typeface="Liberation Sans"/>
                <a:ea typeface="Liberation Sans"/>
                <a:cs typeface="Liberation Sans"/>
              </a:defRPr>
            </a:lvl3pPr>
            <a:lvl4pPr algn="l">
              <a:defRPr sz="1425" b="0">
                <a:solidFill>
                  <a:srgbClr val="46586A"/>
                </a:solidFill>
                <a:latin typeface="Liberation Sans"/>
                <a:ea typeface="Liberation Sans"/>
                <a:cs typeface="Liberation Sans"/>
              </a:defRPr>
            </a:lvl4pPr>
            <a:lvl5pPr algn="l">
              <a:defRPr sz="1425" b="0">
                <a:solidFill>
                  <a:srgbClr val="46586A"/>
                </a:solidFill>
                <a:latin typeface="Liberation Sans"/>
                <a:ea typeface="Liberation Sans"/>
                <a:cs typeface="Liberation Sans"/>
              </a:defRPr>
            </a:lvl5pPr>
            <a:lvl6pPr algn="l">
              <a:defRPr sz="1425" b="0">
                <a:solidFill>
                  <a:srgbClr val="46586A"/>
                </a:solidFill>
                <a:latin typeface="Liberation Sans"/>
                <a:ea typeface="Liberation Sans"/>
                <a:cs typeface="Liberation Sans"/>
              </a:defRPr>
            </a:lvl6pPr>
            <a:lvl7pPr algn="l">
              <a:defRPr sz="1425" b="0">
                <a:solidFill>
                  <a:srgbClr val="46586A"/>
                </a:solidFill>
                <a:latin typeface="Liberation Sans"/>
                <a:ea typeface="Liberation Sans"/>
                <a:cs typeface="Liberation Sans"/>
              </a:defRPr>
            </a:lvl7pPr>
            <a:lvl8pPr algn="l">
              <a:defRPr sz="1425" b="0">
                <a:solidFill>
                  <a:srgbClr val="46586A"/>
                </a:solidFill>
                <a:latin typeface="Liberation Sans"/>
                <a:ea typeface="Liberation Sans"/>
                <a:cs typeface="Liberation Sans"/>
              </a:defRPr>
            </a:lvl8pPr>
            <a:lvl9pPr algn="l">
              <a:defRPr sz="1425" b="0">
                <a:solidFill>
                  <a:srgbClr val="46586A"/>
                </a:solidFill>
                <a:latin typeface="Liberation Sans"/>
                <a:ea typeface="Liberation Sans"/>
                <a:cs typeface="Liberation Sans"/>
              </a:defRPr>
            </a:lvl9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I can explain that animals get food by eating, and plants can make their own food.</a:t>
            </a:r>
          </a:p>
        </p:txBody>
      </p:sp>
      <p:sp>
        <p:nvSpPr>
          <p:cNvPr id="16" name="blank-version-footer">
            <a:extLst xmlns:a="http://schemas.openxmlformats.org/drawingml/2006/main">
              <a:ext uri="{FF2B5EF4-FFF2-40B4-BE49-F238E27FC236}">
                <a16:creationId xmlns:a16="http://schemas.microsoft.com/office/drawing/2014/main" id="{B9E9EB04-EFC0-47B6-878F-FFBFC98322B9}"/>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vl1pPr algn="l">
              <a:defRPr sz="1425" b="0">
                <a:solidFill>
                  <a:srgbClr val="46586A"/>
                </a:solidFill>
                <a:latin typeface="Liberation Sans"/>
                <a:ea typeface="Liberation Sans"/>
                <a:cs typeface="Liberation Sans"/>
              </a:defRPr>
            </a:lvl1pPr>
            <a:lvl2pPr algn="l">
              <a:defRPr sz="1425" b="0">
                <a:solidFill>
                  <a:srgbClr val="46586A"/>
                </a:solidFill>
                <a:latin typeface="Liberation Sans"/>
                <a:ea typeface="Liberation Sans"/>
                <a:cs typeface="Liberation Sans"/>
              </a:defRPr>
            </a:lvl2pPr>
            <a:lvl3pPr algn="l">
              <a:defRPr sz="1425" b="0">
                <a:solidFill>
                  <a:srgbClr val="46586A"/>
                </a:solidFill>
                <a:latin typeface="Liberation Sans"/>
                <a:ea typeface="Liberation Sans"/>
                <a:cs typeface="Liberation Sans"/>
              </a:defRPr>
            </a:lvl3pPr>
            <a:lvl4pPr algn="l">
              <a:defRPr sz="1425" b="0">
                <a:solidFill>
                  <a:srgbClr val="46586A"/>
                </a:solidFill>
                <a:latin typeface="Liberation Sans"/>
                <a:ea typeface="Liberation Sans"/>
                <a:cs typeface="Liberation Sans"/>
              </a:defRPr>
            </a:lvl4pPr>
            <a:lvl5pPr algn="l">
              <a:defRPr sz="1425" b="0">
                <a:solidFill>
                  <a:srgbClr val="46586A"/>
                </a:solidFill>
                <a:latin typeface="Liberation Sans"/>
                <a:ea typeface="Liberation Sans"/>
                <a:cs typeface="Liberation Sans"/>
              </a:defRPr>
            </a:lvl5pPr>
            <a:lvl6pPr algn="l">
              <a:defRPr sz="1425" b="0">
                <a:solidFill>
                  <a:srgbClr val="46586A"/>
                </a:solidFill>
                <a:latin typeface="Liberation Sans"/>
                <a:ea typeface="Liberation Sans"/>
                <a:cs typeface="Liberation Sans"/>
              </a:defRPr>
            </a:lvl6pPr>
            <a:lvl7pPr algn="l">
              <a:defRPr sz="1425" b="0">
                <a:solidFill>
                  <a:srgbClr val="46586A"/>
                </a:solidFill>
                <a:latin typeface="Liberation Sans"/>
                <a:ea typeface="Liberation Sans"/>
                <a:cs typeface="Liberation Sans"/>
              </a:defRPr>
            </a:lvl7pPr>
            <a:lvl8pPr algn="l">
              <a:defRPr sz="1425" b="0">
                <a:solidFill>
                  <a:srgbClr val="46586A"/>
                </a:solidFill>
                <a:latin typeface="Liberation Sans"/>
                <a:ea typeface="Liberation Sans"/>
                <a:cs typeface="Liberation Sans"/>
              </a:defRPr>
            </a:lvl8pPr>
            <a:lvl9pPr algn="l">
              <a:defRPr sz="1425" b="0">
                <a:solidFill>
                  <a:srgbClr val="46586A"/>
                </a:solidFill>
                <a:latin typeface="Liberation Sans"/>
                <a:ea typeface="Liberation Sans"/>
                <a:cs typeface="Liberation Sans"/>
              </a:defRPr>
            </a:lvl9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SCI-BUILD-A1-W08-P1 · Version: ______ · Source page SHA-256: ______</a:t>
            </a:r>
          </a:p>
        </p:txBody>
      </p:sp>
      <p:sp>
        <p:nvSpPr>
          <p:cNvPr id="17" name="slide-progress">
            <a:extLst xmlns:a="http://schemas.openxmlformats.org/drawingml/2006/main">
              <a:ext uri="{FF2B5EF4-FFF2-40B4-BE49-F238E27FC236}">
                <a16:creationId xmlns:a16="http://schemas.microsoft.com/office/drawing/2014/main" id="{702268DD-1B0C-4D01-A500-41CE03F57ADA}"/>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vl1pPr algn="r">
              <a:defRPr sz="1425" b="0">
                <a:solidFill>
                  <a:srgbClr val="46586A"/>
                </a:solidFill>
                <a:latin typeface="Liberation Sans"/>
                <a:ea typeface="Liberation Sans"/>
                <a:cs typeface="Liberation Sans"/>
              </a:defRPr>
            </a:lvl1pPr>
            <a:lvl2pPr algn="r">
              <a:defRPr sz="1425" b="0">
                <a:solidFill>
                  <a:srgbClr val="46586A"/>
                </a:solidFill>
                <a:latin typeface="Liberation Sans"/>
                <a:ea typeface="Liberation Sans"/>
                <a:cs typeface="Liberation Sans"/>
              </a:defRPr>
            </a:lvl2pPr>
            <a:lvl3pPr algn="r">
              <a:defRPr sz="1425" b="0">
                <a:solidFill>
                  <a:srgbClr val="46586A"/>
                </a:solidFill>
                <a:latin typeface="Liberation Sans"/>
                <a:ea typeface="Liberation Sans"/>
                <a:cs typeface="Liberation Sans"/>
              </a:defRPr>
            </a:lvl3pPr>
            <a:lvl4pPr algn="r">
              <a:defRPr sz="1425" b="0">
                <a:solidFill>
                  <a:srgbClr val="46586A"/>
                </a:solidFill>
                <a:latin typeface="Liberation Sans"/>
                <a:ea typeface="Liberation Sans"/>
                <a:cs typeface="Liberation Sans"/>
              </a:defRPr>
            </a:lvl4pPr>
            <a:lvl5pPr algn="r">
              <a:defRPr sz="1425" b="0">
                <a:solidFill>
                  <a:srgbClr val="46586A"/>
                </a:solidFill>
                <a:latin typeface="Liberation Sans"/>
                <a:ea typeface="Liberation Sans"/>
                <a:cs typeface="Liberation Sans"/>
              </a:defRPr>
            </a:lvl5pPr>
            <a:lvl6pPr algn="r">
              <a:defRPr sz="1425" b="0">
                <a:solidFill>
                  <a:srgbClr val="46586A"/>
                </a:solidFill>
                <a:latin typeface="Liberation Sans"/>
                <a:ea typeface="Liberation Sans"/>
                <a:cs typeface="Liberation Sans"/>
              </a:defRPr>
            </a:lvl6pPr>
            <a:lvl7pPr algn="r">
              <a:defRPr sz="1425" b="0">
                <a:solidFill>
                  <a:srgbClr val="46586A"/>
                </a:solidFill>
                <a:latin typeface="Liberation Sans"/>
                <a:ea typeface="Liberation Sans"/>
                <a:cs typeface="Liberation Sans"/>
              </a:defRPr>
            </a:lvl7pPr>
            <a:lvl8pPr algn="r">
              <a:defRPr sz="1425" b="0">
                <a:solidFill>
                  <a:srgbClr val="46586A"/>
                </a:solidFill>
                <a:latin typeface="Liberation Sans"/>
                <a:ea typeface="Liberation Sans"/>
                <a:cs typeface="Liberation Sans"/>
              </a:defRPr>
            </a:lvl8pPr>
            <a:lvl9pPr algn="r">
              <a:defRPr sz="1425" b="0">
                <a:solidFill>
                  <a:srgbClr val="46586A"/>
                </a:solidFill>
                <a:latin typeface="Liberation Sans"/>
                <a:ea typeface="Liberation Sans"/>
                <a:cs typeface="Liberation Sans"/>
              </a:defRPr>
            </a:lvl9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 / 29</a:t>
            </a:r>
          </a:p>
        </p:txBody>
      </p:sp>
      <p:sp>
        <p:nvSpPr>
          <p:cNvPr id="18" name="licence-footer">
            <a:extLst xmlns:a="http://schemas.openxmlformats.org/drawingml/2006/main">
              <a:ext uri="{FF2B5EF4-FFF2-40B4-BE49-F238E27FC236}">
                <a16:creationId xmlns:a16="http://schemas.microsoft.com/office/drawing/2014/main" id="{66AC39D3-94F1-432C-85A0-27C2C401F5B2}"/>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vl1pPr algn="l">
              <a:defRPr sz="1425" b="0">
                <a:solidFill>
                  <a:srgbClr val="46586A"/>
                </a:solidFill>
                <a:latin typeface="Liberation Sans"/>
                <a:ea typeface="Liberation Sans"/>
                <a:cs typeface="Liberation Sans"/>
              </a:defRPr>
            </a:lvl1pPr>
            <a:lvl2pPr algn="l">
              <a:defRPr sz="1425" b="0">
                <a:solidFill>
                  <a:srgbClr val="46586A"/>
                </a:solidFill>
                <a:latin typeface="Liberation Sans"/>
                <a:ea typeface="Liberation Sans"/>
                <a:cs typeface="Liberation Sans"/>
              </a:defRPr>
            </a:lvl2pPr>
            <a:lvl3pPr algn="l">
              <a:defRPr sz="1425" b="0">
                <a:solidFill>
                  <a:srgbClr val="46586A"/>
                </a:solidFill>
                <a:latin typeface="Liberation Sans"/>
                <a:ea typeface="Liberation Sans"/>
                <a:cs typeface="Liberation Sans"/>
              </a:defRPr>
            </a:lvl3pPr>
            <a:lvl4pPr algn="l">
              <a:defRPr sz="1425" b="0">
                <a:solidFill>
                  <a:srgbClr val="46586A"/>
                </a:solidFill>
                <a:latin typeface="Liberation Sans"/>
                <a:ea typeface="Liberation Sans"/>
                <a:cs typeface="Liberation Sans"/>
              </a:defRPr>
            </a:lvl4pPr>
            <a:lvl5pPr algn="l">
              <a:defRPr sz="1425" b="0">
                <a:solidFill>
                  <a:srgbClr val="46586A"/>
                </a:solidFill>
                <a:latin typeface="Liberation Sans"/>
                <a:ea typeface="Liberation Sans"/>
                <a:cs typeface="Liberation Sans"/>
              </a:defRPr>
            </a:lvl5pPr>
            <a:lvl6pPr algn="l">
              <a:defRPr sz="1425" b="0">
                <a:solidFill>
                  <a:srgbClr val="46586A"/>
                </a:solidFill>
                <a:latin typeface="Liberation Sans"/>
                <a:ea typeface="Liberation Sans"/>
                <a:cs typeface="Liberation Sans"/>
              </a:defRPr>
            </a:lvl6pPr>
            <a:lvl7pPr algn="l">
              <a:defRPr sz="1425" b="0">
                <a:solidFill>
                  <a:srgbClr val="46586A"/>
                </a:solidFill>
                <a:latin typeface="Liberation Sans"/>
                <a:ea typeface="Liberation Sans"/>
                <a:cs typeface="Liberation Sans"/>
              </a:defRPr>
            </a:lvl7pPr>
            <a:lvl8pPr algn="l">
              <a:defRPr sz="1425" b="0">
                <a:solidFill>
                  <a:srgbClr val="46586A"/>
                </a:solidFill>
                <a:latin typeface="Liberation Sans"/>
                <a:ea typeface="Liberation Sans"/>
                <a:cs typeface="Liberation Sans"/>
              </a:defRPr>
            </a:lvl8pPr>
            <a:lvl9pPr algn="l">
              <a:defRPr sz="1425" b="0">
                <a:solidFill>
                  <a:srgbClr val="46586A"/>
                </a:solidFill>
                <a:latin typeface="Liberation Sans"/>
                <a:ea typeface="Liberation Sans"/>
                <a:cs typeface="Liberation Sans"/>
              </a:defRPr>
            </a:lvl9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9" name="">
            <a:extLst xmlns:a="http://schemas.openxmlformats.org/drawingml/2006/main">
              <a:ext uri="{FF2B5EF4-FFF2-40B4-BE49-F238E27FC236}">
                <a16:creationId xmlns:a16="http://schemas.microsoft.com/office/drawing/2014/main" id="{56A6C3B8-49FE-4285-BCCA-7294D9C3D88B}"/>
              </a:ext>
            </a:extLst>
          </p:cNvPr>
          <p:cNvPicPr>
            <a:picLocks xmlns:a="http://schemas.openxmlformats.org/drawingml/2006/main" noChangeAspect="1"/>
          </p:cNvPicPr>
          <p:nvPr/>
        </p:nvPicPr>
        <p:blipFill>
          <a:blip xmlns:r="http://schemas.openxmlformats.org/officeDocument/2006/relationships" xmlns:a="http://schemas.openxmlformats.org/drawingml/2006/main" r:embed="Rd15b6c71fc1e4a79"/>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20" name="pupil-text">
            <a:extLst xmlns:a="http://schemas.openxmlformats.org/drawingml/2006/main">
              <a:ext uri="{FF2B5EF4-FFF2-40B4-BE49-F238E27FC236}">
                <a16:creationId xmlns:a16="http://schemas.microsoft.com/office/drawing/2014/main" id="{75A9054B-DDBC-4EFA-83A2-DEFE75FE3D17}"/>
              </a:ext>
            </a:extLst>
          </p:cNvPr>
          <p:cNvSpPr>
            <a:spLocks xmlns:a="http://schemas.openxmlformats.org/drawingml/2006/main" noGrp="1"/>
          </p:cNvSpPr>
          <p:nvPr/>
        </p:nvSpPr>
        <p:spPr>
          <a:xfrm xmlns:a="http://schemas.openxmlformats.org/drawingml/2006/main">
            <a:off x="457200" y="1657350"/>
            <a:ext cx="11277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vl1pPr algn="l">
              <a:defRPr sz="1950" b="1">
                <a:solidFill>
                  <a:srgbClr val="355E7B"/>
                </a:solidFill>
                <a:latin typeface="Liberation Sans"/>
                <a:ea typeface="Liberation Sans"/>
                <a:cs typeface="Liberation Sans"/>
              </a:defRPr>
            </a:lvl1pPr>
            <a:lvl2pPr algn="l">
              <a:defRPr sz="1950" b="1">
                <a:solidFill>
                  <a:srgbClr val="355E7B"/>
                </a:solidFill>
                <a:latin typeface="Liberation Sans"/>
                <a:ea typeface="Liberation Sans"/>
                <a:cs typeface="Liberation Sans"/>
              </a:defRPr>
            </a:lvl2pPr>
            <a:lvl3pPr algn="l">
              <a:defRPr sz="1950" b="1">
                <a:solidFill>
                  <a:srgbClr val="355E7B"/>
                </a:solidFill>
                <a:latin typeface="Liberation Sans"/>
                <a:ea typeface="Liberation Sans"/>
                <a:cs typeface="Liberation Sans"/>
              </a:defRPr>
            </a:lvl3pPr>
            <a:lvl4pPr algn="l">
              <a:defRPr sz="1950" b="1">
                <a:solidFill>
                  <a:srgbClr val="355E7B"/>
                </a:solidFill>
                <a:latin typeface="Liberation Sans"/>
                <a:ea typeface="Liberation Sans"/>
                <a:cs typeface="Liberation Sans"/>
              </a:defRPr>
            </a:lvl4pPr>
            <a:lvl5pPr algn="l">
              <a:defRPr sz="1950" b="1">
                <a:solidFill>
                  <a:srgbClr val="355E7B"/>
                </a:solidFill>
                <a:latin typeface="Liberation Sans"/>
                <a:ea typeface="Liberation Sans"/>
                <a:cs typeface="Liberation Sans"/>
              </a:defRPr>
            </a:lvl5pPr>
            <a:lvl6pPr algn="l">
              <a:defRPr sz="1950" b="1">
                <a:solidFill>
                  <a:srgbClr val="355E7B"/>
                </a:solidFill>
                <a:latin typeface="Liberation Sans"/>
                <a:ea typeface="Liberation Sans"/>
                <a:cs typeface="Liberation Sans"/>
              </a:defRPr>
            </a:lvl6pPr>
            <a:lvl7pPr algn="l">
              <a:defRPr sz="1950" b="1">
                <a:solidFill>
                  <a:srgbClr val="355E7B"/>
                </a:solidFill>
                <a:latin typeface="Liberation Sans"/>
                <a:ea typeface="Liberation Sans"/>
                <a:cs typeface="Liberation Sans"/>
              </a:defRPr>
            </a:lvl7pPr>
            <a:lvl8pPr algn="l">
              <a:defRPr sz="1950" b="1">
                <a:solidFill>
                  <a:srgbClr val="355E7B"/>
                </a:solidFill>
                <a:latin typeface="Liberation Sans"/>
                <a:ea typeface="Liberation Sans"/>
                <a:cs typeface="Liberation Sans"/>
              </a:defRPr>
            </a:lvl8pPr>
            <a:lvl9pPr algn="l">
              <a:defRPr sz="1950" b="1">
                <a:solidFill>
                  <a:srgbClr val="355E7B"/>
                </a:solidFill>
                <a:latin typeface="Liberation Sans"/>
                <a:ea typeface="Liberation Sans"/>
                <a:cs typeface="Liberation Sans"/>
              </a:defRPr>
            </a:lvl9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Learning goal</a:t>
            </a:r>
          </a:p>
        </p:txBody>
      </p:sp>
      <p:sp>
        <p:nvSpPr>
          <p:cNvPr id="21" name="pupil-text">
            <a:extLst xmlns:a="http://schemas.openxmlformats.org/drawingml/2006/main">
              <a:ext uri="{FF2B5EF4-FFF2-40B4-BE49-F238E27FC236}">
                <a16:creationId xmlns:a16="http://schemas.microsoft.com/office/drawing/2014/main" id="{0B68E299-9323-4A2F-8CAA-3576C5818505}"/>
              </a:ext>
            </a:extLst>
          </p:cNvPr>
          <p:cNvSpPr>
            <a:spLocks xmlns:a="http://schemas.openxmlformats.org/drawingml/2006/main" noGrp="1"/>
          </p:cNvSpPr>
          <p:nvPr/>
        </p:nvSpPr>
        <p:spPr>
          <a:xfrm xmlns:a="http://schemas.openxmlformats.org/drawingml/2006/main">
            <a:off x="457200" y="1981200"/>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can explain that animals get food by eating, and plants can make their own food.</a:t>
            </a:r>
          </a:p>
        </p:txBody>
      </p:sp>
      <p:sp>
        <p:nvSpPr>
          <p:cNvPr id="22" name="shape">
            <a:extLst xmlns:a="http://schemas.openxmlformats.org/drawingml/2006/main">
              <a:ext uri="{FF2B5EF4-FFF2-40B4-BE49-F238E27FC236}">
                <a16:creationId xmlns:a16="http://schemas.microsoft.com/office/drawing/2014/main" id="{59B13823-1938-49F5-BE93-B3BDEB4FF967}"/>
              </a:ext>
            </a:extLst>
          </p:cNvPr>
          <p:cNvSpPr>
            <a:spLocks xmlns:a="http://schemas.openxmlformats.org/drawingml/2006/main" noGrp="1"/>
          </p:cNvSpPr>
          <p:nvPr/>
        </p:nvSpPr>
        <p:spPr>
          <a:xfrm xmlns:a="http://schemas.openxmlformats.org/drawingml/2006/main">
            <a:off x="409575" y="2266950"/>
            <a:ext cx="11372850" cy="314325"/>
          </a:xfrm>
          <a:prstGeom xmlns:a="http://schemas.openxmlformats.org/drawingml/2006/main" prst="rect">
            <a:avLst/>
          </a:prstGeom>
          <a:solidFill xmlns:a="http://schemas.openxmlformats.org/drawingml/2006/main">
            <a:srgbClr val="FFE4C8"/>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B0FB3D4B-4E5C-4E5F-B6E0-8278AE180FBC}"/>
              </a:ext>
            </a:extLst>
          </p:cNvPr>
          <p:cNvSpPr>
            <a:spLocks xmlns:a="http://schemas.openxmlformats.org/drawingml/2006/main" noGrp="1"/>
          </p:cNvSpPr>
          <p:nvPr/>
        </p:nvSpPr>
        <p:spPr>
          <a:xfrm xmlns:a="http://schemas.openxmlformats.org/drawingml/2006/main">
            <a:off x="457200" y="2276475"/>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can say that plants make their own food.</a:t>
            </a:r>
          </a:p>
        </p:txBody>
      </p:sp>
      <p:sp>
        <p:nvSpPr>
          <p:cNvPr id="24" name="shape">
            <a:extLst xmlns:a="http://schemas.openxmlformats.org/drawingml/2006/main">
              <a:ext uri="{FF2B5EF4-FFF2-40B4-BE49-F238E27FC236}">
                <a16:creationId xmlns:a16="http://schemas.microsoft.com/office/drawing/2014/main" id="{3A3C8E85-1874-4DB7-BC46-F33263F5051A}"/>
              </a:ext>
            </a:extLst>
          </p:cNvPr>
          <p:cNvSpPr>
            <a:spLocks xmlns:a="http://schemas.openxmlformats.org/drawingml/2006/main" noGrp="1"/>
          </p:cNvSpPr>
          <p:nvPr/>
        </p:nvSpPr>
        <p:spPr>
          <a:xfrm xmlns:a="http://schemas.openxmlformats.org/drawingml/2006/main">
            <a:off x="409575" y="2562225"/>
            <a:ext cx="11372850" cy="314325"/>
          </a:xfrm>
          <a:prstGeom xmlns:a="http://schemas.openxmlformats.org/drawingml/2006/main" prst="rect">
            <a:avLst/>
          </a:prstGeom>
          <a:solidFill xmlns:a="http://schemas.openxmlformats.org/drawingml/2006/main">
            <a:srgbClr val="FFE4C8"/>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EC1059CD-F785-4FA6-B213-A16A41B24771}"/>
              </a:ext>
            </a:extLst>
          </p:cNvPr>
          <p:cNvSpPr>
            <a:spLocks xmlns:a="http://schemas.openxmlformats.org/drawingml/2006/main" noGrp="1"/>
          </p:cNvSpPr>
          <p:nvPr/>
        </p:nvSpPr>
        <p:spPr>
          <a:xfrm xmlns:a="http://schemas.openxmlformats.org/drawingml/2006/main">
            <a:off x="457200" y="2571750"/>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can say that animals must eat to get theirs.</a:t>
            </a:r>
          </a:p>
        </p:txBody>
      </p:sp>
      <p:sp>
        <p:nvSpPr>
          <p:cNvPr id="26" name="shape">
            <a:extLst xmlns:a="http://schemas.openxmlformats.org/drawingml/2006/main">
              <a:ext uri="{FF2B5EF4-FFF2-40B4-BE49-F238E27FC236}">
                <a16:creationId xmlns:a16="http://schemas.microsoft.com/office/drawing/2014/main" id="{CECC0590-97B6-4409-906B-8A2E24DED255}"/>
              </a:ext>
            </a:extLst>
          </p:cNvPr>
          <p:cNvSpPr>
            <a:spLocks xmlns:a="http://schemas.openxmlformats.org/drawingml/2006/main" noGrp="1"/>
          </p:cNvSpPr>
          <p:nvPr/>
        </p:nvSpPr>
        <p:spPr>
          <a:xfrm xmlns:a="http://schemas.openxmlformats.org/drawingml/2006/main">
            <a:off x="409575" y="2857500"/>
            <a:ext cx="11372850" cy="314325"/>
          </a:xfrm>
          <a:prstGeom xmlns:a="http://schemas.openxmlformats.org/drawingml/2006/main" prst="rect">
            <a:avLst/>
          </a:prstGeom>
          <a:solidFill xmlns:a="http://schemas.openxmlformats.org/drawingml/2006/main">
            <a:srgbClr val="FFE4C8"/>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DEA41A4B-7283-4858-8248-27B944F21447}"/>
              </a:ext>
            </a:extLst>
          </p:cNvPr>
          <p:cNvSpPr>
            <a:spLocks xmlns:a="http://schemas.openxmlformats.org/drawingml/2006/main" noGrp="1"/>
          </p:cNvSpPr>
          <p:nvPr/>
        </p:nvSpPr>
        <p:spPr>
          <a:xfrm xmlns:a="http://schemas.openxmlformats.org/drawingml/2006/main">
            <a:off x="457200" y="2867025"/>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can put a simple food chain in the right order.</a:t>
            </a:r>
          </a:p>
        </p:txBody>
      </p:sp>
      <p:sp>
        <p:nvSpPr>
          <p:cNvPr id="28" name="pupil-text">
            <a:extLst xmlns:a="http://schemas.openxmlformats.org/drawingml/2006/main">
              <a:ext uri="{FF2B5EF4-FFF2-40B4-BE49-F238E27FC236}">
                <a16:creationId xmlns:a16="http://schemas.microsoft.com/office/drawing/2014/main" id="{8DEC4288-573C-4727-9B6E-A83C36A69CEC}"/>
              </a:ext>
            </a:extLst>
          </p:cNvPr>
          <p:cNvSpPr>
            <a:spLocks xmlns:a="http://schemas.openxmlformats.org/drawingml/2006/main" noGrp="1"/>
          </p:cNvSpPr>
          <p:nvPr/>
        </p:nvSpPr>
        <p:spPr>
          <a:xfrm xmlns:a="http://schemas.openxmlformats.org/drawingml/2006/main">
            <a:off x="457200" y="3162300"/>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40 minutes · point, speak, draw, type or write. Take a pause when needed.</a:t>
            </a:r>
          </a:p>
        </p:txBody>
      </p:sp>
    </p:spTree>
    <p:extLst>
      <p:ext uri="{BB962C8B-B14F-4D97-AF65-F5344CB8AC3E}">
        <p14:creationId xmlns:p14="http://schemas.microsoft.com/office/powerpoint/2010/main" val="133000096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lesson-header">
            <a:extLst xmlns:a="http://schemas.openxmlformats.org/drawingml/2006/main">
              <a:ext uri="{FF2B5EF4-FFF2-40B4-BE49-F238E27FC236}">
                <a16:creationId xmlns:a16="http://schemas.microsoft.com/office/drawing/2014/main" id="{1615C9F5-49E5-41C0-8BDA-6C93420B5E6F}"/>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vl1pPr algn="l">
              <a:defRPr sz="1425" b="1">
                <a:solidFill>
                  <a:srgbClr val="355E7B"/>
                </a:solidFill>
                <a:latin typeface="Liberation Sans"/>
                <a:ea typeface="Liberation Sans"/>
                <a:cs typeface="Liberation Sans"/>
              </a:defRPr>
            </a:lvl1pPr>
            <a:lvl2pPr algn="l">
              <a:defRPr sz="1425" b="1">
                <a:solidFill>
                  <a:srgbClr val="355E7B"/>
                </a:solidFill>
                <a:latin typeface="Liberation Sans"/>
                <a:ea typeface="Liberation Sans"/>
                <a:cs typeface="Liberation Sans"/>
              </a:defRPr>
            </a:lvl2pPr>
            <a:lvl3pPr algn="l">
              <a:defRPr sz="1425" b="1">
                <a:solidFill>
                  <a:srgbClr val="355E7B"/>
                </a:solidFill>
                <a:latin typeface="Liberation Sans"/>
                <a:ea typeface="Liberation Sans"/>
                <a:cs typeface="Liberation Sans"/>
              </a:defRPr>
            </a:lvl3pPr>
            <a:lvl4pPr algn="l">
              <a:defRPr sz="1425" b="1">
                <a:solidFill>
                  <a:srgbClr val="355E7B"/>
                </a:solidFill>
                <a:latin typeface="Liberation Sans"/>
                <a:ea typeface="Liberation Sans"/>
                <a:cs typeface="Liberation Sans"/>
              </a:defRPr>
            </a:lvl4pPr>
            <a:lvl5pPr algn="l">
              <a:defRPr sz="1425" b="1">
                <a:solidFill>
                  <a:srgbClr val="355E7B"/>
                </a:solidFill>
                <a:latin typeface="Liberation Sans"/>
                <a:ea typeface="Liberation Sans"/>
                <a:cs typeface="Liberation Sans"/>
              </a:defRPr>
            </a:lvl5pPr>
            <a:lvl6pPr algn="l">
              <a:defRPr sz="1425" b="1">
                <a:solidFill>
                  <a:srgbClr val="355E7B"/>
                </a:solidFill>
                <a:latin typeface="Liberation Sans"/>
                <a:ea typeface="Liberation Sans"/>
                <a:cs typeface="Liberation Sans"/>
              </a:defRPr>
            </a:lvl6pPr>
            <a:lvl7pPr algn="l">
              <a:defRPr sz="1425" b="1">
                <a:solidFill>
                  <a:srgbClr val="355E7B"/>
                </a:solidFill>
                <a:latin typeface="Liberation Sans"/>
                <a:ea typeface="Liberation Sans"/>
                <a:cs typeface="Liberation Sans"/>
              </a:defRPr>
            </a:lvl7pPr>
            <a:lvl8pPr algn="l">
              <a:defRPr sz="1425" b="1">
                <a:solidFill>
                  <a:srgbClr val="355E7B"/>
                </a:solidFill>
                <a:latin typeface="Liberation Sans"/>
                <a:ea typeface="Liberation Sans"/>
                <a:cs typeface="Liberation Sans"/>
              </a:defRPr>
            </a:lvl8pPr>
            <a:lvl9pPr algn="l">
              <a:defRPr sz="1425" b="1">
                <a:solidFill>
                  <a:srgbClr val="355E7B"/>
                </a:solidFill>
                <a:latin typeface="Liberation Sans"/>
                <a:ea typeface="Liberation Sans"/>
                <a:cs typeface="Liberation Sans"/>
              </a:defRPr>
            </a:lvl9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SCIENCE · AUTUMN 1 · Week 8</a:t>
            </a:r>
          </a:p>
        </p:txBody>
      </p:sp>
      <p:sp>
        <p:nvSpPr>
          <p:cNvPr id="2" name="stage-clock">
            <a:extLst xmlns:a="http://schemas.openxmlformats.org/drawingml/2006/main">
              <a:ext uri="{FF2B5EF4-FFF2-40B4-BE49-F238E27FC236}">
                <a16:creationId xmlns:a16="http://schemas.microsoft.com/office/drawing/2014/main" id="{F1E6868D-B69E-45EA-AE85-3B87D5D734C3}"/>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vl1pPr algn="r">
              <a:defRPr sz="1425" b="1">
                <a:solidFill>
                  <a:srgbClr val="355E7B"/>
                </a:solidFill>
                <a:latin typeface="Liberation Sans"/>
                <a:ea typeface="Liberation Sans"/>
                <a:cs typeface="Liberation Sans"/>
              </a:defRPr>
            </a:lvl1pPr>
            <a:lvl2pPr algn="r">
              <a:defRPr sz="1425" b="1">
                <a:solidFill>
                  <a:srgbClr val="355E7B"/>
                </a:solidFill>
                <a:latin typeface="Liberation Sans"/>
                <a:ea typeface="Liberation Sans"/>
                <a:cs typeface="Liberation Sans"/>
              </a:defRPr>
            </a:lvl2pPr>
            <a:lvl3pPr algn="r">
              <a:defRPr sz="1425" b="1">
                <a:solidFill>
                  <a:srgbClr val="355E7B"/>
                </a:solidFill>
                <a:latin typeface="Liberation Sans"/>
                <a:ea typeface="Liberation Sans"/>
                <a:cs typeface="Liberation Sans"/>
              </a:defRPr>
            </a:lvl3pPr>
            <a:lvl4pPr algn="r">
              <a:defRPr sz="1425" b="1">
                <a:solidFill>
                  <a:srgbClr val="355E7B"/>
                </a:solidFill>
                <a:latin typeface="Liberation Sans"/>
                <a:ea typeface="Liberation Sans"/>
                <a:cs typeface="Liberation Sans"/>
              </a:defRPr>
            </a:lvl4pPr>
            <a:lvl5pPr algn="r">
              <a:defRPr sz="1425" b="1">
                <a:solidFill>
                  <a:srgbClr val="355E7B"/>
                </a:solidFill>
                <a:latin typeface="Liberation Sans"/>
                <a:ea typeface="Liberation Sans"/>
                <a:cs typeface="Liberation Sans"/>
              </a:defRPr>
            </a:lvl5pPr>
            <a:lvl6pPr algn="r">
              <a:defRPr sz="1425" b="1">
                <a:solidFill>
                  <a:srgbClr val="355E7B"/>
                </a:solidFill>
                <a:latin typeface="Liberation Sans"/>
                <a:ea typeface="Liberation Sans"/>
                <a:cs typeface="Liberation Sans"/>
              </a:defRPr>
            </a:lvl6pPr>
            <a:lvl7pPr algn="r">
              <a:defRPr sz="1425" b="1">
                <a:solidFill>
                  <a:srgbClr val="355E7B"/>
                </a:solidFill>
                <a:latin typeface="Liberation Sans"/>
                <a:ea typeface="Liberation Sans"/>
                <a:cs typeface="Liberation Sans"/>
              </a:defRPr>
            </a:lvl7pPr>
            <a:lvl8pPr algn="r">
              <a:defRPr sz="1425" b="1">
                <a:solidFill>
                  <a:srgbClr val="355E7B"/>
                </a:solidFill>
                <a:latin typeface="Liberation Sans"/>
                <a:ea typeface="Liberation Sans"/>
                <a:cs typeface="Liberation Sans"/>
              </a:defRPr>
            </a:lvl8pPr>
            <a:lvl9pPr algn="r">
              <a:defRPr sz="1425" b="1">
                <a:solidFill>
                  <a:srgbClr val="355E7B"/>
                </a:solidFill>
                <a:latin typeface="Liberation Sans"/>
                <a:ea typeface="Liberation Sans"/>
                <a:cs typeface="Liberation Sans"/>
              </a:defRPr>
            </a:lvl9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3 min · 00 to 03</a:t>
            </a:r>
          </a:p>
        </p:txBody>
      </p:sp>
      <p:sp>
        <p:nvSpPr>
          <p:cNvPr id="3" name="slide-title">
            <a:extLst xmlns:a="http://schemas.openxmlformats.org/drawingml/2006/main">
              <a:ext uri="{FF2B5EF4-FFF2-40B4-BE49-F238E27FC236}">
                <a16:creationId xmlns:a16="http://schemas.microsoft.com/office/drawing/2014/main" id="{A0FE39A7-971B-42B0-A6E5-B25938C800C2}"/>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vl1pPr algn="l">
              <a:defRPr sz="2700" b="1">
                <a:solidFill>
                  <a:srgbClr val="355E7B"/>
                </a:solidFill>
                <a:latin typeface="Liberation Sans"/>
                <a:ea typeface="Liberation Sans"/>
                <a:cs typeface="Liberation Sans"/>
              </a:defRPr>
            </a:lvl1pPr>
            <a:lvl2pPr algn="l">
              <a:defRPr sz="2700" b="1">
                <a:solidFill>
                  <a:srgbClr val="355E7B"/>
                </a:solidFill>
                <a:latin typeface="Liberation Sans"/>
                <a:ea typeface="Liberation Sans"/>
                <a:cs typeface="Liberation Sans"/>
              </a:defRPr>
            </a:lvl2pPr>
            <a:lvl3pPr algn="l">
              <a:defRPr sz="2700" b="1">
                <a:solidFill>
                  <a:srgbClr val="355E7B"/>
                </a:solidFill>
                <a:latin typeface="Liberation Sans"/>
                <a:ea typeface="Liberation Sans"/>
                <a:cs typeface="Liberation Sans"/>
              </a:defRPr>
            </a:lvl3pPr>
            <a:lvl4pPr algn="l">
              <a:defRPr sz="2700" b="1">
                <a:solidFill>
                  <a:srgbClr val="355E7B"/>
                </a:solidFill>
                <a:latin typeface="Liberation Sans"/>
                <a:ea typeface="Liberation Sans"/>
                <a:cs typeface="Liberation Sans"/>
              </a:defRPr>
            </a:lvl4pPr>
            <a:lvl5pPr algn="l">
              <a:defRPr sz="2700" b="1">
                <a:solidFill>
                  <a:srgbClr val="355E7B"/>
                </a:solidFill>
                <a:latin typeface="Liberation Sans"/>
                <a:ea typeface="Liberation Sans"/>
                <a:cs typeface="Liberation Sans"/>
              </a:defRPr>
            </a:lvl5pPr>
            <a:lvl6pPr algn="l">
              <a:defRPr sz="2700" b="1">
                <a:solidFill>
                  <a:srgbClr val="355E7B"/>
                </a:solidFill>
                <a:latin typeface="Liberation Sans"/>
                <a:ea typeface="Liberation Sans"/>
                <a:cs typeface="Liberation Sans"/>
              </a:defRPr>
            </a:lvl6pPr>
            <a:lvl7pPr algn="l">
              <a:defRPr sz="2700" b="1">
                <a:solidFill>
                  <a:srgbClr val="355E7B"/>
                </a:solidFill>
                <a:latin typeface="Liberation Sans"/>
                <a:ea typeface="Liberation Sans"/>
                <a:cs typeface="Liberation Sans"/>
              </a:defRPr>
            </a:lvl7pPr>
            <a:lvl8pPr algn="l">
              <a:defRPr sz="2700" b="1">
                <a:solidFill>
                  <a:srgbClr val="355E7B"/>
                </a:solidFill>
                <a:latin typeface="Liberation Sans"/>
                <a:ea typeface="Liberation Sans"/>
                <a:cs typeface="Liberation Sans"/>
              </a:defRPr>
            </a:lvl8pPr>
            <a:lvl9pPr algn="l">
              <a:defRPr sz="2700" b="1">
                <a:solidFill>
                  <a:srgbClr val="355E7B"/>
                </a:solidFill>
                <a:latin typeface="Liberation Sans"/>
                <a:ea typeface="Liberation Sans"/>
                <a:cs typeface="Liberation Sans"/>
              </a:defRPr>
            </a:lvl9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a:t>
            </a:r>
          </a:p>
        </p:txBody>
      </p:sp>
      <p:sp>
        <p:nvSpPr>
          <p:cNvPr id="4" name="shape">
            <a:extLst xmlns:a="http://schemas.openxmlformats.org/drawingml/2006/main">
              <a:ext uri="{FF2B5EF4-FFF2-40B4-BE49-F238E27FC236}">
                <a16:creationId xmlns:a16="http://schemas.microsoft.com/office/drawing/2014/main" id="{7ACDEC2B-9BCC-4EB2-B652-2EE5808827D2}"/>
              </a:ext>
            </a:extLst>
          </p:cNvPr>
          <p:cNvSpPr>
            <a:spLocks xmlns:a="http://schemas.openxmlformats.org/drawingml/2006/main" noGrp="1"/>
          </p:cNvSpPr>
          <p:nvPr/>
        </p:nvSpPr>
        <p:spPr>
          <a:xfrm xmlns:a="http://schemas.openxmlformats.org/drawingml/2006/main">
            <a:off x="381000"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1A4D13D4-6C79-4CFE-B0CC-595084114005}"/>
              </a:ext>
            </a:extLst>
          </p:cNvPr>
          <p:cNvSpPr>
            <a:spLocks xmlns:a="http://schemas.openxmlformats.org/drawingml/2006/main" noGrp="1"/>
          </p:cNvSpPr>
          <p:nvPr/>
        </p:nvSpPr>
        <p:spPr>
          <a:xfrm xmlns:a="http://schemas.openxmlformats.org/drawingml/2006/main">
            <a:off x="1234678"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C089DF53-FB2D-4944-B115-286C7FA2FCD0}"/>
              </a:ext>
            </a:extLst>
          </p:cNvPr>
          <p:cNvSpPr>
            <a:spLocks xmlns:a="http://schemas.openxmlformats.org/drawingml/2006/main" noGrp="1"/>
          </p:cNvSpPr>
          <p:nvPr/>
        </p:nvSpPr>
        <p:spPr>
          <a:xfrm xmlns:a="http://schemas.openxmlformats.org/drawingml/2006/main">
            <a:off x="2088356"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57C8C995-7F90-48A8-B263-3C0EB9D9DCD5}"/>
              </a:ext>
            </a:extLst>
          </p:cNvPr>
          <p:cNvSpPr>
            <a:spLocks xmlns:a="http://schemas.openxmlformats.org/drawingml/2006/main" noGrp="1"/>
          </p:cNvSpPr>
          <p:nvPr/>
        </p:nvSpPr>
        <p:spPr>
          <a:xfrm xmlns:a="http://schemas.openxmlformats.org/drawingml/2006/main">
            <a:off x="3226594"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E6965A99-C725-43E1-A8BB-7E7ED1B85C34}"/>
              </a:ext>
            </a:extLst>
          </p:cNvPr>
          <p:cNvSpPr>
            <a:spLocks xmlns:a="http://schemas.openxmlformats.org/drawingml/2006/main" noGrp="1"/>
          </p:cNvSpPr>
          <p:nvPr/>
        </p:nvSpPr>
        <p:spPr>
          <a:xfrm xmlns:a="http://schemas.openxmlformats.org/drawingml/2006/main">
            <a:off x="4364831"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5A972742-5B9C-48AB-8F10-A7E52E88E988}"/>
              </a:ext>
            </a:extLst>
          </p:cNvPr>
          <p:cNvSpPr>
            <a:spLocks xmlns:a="http://schemas.openxmlformats.org/drawingml/2006/main" noGrp="1"/>
          </p:cNvSpPr>
          <p:nvPr/>
        </p:nvSpPr>
        <p:spPr>
          <a:xfrm xmlns:a="http://schemas.openxmlformats.org/drawingml/2006/main">
            <a:off x="5218509"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shape">
            <a:extLst xmlns:a="http://schemas.openxmlformats.org/drawingml/2006/main">
              <a:ext uri="{FF2B5EF4-FFF2-40B4-BE49-F238E27FC236}">
                <a16:creationId xmlns:a16="http://schemas.microsoft.com/office/drawing/2014/main" id="{3D91382D-9ADA-402D-92F7-D45FC6AC8825}"/>
              </a:ext>
            </a:extLst>
          </p:cNvPr>
          <p:cNvSpPr>
            <a:spLocks xmlns:a="http://schemas.openxmlformats.org/drawingml/2006/main" noGrp="1"/>
          </p:cNvSpPr>
          <p:nvPr/>
        </p:nvSpPr>
        <p:spPr>
          <a:xfrm xmlns:a="http://schemas.openxmlformats.org/drawingml/2006/main">
            <a:off x="6356747" y="1381125"/>
            <a:ext cx="540544"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1" name="shape">
            <a:extLst xmlns:a="http://schemas.openxmlformats.org/drawingml/2006/main">
              <a:ext uri="{FF2B5EF4-FFF2-40B4-BE49-F238E27FC236}">
                <a16:creationId xmlns:a16="http://schemas.microsoft.com/office/drawing/2014/main" id="{C83B647D-0B8A-448A-9AFA-8F166090F142}"/>
              </a:ext>
            </a:extLst>
          </p:cNvPr>
          <p:cNvSpPr>
            <a:spLocks xmlns:a="http://schemas.openxmlformats.org/drawingml/2006/main" noGrp="1"/>
          </p:cNvSpPr>
          <p:nvPr/>
        </p:nvSpPr>
        <p:spPr>
          <a:xfrm xmlns:a="http://schemas.openxmlformats.org/drawingml/2006/main">
            <a:off x="6925866" y="1381125"/>
            <a:ext cx="540544"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2" name="shape">
            <a:extLst xmlns:a="http://schemas.openxmlformats.org/drawingml/2006/main">
              <a:ext uri="{FF2B5EF4-FFF2-40B4-BE49-F238E27FC236}">
                <a16:creationId xmlns:a16="http://schemas.microsoft.com/office/drawing/2014/main" id="{779721D3-06F7-40FE-9D87-5B31E9BDA69E}"/>
              </a:ext>
            </a:extLst>
          </p:cNvPr>
          <p:cNvSpPr>
            <a:spLocks xmlns:a="http://schemas.openxmlformats.org/drawingml/2006/main" noGrp="1"/>
          </p:cNvSpPr>
          <p:nvPr/>
        </p:nvSpPr>
        <p:spPr>
          <a:xfrm xmlns:a="http://schemas.openxmlformats.org/drawingml/2006/main">
            <a:off x="7494984"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3" name="shape">
            <a:extLst xmlns:a="http://schemas.openxmlformats.org/drawingml/2006/main">
              <a:ext uri="{FF2B5EF4-FFF2-40B4-BE49-F238E27FC236}">
                <a16:creationId xmlns:a16="http://schemas.microsoft.com/office/drawing/2014/main" id="{7BC0CBE8-DFB4-41A8-94E7-69E586DF1610}"/>
              </a:ext>
            </a:extLst>
          </p:cNvPr>
          <p:cNvSpPr>
            <a:spLocks xmlns:a="http://schemas.openxmlformats.org/drawingml/2006/main" noGrp="1"/>
          </p:cNvSpPr>
          <p:nvPr/>
        </p:nvSpPr>
        <p:spPr>
          <a:xfrm xmlns:a="http://schemas.openxmlformats.org/drawingml/2006/main">
            <a:off x="9771459"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4" name="shape">
            <a:extLst xmlns:a="http://schemas.openxmlformats.org/drawingml/2006/main">
              <a:ext uri="{FF2B5EF4-FFF2-40B4-BE49-F238E27FC236}">
                <a16:creationId xmlns:a16="http://schemas.microsoft.com/office/drawing/2014/main" id="{01601B36-8677-43B6-BDBB-3E2E34D48A74}"/>
              </a:ext>
            </a:extLst>
          </p:cNvPr>
          <p:cNvSpPr>
            <a:spLocks xmlns:a="http://schemas.openxmlformats.org/drawingml/2006/main" noGrp="1"/>
          </p:cNvSpPr>
          <p:nvPr/>
        </p:nvSpPr>
        <p:spPr>
          <a:xfrm xmlns:a="http://schemas.openxmlformats.org/drawingml/2006/main">
            <a:off x="10625138"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5" name="objective-footer">
            <a:extLst xmlns:a="http://schemas.openxmlformats.org/drawingml/2006/main">
              <a:ext uri="{FF2B5EF4-FFF2-40B4-BE49-F238E27FC236}">
                <a16:creationId xmlns:a16="http://schemas.microsoft.com/office/drawing/2014/main" id="{9BF419CE-4181-4C8E-834D-476E3BA0FB1F}"/>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vl1pPr algn="l">
              <a:defRPr sz="1425" b="0">
                <a:solidFill>
                  <a:srgbClr val="46586A"/>
                </a:solidFill>
                <a:latin typeface="Liberation Sans"/>
                <a:ea typeface="Liberation Sans"/>
                <a:cs typeface="Liberation Sans"/>
              </a:defRPr>
            </a:lvl1pPr>
            <a:lvl2pPr algn="l">
              <a:defRPr sz="1425" b="0">
                <a:solidFill>
                  <a:srgbClr val="46586A"/>
                </a:solidFill>
                <a:latin typeface="Liberation Sans"/>
                <a:ea typeface="Liberation Sans"/>
                <a:cs typeface="Liberation Sans"/>
              </a:defRPr>
            </a:lvl2pPr>
            <a:lvl3pPr algn="l">
              <a:defRPr sz="1425" b="0">
                <a:solidFill>
                  <a:srgbClr val="46586A"/>
                </a:solidFill>
                <a:latin typeface="Liberation Sans"/>
                <a:ea typeface="Liberation Sans"/>
                <a:cs typeface="Liberation Sans"/>
              </a:defRPr>
            </a:lvl3pPr>
            <a:lvl4pPr algn="l">
              <a:defRPr sz="1425" b="0">
                <a:solidFill>
                  <a:srgbClr val="46586A"/>
                </a:solidFill>
                <a:latin typeface="Liberation Sans"/>
                <a:ea typeface="Liberation Sans"/>
                <a:cs typeface="Liberation Sans"/>
              </a:defRPr>
            </a:lvl4pPr>
            <a:lvl5pPr algn="l">
              <a:defRPr sz="1425" b="0">
                <a:solidFill>
                  <a:srgbClr val="46586A"/>
                </a:solidFill>
                <a:latin typeface="Liberation Sans"/>
                <a:ea typeface="Liberation Sans"/>
                <a:cs typeface="Liberation Sans"/>
              </a:defRPr>
            </a:lvl5pPr>
            <a:lvl6pPr algn="l">
              <a:defRPr sz="1425" b="0">
                <a:solidFill>
                  <a:srgbClr val="46586A"/>
                </a:solidFill>
                <a:latin typeface="Liberation Sans"/>
                <a:ea typeface="Liberation Sans"/>
                <a:cs typeface="Liberation Sans"/>
              </a:defRPr>
            </a:lvl6pPr>
            <a:lvl7pPr algn="l">
              <a:defRPr sz="1425" b="0">
                <a:solidFill>
                  <a:srgbClr val="46586A"/>
                </a:solidFill>
                <a:latin typeface="Liberation Sans"/>
                <a:ea typeface="Liberation Sans"/>
                <a:cs typeface="Liberation Sans"/>
              </a:defRPr>
            </a:lvl7pPr>
            <a:lvl8pPr algn="l">
              <a:defRPr sz="1425" b="0">
                <a:solidFill>
                  <a:srgbClr val="46586A"/>
                </a:solidFill>
                <a:latin typeface="Liberation Sans"/>
                <a:ea typeface="Liberation Sans"/>
                <a:cs typeface="Liberation Sans"/>
              </a:defRPr>
            </a:lvl8pPr>
            <a:lvl9pPr algn="l">
              <a:defRPr sz="1425" b="0">
                <a:solidFill>
                  <a:srgbClr val="46586A"/>
                </a:solidFill>
                <a:latin typeface="Liberation Sans"/>
                <a:ea typeface="Liberation Sans"/>
                <a:cs typeface="Liberation Sans"/>
              </a:defRPr>
            </a:lvl9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I can explain that animals get food by eating, and plants can make their own food.</a:t>
            </a:r>
          </a:p>
        </p:txBody>
      </p:sp>
      <p:sp>
        <p:nvSpPr>
          <p:cNvPr id="16" name="blank-version-footer">
            <a:extLst xmlns:a="http://schemas.openxmlformats.org/drawingml/2006/main">
              <a:ext uri="{FF2B5EF4-FFF2-40B4-BE49-F238E27FC236}">
                <a16:creationId xmlns:a16="http://schemas.microsoft.com/office/drawing/2014/main" id="{24628FE6-6050-4CD9-9131-32089B70FD68}"/>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vl1pPr algn="l">
              <a:defRPr sz="1425" b="0">
                <a:solidFill>
                  <a:srgbClr val="46586A"/>
                </a:solidFill>
                <a:latin typeface="Liberation Sans"/>
                <a:ea typeface="Liberation Sans"/>
                <a:cs typeface="Liberation Sans"/>
              </a:defRPr>
            </a:lvl1pPr>
            <a:lvl2pPr algn="l">
              <a:defRPr sz="1425" b="0">
                <a:solidFill>
                  <a:srgbClr val="46586A"/>
                </a:solidFill>
                <a:latin typeface="Liberation Sans"/>
                <a:ea typeface="Liberation Sans"/>
                <a:cs typeface="Liberation Sans"/>
              </a:defRPr>
            </a:lvl2pPr>
            <a:lvl3pPr algn="l">
              <a:defRPr sz="1425" b="0">
                <a:solidFill>
                  <a:srgbClr val="46586A"/>
                </a:solidFill>
                <a:latin typeface="Liberation Sans"/>
                <a:ea typeface="Liberation Sans"/>
                <a:cs typeface="Liberation Sans"/>
              </a:defRPr>
            </a:lvl3pPr>
            <a:lvl4pPr algn="l">
              <a:defRPr sz="1425" b="0">
                <a:solidFill>
                  <a:srgbClr val="46586A"/>
                </a:solidFill>
                <a:latin typeface="Liberation Sans"/>
                <a:ea typeface="Liberation Sans"/>
                <a:cs typeface="Liberation Sans"/>
              </a:defRPr>
            </a:lvl4pPr>
            <a:lvl5pPr algn="l">
              <a:defRPr sz="1425" b="0">
                <a:solidFill>
                  <a:srgbClr val="46586A"/>
                </a:solidFill>
                <a:latin typeface="Liberation Sans"/>
                <a:ea typeface="Liberation Sans"/>
                <a:cs typeface="Liberation Sans"/>
              </a:defRPr>
            </a:lvl5pPr>
            <a:lvl6pPr algn="l">
              <a:defRPr sz="1425" b="0">
                <a:solidFill>
                  <a:srgbClr val="46586A"/>
                </a:solidFill>
                <a:latin typeface="Liberation Sans"/>
                <a:ea typeface="Liberation Sans"/>
                <a:cs typeface="Liberation Sans"/>
              </a:defRPr>
            </a:lvl6pPr>
            <a:lvl7pPr algn="l">
              <a:defRPr sz="1425" b="0">
                <a:solidFill>
                  <a:srgbClr val="46586A"/>
                </a:solidFill>
                <a:latin typeface="Liberation Sans"/>
                <a:ea typeface="Liberation Sans"/>
                <a:cs typeface="Liberation Sans"/>
              </a:defRPr>
            </a:lvl7pPr>
            <a:lvl8pPr algn="l">
              <a:defRPr sz="1425" b="0">
                <a:solidFill>
                  <a:srgbClr val="46586A"/>
                </a:solidFill>
                <a:latin typeface="Liberation Sans"/>
                <a:ea typeface="Liberation Sans"/>
                <a:cs typeface="Liberation Sans"/>
              </a:defRPr>
            </a:lvl8pPr>
            <a:lvl9pPr algn="l">
              <a:defRPr sz="1425" b="0">
                <a:solidFill>
                  <a:srgbClr val="46586A"/>
                </a:solidFill>
                <a:latin typeface="Liberation Sans"/>
                <a:ea typeface="Liberation Sans"/>
                <a:cs typeface="Liberation Sans"/>
              </a:defRPr>
            </a:lvl9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SCI-BUILD-A1-W08-P1 · Version: ______ · Source page SHA-256: ______</a:t>
            </a:r>
          </a:p>
        </p:txBody>
      </p:sp>
      <p:sp>
        <p:nvSpPr>
          <p:cNvPr id="17" name="slide-progress">
            <a:extLst xmlns:a="http://schemas.openxmlformats.org/drawingml/2006/main">
              <a:ext uri="{FF2B5EF4-FFF2-40B4-BE49-F238E27FC236}">
                <a16:creationId xmlns:a16="http://schemas.microsoft.com/office/drawing/2014/main" id="{9F8274C8-9B99-416A-9F44-F168DEA5746B}"/>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vl1pPr algn="r">
              <a:defRPr sz="1425" b="0">
                <a:solidFill>
                  <a:srgbClr val="46586A"/>
                </a:solidFill>
                <a:latin typeface="Liberation Sans"/>
                <a:ea typeface="Liberation Sans"/>
                <a:cs typeface="Liberation Sans"/>
              </a:defRPr>
            </a:lvl1pPr>
            <a:lvl2pPr algn="r">
              <a:defRPr sz="1425" b="0">
                <a:solidFill>
                  <a:srgbClr val="46586A"/>
                </a:solidFill>
                <a:latin typeface="Liberation Sans"/>
                <a:ea typeface="Liberation Sans"/>
                <a:cs typeface="Liberation Sans"/>
              </a:defRPr>
            </a:lvl2pPr>
            <a:lvl3pPr algn="r">
              <a:defRPr sz="1425" b="0">
                <a:solidFill>
                  <a:srgbClr val="46586A"/>
                </a:solidFill>
                <a:latin typeface="Liberation Sans"/>
                <a:ea typeface="Liberation Sans"/>
                <a:cs typeface="Liberation Sans"/>
              </a:defRPr>
            </a:lvl3pPr>
            <a:lvl4pPr algn="r">
              <a:defRPr sz="1425" b="0">
                <a:solidFill>
                  <a:srgbClr val="46586A"/>
                </a:solidFill>
                <a:latin typeface="Liberation Sans"/>
                <a:ea typeface="Liberation Sans"/>
                <a:cs typeface="Liberation Sans"/>
              </a:defRPr>
            </a:lvl4pPr>
            <a:lvl5pPr algn="r">
              <a:defRPr sz="1425" b="0">
                <a:solidFill>
                  <a:srgbClr val="46586A"/>
                </a:solidFill>
                <a:latin typeface="Liberation Sans"/>
                <a:ea typeface="Liberation Sans"/>
                <a:cs typeface="Liberation Sans"/>
              </a:defRPr>
            </a:lvl5pPr>
            <a:lvl6pPr algn="r">
              <a:defRPr sz="1425" b="0">
                <a:solidFill>
                  <a:srgbClr val="46586A"/>
                </a:solidFill>
                <a:latin typeface="Liberation Sans"/>
                <a:ea typeface="Liberation Sans"/>
                <a:cs typeface="Liberation Sans"/>
              </a:defRPr>
            </a:lvl6pPr>
            <a:lvl7pPr algn="r">
              <a:defRPr sz="1425" b="0">
                <a:solidFill>
                  <a:srgbClr val="46586A"/>
                </a:solidFill>
                <a:latin typeface="Liberation Sans"/>
                <a:ea typeface="Liberation Sans"/>
                <a:cs typeface="Liberation Sans"/>
              </a:defRPr>
            </a:lvl7pPr>
            <a:lvl8pPr algn="r">
              <a:defRPr sz="1425" b="0">
                <a:solidFill>
                  <a:srgbClr val="46586A"/>
                </a:solidFill>
                <a:latin typeface="Liberation Sans"/>
                <a:ea typeface="Liberation Sans"/>
                <a:cs typeface="Liberation Sans"/>
              </a:defRPr>
            </a:lvl8pPr>
            <a:lvl9pPr algn="r">
              <a:defRPr sz="1425" b="0">
                <a:solidFill>
                  <a:srgbClr val="46586A"/>
                </a:solidFill>
                <a:latin typeface="Liberation Sans"/>
                <a:ea typeface="Liberation Sans"/>
                <a:cs typeface="Liberation Sans"/>
              </a:defRPr>
            </a:lvl9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 / 29</a:t>
            </a:r>
          </a:p>
        </p:txBody>
      </p:sp>
      <p:sp>
        <p:nvSpPr>
          <p:cNvPr id="18" name="licence-footer">
            <a:extLst xmlns:a="http://schemas.openxmlformats.org/drawingml/2006/main">
              <a:ext uri="{FF2B5EF4-FFF2-40B4-BE49-F238E27FC236}">
                <a16:creationId xmlns:a16="http://schemas.microsoft.com/office/drawing/2014/main" id="{6D5AEA06-5D5E-4997-8C94-C923F3AFA816}"/>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vl1pPr algn="l">
              <a:defRPr sz="1425" b="0">
                <a:solidFill>
                  <a:srgbClr val="46586A"/>
                </a:solidFill>
                <a:latin typeface="Liberation Sans"/>
                <a:ea typeface="Liberation Sans"/>
                <a:cs typeface="Liberation Sans"/>
              </a:defRPr>
            </a:lvl1pPr>
            <a:lvl2pPr algn="l">
              <a:defRPr sz="1425" b="0">
                <a:solidFill>
                  <a:srgbClr val="46586A"/>
                </a:solidFill>
                <a:latin typeface="Liberation Sans"/>
                <a:ea typeface="Liberation Sans"/>
                <a:cs typeface="Liberation Sans"/>
              </a:defRPr>
            </a:lvl2pPr>
            <a:lvl3pPr algn="l">
              <a:defRPr sz="1425" b="0">
                <a:solidFill>
                  <a:srgbClr val="46586A"/>
                </a:solidFill>
                <a:latin typeface="Liberation Sans"/>
                <a:ea typeface="Liberation Sans"/>
                <a:cs typeface="Liberation Sans"/>
              </a:defRPr>
            </a:lvl3pPr>
            <a:lvl4pPr algn="l">
              <a:defRPr sz="1425" b="0">
                <a:solidFill>
                  <a:srgbClr val="46586A"/>
                </a:solidFill>
                <a:latin typeface="Liberation Sans"/>
                <a:ea typeface="Liberation Sans"/>
                <a:cs typeface="Liberation Sans"/>
              </a:defRPr>
            </a:lvl4pPr>
            <a:lvl5pPr algn="l">
              <a:defRPr sz="1425" b="0">
                <a:solidFill>
                  <a:srgbClr val="46586A"/>
                </a:solidFill>
                <a:latin typeface="Liberation Sans"/>
                <a:ea typeface="Liberation Sans"/>
                <a:cs typeface="Liberation Sans"/>
              </a:defRPr>
            </a:lvl5pPr>
            <a:lvl6pPr algn="l">
              <a:defRPr sz="1425" b="0">
                <a:solidFill>
                  <a:srgbClr val="46586A"/>
                </a:solidFill>
                <a:latin typeface="Liberation Sans"/>
                <a:ea typeface="Liberation Sans"/>
                <a:cs typeface="Liberation Sans"/>
              </a:defRPr>
            </a:lvl6pPr>
            <a:lvl7pPr algn="l">
              <a:defRPr sz="1425" b="0">
                <a:solidFill>
                  <a:srgbClr val="46586A"/>
                </a:solidFill>
                <a:latin typeface="Liberation Sans"/>
                <a:ea typeface="Liberation Sans"/>
                <a:cs typeface="Liberation Sans"/>
              </a:defRPr>
            </a:lvl7pPr>
            <a:lvl8pPr algn="l">
              <a:defRPr sz="1425" b="0">
                <a:solidFill>
                  <a:srgbClr val="46586A"/>
                </a:solidFill>
                <a:latin typeface="Liberation Sans"/>
                <a:ea typeface="Liberation Sans"/>
                <a:cs typeface="Liberation Sans"/>
              </a:defRPr>
            </a:lvl8pPr>
            <a:lvl9pPr algn="l">
              <a:defRPr sz="1425" b="0">
                <a:solidFill>
                  <a:srgbClr val="46586A"/>
                </a:solidFill>
                <a:latin typeface="Liberation Sans"/>
                <a:ea typeface="Liberation Sans"/>
                <a:cs typeface="Liberation Sans"/>
              </a:defRPr>
            </a:lvl9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9" name="">
            <a:extLst xmlns:a="http://schemas.openxmlformats.org/drawingml/2006/main">
              <a:ext uri="{FF2B5EF4-FFF2-40B4-BE49-F238E27FC236}">
                <a16:creationId xmlns:a16="http://schemas.microsoft.com/office/drawing/2014/main" id="{52DCA8FC-C089-4F1D-BB66-546E2AEFDE06}"/>
              </a:ext>
            </a:extLst>
          </p:cNvPr>
          <p:cNvPicPr>
            <a:picLocks xmlns:a="http://schemas.openxmlformats.org/drawingml/2006/main" noChangeAspect="1"/>
          </p:cNvPicPr>
          <p:nvPr/>
        </p:nvPicPr>
        <p:blipFill>
          <a:blip xmlns:r="http://schemas.openxmlformats.org/officeDocument/2006/relationships" xmlns:a="http://schemas.openxmlformats.org/drawingml/2006/main" r:embed="R4fadb161136b4475"/>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20" name="pupil-text">
            <a:extLst xmlns:a="http://schemas.openxmlformats.org/drawingml/2006/main">
              <a:ext uri="{FF2B5EF4-FFF2-40B4-BE49-F238E27FC236}">
                <a16:creationId xmlns:a16="http://schemas.microsoft.com/office/drawing/2014/main" id="{6F76B1E9-803C-4F75-93DA-4ED6EF84324E}"/>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Number 1 to 4. Write, draw or label one short answer for each.</a:t>
            </a:r>
          </a:p>
        </p:txBody>
      </p:sp>
      <p:sp>
        <p:nvSpPr>
          <p:cNvPr id="21" name="pupil-text">
            <a:extLst xmlns:a="http://schemas.openxmlformats.org/drawingml/2006/main">
              <a:ext uri="{FF2B5EF4-FFF2-40B4-BE49-F238E27FC236}">
                <a16:creationId xmlns:a16="http://schemas.microsoft.com/office/drawing/2014/main" id="{C8054B1F-5F9E-4CF4-B9AD-7F872FE35B1B}"/>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What you need for today: Use the supplied animal-food clues and arrow cards. Show each answer by</a:t>
            </a:r>
          </a:p>
        </p:txBody>
      </p:sp>
      <p:sp>
        <p:nvSpPr>
          <p:cNvPr id="22" name="pupil-text">
            <a:extLst xmlns:a="http://schemas.openxmlformats.org/drawingml/2006/main">
              <a:ext uri="{FF2B5EF4-FFF2-40B4-BE49-F238E27FC236}">
                <a16:creationId xmlns:a16="http://schemas.microsoft.com/office/drawing/2014/main" id="{34EFEE24-187C-40D2-B85F-5EF1B981E306}"/>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pointing, speaking, drawing or writing. Start here; no missed work is needed first.</a:t>
            </a:r>
          </a:p>
        </p:txBody>
      </p:sp>
      <p:sp>
        <p:nvSpPr>
          <p:cNvPr id="23" name="pupil-text">
            <a:extLst xmlns:a="http://schemas.openxmlformats.org/drawingml/2006/main">
              <a:ext uri="{FF2B5EF4-FFF2-40B4-BE49-F238E27FC236}">
                <a16:creationId xmlns:a16="http://schemas.microsoft.com/office/drawing/2014/main" id="{B4CCD2C0-5FC1-4990-91E9-34EB36C5B7E5}"/>
              </a:ext>
            </a:extLst>
          </p:cNvPr>
          <p:cNvSpPr>
            <a:spLocks xmlns:a="http://schemas.openxmlformats.org/drawingml/2006/main" noGrp="1"/>
          </p:cNvSpPr>
          <p:nvPr/>
        </p:nvSpPr>
        <p:spPr>
          <a:xfrm xmlns:a="http://schemas.openxmlformats.org/drawingml/2006/main">
            <a:off x="457200" y="2828925"/>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Where does a rabbit get its food: eating grass or making it?</a:t>
            </a:r>
          </a:p>
        </p:txBody>
      </p:sp>
      <p:sp>
        <p:nvSpPr>
          <p:cNvPr id="24" name="pupil-text">
            <a:extLst xmlns:a="http://schemas.openxmlformats.org/drawingml/2006/main">
              <a:ext uri="{FF2B5EF4-FFF2-40B4-BE49-F238E27FC236}">
                <a16:creationId xmlns:a16="http://schemas.microsoft.com/office/drawing/2014/main" id="{13B9DE12-1F84-493F-A16F-4622ACDD7479}"/>
              </a:ext>
            </a:extLst>
          </p:cNvPr>
          <p:cNvSpPr>
            <a:spLocks xmlns:a="http://schemas.openxmlformats.org/drawingml/2006/main" noGrp="1"/>
          </p:cNvSpPr>
          <p:nvPr/>
        </p:nvSpPr>
        <p:spPr>
          <a:xfrm xmlns:a="http://schemas.openxmlformats.org/drawingml/2006/main">
            <a:off x="457200" y="3219450"/>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Name one plant in a food chain.</a:t>
            </a:r>
          </a:p>
        </p:txBody>
      </p:sp>
      <p:sp>
        <p:nvSpPr>
          <p:cNvPr id="25" name="pupil-text">
            <a:extLst xmlns:a="http://schemas.openxmlformats.org/drawingml/2006/main">
              <a:ext uri="{FF2B5EF4-FFF2-40B4-BE49-F238E27FC236}">
                <a16:creationId xmlns:a16="http://schemas.microsoft.com/office/drawing/2014/main" id="{0D29C198-4D95-4C25-8E72-24954BBEC6EA}"/>
              </a:ext>
            </a:extLst>
          </p:cNvPr>
          <p:cNvSpPr>
            <a:spLocks xmlns:a="http://schemas.openxmlformats.org/drawingml/2006/main" noGrp="1"/>
          </p:cNvSpPr>
          <p:nvPr/>
        </p:nvSpPr>
        <p:spPr>
          <a:xfrm xmlns:a="http://schemas.openxmlformats.org/drawingml/2006/main">
            <a:off x="457200" y="3609975"/>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Link to today: Name one job food does in a body.</a:t>
            </a:r>
          </a:p>
        </p:txBody>
      </p:sp>
      <p:sp>
        <p:nvSpPr>
          <p:cNvPr id="26" name="pupil-text">
            <a:extLst xmlns:a="http://schemas.openxmlformats.org/drawingml/2006/main">
              <a:ext uri="{FF2B5EF4-FFF2-40B4-BE49-F238E27FC236}">
                <a16:creationId xmlns:a16="http://schemas.microsoft.com/office/drawing/2014/main" id="{FB221E9A-FD9B-4700-B238-A8D744D2C694}"/>
              </a:ext>
            </a:extLst>
          </p:cNvPr>
          <p:cNvSpPr>
            <a:spLocks xmlns:a="http://schemas.openxmlformats.org/drawingml/2006/main" noGrp="1"/>
          </p:cNvSpPr>
          <p:nvPr/>
        </p:nvSpPr>
        <p:spPr>
          <a:xfrm xmlns:a="http://schemas.openxmlformats.org/drawingml/2006/main">
            <a:off x="457200" y="4000500"/>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Do muscles pull or push bones?</a:t>
            </a:r>
          </a:p>
        </p:txBody>
      </p:sp>
    </p:spTree>
    <p:extLst>
      <p:ext uri="{BB962C8B-B14F-4D97-AF65-F5344CB8AC3E}">
        <p14:creationId xmlns:p14="http://schemas.microsoft.com/office/powerpoint/2010/main" val="84792729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lesson-header">
            <a:extLst xmlns:a="http://schemas.openxmlformats.org/drawingml/2006/main">
              <a:ext uri="{FF2B5EF4-FFF2-40B4-BE49-F238E27FC236}">
                <a16:creationId xmlns:a16="http://schemas.microsoft.com/office/drawing/2014/main" id="{E90D09E8-451E-47A1-8DD4-7753766A93CE}"/>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vl1pPr algn="l">
              <a:defRPr sz="1425" b="1">
                <a:solidFill>
                  <a:srgbClr val="355E7B"/>
                </a:solidFill>
                <a:latin typeface="Liberation Sans"/>
                <a:ea typeface="Liberation Sans"/>
                <a:cs typeface="Liberation Sans"/>
              </a:defRPr>
            </a:lvl1pPr>
            <a:lvl2pPr algn="l">
              <a:defRPr sz="1425" b="1">
                <a:solidFill>
                  <a:srgbClr val="355E7B"/>
                </a:solidFill>
                <a:latin typeface="Liberation Sans"/>
                <a:ea typeface="Liberation Sans"/>
                <a:cs typeface="Liberation Sans"/>
              </a:defRPr>
            </a:lvl2pPr>
            <a:lvl3pPr algn="l">
              <a:defRPr sz="1425" b="1">
                <a:solidFill>
                  <a:srgbClr val="355E7B"/>
                </a:solidFill>
                <a:latin typeface="Liberation Sans"/>
                <a:ea typeface="Liberation Sans"/>
                <a:cs typeface="Liberation Sans"/>
              </a:defRPr>
            </a:lvl3pPr>
            <a:lvl4pPr algn="l">
              <a:defRPr sz="1425" b="1">
                <a:solidFill>
                  <a:srgbClr val="355E7B"/>
                </a:solidFill>
                <a:latin typeface="Liberation Sans"/>
                <a:ea typeface="Liberation Sans"/>
                <a:cs typeface="Liberation Sans"/>
              </a:defRPr>
            </a:lvl4pPr>
            <a:lvl5pPr algn="l">
              <a:defRPr sz="1425" b="1">
                <a:solidFill>
                  <a:srgbClr val="355E7B"/>
                </a:solidFill>
                <a:latin typeface="Liberation Sans"/>
                <a:ea typeface="Liberation Sans"/>
                <a:cs typeface="Liberation Sans"/>
              </a:defRPr>
            </a:lvl5pPr>
            <a:lvl6pPr algn="l">
              <a:defRPr sz="1425" b="1">
                <a:solidFill>
                  <a:srgbClr val="355E7B"/>
                </a:solidFill>
                <a:latin typeface="Liberation Sans"/>
                <a:ea typeface="Liberation Sans"/>
                <a:cs typeface="Liberation Sans"/>
              </a:defRPr>
            </a:lvl6pPr>
            <a:lvl7pPr algn="l">
              <a:defRPr sz="1425" b="1">
                <a:solidFill>
                  <a:srgbClr val="355E7B"/>
                </a:solidFill>
                <a:latin typeface="Liberation Sans"/>
                <a:ea typeface="Liberation Sans"/>
                <a:cs typeface="Liberation Sans"/>
              </a:defRPr>
            </a:lvl7pPr>
            <a:lvl8pPr algn="l">
              <a:defRPr sz="1425" b="1">
                <a:solidFill>
                  <a:srgbClr val="355E7B"/>
                </a:solidFill>
                <a:latin typeface="Liberation Sans"/>
                <a:ea typeface="Liberation Sans"/>
                <a:cs typeface="Liberation Sans"/>
              </a:defRPr>
            </a:lvl8pPr>
            <a:lvl9pPr algn="l">
              <a:defRPr sz="1425" b="1">
                <a:solidFill>
                  <a:srgbClr val="355E7B"/>
                </a:solidFill>
                <a:latin typeface="Liberation Sans"/>
                <a:ea typeface="Liberation Sans"/>
                <a:cs typeface="Liberation Sans"/>
              </a:defRPr>
            </a:lvl9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SCIENCE · AUTUMN 1 · Week 8</a:t>
            </a:r>
          </a:p>
        </p:txBody>
      </p:sp>
      <p:sp>
        <p:nvSpPr>
          <p:cNvPr id="2" name="stage-clock">
            <a:extLst xmlns:a="http://schemas.openxmlformats.org/drawingml/2006/main">
              <a:ext uri="{FF2B5EF4-FFF2-40B4-BE49-F238E27FC236}">
                <a16:creationId xmlns:a16="http://schemas.microsoft.com/office/drawing/2014/main" id="{14FBDA13-379C-4DD2-AB47-E57AE6382092}"/>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vl1pPr algn="r">
              <a:defRPr sz="1425" b="1">
                <a:solidFill>
                  <a:srgbClr val="355E7B"/>
                </a:solidFill>
                <a:latin typeface="Liberation Sans"/>
                <a:ea typeface="Liberation Sans"/>
                <a:cs typeface="Liberation Sans"/>
              </a:defRPr>
            </a:lvl1pPr>
            <a:lvl2pPr algn="r">
              <a:defRPr sz="1425" b="1">
                <a:solidFill>
                  <a:srgbClr val="355E7B"/>
                </a:solidFill>
                <a:latin typeface="Liberation Sans"/>
                <a:ea typeface="Liberation Sans"/>
                <a:cs typeface="Liberation Sans"/>
              </a:defRPr>
            </a:lvl2pPr>
            <a:lvl3pPr algn="r">
              <a:defRPr sz="1425" b="1">
                <a:solidFill>
                  <a:srgbClr val="355E7B"/>
                </a:solidFill>
                <a:latin typeface="Liberation Sans"/>
                <a:ea typeface="Liberation Sans"/>
                <a:cs typeface="Liberation Sans"/>
              </a:defRPr>
            </a:lvl3pPr>
            <a:lvl4pPr algn="r">
              <a:defRPr sz="1425" b="1">
                <a:solidFill>
                  <a:srgbClr val="355E7B"/>
                </a:solidFill>
                <a:latin typeface="Liberation Sans"/>
                <a:ea typeface="Liberation Sans"/>
                <a:cs typeface="Liberation Sans"/>
              </a:defRPr>
            </a:lvl4pPr>
            <a:lvl5pPr algn="r">
              <a:defRPr sz="1425" b="1">
                <a:solidFill>
                  <a:srgbClr val="355E7B"/>
                </a:solidFill>
                <a:latin typeface="Liberation Sans"/>
                <a:ea typeface="Liberation Sans"/>
                <a:cs typeface="Liberation Sans"/>
              </a:defRPr>
            </a:lvl5pPr>
            <a:lvl6pPr algn="r">
              <a:defRPr sz="1425" b="1">
                <a:solidFill>
                  <a:srgbClr val="355E7B"/>
                </a:solidFill>
                <a:latin typeface="Liberation Sans"/>
                <a:ea typeface="Liberation Sans"/>
                <a:cs typeface="Liberation Sans"/>
              </a:defRPr>
            </a:lvl6pPr>
            <a:lvl7pPr algn="r">
              <a:defRPr sz="1425" b="1">
                <a:solidFill>
                  <a:srgbClr val="355E7B"/>
                </a:solidFill>
                <a:latin typeface="Liberation Sans"/>
                <a:ea typeface="Liberation Sans"/>
                <a:cs typeface="Liberation Sans"/>
              </a:defRPr>
            </a:lvl7pPr>
            <a:lvl8pPr algn="r">
              <a:defRPr sz="1425" b="1">
                <a:solidFill>
                  <a:srgbClr val="355E7B"/>
                </a:solidFill>
                <a:latin typeface="Liberation Sans"/>
                <a:ea typeface="Liberation Sans"/>
                <a:cs typeface="Liberation Sans"/>
              </a:defRPr>
            </a:lvl8pPr>
            <a:lvl9pPr algn="r">
              <a:defRPr sz="1425" b="1">
                <a:solidFill>
                  <a:srgbClr val="355E7B"/>
                </a:solidFill>
                <a:latin typeface="Liberation Sans"/>
                <a:ea typeface="Liberation Sans"/>
                <a:cs typeface="Liberation Sans"/>
              </a:defRPr>
            </a:lvl9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3 min · 00 to 03</a:t>
            </a:r>
          </a:p>
        </p:txBody>
      </p:sp>
      <p:sp>
        <p:nvSpPr>
          <p:cNvPr id="3" name="slide-title">
            <a:extLst xmlns:a="http://schemas.openxmlformats.org/drawingml/2006/main">
              <a:ext uri="{FF2B5EF4-FFF2-40B4-BE49-F238E27FC236}">
                <a16:creationId xmlns:a16="http://schemas.microsoft.com/office/drawing/2014/main" id="{D40BFF8E-9A0E-4786-AF55-908F564EBEF5}"/>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vl1pPr algn="l">
              <a:defRPr sz="2700" b="1">
                <a:solidFill>
                  <a:srgbClr val="355E7B"/>
                </a:solidFill>
                <a:latin typeface="Liberation Sans"/>
                <a:ea typeface="Liberation Sans"/>
                <a:cs typeface="Liberation Sans"/>
              </a:defRPr>
            </a:lvl1pPr>
            <a:lvl2pPr algn="l">
              <a:defRPr sz="2700" b="1">
                <a:solidFill>
                  <a:srgbClr val="355E7B"/>
                </a:solidFill>
                <a:latin typeface="Liberation Sans"/>
                <a:ea typeface="Liberation Sans"/>
                <a:cs typeface="Liberation Sans"/>
              </a:defRPr>
            </a:lvl2pPr>
            <a:lvl3pPr algn="l">
              <a:defRPr sz="2700" b="1">
                <a:solidFill>
                  <a:srgbClr val="355E7B"/>
                </a:solidFill>
                <a:latin typeface="Liberation Sans"/>
                <a:ea typeface="Liberation Sans"/>
                <a:cs typeface="Liberation Sans"/>
              </a:defRPr>
            </a:lvl3pPr>
            <a:lvl4pPr algn="l">
              <a:defRPr sz="2700" b="1">
                <a:solidFill>
                  <a:srgbClr val="355E7B"/>
                </a:solidFill>
                <a:latin typeface="Liberation Sans"/>
                <a:ea typeface="Liberation Sans"/>
                <a:cs typeface="Liberation Sans"/>
              </a:defRPr>
            </a:lvl4pPr>
            <a:lvl5pPr algn="l">
              <a:defRPr sz="2700" b="1">
                <a:solidFill>
                  <a:srgbClr val="355E7B"/>
                </a:solidFill>
                <a:latin typeface="Liberation Sans"/>
                <a:ea typeface="Liberation Sans"/>
                <a:cs typeface="Liberation Sans"/>
              </a:defRPr>
            </a:lvl5pPr>
            <a:lvl6pPr algn="l">
              <a:defRPr sz="2700" b="1">
                <a:solidFill>
                  <a:srgbClr val="355E7B"/>
                </a:solidFill>
                <a:latin typeface="Liberation Sans"/>
                <a:ea typeface="Liberation Sans"/>
                <a:cs typeface="Liberation Sans"/>
              </a:defRPr>
            </a:lvl6pPr>
            <a:lvl7pPr algn="l">
              <a:defRPr sz="2700" b="1">
                <a:solidFill>
                  <a:srgbClr val="355E7B"/>
                </a:solidFill>
                <a:latin typeface="Liberation Sans"/>
                <a:ea typeface="Liberation Sans"/>
                <a:cs typeface="Liberation Sans"/>
              </a:defRPr>
            </a:lvl7pPr>
            <a:lvl8pPr algn="l">
              <a:defRPr sz="2700" b="1">
                <a:solidFill>
                  <a:srgbClr val="355E7B"/>
                </a:solidFill>
                <a:latin typeface="Liberation Sans"/>
                <a:ea typeface="Liberation Sans"/>
                <a:cs typeface="Liberation Sans"/>
              </a:defRPr>
            </a:lvl8pPr>
            <a:lvl9pPr algn="l">
              <a:defRPr sz="2700" b="1">
                <a:solidFill>
                  <a:srgbClr val="355E7B"/>
                </a:solidFill>
                <a:latin typeface="Liberation Sans"/>
                <a:ea typeface="Liberation Sans"/>
                <a:cs typeface="Liberation Sans"/>
              </a:defRPr>
            </a:lvl9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a:t>
            </a:r>
          </a:p>
        </p:txBody>
      </p:sp>
      <p:sp>
        <p:nvSpPr>
          <p:cNvPr id="4" name="shape">
            <a:extLst xmlns:a="http://schemas.openxmlformats.org/drawingml/2006/main">
              <a:ext uri="{FF2B5EF4-FFF2-40B4-BE49-F238E27FC236}">
                <a16:creationId xmlns:a16="http://schemas.microsoft.com/office/drawing/2014/main" id="{6A3A184B-2A1A-43B6-9779-D09F88AFAB37}"/>
              </a:ext>
            </a:extLst>
          </p:cNvPr>
          <p:cNvSpPr>
            <a:spLocks xmlns:a="http://schemas.openxmlformats.org/drawingml/2006/main" noGrp="1"/>
          </p:cNvSpPr>
          <p:nvPr/>
        </p:nvSpPr>
        <p:spPr>
          <a:xfrm xmlns:a="http://schemas.openxmlformats.org/drawingml/2006/main">
            <a:off x="381000"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338F92D3-E318-4C34-A1BA-994177506DCB}"/>
              </a:ext>
            </a:extLst>
          </p:cNvPr>
          <p:cNvSpPr>
            <a:spLocks xmlns:a="http://schemas.openxmlformats.org/drawingml/2006/main" noGrp="1"/>
          </p:cNvSpPr>
          <p:nvPr/>
        </p:nvSpPr>
        <p:spPr>
          <a:xfrm xmlns:a="http://schemas.openxmlformats.org/drawingml/2006/main">
            <a:off x="1234678"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70C898FE-9799-4C9F-A3E6-C1A6BD9717D1}"/>
              </a:ext>
            </a:extLst>
          </p:cNvPr>
          <p:cNvSpPr>
            <a:spLocks xmlns:a="http://schemas.openxmlformats.org/drawingml/2006/main" noGrp="1"/>
          </p:cNvSpPr>
          <p:nvPr/>
        </p:nvSpPr>
        <p:spPr>
          <a:xfrm xmlns:a="http://schemas.openxmlformats.org/drawingml/2006/main">
            <a:off x="2088356"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0BA78FB6-7145-4E87-A853-B69A12556D36}"/>
              </a:ext>
            </a:extLst>
          </p:cNvPr>
          <p:cNvSpPr>
            <a:spLocks xmlns:a="http://schemas.openxmlformats.org/drawingml/2006/main" noGrp="1"/>
          </p:cNvSpPr>
          <p:nvPr/>
        </p:nvSpPr>
        <p:spPr>
          <a:xfrm xmlns:a="http://schemas.openxmlformats.org/drawingml/2006/main">
            <a:off x="3226594"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FF33B840-ECAE-45BE-B9BA-496677589FB7}"/>
              </a:ext>
            </a:extLst>
          </p:cNvPr>
          <p:cNvSpPr>
            <a:spLocks xmlns:a="http://schemas.openxmlformats.org/drawingml/2006/main" noGrp="1"/>
          </p:cNvSpPr>
          <p:nvPr/>
        </p:nvSpPr>
        <p:spPr>
          <a:xfrm xmlns:a="http://schemas.openxmlformats.org/drawingml/2006/main">
            <a:off x="4364831"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3F4B46BB-A338-4165-A014-6D46E91E7B87}"/>
              </a:ext>
            </a:extLst>
          </p:cNvPr>
          <p:cNvSpPr>
            <a:spLocks xmlns:a="http://schemas.openxmlformats.org/drawingml/2006/main" noGrp="1"/>
          </p:cNvSpPr>
          <p:nvPr/>
        </p:nvSpPr>
        <p:spPr>
          <a:xfrm xmlns:a="http://schemas.openxmlformats.org/drawingml/2006/main">
            <a:off x="5218509"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shape">
            <a:extLst xmlns:a="http://schemas.openxmlformats.org/drawingml/2006/main">
              <a:ext uri="{FF2B5EF4-FFF2-40B4-BE49-F238E27FC236}">
                <a16:creationId xmlns:a16="http://schemas.microsoft.com/office/drawing/2014/main" id="{2C4FCB92-D553-4BF9-B82F-9BAD4415D69A}"/>
              </a:ext>
            </a:extLst>
          </p:cNvPr>
          <p:cNvSpPr>
            <a:spLocks xmlns:a="http://schemas.openxmlformats.org/drawingml/2006/main" noGrp="1"/>
          </p:cNvSpPr>
          <p:nvPr/>
        </p:nvSpPr>
        <p:spPr>
          <a:xfrm xmlns:a="http://schemas.openxmlformats.org/drawingml/2006/main">
            <a:off x="6356747" y="1381125"/>
            <a:ext cx="540544"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1" name="shape">
            <a:extLst xmlns:a="http://schemas.openxmlformats.org/drawingml/2006/main">
              <a:ext uri="{FF2B5EF4-FFF2-40B4-BE49-F238E27FC236}">
                <a16:creationId xmlns:a16="http://schemas.microsoft.com/office/drawing/2014/main" id="{F4E33F65-1A76-4EE9-9DF3-DF586904B49F}"/>
              </a:ext>
            </a:extLst>
          </p:cNvPr>
          <p:cNvSpPr>
            <a:spLocks xmlns:a="http://schemas.openxmlformats.org/drawingml/2006/main" noGrp="1"/>
          </p:cNvSpPr>
          <p:nvPr/>
        </p:nvSpPr>
        <p:spPr>
          <a:xfrm xmlns:a="http://schemas.openxmlformats.org/drawingml/2006/main">
            <a:off x="6925866" y="1381125"/>
            <a:ext cx="540544"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2" name="shape">
            <a:extLst xmlns:a="http://schemas.openxmlformats.org/drawingml/2006/main">
              <a:ext uri="{FF2B5EF4-FFF2-40B4-BE49-F238E27FC236}">
                <a16:creationId xmlns:a16="http://schemas.microsoft.com/office/drawing/2014/main" id="{7B091121-E95D-4CAB-A4E3-349B6D01582E}"/>
              </a:ext>
            </a:extLst>
          </p:cNvPr>
          <p:cNvSpPr>
            <a:spLocks xmlns:a="http://schemas.openxmlformats.org/drawingml/2006/main" noGrp="1"/>
          </p:cNvSpPr>
          <p:nvPr/>
        </p:nvSpPr>
        <p:spPr>
          <a:xfrm xmlns:a="http://schemas.openxmlformats.org/drawingml/2006/main">
            <a:off x="7494984"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3" name="shape">
            <a:extLst xmlns:a="http://schemas.openxmlformats.org/drawingml/2006/main">
              <a:ext uri="{FF2B5EF4-FFF2-40B4-BE49-F238E27FC236}">
                <a16:creationId xmlns:a16="http://schemas.microsoft.com/office/drawing/2014/main" id="{FBFADDF0-9AAD-401B-8734-0D2FC540C3E8}"/>
              </a:ext>
            </a:extLst>
          </p:cNvPr>
          <p:cNvSpPr>
            <a:spLocks xmlns:a="http://schemas.openxmlformats.org/drawingml/2006/main" noGrp="1"/>
          </p:cNvSpPr>
          <p:nvPr/>
        </p:nvSpPr>
        <p:spPr>
          <a:xfrm xmlns:a="http://schemas.openxmlformats.org/drawingml/2006/main">
            <a:off x="9771459"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4" name="shape">
            <a:extLst xmlns:a="http://schemas.openxmlformats.org/drawingml/2006/main">
              <a:ext uri="{FF2B5EF4-FFF2-40B4-BE49-F238E27FC236}">
                <a16:creationId xmlns:a16="http://schemas.microsoft.com/office/drawing/2014/main" id="{A952EB8C-BE54-47CA-A630-53F0944F327C}"/>
              </a:ext>
            </a:extLst>
          </p:cNvPr>
          <p:cNvSpPr>
            <a:spLocks xmlns:a="http://schemas.openxmlformats.org/drawingml/2006/main" noGrp="1"/>
          </p:cNvSpPr>
          <p:nvPr/>
        </p:nvSpPr>
        <p:spPr>
          <a:xfrm xmlns:a="http://schemas.openxmlformats.org/drawingml/2006/main">
            <a:off x="10625138"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5" name="objective-footer">
            <a:extLst xmlns:a="http://schemas.openxmlformats.org/drawingml/2006/main">
              <a:ext uri="{FF2B5EF4-FFF2-40B4-BE49-F238E27FC236}">
                <a16:creationId xmlns:a16="http://schemas.microsoft.com/office/drawing/2014/main" id="{E50DAA1E-1D67-4450-BCB8-B8C501587E63}"/>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vl1pPr algn="l">
              <a:defRPr sz="1425" b="0">
                <a:solidFill>
                  <a:srgbClr val="46586A"/>
                </a:solidFill>
                <a:latin typeface="Liberation Sans"/>
                <a:ea typeface="Liberation Sans"/>
                <a:cs typeface="Liberation Sans"/>
              </a:defRPr>
            </a:lvl1pPr>
            <a:lvl2pPr algn="l">
              <a:defRPr sz="1425" b="0">
                <a:solidFill>
                  <a:srgbClr val="46586A"/>
                </a:solidFill>
                <a:latin typeface="Liberation Sans"/>
                <a:ea typeface="Liberation Sans"/>
                <a:cs typeface="Liberation Sans"/>
              </a:defRPr>
            </a:lvl2pPr>
            <a:lvl3pPr algn="l">
              <a:defRPr sz="1425" b="0">
                <a:solidFill>
                  <a:srgbClr val="46586A"/>
                </a:solidFill>
                <a:latin typeface="Liberation Sans"/>
                <a:ea typeface="Liberation Sans"/>
                <a:cs typeface="Liberation Sans"/>
              </a:defRPr>
            </a:lvl3pPr>
            <a:lvl4pPr algn="l">
              <a:defRPr sz="1425" b="0">
                <a:solidFill>
                  <a:srgbClr val="46586A"/>
                </a:solidFill>
                <a:latin typeface="Liberation Sans"/>
                <a:ea typeface="Liberation Sans"/>
                <a:cs typeface="Liberation Sans"/>
              </a:defRPr>
            </a:lvl4pPr>
            <a:lvl5pPr algn="l">
              <a:defRPr sz="1425" b="0">
                <a:solidFill>
                  <a:srgbClr val="46586A"/>
                </a:solidFill>
                <a:latin typeface="Liberation Sans"/>
                <a:ea typeface="Liberation Sans"/>
                <a:cs typeface="Liberation Sans"/>
              </a:defRPr>
            </a:lvl5pPr>
            <a:lvl6pPr algn="l">
              <a:defRPr sz="1425" b="0">
                <a:solidFill>
                  <a:srgbClr val="46586A"/>
                </a:solidFill>
                <a:latin typeface="Liberation Sans"/>
                <a:ea typeface="Liberation Sans"/>
                <a:cs typeface="Liberation Sans"/>
              </a:defRPr>
            </a:lvl6pPr>
            <a:lvl7pPr algn="l">
              <a:defRPr sz="1425" b="0">
                <a:solidFill>
                  <a:srgbClr val="46586A"/>
                </a:solidFill>
                <a:latin typeface="Liberation Sans"/>
                <a:ea typeface="Liberation Sans"/>
                <a:cs typeface="Liberation Sans"/>
              </a:defRPr>
            </a:lvl7pPr>
            <a:lvl8pPr algn="l">
              <a:defRPr sz="1425" b="0">
                <a:solidFill>
                  <a:srgbClr val="46586A"/>
                </a:solidFill>
                <a:latin typeface="Liberation Sans"/>
                <a:ea typeface="Liberation Sans"/>
                <a:cs typeface="Liberation Sans"/>
              </a:defRPr>
            </a:lvl8pPr>
            <a:lvl9pPr algn="l">
              <a:defRPr sz="1425" b="0">
                <a:solidFill>
                  <a:srgbClr val="46586A"/>
                </a:solidFill>
                <a:latin typeface="Liberation Sans"/>
                <a:ea typeface="Liberation Sans"/>
                <a:cs typeface="Liberation Sans"/>
              </a:defRPr>
            </a:lvl9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I can explain that animals get food by eating, and plants can make their own food.</a:t>
            </a:r>
          </a:p>
        </p:txBody>
      </p:sp>
      <p:sp>
        <p:nvSpPr>
          <p:cNvPr id="16" name="blank-version-footer">
            <a:extLst xmlns:a="http://schemas.openxmlformats.org/drawingml/2006/main">
              <a:ext uri="{FF2B5EF4-FFF2-40B4-BE49-F238E27FC236}">
                <a16:creationId xmlns:a16="http://schemas.microsoft.com/office/drawing/2014/main" id="{046B74F9-AACD-4272-9888-630C1CC0A9B9}"/>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vl1pPr algn="l">
              <a:defRPr sz="1425" b="0">
                <a:solidFill>
                  <a:srgbClr val="46586A"/>
                </a:solidFill>
                <a:latin typeface="Liberation Sans"/>
                <a:ea typeface="Liberation Sans"/>
                <a:cs typeface="Liberation Sans"/>
              </a:defRPr>
            </a:lvl1pPr>
            <a:lvl2pPr algn="l">
              <a:defRPr sz="1425" b="0">
                <a:solidFill>
                  <a:srgbClr val="46586A"/>
                </a:solidFill>
                <a:latin typeface="Liberation Sans"/>
                <a:ea typeface="Liberation Sans"/>
                <a:cs typeface="Liberation Sans"/>
              </a:defRPr>
            </a:lvl2pPr>
            <a:lvl3pPr algn="l">
              <a:defRPr sz="1425" b="0">
                <a:solidFill>
                  <a:srgbClr val="46586A"/>
                </a:solidFill>
                <a:latin typeface="Liberation Sans"/>
                <a:ea typeface="Liberation Sans"/>
                <a:cs typeface="Liberation Sans"/>
              </a:defRPr>
            </a:lvl3pPr>
            <a:lvl4pPr algn="l">
              <a:defRPr sz="1425" b="0">
                <a:solidFill>
                  <a:srgbClr val="46586A"/>
                </a:solidFill>
                <a:latin typeface="Liberation Sans"/>
                <a:ea typeface="Liberation Sans"/>
                <a:cs typeface="Liberation Sans"/>
              </a:defRPr>
            </a:lvl4pPr>
            <a:lvl5pPr algn="l">
              <a:defRPr sz="1425" b="0">
                <a:solidFill>
                  <a:srgbClr val="46586A"/>
                </a:solidFill>
                <a:latin typeface="Liberation Sans"/>
                <a:ea typeface="Liberation Sans"/>
                <a:cs typeface="Liberation Sans"/>
              </a:defRPr>
            </a:lvl5pPr>
            <a:lvl6pPr algn="l">
              <a:defRPr sz="1425" b="0">
                <a:solidFill>
                  <a:srgbClr val="46586A"/>
                </a:solidFill>
                <a:latin typeface="Liberation Sans"/>
                <a:ea typeface="Liberation Sans"/>
                <a:cs typeface="Liberation Sans"/>
              </a:defRPr>
            </a:lvl6pPr>
            <a:lvl7pPr algn="l">
              <a:defRPr sz="1425" b="0">
                <a:solidFill>
                  <a:srgbClr val="46586A"/>
                </a:solidFill>
                <a:latin typeface="Liberation Sans"/>
                <a:ea typeface="Liberation Sans"/>
                <a:cs typeface="Liberation Sans"/>
              </a:defRPr>
            </a:lvl7pPr>
            <a:lvl8pPr algn="l">
              <a:defRPr sz="1425" b="0">
                <a:solidFill>
                  <a:srgbClr val="46586A"/>
                </a:solidFill>
                <a:latin typeface="Liberation Sans"/>
                <a:ea typeface="Liberation Sans"/>
                <a:cs typeface="Liberation Sans"/>
              </a:defRPr>
            </a:lvl8pPr>
            <a:lvl9pPr algn="l">
              <a:defRPr sz="1425" b="0">
                <a:solidFill>
                  <a:srgbClr val="46586A"/>
                </a:solidFill>
                <a:latin typeface="Liberation Sans"/>
                <a:ea typeface="Liberation Sans"/>
                <a:cs typeface="Liberation Sans"/>
              </a:defRPr>
            </a:lvl9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SCI-BUILD-A1-W08-P1 · Version: ______ · Source page SHA-256: ______</a:t>
            </a:r>
          </a:p>
        </p:txBody>
      </p:sp>
      <p:sp>
        <p:nvSpPr>
          <p:cNvPr id="17" name="slide-progress">
            <a:extLst xmlns:a="http://schemas.openxmlformats.org/drawingml/2006/main">
              <a:ext uri="{FF2B5EF4-FFF2-40B4-BE49-F238E27FC236}">
                <a16:creationId xmlns:a16="http://schemas.microsoft.com/office/drawing/2014/main" id="{8B9B4C62-31DF-42E0-B5CE-965B462060BE}"/>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vl1pPr algn="r">
              <a:defRPr sz="1425" b="0">
                <a:solidFill>
                  <a:srgbClr val="46586A"/>
                </a:solidFill>
                <a:latin typeface="Liberation Sans"/>
                <a:ea typeface="Liberation Sans"/>
                <a:cs typeface="Liberation Sans"/>
              </a:defRPr>
            </a:lvl1pPr>
            <a:lvl2pPr algn="r">
              <a:defRPr sz="1425" b="0">
                <a:solidFill>
                  <a:srgbClr val="46586A"/>
                </a:solidFill>
                <a:latin typeface="Liberation Sans"/>
                <a:ea typeface="Liberation Sans"/>
                <a:cs typeface="Liberation Sans"/>
              </a:defRPr>
            </a:lvl2pPr>
            <a:lvl3pPr algn="r">
              <a:defRPr sz="1425" b="0">
                <a:solidFill>
                  <a:srgbClr val="46586A"/>
                </a:solidFill>
                <a:latin typeface="Liberation Sans"/>
                <a:ea typeface="Liberation Sans"/>
                <a:cs typeface="Liberation Sans"/>
              </a:defRPr>
            </a:lvl3pPr>
            <a:lvl4pPr algn="r">
              <a:defRPr sz="1425" b="0">
                <a:solidFill>
                  <a:srgbClr val="46586A"/>
                </a:solidFill>
                <a:latin typeface="Liberation Sans"/>
                <a:ea typeface="Liberation Sans"/>
                <a:cs typeface="Liberation Sans"/>
              </a:defRPr>
            </a:lvl4pPr>
            <a:lvl5pPr algn="r">
              <a:defRPr sz="1425" b="0">
                <a:solidFill>
                  <a:srgbClr val="46586A"/>
                </a:solidFill>
                <a:latin typeface="Liberation Sans"/>
                <a:ea typeface="Liberation Sans"/>
                <a:cs typeface="Liberation Sans"/>
              </a:defRPr>
            </a:lvl5pPr>
            <a:lvl6pPr algn="r">
              <a:defRPr sz="1425" b="0">
                <a:solidFill>
                  <a:srgbClr val="46586A"/>
                </a:solidFill>
                <a:latin typeface="Liberation Sans"/>
                <a:ea typeface="Liberation Sans"/>
                <a:cs typeface="Liberation Sans"/>
              </a:defRPr>
            </a:lvl6pPr>
            <a:lvl7pPr algn="r">
              <a:defRPr sz="1425" b="0">
                <a:solidFill>
                  <a:srgbClr val="46586A"/>
                </a:solidFill>
                <a:latin typeface="Liberation Sans"/>
                <a:ea typeface="Liberation Sans"/>
                <a:cs typeface="Liberation Sans"/>
              </a:defRPr>
            </a:lvl7pPr>
            <a:lvl8pPr algn="r">
              <a:defRPr sz="1425" b="0">
                <a:solidFill>
                  <a:srgbClr val="46586A"/>
                </a:solidFill>
                <a:latin typeface="Liberation Sans"/>
                <a:ea typeface="Liberation Sans"/>
                <a:cs typeface="Liberation Sans"/>
              </a:defRPr>
            </a:lvl8pPr>
            <a:lvl9pPr algn="r">
              <a:defRPr sz="1425" b="0">
                <a:solidFill>
                  <a:srgbClr val="46586A"/>
                </a:solidFill>
                <a:latin typeface="Liberation Sans"/>
                <a:ea typeface="Liberation Sans"/>
                <a:cs typeface="Liberation Sans"/>
              </a:defRPr>
            </a:lvl9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 / 29</a:t>
            </a:r>
          </a:p>
        </p:txBody>
      </p:sp>
      <p:sp>
        <p:nvSpPr>
          <p:cNvPr id="18" name="licence-footer">
            <a:extLst xmlns:a="http://schemas.openxmlformats.org/drawingml/2006/main">
              <a:ext uri="{FF2B5EF4-FFF2-40B4-BE49-F238E27FC236}">
                <a16:creationId xmlns:a16="http://schemas.microsoft.com/office/drawing/2014/main" id="{AB97F17E-E4CE-489D-AE59-2854CEE944D4}"/>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vl1pPr algn="l">
              <a:defRPr sz="1425" b="0">
                <a:solidFill>
                  <a:srgbClr val="46586A"/>
                </a:solidFill>
                <a:latin typeface="Liberation Sans"/>
                <a:ea typeface="Liberation Sans"/>
                <a:cs typeface="Liberation Sans"/>
              </a:defRPr>
            </a:lvl1pPr>
            <a:lvl2pPr algn="l">
              <a:defRPr sz="1425" b="0">
                <a:solidFill>
                  <a:srgbClr val="46586A"/>
                </a:solidFill>
                <a:latin typeface="Liberation Sans"/>
                <a:ea typeface="Liberation Sans"/>
                <a:cs typeface="Liberation Sans"/>
              </a:defRPr>
            </a:lvl2pPr>
            <a:lvl3pPr algn="l">
              <a:defRPr sz="1425" b="0">
                <a:solidFill>
                  <a:srgbClr val="46586A"/>
                </a:solidFill>
                <a:latin typeface="Liberation Sans"/>
                <a:ea typeface="Liberation Sans"/>
                <a:cs typeface="Liberation Sans"/>
              </a:defRPr>
            </a:lvl3pPr>
            <a:lvl4pPr algn="l">
              <a:defRPr sz="1425" b="0">
                <a:solidFill>
                  <a:srgbClr val="46586A"/>
                </a:solidFill>
                <a:latin typeface="Liberation Sans"/>
                <a:ea typeface="Liberation Sans"/>
                <a:cs typeface="Liberation Sans"/>
              </a:defRPr>
            </a:lvl4pPr>
            <a:lvl5pPr algn="l">
              <a:defRPr sz="1425" b="0">
                <a:solidFill>
                  <a:srgbClr val="46586A"/>
                </a:solidFill>
                <a:latin typeface="Liberation Sans"/>
                <a:ea typeface="Liberation Sans"/>
                <a:cs typeface="Liberation Sans"/>
              </a:defRPr>
            </a:lvl5pPr>
            <a:lvl6pPr algn="l">
              <a:defRPr sz="1425" b="0">
                <a:solidFill>
                  <a:srgbClr val="46586A"/>
                </a:solidFill>
                <a:latin typeface="Liberation Sans"/>
                <a:ea typeface="Liberation Sans"/>
                <a:cs typeface="Liberation Sans"/>
              </a:defRPr>
            </a:lvl6pPr>
            <a:lvl7pPr algn="l">
              <a:defRPr sz="1425" b="0">
                <a:solidFill>
                  <a:srgbClr val="46586A"/>
                </a:solidFill>
                <a:latin typeface="Liberation Sans"/>
                <a:ea typeface="Liberation Sans"/>
                <a:cs typeface="Liberation Sans"/>
              </a:defRPr>
            </a:lvl7pPr>
            <a:lvl8pPr algn="l">
              <a:defRPr sz="1425" b="0">
                <a:solidFill>
                  <a:srgbClr val="46586A"/>
                </a:solidFill>
                <a:latin typeface="Liberation Sans"/>
                <a:ea typeface="Liberation Sans"/>
                <a:cs typeface="Liberation Sans"/>
              </a:defRPr>
            </a:lvl8pPr>
            <a:lvl9pPr algn="l">
              <a:defRPr sz="1425" b="0">
                <a:solidFill>
                  <a:srgbClr val="46586A"/>
                </a:solidFill>
                <a:latin typeface="Liberation Sans"/>
                <a:ea typeface="Liberation Sans"/>
                <a:cs typeface="Liberation Sans"/>
              </a:defRPr>
            </a:lvl9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9" name="">
            <a:extLst xmlns:a="http://schemas.openxmlformats.org/drawingml/2006/main">
              <a:ext uri="{FF2B5EF4-FFF2-40B4-BE49-F238E27FC236}">
                <a16:creationId xmlns:a16="http://schemas.microsoft.com/office/drawing/2014/main" id="{B4518417-38AD-429D-B53F-6760C292BDD2}"/>
              </a:ext>
            </a:extLst>
          </p:cNvPr>
          <p:cNvPicPr>
            <a:picLocks xmlns:a="http://schemas.openxmlformats.org/drawingml/2006/main" noChangeAspect="1"/>
          </p:cNvPicPr>
          <p:nvPr/>
        </p:nvPicPr>
        <p:blipFill>
          <a:blip xmlns:r="http://schemas.openxmlformats.org/officeDocument/2006/relationships" xmlns:a="http://schemas.openxmlformats.org/drawingml/2006/main" r:embed="R28dba9ddb3e54f5b"/>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20" name="answer-text">
            <a:extLst xmlns:a="http://schemas.openxmlformats.org/drawingml/2006/main">
              <a:ext uri="{FF2B5EF4-FFF2-40B4-BE49-F238E27FC236}">
                <a16:creationId xmlns:a16="http://schemas.microsoft.com/office/drawing/2014/main" id="{EC6AC9A3-9C3D-4495-BB0A-3C4C74E1E1A6}"/>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1. Eating grass.</a:t>
            </a:r>
          </a:p>
        </p:txBody>
      </p:sp>
      <p:sp>
        <p:nvSpPr>
          <p:cNvPr id="21" name="answer-text">
            <a:extLst xmlns:a="http://schemas.openxmlformats.org/drawingml/2006/main">
              <a:ext uri="{FF2B5EF4-FFF2-40B4-BE49-F238E27FC236}">
                <a16:creationId xmlns:a16="http://schemas.microsoft.com/office/drawing/2014/main" id="{745393D4-6C8E-4757-B4B5-68EB31C7B59E}"/>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2. For example, grass.</a:t>
            </a:r>
          </a:p>
        </p:txBody>
      </p:sp>
      <p:sp>
        <p:nvSpPr>
          <p:cNvPr id="22" name="answer-text">
            <a:extLst xmlns:a="http://schemas.openxmlformats.org/drawingml/2006/main">
              <a:ext uri="{FF2B5EF4-FFF2-40B4-BE49-F238E27FC236}">
                <a16:creationId xmlns:a16="http://schemas.microsoft.com/office/drawing/2014/main" id="{305BFDA8-7CA8-47F9-AF9A-9320C6B4475C}"/>
              </a:ext>
            </a:extLst>
          </p:cNvPr>
          <p:cNvSpPr>
            <a:spLocks xmlns:a="http://schemas.openxmlformats.org/drawingml/2006/main" noGrp="1"/>
          </p:cNvSpPr>
          <p:nvPr/>
        </p:nvSpPr>
        <p:spPr>
          <a:xfrm xmlns:a="http://schemas.openxmlformats.org/drawingml/2006/main">
            <a:off x="457200" y="2533650"/>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3. Food gives us the energy and parts we need to grow.</a:t>
            </a:r>
          </a:p>
        </p:txBody>
      </p:sp>
      <p:sp>
        <p:nvSpPr>
          <p:cNvPr id="23" name="answer-text">
            <a:extLst xmlns:a="http://schemas.openxmlformats.org/drawingml/2006/main">
              <a:ext uri="{FF2B5EF4-FFF2-40B4-BE49-F238E27FC236}">
                <a16:creationId xmlns:a16="http://schemas.microsoft.com/office/drawing/2014/main" id="{10CA29BF-2A1F-4BF6-8F72-1C2528118344}"/>
              </a:ext>
            </a:extLst>
          </p:cNvPr>
          <p:cNvSpPr>
            <a:spLocks xmlns:a="http://schemas.openxmlformats.org/drawingml/2006/main" noGrp="1"/>
          </p:cNvSpPr>
          <p:nvPr/>
        </p:nvSpPr>
        <p:spPr>
          <a:xfrm xmlns:a="http://schemas.openxmlformats.org/drawingml/2006/main">
            <a:off x="457200" y="2924175"/>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4. Pull.</a:t>
            </a:r>
          </a:p>
        </p:txBody>
      </p:sp>
    </p:spTree>
    <p:extLst>
      <p:ext uri="{BB962C8B-B14F-4D97-AF65-F5344CB8AC3E}">
        <p14:creationId xmlns:p14="http://schemas.microsoft.com/office/powerpoint/2010/main" val="161800581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lesson-header">
            <a:extLst xmlns:a="http://schemas.openxmlformats.org/drawingml/2006/main">
              <a:ext uri="{FF2B5EF4-FFF2-40B4-BE49-F238E27FC236}">
                <a16:creationId xmlns:a16="http://schemas.microsoft.com/office/drawing/2014/main" id="{B51F6276-92B1-472C-85C8-3588FB7BD2E0}"/>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vl1pPr algn="l">
              <a:defRPr sz="1425" b="1">
                <a:solidFill>
                  <a:srgbClr val="355E7B"/>
                </a:solidFill>
                <a:latin typeface="Liberation Sans"/>
                <a:ea typeface="Liberation Sans"/>
                <a:cs typeface="Liberation Sans"/>
              </a:defRPr>
            </a:lvl1pPr>
            <a:lvl2pPr algn="l">
              <a:defRPr sz="1425" b="1">
                <a:solidFill>
                  <a:srgbClr val="355E7B"/>
                </a:solidFill>
                <a:latin typeface="Liberation Sans"/>
                <a:ea typeface="Liberation Sans"/>
                <a:cs typeface="Liberation Sans"/>
              </a:defRPr>
            </a:lvl2pPr>
            <a:lvl3pPr algn="l">
              <a:defRPr sz="1425" b="1">
                <a:solidFill>
                  <a:srgbClr val="355E7B"/>
                </a:solidFill>
                <a:latin typeface="Liberation Sans"/>
                <a:ea typeface="Liberation Sans"/>
                <a:cs typeface="Liberation Sans"/>
              </a:defRPr>
            </a:lvl3pPr>
            <a:lvl4pPr algn="l">
              <a:defRPr sz="1425" b="1">
                <a:solidFill>
                  <a:srgbClr val="355E7B"/>
                </a:solidFill>
                <a:latin typeface="Liberation Sans"/>
                <a:ea typeface="Liberation Sans"/>
                <a:cs typeface="Liberation Sans"/>
              </a:defRPr>
            </a:lvl4pPr>
            <a:lvl5pPr algn="l">
              <a:defRPr sz="1425" b="1">
                <a:solidFill>
                  <a:srgbClr val="355E7B"/>
                </a:solidFill>
                <a:latin typeface="Liberation Sans"/>
                <a:ea typeface="Liberation Sans"/>
                <a:cs typeface="Liberation Sans"/>
              </a:defRPr>
            </a:lvl5pPr>
            <a:lvl6pPr algn="l">
              <a:defRPr sz="1425" b="1">
                <a:solidFill>
                  <a:srgbClr val="355E7B"/>
                </a:solidFill>
                <a:latin typeface="Liberation Sans"/>
                <a:ea typeface="Liberation Sans"/>
                <a:cs typeface="Liberation Sans"/>
              </a:defRPr>
            </a:lvl6pPr>
            <a:lvl7pPr algn="l">
              <a:defRPr sz="1425" b="1">
                <a:solidFill>
                  <a:srgbClr val="355E7B"/>
                </a:solidFill>
                <a:latin typeface="Liberation Sans"/>
                <a:ea typeface="Liberation Sans"/>
                <a:cs typeface="Liberation Sans"/>
              </a:defRPr>
            </a:lvl7pPr>
            <a:lvl8pPr algn="l">
              <a:defRPr sz="1425" b="1">
                <a:solidFill>
                  <a:srgbClr val="355E7B"/>
                </a:solidFill>
                <a:latin typeface="Liberation Sans"/>
                <a:ea typeface="Liberation Sans"/>
                <a:cs typeface="Liberation Sans"/>
              </a:defRPr>
            </a:lvl8pPr>
            <a:lvl9pPr algn="l">
              <a:defRPr sz="1425" b="1">
                <a:solidFill>
                  <a:srgbClr val="355E7B"/>
                </a:solidFill>
                <a:latin typeface="Liberation Sans"/>
                <a:ea typeface="Liberation Sans"/>
                <a:cs typeface="Liberation Sans"/>
              </a:defRPr>
            </a:lvl9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SCIENCE · AUTUMN 1 · Week 8</a:t>
            </a:r>
          </a:p>
        </p:txBody>
      </p:sp>
      <p:sp>
        <p:nvSpPr>
          <p:cNvPr id="2" name="stage-clock">
            <a:extLst xmlns:a="http://schemas.openxmlformats.org/drawingml/2006/main">
              <a:ext uri="{FF2B5EF4-FFF2-40B4-BE49-F238E27FC236}">
                <a16:creationId xmlns:a16="http://schemas.microsoft.com/office/drawing/2014/main" id="{54AEC842-3FC0-434E-80F7-7E5FA11B9B78}"/>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vl1pPr algn="r">
              <a:defRPr sz="1425" b="1">
                <a:solidFill>
                  <a:srgbClr val="355E7B"/>
                </a:solidFill>
                <a:latin typeface="Liberation Sans"/>
                <a:ea typeface="Liberation Sans"/>
                <a:cs typeface="Liberation Sans"/>
              </a:defRPr>
            </a:lvl1pPr>
            <a:lvl2pPr algn="r">
              <a:defRPr sz="1425" b="1">
                <a:solidFill>
                  <a:srgbClr val="355E7B"/>
                </a:solidFill>
                <a:latin typeface="Liberation Sans"/>
                <a:ea typeface="Liberation Sans"/>
                <a:cs typeface="Liberation Sans"/>
              </a:defRPr>
            </a:lvl2pPr>
            <a:lvl3pPr algn="r">
              <a:defRPr sz="1425" b="1">
                <a:solidFill>
                  <a:srgbClr val="355E7B"/>
                </a:solidFill>
                <a:latin typeface="Liberation Sans"/>
                <a:ea typeface="Liberation Sans"/>
                <a:cs typeface="Liberation Sans"/>
              </a:defRPr>
            </a:lvl3pPr>
            <a:lvl4pPr algn="r">
              <a:defRPr sz="1425" b="1">
                <a:solidFill>
                  <a:srgbClr val="355E7B"/>
                </a:solidFill>
                <a:latin typeface="Liberation Sans"/>
                <a:ea typeface="Liberation Sans"/>
                <a:cs typeface="Liberation Sans"/>
              </a:defRPr>
            </a:lvl4pPr>
            <a:lvl5pPr algn="r">
              <a:defRPr sz="1425" b="1">
                <a:solidFill>
                  <a:srgbClr val="355E7B"/>
                </a:solidFill>
                <a:latin typeface="Liberation Sans"/>
                <a:ea typeface="Liberation Sans"/>
                <a:cs typeface="Liberation Sans"/>
              </a:defRPr>
            </a:lvl5pPr>
            <a:lvl6pPr algn="r">
              <a:defRPr sz="1425" b="1">
                <a:solidFill>
                  <a:srgbClr val="355E7B"/>
                </a:solidFill>
                <a:latin typeface="Liberation Sans"/>
                <a:ea typeface="Liberation Sans"/>
                <a:cs typeface="Liberation Sans"/>
              </a:defRPr>
            </a:lvl6pPr>
            <a:lvl7pPr algn="r">
              <a:defRPr sz="1425" b="1">
                <a:solidFill>
                  <a:srgbClr val="355E7B"/>
                </a:solidFill>
                <a:latin typeface="Liberation Sans"/>
                <a:ea typeface="Liberation Sans"/>
                <a:cs typeface="Liberation Sans"/>
              </a:defRPr>
            </a:lvl7pPr>
            <a:lvl8pPr algn="r">
              <a:defRPr sz="1425" b="1">
                <a:solidFill>
                  <a:srgbClr val="355E7B"/>
                </a:solidFill>
                <a:latin typeface="Liberation Sans"/>
                <a:ea typeface="Liberation Sans"/>
                <a:cs typeface="Liberation Sans"/>
              </a:defRPr>
            </a:lvl8pPr>
            <a:lvl9pPr algn="r">
              <a:defRPr sz="1425" b="1">
                <a:solidFill>
                  <a:srgbClr val="355E7B"/>
                </a:solidFill>
                <a:latin typeface="Liberation Sans"/>
                <a:ea typeface="Liberation Sans"/>
                <a:cs typeface="Liberation Sans"/>
              </a:defRPr>
            </a:lvl9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Starter · 3 min · 03 to 06</a:t>
            </a:r>
          </a:p>
        </p:txBody>
      </p:sp>
      <p:sp>
        <p:nvSpPr>
          <p:cNvPr id="3" name="slide-title">
            <a:extLst xmlns:a="http://schemas.openxmlformats.org/drawingml/2006/main">
              <a:ext uri="{FF2B5EF4-FFF2-40B4-BE49-F238E27FC236}">
                <a16:creationId xmlns:a16="http://schemas.microsoft.com/office/drawing/2014/main" id="{A3A95855-73CF-4972-9976-8C7E36FA6B53}"/>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vl1pPr algn="l">
              <a:defRPr sz="2700" b="1">
                <a:solidFill>
                  <a:srgbClr val="355E7B"/>
                </a:solidFill>
                <a:latin typeface="Liberation Sans"/>
                <a:ea typeface="Liberation Sans"/>
                <a:cs typeface="Liberation Sans"/>
              </a:defRPr>
            </a:lvl1pPr>
            <a:lvl2pPr algn="l">
              <a:defRPr sz="2700" b="1">
                <a:solidFill>
                  <a:srgbClr val="355E7B"/>
                </a:solidFill>
                <a:latin typeface="Liberation Sans"/>
                <a:ea typeface="Liberation Sans"/>
                <a:cs typeface="Liberation Sans"/>
              </a:defRPr>
            </a:lvl2pPr>
            <a:lvl3pPr algn="l">
              <a:defRPr sz="2700" b="1">
                <a:solidFill>
                  <a:srgbClr val="355E7B"/>
                </a:solidFill>
                <a:latin typeface="Liberation Sans"/>
                <a:ea typeface="Liberation Sans"/>
                <a:cs typeface="Liberation Sans"/>
              </a:defRPr>
            </a:lvl3pPr>
            <a:lvl4pPr algn="l">
              <a:defRPr sz="2700" b="1">
                <a:solidFill>
                  <a:srgbClr val="355E7B"/>
                </a:solidFill>
                <a:latin typeface="Liberation Sans"/>
                <a:ea typeface="Liberation Sans"/>
                <a:cs typeface="Liberation Sans"/>
              </a:defRPr>
            </a:lvl4pPr>
            <a:lvl5pPr algn="l">
              <a:defRPr sz="2700" b="1">
                <a:solidFill>
                  <a:srgbClr val="355E7B"/>
                </a:solidFill>
                <a:latin typeface="Liberation Sans"/>
                <a:ea typeface="Liberation Sans"/>
                <a:cs typeface="Liberation Sans"/>
              </a:defRPr>
            </a:lvl5pPr>
            <a:lvl6pPr algn="l">
              <a:defRPr sz="2700" b="1">
                <a:solidFill>
                  <a:srgbClr val="355E7B"/>
                </a:solidFill>
                <a:latin typeface="Liberation Sans"/>
                <a:ea typeface="Liberation Sans"/>
                <a:cs typeface="Liberation Sans"/>
              </a:defRPr>
            </a:lvl6pPr>
            <a:lvl7pPr algn="l">
              <a:defRPr sz="2700" b="1">
                <a:solidFill>
                  <a:srgbClr val="355E7B"/>
                </a:solidFill>
                <a:latin typeface="Liberation Sans"/>
                <a:ea typeface="Liberation Sans"/>
                <a:cs typeface="Liberation Sans"/>
              </a:defRPr>
            </a:lvl7pPr>
            <a:lvl8pPr algn="l">
              <a:defRPr sz="2700" b="1">
                <a:solidFill>
                  <a:srgbClr val="355E7B"/>
                </a:solidFill>
                <a:latin typeface="Liberation Sans"/>
                <a:ea typeface="Liberation Sans"/>
                <a:cs typeface="Liberation Sans"/>
              </a:defRPr>
            </a:lvl8pPr>
            <a:lvl9pPr algn="l">
              <a:defRPr sz="2700" b="1">
                <a:solidFill>
                  <a:srgbClr val="355E7B"/>
                </a:solidFill>
                <a:latin typeface="Liberation Sans"/>
                <a:ea typeface="Liberation Sans"/>
                <a:cs typeface="Liberation Sans"/>
              </a:defRPr>
            </a:lvl9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Starter</a:t>
            </a:r>
          </a:p>
        </p:txBody>
      </p:sp>
      <p:sp>
        <p:nvSpPr>
          <p:cNvPr id="4" name="shape">
            <a:extLst xmlns:a="http://schemas.openxmlformats.org/drawingml/2006/main">
              <a:ext uri="{FF2B5EF4-FFF2-40B4-BE49-F238E27FC236}">
                <a16:creationId xmlns:a16="http://schemas.microsoft.com/office/drawing/2014/main" id="{70000258-F992-499F-94CA-A3EE4DDBB075}"/>
              </a:ext>
            </a:extLst>
          </p:cNvPr>
          <p:cNvSpPr>
            <a:spLocks xmlns:a="http://schemas.openxmlformats.org/drawingml/2006/main" noGrp="1"/>
          </p:cNvSpPr>
          <p:nvPr/>
        </p:nvSpPr>
        <p:spPr>
          <a:xfrm xmlns:a="http://schemas.openxmlformats.org/drawingml/2006/main">
            <a:off x="381000"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586F577D-3CC1-4CA9-A71D-54F3EBB6BD55}"/>
              </a:ext>
            </a:extLst>
          </p:cNvPr>
          <p:cNvSpPr>
            <a:spLocks xmlns:a="http://schemas.openxmlformats.org/drawingml/2006/main" noGrp="1"/>
          </p:cNvSpPr>
          <p:nvPr/>
        </p:nvSpPr>
        <p:spPr>
          <a:xfrm xmlns:a="http://schemas.openxmlformats.org/drawingml/2006/main">
            <a:off x="1234678"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5E87C5DB-26E7-47BA-9D4C-EF607EBA19C5}"/>
              </a:ext>
            </a:extLst>
          </p:cNvPr>
          <p:cNvSpPr>
            <a:spLocks xmlns:a="http://schemas.openxmlformats.org/drawingml/2006/main" noGrp="1"/>
          </p:cNvSpPr>
          <p:nvPr/>
        </p:nvSpPr>
        <p:spPr>
          <a:xfrm xmlns:a="http://schemas.openxmlformats.org/drawingml/2006/main">
            <a:off x="2088356"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7E1D1520-209F-4291-B22A-35C8A16866AF}"/>
              </a:ext>
            </a:extLst>
          </p:cNvPr>
          <p:cNvSpPr>
            <a:spLocks xmlns:a="http://schemas.openxmlformats.org/drawingml/2006/main" noGrp="1"/>
          </p:cNvSpPr>
          <p:nvPr/>
        </p:nvSpPr>
        <p:spPr>
          <a:xfrm xmlns:a="http://schemas.openxmlformats.org/drawingml/2006/main">
            <a:off x="3226594"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52185288-267B-4D2D-8B94-26FEB5581372}"/>
              </a:ext>
            </a:extLst>
          </p:cNvPr>
          <p:cNvSpPr>
            <a:spLocks xmlns:a="http://schemas.openxmlformats.org/drawingml/2006/main" noGrp="1"/>
          </p:cNvSpPr>
          <p:nvPr/>
        </p:nvSpPr>
        <p:spPr>
          <a:xfrm xmlns:a="http://schemas.openxmlformats.org/drawingml/2006/main">
            <a:off x="4364831"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B278E204-43A4-4765-8648-569A2D9E1F71}"/>
              </a:ext>
            </a:extLst>
          </p:cNvPr>
          <p:cNvSpPr>
            <a:spLocks xmlns:a="http://schemas.openxmlformats.org/drawingml/2006/main" noGrp="1"/>
          </p:cNvSpPr>
          <p:nvPr/>
        </p:nvSpPr>
        <p:spPr>
          <a:xfrm xmlns:a="http://schemas.openxmlformats.org/drawingml/2006/main">
            <a:off x="5218509"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shape">
            <a:extLst xmlns:a="http://schemas.openxmlformats.org/drawingml/2006/main">
              <a:ext uri="{FF2B5EF4-FFF2-40B4-BE49-F238E27FC236}">
                <a16:creationId xmlns:a16="http://schemas.microsoft.com/office/drawing/2014/main" id="{4B9E024A-888F-4F6F-9FA4-650A9AA80A93}"/>
              </a:ext>
            </a:extLst>
          </p:cNvPr>
          <p:cNvSpPr>
            <a:spLocks xmlns:a="http://schemas.openxmlformats.org/drawingml/2006/main" noGrp="1"/>
          </p:cNvSpPr>
          <p:nvPr/>
        </p:nvSpPr>
        <p:spPr>
          <a:xfrm xmlns:a="http://schemas.openxmlformats.org/drawingml/2006/main">
            <a:off x="6356747" y="1381125"/>
            <a:ext cx="540544"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1" name="shape">
            <a:extLst xmlns:a="http://schemas.openxmlformats.org/drawingml/2006/main">
              <a:ext uri="{FF2B5EF4-FFF2-40B4-BE49-F238E27FC236}">
                <a16:creationId xmlns:a16="http://schemas.microsoft.com/office/drawing/2014/main" id="{A269DBD9-69D2-4B9A-BBF4-DD20B0012196}"/>
              </a:ext>
            </a:extLst>
          </p:cNvPr>
          <p:cNvSpPr>
            <a:spLocks xmlns:a="http://schemas.openxmlformats.org/drawingml/2006/main" noGrp="1"/>
          </p:cNvSpPr>
          <p:nvPr/>
        </p:nvSpPr>
        <p:spPr>
          <a:xfrm xmlns:a="http://schemas.openxmlformats.org/drawingml/2006/main">
            <a:off x="6925866" y="1381125"/>
            <a:ext cx="540544"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2" name="shape">
            <a:extLst xmlns:a="http://schemas.openxmlformats.org/drawingml/2006/main">
              <a:ext uri="{FF2B5EF4-FFF2-40B4-BE49-F238E27FC236}">
                <a16:creationId xmlns:a16="http://schemas.microsoft.com/office/drawing/2014/main" id="{DE32D4FA-BCF1-42BB-BEA2-124435052E09}"/>
              </a:ext>
            </a:extLst>
          </p:cNvPr>
          <p:cNvSpPr>
            <a:spLocks xmlns:a="http://schemas.openxmlformats.org/drawingml/2006/main" noGrp="1"/>
          </p:cNvSpPr>
          <p:nvPr/>
        </p:nvSpPr>
        <p:spPr>
          <a:xfrm xmlns:a="http://schemas.openxmlformats.org/drawingml/2006/main">
            <a:off x="7494984"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3" name="shape">
            <a:extLst xmlns:a="http://schemas.openxmlformats.org/drawingml/2006/main">
              <a:ext uri="{FF2B5EF4-FFF2-40B4-BE49-F238E27FC236}">
                <a16:creationId xmlns:a16="http://schemas.microsoft.com/office/drawing/2014/main" id="{1F3AD853-6B66-4FBB-9297-D135979D4BB3}"/>
              </a:ext>
            </a:extLst>
          </p:cNvPr>
          <p:cNvSpPr>
            <a:spLocks xmlns:a="http://schemas.openxmlformats.org/drawingml/2006/main" noGrp="1"/>
          </p:cNvSpPr>
          <p:nvPr/>
        </p:nvSpPr>
        <p:spPr>
          <a:xfrm xmlns:a="http://schemas.openxmlformats.org/drawingml/2006/main">
            <a:off x="9771459"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4" name="shape">
            <a:extLst xmlns:a="http://schemas.openxmlformats.org/drawingml/2006/main">
              <a:ext uri="{FF2B5EF4-FFF2-40B4-BE49-F238E27FC236}">
                <a16:creationId xmlns:a16="http://schemas.microsoft.com/office/drawing/2014/main" id="{BF40F2BE-AB01-47CC-9563-5C238814ACC4}"/>
              </a:ext>
            </a:extLst>
          </p:cNvPr>
          <p:cNvSpPr>
            <a:spLocks xmlns:a="http://schemas.openxmlformats.org/drawingml/2006/main" noGrp="1"/>
          </p:cNvSpPr>
          <p:nvPr/>
        </p:nvSpPr>
        <p:spPr>
          <a:xfrm xmlns:a="http://schemas.openxmlformats.org/drawingml/2006/main">
            <a:off x="10625138"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5" name="objective-footer">
            <a:extLst xmlns:a="http://schemas.openxmlformats.org/drawingml/2006/main">
              <a:ext uri="{FF2B5EF4-FFF2-40B4-BE49-F238E27FC236}">
                <a16:creationId xmlns:a16="http://schemas.microsoft.com/office/drawing/2014/main" id="{81CB6555-058C-4FCF-B85C-3D312C18CCAA}"/>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vl1pPr algn="l">
              <a:defRPr sz="1425" b="0">
                <a:solidFill>
                  <a:srgbClr val="46586A"/>
                </a:solidFill>
                <a:latin typeface="Liberation Sans"/>
                <a:ea typeface="Liberation Sans"/>
                <a:cs typeface="Liberation Sans"/>
              </a:defRPr>
            </a:lvl1pPr>
            <a:lvl2pPr algn="l">
              <a:defRPr sz="1425" b="0">
                <a:solidFill>
                  <a:srgbClr val="46586A"/>
                </a:solidFill>
                <a:latin typeface="Liberation Sans"/>
                <a:ea typeface="Liberation Sans"/>
                <a:cs typeface="Liberation Sans"/>
              </a:defRPr>
            </a:lvl2pPr>
            <a:lvl3pPr algn="l">
              <a:defRPr sz="1425" b="0">
                <a:solidFill>
                  <a:srgbClr val="46586A"/>
                </a:solidFill>
                <a:latin typeface="Liberation Sans"/>
                <a:ea typeface="Liberation Sans"/>
                <a:cs typeface="Liberation Sans"/>
              </a:defRPr>
            </a:lvl3pPr>
            <a:lvl4pPr algn="l">
              <a:defRPr sz="1425" b="0">
                <a:solidFill>
                  <a:srgbClr val="46586A"/>
                </a:solidFill>
                <a:latin typeface="Liberation Sans"/>
                <a:ea typeface="Liberation Sans"/>
                <a:cs typeface="Liberation Sans"/>
              </a:defRPr>
            </a:lvl4pPr>
            <a:lvl5pPr algn="l">
              <a:defRPr sz="1425" b="0">
                <a:solidFill>
                  <a:srgbClr val="46586A"/>
                </a:solidFill>
                <a:latin typeface="Liberation Sans"/>
                <a:ea typeface="Liberation Sans"/>
                <a:cs typeface="Liberation Sans"/>
              </a:defRPr>
            </a:lvl5pPr>
            <a:lvl6pPr algn="l">
              <a:defRPr sz="1425" b="0">
                <a:solidFill>
                  <a:srgbClr val="46586A"/>
                </a:solidFill>
                <a:latin typeface="Liberation Sans"/>
                <a:ea typeface="Liberation Sans"/>
                <a:cs typeface="Liberation Sans"/>
              </a:defRPr>
            </a:lvl6pPr>
            <a:lvl7pPr algn="l">
              <a:defRPr sz="1425" b="0">
                <a:solidFill>
                  <a:srgbClr val="46586A"/>
                </a:solidFill>
                <a:latin typeface="Liberation Sans"/>
                <a:ea typeface="Liberation Sans"/>
                <a:cs typeface="Liberation Sans"/>
              </a:defRPr>
            </a:lvl7pPr>
            <a:lvl8pPr algn="l">
              <a:defRPr sz="1425" b="0">
                <a:solidFill>
                  <a:srgbClr val="46586A"/>
                </a:solidFill>
                <a:latin typeface="Liberation Sans"/>
                <a:ea typeface="Liberation Sans"/>
                <a:cs typeface="Liberation Sans"/>
              </a:defRPr>
            </a:lvl8pPr>
            <a:lvl9pPr algn="l">
              <a:defRPr sz="1425" b="0">
                <a:solidFill>
                  <a:srgbClr val="46586A"/>
                </a:solidFill>
                <a:latin typeface="Liberation Sans"/>
                <a:ea typeface="Liberation Sans"/>
                <a:cs typeface="Liberation Sans"/>
              </a:defRPr>
            </a:lvl9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I can explain that animals get food by eating, and plants can make their own food.</a:t>
            </a:r>
          </a:p>
        </p:txBody>
      </p:sp>
      <p:sp>
        <p:nvSpPr>
          <p:cNvPr id="16" name="blank-version-footer">
            <a:extLst xmlns:a="http://schemas.openxmlformats.org/drawingml/2006/main">
              <a:ext uri="{FF2B5EF4-FFF2-40B4-BE49-F238E27FC236}">
                <a16:creationId xmlns:a16="http://schemas.microsoft.com/office/drawing/2014/main" id="{F3A901ED-02BC-4A18-8AEA-4E7CD4465522}"/>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vl1pPr algn="l">
              <a:defRPr sz="1425" b="0">
                <a:solidFill>
                  <a:srgbClr val="46586A"/>
                </a:solidFill>
                <a:latin typeface="Liberation Sans"/>
                <a:ea typeface="Liberation Sans"/>
                <a:cs typeface="Liberation Sans"/>
              </a:defRPr>
            </a:lvl1pPr>
            <a:lvl2pPr algn="l">
              <a:defRPr sz="1425" b="0">
                <a:solidFill>
                  <a:srgbClr val="46586A"/>
                </a:solidFill>
                <a:latin typeface="Liberation Sans"/>
                <a:ea typeface="Liberation Sans"/>
                <a:cs typeface="Liberation Sans"/>
              </a:defRPr>
            </a:lvl2pPr>
            <a:lvl3pPr algn="l">
              <a:defRPr sz="1425" b="0">
                <a:solidFill>
                  <a:srgbClr val="46586A"/>
                </a:solidFill>
                <a:latin typeface="Liberation Sans"/>
                <a:ea typeface="Liberation Sans"/>
                <a:cs typeface="Liberation Sans"/>
              </a:defRPr>
            </a:lvl3pPr>
            <a:lvl4pPr algn="l">
              <a:defRPr sz="1425" b="0">
                <a:solidFill>
                  <a:srgbClr val="46586A"/>
                </a:solidFill>
                <a:latin typeface="Liberation Sans"/>
                <a:ea typeface="Liberation Sans"/>
                <a:cs typeface="Liberation Sans"/>
              </a:defRPr>
            </a:lvl4pPr>
            <a:lvl5pPr algn="l">
              <a:defRPr sz="1425" b="0">
                <a:solidFill>
                  <a:srgbClr val="46586A"/>
                </a:solidFill>
                <a:latin typeface="Liberation Sans"/>
                <a:ea typeface="Liberation Sans"/>
                <a:cs typeface="Liberation Sans"/>
              </a:defRPr>
            </a:lvl5pPr>
            <a:lvl6pPr algn="l">
              <a:defRPr sz="1425" b="0">
                <a:solidFill>
                  <a:srgbClr val="46586A"/>
                </a:solidFill>
                <a:latin typeface="Liberation Sans"/>
                <a:ea typeface="Liberation Sans"/>
                <a:cs typeface="Liberation Sans"/>
              </a:defRPr>
            </a:lvl6pPr>
            <a:lvl7pPr algn="l">
              <a:defRPr sz="1425" b="0">
                <a:solidFill>
                  <a:srgbClr val="46586A"/>
                </a:solidFill>
                <a:latin typeface="Liberation Sans"/>
                <a:ea typeface="Liberation Sans"/>
                <a:cs typeface="Liberation Sans"/>
              </a:defRPr>
            </a:lvl7pPr>
            <a:lvl8pPr algn="l">
              <a:defRPr sz="1425" b="0">
                <a:solidFill>
                  <a:srgbClr val="46586A"/>
                </a:solidFill>
                <a:latin typeface="Liberation Sans"/>
                <a:ea typeface="Liberation Sans"/>
                <a:cs typeface="Liberation Sans"/>
              </a:defRPr>
            </a:lvl8pPr>
            <a:lvl9pPr algn="l">
              <a:defRPr sz="1425" b="0">
                <a:solidFill>
                  <a:srgbClr val="46586A"/>
                </a:solidFill>
                <a:latin typeface="Liberation Sans"/>
                <a:ea typeface="Liberation Sans"/>
                <a:cs typeface="Liberation Sans"/>
              </a:defRPr>
            </a:lvl9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SCI-BUILD-A1-W08-P1 · Version: ______ · Source page SHA-256: ______</a:t>
            </a:r>
          </a:p>
        </p:txBody>
      </p:sp>
      <p:sp>
        <p:nvSpPr>
          <p:cNvPr id="17" name="slide-progress">
            <a:extLst xmlns:a="http://schemas.openxmlformats.org/drawingml/2006/main">
              <a:ext uri="{FF2B5EF4-FFF2-40B4-BE49-F238E27FC236}">
                <a16:creationId xmlns:a16="http://schemas.microsoft.com/office/drawing/2014/main" id="{3FEDA2C8-A301-406D-A0A1-F427BEBC0436}"/>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vl1pPr algn="r">
              <a:defRPr sz="1425" b="0">
                <a:solidFill>
                  <a:srgbClr val="46586A"/>
                </a:solidFill>
                <a:latin typeface="Liberation Sans"/>
                <a:ea typeface="Liberation Sans"/>
                <a:cs typeface="Liberation Sans"/>
              </a:defRPr>
            </a:lvl1pPr>
            <a:lvl2pPr algn="r">
              <a:defRPr sz="1425" b="0">
                <a:solidFill>
                  <a:srgbClr val="46586A"/>
                </a:solidFill>
                <a:latin typeface="Liberation Sans"/>
                <a:ea typeface="Liberation Sans"/>
                <a:cs typeface="Liberation Sans"/>
              </a:defRPr>
            </a:lvl2pPr>
            <a:lvl3pPr algn="r">
              <a:defRPr sz="1425" b="0">
                <a:solidFill>
                  <a:srgbClr val="46586A"/>
                </a:solidFill>
                <a:latin typeface="Liberation Sans"/>
                <a:ea typeface="Liberation Sans"/>
                <a:cs typeface="Liberation Sans"/>
              </a:defRPr>
            </a:lvl3pPr>
            <a:lvl4pPr algn="r">
              <a:defRPr sz="1425" b="0">
                <a:solidFill>
                  <a:srgbClr val="46586A"/>
                </a:solidFill>
                <a:latin typeface="Liberation Sans"/>
                <a:ea typeface="Liberation Sans"/>
                <a:cs typeface="Liberation Sans"/>
              </a:defRPr>
            </a:lvl4pPr>
            <a:lvl5pPr algn="r">
              <a:defRPr sz="1425" b="0">
                <a:solidFill>
                  <a:srgbClr val="46586A"/>
                </a:solidFill>
                <a:latin typeface="Liberation Sans"/>
                <a:ea typeface="Liberation Sans"/>
                <a:cs typeface="Liberation Sans"/>
              </a:defRPr>
            </a:lvl5pPr>
            <a:lvl6pPr algn="r">
              <a:defRPr sz="1425" b="0">
                <a:solidFill>
                  <a:srgbClr val="46586A"/>
                </a:solidFill>
                <a:latin typeface="Liberation Sans"/>
                <a:ea typeface="Liberation Sans"/>
                <a:cs typeface="Liberation Sans"/>
              </a:defRPr>
            </a:lvl6pPr>
            <a:lvl7pPr algn="r">
              <a:defRPr sz="1425" b="0">
                <a:solidFill>
                  <a:srgbClr val="46586A"/>
                </a:solidFill>
                <a:latin typeface="Liberation Sans"/>
                <a:ea typeface="Liberation Sans"/>
                <a:cs typeface="Liberation Sans"/>
              </a:defRPr>
            </a:lvl7pPr>
            <a:lvl8pPr algn="r">
              <a:defRPr sz="1425" b="0">
                <a:solidFill>
                  <a:srgbClr val="46586A"/>
                </a:solidFill>
                <a:latin typeface="Liberation Sans"/>
                <a:ea typeface="Liberation Sans"/>
                <a:cs typeface="Liberation Sans"/>
              </a:defRPr>
            </a:lvl8pPr>
            <a:lvl9pPr algn="r">
              <a:defRPr sz="1425" b="0">
                <a:solidFill>
                  <a:srgbClr val="46586A"/>
                </a:solidFill>
                <a:latin typeface="Liberation Sans"/>
                <a:ea typeface="Liberation Sans"/>
                <a:cs typeface="Liberation Sans"/>
              </a:defRPr>
            </a:lvl9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4 / 29</a:t>
            </a:r>
          </a:p>
        </p:txBody>
      </p:sp>
      <p:sp>
        <p:nvSpPr>
          <p:cNvPr id="18" name="licence-footer">
            <a:extLst xmlns:a="http://schemas.openxmlformats.org/drawingml/2006/main">
              <a:ext uri="{FF2B5EF4-FFF2-40B4-BE49-F238E27FC236}">
                <a16:creationId xmlns:a16="http://schemas.microsoft.com/office/drawing/2014/main" id="{24836364-6EF6-4EB0-AA77-F182276D14EB}"/>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vl1pPr algn="l">
              <a:defRPr sz="1425" b="0">
                <a:solidFill>
                  <a:srgbClr val="46586A"/>
                </a:solidFill>
                <a:latin typeface="Liberation Sans"/>
                <a:ea typeface="Liberation Sans"/>
                <a:cs typeface="Liberation Sans"/>
              </a:defRPr>
            </a:lvl1pPr>
            <a:lvl2pPr algn="l">
              <a:defRPr sz="1425" b="0">
                <a:solidFill>
                  <a:srgbClr val="46586A"/>
                </a:solidFill>
                <a:latin typeface="Liberation Sans"/>
                <a:ea typeface="Liberation Sans"/>
                <a:cs typeface="Liberation Sans"/>
              </a:defRPr>
            </a:lvl2pPr>
            <a:lvl3pPr algn="l">
              <a:defRPr sz="1425" b="0">
                <a:solidFill>
                  <a:srgbClr val="46586A"/>
                </a:solidFill>
                <a:latin typeface="Liberation Sans"/>
                <a:ea typeface="Liberation Sans"/>
                <a:cs typeface="Liberation Sans"/>
              </a:defRPr>
            </a:lvl3pPr>
            <a:lvl4pPr algn="l">
              <a:defRPr sz="1425" b="0">
                <a:solidFill>
                  <a:srgbClr val="46586A"/>
                </a:solidFill>
                <a:latin typeface="Liberation Sans"/>
                <a:ea typeface="Liberation Sans"/>
                <a:cs typeface="Liberation Sans"/>
              </a:defRPr>
            </a:lvl4pPr>
            <a:lvl5pPr algn="l">
              <a:defRPr sz="1425" b="0">
                <a:solidFill>
                  <a:srgbClr val="46586A"/>
                </a:solidFill>
                <a:latin typeface="Liberation Sans"/>
                <a:ea typeface="Liberation Sans"/>
                <a:cs typeface="Liberation Sans"/>
              </a:defRPr>
            </a:lvl5pPr>
            <a:lvl6pPr algn="l">
              <a:defRPr sz="1425" b="0">
                <a:solidFill>
                  <a:srgbClr val="46586A"/>
                </a:solidFill>
                <a:latin typeface="Liberation Sans"/>
                <a:ea typeface="Liberation Sans"/>
                <a:cs typeface="Liberation Sans"/>
              </a:defRPr>
            </a:lvl6pPr>
            <a:lvl7pPr algn="l">
              <a:defRPr sz="1425" b="0">
                <a:solidFill>
                  <a:srgbClr val="46586A"/>
                </a:solidFill>
                <a:latin typeface="Liberation Sans"/>
                <a:ea typeface="Liberation Sans"/>
                <a:cs typeface="Liberation Sans"/>
              </a:defRPr>
            </a:lvl7pPr>
            <a:lvl8pPr algn="l">
              <a:defRPr sz="1425" b="0">
                <a:solidFill>
                  <a:srgbClr val="46586A"/>
                </a:solidFill>
                <a:latin typeface="Liberation Sans"/>
                <a:ea typeface="Liberation Sans"/>
                <a:cs typeface="Liberation Sans"/>
              </a:defRPr>
            </a:lvl8pPr>
            <a:lvl9pPr algn="l">
              <a:defRPr sz="1425" b="0">
                <a:solidFill>
                  <a:srgbClr val="46586A"/>
                </a:solidFill>
                <a:latin typeface="Liberation Sans"/>
                <a:ea typeface="Liberation Sans"/>
                <a:cs typeface="Liberation Sans"/>
              </a:defRPr>
            </a:lvl9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9" name="">
            <a:extLst xmlns:a="http://schemas.openxmlformats.org/drawingml/2006/main">
              <a:ext uri="{FF2B5EF4-FFF2-40B4-BE49-F238E27FC236}">
                <a16:creationId xmlns:a16="http://schemas.microsoft.com/office/drawing/2014/main" id="{DD686C26-D27F-4DE9-A5DE-A111ACE2253A}"/>
              </a:ext>
            </a:extLst>
          </p:cNvPr>
          <p:cNvPicPr>
            <a:picLocks xmlns:a="http://schemas.openxmlformats.org/drawingml/2006/main" noChangeAspect="1"/>
          </p:cNvPicPr>
          <p:nvPr/>
        </p:nvPicPr>
        <p:blipFill>
          <a:blip xmlns:r="http://schemas.openxmlformats.org/officeDocument/2006/relationships" xmlns:a="http://schemas.openxmlformats.org/drawingml/2006/main" r:embed="Rf976cf1a58a54e09"/>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20" name="pupil-text">
            <a:extLst xmlns:a="http://schemas.openxmlformats.org/drawingml/2006/main">
              <a:ext uri="{FF2B5EF4-FFF2-40B4-BE49-F238E27FC236}">
                <a16:creationId xmlns:a16="http://schemas.microsoft.com/office/drawing/2014/main" id="{59ACBCA5-E390-4421-8FE4-D8B7F35A2348}"/>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Write one short answer to today’s opening question.</a:t>
            </a:r>
          </a:p>
        </p:txBody>
      </p:sp>
      <p:sp>
        <p:nvSpPr>
          <p:cNvPr id="21" name="pupil-text">
            <a:extLst xmlns:a="http://schemas.openxmlformats.org/drawingml/2006/main">
              <a:ext uri="{FF2B5EF4-FFF2-40B4-BE49-F238E27FC236}">
                <a16:creationId xmlns:a16="http://schemas.microsoft.com/office/drawing/2014/main" id="{01DDBA53-5D5D-4180-A254-EF244FC8C044}"/>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 plant and rabbit both need energy. Which can make its own food?</a:t>
            </a:r>
          </a:p>
        </p:txBody>
      </p:sp>
      <p:sp>
        <p:nvSpPr>
          <p:cNvPr id="22" name="pupil-text">
            <a:extLst xmlns:a="http://schemas.openxmlformats.org/drawingml/2006/main">
              <a:ext uri="{FF2B5EF4-FFF2-40B4-BE49-F238E27FC236}">
                <a16:creationId xmlns:a16="http://schemas.microsoft.com/office/drawing/2014/main" id="{B459344C-C6BE-448F-B253-A7A86BD10B39}"/>
              </a:ext>
            </a:extLst>
          </p:cNvPr>
          <p:cNvSpPr>
            <a:spLocks xmlns:a="http://schemas.openxmlformats.org/drawingml/2006/main" noGrp="1"/>
          </p:cNvSpPr>
          <p:nvPr/>
        </p:nvSpPr>
        <p:spPr>
          <a:xfrm xmlns:a="http://schemas.openxmlformats.org/drawingml/2006/main">
            <a:off x="457200" y="2533650"/>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 The green plant.</a:t>
            </a:r>
          </a:p>
        </p:txBody>
      </p:sp>
      <p:sp>
        <p:nvSpPr>
          <p:cNvPr id="23" name="pupil-text">
            <a:extLst xmlns:a="http://schemas.openxmlformats.org/drawingml/2006/main">
              <a:ext uri="{FF2B5EF4-FFF2-40B4-BE49-F238E27FC236}">
                <a16:creationId xmlns:a16="http://schemas.microsoft.com/office/drawing/2014/main" id="{91C6861A-26E5-427D-BE7C-8CAE496FBB0A}"/>
              </a:ext>
            </a:extLst>
          </p:cNvPr>
          <p:cNvSpPr>
            <a:spLocks xmlns:a="http://schemas.openxmlformats.org/drawingml/2006/main" noGrp="1"/>
          </p:cNvSpPr>
          <p:nvPr/>
        </p:nvSpPr>
        <p:spPr>
          <a:xfrm xmlns:a="http://schemas.openxmlformats.org/drawingml/2006/main">
            <a:off x="457200" y="2924175"/>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 The rabbit.</a:t>
            </a:r>
          </a:p>
        </p:txBody>
      </p:sp>
      <p:sp>
        <p:nvSpPr>
          <p:cNvPr id="24" name="pupil-text">
            <a:extLst xmlns:a="http://schemas.openxmlformats.org/drawingml/2006/main">
              <a:ext uri="{FF2B5EF4-FFF2-40B4-BE49-F238E27FC236}">
                <a16:creationId xmlns:a16="http://schemas.microsoft.com/office/drawing/2014/main" id="{C3F76CF9-F3B6-4D56-9FA9-D6433B72CE0D}"/>
              </a:ext>
            </a:extLst>
          </p:cNvPr>
          <p:cNvSpPr>
            <a:spLocks xmlns:a="http://schemas.openxmlformats.org/drawingml/2006/main" noGrp="1"/>
          </p:cNvSpPr>
          <p:nvPr/>
        </p:nvSpPr>
        <p:spPr>
          <a:xfrm xmlns:a="http://schemas.openxmlformats.org/drawingml/2006/main">
            <a:off x="457200" y="3314700"/>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 Both animals and plants make their own food.</a:t>
            </a:r>
          </a:p>
        </p:txBody>
      </p:sp>
    </p:spTree>
    <p:extLst>
      <p:ext uri="{BB962C8B-B14F-4D97-AF65-F5344CB8AC3E}">
        <p14:creationId xmlns:p14="http://schemas.microsoft.com/office/powerpoint/2010/main" val="46970561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B7F5950E-F2A7-4869-85D9-4436BD14D6A6}"/>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vl1pPr algn="l">
              <a:defRPr sz="1425" b="1">
                <a:solidFill>
                  <a:srgbClr val="355E7B"/>
                </a:solidFill>
                <a:latin typeface="Liberation Sans"/>
                <a:ea typeface="Liberation Sans"/>
                <a:cs typeface="Liberation Sans"/>
              </a:defRPr>
            </a:lvl1pPr>
            <a:lvl2pPr algn="l">
              <a:defRPr sz="1425" b="1">
                <a:solidFill>
                  <a:srgbClr val="355E7B"/>
                </a:solidFill>
                <a:latin typeface="Liberation Sans"/>
                <a:ea typeface="Liberation Sans"/>
                <a:cs typeface="Liberation Sans"/>
              </a:defRPr>
            </a:lvl2pPr>
            <a:lvl3pPr algn="l">
              <a:defRPr sz="1425" b="1">
                <a:solidFill>
                  <a:srgbClr val="355E7B"/>
                </a:solidFill>
                <a:latin typeface="Liberation Sans"/>
                <a:ea typeface="Liberation Sans"/>
                <a:cs typeface="Liberation Sans"/>
              </a:defRPr>
            </a:lvl3pPr>
            <a:lvl4pPr algn="l">
              <a:defRPr sz="1425" b="1">
                <a:solidFill>
                  <a:srgbClr val="355E7B"/>
                </a:solidFill>
                <a:latin typeface="Liberation Sans"/>
                <a:ea typeface="Liberation Sans"/>
                <a:cs typeface="Liberation Sans"/>
              </a:defRPr>
            </a:lvl4pPr>
            <a:lvl5pPr algn="l">
              <a:defRPr sz="1425" b="1">
                <a:solidFill>
                  <a:srgbClr val="355E7B"/>
                </a:solidFill>
                <a:latin typeface="Liberation Sans"/>
                <a:ea typeface="Liberation Sans"/>
                <a:cs typeface="Liberation Sans"/>
              </a:defRPr>
            </a:lvl5pPr>
            <a:lvl6pPr algn="l">
              <a:defRPr sz="1425" b="1">
                <a:solidFill>
                  <a:srgbClr val="355E7B"/>
                </a:solidFill>
                <a:latin typeface="Liberation Sans"/>
                <a:ea typeface="Liberation Sans"/>
                <a:cs typeface="Liberation Sans"/>
              </a:defRPr>
            </a:lvl6pPr>
            <a:lvl7pPr algn="l">
              <a:defRPr sz="1425" b="1">
                <a:solidFill>
                  <a:srgbClr val="355E7B"/>
                </a:solidFill>
                <a:latin typeface="Liberation Sans"/>
                <a:ea typeface="Liberation Sans"/>
                <a:cs typeface="Liberation Sans"/>
              </a:defRPr>
            </a:lvl7pPr>
            <a:lvl8pPr algn="l">
              <a:defRPr sz="1425" b="1">
                <a:solidFill>
                  <a:srgbClr val="355E7B"/>
                </a:solidFill>
                <a:latin typeface="Liberation Sans"/>
                <a:ea typeface="Liberation Sans"/>
                <a:cs typeface="Liberation Sans"/>
              </a:defRPr>
            </a:lvl8pPr>
            <a:lvl9pPr algn="l">
              <a:defRPr sz="1425" b="1">
                <a:solidFill>
                  <a:srgbClr val="355E7B"/>
                </a:solidFill>
                <a:latin typeface="Liberation Sans"/>
                <a:ea typeface="Liberation Sans"/>
                <a:cs typeface="Liberation Sans"/>
              </a:defRPr>
            </a:lvl9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SCIENCE · AUTUMN 1 · Week 8</a:t>
            </a:r>
          </a:p>
        </p:txBody>
      </p:sp>
      <p:sp>
        <p:nvSpPr>
          <p:cNvPr id="2" name="stage-clock">
            <a:extLst xmlns:a="http://schemas.openxmlformats.org/drawingml/2006/main">
              <a:ext uri="{FF2B5EF4-FFF2-40B4-BE49-F238E27FC236}">
                <a16:creationId xmlns:a16="http://schemas.microsoft.com/office/drawing/2014/main" id="{744173C2-F2DD-40EF-BD0A-8F84123984EC}"/>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vl1pPr algn="r">
              <a:defRPr sz="1425" b="1">
                <a:solidFill>
                  <a:srgbClr val="355E7B"/>
                </a:solidFill>
                <a:latin typeface="Liberation Sans"/>
                <a:ea typeface="Liberation Sans"/>
                <a:cs typeface="Liberation Sans"/>
              </a:defRPr>
            </a:lvl1pPr>
            <a:lvl2pPr algn="r">
              <a:defRPr sz="1425" b="1">
                <a:solidFill>
                  <a:srgbClr val="355E7B"/>
                </a:solidFill>
                <a:latin typeface="Liberation Sans"/>
                <a:ea typeface="Liberation Sans"/>
                <a:cs typeface="Liberation Sans"/>
              </a:defRPr>
            </a:lvl2pPr>
            <a:lvl3pPr algn="r">
              <a:defRPr sz="1425" b="1">
                <a:solidFill>
                  <a:srgbClr val="355E7B"/>
                </a:solidFill>
                <a:latin typeface="Liberation Sans"/>
                <a:ea typeface="Liberation Sans"/>
                <a:cs typeface="Liberation Sans"/>
              </a:defRPr>
            </a:lvl3pPr>
            <a:lvl4pPr algn="r">
              <a:defRPr sz="1425" b="1">
                <a:solidFill>
                  <a:srgbClr val="355E7B"/>
                </a:solidFill>
                <a:latin typeface="Liberation Sans"/>
                <a:ea typeface="Liberation Sans"/>
                <a:cs typeface="Liberation Sans"/>
              </a:defRPr>
            </a:lvl4pPr>
            <a:lvl5pPr algn="r">
              <a:defRPr sz="1425" b="1">
                <a:solidFill>
                  <a:srgbClr val="355E7B"/>
                </a:solidFill>
                <a:latin typeface="Liberation Sans"/>
                <a:ea typeface="Liberation Sans"/>
                <a:cs typeface="Liberation Sans"/>
              </a:defRPr>
            </a:lvl5pPr>
            <a:lvl6pPr algn="r">
              <a:defRPr sz="1425" b="1">
                <a:solidFill>
                  <a:srgbClr val="355E7B"/>
                </a:solidFill>
                <a:latin typeface="Liberation Sans"/>
                <a:ea typeface="Liberation Sans"/>
                <a:cs typeface="Liberation Sans"/>
              </a:defRPr>
            </a:lvl6pPr>
            <a:lvl7pPr algn="r">
              <a:defRPr sz="1425" b="1">
                <a:solidFill>
                  <a:srgbClr val="355E7B"/>
                </a:solidFill>
                <a:latin typeface="Liberation Sans"/>
                <a:ea typeface="Liberation Sans"/>
                <a:cs typeface="Liberation Sans"/>
              </a:defRPr>
            </a:lvl7pPr>
            <a:lvl8pPr algn="r">
              <a:defRPr sz="1425" b="1">
                <a:solidFill>
                  <a:srgbClr val="355E7B"/>
                </a:solidFill>
                <a:latin typeface="Liberation Sans"/>
                <a:ea typeface="Liberation Sans"/>
                <a:cs typeface="Liberation Sans"/>
              </a:defRPr>
            </a:lvl8pPr>
            <a:lvl9pPr algn="r">
              <a:defRPr sz="1425" b="1">
                <a:solidFill>
                  <a:srgbClr val="355E7B"/>
                </a:solidFill>
                <a:latin typeface="Liberation Sans"/>
                <a:ea typeface="Liberation Sans"/>
                <a:cs typeface="Liberation Sans"/>
              </a:defRPr>
            </a:lvl9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Starter · 3 min · 03 to 06</a:t>
            </a:r>
          </a:p>
        </p:txBody>
      </p:sp>
      <p:sp>
        <p:nvSpPr>
          <p:cNvPr id="3" name="slide-title">
            <a:extLst xmlns:a="http://schemas.openxmlformats.org/drawingml/2006/main">
              <a:ext uri="{FF2B5EF4-FFF2-40B4-BE49-F238E27FC236}">
                <a16:creationId xmlns:a16="http://schemas.microsoft.com/office/drawing/2014/main" id="{CA4B4AAC-7575-4800-92D1-D96E0C9AA5A2}"/>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vl1pPr algn="l">
              <a:defRPr sz="2700" b="1">
                <a:solidFill>
                  <a:srgbClr val="355E7B"/>
                </a:solidFill>
                <a:latin typeface="Liberation Sans"/>
                <a:ea typeface="Liberation Sans"/>
                <a:cs typeface="Liberation Sans"/>
              </a:defRPr>
            </a:lvl1pPr>
            <a:lvl2pPr algn="l">
              <a:defRPr sz="2700" b="1">
                <a:solidFill>
                  <a:srgbClr val="355E7B"/>
                </a:solidFill>
                <a:latin typeface="Liberation Sans"/>
                <a:ea typeface="Liberation Sans"/>
                <a:cs typeface="Liberation Sans"/>
              </a:defRPr>
            </a:lvl2pPr>
            <a:lvl3pPr algn="l">
              <a:defRPr sz="2700" b="1">
                <a:solidFill>
                  <a:srgbClr val="355E7B"/>
                </a:solidFill>
                <a:latin typeface="Liberation Sans"/>
                <a:ea typeface="Liberation Sans"/>
                <a:cs typeface="Liberation Sans"/>
              </a:defRPr>
            </a:lvl3pPr>
            <a:lvl4pPr algn="l">
              <a:defRPr sz="2700" b="1">
                <a:solidFill>
                  <a:srgbClr val="355E7B"/>
                </a:solidFill>
                <a:latin typeface="Liberation Sans"/>
                <a:ea typeface="Liberation Sans"/>
                <a:cs typeface="Liberation Sans"/>
              </a:defRPr>
            </a:lvl4pPr>
            <a:lvl5pPr algn="l">
              <a:defRPr sz="2700" b="1">
                <a:solidFill>
                  <a:srgbClr val="355E7B"/>
                </a:solidFill>
                <a:latin typeface="Liberation Sans"/>
                <a:ea typeface="Liberation Sans"/>
                <a:cs typeface="Liberation Sans"/>
              </a:defRPr>
            </a:lvl5pPr>
            <a:lvl6pPr algn="l">
              <a:defRPr sz="2700" b="1">
                <a:solidFill>
                  <a:srgbClr val="355E7B"/>
                </a:solidFill>
                <a:latin typeface="Liberation Sans"/>
                <a:ea typeface="Liberation Sans"/>
                <a:cs typeface="Liberation Sans"/>
              </a:defRPr>
            </a:lvl6pPr>
            <a:lvl7pPr algn="l">
              <a:defRPr sz="2700" b="1">
                <a:solidFill>
                  <a:srgbClr val="355E7B"/>
                </a:solidFill>
                <a:latin typeface="Liberation Sans"/>
                <a:ea typeface="Liberation Sans"/>
                <a:cs typeface="Liberation Sans"/>
              </a:defRPr>
            </a:lvl7pPr>
            <a:lvl8pPr algn="l">
              <a:defRPr sz="2700" b="1">
                <a:solidFill>
                  <a:srgbClr val="355E7B"/>
                </a:solidFill>
                <a:latin typeface="Liberation Sans"/>
                <a:ea typeface="Liberation Sans"/>
                <a:cs typeface="Liberation Sans"/>
              </a:defRPr>
            </a:lvl8pPr>
            <a:lvl9pPr algn="l">
              <a:defRPr sz="2700" b="1">
                <a:solidFill>
                  <a:srgbClr val="355E7B"/>
                </a:solidFill>
                <a:latin typeface="Liberation Sans"/>
                <a:ea typeface="Liberation Sans"/>
                <a:cs typeface="Liberation Sans"/>
              </a:defRPr>
            </a:lvl9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Starter</a:t>
            </a:r>
          </a:p>
        </p:txBody>
      </p:sp>
      <p:sp>
        <p:nvSpPr>
          <p:cNvPr id="4" name="shape">
            <a:extLst xmlns:a="http://schemas.openxmlformats.org/drawingml/2006/main">
              <a:ext uri="{FF2B5EF4-FFF2-40B4-BE49-F238E27FC236}">
                <a16:creationId xmlns:a16="http://schemas.microsoft.com/office/drawing/2014/main" id="{F1EDA6ED-4796-403D-B0D2-4857B3CBB839}"/>
              </a:ext>
            </a:extLst>
          </p:cNvPr>
          <p:cNvSpPr>
            <a:spLocks xmlns:a="http://schemas.openxmlformats.org/drawingml/2006/main" noGrp="1"/>
          </p:cNvSpPr>
          <p:nvPr/>
        </p:nvSpPr>
        <p:spPr>
          <a:xfrm xmlns:a="http://schemas.openxmlformats.org/drawingml/2006/main">
            <a:off x="381000"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CF59486E-D711-4DEC-8460-4973411E5BAD}"/>
              </a:ext>
            </a:extLst>
          </p:cNvPr>
          <p:cNvSpPr>
            <a:spLocks xmlns:a="http://schemas.openxmlformats.org/drawingml/2006/main" noGrp="1"/>
          </p:cNvSpPr>
          <p:nvPr/>
        </p:nvSpPr>
        <p:spPr>
          <a:xfrm xmlns:a="http://schemas.openxmlformats.org/drawingml/2006/main">
            <a:off x="1234678"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3E0A88A3-F7CB-4963-9752-D0DEC4A66FEE}"/>
              </a:ext>
            </a:extLst>
          </p:cNvPr>
          <p:cNvSpPr>
            <a:spLocks xmlns:a="http://schemas.openxmlformats.org/drawingml/2006/main" noGrp="1"/>
          </p:cNvSpPr>
          <p:nvPr/>
        </p:nvSpPr>
        <p:spPr>
          <a:xfrm xmlns:a="http://schemas.openxmlformats.org/drawingml/2006/main">
            <a:off x="2088356"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A3406C6E-863D-453C-BD0E-4B165C446222}"/>
              </a:ext>
            </a:extLst>
          </p:cNvPr>
          <p:cNvSpPr>
            <a:spLocks xmlns:a="http://schemas.openxmlformats.org/drawingml/2006/main" noGrp="1"/>
          </p:cNvSpPr>
          <p:nvPr/>
        </p:nvSpPr>
        <p:spPr>
          <a:xfrm xmlns:a="http://schemas.openxmlformats.org/drawingml/2006/main">
            <a:off x="3226594"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A06CFD12-F3B0-44CE-86E6-F3852EABB564}"/>
              </a:ext>
            </a:extLst>
          </p:cNvPr>
          <p:cNvSpPr>
            <a:spLocks xmlns:a="http://schemas.openxmlformats.org/drawingml/2006/main" noGrp="1"/>
          </p:cNvSpPr>
          <p:nvPr/>
        </p:nvSpPr>
        <p:spPr>
          <a:xfrm xmlns:a="http://schemas.openxmlformats.org/drawingml/2006/main">
            <a:off x="4364831"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BFB2A1F6-12D5-4CF4-A5B0-C51EE5727DF2}"/>
              </a:ext>
            </a:extLst>
          </p:cNvPr>
          <p:cNvSpPr>
            <a:spLocks xmlns:a="http://schemas.openxmlformats.org/drawingml/2006/main" noGrp="1"/>
          </p:cNvSpPr>
          <p:nvPr/>
        </p:nvSpPr>
        <p:spPr>
          <a:xfrm xmlns:a="http://schemas.openxmlformats.org/drawingml/2006/main">
            <a:off x="5218509"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shape">
            <a:extLst xmlns:a="http://schemas.openxmlformats.org/drawingml/2006/main">
              <a:ext uri="{FF2B5EF4-FFF2-40B4-BE49-F238E27FC236}">
                <a16:creationId xmlns:a16="http://schemas.microsoft.com/office/drawing/2014/main" id="{E40BD878-3F90-46C1-AF1C-991F56984BC5}"/>
              </a:ext>
            </a:extLst>
          </p:cNvPr>
          <p:cNvSpPr>
            <a:spLocks xmlns:a="http://schemas.openxmlformats.org/drawingml/2006/main" noGrp="1"/>
          </p:cNvSpPr>
          <p:nvPr/>
        </p:nvSpPr>
        <p:spPr>
          <a:xfrm xmlns:a="http://schemas.openxmlformats.org/drawingml/2006/main">
            <a:off x="6356747" y="1381125"/>
            <a:ext cx="540544"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1" name="shape">
            <a:extLst xmlns:a="http://schemas.openxmlformats.org/drawingml/2006/main">
              <a:ext uri="{FF2B5EF4-FFF2-40B4-BE49-F238E27FC236}">
                <a16:creationId xmlns:a16="http://schemas.microsoft.com/office/drawing/2014/main" id="{A3EA3279-D568-4DFF-A009-17694565FE7F}"/>
              </a:ext>
            </a:extLst>
          </p:cNvPr>
          <p:cNvSpPr>
            <a:spLocks xmlns:a="http://schemas.openxmlformats.org/drawingml/2006/main" noGrp="1"/>
          </p:cNvSpPr>
          <p:nvPr/>
        </p:nvSpPr>
        <p:spPr>
          <a:xfrm xmlns:a="http://schemas.openxmlformats.org/drawingml/2006/main">
            <a:off x="6925866" y="1381125"/>
            <a:ext cx="540544"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2" name="shape">
            <a:extLst xmlns:a="http://schemas.openxmlformats.org/drawingml/2006/main">
              <a:ext uri="{FF2B5EF4-FFF2-40B4-BE49-F238E27FC236}">
                <a16:creationId xmlns:a16="http://schemas.microsoft.com/office/drawing/2014/main" id="{C1F5D819-E30C-4CCA-BCA9-8A5083BA96F1}"/>
              </a:ext>
            </a:extLst>
          </p:cNvPr>
          <p:cNvSpPr>
            <a:spLocks xmlns:a="http://schemas.openxmlformats.org/drawingml/2006/main" noGrp="1"/>
          </p:cNvSpPr>
          <p:nvPr/>
        </p:nvSpPr>
        <p:spPr>
          <a:xfrm xmlns:a="http://schemas.openxmlformats.org/drawingml/2006/main">
            <a:off x="7494984"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3" name="shape">
            <a:extLst xmlns:a="http://schemas.openxmlformats.org/drawingml/2006/main">
              <a:ext uri="{FF2B5EF4-FFF2-40B4-BE49-F238E27FC236}">
                <a16:creationId xmlns:a16="http://schemas.microsoft.com/office/drawing/2014/main" id="{6FD6273C-1EB9-42E9-8308-5B7DABEEF28B}"/>
              </a:ext>
            </a:extLst>
          </p:cNvPr>
          <p:cNvSpPr>
            <a:spLocks xmlns:a="http://schemas.openxmlformats.org/drawingml/2006/main" noGrp="1"/>
          </p:cNvSpPr>
          <p:nvPr/>
        </p:nvSpPr>
        <p:spPr>
          <a:xfrm xmlns:a="http://schemas.openxmlformats.org/drawingml/2006/main">
            <a:off x="9771459"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4" name="shape">
            <a:extLst xmlns:a="http://schemas.openxmlformats.org/drawingml/2006/main">
              <a:ext uri="{FF2B5EF4-FFF2-40B4-BE49-F238E27FC236}">
                <a16:creationId xmlns:a16="http://schemas.microsoft.com/office/drawing/2014/main" id="{4618182C-3DF2-4585-92E5-28DBA3301839}"/>
              </a:ext>
            </a:extLst>
          </p:cNvPr>
          <p:cNvSpPr>
            <a:spLocks xmlns:a="http://schemas.openxmlformats.org/drawingml/2006/main" noGrp="1"/>
          </p:cNvSpPr>
          <p:nvPr/>
        </p:nvSpPr>
        <p:spPr>
          <a:xfrm xmlns:a="http://schemas.openxmlformats.org/drawingml/2006/main">
            <a:off x="10625138"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5" name="objective-footer">
            <a:extLst xmlns:a="http://schemas.openxmlformats.org/drawingml/2006/main">
              <a:ext uri="{FF2B5EF4-FFF2-40B4-BE49-F238E27FC236}">
                <a16:creationId xmlns:a16="http://schemas.microsoft.com/office/drawing/2014/main" id="{C21F365A-27E0-4637-81D9-8C4D9844FC97}"/>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vl1pPr algn="l">
              <a:defRPr sz="1425" b="0">
                <a:solidFill>
                  <a:srgbClr val="46586A"/>
                </a:solidFill>
                <a:latin typeface="Liberation Sans"/>
                <a:ea typeface="Liberation Sans"/>
                <a:cs typeface="Liberation Sans"/>
              </a:defRPr>
            </a:lvl1pPr>
            <a:lvl2pPr algn="l">
              <a:defRPr sz="1425" b="0">
                <a:solidFill>
                  <a:srgbClr val="46586A"/>
                </a:solidFill>
                <a:latin typeface="Liberation Sans"/>
                <a:ea typeface="Liberation Sans"/>
                <a:cs typeface="Liberation Sans"/>
              </a:defRPr>
            </a:lvl2pPr>
            <a:lvl3pPr algn="l">
              <a:defRPr sz="1425" b="0">
                <a:solidFill>
                  <a:srgbClr val="46586A"/>
                </a:solidFill>
                <a:latin typeface="Liberation Sans"/>
                <a:ea typeface="Liberation Sans"/>
                <a:cs typeface="Liberation Sans"/>
              </a:defRPr>
            </a:lvl3pPr>
            <a:lvl4pPr algn="l">
              <a:defRPr sz="1425" b="0">
                <a:solidFill>
                  <a:srgbClr val="46586A"/>
                </a:solidFill>
                <a:latin typeface="Liberation Sans"/>
                <a:ea typeface="Liberation Sans"/>
                <a:cs typeface="Liberation Sans"/>
              </a:defRPr>
            </a:lvl4pPr>
            <a:lvl5pPr algn="l">
              <a:defRPr sz="1425" b="0">
                <a:solidFill>
                  <a:srgbClr val="46586A"/>
                </a:solidFill>
                <a:latin typeface="Liberation Sans"/>
                <a:ea typeface="Liberation Sans"/>
                <a:cs typeface="Liberation Sans"/>
              </a:defRPr>
            </a:lvl5pPr>
            <a:lvl6pPr algn="l">
              <a:defRPr sz="1425" b="0">
                <a:solidFill>
                  <a:srgbClr val="46586A"/>
                </a:solidFill>
                <a:latin typeface="Liberation Sans"/>
                <a:ea typeface="Liberation Sans"/>
                <a:cs typeface="Liberation Sans"/>
              </a:defRPr>
            </a:lvl6pPr>
            <a:lvl7pPr algn="l">
              <a:defRPr sz="1425" b="0">
                <a:solidFill>
                  <a:srgbClr val="46586A"/>
                </a:solidFill>
                <a:latin typeface="Liberation Sans"/>
                <a:ea typeface="Liberation Sans"/>
                <a:cs typeface="Liberation Sans"/>
              </a:defRPr>
            </a:lvl7pPr>
            <a:lvl8pPr algn="l">
              <a:defRPr sz="1425" b="0">
                <a:solidFill>
                  <a:srgbClr val="46586A"/>
                </a:solidFill>
                <a:latin typeface="Liberation Sans"/>
                <a:ea typeface="Liberation Sans"/>
                <a:cs typeface="Liberation Sans"/>
              </a:defRPr>
            </a:lvl8pPr>
            <a:lvl9pPr algn="l">
              <a:defRPr sz="1425" b="0">
                <a:solidFill>
                  <a:srgbClr val="46586A"/>
                </a:solidFill>
                <a:latin typeface="Liberation Sans"/>
                <a:ea typeface="Liberation Sans"/>
                <a:cs typeface="Liberation Sans"/>
              </a:defRPr>
            </a:lvl9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I can explain that animals get food by eating, and plants can make their own food.</a:t>
            </a:r>
          </a:p>
        </p:txBody>
      </p:sp>
      <p:sp>
        <p:nvSpPr>
          <p:cNvPr id="16" name="blank-version-footer">
            <a:extLst xmlns:a="http://schemas.openxmlformats.org/drawingml/2006/main">
              <a:ext uri="{FF2B5EF4-FFF2-40B4-BE49-F238E27FC236}">
                <a16:creationId xmlns:a16="http://schemas.microsoft.com/office/drawing/2014/main" id="{92107BB8-6D1E-4C67-94D0-9620ADA820AF}"/>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vl1pPr algn="l">
              <a:defRPr sz="1425" b="0">
                <a:solidFill>
                  <a:srgbClr val="46586A"/>
                </a:solidFill>
                <a:latin typeface="Liberation Sans"/>
                <a:ea typeface="Liberation Sans"/>
                <a:cs typeface="Liberation Sans"/>
              </a:defRPr>
            </a:lvl1pPr>
            <a:lvl2pPr algn="l">
              <a:defRPr sz="1425" b="0">
                <a:solidFill>
                  <a:srgbClr val="46586A"/>
                </a:solidFill>
                <a:latin typeface="Liberation Sans"/>
                <a:ea typeface="Liberation Sans"/>
                <a:cs typeface="Liberation Sans"/>
              </a:defRPr>
            </a:lvl2pPr>
            <a:lvl3pPr algn="l">
              <a:defRPr sz="1425" b="0">
                <a:solidFill>
                  <a:srgbClr val="46586A"/>
                </a:solidFill>
                <a:latin typeface="Liberation Sans"/>
                <a:ea typeface="Liberation Sans"/>
                <a:cs typeface="Liberation Sans"/>
              </a:defRPr>
            </a:lvl3pPr>
            <a:lvl4pPr algn="l">
              <a:defRPr sz="1425" b="0">
                <a:solidFill>
                  <a:srgbClr val="46586A"/>
                </a:solidFill>
                <a:latin typeface="Liberation Sans"/>
                <a:ea typeface="Liberation Sans"/>
                <a:cs typeface="Liberation Sans"/>
              </a:defRPr>
            </a:lvl4pPr>
            <a:lvl5pPr algn="l">
              <a:defRPr sz="1425" b="0">
                <a:solidFill>
                  <a:srgbClr val="46586A"/>
                </a:solidFill>
                <a:latin typeface="Liberation Sans"/>
                <a:ea typeface="Liberation Sans"/>
                <a:cs typeface="Liberation Sans"/>
              </a:defRPr>
            </a:lvl5pPr>
            <a:lvl6pPr algn="l">
              <a:defRPr sz="1425" b="0">
                <a:solidFill>
                  <a:srgbClr val="46586A"/>
                </a:solidFill>
                <a:latin typeface="Liberation Sans"/>
                <a:ea typeface="Liberation Sans"/>
                <a:cs typeface="Liberation Sans"/>
              </a:defRPr>
            </a:lvl6pPr>
            <a:lvl7pPr algn="l">
              <a:defRPr sz="1425" b="0">
                <a:solidFill>
                  <a:srgbClr val="46586A"/>
                </a:solidFill>
                <a:latin typeface="Liberation Sans"/>
                <a:ea typeface="Liberation Sans"/>
                <a:cs typeface="Liberation Sans"/>
              </a:defRPr>
            </a:lvl7pPr>
            <a:lvl8pPr algn="l">
              <a:defRPr sz="1425" b="0">
                <a:solidFill>
                  <a:srgbClr val="46586A"/>
                </a:solidFill>
                <a:latin typeface="Liberation Sans"/>
                <a:ea typeface="Liberation Sans"/>
                <a:cs typeface="Liberation Sans"/>
              </a:defRPr>
            </a:lvl8pPr>
            <a:lvl9pPr algn="l">
              <a:defRPr sz="1425" b="0">
                <a:solidFill>
                  <a:srgbClr val="46586A"/>
                </a:solidFill>
                <a:latin typeface="Liberation Sans"/>
                <a:ea typeface="Liberation Sans"/>
                <a:cs typeface="Liberation Sans"/>
              </a:defRPr>
            </a:lvl9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SCI-BUILD-A1-W08-P1 · Version: ______ · Source page SHA-256: ______</a:t>
            </a:r>
          </a:p>
        </p:txBody>
      </p:sp>
      <p:sp>
        <p:nvSpPr>
          <p:cNvPr id="17" name="slide-progress">
            <a:extLst xmlns:a="http://schemas.openxmlformats.org/drawingml/2006/main">
              <a:ext uri="{FF2B5EF4-FFF2-40B4-BE49-F238E27FC236}">
                <a16:creationId xmlns:a16="http://schemas.microsoft.com/office/drawing/2014/main" id="{A8D52C1E-F3E4-4849-8B58-0EB3A2935132}"/>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vl1pPr algn="r">
              <a:defRPr sz="1425" b="0">
                <a:solidFill>
                  <a:srgbClr val="46586A"/>
                </a:solidFill>
                <a:latin typeface="Liberation Sans"/>
                <a:ea typeface="Liberation Sans"/>
                <a:cs typeface="Liberation Sans"/>
              </a:defRPr>
            </a:lvl1pPr>
            <a:lvl2pPr algn="r">
              <a:defRPr sz="1425" b="0">
                <a:solidFill>
                  <a:srgbClr val="46586A"/>
                </a:solidFill>
                <a:latin typeface="Liberation Sans"/>
                <a:ea typeface="Liberation Sans"/>
                <a:cs typeface="Liberation Sans"/>
              </a:defRPr>
            </a:lvl2pPr>
            <a:lvl3pPr algn="r">
              <a:defRPr sz="1425" b="0">
                <a:solidFill>
                  <a:srgbClr val="46586A"/>
                </a:solidFill>
                <a:latin typeface="Liberation Sans"/>
                <a:ea typeface="Liberation Sans"/>
                <a:cs typeface="Liberation Sans"/>
              </a:defRPr>
            </a:lvl3pPr>
            <a:lvl4pPr algn="r">
              <a:defRPr sz="1425" b="0">
                <a:solidFill>
                  <a:srgbClr val="46586A"/>
                </a:solidFill>
                <a:latin typeface="Liberation Sans"/>
                <a:ea typeface="Liberation Sans"/>
                <a:cs typeface="Liberation Sans"/>
              </a:defRPr>
            </a:lvl4pPr>
            <a:lvl5pPr algn="r">
              <a:defRPr sz="1425" b="0">
                <a:solidFill>
                  <a:srgbClr val="46586A"/>
                </a:solidFill>
                <a:latin typeface="Liberation Sans"/>
                <a:ea typeface="Liberation Sans"/>
                <a:cs typeface="Liberation Sans"/>
              </a:defRPr>
            </a:lvl5pPr>
            <a:lvl6pPr algn="r">
              <a:defRPr sz="1425" b="0">
                <a:solidFill>
                  <a:srgbClr val="46586A"/>
                </a:solidFill>
                <a:latin typeface="Liberation Sans"/>
                <a:ea typeface="Liberation Sans"/>
                <a:cs typeface="Liberation Sans"/>
              </a:defRPr>
            </a:lvl6pPr>
            <a:lvl7pPr algn="r">
              <a:defRPr sz="1425" b="0">
                <a:solidFill>
                  <a:srgbClr val="46586A"/>
                </a:solidFill>
                <a:latin typeface="Liberation Sans"/>
                <a:ea typeface="Liberation Sans"/>
                <a:cs typeface="Liberation Sans"/>
              </a:defRPr>
            </a:lvl7pPr>
            <a:lvl8pPr algn="r">
              <a:defRPr sz="1425" b="0">
                <a:solidFill>
                  <a:srgbClr val="46586A"/>
                </a:solidFill>
                <a:latin typeface="Liberation Sans"/>
                <a:ea typeface="Liberation Sans"/>
                <a:cs typeface="Liberation Sans"/>
              </a:defRPr>
            </a:lvl8pPr>
            <a:lvl9pPr algn="r">
              <a:defRPr sz="1425" b="0">
                <a:solidFill>
                  <a:srgbClr val="46586A"/>
                </a:solidFill>
                <a:latin typeface="Liberation Sans"/>
                <a:ea typeface="Liberation Sans"/>
                <a:cs typeface="Liberation Sans"/>
              </a:defRPr>
            </a:lvl9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5 / 29</a:t>
            </a:r>
          </a:p>
        </p:txBody>
      </p:sp>
      <p:sp>
        <p:nvSpPr>
          <p:cNvPr id="18" name="licence-footer">
            <a:extLst xmlns:a="http://schemas.openxmlformats.org/drawingml/2006/main">
              <a:ext uri="{FF2B5EF4-FFF2-40B4-BE49-F238E27FC236}">
                <a16:creationId xmlns:a16="http://schemas.microsoft.com/office/drawing/2014/main" id="{AE0509C9-7AFF-4483-B87E-E18A78813B44}"/>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vl1pPr algn="l">
              <a:defRPr sz="1425" b="0">
                <a:solidFill>
                  <a:srgbClr val="46586A"/>
                </a:solidFill>
                <a:latin typeface="Liberation Sans"/>
                <a:ea typeface="Liberation Sans"/>
                <a:cs typeface="Liberation Sans"/>
              </a:defRPr>
            </a:lvl1pPr>
            <a:lvl2pPr algn="l">
              <a:defRPr sz="1425" b="0">
                <a:solidFill>
                  <a:srgbClr val="46586A"/>
                </a:solidFill>
                <a:latin typeface="Liberation Sans"/>
                <a:ea typeface="Liberation Sans"/>
                <a:cs typeface="Liberation Sans"/>
              </a:defRPr>
            </a:lvl2pPr>
            <a:lvl3pPr algn="l">
              <a:defRPr sz="1425" b="0">
                <a:solidFill>
                  <a:srgbClr val="46586A"/>
                </a:solidFill>
                <a:latin typeface="Liberation Sans"/>
                <a:ea typeface="Liberation Sans"/>
                <a:cs typeface="Liberation Sans"/>
              </a:defRPr>
            </a:lvl3pPr>
            <a:lvl4pPr algn="l">
              <a:defRPr sz="1425" b="0">
                <a:solidFill>
                  <a:srgbClr val="46586A"/>
                </a:solidFill>
                <a:latin typeface="Liberation Sans"/>
                <a:ea typeface="Liberation Sans"/>
                <a:cs typeface="Liberation Sans"/>
              </a:defRPr>
            </a:lvl4pPr>
            <a:lvl5pPr algn="l">
              <a:defRPr sz="1425" b="0">
                <a:solidFill>
                  <a:srgbClr val="46586A"/>
                </a:solidFill>
                <a:latin typeface="Liberation Sans"/>
                <a:ea typeface="Liberation Sans"/>
                <a:cs typeface="Liberation Sans"/>
              </a:defRPr>
            </a:lvl5pPr>
            <a:lvl6pPr algn="l">
              <a:defRPr sz="1425" b="0">
                <a:solidFill>
                  <a:srgbClr val="46586A"/>
                </a:solidFill>
                <a:latin typeface="Liberation Sans"/>
                <a:ea typeface="Liberation Sans"/>
                <a:cs typeface="Liberation Sans"/>
              </a:defRPr>
            </a:lvl6pPr>
            <a:lvl7pPr algn="l">
              <a:defRPr sz="1425" b="0">
                <a:solidFill>
                  <a:srgbClr val="46586A"/>
                </a:solidFill>
                <a:latin typeface="Liberation Sans"/>
                <a:ea typeface="Liberation Sans"/>
                <a:cs typeface="Liberation Sans"/>
              </a:defRPr>
            </a:lvl7pPr>
            <a:lvl8pPr algn="l">
              <a:defRPr sz="1425" b="0">
                <a:solidFill>
                  <a:srgbClr val="46586A"/>
                </a:solidFill>
                <a:latin typeface="Liberation Sans"/>
                <a:ea typeface="Liberation Sans"/>
                <a:cs typeface="Liberation Sans"/>
              </a:defRPr>
            </a:lvl8pPr>
            <a:lvl9pPr algn="l">
              <a:defRPr sz="1425" b="0">
                <a:solidFill>
                  <a:srgbClr val="46586A"/>
                </a:solidFill>
                <a:latin typeface="Liberation Sans"/>
                <a:ea typeface="Liberation Sans"/>
                <a:cs typeface="Liberation Sans"/>
              </a:defRPr>
            </a:lvl9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9" name="">
            <a:extLst xmlns:a="http://schemas.openxmlformats.org/drawingml/2006/main">
              <a:ext uri="{FF2B5EF4-FFF2-40B4-BE49-F238E27FC236}">
                <a16:creationId xmlns:a16="http://schemas.microsoft.com/office/drawing/2014/main" id="{F77B4308-339E-4D18-AF72-8AD07E46B9BD}"/>
              </a:ext>
            </a:extLst>
          </p:cNvPr>
          <p:cNvPicPr>
            <a:picLocks xmlns:a="http://schemas.openxmlformats.org/drawingml/2006/main" noChangeAspect="1"/>
          </p:cNvPicPr>
          <p:nvPr/>
        </p:nvPicPr>
        <p:blipFill>
          <a:blip xmlns:r="http://schemas.openxmlformats.org/officeDocument/2006/relationships" xmlns:a="http://schemas.openxmlformats.org/drawingml/2006/main" r:embed="Rf3ad155d32034b01"/>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20" name="answer-text">
            <a:extLst xmlns:a="http://schemas.openxmlformats.org/drawingml/2006/main">
              <a:ext uri="{FF2B5EF4-FFF2-40B4-BE49-F238E27FC236}">
                <a16:creationId xmlns:a16="http://schemas.microsoft.com/office/drawing/2014/main" id="{53384A87-187A-4D62-990B-80327082E411}"/>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Use the evidence and steps. A green plant is a producer. It uses light to make food. An animal is a</a:t>
            </a:r>
          </a:p>
        </p:txBody>
      </p:sp>
      <p:sp>
        <p:nvSpPr>
          <p:cNvPr id="21" name="answer-text">
            <a:extLst xmlns:a="http://schemas.openxmlformats.org/drawingml/2006/main">
              <a:ext uri="{FF2B5EF4-FFF2-40B4-BE49-F238E27FC236}">
                <a16:creationId xmlns:a16="http://schemas.microsoft.com/office/drawing/2014/main" id="{6BBD2CD4-E1AA-4CF8-993D-CD9C5FCFD569}"/>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consumer. It eats to get food.</a:t>
            </a:r>
          </a:p>
        </p:txBody>
      </p:sp>
    </p:spTree>
    <p:extLst>
      <p:ext uri="{BB962C8B-B14F-4D97-AF65-F5344CB8AC3E}">
        <p14:creationId xmlns:p14="http://schemas.microsoft.com/office/powerpoint/2010/main" val="137388424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 name="lesson-header">
            <a:extLst xmlns:a="http://schemas.openxmlformats.org/drawingml/2006/main">
              <a:ext uri="{FF2B5EF4-FFF2-40B4-BE49-F238E27FC236}">
                <a16:creationId xmlns:a16="http://schemas.microsoft.com/office/drawing/2014/main" id="{A06EF088-D1EB-464A-88EA-7B522013B229}"/>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vl1pPr algn="l">
              <a:defRPr sz="1425" b="1">
                <a:solidFill>
                  <a:srgbClr val="355E7B"/>
                </a:solidFill>
                <a:latin typeface="Liberation Sans"/>
                <a:ea typeface="Liberation Sans"/>
                <a:cs typeface="Liberation Sans"/>
              </a:defRPr>
            </a:lvl1pPr>
            <a:lvl2pPr algn="l">
              <a:defRPr sz="1425" b="1">
                <a:solidFill>
                  <a:srgbClr val="355E7B"/>
                </a:solidFill>
                <a:latin typeface="Liberation Sans"/>
                <a:ea typeface="Liberation Sans"/>
                <a:cs typeface="Liberation Sans"/>
              </a:defRPr>
            </a:lvl2pPr>
            <a:lvl3pPr algn="l">
              <a:defRPr sz="1425" b="1">
                <a:solidFill>
                  <a:srgbClr val="355E7B"/>
                </a:solidFill>
                <a:latin typeface="Liberation Sans"/>
                <a:ea typeface="Liberation Sans"/>
                <a:cs typeface="Liberation Sans"/>
              </a:defRPr>
            </a:lvl3pPr>
            <a:lvl4pPr algn="l">
              <a:defRPr sz="1425" b="1">
                <a:solidFill>
                  <a:srgbClr val="355E7B"/>
                </a:solidFill>
                <a:latin typeface="Liberation Sans"/>
                <a:ea typeface="Liberation Sans"/>
                <a:cs typeface="Liberation Sans"/>
              </a:defRPr>
            </a:lvl4pPr>
            <a:lvl5pPr algn="l">
              <a:defRPr sz="1425" b="1">
                <a:solidFill>
                  <a:srgbClr val="355E7B"/>
                </a:solidFill>
                <a:latin typeface="Liberation Sans"/>
                <a:ea typeface="Liberation Sans"/>
                <a:cs typeface="Liberation Sans"/>
              </a:defRPr>
            </a:lvl5pPr>
            <a:lvl6pPr algn="l">
              <a:defRPr sz="1425" b="1">
                <a:solidFill>
                  <a:srgbClr val="355E7B"/>
                </a:solidFill>
                <a:latin typeface="Liberation Sans"/>
                <a:ea typeface="Liberation Sans"/>
                <a:cs typeface="Liberation Sans"/>
              </a:defRPr>
            </a:lvl6pPr>
            <a:lvl7pPr algn="l">
              <a:defRPr sz="1425" b="1">
                <a:solidFill>
                  <a:srgbClr val="355E7B"/>
                </a:solidFill>
                <a:latin typeface="Liberation Sans"/>
                <a:ea typeface="Liberation Sans"/>
                <a:cs typeface="Liberation Sans"/>
              </a:defRPr>
            </a:lvl7pPr>
            <a:lvl8pPr algn="l">
              <a:defRPr sz="1425" b="1">
                <a:solidFill>
                  <a:srgbClr val="355E7B"/>
                </a:solidFill>
                <a:latin typeface="Liberation Sans"/>
                <a:ea typeface="Liberation Sans"/>
                <a:cs typeface="Liberation Sans"/>
              </a:defRPr>
            </a:lvl8pPr>
            <a:lvl9pPr algn="l">
              <a:defRPr sz="1425" b="1">
                <a:solidFill>
                  <a:srgbClr val="355E7B"/>
                </a:solidFill>
                <a:latin typeface="Liberation Sans"/>
                <a:ea typeface="Liberation Sans"/>
                <a:cs typeface="Liberation Sans"/>
              </a:defRPr>
            </a:lvl9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SCIENCE · AUTUMN 1 · Week 8</a:t>
            </a:r>
          </a:p>
        </p:txBody>
      </p:sp>
      <p:sp>
        <p:nvSpPr>
          <p:cNvPr id="2" name="stage-clock">
            <a:extLst xmlns:a="http://schemas.openxmlformats.org/drawingml/2006/main">
              <a:ext uri="{FF2B5EF4-FFF2-40B4-BE49-F238E27FC236}">
                <a16:creationId xmlns:a16="http://schemas.microsoft.com/office/drawing/2014/main" id="{1AF1C86B-3AC6-42D6-91FB-871FB6CB259B}"/>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vl1pPr algn="r">
              <a:defRPr sz="1425" b="1">
                <a:solidFill>
                  <a:srgbClr val="355E7B"/>
                </a:solidFill>
                <a:latin typeface="Liberation Sans"/>
                <a:ea typeface="Liberation Sans"/>
                <a:cs typeface="Liberation Sans"/>
              </a:defRPr>
            </a:lvl1pPr>
            <a:lvl2pPr algn="r">
              <a:defRPr sz="1425" b="1">
                <a:solidFill>
                  <a:srgbClr val="355E7B"/>
                </a:solidFill>
                <a:latin typeface="Liberation Sans"/>
                <a:ea typeface="Liberation Sans"/>
                <a:cs typeface="Liberation Sans"/>
              </a:defRPr>
            </a:lvl2pPr>
            <a:lvl3pPr algn="r">
              <a:defRPr sz="1425" b="1">
                <a:solidFill>
                  <a:srgbClr val="355E7B"/>
                </a:solidFill>
                <a:latin typeface="Liberation Sans"/>
                <a:ea typeface="Liberation Sans"/>
                <a:cs typeface="Liberation Sans"/>
              </a:defRPr>
            </a:lvl3pPr>
            <a:lvl4pPr algn="r">
              <a:defRPr sz="1425" b="1">
                <a:solidFill>
                  <a:srgbClr val="355E7B"/>
                </a:solidFill>
                <a:latin typeface="Liberation Sans"/>
                <a:ea typeface="Liberation Sans"/>
                <a:cs typeface="Liberation Sans"/>
              </a:defRPr>
            </a:lvl4pPr>
            <a:lvl5pPr algn="r">
              <a:defRPr sz="1425" b="1">
                <a:solidFill>
                  <a:srgbClr val="355E7B"/>
                </a:solidFill>
                <a:latin typeface="Liberation Sans"/>
                <a:ea typeface="Liberation Sans"/>
                <a:cs typeface="Liberation Sans"/>
              </a:defRPr>
            </a:lvl5pPr>
            <a:lvl6pPr algn="r">
              <a:defRPr sz="1425" b="1">
                <a:solidFill>
                  <a:srgbClr val="355E7B"/>
                </a:solidFill>
                <a:latin typeface="Liberation Sans"/>
                <a:ea typeface="Liberation Sans"/>
                <a:cs typeface="Liberation Sans"/>
              </a:defRPr>
            </a:lvl6pPr>
            <a:lvl7pPr algn="r">
              <a:defRPr sz="1425" b="1">
                <a:solidFill>
                  <a:srgbClr val="355E7B"/>
                </a:solidFill>
                <a:latin typeface="Liberation Sans"/>
                <a:ea typeface="Liberation Sans"/>
                <a:cs typeface="Liberation Sans"/>
              </a:defRPr>
            </a:lvl7pPr>
            <a:lvl8pPr algn="r">
              <a:defRPr sz="1425" b="1">
                <a:solidFill>
                  <a:srgbClr val="355E7B"/>
                </a:solidFill>
                <a:latin typeface="Liberation Sans"/>
                <a:ea typeface="Liberation Sans"/>
                <a:cs typeface="Liberation Sans"/>
              </a:defRPr>
            </a:lvl8pPr>
            <a:lvl9pPr algn="r">
              <a:defRPr sz="1425" b="1">
                <a:solidFill>
                  <a:srgbClr val="355E7B"/>
                </a:solidFill>
                <a:latin typeface="Liberation Sans"/>
                <a:ea typeface="Liberation Sans"/>
                <a:cs typeface="Liberation Sans"/>
              </a:defRPr>
            </a:lvl9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follow the evidence · 4 min · 06 to 10</a:t>
            </a:r>
          </a:p>
        </p:txBody>
      </p:sp>
      <p:sp>
        <p:nvSpPr>
          <p:cNvPr id="3" name="slide-title">
            <a:extLst xmlns:a="http://schemas.openxmlformats.org/drawingml/2006/main">
              <a:ext uri="{FF2B5EF4-FFF2-40B4-BE49-F238E27FC236}">
                <a16:creationId xmlns:a16="http://schemas.microsoft.com/office/drawing/2014/main" id="{A0317793-4941-41AA-A0C8-535CF37A22E4}"/>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vl1pPr algn="l">
              <a:defRPr sz="2700" b="1">
                <a:solidFill>
                  <a:srgbClr val="355E7B"/>
                </a:solidFill>
                <a:latin typeface="Liberation Sans"/>
                <a:ea typeface="Liberation Sans"/>
                <a:cs typeface="Liberation Sans"/>
              </a:defRPr>
            </a:lvl1pPr>
            <a:lvl2pPr algn="l">
              <a:defRPr sz="2700" b="1">
                <a:solidFill>
                  <a:srgbClr val="355E7B"/>
                </a:solidFill>
                <a:latin typeface="Liberation Sans"/>
                <a:ea typeface="Liberation Sans"/>
                <a:cs typeface="Liberation Sans"/>
              </a:defRPr>
            </a:lvl2pPr>
            <a:lvl3pPr algn="l">
              <a:defRPr sz="2700" b="1">
                <a:solidFill>
                  <a:srgbClr val="355E7B"/>
                </a:solidFill>
                <a:latin typeface="Liberation Sans"/>
                <a:ea typeface="Liberation Sans"/>
                <a:cs typeface="Liberation Sans"/>
              </a:defRPr>
            </a:lvl3pPr>
            <a:lvl4pPr algn="l">
              <a:defRPr sz="2700" b="1">
                <a:solidFill>
                  <a:srgbClr val="355E7B"/>
                </a:solidFill>
                <a:latin typeface="Liberation Sans"/>
                <a:ea typeface="Liberation Sans"/>
                <a:cs typeface="Liberation Sans"/>
              </a:defRPr>
            </a:lvl4pPr>
            <a:lvl5pPr algn="l">
              <a:defRPr sz="2700" b="1">
                <a:solidFill>
                  <a:srgbClr val="355E7B"/>
                </a:solidFill>
                <a:latin typeface="Liberation Sans"/>
                <a:ea typeface="Liberation Sans"/>
                <a:cs typeface="Liberation Sans"/>
              </a:defRPr>
            </a:lvl5pPr>
            <a:lvl6pPr algn="l">
              <a:defRPr sz="2700" b="1">
                <a:solidFill>
                  <a:srgbClr val="355E7B"/>
                </a:solidFill>
                <a:latin typeface="Liberation Sans"/>
                <a:ea typeface="Liberation Sans"/>
                <a:cs typeface="Liberation Sans"/>
              </a:defRPr>
            </a:lvl6pPr>
            <a:lvl7pPr algn="l">
              <a:defRPr sz="2700" b="1">
                <a:solidFill>
                  <a:srgbClr val="355E7B"/>
                </a:solidFill>
                <a:latin typeface="Liberation Sans"/>
                <a:ea typeface="Liberation Sans"/>
                <a:cs typeface="Liberation Sans"/>
              </a:defRPr>
            </a:lvl7pPr>
            <a:lvl8pPr algn="l">
              <a:defRPr sz="2700" b="1">
                <a:solidFill>
                  <a:srgbClr val="355E7B"/>
                </a:solidFill>
                <a:latin typeface="Liberation Sans"/>
                <a:ea typeface="Liberation Sans"/>
                <a:cs typeface="Liberation Sans"/>
              </a:defRPr>
            </a:lvl8pPr>
            <a:lvl9pPr algn="l">
              <a:defRPr sz="2700" b="1">
                <a:solidFill>
                  <a:srgbClr val="355E7B"/>
                </a:solidFill>
                <a:latin typeface="Liberation Sans"/>
                <a:ea typeface="Liberation Sans"/>
                <a:cs typeface="Liberation Sans"/>
              </a:defRPr>
            </a:lvl9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follow the evidence</a:t>
            </a:r>
          </a:p>
        </p:txBody>
      </p:sp>
      <p:sp>
        <p:nvSpPr>
          <p:cNvPr id="4" name="shape">
            <a:extLst xmlns:a="http://schemas.openxmlformats.org/drawingml/2006/main">
              <a:ext uri="{FF2B5EF4-FFF2-40B4-BE49-F238E27FC236}">
                <a16:creationId xmlns:a16="http://schemas.microsoft.com/office/drawing/2014/main" id="{BC71741B-6594-42D7-9A01-3A5012417BC2}"/>
              </a:ext>
            </a:extLst>
          </p:cNvPr>
          <p:cNvSpPr>
            <a:spLocks xmlns:a="http://schemas.openxmlformats.org/drawingml/2006/main" noGrp="1"/>
          </p:cNvSpPr>
          <p:nvPr/>
        </p:nvSpPr>
        <p:spPr>
          <a:xfrm xmlns:a="http://schemas.openxmlformats.org/drawingml/2006/main">
            <a:off x="381000"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180F5C11-266F-422F-8808-5B92BCF534D0}"/>
              </a:ext>
            </a:extLst>
          </p:cNvPr>
          <p:cNvSpPr>
            <a:spLocks xmlns:a="http://schemas.openxmlformats.org/drawingml/2006/main" noGrp="1"/>
          </p:cNvSpPr>
          <p:nvPr/>
        </p:nvSpPr>
        <p:spPr>
          <a:xfrm xmlns:a="http://schemas.openxmlformats.org/drawingml/2006/main">
            <a:off x="1234678"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CAAB485B-0308-4EB1-9437-191E6A1FC6D5}"/>
              </a:ext>
            </a:extLst>
          </p:cNvPr>
          <p:cNvSpPr>
            <a:spLocks xmlns:a="http://schemas.openxmlformats.org/drawingml/2006/main" noGrp="1"/>
          </p:cNvSpPr>
          <p:nvPr/>
        </p:nvSpPr>
        <p:spPr>
          <a:xfrm xmlns:a="http://schemas.openxmlformats.org/drawingml/2006/main">
            <a:off x="2088356" y="1381125"/>
            <a:ext cx="110966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98DD5A11-94F5-49B1-95BE-4583B9073157}"/>
              </a:ext>
            </a:extLst>
          </p:cNvPr>
          <p:cNvSpPr>
            <a:spLocks xmlns:a="http://schemas.openxmlformats.org/drawingml/2006/main" noGrp="1"/>
          </p:cNvSpPr>
          <p:nvPr/>
        </p:nvSpPr>
        <p:spPr>
          <a:xfrm xmlns:a="http://schemas.openxmlformats.org/drawingml/2006/main">
            <a:off x="3226594"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8522F917-3D6C-4E5C-88F4-D6559A370D2F}"/>
              </a:ext>
            </a:extLst>
          </p:cNvPr>
          <p:cNvSpPr>
            <a:spLocks xmlns:a="http://schemas.openxmlformats.org/drawingml/2006/main" noGrp="1"/>
          </p:cNvSpPr>
          <p:nvPr/>
        </p:nvSpPr>
        <p:spPr>
          <a:xfrm xmlns:a="http://schemas.openxmlformats.org/drawingml/2006/main">
            <a:off x="4364831"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197F5634-EB0C-4CB2-9C5C-FE3EB3495C69}"/>
              </a:ext>
            </a:extLst>
          </p:cNvPr>
          <p:cNvSpPr>
            <a:spLocks xmlns:a="http://schemas.openxmlformats.org/drawingml/2006/main" noGrp="1"/>
          </p:cNvSpPr>
          <p:nvPr/>
        </p:nvSpPr>
        <p:spPr>
          <a:xfrm xmlns:a="http://schemas.openxmlformats.org/drawingml/2006/main">
            <a:off x="5218509"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shape">
            <a:extLst xmlns:a="http://schemas.openxmlformats.org/drawingml/2006/main">
              <a:ext uri="{FF2B5EF4-FFF2-40B4-BE49-F238E27FC236}">
                <a16:creationId xmlns:a16="http://schemas.microsoft.com/office/drawing/2014/main" id="{66D35A5A-D1EB-4F07-818A-367CFD9BD9BB}"/>
              </a:ext>
            </a:extLst>
          </p:cNvPr>
          <p:cNvSpPr>
            <a:spLocks xmlns:a="http://schemas.openxmlformats.org/drawingml/2006/main" noGrp="1"/>
          </p:cNvSpPr>
          <p:nvPr/>
        </p:nvSpPr>
        <p:spPr>
          <a:xfrm xmlns:a="http://schemas.openxmlformats.org/drawingml/2006/main">
            <a:off x="6356747" y="1381125"/>
            <a:ext cx="540544"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1" name="shape">
            <a:extLst xmlns:a="http://schemas.openxmlformats.org/drawingml/2006/main">
              <a:ext uri="{FF2B5EF4-FFF2-40B4-BE49-F238E27FC236}">
                <a16:creationId xmlns:a16="http://schemas.microsoft.com/office/drawing/2014/main" id="{506F7A29-125F-457A-88CC-51A5308A09C3}"/>
              </a:ext>
            </a:extLst>
          </p:cNvPr>
          <p:cNvSpPr>
            <a:spLocks xmlns:a="http://schemas.openxmlformats.org/drawingml/2006/main" noGrp="1"/>
          </p:cNvSpPr>
          <p:nvPr/>
        </p:nvSpPr>
        <p:spPr>
          <a:xfrm xmlns:a="http://schemas.openxmlformats.org/drawingml/2006/main">
            <a:off x="6925866" y="1381125"/>
            <a:ext cx="540544"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2" name="shape">
            <a:extLst xmlns:a="http://schemas.openxmlformats.org/drawingml/2006/main">
              <a:ext uri="{FF2B5EF4-FFF2-40B4-BE49-F238E27FC236}">
                <a16:creationId xmlns:a16="http://schemas.microsoft.com/office/drawing/2014/main" id="{FD6D390B-85EA-4023-942F-D9DC31D51C39}"/>
              </a:ext>
            </a:extLst>
          </p:cNvPr>
          <p:cNvSpPr>
            <a:spLocks xmlns:a="http://schemas.openxmlformats.org/drawingml/2006/main" noGrp="1"/>
          </p:cNvSpPr>
          <p:nvPr/>
        </p:nvSpPr>
        <p:spPr>
          <a:xfrm xmlns:a="http://schemas.openxmlformats.org/drawingml/2006/main">
            <a:off x="7494984"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3" name="shape">
            <a:extLst xmlns:a="http://schemas.openxmlformats.org/drawingml/2006/main">
              <a:ext uri="{FF2B5EF4-FFF2-40B4-BE49-F238E27FC236}">
                <a16:creationId xmlns:a16="http://schemas.microsoft.com/office/drawing/2014/main" id="{0A909170-429F-4148-AA7E-04B5D704B4CA}"/>
              </a:ext>
            </a:extLst>
          </p:cNvPr>
          <p:cNvSpPr>
            <a:spLocks xmlns:a="http://schemas.openxmlformats.org/drawingml/2006/main" noGrp="1"/>
          </p:cNvSpPr>
          <p:nvPr/>
        </p:nvSpPr>
        <p:spPr>
          <a:xfrm xmlns:a="http://schemas.openxmlformats.org/drawingml/2006/main">
            <a:off x="9771459"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4" name="shape">
            <a:extLst xmlns:a="http://schemas.openxmlformats.org/drawingml/2006/main">
              <a:ext uri="{FF2B5EF4-FFF2-40B4-BE49-F238E27FC236}">
                <a16:creationId xmlns:a16="http://schemas.microsoft.com/office/drawing/2014/main" id="{629016A2-B02B-4F28-BCD2-76D7C0EB2FF3}"/>
              </a:ext>
            </a:extLst>
          </p:cNvPr>
          <p:cNvSpPr>
            <a:spLocks xmlns:a="http://schemas.openxmlformats.org/drawingml/2006/main" noGrp="1"/>
          </p:cNvSpPr>
          <p:nvPr/>
        </p:nvSpPr>
        <p:spPr>
          <a:xfrm xmlns:a="http://schemas.openxmlformats.org/drawingml/2006/main">
            <a:off x="10625138"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5" name="objective-footer">
            <a:extLst xmlns:a="http://schemas.openxmlformats.org/drawingml/2006/main">
              <a:ext uri="{FF2B5EF4-FFF2-40B4-BE49-F238E27FC236}">
                <a16:creationId xmlns:a16="http://schemas.microsoft.com/office/drawing/2014/main" id="{BE590008-9CBA-4E52-BAC0-16C9B40B3D60}"/>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vl1pPr algn="l">
              <a:defRPr sz="1425" b="0">
                <a:solidFill>
                  <a:srgbClr val="46586A"/>
                </a:solidFill>
                <a:latin typeface="Liberation Sans"/>
                <a:ea typeface="Liberation Sans"/>
                <a:cs typeface="Liberation Sans"/>
              </a:defRPr>
            </a:lvl1pPr>
            <a:lvl2pPr algn="l">
              <a:defRPr sz="1425" b="0">
                <a:solidFill>
                  <a:srgbClr val="46586A"/>
                </a:solidFill>
                <a:latin typeface="Liberation Sans"/>
                <a:ea typeface="Liberation Sans"/>
                <a:cs typeface="Liberation Sans"/>
              </a:defRPr>
            </a:lvl2pPr>
            <a:lvl3pPr algn="l">
              <a:defRPr sz="1425" b="0">
                <a:solidFill>
                  <a:srgbClr val="46586A"/>
                </a:solidFill>
                <a:latin typeface="Liberation Sans"/>
                <a:ea typeface="Liberation Sans"/>
                <a:cs typeface="Liberation Sans"/>
              </a:defRPr>
            </a:lvl3pPr>
            <a:lvl4pPr algn="l">
              <a:defRPr sz="1425" b="0">
                <a:solidFill>
                  <a:srgbClr val="46586A"/>
                </a:solidFill>
                <a:latin typeface="Liberation Sans"/>
                <a:ea typeface="Liberation Sans"/>
                <a:cs typeface="Liberation Sans"/>
              </a:defRPr>
            </a:lvl4pPr>
            <a:lvl5pPr algn="l">
              <a:defRPr sz="1425" b="0">
                <a:solidFill>
                  <a:srgbClr val="46586A"/>
                </a:solidFill>
                <a:latin typeface="Liberation Sans"/>
                <a:ea typeface="Liberation Sans"/>
                <a:cs typeface="Liberation Sans"/>
              </a:defRPr>
            </a:lvl5pPr>
            <a:lvl6pPr algn="l">
              <a:defRPr sz="1425" b="0">
                <a:solidFill>
                  <a:srgbClr val="46586A"/>
                </a:solidFill>
                <a:latin typeface="Liberation Sans"/>
                <a:ea typeface="Liberation Sans"/>
                <a:cs typeface="Liberation Sans"/>
              </a:defRPr>
            </a:lvl6pPr>
            <a:lvl7pPr algn="l">
              <a:defRPr sz="1425" b="0">
                <a:solidFill>
                  <a:srgbClr val="46586A"/>
                </a:solidFill>
                <a:latin typeface="Liberation Sans"/>
                <a:ea typeface="Liberation Sans"/>
                <a:cs typeface="Liberation Sans"/>
              </a:defRPr>
            </a:lvl7pPr>
            <a:lvl8pPr algn="l">
              <a:defRPr sz="1425" b="0">
                <a:solidFill>
                  <a:srgbClr val="46586A"/>
                </a:solidFill>
                <a:latin typeface="Liberation Sans"/>
                <a:ea typeface="Liberation Sans"/>
                <a:cs typeface="Liberation Sans"/>
              </a:defRPr>
            </a:lvl8pPr>
            <a:lvl9pPr algn="l">
              <a:defRPr sz="1425" b="0">
                <a:solidFill>
                  <a:srgbClr val="46586A"/>
                </a:solidFill>
                <a:latin typeface="Liberation Sans"/>
                <a:ea typeface="Liberation Sans"/>
                <a:cs typeface="Liberation Sans"/>
              </a:defRPr>
            </a:lvl9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I can explain that animals get food by eating, and plants can make their own food.</a:t>
            </a:r>
          </a:p>
        </p:txBody>
      </p:sp>
      <p:sp>
        <p:nvSpPr>
          <p:cNvPr id="16" name="blank-version-footer">
            <a:extLst xmlns:a="http://schemas.openxmlformats.org/drawingml/2006/main">
              <a:ext uri="{FF2B5EF4-FFF2-40B4-BE49-F238E27FC236}">
                <a16:creationId xmlns:a16="http://schemas.microsoft.com/office/drawing/2014/main" id="{F557A00C-5BD5-4E97-8678-A90B620035D0}"/>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vl1pPr algn="l">
              <a:defRPr sz="1425" b="0">
                <a:solidFill>
                  <a:srgbClr val="46586A"/>
                </a:solidFill>
                <a:latin typeface="Liberation Sans"/>
                <a:ea typeface="Liberation Sans"/>
                <a:cs typeface="Liberation Sans"/>
              </a:defRPr>
            </a:lvl1pPr>
            <a:lvl2pPr algn="l">
              <a:defRPr sz="1425" b="0">
                <a:solidFill>
                  <a:srgbClr val="46586A"/>
                </a:solidFill>
                <a:latin typeface="Liberation Sans"/>
                <a:ea typeface="Liberation Sans"/>
                <a:cs typeface="Liberation Sans"/>
              </a:defRPr>
            </a:lvl2pPr>
            <a:lvl3pPr algn="l">
              <a:defRPr sz="1425" b="0">
                <a:solidFill>
                  <a:srgbClr val="46586A"/>
                </a:solidFill>
                <a:latin typeface="Liberation Sans"/>
                <a:ea typeface="Liberation Sans"/>
                <a:cs typeface="Liberation Sans"/>
              </a:defRPr>
            </a:lvl3pPr>
            <a:lvl4pPr algn="l">
              <a:defRPr sz="1425" b="0">
                <a:solidFill>
                  <a:srgbClr val="46586A"/>
                </a:solidFill>
                <a:latin typeface="Liberation Sans"/>
                <a:ea typeface="Liberation Sans"/>
                <a:cs typeface="Liberation Sans"/>
              </a:defRPr>
            </a:lvl4pPr>
            <a:lvl5pPr algn="l">
              <a:defRPr sz="1425" b="0">
                <a:solidFill>
                  <a:srgbClr val="46586A"/>
                </a:solidFill>
                <a:latin typeface="Liberation Sans"/>
                <a:ea typeface="Liberation Sans"/>
                <a:cs typeface="Liberation Sans"/>
              </a:defRPr>
            </a:lvl5pPr>
            <a:lvl6pPr algn="l">
              <a:defRPr sz="1425" b="0">
                <a:solidFill>
                  <a:srgbClr val="46586A"/>
                </a:solidFill>
                <a:latin typeface="Liberation Sans"/>
                <a:ea typeface="Liberation Sans"/>
                <a:cs typeface="Liberation Sans"/>
              </a:defRPr>
            </a:lvl6pPr>
            <a:lvl7pPr algn="l">
              <a:defRPr sz="1425" b="0">
                <a:solidFill>
                  <a:srgbClr val="46586A"/>
                </a:solidFill>
                <a:latin typeface="Liberation Sans"/>
                <a:ea typeface="Liberation Sans"/>
                <a:cs typeface="Liberation Sans"/>
              </a:defRPr>
            </a:lvl7pPr>
            <a:lvl8pPr algn="l">
              <a:defRPr sz="1425" b="0">
                <a:solidFill>
                  <a:srgbClr val="46586A"/>
                </a:solidFill>
                <a:latin typeface="Liberation Sans"/>
                <a:ea typeface="Liberation Sans"/>
                <a:cs typeface="Liberation Sans"/>
              </a:defRPr>
            </a:lvl8pPr>
            <a:lvl9pPr algn="l">
              <a:defRPr sz="1425" b="0">
                <a:solidFill>
                  <a:srgbClr val="46586A"/>
                </a:solidFill>
                <a:latin typeface="Liberation Sans"/>
                <a:ea typeface="Liberation Sans"/>
                <a:cs typeface="Liberation Sans"/>
              </a:defRPr>
            </a:lvl9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SCI-BUILD-A1-W08-P1 · Version: ______ · Source page SHA-256: ______</a:t>
            </a:r>
          </a:p>
        </p:txBody>
      </p:sp>
      <p:sp>
        <p:nvSpPr>
          <p:cNvPr id="17" name="slide-progress">
            <a:extLst xmlns:a="http://schemas.openxmlformats.org/drawingml/2006/main">
              <a:ext uri="{FF2B5EF4-FFF2-40B4-BE49-F238E27FC236}">
                <a16:creationId xmlns:a16="http://schemas.microsoft.com/office/drawing/2014/main" id="{FF205E62-E6AE-4654-9BAF-DF06598B5150}"/>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vl1pPr algn="r">
              <a:defRPr sz="1425" b="0">
                <a:solidFill>
                  <a:srgbClr val="46586A"/>
                </a:solidFill>
                <a:latin typeface="Liberation Sans"/>
                <a:ea typeface="Liberation Sans"/>
                <a:cs typeface="Liberation Sans"/>
              </a:defRPr>
            </a:lvl1pPr>
            <a:lvl2pPr algn="r">
              <a:defRPr sz="1425" b="0">
                <a:solidFill>
                  <a:srgbClr val="46586A"/>
                </a:solidFill>
                <a:latin typeface="Liberation Sans"/>
                <a:ea typeface="Liberation Sans"/>
                <a:cs typeface="Liberation Sans"/>
              </a:defRPr>
            </a:lvl2pPr>
            <a:lvl3pPr algn="r">
              <a:defRPr sz="1425" b="0">
                <a:solidFill>
                  <a:srgbClr val="46586A"/>
                </a:solidFill>
                <a:latin typeface="Liberation Sans"/>
                <a:ea typeface="Liberation Sans"/>
                <a:cs typeface="Liberation Sans"/>
              </a:defRPr>
            </a:lvl3pPr>
            <a:lvl4pPr algn="r">
              <a:defRPr sz="1425" b="0">
                <a:solidFill>
                  <a:srgbClr val="46586A"/>
                </a:solidFill>
                <a:latin typeface="Liberation Sans"/>
                <a:ea typeface="Liberation Sans"/>
                <a:cs typeface="Liberation Sans"/>
              </a:defRPr>
            </a:lvl4pPr>
            <a:lvl5pPr algn="r">
              <a:defRPr sz="1425" b="0">
                <a:solidFill>
                  <a:srgbClr val="46586A"/>
                </a:solidFill>
                <a:latin typeface="Liberation Sans"/>
                <a:ea typeface="Liberation Sans"/>
                <a:cs typeface="Liberation Sans"/>
              </a:defRPr>
            </a:lvl5pPr>
            <a:lvl6pPr algn="r">
              <a:defRPr sz="1425" b="0">
                <a:solidFill>
                  <a:srgbClr val="46586A"/>
                </a:solidFill>
                <a:latin typeface="Liberation Sans"/>
                <a:ea typeface="Liberation Sans"/>
                <a:cs typeface="Liberation Sans"/>
              </a:defRPr>
            </a:lvl6pPr>
            <a:lvl7pPr algn="r">
              <a:defRPr sz="1425" b="0">
                <a:solidFill>
                  <a:srgbClr val="46586A"/>
                </a:solidFill>
                <a:latin typeface="Liberation Sans"/>
                <a:ea typeface="Liberation Sans"/>
                <a:cs typeface="Liberation Sans"/>
              </a:defRPr>
            </a:lvl7pPr>
            <a:lvl8pPr algn="r">
              <a:defRPr sz="1425" b="0">
                <a:solidFill>
                  <a:srgbClr val="46586A"/>
                </a:solidFill>
                <a:latin typeface="Liberation Sans"/>
                <a:ea typeface="Liberation Sans"/>
                <a:cs typeface="Liberation Sans"/>
              </a:defRPr>
            </a:lvl8pPr>
            <a:lvl9pPr algn="r">
              <a:defRPr sz="1425" b="0">
                <a:solidFill>
                  <a:srgbClr val="46586A"/>
                </a:solidFill>
                <a:latin typeface="Liberation Sans"/>
                <a:ea typeface="Liberation Sans"/>
                <a:cs typeface="Liberation Sans"/>
              </a:defRPr>
            </a:lvl9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6 / 29</a:t>
            </a:r>
          </a:p>
        </p:txBody>
      </p:sp>
      <p:sp>
        <p:nvSpPr>
          <p:cNvPr id="18" name="licence-footer">
            <a:extLst xmlns:a="http://schemas.openxmlformats.org/drawingml/2006/main">
              <a:ext uri="{FF2B5EF4-FFF2-40B4-BE49-F238E27FC236}">
                <a16:creationId xmlns:a16="http://schemas.microsoft.com/office/drawing/2014/main" id="{08421FE4-DF0F-468B-9B67-35DCAEB384CC}"/>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vl1pPr algn="l">
              <a:defRPr sz="1425" b="0">
                <a:solidFill>
                  <a:srgbClr val="46586A"/>
                </a:solidFill>
                <a:latin typeface="Liberation Sans"/>
                <a:ea typeface="Liberation Sans"/>
                <a:cs typeface="Liberation Sans"/>
              </a:defRPr>
            </a:lvl1pPr>
            <a:lvl2pPr algn="l">
              <a:defRPr sz="1425" b="0">
                <a:solidFill>
                  <a:srgbClr val="46586A"/>
                </a:solidFill>
                <a:latin typeface="Liberation Sans"/>
                <a:ea typeface="Liberation Sans"/>
                <a:cs typeface="Liberation Sans"/>
              </a:defRPr>
            </a:lvl2pPr>
            <a:lvl3pPr algn="l">
              <a:defRPr sz="1425" b="0">
                <a:solidFill>
                  <a:srgbClr val="46586A"/>
                </a:solidFill>
                <a:latin typeface="Liberation Sans"/>
                <a:ea typeface="Liberation Sans"/>
                <a:cs typeface="Liberation Sans"/>
              </a:defRPr>
            </a:lvl3pPr>
            <a:lvl4pPr algn="l">
              <a:defRPr sz="1425" b="0">
                <a:solidFill>
                  <a:srgbClr val="46586A"/>
                </a:solidFill>
                <a:latin typeface="Liberation Sans"/>
                <a:ea typeface="Liberation Sans"/>
                <a:cs typeface="Liberation Sans"/>
              </a:defRPr>
            </a:lvl4pPr>
            <a:lvl5pPr algn="l">
              <a:defRPr sz="1425" b="0">
                <a:solidFill>
                  <a:srgbClr val="46586A"/>
                </a:solidFill>
                <a:latin typeface="Liberation Sans"/>
                <a:ea typeface="Liberation Sans"/>
                <a:cs typeface="Liberation Sans"/>
              </a:defRPr>
            </a:lvl5pPr>
            <a:lvl6pPr algn="l">
              <a:defRPr sz="1425" b="0">
                <a:solidFill>
                  <a:srgbClr val="46586A"/>
                </a:solidFill>
                <a:latin typeface="Liberation Sans"/>
                <a:ea typeface="Liberation Sans"/>
                <a:cs typeface="Liberation Sans"/>
              </a:defRPr>
            </a:lvl6pPr>
            <a:lvl7pPr algn="l">
              <a:defRPr sz="1425" b="0">
                <a:solidFill>
                  <a:srgbClr val="46586A"/>
                </a:solidFill>
                <a:latin typeface="Liberation Sans"/>
                <a:ea typeface="Liberation Sans"/>
                <a:cs typeface="Liberation Sans"/>
              </a:defRPr>
            </a:lvl7pPr>
            <a:lvl8pPr algn="l">
              <a:defRPr sz="1425" b="0">
                <a:solidFill>
                  <a:srgbClr val="46586A"/>
                </a:solidFill>
                <a:latin typeface="Liberation Sans"/>
                <a:ea typeface="Liberation Sans"/>
                <a:cs typeface="Liberation Sans"/>
              </a:defRPr>
            </a:lvl8pPr>
            <a:lvl9pPr algn="l">
              <a:defRPr sz="1425" b="0">
                <a:solidFill>
                  <a:srgbClr val="46586A"/>
                </a:solidFill>
                <a:latin typeface="Liberation Sans"/>
                <a:ea typeface="Liberation Sans"/>
                <a:cs typeface="Liberation Sans"/>
              </a:defRPr>
            </a:lvl9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9" name="">
            <a:extLst xmlns:a="http://schemas.openxmlformats.org/drawingml/2006/main">
              <a:ext uri="{FF2B5EF4-FFF2-40B4-BE49-F238E27FC236}">
                <a16:creationId xmlns:a16="http://schemas.microsoft.com/office/drawing/2014/main" id="{8D17C6FE-65F4-47B0-A0E9-759E64591DEA}"/>
              </a:ext>
            </a:extLst>
          </p:cNvPr>
          <p:cNvPicPr>
            <a:picLocks xmlns:a="http://schemas.openxmlformats.org/drawingml/2006/main" noChangeAspect="1"/>
          </p:cNvPicPr>
          <p:nvPr/>
        </p:nvPicPr>
        <p:blipFill>
          <a:blip xmlns:r="http://schemas.openxmlformats.org/officeDocument/2006/relationships" xmlns:a="http://schemas.openxmlformats.org/drawingml/2006/main" r:embed="R4fdba4c55f2d4945"/>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20" name="native-vector-1-rect">
            <a:extLst xmlns:a="http://schemas.openxmlformats.org/drawingml/2006/main">
              <a:ext uri="{FF2B5EF4-FFF2-40B4-BE49-F238E27FC236}">
                <a16:creationId xmlns:a16="http://schemas.microsoft.com/office/drawing/2014/main" id="{CEA03B81-A1F5-4E24-8B6C-1620A5692D32}"/>
              </a:ext>
            </a:extLst>
          </p:cNvPr>
          <p:cNvSpPr>
            <a:spLocks xmlns:a="http://schemas.openxmlformats.org/drawingml/2006/main" noGrp="1"/>
          </p:cNvSpPr>
          <p:nvPr/>
        </p:nvSpPr>
        <p:spPr>
          <a:xfrm xmlns:a="http://schemas.openxmlformats.org/drawingml/2006/main">
            <a:off x="1859280" y="1832052"/>
            <a:ext cx="2454198" cy="775010"/>
          </a:xfrm>
          <a:prstGeom xmlns:a="http://schemas.openxmlformats.org/drawingml/2006/main" prst="rect">
            <a:avLst/>
          </a:prstGeom>
          <a:solidFill xmlns:a="http://schemas.openxmlformats.org/drawingml/2006/main">
            <a:srgbClr val="D5E6BC"/>
          </a:solidFill>
          <a:ln xmlns:a="http://schemas.openxmlformats.org/drawingml/2006/main" w="12917">
            <a:solidFill>
              <a:srgbClr val="244A63"/>
            </a:solidFill>
            <a:prstDash val="solid"/>
          </a:ln>
        </p:spPr>
      </p:sp>
      <p:sp>
        <p:nvSpPr>
          <p:cNvPr id="21" name="native-vector-2-rect">
            <a:extLst xmlns:a="http://schemas.openxmlformats.org/drawingml/2006/main">
              <a:ext uri="{FF2B5EF4-FFF2-40B4-BE49-F238E27FC236}">
                <a16:creationId xmlns:a16="http://schemas.microsoft.com/office/drawing/2014/main" id="{A979886F-2FCC-43F5-A2D1-AE79EBC11782}"/>
              </a:ext>
            </a:extLst>
          </p:cNvPr>
          <p:cNvSpPr>
            <a:spLocks xmlns:a="http://schemas.openxmlformats.org/drawingml/2006/main" noGrp="1"/>
          </p:cNvSpPr>
          <p:nvPr/>
        </p:nvSpPr>
        <p:spPr>
          <a:xfrm xmlns:a="http://schemas.openxmlformats.org/drawingml/2006/main">
            <a:off x="4868901" y="1832052"/>
            <a:ext cx="2454198" cy="775010"/>
          </a:xfrm>
          <a:prstGeom xmlns:a="http://schemas.openxmlformats.org/drawingml/2006/main" prst="rect">
            <a:avLst/>
          </a:prstGeom>
          <a:solidFill xmlns:a="http://schemas.openxmlformats.org/drawingml/2006/main">
            <a:srgbClr val="D5E6BC"/>
          </a:solidFill>
          <a:ln xmlns:a="http://schemas.openxmlformats.org/drawingml/2006/main" w="12917">
            <a:solidFill>
              <a:srgbClr val="244A63"/>
            </a:solidFill>
            <a:prstDash val="solid"/>
          </a:ln>
        </p:spPr>
      </p:sp>
      <p:sp>
        <p:nvSpPr>
          <p:cNvPr id="22" name="native-vector-3-rect">
            <a:extLst xmlns:a="http://schemas.openxmlformats.org/drawingml/2006/main">
              <a:ext uri="{FF2B5EF4-FFF2-40B4-BE49-F238E27FC236}">
                <a16:creationId xmlns:a16="http://schemas.microsoft.com/office/drawing/2014/main" id="{6D8B6060-184B-4467-ACF8-7305CF31F28D}"/>
              </a:ext>
            </a:extLst>
          </p:cNvPr>
          <p:cNvSpPr>
            <a:spLocks xmlns:a="http://schemas.openxmlformats.org/drawingml/2006/main" noGrp="1"/>
          </p:cNvSpPr>
          <p:nvPr/>
        </p:nvSpPr>
        <p:spPr>
          <a:xfrm xmlns:a="http://schemas.openxmlformats.org/drawingml/2006/main">
            <a:off x="7878522" y="1832052"/>
            <a:ext cx="2454198" cy="775010"/>
          </a:xfrm>
          <a:prstGeom xmlns:a="http://schemas.openxmlformats.org/drawingml/2006/main" prst="rect">
            <a:avLst/>
          </a:prstGeom>
          <a:solidFill xmlns:a="http://schemas.openxmlformats.org/drawingml/2006/main">
            <a:srgbClr val="D5E6BC"/>
          </a:solidFill>
          <a:ln xmlns:a="http://schemas.openxmlformats.org/drawingml/2006/main" w="12917">
            <a:solidFill>
              <a:srgbClr val="244A63"/>
            </a:solidFill>
            <a:prstDash val="solid"/>
          </a:ln>
        </p:spPr>
      </p:sp>
      <p:sp>
        <p:nvSpPr>
          <p:cNvPr id="23" name="native-vector-4-rect">
            <a:extLst xmlns:a="http://schemas.openxmlformats.org/drawingml/2006/main">
              <a:ext uri="{FF2B5EF4-FFF2-40B4-BE49-F238E27FC236}">
                <a16:creationId xmlns:a16="http://schemas.microsoft.com/office/drawing/2014/main" id="{462EFF95-B45D-4681-96F9-867269495979}"/>
              </a:ext>
            </a:extLst>
          </p:cNvPr>
          <p:cNvSpPr>
            <a:spLocks xmlns:a="http://schemas.openxmlformats.org/drawingml/2006/main" noGrp="1"/>
          </p:cNvSpPr>
          <p:nvPr/>
        </p:nvSpPr>
        <p:spPr>
          <a:xfrm xmlns:a="http://schemas.openxmlformats.org/drawingml/2006/main">
            <a:off x="1859280" y="3123735"/>
            <a:ext cx="2454198" cy="775010"/>
          </a:xfrm>
          <a:prstGeom xmlns:a="http://schemas.openxmlformats.org/drawingml/2006/main" prst="rect">
            <a:avLst/>
          </a:prstGeom>
          <a:solidFill xmlns:a="http://schemas.openxmlformats.org/drawingml/2006/main">
            <a:srgbClr val="D5E6BC"/>
          </a:solidFill>
          <a:ln xmlns:a="http://schemas.openxmlformats.org/drawingml/2006/main" w="12917">
            <a:solidFill>
              <a:srgbClr val="244A63"/>
            </a:solidFill>
            <a:prstDash val="solid"/>
          </a:ln>
        </p:spPr>
      </p:sp>
      <p:sp>
        <p:nvSpPr>
          <p:cNvPr id="24" name="native-vector-5-rect">
            <a:extLst xmlns:a="http://schemas.openxmlformats.org/drawingml/2006/main">
              <a:ext uri="{FF2B5EF4-FFF2-40B4-BE49-F238E27FC236}">
                <a16:creationId xmlns:a16="http://schemas.microsoft.com/office/drawing/2014/main" id="{6E71CCC0-3420-4187-87F2-169C4AA7AF63}"/>
              </a:ext>
            </a:extLst>
          </p:cNvPr>
          <p:cNvSpPr>
            <a:spLocks xmlns:a="http://schemas.openxmlformats.org/drawingml/2006/main" noGrp="1"/>
          </p:cNvSpPr>
          <p:nvPr/>
        </p:nvSpPr>
        <p:spPr>
          <a:xfrm xmlns:a="http://schemas.openxmlformats.org/drawingml/2006/main">
            <a:off x="4868901" y="3123735"/>
            <a:ext cx="2454198" cy="775010"/>
          </a:xfrm>
          <a:prstGeom xmlns:a="http://schemas.openxmlformats.org/drawingml/2006/main" prst="rect">
            <a:avLst/>
          </a:prstGeom>
          <a:solidFill xmlns:a="http://schemas.openxmlformats.org/drawingml/2006/main">
            <a:srgbClr val="D5E6BC"/>
          </a:solidFill>
          <a:ln xmlns:a="http://schemas.openxmlformats.org/drawingml/2006/main" w="12917">
            <a:solidFill>
              <a:srgbClr val="244A63"/>
            </a:solidFill>
            <a:prstDash val="solid"/>
          </a:ln>
        </p:spPr>
      </p:sp>
      <p:sp>
        <p:nvSpPr>
          <p:cNvPr id="25" name="native-vector-6-rect">
            <a:extLst xmlns:a="http://schemas.openxmlformats.org/drawingml/2006/main">
              <a:ext uri="{FF2B5EF4-FFF2-40B4-BE49-F238E27FC236}">
                <a16:creationId xmlns:a16="http://schemas.microsoft.com/office/drawing/2014/main" id="{7B5F631E-654C-47B4-9417-5766812F56F3}"/>
              </a:ext>
            </a:extLst>
          </p:cNvPr>
          <p:cNvSpPr>
            <a:spLocks xmlns:a="http://schemas.openxmlformats.org/drawingml/2006/main" noGrp="1"/>
          </p:cNvSpPr>
          <p:nvPr/>
        </p:nvSpPr>
        <p:spPr>
          <a:xfrm xmlns:a="http://schemas.openxmlformats.org/drawingml/2006/main">
            <a:off x="7878522" y="3123735"/>
            <a:ext cx="2454198" cy="775010"/>
          </a:xfrm>
          <a:prstGeom xmlns:a="http://schemas.openxmlformats.org/drawingml/2006/main" prst="rect">
            <a:avLst/>
          </a:prstGeom>
          <a:solidFill xmlns:a="http://schemas.openxmlformats.org/drawingml/2006/main">
            <a:srgbClr val="D5E6BC"/>
          </a:solidFill>
          <a:ln xmlns:a="http://schemas.openxmlformats.org/drawingml/2006/main" w="12917">
            <a:solidFill>
              <a:srgbClr val="244A63"/>
            </a:solidFill>
            <a:prstDash val="solid"/>
          </a:ln>
        </p:spPr>
      </p:sp>
      <p:sp>
        <p:nvSpPr>
          <p:cNvPr id="26" name="native-vector-text">
            <a:extLst xmlns:a="http://schemas.openxmlformats.org/drawingml/2006/main">
              <a:ext uri="{FF2B5EF4-FFF2-40B4-BE49-F238E27FC236}">
                <a16:creationId xmlns:a16="http://schemas.microsoft.com/office/drawing/2014/main" id="{B35C1916-EB0B-471B-A797-141604D7E4BA}"/>
              </a:ext>
            </a:extLst>
          </p:cNvPr>
          <p:cNvSpPr>
            <a:spLocks xmlns:a="http://schemas.openxmlformats.org/drawingml/2006/main" noGrp="1"/>
          </p:cNvSpPr>
          <p:nvPr/>
        </p:nvSpPr>
        <p:spPr>
          <a:xfrm xmlns:a="http://schemas.openxmlformats.org/drawingml/2006/main">
            <a:off x="2623798" y="2075406"/>
            <a:ext cx="925161" cy="44950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41" b="0">
                <a:solidFill>
                  <a:srgbClr val="244A63"/>
                </a:solidFill>
                <a:latin typeface="Liberation Sans"/>
                <a:ea typeface="Liberation Sans"/>
                <a:cs typeface="Liberation Sans"/>
              </a:defRPr>
            </a:defPPr>
            <a:lvl1pPr algn="l">
              <a:defRPr sz="2441" b="0">
                <a:solidFill>
                  <a:srgbClr val="244A63"/>
                </a:solidFill>
                <a:latin typeface="Liberation Sans"/>
                <a:ea typeface="Liberation Sans"/>
                <a:cs typeface="Liberation Sans"/>
              </a:defRPr>
            </a:lvl1pPr>
            <a:lvl2pPr algn="l">
              <a:defRPr sz="2441" b="0">
                <a:solidFill>
                  <a:srgbClr val="244A63"/>
                </a:solidFill>
                <a:latin typeface="Liberation Sans"/>
                <a:ea typeface="Liberation Sans"/>
                <a:cs typeface="Liberation Sans"/>
              </a:defRPr>
            </a:lvl2pPr>
            <a:lvl3pPr algn="l">
              <a:defRPr sz="2441" b="0">
                <a:solidFill>
                  <a:srgbClr val="244A63"/>
                </a:solidFill>
                <a:latin typeface="Liberation Sans"/>
                <a:ea typeface="Liberation Sans"/>
                <a:cs typeface="Liberation Sans"/>
              </a:defRPr>
            </a:lvl3pPr>
            <a:lvl4pPr algn="l">
              <a:defRPr sz="2441" b="0">
                <a:solidFill>
                  <a:srgbClr val="244A63"/>
                </a:solidFill>
                <a:latin typeface="Liberation Sans"/>
                <a:ea typeface="Liberation Sans"/>
                <a:cs typeface="Liberation Sans"/>
              </a:defRPr>
            </a:lvl4pPr>
            <a:lvl5pPr algn="l">
              <a:defRPr sz="2441" b="0">
                <a:solidFill>
                  <a:srgbClr val="244A63"/>
                </a:solidFill>
                <a:latin typeface="Liberation Sans"/>
                <a:ea typeface="Liberation Sans"/>
                <a:cs typeface="Liberation Sans"/>
              </a:defRPr>
            </a:lvl5pPr>
            <a:lvl6pPr algn="l">
              <a:defRPr sz="2441" b="0">
                <a:solidFill>
                  <a:srgbClr val="244A63"/>
                </a:solidFill>
                <a:latin typeface="Liberation Sans"/>
                <a:ea typeface="Liberation Sans"/>
                <a:cs typeface="Liberation Sans"/>
              </a:defRPr>
            </a:lvl6pPr>
            <a:lvl7pPr algn="l">
              <a:defRPr sz="2441" b="0">
                <a:solidFill>
                  <a:srgbClr val="244A63"/>
                </a:solidFill>
                <a:latin typeface="Liberation Sans"/>
                <a:ea typeface="Liberation Sans"/>
                <a:cs typeface="Liberation Sans"/>
              </a:defRPr>
            </a:lvl7pPr>
            <a:lvl8pPr algn="l">
              <a:defRPr sz="2441" b="0">
                <a:solidFill>
                  <a:srgbClr val="244A63"/>
                </a:solidFill>
                <a:latin typeface="Liberation Sans"/>
                <a:ea typeface="Liberation Sans"/>
                <a:cs typeface="Liberation Sans"/>
              </a:defRPr>
            </a:lvl8pPr>
            <a:lvl9pPr algn="l">
              <a:defRPr sz="2441" b="0">
                <a:solidFill>
                  <a:srgbClr val="244A63"/>
                </a:solidFill>
                <a:latin typeface="Liberation Sans"/>
                <a:ea typeface="Liberation Sans"/>
                <a:cs typeface="Liberation Sans"/>
              </a:defRPr>
            </a:lvl9pPr>
          </a:lstStyle>
          <a:p xmlns:a="http://schemas.openxmlformats.org/drawingml/2006/main">
            <a:pPr algn="l">
              <a:defRPr sz="2441" b="0">
                <a:solidFill>
                  <a:srgbClr val="244A63"/>
                </a:solidFill>
                <a:latin typeface="Liberation Sans"/>
                <a:ea typeface="Liberation Sans"/>
                <a:cs typeface="Liberation Sans"/>
              </a:defRPr>
            </a:pPr>
            <a:r>
              <a:rPr sz="2441" b="0">
                <a:solidFill>
                  <a:srgbClr val="244A63"/>
                </a:solidFill>
                <a:latin typeface="Liberation Sans"/>
                <a:ea typeface="Liberation Sans"/>
                <a:cs typeface="Liberation Sans"/>
              </a:rPr>
              <a:t>grass</a:t>
            </a:r>
          </a:p>
        </p:txBody>
      </p:sp>
      <p:sp>
        <p:nvSpPr>
          <p:cNvPr id="27" name="native-vector-text">
            <a:extLst xmlns:a="http://schemas.openxmlformats.org/drawingml/2006/main">
              <a:ext uri="{FF2B5EF4-FFF2-40B4-BE49-F238E27FC236}">
                <a16:creationId xmlns:a16="http://schemas.microsoft.com/office/drawing/2014/main" id="{1E67C692-7525-46A3-B21C-EFB3ED253B3E}"/>
              </a:ext>
            </a:extLst>
          </p:cNvPr>
          <p:cNvSpPr>
            <a:spLocks xmlns:a="http://schemas.openxmlformats.org/drawingml/2006/main" noGrp="1"/>
          </p:cNvSpPr>
          <p:nvPr/>
        </p:nvSpPr>
        <p:spPr>
          <a:xfrm xmlns:a="http://schemas.openxmlformats.org/drawingml/2006/main">
            <a:off x="5591569" y="2075406"/>
            <a:ext cx="1008862" cy="44950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41" b="0">
                <a:solidFill>
                  <a:srgbClr val="244A63"/>
                </a:solidFill>
                <a:latin typeface="Liberation Sans"/>
                <a:ea typeface="Liberation Sans"/>
                <a:cs typeface="Liberation Sans"/>
              </a:defRPr>
            </a:defPPr>
            <a:lvl1pPr algn="l">
              <a:defRPr sz="2441" b="0">
                <a:solidFill>
                  <a:srgbClr val="244A63"/>
                </a:solidFill>
                <a:latin typeface="Liberation Sans"/>
                <a:ea typeface="Liberation Sans"/>
                <a:cs typeface="Liberation Sans"/>
              </a:defRPr>
            </a:lvl1pPr>
            <a:lvl2pPr algn="l">
              <a:defRPr sz="2441" b="0">
                <a:solidFill>
                  <a:srgbClr val="244A63"/>
                </a:solidFill>
                <a:latin typeface="Liberation Sans"/>
                <a:ea typeface="Liberation Sans"/>
                <a:cs typeface="Liberation Sans"/>
              </a:defRPr>
            </a:lvl2pPr>
            <a:lvl3pPr algn="l">
              <a:defRPr sz="2441" b="0">
                <a:solidFill>
                  <a:srgbClr val="244A63"/>
                </a:solidFill>
                <a:latin typeface="Liberation Sans"/>
                <a:ea typeface="Liberation Sans"/>
                <a:cs typeface="Liberation Sans"/>
              </a:defRPr>
            </a:lvl3pPr>
            <a:lvl4pPr algn="l">
              <a:defRPr sz="2441" b="0">
                <a:solidFill>
                  <a:srgbClr val="244A63"/>
                </a:solidFill>
                <a:latin typeface="Liberation Sans"/>
                <a:ea typeface="Liberation Sans"/>
                <a:cs typeface="Liberation Sans"/>
              </a:defRPr>
            </a:lvl4pPr>
            <a:lvl5pPr algn="l">
              <a:defRPr sz="2441" b="0">
                <a:solidFill>
                  <a:srgbClr val="244A63"/>
                </a:solidFill>
                <a:latin typeface="Liberation Sans"/>
                <a:ea typeface="Liberation Sans"/>
                <a:cs typeface="Liberation Sans"/>
              </a:defRPr>
            </a:lvl5pPr>
            <a:lvl6pPr algn="l">
              <a:defRPr sz="2441" b="0">
                <a:solidFill>
                  <a:srgbClr val="244A63"/>
                </a:solidFill>
                <a:latin typeface="Liberation Sans"/>
                <a:ea typeface="Liberation Sans"/>
                <a:cs typeface="Liberation Sans"/>
              </a:defRPr>
            </a:lvl6pPr>
            <a:lvl7pPr algn="l">
              <a:defRPr sz="2441" b="0">
                <a:solidFill>
                  <a:srgbClr val="244A63"/>
                </a:solidFill>
                <a:latin typeface="Liberation Sans"/>
                <a:ea typeface="Liberation Sans"/>
                <a:cs typeface="Liberation Sans"/>
              </a:defRPr>
            </a:lvl7pPr>
            <a:lvl8pPr algn="l">
              <a:defRPr sz="2441" b="0">
                <a:solidFill>
                  <a:srgbClr val="244A63"/>
                </a:solidFill>
                <a:latin typeface="Liberation Sans"/>
                <a:ea typeface="Liberation Sans"/>
                <a:cs typeface="Liberation Sans"/>
              </a:defRPr>
            </a:lvl8pPr>
            <a:lvl9pPr algn="l">
              <a:defRPr sz="2441" b="0">
                <a:solidFill>
                  <a:srgbClr val="244A63"/>
                </a:solidFill>
                <a:latin typeface="Liberation Sans"/>
                <a:ea typeface="Liberation Sans"/>
                <a:cs typeface="Liberation Sans"/>
              </a:defRPr>
            </a:lvl9pPr>
          </a:lstStyle>
          <a:p xmlns:a="http://schemas.openxmlformats.org/drawingml/2006/main">
            <a:pPr algn="l">
              <a:defRPr sz="2441" b="0">
                <a:solidFill>
                  <a:srgbClr val="244A63"/>
                </a:solidFill>
                <a:latin typeface="Liberation Sans"/>
                <a:ea typeface="Liberation Sans"/>
                <a:cs typeface="Liberation Sans"/>
              </a:defRPr>
            </a:pPr>
            <a:r>
              <a:rPr sz="2441" b="0">
                <a:solidFill>
                  <a:srgbClr val="244A63"/>
                </a:solidFill>
                <a:latin typeface="Liberation Sans"/>
                <a:ea typeface="Liberation Sans"/>
                <a:cs typeface="Liberation Sans"/>
              </a:rPr>
              <a:t>rabbit</a:t>
            </a:r>
          </a:p>
        </p:txBody>
      </p:sp>
      <p:sp>
        <p:nvSpPr>
          <p:cNvPr id="28" name="native-vector-text">
            <a:extLst xmlns:a="http://schemas.openxmlformats.org/drawingml/2006/main">
              <a:ext uri="{FF2B5EF4-FFF2-40B4-BE49-F238E27FC236}">
                <a16:creationId xmlns:a16="http://schemas.microsoft.com/office/drawing/2014/main" id="{B66F3E6B-7C1D-49B5-949A-79BD43C57276}"/>
              </a:ext>
            </a:extLst>
          </p:cNvPr>
          <p:cNvSpPr>
            <a:spLocks xmlns:a="http://schemas.openxmlformats.org/drawingml/2006/main" noGrp="1"/>
          </p:cNvSpPr>
          <p:nvPr/>
        </p:nvSpPr>
        <p:spPr>
          <a:xfrm xmlns:a="http://schemas.openxmlformats.org/drawingml/2006/main">
            <a:off x="8816643" y="2075406"/>
            <a:ext cx="577957" cy="44950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41" b="0">
                <a:solidFill>
                  <a:srgbClr val="244A63"/>
                </a:solidFill>
                <a:latin typeface="Liberation Sans"/>
                <a:ea typeface="Liberation Sans"/>
                <a:cs typeface="Liberation Sans"/>
              </a:defRPr>
            </a:defPPr>
            <a:lvl1pPr algn="l">
              <a:defRPr sz="2441" b="0">
                <a:solidFill>
                  <a:srgbClr val="244A63"/>
                </a:solidFill>
                <a:latin typeface="Liberation Sans"/>
                <a:ea typeface="Liberation Sans"/>
                <a:cs typeface="Liberation Sans"/>
              </a:defRPr>
            </a:lvl1pPr>
            <a:lvl2pPr algn="l">
              <a:defRPr sz="2441" b="0">
                <a:solidFill>
                  <a:srgbClr val="244A63"/>
                </a:solidFill>
                <a:latin typeface="Liberation Sans"/>
                <a:ea typeface="Liberation Sans"/>
                <a:cs typeface="Liberation Sans"/>
              </a:defRPr>
            </a:lvl2pPr>
            <a:lvl3pPr algn="l">
              <a:defRPr sz="2441" b="0">
                <a:solidFill>
                  <a:srgbClr val="244A63"/>
                </a:solidFill>
                <a:latin typeface="Liberation Sans"/>
                <a:ea typeface="Liberation Sans"/>
                <a:cs typeface="Liberation Sans"/>
              </a:defRPr>
            </a:lvl3pPr>
            <a:lvl4pPr algn="l">
              <a:defRPr sz="2441" b="0">
                <a:solidFill>
                  <a:srgbClr val="244A63"/>
                </a:solidFill>
                <a:latin typeface="Liberation Sans"/>
                <a:ea typeface="Liberation Sans"/>
                <a:cs typeface="Liberation Sans"/>
              </a:defRPr>
            </a:lvl4pPr>
            <a:lvl5pPr algn="l">
              <a:defRPr sz="2441" b="0">
                <a:solidFill>
                  <a:srgbClr val="244A63"/>
                </a:solidFill>
                <a:latin typeface="Liberation Sans"/>
                <a:ea typeface="Liberation Sans"/>
                <a:cs typeface="Liberation Sans"/>
              </a:defRPr>
            </a:lvl5pPr>
            <a:lvl6pPr algn="l">
              <a:defRPr sz="2441" b="0">
                <a:solidFill>
                  <a:srgbClr val="244A63"/>
                </a:solidFill>
                <a:latin typeface="Liberation Sans"/>
                <a:ea typeface="Liberation Sans"/>
                <a:cs typeface="Liberation Sans"/>
              </a:defRPr>
            </a:lvl6pPr>
            <a:lvl7pPr algn="l">
              <a:defRPr sz="2441" b="0">
                <a:solidFill>
                  <a:srgbClr val="244A63"/>
                </a:solidFill>
                <a:latin typeface="Liberation Sans"/>
                <a:ea typeface="Liberation Sans"/>
                <a:cs typeface="Liberation Sans"/>
              </a:defRPr>
            </a:lvl7pPr>
            <a:lvl8pPr algn="l">
              <a:defRPr sz="2441" b="0">
                <a:solidFill>
                  <a:srgbClr val="244A63"/>
                </a:solidFill>
                <a:latin typeface="Liberation Sans"/>
                <a:ea typeface="Liberation Sans"/>
                <a:cs typeface="Liberation Sans"/>
              </a:defRPr>
            </a:lvl8pPr>
            <a:lvl9pPr algn="l">
              <a:defRPr sz="2441" b="0">
                <a:solidFill>
                  <a:srgbClr val="244A63"/>
                </a:solidFill>
                <a:latin typeface="Liberation Sans"/>
                <a:ea typeface="Liberation Sans"/>
                <a:cs typeface="Liberation Sans"/>
              </a:defRPr>
            </a:lvl9pPr>
          </a:lstStyle>
          <a:p xmlns:a="http://schemas.openxmlformats.org/drawingml/2006/main">
            <a:pPr algn="l">
              <a:defRPr sz="2441" b="0">
                <a:solidFill>
                  <a:srgbClr val="244A63"/>
                </a:solidFill>
                <a:latin typeface="Liberation Sans"/>
                <a:ea typeface="Liberation Sans"/>
                <a:cs typeface="Liberation Sans"/>
              </a:defRPr>
            </a:pPr>
            <a:r>
              <a:rPr sz="2441" b="0">
                <a:solidFill>
                  <a:srgbClr val="244A63"/>
                </a:solidFill>
                <a:latin typeface="Liberation Sans"/>
                <a:ea typeface="Liberation Sans"/>
                <a:cs typeface="Liberation Sans"/>
              </a:rPr>
              <a:t>fox</a:t>
            </a:r>
          </a:p>
        </p:txBody>
      </p:sp>
      <p:sp>
        <p:nvSpPr>
          <p:cNvPr id="29" name="native-vector-text">
            <a:extLst xmlns:a="http://schemas.openxmlformats.org/drawingml/2006/main">
              <a:ext uri="{FF2B5EF4-FFF2-40B4-BE49-F238E27FC236}">
                <a16:creationId xmlns:a16="http://schemas.microsoft.com/office/drawing/2014/main" id="{DB8D36E3-B347-4204-9713-EF1B883E3B06}"/>
              </a:ext>
            </a:extLst>
          </p:cNvPr>
          <p:cNvSpPr>
            <a:spLocks xmlns:a="http://schemas.openxmlformats.org/drawingml/2006/main" noGrp="1"/>
          </p:cNvSpPr>
          <p:nvPr/>
        </p:nvSpPr>
        <p:spPr>
          <a:xfrm xmlns:a="http://schemas.openxmlformats.org/drawingml/2006/main">
            <a:off x="2581948" y="3367088"/>
            <a:ext cx="1008862" cy="44950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41" b="0">
                <a:solidFill>
                  <a:srgbClr val="244A63"/>
                </a:solidFill>
                <a:latin typeface="Liberation Sans"/>
                <a:ea typeface="Liberation Sans"/>
                <a:cs typeface="Liberation Sans"/>
              </a:defRPr>
            </a:defPPr>
            <a:lvl1pPr algn="l">
              <a:defRPr sz="2441" b="0">
                <a:solidFill>
                  <a:srgbClr val="244A63"/>
                </a:solidFill>
                <a:latin typeface="Liberation Sans"/>
                <a:ea typeface="Liberation Sans"/>
                <a:cs typeface="Liberation Sans"/>
              </a:defRPr>
            </a:lvl1pPr>
            <a:lvl2pPr algn="l">
              <a:defRPr sz="2441" b="0">
                <a:solidFill>
                  <a:srgbClr val="244A63"/>
                </a:solidFill>
                <a:latin typeface="Liberation Sans"/>
                <a:ea typeface="Liberation Sans"/>
                <a:cs typeface="Liberation Sans"/>
              </a:defRPr>
            </a:lvl2pPr>
            <a:lvl3pPr algn="l">
              <a:defRPr sz="2441" b="0">
                <a:solidFill>
                  <a:srgbClr val="244A63"/>
                </a:solidFill>
                <a:latin typeface="Liberation Sans"/>
                <a:ea typeface="Liberation Sans"/>
                <a:cs typeface="Liberation Sans"/>
              </a:defRPr>
            </a:lvl3pPr>
            <a:lvl4pPr algn="l">
              <a:defRPr sz="2441" b="0">
                <a:solidFill>
                  <a:srgbClr val="244A63"/>
                </a:solidFill>
                <a:latin typeface="Liberation Sans"/>
                <a:ea typeface="Liberation Sans"/>
                <a:cs typeface="Liberation Sans"/>
              </a:defRPr>
            </a:lvl4pPr>
            <a:lvl5pPr algn="l">
              <a:defRPr sz="2441" b="0">
                <a:solidFill>
                  <a:srgbClr val="244A63"/>
                </a:solidFill>
                <a:latin typeface="Liberation Sans"/>
                <a:ea typeface="Liberation Sans"/>
                <a:cs typeface="Liberation Sans"/>
              </a:defRPr>
            </a:lvl5pPr>
            <a:lvl6pPr algn="l">
              <a:defRPr sz="2441" b="0">
                <a:solidFill>
                  <a:srgbClr val="244A63"/>
                </a:solidFill>
                <a:latin typeface="Liberation Sans"/>
                <a:ea typeface="Liberation Sans"/>
                <a:cs typeface="Liberation Sans"/>
              </a:defRPr>
            </a:lvl6pPr>
            <a:lvl7pPr algn="l">
              <a:defRPr sz="2441" b="0">
                <a:solidFill>
                  <a:srgbClr val="244A63"/>
                </a:solidFill>
                <a:latin typeface="Liberation Sans"/>
                <a:ea typeface="Liberation Sans"/>
                <a:cs typeface="Liberation Sans"/>
              </a:defRPr>
            </a:lvl7pPr>
            <a:lvl8pPr algn="l">
              <a:defRPr sz="2441" b="0">
                <a:solidFill>
                  <a:srgbClr val="244A63"/>
                </a:solidFill>
                <a:latin typeface="Liberation Sans"/>
                <a:ea typeface="Liberation Sans"/>
                <a:cs typeface="Liberation Sans"/>
              </a:defRPr>
            </a:lvl8pPr>
            <a:lvl9pPr algn="l">
              <a:defRPr sz="2441" b="0">
                <a:solidFill>
                  <a:srgbClr val="244A63"/>
                </a:solidFill>
                <a:latin typeface="Liberation Sans"/>
                <a:ea typeface="Liberation Sans"/>
                <a:cs typeface="Liberation Sans"/>
              </a:defRPr>
            </a:lvl9pPr>
          </a:lstStyle>
          <a:p xmlns:a="http://schemas.openxmlformats.org/drawingml/2006/main">
            <a:pPr algn="l">
              <a:defRPr sz="2441" b="0">
                <a:solidFill>
                  <a:srgbClr val="244A63"/>
                </a:solidFill>
                <a:latin typeface="Liberation Sans"/>
                <a:ea typeface="Liberation Sans"/>
                <a:cs typeface="Liberation Sans"/>
              </a:defRPr>
            </a:pPr>
            <a:r>
              <a:rPr sz="2441" b="0">
                <a:solidFill>
                  <a:srgbClr val="244A63"/>
                </a:solidFill>
                <a:latin typeface="Liberation Sans"/>
                <a:ea typeface="Liberation Sans"/>
                <a:cs typeface="Liberation Sans"/>
              </a:rPr>
              <a:t>leaves</a:t>
            </a:r>
          </a:p>
        </p:txBody>
      </p:sp>
      <p:sp>
        <p:nvSpPr>
          <p:cNvPr id="30" name="native-vector-text">
            <a:extLst xmlns:a="http://schemas.openxmlformats.org/drawingml/2006/main">
              <a:ext uri="{FF2B5EF4-FFF2-40B4-BE49-F238E27FC236}">
                <a16:creationId xmlns:a16="http://schemas.microsoft.com/office/drawing/2014/main" id="{BDE1B0FE-3DC7-4CCB-9A3F-7229907C769A}"/>
              </a:ext>
            </a:extLst>
          </p:cNvPr>
          <p:cNvSpPr>
            <a:spLocks xmlns:a="http://schemas.openxmlformats.org/drawingml/2006/main" noGrp="1"/>
          </p:cNvSpPr>
          <p:nvPr/>
        </p:nvSpPr>
        <p:spPr>
          <a:xfrm xmlns:a="http://schemas.openxmlformats.org/drawingml/2006/main">
            <a:off x="5247465" y="3367088"/>
            <a:ext cx="1697071" cy="44950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41" b="0">
                <a:solidFill>
                  <a:srgbClr val="244A63"/>
                </a:solidFill>
                <a:latin typeface="Liberation Sans"/>
                <a:ea typeface="Liberation Sans"/>
                <a:cs typeface="Liberation Sans"/>
              </a:defRPr>
            </a:defPPr>
            <a:lvl1pPr algn="l">
              <a:defRPr sz="2441" b="0">
                <a:solidFill>
                  <a:srgbClr val="244A63"/>
                </a:solidFill>
                <a:latin typeface="Liberation Sans"/>
                <a:ea typeface="Liberation Sans"/>
                <a:cs typeface="Liberation Sans"/>
              </a:defRPr>
            </a:lvl1pPr>
            <a:lvl2pPr algn="l">
              <a:defRPr sz="2441" b="0">
                <a:solidFill>
                  <a:srgbClr val="244A63"/>
                </a:solidFill>
                <a:latin typeface="Liberation Sans"/>
                <a:ea typeface="Liberation Sans"/>
                <a:cs typeface="Liberation Sans"/>
              </a:defRPr>
            </a:lvl2pPr>
            <a:lvl3pPr algn="l">
              <a:defRPr sz="2441" b="0">
                <a:solidFill>
                  <a:srgbClr val="244A63"/>
                </a:solidFill>
                <a:latin typeface="Liberation Sans"/>
                <a:ea typeface="Liberation Sans"/>
                <a:cs typeface="Liberation Sans"/>
              </a:defRPr>
            </a:lvl3pPr>
            <a:lvl4pPr algn="l">
              <a:defRPr sz="2441" b="0">
                <a:solidFill>
                  <a:srgbClr val="244A63"/>
                </a:solidFill>
                <a:latin typeface="Liberation Sans"/>
                <a:ea typeface="Liberation Sans"/>
                <a:cs typeface="Liberation Sans"/>
              </a:defRPr>
            </a:lvl4pPr>
            <a:lvl5pPr algn="l">
              <a:defRPr sz="2441" b="0">
                <a:solidFill>
                  <a:srgbClr val="244A63"/>
                </a:solidFill>
                <a:latin typeface="Liberation Sans"/>
                <a:ea typeface="Liberation Sans"/>
                <a:cs typeface="Liberation Sans"/>
              </a:defRPr>
            </a:lvl5pPr>
            <a:lvl6pPr algn="l">
              <a:defRPr sz="2441" b="0">
                <a:solidFill>
                  <a:srgbClr val="244A63"/>
                </a:solidFill>
                <a:latin typeface="Liberation Sans"/>
                <a:ea typeface="Liberation Sans"/>
                <a:cs typeface="Liberation Sans"/>
              </a:defRPr>
            </a:lvl6pPr>
            <a:lvl7pPr algn="l">
              <a:defRPr sz="2441" b="0">
                <a:solidFill>
                  <a:srgbClr val="244A63"/>
                </a:solidFill>
                <a:latin typeface="Liberation Sans"/>
                <a:ea typeface="Liberation Sans"/>
                <a:cs typeface="Liberation Sans"/>
              </a:defRPr>
            </a:lvl7pPr>
            <a:lvl8pPr algn="l">
              <a:defRPr sz="2441" b="0">
                <a:solidFill>
                  <a:srgbClr val="244A63"/>
                </a:solidFill>
                <a:latin typeface="Liberation Sans"/>
                <a:ea typeface="Liberation Sans"/>
                <a:cs typeface="Liberation Sans"/>
              </a:defRPr>
            </a:lvl8pPr>
            <a:lvl9pPr algn="l">
              <a:defRPr sz="2441" b="0">
                <a:solidFill>
                  <a:srgbClr val="244A63"/>
                </a:solidFill>
                <a:latin typeface="Liberation Sans"/>
                <a:ea typeface="Liberation Sans"/>
                <a:cs typeface="Liberation Sans"/>
              </a:defRPr>
            </a:lvl9pPr>
          </a:lstStyle>
          <a:p xmlns:a="http://schemas.openxmlformats.org/drawingml/2006/main">
            <a:pPr algn="l">
              <a:defRPr sz="2441" b="0">
                <a:solidFill>
                  <a:srgbClr val="244A63"/>
                </a:solidFill>
                <a:latin typeface="Liberation Sans"/>
                <a:ea typeface="Liberation Sans"/>
                <a:cs typeface="Liberation Sans"/>
              </a:defRPr>
            </a:pPr>
            <a:r>
              <a:rPr sz="2441" b="0">
                <a:solidFill>
                  <a:srgbClr val="244A63"/>
                </a:solidFill>
                <a:latin typeface="Liberation Sans"/>
                <a:ea typeface="Liberation Sans"/>
                <a:cs typeface="Liberation Sans"/>
              </a:rPr>
              <a:t>caterpillar</a:t>
            </a:r>
          </a:p>
        </p:txBody>
      </p:sp>
      <p:sp>
        <p:nvSpPr>
          <p:cNvPr id="31" name="native-vector-text">
            <a:extLst xmlns:a="http://schemas.openxmlformats.org/drawingml/2006/main">
              <a:ext uri="{FF2B5EF4-FFF2-40B4-BE49-F238E27FC236}">
                <a16:creationId xmlns:a16="http://schemas.microsoft.com/office/drawing/2014/main" id="{3E62C808-1E34-48F9-B9BB-38C31993979F}"/>
              </a:ext>
            </a:extLst>
          </p:cNvPr>
          <p:cNvSpPr>
            <a:spLocks xmlns:a="http://schemas.openxmlformats.org/drawingml/2006/main" noGrp="1"/>
          </p:cNvSpPr>
          <p:nvPr/>
        </p:nvSpPr>
        <p:spPr>
          <a:xfrm xmlns:a="http://schemas.openxmlformats.org/drawingml/2006/main">
            <a:off x="8687991" y="3367088"/>
            <a:ext cx="835260" cy="44950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41" b="0">
                <a:solidFill>
                  <a:srgbClr val="244A63"/>
                </a:solidFill>
                <a:latin typeface="Liberation Sans"/>
                <a:ea typeface="Liberation Sans"/>
                <a:cs typeface="Liberation Sans"/>
              </a:defRPr>
            </a:defPPr>
            <a:lvl1pPr algn="l">
              <a:defRPr sz="2441" b="0">
                <a:solidFill>
                  <a:srgbClr val="244A63"/>
                </a:solidFill>
                <a:latin typeface="Liberation Sans"/>
                <a:ea typeface="Liberation Sans"/>
                <a:cs typeface="Liberation Sans"/>
              </a:defRPr>
            </a:lvl1pPr>
            <a:lvl2pPr algn="l">
              <a:defRPr sz="2441" b="0">
                <a:solidFill>
                  <a:srgbClr val="244A63"/>
                </a:solidFill>
                <a:latin typeface="Liberation Sans"/>
                <a:ea typeface="Liberation Sans"/>
                <a:cs typeface="Liberation Sans"/>
              </a:defRPr>
            </a:lvl2pPr>
            <a:lvl3pPr algn="l">
              <a:defRPr sz="2441" b="0">
                <a:solidFill>
                  <a:srgbClr val="244A63"/>
                </a:solidFill>
                <a:latin typeface="Liberation Sans"/>
                <a:ea typeface="Liberation Sans"/>
                <a:cs typeface="Liberation Sans"/>
              </a:defRPr>
            </a:lvl3pPr>
            <a:lvl4pPr algn="l">
              <a:defRPr sz="2441" b="0">
                <a:solidFill>
                  <a:srgbClr val="244A63"/>
                </a:solidFill>
                <a:latin typeface="Liberation Sans"/>
                <a:ea typeface="Liberation Sans"/>
                <a:cs typeface="Liberation Sans"/>
              </a:defRPr>
            </a:lvl4pPr>
            <a:lvl5pPr algn="l">
              <a:defRPr sz="2441" b="0">
                <a:solidFill>
                  <a:srgbClr val="244A63"/>
                </a:solidFill>
                <a:latin typeface="Liberation Sans"/>
                <a:ea typeface="Liberation Sans"/>
                <a:cs typeface="Liberation Sans"/>
              </a:defRPr>
            </a:lvl5pPr>
            <a:lvl6pPr algn="l">
              <a:defRPr sz="2441" b="0">
                <a:solidFill>
                  <a:srgbClr val="244A63"/>
                </a:solidFill>
                <a:latin typeface="Liberation Sans"/>
                <a:ea typeface="Liberation Sans"/>
                <a:cs typeface="Liberation Sans"/>
              </a:defRPr>
            </a:lvl6pPr>
            <a:lvl7pPr algn="l">
              <a:defRPr sz="2441" b="0">
                <a:solidFill>
                  <a:srgbClr val="244A63"/>
                </a:solidFill>
                <a:latin typeface="Liberation Sans"/>
                <a:ea typeface="Liberation Sans"/>
                <a:cs typeface="Liberation Sans"/>
              </a:defRPr>
            </a:lvl7pPr>
            <a:lvl8pPr algn="l">
              <a:defRPr sz="2441" b="0">
                <a:solidFill>
                  <a:srgbClr val="244A63"/>
                </a:solidFill>
                <a:latin typeface="Liberation Sans"/>
                <a:ea typeface="Liberation Sans"/>
                <a:cs typeface="Liberation Sans"/>
              </a:defRPr>
            </a:lvl8pPr>
            <a:lvl9pPr algn="l">
              <a:defRPr sz="2441" b="0">
                <a:solidFill>
                  <a:srgbClr val="244A63"/>
                </a:solidFill>
                <a:latin typeface="Liberation Sans"/>
                <a:ea typeface="Liberation Sans"/>
                <a:cs typeface="Liberation Sans"/>
              </a:defRPr>
            </a:lvl9pPr>
          </a:lstStyle>
          <a:p xmlns:a="http://schemas.openxmlformats.org/drawingml/2006/main">
            <a:pPr algn="l">
              <a:defRPr sz="2441" b="0">
                <a:solidFill>
                  <a:srgbClr val="244A63"/>
                </a:solidFill>
                <a:latin typeface="Liberation Sans"/>
                <a:ea typeface="Liberation Sans"/>
                <a:cs typeface="Liberation Sans"/>
              </a:defRPr>
            </a:pPr>
            <a:r>
              <a:rPr sz="2441" b="0">
                <a:solidFill>
                  <a:srgbClr val="244A63"/>
                </a:solidFill>
                <a:latin typeface="Liberation Sans"/>
                <a:ea typeface="Liberation Sans"/>
                <a:cs typeface="Liberation Sans"/>
              </a:rPr>
              <a:t>robin</a:t>
            </a:r>
          </a:p>
        </p:txBody>
      </p:sp>
      <p:sp>
        <p:nvSpPr>
          <p:cNvPr id="32" name="native-vector-text">
            <a:extLst xmlns:a="http://schemas.openxmlformats.org/drawingml/2006/main">
              <a:ext uri="{FF2B5EF4-FFF2-40B4-BE49-F238E27FC236}">
                <a16:creationId xmlns:a16="http://schemas.microsoft.com/office/drawing/2014/main" id="{3A77BB19-E7A0-43E9-9102-4643E7BFC93E}"/>
              </a:ext>
            </a:extLst>
          </p:cNvPr>
          <p:cNvSpPr>
            <a:spLocks xmlns:a="http://schemas.openxmlformats.org/drawingml/2006/main" noGrp="1"/>
          </p:cNvSpPr>
          <p:nvPr/>
        </p:nvSpPr>
        <p:spPr>
          <a:xfrm xmlns:a="http://schemas.openxmlformats.org/drawingml/2006/main">
            <a:off x="4482272" y="2075406"/>
            <a:ext cx="230752" cy="44950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41" b="0">
                <a:solidFill>
                  <a:srgbClr val="244A63"/>
                </a:solidFill>
                <a:latin typeface="Liberation Sans"/>
                <a:ea typeface="Liberation Sans"/>
                <a:cs typeface="Liberation Sans"/>
              </a:defRPr>
            </a:defPPr>
            <a:lvl1pPr algn="l">
              <a:defRPr sz="2441" b="0">
                <a:solidFill>
                  <a:srgbClr val="244A63"/>
                </a:solidFill>
                <a:latin typeface="Liberation Sans"/>
                <a:ea typeface="Liberation Sans"/>
                <a:cs typeface="Liberation Sans"/>
              </a:defRPr>
            </a:lvl1pPr>
            <a:lvl2pPr algn="l">
              <a:defRPr sz="2441" b="0">
                <a:solidFill>
                  <a:srgbClr val="244A63"/>
                </a:solidFill>
                <a:latin typeface="Liberation Sans"/>
                <a:ea typeface="Liberation Sans"/>
                <a:cs typeface="Liberation Sans"/>
              </a:defRPr>
            </a:lvl2pPr>
            <a:lvl3pPr algn="l">
              <a:defRPr sz="2441" b="0">
                <a:solidFill>
                  <a:srgbClr val="244A63"/>
                </a:solidFill>
                <a:latin typeface="Liberation Sans"/>
                <a:ea typeface="Liberation Sans"/>
                <a:cs typeface="Liberation Sans"/>
              </a:defRPr>
            </a:lvl3pPr>
            <a:lvl4pPr algn="l">
              <a:defRPr sz="2441" b="0">
                <a:solidFill>
                  <a:srgbClr val="244A63"/>
                </a:solidFill>
                <a:latin typeface="Liberation Sans"/>
                <a:ea typeface="Liberation Sans"/>
                <a:cs typeface="Liberation Sans"/>
              </a:defRPr>
            </a:lvl4pPr>
            <a:lvl5pPr algn="l">
              <a:defRPr sz="2441" b="0">
                <a:solidFill>
                  <a:srgbClr val="244A63"/>
                </a:solidFill>
                <a:latin typeface="Liberation Sans"/>
                <a:ea typeface="Liberation Sans"/>
                <a:cs typeface="Liberation Sans"/>
              </a:defRPr>
            </a:lvl5pPr>
            <a:lvl6pPr algn="l">
              <a:defRPr sz="2441" b="0">
                <a:solidFill>
                  <a:srgbClr val="244A63"/>
                </a:solidFill>
                <a:latin typeface="Liberation Sans"/>
                <a:ea typeface="Liberation Sans"/>
                <a:cs typeface="Liberation Sans"/>
              </a:defRPr>
            </a:lvl6pPr>
            <a:lvl7pPr algn="l">
              <a:defRPr sz="2441" b="0">
                <a:solidFill>
                  <a:srgbClr val="244A63"/>
                </a:solidFill>
                <a:latin typeface="Liberation Sans"/>
                <a:ea typeface="Liberation Sans"/>
                <a:cs typeface="Liberation Sans"/>
              </a:defRPr>
            </a:lvl7pPr>
            <a:lvl8pPr algn="l">
              <a:defRPr sz="2441" b="0">
                <a:solidFill>
                  <a:srgbClr val="244A63"/>
                </a:solidFill>
                <a:latin typeface="Liberation Sans"/>
                <a:ea typeface="Liberation Sans"/>
                <a:cs typeface="Liberation Sans"/>
              </a:defRPr>
            </a:lvl8pPr>
            <a:lvl9pPr algn="l">
              <a:defRPr sz="2441" b="0">
                <a:solidFill>
                  <a:srgbClr val="244A63"/>
                </a:solidFill>
                <a:latin typeface="Liberation Sans"/>
                <a:ea typeface="Liberation Sans"/>
                <a:cs typeface="Liberation Sans"/>
              </a:defRPr>
            </a:lvl9pPr>
          </a:lstStyle>
          <a:p xmlns:a="http://schemas.openxmlformats.org/drawingml/2006/main">
            <a:pPr algn="l">
              <a:defRPr sz="2441" b="0">
                <a:solidFill>
                  <a:srgbClr val="244A63"/>
                </a:solidFill>
                <a:latin typeface="Liberation Sans"/>
                <a:ea typeface="Liberation Sans"/>
                <a:cs typeface="Liberation Sans"/>
              </a:defRPr>
            </a:pPr>
            <a:r>
              <a:rPr sz="2441" b="0">
                <a:solidFill>
                  <a:srgbClr val="244A63"/>
                </a:solidFill>
                <a:latin typeface="Liberation Sans"/>
                <a:ea typeface="Liberation Sans"/>
                <a:cs typeface="Liberation Sans"/>
              </a:rPr>
              <a:t>→</a:t>
            </a:r>
          </a:p>
        </p:txBody>
      </p:sp>
      <p:sp>
        <p:nvSpPr>
          <p:cNvPr id="33" name="native-vector-text">
            <a:extLst xmlns:a="http://schemas.openxmlformats.org/drawingml/2006/main">
              <a:ext uri="{FF2B5EF4-FFF2-40B4-BE49-F238E27FC236}">
                <a16:creationId xmlns:a16="http://schemas.microsoft.com/office/drawing/2014/main" id="{94A2FA29-3626-45B1-BEFA-F74E094A98F3}"/>
              </a:ext>
            </a:extLst>
          </p:cNvPr>
          <p:cNvSpPr>
            <a:spLocks xmlns:a="http://schemas.openxmlformats.org/drawingml/2006/main" noGrp="1"/>
          </p:cNvSpPr>
          <p:nvPr/>
        </p:nvSpPr>
        <p:spPr>
          <a:xfrm xmlns:a="http://schemas.openxmlformats.org/drawingml/2006/main">
            <a:off x="7478976" y="2075406"/>
            <a:ext cx="230752" cy="44950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41" b="0">
                <a:solidFill>
                  <a:srgbClr val="244A63"/>
                </a:solidFill>
                <a:latin typeface="Liberation Sans"/>
                <a:ea typeface="Liberation Sans"/>
                <a:cs typeface="Liberation Sans"/>
              </a:defRPr>
            </a:defPPr>
            <a:lvl1pPr algn="l">
              <a:defRPr sz="2441" b="0">
                <a:solidFill>
                  <a:srgbClr val="244A63"/>
                </a:solidFill>
                <a:latin typeface="Liberation Sans"/>
                <a:ea typeface="Liberation Sans"/>
                <a:cs typeface="Liberation Sans"/>
              </a:defRPr>
            </a:lvl1pPr>
            <a:lvl2pPr algn="l">
              <a:defRPr sz="2441" b="0">
                <a:solidFill>
                  <a:srgbClr val="244A63"/>
                </a:solidFill>
                <a:latin typeface="Liberation Sans"/>
                <a:ea typeface="Liberation Sans"/>
                <a:cs typeface="Liberation Sans"/>
              </a:defRPr>
            </a:lvl2pPr>
            <a:lvl3pPr algn="l">
              <a:defRPr sz="2441" b="0">
                <a:solidFill>
                  <a:srgbClr val="244A63"/>
                </a:solidFill>
                <a:latin typeface="Liberation Sans"/>
                <a:ea typeface="Liberation Sans"/>
                <a:cs typeface="Liberation Sans"/>
              </a:defRPr>
            </a:lvl3pPr>
            <a:lvl4pPr algn="l">
              <a:defRPr sz="2441" b="0">
                <a:solidFill>
                  <a:srgbClr val="244A63"/>
                </a:solidFill>
                <a:latin typeface="Liberation Sans"/>
                <a:ea typeface="Liberation Sans"/>
                <a:cs typeface="Liberation Sans"/>
              </a:defRPr>
            </a:lvl4pPr>
            <a:lvl5pPr algn="l">
              <a:defRPr sz="2441" b="0">
                <a:solidFill>
                  <a:srgbClr val="244A63"/>
                </a:solidFill>
                <a:latin typeface="Liberation Sans"/>
                <a:ea typeface="Liberation Sans"/>
                <a:cs typeface="Liberation Sans"/>
              </a:defRPr>
            </a:lvl5pPr>
            <a:lvl6pPr algn="l">
              <a:defRPr sz="2441" b="0">
                <a:solidFill>
                  <a:srgbClr val="244A63"/>
                </a:solidFill>
                <a:latin typeface="Liberation Sans"/>
                <a:ea typeface="Liberation Sans"/>
                <a:cs typeface="Liberation Sans"/>
              </a:defRPr>
            </a:lvl6pPr>
            <a:lvl7pPr algn="l">
              <a:defRPr sz="2441" b="0">
                <a:solidFill>
                  <a:srgbClr val="244A63"/>
                </a:solidFill>
                <a:latin typeface="Liberation Sans"/>
                <a:ea typeface="Liberation Sans"/>
                <a:cs typeface="Liberation Sans"/>
              </a:defRPr>
            </a:lvl7pPr>
            <a:lvl8pPr algn="l">
              <a:defRPr sz="2441" b="0">
                <a:solidFill>
                  <a:srgbClr val="244A63"/>
                </a:solidFill>
                <a:latin typeface="Liberation Sans"/>
                <a:ea typeface="Liberation Sans"/>
                <a:cs typeface="Liberation Sans"/>
              </a:defRPr>
            </a:lvl8pPr>
            <a:lvl9pPr algn="l">
              <a:defRPr sz="2441" b="0">
                <a:solidFill>
                  <a:srgbClr val="244A63"/>
                </a:solidFill>
                <a:latin typeface="Liberation Sans"/>
                <a:ea typeface="Liberation Sans"/>
                <a:cs typeface="Liberation Sans"/>
              </a:defRPr>
            </a:lvl9pPr>
          </a:lstStyle>
          <a:p xmlns:a="http://schemas.openxmlformats.org/drawingml/2006/main">
            <a:pPr algn="l">
              <a:defRPr sz="2441" b="0">
                <a:solidFill>
                  <a:srgbClr val="244A63"/>
                </a:solidFill>
                <a:latin typeface="Liberation Sans"/>
                <a:ea typeface="Liberation Sans"/>
                <a:cs typeface="Liberation Sans"/>
              </a:defRPr>
            </a:pPr>
            <a:r>
              <a:rPr sz="2441" b="0">
                <a:solidFill>
                  <a:srgbClr val="244A63"/>
                </a:solidFill>
                <a:latin typeface="Liberation Sans"/>
                <a:ea typeface="Liberation Sans"/>
                <a:cs typeface="Liberation Sans"/>
              </a:rPr>
              <a:t>→</a:t>
            </a:r>
          </a:p>
        </p:txBody>
      </p:sp>
      <p:sp>
        <p:nvSpPr>
          <p:cNvPr id="34" name="native-vector-text">
            <a:extLst xmlns:a="http://schemas.openxmlformats.org/drawingml/2006/main">
              <a:ext uri="{FF2B5EF4-FFF2-40B4-BE49-F238E27FC236}">
                <a16:creationId xmlns:a16="http://schemas.microsoft.com/office/drawing/2014/main" id="{0B12E964-872B-4291-B1A8-5B9A282901D9}"/>
              </a:ext>
            </a:extLst>
          </p:cNvPr>
          <p:cNvSpPr>
            <a:spLocks xmlns:a="http://schemas.openxmlformats.org/drawingml/2006/main" noGrp="1"/>
          </p:cNvSpPr>
          <p:nvPr/>
        </p:nvSpPr>
        <p:spPr>
          <a:xfrm xmlns:a="http://schemas.openxmlformats.org/drawingml/2006/main">
            <a:off x="4482272" y="3367088"/>
            <a:ext cx="230752" cy="44950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41" b="0">
                <a:solidFill>
                  <a:srgbClr val="244A63"/>
                </a:solidFill>
                <a:latin typeface="Liberation Sans"/>
                <a:ea typeface="Liberation Sans"/>
                <a:cs typeface="Liberation Sans"/>
              </a:defRPr>
            </a:defPPr>
            <a:lvl1pPr algn="l">
              <a:defRPr sz="2441" b="0">
                <a:solidFill>
                  <a:srgbClr val="244A63"/>
                </a:solidFill>
                <a:latin typeface="Liberation Sans"/>
                <a:ea typeface="Liberation Sans"/>
                <a:cs typeface="Liberation Sans"/>
              </a:defRPr>
            </a:lvl1pPr>
            <a:lvl2pPr algn="l">
              <a:defRPr sz="2441" b="0">
                <a:solidFill>
                  <a:srgbClr val="244A63"/>
                </a:solidFill>
                <a:latin typeface="Liberation Sans"/>
                <a:ea typeface="Liberation Sans"/>
                <a:cs typeface="Liberation Sans"/>
              </a:defRPr>
            </a:lvl2pPr>
            <a:lvl3pPr algn="l">
              <a:defRPr sz="2441" b="0">
                <a:solidFill>
                  <a:srgbClr val="244A63"/>
                </a:solidFill>
                <a:latin typeface="Liberation Sans"/>
                <a:ea typeface="Liberation Sans"/>
                <a:cs typeface="Liberation Sans"/>
              </a:defRPr>
            </a:lvl3pPr>
            <a:lvl4pPr algn="l">
              <a:defRPr sz="2441" b="0">
                <a:solidFill>
                  <a:srgbClr val="244A63"/>
                </a:solidFill>
                <a:latin typeface="Liberation Sans"/>
                <a:ea typeface="Liberation Sans"/>
                <a:cs typeface="Liberation Sans"/>
              </a:defRPr>
            </a:lvl4pPr>
            <a:lvl5pPr algn="l">
              <a:defRPr sz="2441" b="0">
                <a:solidFill>
                  <a:srgbClr val="244A63"/>
                </a:solidFill>
                <a:latin typeface="Liberation Sans"/>
                <a:ea typeface="Liberation Sans"/>
                <a:cs typeface="Liberation Sans"/>
              </a:defRPr>
            </a:lvl5pPr>
            <a:lvl6pPr algn="l">
              <a:defRPr sz="2441" b="0">
                <a:solidFill>
                  <a:srgbClr val="244A63"/>
                </a:solidFill>
                <a:latin typeface="Liberation Sans"/>
                <a:ea typeface="Liberation Sans"/>
                <a:cs typeface="Liberation Sans"/>
              </a:defRPr>
            </a:lvl6pPr>
            <a:lvl7pPr algn="l">
              <a:defRPr sz="2441" b="0">
                <a:solidFill>
                  <a:srgbClr val="244A63"/>
                </a:solidFill>
                <a:latin typeface="Liberation Sans"/>
                <a:ea typeface="Liberation Sans"/>
                <a:cs typeface="Liberation Sans"/>
              </a:defRPr>
            </a:lvl7pPr>
            <a:lvl8pPr algn="l">
              <a:defRPr sz="2441" b="0">
                <a:solidFill>
                  <a:srgbClr val="244A63"/>
                </a:solidFill>
                <a:latin typeface="Liberation Sans"/>
                <a:ea typeface="Liberation Sans"/>
                <a:cs typeface="Liberation Sans"/>
              </a:defRPr>
            </a:lvl8pPr>
            <a:lvl9pPr algn="l">
              <a:defRPr sz="2441" b="0">
                <a:solidFill>
                  <a:srgbClr val="244A63"/>
                </a:solidFill>
                <a:latin typeface="Liberation Sans"/>
                <a:ea typeface="Liberation Sans"/>
                <a:cs typeface="Liberation Sans"/>
              </a:defRPr>
            </a:lvl9pPr>
          </a:lstStyle>
          <a:p xmlns:a="http://schemas.openxmlformats.org/drawingml/2006/main">
            <a:pPr algn="l">
              <a:defRPr sz="2441" b="0">
                <a:solidFill>
                  <a:srgbClr val="244A63"/>
                </a:solidFill>
                <a:latin typeface="Liberation Sans"/>
                <a:ea typeface="Liberation Sans"/>
                <a:cs typeface="Liberation Sans"/>
              </a:defRPr>
            </a:pPr>
            <a:r>
              <a:rPr sz="2441" b="0">
                <a:solidFill>
                  <a:srgbClr val="244A63"/>
                </a:solidFill>
                <a:latin typeface="Liberation Sans"/>
                <a:ea typeface="Liberation Sans"/>
                <a:cs typeface="Liberation Sans"/>
              </a:rPr>
              <a:t>→</a:t>
            </a:r>
          </a:p>
        </p:txBody>
      </p:sp>
      <p:sp>
        <p:nvSpPr>
          <p:cNvPr id="35" name="native-vector-text">
            <a:extLst xmlns:a="http://schemas.openxmlformats.org/drawingml/2006/main">
              <a:ext uri="{FF2B5EF4-FFF2-40B4-BE49-F238E27FC236}">
                <a16:creationId xmlns:a16="http://schemas.microsoft.com/office/drawing/2014/main" id="{E48AB2D1-9F09-451A-BA9F-9C45A4C21C56}"/>
              </a:ext>
            </a:extLst>
          </p:cNvPr>
          <p:cNvSpPr>
            <a:spLocks xmlns:a="http://schemas.openxmlformats.org/drawingml/2006/main" noGrp="1"/>
          </p:cNvSpPr>
          <p:nvPr/>
        </p:nvSpPr>
        <p:spPr>
          <a:xfrm xmlns:a="http://schemas.openxmlformats.org/drawingml/2006/main">
            <a:off x="7478976" y="3367088"/>
            <a:ext cx="230752" cy="44950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41" b="0">
                <a:solidFill>
                  <a:srgbClr val="244A63"/>
                </a:solidFill>
                <a:latin typeface="Liberation Sans"/>
                <a:ea typeface="Liberation Sans"/>
                <a:cs typeface="Liberation Sans"/>
              </a:defRPr>
            </a:defPPr>
            <a:lvl1pPr algn="l">
              <a:defRPr sz="2441" b="0">
                <a:solidFill>
                  <a:srgbClr val="244A63"/>
                </a:solidFill>
                <a:latin typeface="Liberation Sans"/>
                <a:ea typeface="Liberation Sans"/>
                <a:cs typeface="Liberation Sans"/>
              </a:defRPr>
            </a:lvl1pPr>
            <a:lvl2pPr algn="l">
              <a:defRPr sz="2441" b="0">
                <a:solidFill>
                  <a:srgbClr val="244A63"/>
                </a:solidFill>
                <a:latin typeface="Liberation Sans"/>
                <a:ea typeface="Liberation Sans"/>
                <a:cs typeface="Liberation Sans"/>
              </a:defRPr>
            </a:lvl2pPr>
            <a:lvl3pPr algn="l">
              <a:defRPr sz="2441" b="0">
                <a:solidFill>
                  <a:srgbClr val="244A63"/>
                </a:solidFill>
                <a:latin typeface="Liberation Sans"/>
                <a:ea typeface="Liberation Sans"/>
                <a:cs typeface="Liberation Sans"/>
              </a:defRPr>
            </a:lvl3pPr>
            <a:lvl4pPr algn="l">
              <a:defRPr sz="2441" b="0">
                <a:solidFill>
                  <a:srgbClr val="244A63"/>
                </a:solidFill>
                <a:latin typeface="Liberation Sans"/>
                <a:ea typeface="Liberation Sans"/>
                <a:cs typeface="Liberation Sans"/>
              </a:defRPr>
            </a:lvl4pPr>
            <a:lvl5pPr algn="l">
              <a:defRPr sz="2441" b="0">
                <a:solidFill>
                  <a:srgbClr val="244A63"/>
                </a:solidFill>
                <a:latin typeface="Liberation Sans"/>
                <a:ea typeface="Liberation Sans"/>
                <a:cs typeface="Liberation Sans"/>
              </a:defRPr>
            </a:lvl5pPr>
            <a:lvl6pPr algn="l">
              <a:defRPr sz="2441" b="0">
                <a:solidFill>
                  <a:srgbClr val="244A63"/>
                </a:solidFill>
                <a:latin typeface="Liberation Sans"/>
                <a:ea typeface="Liberation Sans"/>
                <a:cs typeface="Liberation Sans"/>
              </a:defRPr>
            </a:lvl6pPr>
            <a:lvl7pPr algn="l">
              <a:defRPr sz="2441" b="0">
                <a:solidFill>
                  <a:srgbClr val="244A63"/>
                </a:solidFill>
                <a:latin typeface="Liberation Sans"/>
                <a:ea typeface="Liberation Sans"/>
                <a:cs typeface="Liberation Sans"/>
              </a:defRPr>
            </a:lvl7pPr>
            <a:lvl8pPr algn="l">
              <a:defRPr sz="2441" b="0">
                <a:solidFill>
                  <a:srgbClr val="244A63"/>
                </a:solidFill>
                <a:latin typeface="Liberation Sans"/>
                <a:ea typeface="Liberation Sans"/>
                <a:cs typeface="Liberation Sans"/>
              </a:defRPr>
            </a:lvl8pPr>
            <a:lvl9pPr algn="l">
              <a:defRPr sz="2441" b="0">
                <a:solidFill>
                  <a:srgbClr val="244A63"/>
                </a:solidFill>
                <a:latin typeface="Liberation Sans"/>
                <a:ea typeface="Liberation Sans"/>
                <a:cs typeface="Liberation Sans"/>
              </a:defRPr>
            </a:lvl9pPr>
          </a:lstStyle>
          <a:p xmlns:a="http://schemas.openxmlformats.org/drawingml/2006/main">
            <a:pPr algn="l">
              <a:defRPr sz="2441" b="0">
                <a:solidFill>
                  <a:srgbClr val="244A63"/>
                </a:solidFill>
                <a:latin typeface="Liberation Sans"/>
                <a:ea typeface="Liberation Sans"/>
                <a:cs typeface="Liberation Sans"/>
              </a:defRPr>
            </a:pPr>
            <a:r>
              <a:rPr sz="2441" b="0">
                <a:solidFill>
                  <a:srgbClr val="244A63"/>
                </a:solidFill>
                <a:latin typeface="Liberation Sans"/>
                <a:ea typeface="Liberation Sans"/>
                <a:cs typeface="Liberation Sans"/>
              </a:rPr>
              <a:t>→</a:t>
            </a:r>
          </a:p>
        </p:txBody>
      </p:sp>
      <p:sp>
        <p:nvSpPr>
          <p:cNvPr id="36" name="native-vector-text">
            <a:extLst xmlns:a="http://schemas.openxmlformats.org/drawingml/2006/main">
              <a:ext uri="{FF2B5EF4-FFF2-40B4-BE49-F238E27FC236}">
                <a16:creationId xmlns:a16="http://schemas.microsoft.com/office/drawing/2014/main" id="{A762C7BA-B6ED-48D1-A699-E730F0D8FDC5}"/>
              </a:ext>
            </a:extLst>
          </p:cNvPr>
          <p:cNvSpPr>
            <a:spLocks xmlns:a="http://schemas.openxmlformats.org/drawingml/2006/main" noGrp="1"/>
          </p:cNvSpPr>
          <p:nvPr/>
        </p:nvSpPr>
        <p:spPr>
          <a:xfrm xmlns:a="http://schemas.openxmlformats.org/drawingml/2006/main">
            <a:off x="4373641" y="2708847"/>
            <a:ext cx="3444718" cy="33712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31" b="0">
                <a:solidFill>
                  <a:srgbClr val="244A63"/>
                </a:solidFill>
                <a:latin typeface="Liberation Sans"/>
                <a:ea typeface="Liberation Sans"/>
                <a:cs typeface="Liberation Sans"/>
              </a:defRPr>
            </a:defPPr>
            <a:lvl1pPr algn="l">
              <a:defRPr sz="1831" b="0">
                <a:solidFill>
                  <a:srgbClr val="244A63"/>
                </a:solidFill>
                <a:latin typeface="Liberation Sans"/>
                <a:ea typeface="Liberation Sans"/>
                <a:cs typeface="Liberation Sans"/>
              </a:defRPr>
            </a:lvl1pPr>
            <a:lvl2pPr algn="l">
              <a:defRPr sz="1831" b="0">
                <a:solidFill>
                  <a:srgbClr val="244A63"/>
                </a:solidFill>
                <a:latin typeface="Liberation Sans"/>
                <a:ea typeface="Liberation Sans"/>
                <a:cs typeface="Liberation Sans"/>
              </a:defRPr>
            </a:lvl2pPr>
            <a:lvl3pPr algn="l">
              <a:defRPr sz="1831" b="0">
                <a:solidFill>
                  <a:srgbClr val="244A63"/>
                </a:solidFill>
                <a:latin typeface="Liberation Sans"/>
                <a:ea typeface="Liberation Sans"/>
                <a:cs typeface="Liberation Sans"/>
              </a:defRPr>
            </a:lvl3pPr>
            <a:lvl4pPr algn="l">
              <a:defRPr sz="1831" b="0">
                <a:solidFill>
                  <a:srgbClr val="244A63"/>
                </a:solidFill>
                <a:latin typeface="Liberation Sans"/>
                <a:ea typeface="Liberation Sans"/>
                <a:cs typeface="Liberation Sans"/>
              </a:defRPr>
            </a:lvl4pPr>
            <a:lvl5pPr algn="l">
              <a:defRPr sz="1831" b="0">
                <a:solidFill>
                  <a:srgbClr val="244A63"/>
                </a:solidFill>
                <a:latin typeface="Liberation Sans"/>
                <a:ea typeface="Liberation Sans"/>
                <a:cs typeface="Liberation Sans"/>
              </a:defRPr>
            </a:lvl5pPr>
            <a:lvl6pPr algn="l">
              <a:defRPr sz="1831" b="0">
                <a:solidFill>
                  <a:srgbClr val="244A63"/>
                </a:solidFill>
                <a:latin typeface="Liberation Sans"/>
                <a:ea typeface="Liberation Sans"/>
                <a:cs typeface="Liberation Sans"/>
              </a:defRPr>
            </a:lvl6pPr>
            <a:lvl7pPr algn="l">
              <a:defRPr sz="1831" b="0">
                <a:solidFill>
                  <a:srgbClr val="244A63"/>
                </a:solidFill>
                <a:latin typeface="Liberation Sans"/>
                <a:ea typeface="Liberation Sans"/>
                <a:cs typeface="Liberation Sans"/>
              </a:defRPr>
            </a:lvl7pPr>
            <a:lvl8pPr algn="l">
              <a:defRPr sz="1831" b="0">
                <a:solidFill>
                  <a:srgbClr val="244A63"/>
                </a:solidFill>
                <a:latin typeface="Liberation Sans"/>
                <a:ea typeface="Liberation Sans"/>
                <a:cs typeface="Liberation Sans"/>
              </a:defRPr>
            </a:lvl8pPr>
            <a:lvl9pPr algn="l">
              <a:defRPr sz="1831" b="0">
                <a:solidFill>
                  <a:srgbClr val="244A63"/>
                </a:solidFill>
                <a:latin typeface="Liberation Sans"/>
                <a:ea typeface="Liberation Sans"/>
                <a:cs typeface="Liberation Sans"/>
              </a:defRPr>
            </a:lvl9pPr>
          </a:lstStyle>
          <a:p xmlns:a="http://schemas.openxmlformats.org/drawingml/2006/main">
            <a:pPr algn="l">
              <a:defRPr sz="1831" b="0">
                <a:solidFill>
                  <a:srgbClr val="244A63"/>
                </a:solidFill>
                <a:latin typeface="Liberation Sans"/>
                <a:ea typeface="Liberation Sans"/>
                <a:cs typeface="Liberation Sans"/>
              </a:defRPr>
            </a:pPr>
            <a:r>
              <a:rPr sz="1831" b="0">
                <a:solidFill>
                  <a:srgbClr val="244A63"/>
                </a:solidFill>
                <a:latin typeface="Liberation Sans"/>
                <a:ea typeface="Liberation Sans"/>
                <a:cs typeface="Liberation Sans"/>
              </a:rPr>
              <a:t>Each arrow means: is eaten by</a:t>
            </a:r>
          </a:p>
        </p:txBody>
      </p:sp>
      <p:sp>
        <p:nvSpPr>
          <p:cNvPr id="37" name="picture-description">
            <a:extLst xmlns:a="http://schemas.openxmlformats.org/drawingml/2006/main">
              <a:ext uri="{FF2B5EF4-FFF2-40B4-BE49-F238E27FC236}">
                <a16:creationId xmlns:a16="http://schemas.microsoft.com/office/drawing/2014/main" id="{F7E5E92C-85D6-45DA-862E-23D704CF461F}"/>
              </a:ext>
            </a:extLst>
          </p:cNvPr>
          <p:cNvSpPr>
            <a:spLocks xmlns:a="http://schemas.openxmlformats.org/drawingml/2006/main" noGrp="1"/>
          </p:cNvSpPr>
          <p:nvPr/>
        </p:nvSpPr>
        <p:spPr>
          <a:xfrm xmlns:a="http://schemas.openxmlformats.org/drawingml/2006/main">
            <a:off x="476250" y="4400550"/>
            <a:ext cx="11239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Food passes from grass to rabbit to fox, and from leaves to caterpillar to robin</a:t>
            </a:r>
          </a:p>
        </p:txBody>
      </p:sp>
      <p:sp>
        <p:nvSpPr>
          <p:cNvPr id="38" name="book-direction">
            <a:extLst xmlns:a="http://schemas.openxmlformats.org/drawingml/2006/main">
              <a:ext uri="{FF2B5EF4-FFF2-40B4-BE49-F238E27FC236}">
                <a16:creationId xmlns:a16="http://schemas.microsoft.com/office/drawing/2014/main" id="{62D77ED4-313B-487C-959E-EF51BDBBCF36}"/>
              </a:ext>
            </a:extLst>
          </p:cNvPr>
          <p:cNvSpPr>
            <a:spLocks xmlns:a="http://schemas.openxmlformats.org/drawingml/2006/main" noGrp="1"/>
          </p:cNvSpPr>
          <p:nvPr/>
        </p:nvSpPr>
        <p:spPr>
          <a:xfrm xmlns:a="http://schemas.openxmlformats.org/drawingml/2006/main">
            <a:off x="609600" y="5048250"/>
            <a:ext cx="109061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172536"/>
                </a:solidFill>
                <a:latin typeface="Liberation Sans"/>
                <a:ea typeface="Liberation Sans"/>
                <a:cs typeface="Liberation Sans"/>
              </a:defRPr>
            </a:defPPr>
            <a:lvl1pPr algn="l">
              <a:defRPr sz="1500" b="0">
                <a:solidFill>
                  <a:srgbClr val="172536"/>
                </a:solidFill>
                <a:latin typeface="Liberation Sans"/>
                <a:ea typeface="Liberation Sans"/>
                <a:cs typeface="Liberation Sans"/>
              </a:defRPr>
            </a:lvl1pPr>
            <a:lvl2pPr algn="l">
              <a:defRPr sz="1500" b="0">
                <a:solidFill>
                  <a:srgbClr val="172536"/>
                </a:solidFill>
                <a:latin typeface="Liberation Sans"/>
                <a:ea typeface="Liberation Sans"/>
                <a:cs typeface="Liberation Sans"/>
              </a:defRPr>
            </a:lvl2pPr>
            <a:lvl3pPr algn="l">
              <a:defRPr sz="1500" b="0">
                <a:solidFill>
                  <a:srgbClr val="172536"/>
                </a:solidFill>
                <a:latin typeface="Liberation Sans"/>
                <a:ea typeface="Liberation Sans"/>
                <a:cs typeface="Liberation Sans"/>
              </a:defRPr>
            </a:lvl3pPr>
            <a:lvl4pPr algn="l">
              <a:defRPr sz="1500" b="0">
                <a:solidFill>
                  <a:srgbClr val="172536"/>
                </a:solidFill>
                <a:latin typeface="Liberation Sans"/>
                <a:ea typeface="Liberation Sans"/>
                <a:cs typeface="Liberation Sans"/>
              </a:defRPr>
            </a:lvl4pPr>
            <a:lvl5pPr algn="l">
              <a:defRPr sz="1500" b="0">
                <a:solidFill>
                  <a:srgbClr val="172536"/>
                </a:solidFill>
                <a:latin typeface="Liberation Sans"/>
                <a:ea typeface="Liberation Sans"/>
                <a:cs typeface="Liberation Sans"/>
              </a:defRPr>
            </a:lvl5pPr>
            <a:lvl6pPr algn="l">
              <a:defRPr sz="1500" b="0">
                <a:solidFill>
                  <a:srgbClr val="172536"/>
                </a:solidFill>
                <a:latin typeface="Liberation Sans"/>
                <a:ea typeface="Liberation Sans"/>
                <a:cs typeface="Liberation Sans"/>
              </a:defRPr>
            </a:lvl6pPr>
            <a:lvl7pPr algn="l">
              <a:defRPr sz="1500" b="0">
                <a:solidFill>
                  <a:srgbClr val="172536"/>
                </a:solidFill>
                <a:latin typeface="Liberation Sans"/>
                <a:ea typeface="Liberation Sans"/>
                <a:cs typeface="Liberation Sans"/>
              </a:defRPr>
            </a:lvl7pPr>
            <a:lvl8pPr algn="l">
              <a:defRPr sz="1500" b="0">
                <a:solidFill>
                  <a:srgbClr val="172536"/>
                </a:solidFill>
                <a:latin typeface="Liberation Sans"/>
                <a:ea typeface="Liberation Sans"/>
                <a:cs typeface="Liberation Sans"/>
              </a:defRPr>
            </a:lvl8pPr>
            <a:lvl9pPr algn="l">
              <a:defRPr sz="1500" b="0">
                <a:solidFill>
                  <a:srgbClr val="172536"/>
                </a:solidFill>
                <a:latin typeface="Liberation Sans"/>
                <a:ea typeface="Liberation Sans"/>
                <a:cs typeface="Liberation Sans"/>
              </a:defRPr>
            </a:lvl9pPr>
          </a:lstStyle>
          <a:p xmlns:a="http://schemas.openxmlformats.org/drawingml/2006/main">
            <a:pPr algn="l">
              <a:defRPr sz="1500" b="0">
                <a:solidFill>
                  <a:srgbClr val="172536"/>
                </a:solidFill>
                <a:latin typeface="Liberation Sans"/>
                <a:ea typeface="Liberation Sans"/>
                <a:cs typeface="Liberation Sans"/>
              </a:defRPr>
            </a:pPr>
            <a:r>
              <a:rPr sz="1500" b="0">
                <a:solidFill>
                  <a:srgbClr val="172536"/>
                </a:solidFill>
                <a:latin typeface="Liberation Sans"/>
                <a:ea typeface="Liberation Sans"/>
                <a:cs typeface="Liberation Sans"/>
              </a:rPr>
              <a:t>In your book: Watch the model; point to the evidence. No writing yet.</a:t>
            </a:r>
          </a:p>
        </p:txBody>
      </p:sp>
    </p:spTree>
    <p:extLst>
      <p:ext uri="{BB962C8B-B14F-4D97-AF65-F5344CB8AC3E}">
        <p14:creationId xmlns:p14="http://schemas.microsoft.com/office/powerpoint/2010/main" val="132446900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lesson-header">
            <a:extLst xmlns:a="http://schemas.openxmlformats.org/drawingml/2006/main">
              <a:ext uri="{FF2B5EF4-FFF2-40B4-BE49-F238E27FC236}">
                <a16:creationId xmlns:a16="http://schemas.microsoft.com/office/drawing/2014/main" id="{6D41A595-4F0E-4A52-B9D1-BF028329D246}"/>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vl1pPr algn="l">
              <a:defRPr sz="1425" b="1">
                <a:solidFill>
                  <a:srgbClr val="355E7B"/>
                </a:solidFill>
                <a:latin typeface="Liberation Sans"/>
                <a:ea typeface="Liberation Sans"/>
                <a:cs typeface="Liberation Sans"/>
              </a:defRPr>
            </a:lvl1pPr>
            <a:lvl2pPr algn="l">
              <a:defRPr sz="1425" b="1">
                <a:solidFill>
                  <a:srgbClr val="355E7B"/>
                </a:solidFill>
                <a:latin typeface="Liberation Sans"/>
                <a:ea typeface="Liberation Sans"/>
                <a:cs typeface="Liberation Sans"/>
              </a:defRPr>
            </a:lvl2pPr>
            <a:lvl3pPr algn="l">
              <a:defRPr sz="1425" b="1">
                <a:solidFill>
                  <a:srgbClr val="355E7B"/>
                </a:solidFill>
                <a:latin typeface="Liberation Sans"/>
                <a:ea typeface="Liberation Sans"/>
                <a:cs typeface="Liberation Sans"/>
              </a:defRPr>
            </a:lvl3pPr>
            <a:lvl4pPr algn="l">
              <a:defRPr sz="1425" b="1">
                <a:solidFill>
                  <a:srgbClr val="355E7B"/>
                </a:solidFill>
                <a:latin typeface="Liberation Sans"/>
                <a:ea typeface="Liberation Sans"/>
                <a:cs typeface="Liberation Sans"/>
              </a:defRPr>
            </a:lvl4pPr>
            <a:lvl5pPr algn="l">
              <a:defRPr sz="1425" b="1">
                <a:solidFill>
                  <a:srgbClr val="355E7B"/>
                </a:solidFill>
                <a:latin typeface="Liberation Sans"/>
                <a:ea typeface="Liberation Sans"/>
                <a:cs typeface="Liberation Sans"/>
              </a:defRPr>
            </a:lvl5pPr>
            <a:lvl6pPr algn="l">
              <a:defRPr sz="1425" b="1">
                <a:solidFill>
                  <a:srgbClr val="355E7B"/>
                </a:solidFill>
                <a:latin typeface="Liberation Sans"/>
                <a:ea typeface="Liberation Sans"/>
                <a:cs typeface="Liberation Sans"/>
              </a:defRPr>
            </a:lvl6pPr>
            <a:lvl7pPr algn="l">
              <a:defRPr sz="1425" b="1">
                <a:solidFill>
                  <a:srgbClr val="355E7B"/>
                </a:solidFill>
                <a:latin typeface="Liberation Sans"/>
                <a:ea typeface="Liberation Sans"/>
                <a:cs typeface="Liberation Sans"/>
              </a:defRPr>
            </a:lvl7pPr>
            <a:lvl8pPr algn="l">
              <a:defRPr sz="1425" b="1">
                <a:solidFill>
                  <a:srgbClr val="355E7B"/>
                </a:solidFill>
                <a:latin typeface="Liberation Sans"/>
                <a:ea typeface="Liberation Sans"/>
                <a:cs typeface="Liberation Sans"/>
              </a:defRPr>
            </a:lvl8pPr>
            <a:lvl9pPr algn="l">
              <a:defRPr sz="1425" b="1">
                <a:solidFill>
                  <a:srgbClr val="355E7B"/>
                </a:solidFill>
                <a:latin typeface="Liberation Sans"/>
                <a:ea typeface="Liberation Sans"/>
                <a:cs typeface="Liberation Sans"/>
              </a:defRPr>
            </a:lvl9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SCIENCE · AUTUMN 1 · Week 8</a:t>
            </a:r>
          </a:p>
        </p:txBody>
      </p:sp>
      <p:sp>
        <p:nvSpPr>
          <p:cNvPr id="2" name="stage-clock">
            <a:extLst xmlns:a="http://schemas.openxmlformats.org/drawingml/2006/main">
              <a:ext uri="{FF2B5EF4-FFF2-40B4-BE49-F238E27FC236}">
                <a16:creationId xmlns:a16="http://schemas.microsoft.com/office/drawing/2014/main" id="{35C03032-E2FD-4666-804A-D1A67D7E4C4A}"/>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vl1pPr algn="r">
              <a:defRPr sz="1425" b="1">
                <a:solidFill>
                  <a:srgbClr val="355E7B"/>
                </a:solidFill>
                <a:latin typeface="Liberation Sans"/>
                <a:ea typeface="Liberation Sans"/>
                <a:cs typeface="Liberation Sans"/>
              </a:defRPr>
            </a:lvl1pPr>
            <a:lvl2pPr algn="r">
              <a:defRPr sz="1425" b="1">
                <a:solidFill>
                  <a:srgbClr val="355E7B"/>
                </a:solidFill>
                <a:latin typeface="Liberation Sans"/>
                <a:ea typeface="Liberation Sans"/>
                <a:cs typeface="Liberation Sans"/>
              </a:defRPr>
            </a:lvl2pPr>
            <a:lvl3pPr algn="r">
              <a:defRPr sz="1425" b="1">
                <a:solidFill>
                  <a:srgbClr val="355E7B"/>
                </a:solidFill>
                <a:latin typeface="Liberation Sans"/>
                <a:ea typeface="Liberation Sans"/>
                <a:cs typeface="Liberation Sans"/>
              </a:defRPr>
            </a:lvl3pPr>
            <a:lvl4pPr algn="r">
              <a:defRPr sz="1425" b="1">
                <a:solidFill>
                  <a:srgbClr val="355E7B"/>
                </a:solidFill>
                <a:latin typeface="Liberation Sans"/>
                <a:ea typeface="Liberation Sans"/>
                <a:cs typeface="Liberation Sans"/>
              </a:defRPr>
            </a:lvl4pPr>
            <a:lvl5pPr algn="r">
              <a:defRPr sz="1425" b="1">
                <a:solidFill>
                  <a:srgbClr val="355E7B"/>
                </a:solidFill>
                <a:latin typeface="Liberation Sans"/>
                <a:ea typeface="Liberation Sans"/>
                <a:cs typeface="Liberation Sans"/>
              </a:defRPr>
            </a:lvl5pPr>
            <a:lvl6pPr algn="r">
              <a:defRPr sz="1425" b="1">
                <a:solidFill>
                  <a:srgbClr val="355E7B"/>
                </a:solidFill>
                <a:latin typeface="Liberation Sans"/>
                <a:ea typeface="Liberation Sans"/>
                <a:cs typeface="Liberation Sans"/>
              </a:defRPr>
            </a:lvl6pPr>
            <a:lvl7pPr algn="r">
              <a:defRPr sz="1425" b="1">
                <a:solidFill>
                  <a:srgbClr val="355E7B"/>
                </a:solidFill>
                <a:latin typeface="Liberation Sans"/>
                <a:ea typeface="Liberation Sans"/>
                <a:cs typeface="Liberation Sans"/>
              </a:defRPr>
            </a:lvl7pPr>
            <a:lvl8pPr algn="r">
              <a:defRPr sz="1425" b="1">
                <a:solidFill>
                  <a:srgbClr val="355E7B"/>
                </a:solidFill>
                <a:latin typeface="Liberation Sans"/>
                <a:ea typeface="Liberation Sans"/>
                <a:cs typeface="Liberation Sans"/>
              </a:defRPr>
            </a:lvl8pPr>
            <a:lvl9pPr algn="r">
              <a:defRPr sz="1425" b="1">
                <a:solidFill>
                  <a:srgbClr val="355E7B"/>
                </a:solidFill>
                <a:latin typeface="Liberation Sans"/>
                <a:ea typeface="Liberation Sans"/>
                <a:cs typeface="Liberation Sans"/>
              </a:defRPr>
            </a:lvl9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follow the evidence · 4 min · 06 to 10</a:t>
            </a:r>
          </a:p>
        </p:txBody>
      </p:sp>
      <p:sp>
        <p:nvSpPr>
          <p:cNvPr id="3" name="slide-title">
            <a:extLst xmlns:a="http://schemas.openxmlformats.org/drawingml/2006/main">
              <a:ext uri="{FF2B5EF4-FFF2-40B4-BE49-F238E27FC236}">
                <a16:creationId xmlns:a16="http://schemas.microsoft.com/office/drawing/2014/main" id="{3A2C11A9-7C5F-4419-9F39-D956B657CAFA}"/>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vl1pPr algn="l">
              <a:defRPr sz="2700" b="1">
                <a:solidFill>
                  <a:srgbClr val="355E7B"/>
                </a:solidFill>
                <a:latin typeface="Liberation Sans"/>
                <a:ea typeface="Liberation Sans"/>
                <a:cs typeface="Liberation Sans"/>
              </a:defRPr>
            </a:lvl1pPr>
            <a:lvl2pPr algn="l">
              <a:defRPr sz="2700" b="1">
                <a:solidFill>
                  <a:srgbClr val="355E7B"/>
                </a:solidFill>
                <a:latin typeface="Liberation Sans"/>
                <a:ea typeface="Liberation Sans"/>
                <a:cs typeface="Liberation Sans"/>
              </a:defRPr>
            </a:lvl2pPr>
            <a:lvl3pPr algn="l">
              <a:defRPr sz="2700" b="1">
                <a:solidFill>
                  <a:srgbClr val="355E7B"/>
                </a:solidFill>
                <a:latin typeface="Liberation Sans"/>
                <a:ea typeface="Liberation Sans"/>
                <a:cs typeface="Liberation Sans"/>
              </a:defRPr>
            </a:lvl3pPr>
            <a:lvl4pPr algn="l">
              <a:defRPr sz="2700" b="1">
                <a:solidFill>
                  <a:srgbClr val="355E7B"/>
                </a:solidFill>
                <a:latin typeface="Liberation Sans"/>
                <a:ea typeface="Liberation Sans"/>
                <a:cs typeface="Liberation Sans"/>
              </a:defRPr>
            </a:lvl4pPr>
            <a:lvl5pPr algn="l">
              <a:defRPr sz="2700" b="1">
                <a:solidFill>
                  <a:srgbClr val="355E7B"/>
                </a:solidFill>
                <a:latin typeface="Liberation Sans"/>
                <a:ea typeface="Liberation Sans"/>
                <a:cs typeface="Liberation Sans"/>
              </a:defRPr>
            </a:lvl5pPr>
            <a:lvl6pPr algn="l">
              <a:defRPr sz="2700" b="1">
                <a:solidFill>
                  <a:srgbClr val="355E7B"/>
                </a:solidFill>
                <a:latin typeface="Liberation Sans"/>
                <a:ea typeface="Liberation Sans"/>
                <a:cs typeface="Liberation Sans"/>
              </a:defRPr>
            </a:lvl6pPr>
            <a:lvl7pPr algn="l">
              <a:defRPr sz="2700" b="1">
                <a:solidFill>
                  <a:srgbClr val="355E7B"/>
                </a:solidFill>
                <a:latin typeface="Liberation Sans"/>
                <a:ea typeface="Liberation Sans"/>
                <a:cs typeface="Liberation Sans"/>
              </a:defRPr>
            </a:lvl7pPr>
            <a:lvl8pPr algn="l">
              <a:defRPr sz="2700" b="1">
                <a:solidFill>
                  <a:srgbClr val="355E7B"/>
                </a:solidFill>
                <a:latin typeface="Liberation Sans"/>
                <a:ea typeface="Liberation Sans"/>
                <a:cs typeface="Liberation Sans"/>
              </a:defRPr>
            </a:lvl8pPr>
            <a:lvl9pPr algn="l">
              <a:defRPr sz="2700" b="1">
                <a:solidFill>
                  <a:srgbClr val="355E7B"/>
                </a:solidFill>
                <a:latin typeface="Liberation Sans"/>
                <a:ea typeface="Liberation Sans"/>
                <a:cs typeface="Liberation Sans"/>
              </a:defRPr>
            </a:lvl9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follow the evidence</a:t>
            </a:r>
          </a:p>
        </p:txBody>
      </p:sp>
      <p:sp>
        <p:nvSpPr>
          <p:cNvPr id="4" name="shape">
            <a:extLst xmlns:a="http://schemas.openxmlformats.org/drawingml/2006/main">
              <a:ext uri="{FF2B5EF4-FFF2-40B4-BE49-F238E27FC236}">
                <a16:creationId xmlns:a16="http://schemas.microsoft.com/office/drawing/2014/main" id="{85DC2DA1-508C-417F-A73C-0B989EB3B47C}"/>
              </a:ext>
            </a:extLst>
          </p:cNvPr>
          <p:cNvSpPr>
            <a:spLocks xmlns:a="http://schemas.openxmlformats.org/drawingml/2006/main" noGrp="1"/>
          </p:cNvSpPr>
          <p:nvPr/>
        </p:nvSpPr>
        <p:spPr>
          <a:xfrm xmlns:a="http://schemas.openxmlformats.org/drawingml/2006/main">
            <a:off x="381000"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DAF9B58B-2222-4C87-B86A-D93BB031EC61}"/>
              </a:ext>
            </a:extLst>
          </p:cNvPr>
          <p:cNvSpPr>
            <a:spLocks xmlns:a="http://schemas.openxmlformats.org/drawingml/2006/main" noGrp="1"/>
          </p:cNvSpPr>
          <p:nvPr/>
        </p:nvSpPr>
        <p:spPr>
          <a:xfrm xmlns:a="http://schemas.openxmlformats.org/drawingml/2006/main">
            <a:off x="1234678"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0C08692D-8CCF-45A7-8A98-FAEB2712A43C}"/>
              </a:ext>
            </a:extLst>
          </p:cNvPr>
          <p:cNvSpPr>
            <a:spLocks xmlns:a="http://schemas.openxmlformats.org/drawingml/2006/main" noGrp="1"/>
          </p:cNvSpPr>
          <p:nvPr/>
        </p:nvSpPr>
        <p:spPr>
          <a:xfrm xmlns:a="http://schemas.openxmlformats.org/drawingml/2006/main">
            <a:off x="2088356" y="1381125"/>
            <a:ext cx="110966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348C19AD-29E9-439D-AE6D-4C7D3BF66845}"/>
              </a:ext>
            </a:extLst>
          </p:cNvPr>
          <p:cNvSpPr>
            <a:spLocks xmlns:a="http://schemas.openxmlformats.org/drawingml/2006/main" noGrp="1"/>
          </p:cNvSpPr>
          <p:nvPr/>
        </p:nvSpPr>
        <p:spPr>
          <a:xfrm xmlns:a="http://schemas.openxmlformats.org/drawingml/2006/main">
            <a:off x="3226594"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A2992C01-8308-4936-B993-77C4B8F6212D}"/>
              </a:ext>
            </a:extLst>
          </p:cNvPr>
          <p:cNvSpPr>
            <a:spLocks xmlns:a="http://schemas.openxmlformats.org/drawingml/2006/main" noGrp="1"/>
          </p:cNvSpPr>
          <p:nvPr/>
        </p:nvSpPr>
        <p:spPr>
          <a:xfrm xmlns:a="http://schemas.openxmlformats.org/drawingml/2006/main">
            <a:off x="4364831"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3FEA1AF0-CE21-48E0-BC5A-22F88BBA0808}"/>
              </a:ext>
            </a:extLst>
          </p:cNvPr>
          <p:cNvSpPr>
            <a:spLocks xmlns:a="http://schemas.openxmlformats.org/drawingml/2006/main" noGrp="1"/>
          </p:cNvSpPr>
          <p:nvPr/>
        </p:nvSpPr>
        <p:spPr>
          <a:xfrm xmlns:a="http://schemas.openxmlformats.org/drawingml/2006/main">
            <a:off x="5218509"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shape">
            <a:extLst xmlns:a="http://schemas.openxmlformats.org/drawingml/2006/main">
              <a:ext uri="{FF2B5EF4-FFF2-40B4-BE49-F238E27FC236}">
                <a16:creationId xmlns:a16="http://schemas.microsoft.com/office/drawing/2014/main" id="{551CB810-8796-4A2A-907B-3E6BB003B643}"/>
              </a:ext>
            </a:extLst>
          </p:cNvPr>
          <p:cNvSpPr>
            <a:spLocks xmlns:a="http://schemas.openxmlformats.org/drawingml/2006/main" noGrp="1"/>
          </p:cNvSpPr>
          <p:nvPr/>
        </p:nvSpPr>
        <p:spPr>
          <a:xfrm xmlns:a="http://schemas.openxmlformats.org/drawingml/2006/main">
            <a:off x="6356747" y="1381125"/>
            <a:ext cx="540544"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1" name="shape">
            <a:extLst xmlns:a="http://schemas.openxmlformats.org/drawingml/2006/main">
              <a:ext uri="{FF2B5EF4-FFF2-40B4-BE49-F238E27FC236}">
                <a16:creationId xmlns:a16="http://schemas.microsoft.com/office/drawing/2014/main" id="{30EFAD89-EB04-465C-85CB-24BB6800CE8A}"/>
              </a:ext>
            </a:extLst>
          </p:cNvPr>
          <p:cNvSpPr>
            <a:spLocks xmlns:a="http://schemas.openxmlformats.org/drawingml/2006/main" noGrp="1"/>
          </p:cNvSpPr>
          <p:nvPr/>
        </p:nvSpPr>
        <p:spPr>
          <a:xfrm xmlns:a="http://schemas.openxmlformats.org/drawingml/2006/main">
            <a:off x="6925866" y="1381125"/>
            <a:ext cx="540544"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2" name="shape">
            <a:extLst xmlns:a="http://schemas.openxmlformats.org/drawingml/2006/main">
              <a:ext uri="{FF2B5EF4-FFF2-40B4-BE49-F238E27FC236}">
                <a16:creationId xmlns:a16="http://schemas.microsoft.com/office/drawing/2014/main" id="{B2289B70-CC9F-44FD-81A0-84DBEF94AECD}"/>
              </a:ext>
            </a:extLst>
          </p:cNvPr>
          <p:cNvSpPr>
            <a:spLocks xmlns:a="http://schemas.openxmlformats.org/drawingml/2006/main" noGrp="1"/>
          </p:cNvSpPr>
          <p:nvPr/>
        </p:nvSpPr>
        <p:spPr>
          <a:xfrm xmlns:a="http://schemas.openxmlformats.org/drawingml/2006/main">
            <a:off x="7494984"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3" name="shape">
            <a:extLst xmlns:a="http://schemas.openxmlformats.org/drawingml/2006/main">
              <a:ext uri="{FF2B5EF4-FFF2-40B4-BE49-F238E27FC236}">
                <a16:creationId xmlns:a16="http://schemas.microsoft.com/office/drawing/2014/main" id="{1A180DEF-09B2-4A44-B0BB-0EF3E335AB7A}"/>
              </a:ext>
            </a:extLst>
          </p:cNvPr>
          <p:cNvSpPr>
            <a:spLocks xmlns:a="http://schemas.openxmlformats.org/drawingml/2006/main" noGrp="1"/>
          </p:cNvSpPr>
          <p:nvPr/>
        </p:nvSpPr>
        <p:spPr>
          <a:xfrm xmlns:a="http://schemas.openxmlformats.org/drawingml/2006/main">
            <a:off x="9771459"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4" name="shape">
            <a:extLst xmlns:a="http://schemas.openxmlformats.org/drawingml/2006/main">
              <a:ext uri="{FF2B5EF4-FFF2-40B4-BE49-F238E27FC236}">
                <a16:creationId xmlns:a16="http://schemas.microsoft.com/office/drawing/2014/main" id="{958A9FC0-9B43-47B8-B3A9-7E89E5808DC8}"/>
              </a:ext>
            </a:extLst>
          </p:cNvPr>
          <p:cNvSpPr>
            <a:spLocks xmlns:a="http://schemas.openxmlformats.org/drawingml/2006/main" noGrp="1"/>
          </p:cNvSpPr>
          <p:nvPr/>
        </p:nvSpPr>
        <p:spPr>
          <a:xfrm xmlns:a="http://schemas.openxmlformats.org/drawingml/2006/main">
            <a:off x="10625138"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5" name="objective-footer">
            <a:extLst xmlns:a="http://schemas.openxmlformats.org/drawingml/2006/main">
              <a:ext uri="{FF2B5EF4-FFF2-40B4-BE49-F238E27FC236}">
                <a16:creationId xmlns:a16="http://schemas.microsoft.com/office/drawing/2014/main" id="{631B0DF6-01FA-412B-9718-96DAE61CABA4}"/>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vl1pPr algn="l">
              <a:defRPr sz="1425" b="0">
                <a:solidFill>
                  <a:srgbClr val="46586A"/>
                </a:solidFill>
                <a:latin typeface="Liberation Sans"/>
                <a:ea typeface="Liberation Sans"/>
                <a:cs typeface="Liberation Sans"/>
              </a:defRPr>
            </a:lvl1pPr>
            <a:lvl2pPr algn="l">
              <a:defRPr sz="1425" b="0">
                <a:solidFill>
                  <a:srgbClr val="46586A"/>
                </a:solidFill>
                <a:latin typeface="Liberation Sans"/>
                <a:ea typeface="Liberation Sans"/>
                <a:cs typeface="Liberation Sans"/>
              </a:defRPr>
            </a:lvl2pPr>
            <a:lvl3pPr algn="l">
              <a:defRPr sz="1425" b="0">
                <a:solidFill>
                  <a:srgbClr val="46586A"/>
                </a:solidFill>
                <a:latin typeface="Liberation Sans"/>
                <a:ea typeface="Liberation Sans"/>
                <a:cs typeface="Liberation Sans"/>
              </a:defRPr>
            </a:lvl3pPr>
            <a:lvl4pPr algn="l">
              <a:defRPr sz="1425" b="0">
                <a:solidFill>
                  <a:srgbClr val="46586A"/>
                </a:solidFill>
                <a:latin typeface="Liberation Sans"/>
                <a:ea typeface="Liberation Sans"/>
                <a:cs typeface="Liberation Sans"/>
              </a:defRPr>
            </a:lvl4pPr>
            <a:lvl5pPr algn="l">
              <a:defRPr sz="1425" b="0">
                <a:solidFill>
                  <a:srgbClr val="46586A"/>
                </a:solidFill>
                <a:latin typeface="Liberation Sans"/>
                <a:ea typeface="Liberation Sans"/>
                <a:cs typeface="Liberation Sans"/>
              </a:defRPr>
            </a:lvl5pPr>
            <a:lvl6pPr algn="l">
              <a:defRPr sz="1425" b="0">
                <a:solidFill>
                  <a:srgbClr val="46586A"/>
                </a:solidFill>
                <a:latin typeface="Liberation Sans"/>
                <a:ea typeface="Liberation Sans"/>
                <a:cs typeface="Liberation Sans"/>
              </a:defRPr>
            </a:lvl6pPr>
            <a:lvl7pPr algn="l">
              <a:defRPr sz="1425" b="0">
                <a:solidFill>
                  <a:srgbClr val="46586A"/>
                </a:solidFill>
                <a:latin typeface="Liberation Sans"/>
                <a:ea typeface="Liberation Sans"/>
                <a:cs typeface="Liberation Sans"/>
              </a:defRPr>
            </a:lvl7pPr>
            <a:lvl8pPr algn="l">
              <a:defRPr sz="1425" b="0">
                <a:solidFill>
                  <a:srgbClr val="46586A"/>
                </a:solidFill>
                <a:latin typeface="Liberation Sans"/>
                <a:ea typeface="Liberation Sans"/>
                <a:cs typeface="Liberation Sans"/>
              </a:defRPr>
            </a:lvl8pPr>
            <a:lvl9pPr algn="l">
              <a:defRPr sz="1425" b="0">
                <a:solidFill>
                  <a:srgbClr val="46586A"/>
                </a:solidFill>
                <a:latin typeface="Liberation Sans"/>
                <a:ea typeface="Liberation Sans"/>
                <a:cs typeface="Liberation Sans"/>
              </a:defRPr>
            </a:lvl9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I can explain that animals get food by eating, and plants can make their own food.</a:t>
            </a:r>
          </a:p>
        </p:txBody>
      </p:sp>
      <p:sp>
        <p:nvSpPr>
          <p:cNvPr id="16" name="blank-version-footer">
            <a:extLst xmlns:a="http://schemas.openxmlformats.org/drawingml/2006/main">
              <a:ext uri="{FF2B5EF4-FFF2-40B4-BE49-F238E27FC236}">
                <a16:creationId xmlns:a16="http://schemas.microsoft.com/office/drawing/2014/main" id="{B0D42E57-6B6F-4AE3-865B-89BE6858AA4C}"/>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vl1pPr algn="l">
              <a:defRPr sz="1425" b="0">
                <a:solidFill>
                  <a:srgbClr val="46586A"/>
                </a:solidFill>
                <a:latin typeface="Liberation Sans"/>
                <a:ea typeface="Liberation Sans"/>
                <a:cs typeface="Liberation Sans"/>
              </a:defRPr>
            </a:lvl1pPr>
            <a:lvl2pPr algn="l">
              <a:defRPr sz="1425" b="0">
                <a:solidFill>
                  <a:srgbClr val="46586A"/>
                </a:solidFill>
                <a:latin typeface="Liberation Sans"/>
                <a:ea typeface="Liberation Sans"/>
                <a:cs typeface="Liberation Sans"/>
              </a:defRPr>
            </a:lvl2pPr>
            <a:lvl3pPr algn="l">
              <a:defRPr sz="1425" b="0">
                <a:solidFill>
                  <a:srgbClr val="46586A"/>
                </a:solidFill>
                <a:latin typeface="Liberation Sans"/>
                <a:ea typeface="Liberation Sans"/>
                <a:cs typeface="Liberation Sans"/>
              </a:defRPr>
            </a:lvl3pPr>
            <a:lvl4pPr algn="l">
              <a:defRPr sz="1425" b="0">
                <a:solidFill>
                  <a:srgbClr val="46586A"/>
                </a:solidFill>
                <a:latin typeface="Liberation Sans"/>
                <a:ea typeface="Liberation Sans"/>
                <a:cs typeface="Liberation Sans"/>
              </a:defRPr>
            </a:lvl4pPr>
            <a:lvl5pPr algn="l">
              <a:defRPr sz="1425" b="0">
                <a:solidFill>
                  <a:srgbClr val="46586A"/>
                </a:solidFill>
                <a:latin typeface="Liberation Sans"/>
                <a:ea typeface="Liberation Sans"/>
                <a:cs typeface="Liberation Sans"/>
              </a:defRPr>
            </a:lvl5pPr>
            <a:lvl6pPr algn="l">
              <a:defRPr sz="1425" b="0">
                <a:solidFill>
                  <a:srgbClr val="46586A"/>
                </a:solidFill>
                <a:latin typeface="Liberation Sans"/>
                <a:ea typeface="Liberation Sans"/>
                <a:cs typeface="Liberation Sans"/>
              </a:defRPr>
            </a:lvl6pPr>
            <a:lvl7pPr algn="l">
              <a:defRPr sz="1425" b="0">
                <a:solidFill>
                  <a:srgbClr val="46586A"/>
                </a:solidFill>
                <a:latin typeface="Liberation Sans"/>
                <a:ea typeface="Liberation Sans"/>
                <a:cs typeface="Liberation Sans"/>
              </a:defRPr>
            </a:lvl7pPr>
            <a:lvl8pPr algn="l">
              <a:defRPr sz="1425" b="0">
                <a:solidFill>
                  <a:srgbClr val="46586A"/>
                </a:solidFill>
                <a:latin typeface="Liberation Sans"/>
                <a:ea typeface="Liberation Sans"/>
                <a:cs typeface="Liberation Sans"/>
              </a:defRPr>
            </a:lvl8pPr>
            <a:lvl9pPr algn="l">
              <a:defRPr sz="1425" b="0">
                <a:solidFill>
                  <a:srgbClr val="46586A"/>
                </a:solidFill>
                <a:latin typeface="Liberation Sans"/>
                <a:ea typeface="Liberation Sans"/>
                <a:cs typeface="Liberation Sans"/>
              </a:defRPr>
            </a:lvl9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SCI-BUILD-A1-W08-P1 · Version: ______ · Source page SHA-256: ______</a:t>
            </a:r>
          </a:p>
        </p:txBody>
      </p:sp>
      <p:sp>
        <p:nvSpPr>
          <p:cNvPr id="17" name="slide-progress">
            <a:extLst xmlns:a="http://schemas.openxmlformats.org/drawingml/2006/main">
              <a:ext uri="{FF2B5EF4-FFF2-40B4-BE49-F238E27FC236}">
                <a16:creationId xmlns:a16="http://schemas.microsoft.com/office/drawing/2014/main" id="{7AF37D78-B726-47FE-83E3-E8745B38D735}"/>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vl1pPr algn="r">
              <a:defRPr sz="1425" b="0">
                <a:solidFill>
                  <a:srgbClr val="46586A"/>
                </a:solidFill>
                <a:latin typeface="Liberation Sans"/>
                <a:ea typeface="Liberation Sans"/>
                <a:cs typeface="Liberation Sans"/>
              </a:defRPr>
            </a:lvl1pPr>
            <a:lvl2pPr algn="r">
              <a:defRPr sz="1425" b="0">
                <a:solidFill>
                  <a:srgbClr val="46586A"/>
                </a:solidFill>
                <a:latin typeface="Liberation Sans"/>
                <a:ea typeface="Liberation Sans"/>
                <a:cs typeface="Liberation Sans"/>
              </a:defRPr>
            </a:lvl2pPr>
            <a:lvl3pPr algn="r">
              <a:defRPr sz="1425" b="0">
                <a:solidFill>
                  <a:srgbClr val="46586A"/>
                </a:solidFill>
                <a:latin typeface="Liberation Sans"/>
                <a:ea typeface="Liberation Sans"/>
                <a:cs typeface="Liberation Sans"/>
              </a:defRPr>
            </a:lvl3pPr>
            <a:lvl4pPr algn="r">
              <a:defRPr sz="1425" b="0">
                <a:solidFill>
                  <a:srgbClr val="46586A"/>
                </a:solidFill>
                <a:latin typeface="Liberation Sans"/>
                <a:ea typeface="Liberation Sans"/>
                <a:cs typeface="Liberation Sans"/>
              </a:defRPr>
            </a:lvl4pPr>
            <a:lvl5pPr algn="r">
              <a:defRPr sz="1425" b="0">
                <a:solidFill>
                  <a:srgbClr val="46586A"/>
                </a:solidFill>
                <a:latin typeface="Liberation Sans"/>
                <a:ea typeface="Liberation Sans"/>
                <a:cs typeface="Liberation Sans"/>
              </a:defRPr>
            </a:lvl5pPr>
            <a:lvl6pPr algn="r">
              <a:defRPr sz="1425" b="0">
                <a:solidFill>
                  <a:srgbClr val="46586A"/>
                </a:solidFill>
                <a:latin typeface="Liberation Sans"/>
                <a:ea typeface="Liberation Sans"/>
                <a:cs typeface="Liberation Sans"/>
              </a:defRPr>
            </a:lvl6pPr>
            <a:lvl7pPr algn="r">
              <a:defRPr sz="1425" b="0">
                <a:solidFill>
                  <a:srgbClr val="46586A"/>
                </a:solidFill>
                <a:latin typeface="Liberation Sans"/>
                <a:ea typeface="Liberation Sans"/>
                <a:cs typeface="Liberation Sans"/>
              </a:defRPr>
            </a:lvl7pPr>
            <a:lvl8pPr algn="r">
              <a:defRPr sz="1425" b="0">
                <a:solidFill>
                  <a:srgbClr val="46586A"/>
                </a:solidFill>
                <a:latin typeface="Liberation Sans"/>
                <a:ea typeface="Liberation Sans"/>
                <a:cs typeface="Liberation Sans"/>
              </a:defRPr>
            </a:lvl8pPr>
            <a:lvl9pPr algn="r">
              <a:defRPr sz="1425" b="0">
                <a:solidFill>
                  <a:srgbClr val="46586A"/>
                </a:solidFill>
                <a:latin typeface="Liberation Sans"/>
                <a:ea typeface="Liberation Sans"/>
                <a:cs typeface="Liberation Sans"/>
              </a:defRPr>
            </a:lvl9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7 / 29</a:t>
            </a:r>
          </a:p>
        </p:txBody>
      </p:sp>
      <p:sp>
        <p:nvSpPr>
          <p:cNvPr id="18" name="licence-footer">
            <a:extLst xmlns:a="http://schemas.openxmlformats.org/drawingml/2006/main">
              <a:ext uri="{FF2B5EF4-FFF2-40B4-BE49-F238E27FC236}">
                <a16:creationId xmlns:a16="http://schemas.microsoft.com/office/drawing/2014/main" id="{11D90752-7BE8-4A57-9A45-6C2F2078C1F2}"/>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vl1pPr algn="l">
              <a:defRPr sz="1425" b="0">
                <a:solidFill>
                  <a:srgbClr val="46586A"/>
                </a:solidFill>
                <a:latin typeface="Liberation Sans"/>
                <a:ea typeface="Liberation Sans"/>
                <a:cs typeface="Liberation Sans"/>
              </a:defRPr>
            </a:lvl1pPr>
            <a:lvl2pPr algn="l">
              <a:defRPr sz="1425" b="0">
                <a:solidFill>
                  <a:srgbClr val="46586A"/>
                </a:solidFill>
                <a:latin typeface="Liberation Sans"/>
                <a:ea typeface="Liberation Sans"/>
                <a:cs typeface="Liberation Sans"/>
              </a:defRPr>
            </a:lvl2pPr>
            <a:lvl3pPr algn="l">
              <a:defRPr sz="1425" b="0">
                <a:solidFill>
                  <a:srgbClr val="46586A"/>
                </a:solidFill>
                <a:latin typeface="Liberation Sans"/>
                <a:ea typeface="Liberation Sans"/>
                <a:cs typeface="Liberation Sans"/>
              </a:defRPr>
            </a:lvl3pPr>
            <a:lvl4pPr algn="l">
              <a:defRPr sz="1425" b="0">
                <a:solidFill>
                  <a:srgbClr val="46586A"/>
                </a:solidFill>
                <a:latin typeface="Liberation Sans"/>
                <a:ea typeface="Liberation Sans"/>
                <a:cs typeface="Liberation Sans"/>
              </a:defRPr>
            </a:lvl4pPr>
            <a:lvl5pPr algn="l">
              <a:defRPr sz="1425" b="0">
                <a:solidFill>
                  <a:srgbClr val="46586A"/>
                </a:solidFill>
                <a:latin typeface="Liberation Sans"/>
                <a:ea typeface="Liberation Sans"/>
                <a:cs typeface="Liberation Sans"/>
              </a:defRPr>
            </a:lvl5pPr>
            <a:lvl6pPr algn="l">
              <a:defRPr sz="1425" b="0">
                <a:solidFill>
                  <a:srgbClr val="46586A"/>
                </a:solidFill>
                <a:latin typeface="Liberation Sans"/>
                <a:ea typeface="Liberation Sans"/>
                <a:cs typeface="Liberation Sans"/>
              </a:defRPr>
            </a:lvl6pPr>
            <a:lvl7pPr algn="l">
              <a:defRPr sz="1425" b="0">
                <a:solidFill>
                  <a:srgbClr val="46586A"/>
                </a:solidFill>
                <a:latin typeface="Liberation Sans"/>
                <a:ea typeface="Liberation Sans"/>
                <a:cs typeface="Liberation Sans"/>
              </a:defRPr>
            </a:lvl7pPr>
            <a:lvl8pPr algn="l">
              <a:defRPr sz="1425" b="0">
                <a:solidFill>
                  <a:srgbClr val="46586A"/>
                </a:solidFill>
                <a:latin typeface="Liberation Sans"/>
                <a:ea typeface="Liberation Sans"/>
                <a:cs typeface="Liberation Sans"/>
              </a:defRPr>
            </a:lvl8pPr>
            <a:lvl9pPr algn="l">
              <a:defRPr sz="1425" b="0">
                <a:solidFill>
                  <a:srgbClr val="46586A"/>
                </a:solidFill>
                <a:latin typeface="Liberation Sans"/>
                <a:ea typeface="Liberation Sans"/>
                <a:cs typeface="Liberation Sans"/>
              </a:defRPr>
            </a:lvl9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9" name="">
            <a:extLst xmlns:a="http://schemas.openxmlformats.org/drawingml/2006/main">
              <a:ext uri="{FF2B5EF4-FFF2-40B4-BE49-F238E27FC236}">
                <a16:creationId xmlns:a16="http://schemas.microsoft.com/office/drawing/2014/main" id="{C6E5EE92-9C4E-4192-A500-7E891B25D907}"/>
              </a:ext>
            </a:extLst>
          </p:cNvPr>
          <p:cNvPicPr>
            <a:picLocks xmlns:a="http://schemas.openxmlformats.org/drawingml/2006/main" noChangeAspect="1"/>
          </p:cNvPicPr>
          <p:nvPr/>
        </p:nvPicPr>
        <p:blipFill>
          <a:blip xmlns:r="http://schemas.openxmlformats.org/officeDocument/2006/relationships" xmlns:a="http://schemas.openxmlformats.org/drawingml/2006/main" r:embed="R3b0cfe057a9a4ec3"/>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20" name="pupil-text">
            <a:extLst xmlns:a="http://schemas.openxmlformats.org/drawingml/2006/main">
              <a:ext uri="{FF2B5EF4-FFF2-40B4-BE49-F238E27FC236}">
                <a16:creationId xmlns:a16="http://schemas.microsoft.com/office/drawing/2014/main" id="{22431508-89FB-46CC-B954-F6953AF9B779}"/>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Watch the model; point to the evidence. No writing yet.</a:t>
            </a:r>
          </a:p>
        </p:txBody>
      </p:sp>
      <p:sp>
        <p:nvSpPr>
          <p:cNvPr id="21" name="pupil-text">
            <a:extLst xmlns:a="http://schemas.openxmlformats.org/drawingml/2006/main">
              <a:ext uri="{FF2B5EF4-FFF2-40B4-BE49-F238E27FC236}">
                <a16:creationId xmlns:a16="http://schemas.microsoft.com/office/drawing/2014/main" id="{3E09E4F8-2AC4-4D96-8DA6-1826FDFB6AC8}"/>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 green plant is a producer: it makes food using light. An animal is a consumer: it eats to obtain food.</a:t>
            </a:r>
          </a:p>
        </p:txBody>
      </p:sp>
      <p:sp>
        <p:nvSpPr>
          <p:cNvPr id="22" name="pupil-text">
            <a:extLst xmlns:a="http://schemas.openxmlformats.org/drawingml/2006/main">
              <a:ext uri="{FF2B5EF4-FFF2-40B4-BE49-F238E27FC236}">
                <a16:creationId xmlns:a16="http://schemas.microsoft.com/office/drawing/2014/main" id="{8CB8D035-899F-44E0-ABE4-49FE95D18DAC}"/>
              </a:ext>
            </a:extLst>
          </p:cNvPr>
          <p:cNvSpPr>
            <a:spLocks xmlns:a="http://schemas.openxmlformats.org/drawingml/2006/main" noGrp="1"/>
          </p:cNvSpPr>
          <p:nvPr/>
        </p:nvSpPr>
        <p:spPr>
          <a:xfrm xmlns:a="http://schemas.openxmlformats.org/drawingml/2006/main">
            <a:off x="457200" y="2533650"/>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Read grass → rabbit → fox: grass is eaten by the rabbit; the rabbit can be eaten by the fox.</a:t>
            </a:r>
          </a:p>
        </p:txBody>
      </p:sp>
      <p:sp>
        <p:nvSpPr>
          <p:cNvPr id="23" name="pupil-text">
            <a:extLst xmlns:a="http://schemas.openxmlformats.org/drawingml/2006/main">
              <a:ext uri="{FF2B5EF4-FFF2-40B4-BE49-F238E27FC236}">
                <a16:creationId xmlns:a16="http://schemas.microsoft.com/office/drawing/2014/main" id="{D9E9D8B6-9525-445D-8E06-7256B9FFFBCC}"/>
              </a:ext>
            </a:extLst>
          </p:cNvPr>
          <p:cNvSpPr>
            <a:spLocks xmlns:a="http://schemas.openxmlformats.org/drawingml/2006/main" noGrp="1"/>
          </p:cNvSpPr>
          <p:nvPr/>
        </p:nvSpPr>
        <p:spPr>
          <a:xfrm xmlns:a="http://schemas.openxmlformats.org/drawingml/2006/main">
            <a:off x="457200" y="2924175"/>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Read leaves → caterpillar → robin in the same way. The arrow points from food to its eater.</a:t>
            </a:r>
          </a:p>
        </p:txBody>
      </p:sp>
    </p:spTree>
    <p:extLst>
      <p:ext uri="{BB962C8B-B14F-4D97-AF65-F5344CB8AC3E}">
        <p14:creationId xmlns:p14="http://schemas.microsoft.com/office/powerpoint/2010/main" val="134134979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2" name="lesson-header">
            <a:extLst xmlns:a="http://schemas.openxmlformats.org/drawingml/2006/main">
              <a:ext uri="{FF2B5EF4-FFF2-40B4-BE49-F238E27FC236}">
                <a16:creationId xmlns:a16="http://schemas.microsoft.com/office/drawing/2014/main" id="{FA79D9DE-3665-4635-8558-6DCD058EF8C8}"/>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vl1pPr algn="l">
              <a:defRPr sz="1425" b="1">
                <a:solidFill>
                  <a:srgbClr val="355E7B"/>
                </a:solidFill>
                <a:latin typeface="Liberation Sans"/>
                <a:ea typeface="Liberation Sans"/>
                <a:cs typeface="Liberation Sans"/>
              </a:defRPr>
            </a:lvl1pPr>
            <a:lvl2pPr algn="l">
              <a:defRPr sz="1425" b="1">
                <a:solidFill>
                  <a:srgbClr val="355E7B"/>
                </a:solidFill>
                <a:latin typeface="Liberation Sans"/>
                <a:ea typeface="Liberation Sans"/>
                <a:cs typeface="Liberation Sans"/>
              </a:defRPr>
            </a:lvl2pPr>
            <a:lvl3pPr algn="l">
              <a:defRPr sz="1425" b="1">
                <a:solidFill>
                  <a:srgbClr val="355E7B"/>
                </a:solidFill>
                <a:latin typeface="Liberation Sans"/>
                <a:ea typeface="Liberation Sans"/>
                <a:cs typeface="Liberation Sans"/>
              </a:defRPr>
            </a:lvl3pPr>
            <a:lvl4pPr algn="l">
              <a:defRPr sz="1425" b="1">
                <a:solidFill>
                  <a:srgbClr val="355E7B"/>
                </a:solidFill>
                <a:latin typeface="Liberation Sans"/>
                <a:ea typeface="Liberation Sans"/>
                <a:cs typeface="Liberation Sans"/>
              </a:defRPr>
            </a:lvl4pPr>
            <a:lvl5pPr algn="l">
              <a:defRPr sz="1425" b="1">
                <a:solidFill>
                  <a:srgbClr val="355E7B"/>
                </a:solidFill>
                <a:latin typeface="Liberation Sans"/>
                <a:ea typeface="Liberation Sans"/>
                <a:cs typeface="Liberation Sans"/>
              </a:defRPr>
            </a:lvl5pPr>
            <a:lvl6pPr algn="l">
              <a:defRPr sz="1425" b="1">
                <a:solidFill>
                  <a:srgbClr val="355E7B"/>
                </a:solidFill>
                <a:latin typeface="Liberation Sans"/>
                <a:ea typeface="Liberation Sans"/>
                <a:cs typeface="Liberation Sans"/>
              </a:defRPr>
            </a:lvl6pPr>
            <a:lvl7pPr algn="l">
              <a:defRPr sz="1425" b="1">
                <a:solidFill>
                  <a:srgbClr val="355E7B"/>
                </a:solidFill>
                <a:latin typeface="Liberation Sans"/>
                <a:ea typeface="Liberation Sans"/>
                <a:cs typeface="Liberation Sans"/>
              </a:defRPr>
            </a:lvl7pPr>
            <a:lvl8pPr algn="l">
              <a:defRPr sz="1425" b="1">
                <a:solidFill>
                  <a:srgbClr val="355E7B"/>
                </a:solidFill>
                <a:latin typeface="Liberation Sans"/>
                <a:ea typeface="Liberation Sans"/>
                <a:cs typeface="Liberation Sans"/>
              </a:defRPr>
            </a:lvl8pPr>
            <a:lvl9pPr algn="l">
              <a:defRPr sz="1425" b="1">
                <a:solidFill>
                  <a:srgbClr val="355E7B"/>
                </a:solidFill>
                <a:latin typeface="Liberation Sans"/>
                <a:ea typeface="Liberation Sans"/>
                <a:cs typeface="Liberation Sans"/>
              </a:defRPr>
            </a:lvl9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SCIENCE · AUTUMN 1 · Week 8</a:t>
            </a:r>
          </a:p>
        </p:txBody>
      </p:sp>
      <p:sp>
        <p:nvSpPr>
          <p:cNvPr id="2" name="stage-clock">
            <a:extLst xmlns:a="http://schemas.openxmlformats.org/drawingml/2006/main">
              <a:ext uri="{FF2B5EF4-FFF2-40B4-BE49-F238E27FC236}">
                <a16:creationId xmlns:a16="http://schemas.microsoft.com/office/drawing/2014/main" id="{06331CAD-7573-4A5B-8164-328AC7FBC19F}"/>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vl1pPr algn="r">
              <a:defRPr sz="1425" b="1">
                <a:solidFill>
                  <a:srgbClr val="355E7B"/>
                </a:solidFill>
                <a:latin typeface="Liberation Sans"/>
                <a:ea typeface="Liberation Sans"/>
                <a:cs typeface="Liberation Sans"/>
              </a:defRPr>
            </a:lvl1pPr>
            <a:lvl2pPr algn="r">
              <a:defRPr sz="1425" b="1">
                <a:solidFill>
                  <a:srgbClr val="355E7B"/>
                </a:solidFill>
                <a:latin typeface="Liberation Sans"/>
                <a:ea typeface="Liberation Sans"/>
                <a:cs typeface="Liberation Sans"/>
              </a:defRPr>
            </a:lvl2pPr>
            <a:lvl3pPr algn="r">
              <a:defRPr sz="1425" b="1">
                <a:solidFill>
                  <a:srgbClr val="355E7B"/>
                </a:solidFill>
                <a:latin typeface="Liberation Sans"/>
                <a:ea typeface="Liberation Sans"/>
                <a:cs typeface="Liberation Sans"/>
              </a:defRPr>
            </a:lvl3pPr>
            <a:lvl4pPr algn="r">
              <a:defRPr sz="1425" b="1">
                <a:solidFill>
                  <a:srgbClr val="355E7B"/>
                </a:solidFill>
                <a:latin typeface="Liberation Sans"/>
                <a:ea typeface="Liberation Sans"/>
                <a:cs typeface="Liberation Sans"/>
              </a:defRPr>
            </a:lvl4pPr>
            <a:lvl5pPr algn="r">
              <a:defRPr sz="1425" b="1">
                <a:solidFill>
                  <a:srgbClr val="355E7B"/>
                </a:solidFill>
                <a:latin typeface="Liberation Sans"/>
                <a:ea typeface="Liberation Sans"/>
                <a:cs typeface="Liberation Sans"/>
              </a:defRPr>
            </a:lvl5pPr>
            <a:lvl6pPr algn="r">
              <a:defRPr sz="1425" b="1">
                <a:solidFill>
                  <a:srgbClr val="355E7B"/>
                </a:solidFill>
                <a:latin typeface="Liberation Sans"/>
                <a:ea typeface="Liberation Sans"/>
                <a:cs typeface="Liberation Sans"/>
              </a:defRPr>
            </a:lvl6pPr>
            <a:lvl7pPr algn="r">
              <a:defRPr sz="1425" b="1">
                <a:solidFill>
                  <a:srgbClr val="355E7B"/>
                </a:solidFill>
                <a:latin typeface="Liberation Sans"/>
                <a:ea typeface="Liberation Sans"/>
                <a:cs typeface="Liberation Sans"/>
              </a:defRPr>
            </a:lvl7pPr>
            <a:lvl8pPr algn="r">
              <a:defRPr sz="1425" b="1">
                <a:solidFill>
                  <a:srgbClr val="355E7B"/>
                </a:solidFill>
                <a:latin typeface="Liberation Sans"/>
                <a:ea typeface="Liberation Sans"/>
                <a:cs typeface="Liberation Sans"/>
              </a:defRPr>
            </a:lvl8pPr>
            <a:lvl9pPr algn="r">
              <a:defRPr sz="1425" b="1">
                <a:solidFill>
                  <a:srgbClr val="355E7B"/>
                </a:solidFill>
                <a:latin typeface="Liberation Sans"/>
                <a:ea typeface="Liberation Sans"/>
                <a:cs typeface="Liberation Sans"/>
              </a:defRPr>
            </a:lvl9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follow the evidence · 4 min · 06 to 10</a:t>
            </a:r>
          </a:p>
        </p:txBody>
      </p:sp>
      <p:sp>
        <p:nvSpPr>
          <p:cNvPr id="3" name="slide-title">
            <a:extLst xmlns:a="http://schemas.openxmlformats.org/drawingml/2006/main">
              <a:ext uri="{FF2B5EF4-FFF2-40B4-BE49-F238E27FC236}">
                <a16:creationId xmlns:a16="http://schemas.microsoft.com/office/drawing/2014/main" id="{6EDD11CC-A896-4613-A684-64B99E2AE7E4}"/>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vl1pPr algn="l">
              <a:defRPr sz="2700" b="1">
                <a:solidFill>
                  <a:srgbClr val="355E7B"/>
                </a:solidFill>
                <a:latin typeface="Liberation Sans"/>
                <a:ea typeface="Liberation Sans"/>
                <a:cs typeface="Liberation Sans"/>
              </a:defRPr>
            </a:lvl1pPr>
            <a:lvl2pPr algn="l">
              <a:defRPr sz="2700" b="1">
                <a:solidFill>
                  <a:srgbClr val="355E7B"/>
                </a:solidFill>
                <a:latin typeface="Liberation Sans"/>
                <a:ea typeface="Liberation Sans"/>
                <a:cs typeface="Liberation Sans"/>
              </a:defRPr>
            </a:lvl2pPr>
            <a:lvl3pPr algn="l">
              <a:defRPr sz="2700" b="1">
                <a:solidFill>
                  <a:srgbClr val="355E7B"/>
                </a:solidFill>
                <a:latin typeface="Liberation Sans"/>
                <a:ea typeface="Liberation Sans"/>
                <a:cs typeface="Liberation Sans"/>
              </a:defRPr>
            </a:lvl3pPr>
            <a:lvl4pPr algn="l">
              <a:defRPr sz="2700" b="1">
                <a:solidFill>
                  <a:srgbClr val="355E7B"/>
                </a:solidFill>
                <a:latin typeface="Liberation Sans"/>
                <a:ea typeface="Liberation Sans"/>
                <a:cs typeface="Liberation Sans"/>
              </a:defRPr>
            </a:lvl4pPr>
            <a:lvl5pPr algn="l">
              <a:defRPr sz="2700" b="1">
                <a:solidFill>
                  <a:srgbClr val="355E7B"/>
                </a:solidFill>
                <a:latin typeface="Liberation Sans"/>
                <a:ea typeface="Liberation Sans"/>
                <a:cs typeface="Liberation Sans"/>
              </a:defRPr>
            </a:lvl5pPr>
            <a:lvl6pPr algn="l">
              <a:defRPr sz="2700" b="1">
                <a:solidFill>
                  <a:srgbClr val="355E7B"/>
                </a:solidFill>
                <a:latin typeface="Liberation Sans"/>
                <a:ea typeface="Liberation Sans"/>
                <a:cs typeface="Liberation Sans"/>
              </a:defRPr>
            </a:lvl6pPr>
            <a:lvl7pPr algn="l">
              <a:defRPr sz="2700" b="1">
                <a:solidFill>
                  <a:srgbClr val="355E7B"/>
                </a:solidFill>
                <a:latin typeface="Liberation Sans"/>
                <a:ea typeface="Liberation Sans"/>
                <a:cs typeface="Liberation Sans"/>
              </a:defRPr>
            </a:lvl7pPr>
            <a:lvl8pPr algn="l">
              <a:defRPr sz="2700" b="1">
                <a:solidFill>
                  <a:srgbClr val="355E7B"/>
                </a:solidFill>
                <a:latin typeface="Liberation Sans"/>
                <a:ea typeface="Liberation Sans"/>
                <a:cs typeface="Liberation Sans"/>
              </a:defRPr>
            </a:lvl8pPr>
            <a:lvl9pPr algn="l">
              <a:defRPr sz="2700" b="1">
                <a:solidFill>
                  <a:srgbClr val="355E7B"/>
                </a:solidFill>
                <a:latin typeface="Liberation Sans"/>
                <a:ea typeface="Liberation Sans"/>
                <a:cs typeface="Liberation Sans"/>
              </a:defRPr>
            </a:lvl9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follow the evidence</a:t>
            </a:r>
          </a:p>
        </p:txBody>
      </p:sp>
      <p:sp>
        <p:nvSpPr>
          <p:cNvPr id="4" name="shape">
            <a:extLst xmlns:a="http://schemas.openxmlformats.org/drawingml/2006/main">
              <a:ext uri="{FF2B5EF4-FFF2-40B4-BE49-F238E27FC236}">
                <a16:creationId xmlns:a16="http://schemas.microsoft.com/office/drawing/2014/main" id="{1F868AE6-3057-4A0C-AE92-E7C5E420033E}"/>
              </a:ext>
            </a:extLst>
          </p:cNvPr>
          <p:cNvSpPr>
            <a:spLocks xmlns:a="http://schemas.openxmlformats.org/drawingml/2006/main" noGrp="1"/>
          </p:cNvSpPr>
          <p:nvPr/>
        </p:nvSpPr>
        <p:spPr>
          <a:xfrm xmlns:a="http://schemas.openxmlformats.org/drawingml/2006/main">
            <a:off x="381000"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17D7920B-CD51-4D71-AB29-3DBD75AEC9AF}"/>
              </a:ext>
            </a:extLst>
          </p:cNvPr>
          <p:cNvSpPr>
            <a:spLocks xmlns:a="http://schemas.openxmlformats.org/drawingml/2006/main" noGrp="1"/>
          </p:cNvSpPr>
          <p:nvPr/>
        </p:nvSpPr>
        <p:spPr>
          <a:xfrm xmlns:a="http://schemas.openxmlformats.org/drawingml/2006/main">
            <a:off x="1234678"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9039A529-D0E4-425D-AC8E-95082172ED72}"/>
              </a:ext>
            </a:extLst>
          </p:cNvPr>
          <p:cNvSpPr>
            <a:spLocks xmlns:a="http://schemas.openxmlformats.org/drawingml/2006/main" noGrp="1"/>
          </p:cNvSpPr>
          <p:nvPr/>
        </p:nvSpPr>
        <p:spPr>
          <a:xfrm xmlns:a="http://schemas.openxmlformats.org/drawingml/2006/main">
            <a:off x="2088356" y="1381125"/>
            <a:ext cx="110966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4246FE8C-E33E-464C-863C-A9335F2812B1}"/>
              </a:ext>
            </a:extLst>
          </p:cNvPr>
          <p:cNvSpPr>
            <a:spLocks xmlns:a="http://schemas.openxmlformats.org/drawingml/2006/main" noGrp="1"/>
          </p:cNvSpPr>
          <p:nvPr/>
        </p:nvSpPr>
        <p:spPr>
          <a:xfrm xmlns:a="http://schemas.openxmlformats.org/drawingml/2006/main">
            <a:off x="3226594"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98D58A58-10E2-424F-9D6C-5633BD752204}"/>
              </a:ext>
            </a:extLst>
          </p:cNvPr>
          <p:cNvSpPr>
            <a:spLocks xmlns:a="http://schemas.openxmlformats.org/drawingml/2006/main" noGrp="1"/>
          </p:cNvSpPr>
          <p:nvPr/>
        </p:nvSpPr>
        <p:spPr>
          <a:xfrm xmlns:a="http://schemas.openxmlformats.org/drawingml/2006/main">
            <a:off x="4364831"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0E5A75FC-76DD-4B29-A974-AC140B400463}"/>
              </a:ext>
            </a:extLst>
          </p:cNvPr>
          <p:cNvSpPr>
            <a:spLocks xmlns:a="http://schemas.openxmlformats.org/drawingml/2006/main" noGrp="1"/>
          </p:cNvSpPr>
          <p:nvPr/>
        </p:nvSpPr>
        <p:spPr>
          <a:xfrm xmlns:a="http://schemas.openxmlformats.org/drawingml/2006/main">
            <a:off x="5218509"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shape">
            <a:extLst xmlns:a="http://schemas.openxmlformats.org/drawingml/2006/main">
              <a:ext uri="{FF2B5EF4-FFF2-40B4-BE49-F238E27FC236}">
                <a16:creationId xmlns:a16="http://schemas.microsoft.com/office/drawing/2014/main" id="{1D9F2F61-138A-4974-A8F1-9B522EC4AD17}"/>
              </a:ext>
            </a:extLst>
          </p:cNvPr>
          <p:cNvSpPr>
            <a:spLocks xmlns:a="http://schemas.openxmlformats.org/drawingml/2006/main" noGrp="1"/>
          </p:cNvSpPr>
          <p:nvPr/>
        </p:nvSpPr>
        <p:spPr>
          <a:xfrm xmlns:a="http://schemas.openxmlformats.org/drawingml/2006/main">
            <a:off x="6356747" y="1381125"/>
            <a:ext cx="540544"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1" name="shape">
            <a:extLst xmlns:a="http://schemas.openxmlformats.org/drawingml/2006/main">
              <a:ext uri="{FF2B5EF4-FFF2-40B4-BE49-F238E27FC236}">
                <a16:creationId xmlns:a16="http://schemas.microsoft.com/office/drawing/2014/main" id="{147E3F17-E1BB-4396-919F-227DB9A09527}"/>
              </a:ext>
            </a:extLst>
          </p:cNvPr>
          <p:cNvSpPr>
            <a:spLocks xmlns:a="http://schemas.openxmlformats.org/drawingml/2006/main" noGrp="1"/>
          </p:cNvSpPr>
          <p:nvPr/>
        </p:nvSpPr>
        <p:spPr>
          <a:xfrm xmlns:a="http://schemas.openxmlformats.org/drawingml/2006/main">
            <a:off x="6925866" y="1381125"/>
            <a:ext cx="540544"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2" name="shape">
            <a:extLst xmlns:a="http://schemas.openxmlformats.org/drawingml/2006/main">
              <a:ext uri="{FF2B5EF4-FFF2-40B4-BE49-F238E27FC236}">
                <a16:creationId xmlns:a16="http://schemas.microsoft.com/office/drawing/2014/main" id="{850AA53F-8D9D-4B01-AAD7-938833B4C74A}"/>
              </a:ext>
            </a:extLst>
          </p:cNvPr>
          <p:cNvSpPr>
            <a:spLocks xmlns:a="http://schemas.openxmlformats.org/drawingml/2006/main" noGrp="1"/>
          </p:cNvSpPr>
          <p:nvPr/>
        </p:nvSpPr>
        <p:spPr>
          <a:xfrm xmlns:a="http://schemas.openxmlformats.org/drawingml/2006/main">
            <a:off x="7494984"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3" name="shape">
            <a:extLst xmlns:a="http://schemas.openxmlformats.org/drawingml/2006/main">
              <a:ext uri="{FF2B5EF4-FFF2-40B4-BE49-F238E27FC236}">
                <a16:creationId xmlns:a16="http://schemas.microsoft.com/office/drawing/2014/main" id="{825A5BB8-3519-4B81-B4FD-70B05695CFC9}"/>
              </a:ext>
            </a:extLst>
          </p:cNvPr>
          <p:cNvSpPr>
            <a:spLocks xmlns:a="http://schemas.openxmlformats.org/drawingml/2006/main" noGrp="1"/>
          </p:cNvSpPr>
          <p:nvPr/>
        </p:nvSpPr>
        <p:spPr>
          <a:xfrm xmlns:a="http://schemas.openxmlformats.org/drawingml/2006/main">
            <a:off x="9771459"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4" name="shape">
            <a:extLst xmlns:a="http://schemas.openxmlformats.org/drawingml/2006/main">
              <a:ext uri="{FF2B5EF4-FFF2-40B4-BE49-F238E27FC236}">
                <a16:creationId xmlns:a16="http://schemas.microsoft.com/office/drawing/2014/main" id="{1246734F-146A-47AD-BBD2-C5BCFE658667}"/>
              </a:ext>
            </a:extLst>
          </p:cNvPr>
          <p:cNvSpPr>
            <a:spLocks xmlns:a="http://schemas.openxmlformats.org/drawingml/2006/main" noGrp="1"/>
          </p:cNvSpPr>
          <p:nvPr/>
        </p:nvSpPr>
        <p:spPr>
          <a:xfrm xmlns:a="http://schemas.openxmlformats.org/drawingml/2006/main">
            <a:off x="10625138"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5" name="objective-footer">
            <a:extLst xmlns:a="http://schemas.openxmlformats.org/drawingml/2006/main">
              <a:ext uri="{FF2B5EF4-FFF2-40B4-BE49-F238E27FC236}">
                <a16:creationId xmlns:a16="http://schemas.microsoft.com/office/drawing/2014/main" id="{69B3C79C-79B5-4323-9F82-39A43AB7F365}"/>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vl1pPr algn="l">
              <a:defRPr sz="1425" b="0">
                <a:solidFill>
                  <a:srgbClr val="46586A"/>
                </a:solidFill>
                <a:latin typeface="Liberation Sans"/>
                <a:ea typeface="Liberation Sans"/>
                <a:cs typeface="Liberation Sans"/>
              </a:defRPr>
            </a:lvl1pPr>
            <a:lvl2pPr algn="l">
              <a:defRPr sz="1425" b="0">
                <a:solidFill>
                  <a:srgbClr val="46586A"/>
                </a:solidFill>
                <a:latin typeface="Liberation Sans"/>
                <a:ea typeface="Liberation Sans"/>
                <a:cs typeface="Liberation Sans"/>
              </a:defRPr>
            </a:lvl2pPr>
            <a:lvl3pPr algn="l">
              <a:defRPr sz="1425" b="0">
                <a:solidFill>
                  <a:srgbClr val="46586A"/>
                </a:solidFill>
                <a:latin typeface="Liberation Sans"/>
                <a:ea typeface="Liberation Sans"/>
                <a:cs typeface="Liberation Sans"/>
              </a:defRPr>
            </a:lvl3pPr>
            <a:lvl4pPr algn="l">
              <a:defRPr sz="1425" b="0">
                <a:solidFill>
                  <a:srgbClr val="46586A"/>
                </a:solidFill>
                <a:latin typeface="Liberation Sans"/>
                <a:ea typeface="Liberation Sans"/>
                <a:cs typeface="Liberation Sans"/>
              </a:defRPr>
            </a:lvl4pPr>
            <a:lvl5pPr algn="l">
              <a:defRPr sz="1425" b="0">
                <a:solidFill>
                  <a:srgbClr val="46586A"/>
                </a:solidFill>
                <a:latin typeface="Liberation Sans"/>
                <a:ea typeface="Liberation Sans"/>
                <a:cs typeface="Liberation Sans"/>
              </a:defRPr>
            </a:lvl5pPr>
            <a:lvl6pPr algn="l">
              <a:defRPr sz="1425" b="0">
                <a:solidFill>
                  <a:srgbClr val="46586A"/>
                </a:solidFill>
                <a:latin typeface="Liberation Sans"/>
                <a:ea typeface="Liberation Sans"/>
                <a:cs typeface="Liberation Sans"/>
              </a:defRPr>
            </a:lvl6pPr>
            <a:lvl7pPr algn="l">
              <a:defRPr sz="1425" b="0">
                <a:solidFill>
                  <a:srgbClr val="46586A"/>
                </a:solidFill>
                <a:latin typeface="Liberation Sans"/>
                <a:ea typeface="Liberation Sans"/>
                <a:cs typeface="Liberation Sans"/>
              </a:defRPr>
            </a:lvl7pPr>
            <a:lvl8pPr algn="l">
              <a:defRPr sz="1425" b="0">
                <a:solidFill>
                  <a:srgbClr val="46586A"/>
                </a:solidFill>
                <a:latin typeface="Liberation Sans"/>
                <a:ea typeface="Liberation Sans"/>
                <a:cs typeface="Liberation Sans"/>
              </a:defRPr>
            </a:lvl8pPr>
            <a:lvl9pPr algn="l">
              <a:defRPr sz="1425" b="0">
                <a:solidFill>
                  <a:srgbClr val="46586A"/>
                </a:solidFill>
                <a:latin typeface="Liberation Sans"/>
                <a:ea typeface="Liberation Sans"/>
                <a:cs typeface="Liberation Sans"/>
              </a:defRPr>
            </a:lvl9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I can explain that animals get food by eating, and plants can make their own food.</a:t>
            </a:r>
          </a:p>
        </p:txBody>
      </p:sp>
      <p:sp>
        <p:nvSpPr>
          <p:cNvPr id="16" name="blank-version-footer">
            <a:extLst xmlns:a="http://schemas.openxmlformats.org/drawingml/2006/main">
              <a:ext uri="{FF2B5EF4-FFF2-40B4-BE49-F238E27FC236}">
                <a16:creationId xmlns:a16="http://schemas.microsoft.com/office/drawing/2014/main" id="{BA594161-4287-401E-80DF-8E9E70CF4940}"/>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vl1pPr algn="l">
              <a:defRPr sz="1425" b="0">
                <a:solidFill>
                  <a:srgbClr val="46586A"/>
                </a:solidFill>
                <a:latin typeface="Liberation Sans"/>
                <a:ea typeface="Liberation Sans"/>
                <a:cs typeface="Liberation Sans"/>
              </a:defRPr>
            </a:lvl1pPr>
            <a:lvl2pPr algn="l">
              <a:defRPr sz="1425" b="0">
                <a:solidFill>
                  <a:srgbClr val="46586A"/>
                </a:solidFill>
                <a:latin typeface="Liberation Sans"/>
                <a:ea typeface="Liberation Sans"/>
                <a:cs typeface="Liberation Sans"/>
              </a:defRPr>
            </a:lvl2pPr>
            <a:lvl3pPr algn="l">
              <a:defRPr sz="1425" b="0">
                <a:solidFill>
                  <a:srgbClr val="46586A"/>
                </a:solidFill>
                <a:latin typeface="Liberation Sans"/>
                <a:ea typeface="Liberation Sans"/>
                <a:cs typeface="Liberation Sans"/>
              </a:defRPr>
            </a:lvl3pPr>
            <a:lvl4pPr algn="l">
              <a:defRPr sz="1425" b="0">
                <a:solidFill>
                  <a:srgbClr val="46586A"/>
                </a:solidFill>
                <a:latin typeface="Liberation Sans"/>
                <a:ea typeface="Liberation Sans"/>
                <a:cs typeface="Liberation Sans"/>
              </a:defRPr>
            </a:lvl4pPr>
            <a:lvl5pPr algn="l">
              <a:defRPr sz="1425" b="0">
                <a:solidFill>
                  <a:srgbClr val="46586A"/>
                </a:solidFill>
                <a:latin typeface="Liberation Sans"/>
                <a:ea typeface="Liberation Sans"/>
                <a:cs typeface="Liberation Sans"/>
              </a:defRPr>
            </a:lvl5pPr>
            <a:lvl6pPr algn="l">
              <a:defRPr sz="1425" b="0">
                <a:solidFill>
                  <a:srgbClr val="46586A"/>
                </a:solidFill>
                <a:latin typeface="Liberation Sans"/>
                <a:ea typeface="Liberation Sans"/>
                <a:cs typeface="Liberation Sans"/>
              </a:defRPr>
            </a:lvl6pPr>
            <a:lvl7pPr algn="l">
              <a:defRPr sz="1425" b="0">
                <a:solidFill>
                  <a:srgbClr val="46586A"/>
                </a:solidFill>
                <a:latin typeface="Liberation Sans"/>
                <a:ea typeface="Liberation Sans"/>
                <a:cs typeface="Liberation Sans"/>
              </a:defRPr>
            </a:lvl7pPr>
            <a:lvl8pPr algn="l">
              <a:defRPr sz="1425" b="0">
                <a:solidFill>
                  <a:srgbClr val="46586A"/>
                </a:solidFill>
                <a:latin typeface="Liberation Sans"/>
                <a:ea typeface="Liberation Sans"/>
                <a:cs typeface="Liberation Sans"/>
              </a:defRPr>
            </a:lvl8pPr>
            <a:lvl9pPr algn="l">
              <a:defRPr sz="1425" b="0">
                <a:solidFill>
                  <a:srgbClr val="46586A"/>
                </a:solidFill>
                <a:latin typeface="Liberation Sans"/>
                <a:ea typeface="Liberation Sans"/>
                <a:cs typeface="Liberation Sans"/>
              </a:defRPr>
            </a:lvl9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SCI-BUILD-A1-W08-P1 · Version: ______ · Source page SHA-256: ______</a:t>
            </a:r>
          </a:p>
        </p:txBody>
      </p:sp>
      <p:sp>
        <p:nvSpPr>
          <p:cNvPr id="17" name="slide-progress">
            <a:extLst xmlns:a="http://schemas.openxmlformats.org/drawingml/2006/main">
              <a:ext uri="{FF2B5EF4-FFF2-40B4-BE49-F238E27FC236}">
                <a16:creationId xmlns:a16="http://schemas.microsoft.com/office/drawing/2014/main" id="{D3F4308D-BCC3-4670-B3B4-DFFB71FE1E28}"/>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vl1pPr algn="r">
              <a:defRPr sz="1425" b="0">
                <a:solidFill>
                  <a:srgbClr val="46586A"/>
                </a:solidFill>
                <a:latin typeface="Liberation Sans"/>
                <a:ea typeface="Liberation Sans"/>
                <a:cs typeface="Liberation Sans"/>
              </a:defRPr>
            </a:lvl1pPr>
            <a:lvl2pPr algn="r">
              <a:defRPr sz="1425" b="0">
                <a:solidFill>
                  <a:srgbClr val="46586A"/>
                </a:solidFill>
                <a:latin typeface="Liberation Sans"/>
                <a:ea typeface="Liberation Sans"/>
                <a:cs typeface="Liberation Sans"/>
              </a:defRPr>
            </a:lvl2pPr>
            <a:lvl3pPr algn="r">
              <a:defRPr sz="1425" b="0">
                <a:solidFill>
                  <a:srgbClr val="46586A"/>
                </a:solidFill>
                <a:latin typeface="Liberation Sans"/>
                <a:ea typeface="Liberation Sans"/>
                <a:cs typeface="Liberation Sans"/>
              </a:defRPr>
            </a:lvl3pPr>
            <a:lvl4pPr algn="r">
              <a:defRPr sz="1425" b="0">
                <a:solidFill>
                  <a:srgbClr val="46586A"/>
                </a:solidFill>
                <a:latin typeface="Liberation Sans"/>
                <a:ea typeface="Liberation Sans"/>
                <a:cs typeface="Liberation Sans"/>
              </a:defRPr>
            </a:lvl4pPr>
            <a:lvl5pPr algn="r">
              <a:defRPr sz="1425" b="0">
                <a:solidFill>
                  <a:srgbClr val="46586A"/>
                </a:solidFill>
                <a:latin typeface="Liberation Sans"/>
                <a:ea typeface="Liberation Sans"/>
                <a:cs typeface="Liberation Sans"/>
              </a:defRPr>
            </a:lvl5pPr>
            <a:lvl6pPr algn="r">
              <a:defRPr sz="1425" b="0">
                <a:solidFill>
                  <a:srgbClr val="46586A"/>
                </a:solidFill>
                <a:latin typeface="Liberation Sans"/>
                <a:ea typeface="Liberation Sans"/>
                <a:cs typeface="Liberation Sans"/>
              </a:defRPr>
            </a:lvl6pPr>
            <a:lvl7pPr algn="r">
              <a:defRPr sz="1425" b="0">
                <a:solidFill>
                  <a:srgbClr val="46586A"/>
                </a:solidFill>
                <a:latin typeface="Liberation Sans"/>
                <a:ea typeface="Liberation Sans"/>
                <a:cs typeface="Liberation Sans"/>
              </a:defRPr>
            </a:lvl7pPr>
            <a:lvl8pPr algn="r">
              <a:defRPr sz="1425" b="0">
                <a:solidFill>
                  <a:srgbClr val="46586A"/>
                </a:solidFill>
                <a:latin typeface="Liberation Sans"/>
                <a:ea typeface="Liberation Sans"/>
                <a:cs typeface="Liberation Sans"/>
              </a:defRPr>
            </a:lvl8pPr>
            <a:lvl9pPr algn="r">
              <a:defRPr sz="1425" b="0">
                <a:solidFill>
                  <a:srgbClr val="46586A"/>
                </a:solidFill>
                <a:latin typeface="Liberation Sans"/>
                <a:ea typeface="Liberation Sans"/>
                <a:cs typeface="Liberation Sans"/>
              </a:defRPr>
            </a:lvl9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8 / 29</a:t>
            </a:r>
          </a:p>
        </p:txBody>
      </p:sp>
      <p:sp>
        <p:nvSpPr>
          <p:cNvPr id="18" name="licence-footer">
            <a:extLst xmlns:a="http://schemas.openxmlformats.org/drawingml/2006/main">
              <a:ext uri="{FF2B5EF4-FFF2-40B4-BE49-F238E27FC236}">
                <a16:creationId xmlns:a16="http://schemas.microsoft.com/office/drawing/2014/main" id="{DD9895B3-413E-46EF-959C-7DAD05BA148E}"/>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vl1pPr algn="l">
              <a:defRPr sz="1425" b="0">
                <a:solidFill>
                  <a:srgbClr val="46586A"/>
                </a:solidFill>
                <a:latin typeface="Liberation Sans"/>
                <a:ea typeface="Liberation Sans"/>
                <a:cs typeface="Liberation Sans"/>
              </a:defRPr>
            </a:lvl1pPr>
            <a:lvl2pPr algn="l">
              <a:defRPr sz="1425" b="0">
                <a:solidFill>
                  <a:srgbClr val="46586A"/>
                </a:solidFill>
                <a:latin typeface="Liberation Sans"/>
                <a:ea typeface="Liberation Sans"/>
                <a:cs typeface="Liberation Sans"/>
              </a:defRPr>
            </a:lvl2pPr>
            <a:lvl3pPr algn="l">
              <a:defRPr sz="1425" b="0">
                <a:solidFill>
                  <a:srgbClr val="46586A"/>
                </a:solidFill>
                <a:latin typeface="Liberation Sans"/>
                <a:ea typeface="Liberation Sans"/>
                <a:cs typeface="Liberation Sans"/>
              </a:defRPr>
            </a:lvl3pPr>
            <a:lvl4pPr algn="l">
              <a:defRPr sz="1425" b="0">
                <a:solidFill>
                  <a:srgbClr val="46586A"/>
                </a:solidFill>
                <a:latin typeface="Liberation Sans"/>
                <a:ea typeface="Liberation Sans"/>
                <a:cs typeface="Liberation Sans"/>
              </a:defRPr>
            </a:lvl4pPr>
            <a:lvl5pPr algn="l">
              <a:defRPr sz="1425" b="0">
                <a:solidFill>
                  <a:srgbClr val="46586A"/>
                </a:solidFill>
                <a:latin typeface="Liberation Sans"/>
                <a:ea typeface="Liberation Sans"/>
                <a:cs typeface="Liberation Sans"/>
              </a:defRPr>
            </a:lvl5pPr>
            <a:lvl6pPr algn="l">
              <a:defRPr sz="1425" b="0">
                <a:solidFill>
                  <a:srgbClr val="46586A"/>
                </a:solidFill>
                <a:latin typeface="Liberation Sans"/>
                <a:ea typeface="Liberation Sans"/>
                <a:cs typeface="Liberation Sans"/>
              </a:defRPr>
            </a:lvl6pPr>
            <a:lvl7pPr algn="l">
              <a:defRPr sz="1425" b="0">
                <a:solidFill>
                  <a:srgbClr val="46586A"/>
                </a:solidFill>
                <a:latin typeface="Liberation Sans"/>
                <a:ea typeface="Liberation Sans"/>
                <a:cs typeface="Liberation Sans"/>
              </a:defRPr>
            </a:lvl7pPr>
            <a:lvl8pPr algn="l">
              <a:defRPr sz="1425" b="0">
                <a:solidFill>
                  <a:srgbClr val="46586A"/>
                </a:solidFill>
                <a:latin typeface="Liberation Sans"/>
                <a:ea typeface="Liberation Sans"/>
                <a:cs typeface="Liberation Sans"/>
              </a:defRPr>
            </a:lvl8pPr>
            <a:lvl9pPr algn="l">
              <a:defRPr sz="1425" b="0">
                <a:solidFill>
                  <a:srgbClr val="46586A"/>
                </a:solidFill>
                <a:latin typeface="Liberation Sans"/>
                <a:ea typeface="Liberation Sans"/>
                <a:cs typeface="Liberation Sans"/>
              </a:defRPr>
            </a:lvl9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9" name="">
            <a:extLst xmlns:a="http://schemas.openxmlformats.org/drawingml/2006/main">
              <a:ext uri="{FF2B5EF4-FFF2-40B4-BE49-F238E27FC236}">
                <a16:creationId xmlns:a16="http://schemas.microsoft.com/office/drawing/2014/main" id="{98C26BB1-79D7-4B0C-AA35-DDC344EED7CC}"/>
              </a:ext>
            </a:extLst>
          </p:cNvPr>
          <p:cNvPicPr>
            <a:picLocks xmlns:a="http://schemas.openxmlformats.org/drawingml/2006/main" noChangeAspect="1"/>
          </p:cNvPicPr>
          <p:nvPr/>
        </p:nvPicPr>
        <p:blipFill>
          <a:blip xmlns:r="http://schemas.openxmlformats.org/officeDocument/2006/relationships" xmlns:a="http://schemas.openxmlformats.org/drawingml/2006/main" r:embed="R5752bd2fd59348ba"/>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20" name="shape">
            <a:extLst xmlns:a="http://schemas.openxmlformats.org/drawingml/2006/main">
              <a:ext uri="{FF2B5EF4-FFF2-40B4-BE49-F238E27FC236}">
                <a16:creationId xmlns:a16="http://schemas.microsoft.com/office/drawing/2014/main" id="{621C7073-09E5-444A-935E-D3FCAC765A60}"/>
              </a:ext>
            </a:extLst>
          </p:cNvPr>
          <p:cNvSpPr>
            <a:spLocks xmlns:a="http://schemas.openxmlformats.org/drawingml/2006/main" noGrp="1"/>
          </p:cNvSpPr>
          <p:nvPr/>
        </p:nvSpPr>
        <p:spPr>
          <a:xfrm xmlns:a="http://schemas.openxmlformats.org/drawingml/2006/main">
            <a:off x="381000" y="1657350"/>
            <a:ext cx="11430000" cy="3695700"/>
          </a:xfrm>
          <a:prstGeom xmlns:a="http://schemas.openxmlformats.org/drawingml/2006/main" prst="rect">
            <a:avLst/>
          </a:prstGeom>
          <a:solidFill xmlns:a="http://schemas.openxmlformats.org/drawingml/2006/main">
            <a:srgbClr val="FFFFFF"/>
          </a:solidFill>
          <a:ln xmlns:a="http://schemas.openxmlformats.org/drawingml/2006/main" w="9525">
            <a:solidFill>
              <a:srgbClr val="B9C7D1"/>
            </a:solidFill>
            <a:prstDash val="solid"/>
          </a:ln>
        </p:spPr>
      </p:sp>
      <p:sp>
        <p:nvSpPr>
          <p:cNvPr id="21" name="pupil-text">
            <a:extLst xmlns:a="http://schemas.openxmlformats.org/drawingml/2006/main">
              <a:ext uri="{FF2B5EF4-FFF2-40B4-BE49-F238E27FC236}">
                <a16:creationId xmlns:a16="http://schemas.microsoft.com/office/drawing/2014/main" id="{0AB5A043-0336-48C5-87BA-08DDF84BF90C}"/>
              </a:ext>
            </a:extLst>
          </p:cNvPr>
          <p:cNvSpPr>
            <a:spLocks xmlns:a="http://schemas.openxmlformats.org/drawingml/2006/main" noGrp="1"/>
          </p:cNvSpPr>
          <p:nvPr/>
        </p:nvSpPr>
        <p:spPr>
          <a:xfrm xmlns:a="http://schemas.openxmlformats.org/drawingml/2006/main">
            <a:off x="628650" y="1752600"/>
            <a:ext cx="10858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355E7B"/>
                </a:solidFill>
                <a:latin typeface="Liberation Sans"/>
                <a:ea typeface="Liberation Sans"/>
                <a:cs typeface="Liberation Sans"/>
              </a:defRPr>
            </a:defPPr>
            <a:lvl1pPr algn="l">
              <a:defRPr sz="2250" b="1">
                <a:solidFill>
                  <a:srgbClr val="355E7B"/>
                </a:solidFill>
                <a:latin typeface="Liberation Sans"/>
                <a:ea typeface="Liberation Sans"/>
                <a:cs typeface="Liberation Sans"/>
              </a:defRPr>
            </a:lvl1pPr>
            <a:lvl2pPr algn="l">
              <a:defRPr sz="2250" b="1">
                <a:solidFill>
                  <a:srgbClr val="355E7B"/>
                </a:solidFill>
                <a:latin typeface="Liberation Sans"/>
                <a:ea typeface="Liberation Sans"/>
                <a:cs typeface="Liberation Sans"/>
              </a:defRPr>
            </a:lvl2pPr>
            <a:lvl3pPr algn="l">
              <a:defRPr sz="2250" b="1">
                <a:solidFill>
                  <a:srgbClr val="355E7B"/>
                </a:solidFill>
                <a:latin typeface="Liberation Sans"/>
                <a:ea typeface="Liberation Sans"/>
                <a:cs typeface="Liberation Sans"/>
              </a:defRPr>
            </a:lvl3pPr>
            <a:lvl4pPr algn="l">
              <a:defRPr sz="2250" b="1">
                <a:solidFill>
                  <a:srgbClr val="355E7B"/>
                </a:solidFill>
                <a:latin typeface="Liberation Sans"/>
                <a:ea typeface="Liberation Sans"/>
                <a:cs typeface="Liberation Sans"/>
              </a:defRPr>
            </a:lvl4pPr>
            <a:lvl5pPr algn="l">
              <a:defRPr sz="2250" b="1">
                <a:solidFill>
                  <a:srgbClr val="355E7B"/>
                </a:solidFill>
                <a:latin typeface="Liberation Sans"/>
                <a:ea typeface="Liberation Sans"/>
                <a:cs typeface="Liberation Sans"/>
              </a:defRPr>
            </a:lvl5pPr>
            <a:lvl6pPr algn="l">
              <a:defRPr sz="2250" b="1">
                <a:solidFill>
                  <a:srgbClr val="355E7B"/>
                </a:solidFill>
                <a:latin typeface="Liberation Sans"/>
                <a:ea typeface="Liberation Sans"/>
                <a:cs typeface="Liberation Sans"/>
              </a:defRPr>
            </a:lvl6pPr>
            <a:lvl7pPr algn="l">
              <a:defRPr sz="2250" b="1">
                <a:solidFill>
                  <a:srgbClr val="355E7B"/>
                </a:solidFill>
                <a:latin typeface="Liberation Sans"/>
                <a:ea typeface="Liberation Sans"/>
                <a:cs typeface="Liberation Sans"/>
              </a:defRPr>
            </a:lvl7pPr>
            <a:lvl8pPr algn="l">
              <a:defRPr sz="2250" b="1">
                <a:solidFill>
                  <a:srgbClr val="355E7B"/>
                </a:solidFill>
                <a:latin typeface="Liberation Sans"/>
                <a:ea typeface="Liberation Sans"/>
                <a:cs typeface="Liberation Sans"/>
              </a:defRPr>
            </a:lvl8pPr>
            <a:lvl9pPr algn="l">
              <a:defRPr sz="2250" b="1">
                <a:solidFill>
                  <a:srgbClr val="355E7B"/>
                </a:solidFill>
                <a:latin typeface="Liberation Sans"/>
                <a:ea typeface="Liberation Sans"/>
                <a:cs typeface="Liberation Sans"/>
              </a:defRPr>
            </a:lvl9pPr>
          </a:lstStyle>
          <a:p xmlns:a="http://schemas.openxmlformats.org/drawingml/2006/main">
            <a:pPr algn="l">
              <a:defRPr sz="2250" b="1">
                <a:solidFill>
                  <a:srgbClr val="355E7B"/>
                </a:solidFill>
                <a:latin typeface="Liberation Sans"/>
                <a:ea typeface="Liberation Sans"/>
                <a:cs typeface="Liberation Sans"/>
              </a:defRPr>
            </a:pPr>
            <a:r>
              <a:rPr sz="2250" b="1">
                <a:solidFill>
                  <a:srgbClr val="355E7B"/>
                </a:solidFill>
                <a:latin typeface="Liberation Sans"/>
                <a:ea typeface="Liberation Sans"/>
                <a:cs typeface="Liberation Sans"/>
              </a:rPr>
              <a:t>producer</a:t>
            </a:r>
          </a:p>
        </p:txBody>
      </p:sp>
      <p:sp>
        <p:nvSpPr>
          <p:cNvPr id="22" name="pupil-text">
            <a:extLst xmlns:a="http://schemas.openxmlformats.org/drawingml/2006/main">
              <a:ext uri="{FF2B5EF4-FFF2-40B4-BE49-F238E27FC236}">
                <a16:creationId xmlns:a16="http://schemas.microsoft.com/office/drawing/2014/main" id="{CA3CECCA-437E-4152-8435-749ED7C5E064}"/>
              </a:ext>
            </a:extLst>
          </p:cNvPr>
          <p:cNvSpPr>
            <a:spLocks xmlns:a="http://schemas.openxmlformats.org/drawingml/2006/main" noGrp="1"/>
          </p:cNvSpPr>
          <p:nvPr/>
        </p:nvSpPr>
        <p:spPr>
          <a:xfrm xmlns:a="http://schemas.openxmlformats.org/drawingml/2006/main">
            <a:off x="628650" y="2133600"/>
            <a:ext cx="10858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72536"/>
                </a:solidFill>
                <a:latin typeface="Liberation Sans"/>
                <a:ea typeface="Liberation Sans"/>
                <a:cs typeface="Liberation Sans"/>
              </a:defRPr>
            </a:defPPr>
            <a:lvl1pPr algn="l">
              <a:defRPr sz="1950" b="0">
                <a:solidFill>
                  <a:srgbClr val="172536"/>
                </a:solidFill>
                <a:latin typeface="Liberation Sans"/>
                <a:ea typeface="Liberation Sans"/>
                <a:cs typeface="Liberation Sans"/>
              </a:defRPr>
            </a:lvl1pPr>
            <a:lvl2pPr algn="l">
              <a:defRPr sz="1950" b="0">
                <a:solidFill>
                  <a:srgbClr val="172536"/>
                </a:solidFill>
                <a:latin typeface="Liberation Sans"/>
                <a:ea typeface="Liberation Sans"/>
                <a:cs typeface="Liberation Sans"/>
              </a:defRPr>
            </a:lvl2pPr>
            <a:lvl3pPr algn="l">
              <a:defRPr sz="1950" b="0">
                <a:solidFill>
                  <a:srgbClr val="172536"/>
                </a:solidFill>
                <a:latin typeface="Liberation Sans"/>
                <a:ea typeface="Liberation Sans"/>
                <a:cs typeface="Liberation Sans"/>
              </a:defRPr>
            </a:lvl3pPr>
            <a:lvl4pPr algn="l">
              <a:defRPr sz="1950" b="0">
                <a:solidFill>
                  <a:srgbClr val="172536"/>
                </a:solidFill>
                <a:latin typeface="Liberation Sans"/>
                <a:ea typeface="Liberation Sans"/>
                <a:cs typeface="Liberation Sans"/>
              </a:defRPr>
            </a:lvl4pPr>
            <a:lvl5pPr algn="l">
              <a:defRPr sz="1950" b="0">
                <a:solidFill>
                  <a:srgbClr val="172536"/>
                </a:solidFill>
                <a:latin typeface="Liberation Sans"/>
                <a:ea typeface="Liberation Sans"/>
                <a:cs typeface="Liberation Sans"/>
              </a:defRPr>
            </a:lvl5pPr>
            <a:lvl6pPr algn="l">
              <a:defRPr sz="1950" b="0">
                <a:solidFill>
                  <a:srgbClr val="172536"/>
                </a:solidFill>
                <a:latin typeface="Liberation Sans"/>
                <a:ea typeface="Liberation Sans"/>
                <a:cs typeface="Liberation Sans"/>
              </a:defRPr>
            </a:lvl6pPr>
            <a:lvl7pPr algn="l">
              <a:defRPr sz="1950" b="0">
                <a:solidFill>
                  <a:srgbClr val="172536"/>
                </a:solidFill>
                <a:latin typeface="Liberation Sans"/>
                <a:ea typeface="Liberation Sans"/>
                <a:cs typeface="Liberation Sans"/>
              </a:defRPr>
            </a:lvl7pPr>
            <a:lvl8pPr algn="l">
              <a:defRPr sz="1950" b="0">
                <a:solidFill>
                  <a:srgbClr val="172536"/>
                </a:solidFill>
                <a:latin typeface="Liberation Sans"/>
                <a:ea typeface="Liberation Sans"/>
                <a:cs typeface="Liberation Sans"/>
              </a:defRPr>
            </a:lvl8pPr>
            <a:lvl9pPr algn="l">
              <a:defRPr sz="1950" b="0">
                <a:solidFill>
                  <a:srgbClr val="172536"/>
                </a:solidFill>
                <a:latin typeface="Liberation Sans"/>
                <a:ea typeface="Liberation Sans"/>
                <a:cs typeface="Liberation Sans"/>
              </a:defRPr>
            </a:lvl9pPr>
          </a:lstStyle>
          <a:p xmlns:a="http://schemas.openxmlformats.org/drawingml/2006/main">
            <a:pPr algn="l">
              <a:defRPr sz="1950" b="0">
                <a:solidFill>
                  <a:srgbClr val="172536"/>
                </a:solidFill>
                <a:latin typeface="Liberation Sans"/>
                <a:ea typeface="Liberation Sans"/>
                <a:cs typeface="Liberation Sans"/>
              </a:defRPr>
            </a:pPr>
            <a:r>
              <a:rPr sz="1950" b="0">
                <a:solidFill>
                  <a:srgbClr val="172536"/>
                </a:solidFill>
                <a:latin typeface="Liberation Sans"/>
                <a:ea typeface="Liberation Sans"/>
                <a:cs typeface="Liberation Sans"/>
              </a:rPr>
              <a:t>here, a green plant. It uses light to make its own food</a:t>
            </a:r>
          </a:p>
        </p:txBody>
      </p:sp>
      <p:sp>
        <p:nvSpPr>
          <p:cNvPr id="23" name="native-vector-1-rect">
            <a:extLst xmlns:a="http://schemas.openxmlformats.org/drawingml/2006/main">
              <a:ext uri="{FF2B5EF4-FFF2-40B4-BE49-F238E27FC236}">
                <a16:creationId xmlns:a16="http://schemas.microsoft.com/office/drawing/2014/main" id="{77E68F0A-04B1-4A79-A4C5-E504AB649C23}"/>
              </a:ext>
            </a:extLst>
          </p:cNvPr>
          <p:cNvSpPr>
            <a:spLocks xmlns:a="http://schemas.openxmlformats.org/drawingml/2006/main" noGrp="1"/>
          </p:cNvSpPr>
          <p:nvPr/>
        </p:nvSpPr>
        <p:spPr>
          <a:xfrm xmlns:a="http://schemas.openxmlformats.org/drawingml/2006/main">
            <a:off x="658906" y="3286965"/>
            <a:ext cx="1383926" cy="437029"/>
          </a:xfrm>
          <a:prstGeom xmlns:a="http://schemas.openxmlformats.org/drawingml/2006/main" prst="rect">
            <a:avLst/>
          </a:prstGeom>
          <a:solidFill xmlns:a="http://schemas.openxmlformats.org/drawingml/2006/main">
            <a:srgbClr val="D5E6BC"/>
          </a:solidFill>
          <a:ln xmlns:a="http://schemas.openxmlformats.org/drawingml/2006/main" w="7284">
            <a:solidFill>
              <a:srgbClr val="244A63"/>
            </a:solidFill>
            <a:prstDash val="solid"/>
          </a:ln>
        </p:spPr>
      </p:sp>
      <p:sp>
        <p:nvSpPr>
          <p:cNvPr id="24" name="native-vector-2-rect">
            <a:extLst xmlns:a="http://schemas.openxmlformats.org/drawingml/2006/main">
              <a:ext uri="{FF2B5EF4-FFF2-40B4-BE49-F238E27FC236}">
                <a16:creationId xmlns:a16="http://schemas.microsoft.com/office/drawing/2014/main" id="{FA060A57-1C81-4D63-8CE4-B1F8D149DAE8}"/>
              </a:ext>
            </a:extLst>
          </p:cNvPr>
          <p:cNvSpPr>
            <a:spLocks xmlns:a="http://schemas.openxmlformats.org/drawingml/2006/main" noGrp="1"/>
          </p:cNvSpPr>
          <p:nvPr/>
        </p:nvSpPr>
        <p:spPr>
          <a:xfrm xmlns:a="http://schemas.openxmlformats.org/drawingml/2006/main">
            <a:off x="2356037" y="3286965"/>
            <a:ext cx="1383926" cy="437029"/>
          </a:xfrm>
          <a:prstGeom xmlns:a="http://schemas.openxmlformats.org/drawingml/2006/main" prst="rect">
            <a:avLst/>
          </a:prstGeom>
          <a:solidFill xmlns:a="http://schemas.openxmlformats.org/drawingml/2006/main">
            <a:srgbClr val="D5E6BC"/>
          </a:solidFill>
          <a:ln xmlns:a="http://schemas.openxmlformats.org/drawingml/2006/main" w="7284">
            <a:solidFill>
              <a:srgbClr val="244A63"/>
            </a:solidFill>
            <a:prstDash val="solid"/>
          </a:ln>
        </p:spPr>
      </p:sp>
      <p:sp>
        <p:nvSpPr>
          <p:cNvPr id="25" name="native-vector-3-rect">
            <a:extLst xmlns:a="http://schemas.openxmlformats.org/drawingml/2006/main">
              <a:ext uri="{FF2B5EF4-FFF2-40B4-BE49-F238E27FC236}">
                <a16:creationId xmlns:a16="http://schemas.microsoft.com/office/drawing/2014/main" id="{377198B2-5747-40F1-B029-4F16D0CF3DA9}"/>
              </a:ext>
            </a:extLst>
          </p:cNvPr>
          <p:cNvSpPr>
            <a:spLocks xmlns:a="http://schemas.openxmlformats.org/drawingml/2006/main" noGrp="1"/>
          </p:cNvSpPr>
          <p:nvPr/>
        </p:nvSpPr>
        <p:spPr>
          <a:xfrm xmlns:a="http://schemas.openxmlformats.org/drawingml/2006/main">
            <a:off x="4053168" y="3286965"/>
            <a:ext cx="1383926" cy="437029"/>
          </a:xfrm>
          <a:prstGeom xmlns:a="http://schemas.openxmlformats.org/drawingml/2006/main" prst="rect">
            <a:avLst/>
          </a:prstGeom>
          <a:solidFill xmlns:a="http://schemas.openxmlformats.org/drawingml/2006/main">
            <a:srgbClr val="D5E6BC"/>
          </a:solidFill>
          <a:ln xmlns:a="http://schemas.openxmlformats.org/drawingml/2006/main" w="7284">
            <a:solidFill>
              <a:srgbClr val="244A63"/>
            </a:solidFill>
            <a:prstDash val="solid"/>
          </a:ln>
        </p:spPr>
      </p:sp>
      <p:sp>
        <p:nvSpPr>
          <p:cNvPr id="26" name="native-vector-4-rect">
            <a:extLst xmlns:a="http://schemas.openxmlformats.org/drawingml/2006/main">
              <a:ext uri="{FF2B5EF4-FFF2-40B4-BE49-F238E27FC236}">
                <a16:creationId xmlns:a16="http://schemas.microsoft.com/office/drawing/2014/main" id="{6FEFC4E0-2DDE-44A6-A78D-C7F4DFEAA21D}"/>
              </a:ext>
            </a:extLst>
          </p:cNvPr>
          <p:cNvSpPr>
            <a:spLocks xmlns:a="http://schemas.openxmlformats.org/drawingml/2006/main" noGrp="1"/>
          </p:cNvSpPr>
          <p:nvPr/>
        </p:nvSpPr>
        <p:spPr>
          <a:xfrm xmlns:a="http://schemas.openxmlformats.org/drawingml/2006/main">
            <a:off x="658906" y="4015348"/>
            <a:ext cx="1383926" cy="437029"/>
          </a:xfrm>
          <a:prstGeom xmlns:a="http://schemas.openxmlformats.org/drawingml/2006/main" prst="rect">
            <a:avLst/>
          </a:prstGeom>
          <a:solidFill xmlns:a="http://schemas.openxmlformats.org/drawingml/2006/main">
            <a:srgbClr val="D5E6BC"/>
          </a:solidFill>
          <a:ln xmlns:a="http://schemas.openxmlformats.org/drawingml/2006/main" w="7284">
            <a:solidFill>
              <a:srgbClr val="244A63"/>
            </a:solidFill>
            <a:prstDash val="solid"/>
          </a:ln>
        </p:spPr>
      </p:sp>
      <p:sp>
        <p:nvSpPr>
          <p:cNvPr id="27" name="native-vector-5-rect">
            <a:extLst xmlns:a="http://schemas.openxmlformats.org/drawingml/2006/main">
              <a:ext uri="{FF2B5EF4-FFF2-40B4-BE49-F238E27FC236}">
                <a16:creationId xmlns:a16="http://schemas.microsoft.com/office/drawing/2014/main" id="{E122133D-B64A-472F-BF20-2AA7EE3D232E}"/>
              </a:ext>
            </a:extLst>
          </p:cNvPr>
          <p:cNvSpPr>
            <a:spLocks xmlns:a="http://schemas.openxmlformats.org/drawingml/2006/main" noGrp="1"/>
          </p:cNvSpPr>
          <p:nvPr/>
        </p:nvSpPr>
        <p:spPr>
          <a:xfrm xmlns:a="http://schemas.openxmlformats.org/drawingml/2006/main">
            <a:off x="2356037" y="4015348"/>
            <a:ext cx="1383926" cy="437029"/>
          </a:xfrm>
          <a:prstGeom xmlns:a="http://schemas.openxmlformats.org/drawingml/2006/main" prst="rect">
            <a:avLst/>
          </a:prstGeom>
          <a:solidFill xmlns:a="http://schemas.openxmlformats.org/drawingml/2006/main">
            <a:srgbClr val="D5E6BC"/>
          </a:solidFill>
          <a:ln xmlns:a="http://schemas.openxmlformats.org/drawingml/2006/main" w="7284">
            <a:solidFill>
              <a:srgbClr val="244A63"/>
            </a:solidFill>
            <a:prstDash val="solid"/>
          </a:ln>
        </p:spPr>
      </p:sp>
      <p:sp>
        <p:nvSpPr>
          <p:cNvPr id="28" name="native-vector-6-rect">
            <a:extLst xmlns:a="http://schemas.openxmlformats.org/drawingml/2006/main">
              <a:ext uri="{FF2B5EF4-FFF2-40B4-BE49-F238E27FC236}">
                <a16:creationId xmlns:a16="http://schemas.microsoft.com/office/drawing/2014/main" id="{F01D0A37-CD84-4819-968A-526B3CA63ACD}"/>
              </a:ext>
            </a:extLst>
          </p:cNvPr>
          <p:cNvSpPr>
            <a:spLocks xmlns:a="http://schemas.openxmlformats.org/drawingml/2006/main" noGrp="1"/>
          </p:cNvSpPr>
          <p:nvPr/>
        </p:nvSpPr>
        <p:spPr>
          <a:xfrm xmlns:a="http://schemas.openxmlformats.org/drawingml/2006/main">
            <a:off x="4053168" y="4015348"/>
            <a:ext cx="1383926" cy="437029"/>
          </a:xfrm>
          <a:prstGeom xmlns:a="http://schemas.openxmlformats.org/drawingml/2006/main" prst="rect">
            <a:avLst/>
          </a:prstGeom>
          <a:solidFill xmlns:a="http://schemas.openxmlformats.org/drawingml/2006/main">
            <a:srgbClr val="D5E6BC"/>
          </a:solidFill>
          <a:ln xmlns:a="http://schemas.openxmlformats.org/drawingml/2006/main" w="7284">
            <a:solidFill>
              <a:srgbClr val="244A63"/>
            </a:solidFill>
            <a:prstDash val="solid"/>
          </a:ln>
        </p:spPr>
      </p:sp>
      <p:sp>
        <p:nvSpPr>
          <p:cNvPr id="29" name="native-vector-text">
            <a:extLst xmlns:a="http://schemas.openxmlformats.org/drawingml/2006/main">
              <a:ext uri="{FF2B5EF4-FFF2-40B4-BE49-F238E27FC236}">
                <a16:creationId xmlns:a16="http://schemas.microsoft.com/office/drawing/2014/main" id="{94C6963F-A867-45B9-A162-E8188DBFEBC3}"/>
              </a:ext>
            </a:extLst>
          </p:cNvPr>
          <p:cNvSpPr>
            <a:spLocks xmlns:a="http://schemas.openxmlformats.org/drawingml/2006/main" noGrp="1"/>
          </p:cNvSpPr>
          <p:nvPr/>
        </p:nvSpPr>
        <p:spPr>
          <a:xfrm xmlns:a="http://schemas.openxmlformats.org/drawingml/2006/main">
            <a:off x="1068929" y="3419016"/>
            <a:ext cx="56388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244A63"/>
                </a:solidFill>
                <a:latin typeface="Liberation Sans"/>
                <a:ea typeface="Liberation Sans"/>
                <a:cs typeface="Liberation Sans"/>
              </a:defRPr>
            </a:defPPr>
            <a:lvl1pPr algn="l">
              <a:defRPr sz="1425" b="0">
                <a:solidFill>
                  <a:srgbClr val="244A63"/>
                </a:solidFill>
                <a:latin typeface="Liberation Sans"/>
                <a:ea typeface="Liberation Sans"/>
                <a:cs typeface="Liberation Sans"/>
              </a:defRPr>
            </a:lvl1pPr>
            <a:lvl2pPr algn="l">
              <a:defRPr sz="1425" b="0">
                <a:solidFill>
                  <a:srgbClr val="244A63"/>
                </a:solidFill>
                <a:latin typeface="Liberation Sans"/>
                <a:ea typeface="Liberation Sans"/>
                <a:cs typeface="Liberation Sans"/>
              </a:defRPr>
            </a:lvl2pPr>
            <a:lvl3pPr algn="l">
              <a:defRPr sz="1425" b="0">
                <a:solidFill>
                  <a:srgbClr val="244A63"/>
                </a:solidFill>
                <a:latin typeface="Liberation Sans"/>
                <a:ea typeface="Liberation Sans"/>
                <a:cs typeface="Liberation Sans"/>
              </a:defRPr>
            </a:lvl3pPr>
            <a:lvl4pPr algn="l">
              <a:defRPr sz="1425" b="0">
                <a:solidFill>
                  <a:srgbClr val="244A63"/>
                </a:solidFill>
                <a:latin typeface="Liberation Sans"/>
                <a:ea typeface="Liberation Sans"/>
                <a:cs typeface="Liberation Sans"/>
              </a:defRPr>
            </a:lvl4pPr>
            <a:lvl5pPr algn="l">
              <a:defRPr sz="1425" b="0">
                <a:solidFill>
                  <a:srgbClr val="244A63"/>
                </a:solidFill>
                <a:latin typeface="Liberation Sans"/>
                <a:ea typeface="Liberation Sans"/>
                <a:cs typeface="Liberation Sans"/>
              </a:defRPr>
            </a:lvl5pPr>
            <a:lvl6pPr algn="l">
              <a:defRPr sz="1425" b="0">
                <a:solidFill>
                  <a:srgbClr val="244A63"/>
                </a:solidFill>
                <a:latin typeface="Liberation Sans"/>
                <a:ea typeface="Liberation Sans"/>
                <a:cs typeface="Liberation Sans"/>
              </a:defRPr>
            </a:lvl6pPr>
            <a:lvl7pPr algn="l">
              <a:defRPr sz="1425" b="0">
                <a:solidFill>
                  <a:srgbClr val="244A63"/>
                </a:solidFill>
                <a:latin typeface="Liberation Sans"/>
                <a:ea typeface="Liberation Sans"/>
                <a:cs typeface="Liberation Sans"/>
              </a:defRPr>
            </a:lvl7pPr>
            <a:lvl8pPr algn="l">
              <a:defRPr sz="1425" b="0">
                <a:solidFill>
                  <a:srgbClr val="244A63"/>
                </a:solidFill>
                <a:latin typeface="Liberation Sans"/>
                <a:ea typeface="Liberation Sans"/>
                <a:cs typeface="Liberation Sans"/>
              </a:defRPr>
            </a:lvl8pPr>
            <a:lvl9pPr algn="l">
              <a:defRPr sz="1425" b="0">
                <a:solidFill>
                  <a:srgbClr val="244A63"/>
                </a:solidFill>
                <a:latin typeface="Liberation Sans"/>
                <a:ea typeface="Liberation Sans"/>
                <a:cs typeface="Liberation Sans"/>
              </a:defRPr>
            </a:lvl9pPr>
          </a:lstStyle>
          <a:p xmlns:a="http://schemas.openxmlformats.org/drawingml/2006/main">
            <a:pPr algn="l">
              <a:defRPr sz="1425" b="0">
                <a:solidFill>
                  <a:srgbClr val="244A63"/>
                </a:solidFill>
                <a:latin typeface="Liberation Sans"/>
                <a:ea typeface="Liberation Sans"/>
                <a:cs typeface="Liberation Sans"/>
              </a:defRPr>
            </a:pPr>
            <a:r>
              <a:rPr sz="1425" b="0">
                <a:solidFill>
                  <a:srgbClr val="244A63"/>
                </a:solidFill>
                <a:latin typeface="Liberation Sans"/>
                <a:ea typeface="Liberation Sans"/>
                <a:cs typeface="Liberation Sans"/>
              </a:rPr>
              <a:t>grass</a:t>
            </a:r>
          </a:p>
        </p:txBody>
      </p:sp>
      <p:sp>
        <p:nvSpPr>
          <p:cNvPr id="30" name="native-vector-text">
            <a:extLst xmlns:a="http://schemas.openxmlformats.org/drawingml/2006/main">
              <a:ext uri="{FF2B5EF4-FFF2-40B4-BE49-F238E27FC236}">
                <a16:creationId xmlns:a16="http://schemas.microsoft.com/office/drawing/2014/main" id="{1EAABCD1-940C-4D07-A37D-C14AC1FC513E}"/>
              </a:ext>
            </a:extLst>
          </p:cNvPr>
          <p:cNvSpPr>
            <a:spLocks xmlns:a="http://schemas.openxmlformats.org/drawingml/2006/main" noGrp="1"/>
          </p:cNvSpPr>
          <p:nvPr/>
        </p:nvSpPr>
        <p:spPr>
          <a:xfrm xmlns:a="http://schemas.openxmlformats.org/drawingml/2006/main">
            <a:off x="2741628" y="3419016"/>
            <a:ext cx="612743"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244A63"/>
                </a:solidFill>
                <a:latin typeface="Liberation Sans"/>
                <a:ea typeface="Liberation Sans"/>
                <a:cs typeface="Liberation Sans"/>
              </a:defRPr>
            </a:defPPr>
            <a:lvl1pPr algn="l">
              <a:defRPr sz="1425" b="0">
                <a:solidFill>
                  <a:srgbClr val="244A63"/>
                </a:solidFill>
                <a:latin typeface="Liberation Sans"/>
                <a:ea typeface="Liberation Sans"/>
                <a:cs typeface="Liberation Sans"/>
              </a:defRPr>
            </a:lvl1pPr>
            <a:lvl2pPr algn="l">
              <a:defRPr sz="1425" b="0">
                <a:solidFill>
                  <a:srgbClr val="244A63"/>
                </a:solidFill>
                <a:latin typeface="Liberation Sans"/>
                <a:ea typeface="Liberation Sans"/>
                <a:cs typeface="Liberation Sans"/>
              </a:defRPr>
            </a:lvl2pPr>
            <a:lvl3pPr algn="l">
              <a:defRPr sz="1425" b="0">
                <a:solidFill>
                  <a:srgbClr val="244A63"/>
                </a:solidFill>
                <a:latin typeface="Liberation Sans"/>
                <a:ea typeface="Liberation Sans"/>
                <a:cs typeface="Liberation Sans"/>
              </a:defRPr>
            </a:lvl3pPr>
            <a:lvl4pPr algn="l">
              <a:defRPr sz="1425" b="0">
                <a:solidFill>
                  <a:srgbClr val="244A63"/>
                </a:solidFill>
                <a:latin typeface="Liberation Sans"/>
                <a:ea typeface="Liberation Sans"/>
                <a:cs typeface="Liberation Sans"/>
              </a:defRPr>
            </a:lvl4pPr>
            <a:lvl5pPr algn="l">
              <a:defRPr sz="1425" b="0">
                <a:solidFill>
                  <a:srgbClr val="244A63"/>
                </a:solidFill>
                <a:latin typeface="Liberation Sans"/>
                <a:ea typeface="Liberation Sans"/>
                <a:cs typeface="Liberation Sans"/>
              </a:defRPr>
            </a:lvl5pPr>
            <a:lvl6pPr algn="l">
              <a:defRPr sz="1425" b="0">
                <a:solidFill>
                  <a:srgbClr val="244A63"/>
                </a:solidFill>
                <a:latin typeface="Liberation Sans"/>
                <a:ea typeface="Liberation Sans"/>
                <a:cs typeface="Liberation Sans"/>
              </a:defRPr>
            </a:lvl6pPr>
            <a:lvl7pPr algn="l">
              <a:defRPr sz="1425" b="0">
                <a:solidFill>
                  <a:srgbClr val="244A63"/>
                </a:solidFill>
                <a:latin typeface="Liberation Sans"/>
                <a:ea typeface="Liberation Sans"/>
                <a:cs typeface="Liberation Sans"/>
              </a:defRPr>
            </a:lvl7pPr>
            <a:lvl8pPr algn="l">
              <a:defRPr sz="1425" b="0">
                <a:solidFill>
                  <a:srgbClr val="244A63"/>
                </a:solidFill>
                <a:latin typeface="Liberation Sans"/>
                <a:ea typeface="Liberation Sans"/>
                <a:cs typeface="Liberation Sans"/>
              </a:defRPr>
            </a:lvl8pPr>
            <a:lvl9pPr algn="l">
              <a:defRPr sz="1425" b="0">
                <a:solidFill>
                  <a:srgbClr val="244A63"/>
                </a:solidFill>
                <a:latin typeface="Liberation Sans"/>
                <a:ea typeface="Liberation Sans"/>
                <a:cs typeface="Liberation Sans"/>
              </a:defRPr>
            </a:lvl9pPr>
          </a:lstStyle>
          <a:p xmlns:a="http://schemas.openxmlformats.org/drawingml/2006/main">
            <a:pPr algn="l">
              <a:defRPr sz="1425" b="0">
                <a:solidFill>
                  <a:srgbClr val="244A63"/>
                </a:solidFill>
                <a:latin typeface="Liberation Sans"/>
                <a:ea typeface="Liberation Sans"/>
                <a:cs typeface="Liberation Sans"/>
              </a:defRPr>
            </a:pPr>
            <a:r>
              <a:rPr sz="1425" b="0">
                <a:solidFill>
                  <a:srgbClr val="244A63"/>
                </a:solidFill>
                <a:latin typeface="Liberation Sans"/>
                <a:ea typeface="Liberation Sans"/>
                <a:cs typeface="Liberation Sans"/>
              </a:rPr>
              <a:t>rabbit</a:t>
            </a:r>
          </a:p>
        </p:txBody>
      </p:sp>
      <p:sp>
        <p:nvSpPr>
          <p:cNvPr id="31" name="native-vector-text">
            <a:extLst xmlns:a="http://schemas.openxmlformats.org/drawingml/2006/main">
              <a:ext uri="{FF2B5EF4-FFF2-40B4-BE49-F238E27FC236}">
                <a16:creationId xmlns:a16="http://schemas.microsoft.com/office/drawing/2014/main" id="{20F8D1A4-7E9B-45B0-931E-C435DDC9C86A}"/>
              </a:ext>
            </a:extLst>
          </p:cNvPr>
          <p:cNvSpPr>
            <a:spLocks xmlns:a="http://schemas.openxmlformats.org/drawingml/2006/main" noGrp="1"/>
          </p:cNvSpPr>
          <p:nvPr/>
        </p:nvSpPr>
        <p:spPr>
          <a:xfrm xmlns:a="http://schemas.openxmlformats.org/drawingml/2006/main">
            <a:off x="4564537" y="3419016"/>
            <a:ext cx="361188"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244A63"/>
                </a:solidFill>
                <a:latin typeface="Liberation Sans"/>
                <a:ea typeface="Liberation Sans"/>
                <a:cs typeface="Liberation Sans"/>
              </a:defRPr>
            </a:defPPr>
            <a:lvl1pPr algn="l">
              <a:defRPr sz="1425" b="0">
                <a:solidFill>
                  <a:srgbClr val="244A63"/>
                </a:solidFill>
                <a:latin typeface="Liberation Sans"/>
                <a:ea typeface="Liberation Sans"/>
                <a:cs typeface="Liberation Sans"/>
              </a:defRPr>
            </a:lvl1pPr>
            <a:lvl2pPr algn="l">
              <a:defRPr sz="1425" b="0">
                <a:solidFill>
                  <a:srgbClr val="244A63"/>
                </a:solidFill>
                <a:latin typeface="Liberation Sans"/>
                <a:ea typeface="Liberation Sans"/>
                <a:cs typeface="Liberation Sans"/>
              </a:defRPr>
            </a:lvl2pPr>
            <a:lvl3pPr algn="l">
              <a:defRPr sz="1425" b="0">
                <a:solidFill>
                  <a:srgbClr val="244A63"/>
                </a:solidFill>
                <a:latin typeface="Liberation Sans"/>
                <a:ea typeface="Liberation Sans"/>
                <a:cs typeface="Liberation Sans"/>
              </a:defRPr>
            </a:lvl3pPr>
            <a:lvl4pPr algn="l">
              <a:defRPr sz="1425" b="0">
                <a:solidFill>
                  <a:srgbClr val="244A63"/>
                </a:solidFill>
                <a:latin typeface="Liberation Sans"/>
                <a:ea typeface="Liberation Sans"/>
                <a:cs typeface="Liberation Sans"/>
              </a:defRPr>
            </a:lvl4pPr>
            <a:lvl5pPr algn="l">
              <a:defRPr sz="1425" b="0">
                <a:solidFill>
                  <a:srgbClr val="244A63"/>
                </a:solidFill>
                <a:latin typeface="Liberation Sans"/>
                <a:ea typeface="Liberation Sans"/>
                <a:cs typeface="Liberation Sans"/>
              </a:defRPr>
            </a:lvl5pPr>
            <a:lvl6pPr algn="l">
              <a:defRPr sz="1425" b="0">
                <a:solidFill>
                  <a:srgbClr val="244A63"/>
                </a:solidFill>
                <a:latin typeface="Liberation Sans"/>
                <a:ea typeface="Liberation Sans"/>
                <a:cs typeface="Liberation Sans"/>
              </a:defRPr>
            </a:lvl6pPr>
            <a:lvl7pPr algn="l">
              <a:defRPr sz="1425" b="0">
                <a:solidFill>
                  <a:srgbClr val="244A63"/>
                </a:solidFill>
                <a:latin typeface="Liberation Sans"/>
                <a:ea typeface="Liberation Sans"/>
                <a:cs typeface="Liberation Sans"/>
              </a:defRPr>
            </a:lvl7pPr>
            <a:lvl8pPr algn="l">
              <a:defRPr sz="1425" b="0">
                <a:solidFill>
                  <a:srgbClr val="244A63"/>
                </a:solidFill>
                <a:latin typeface="Liberation Sans"/>
                <a:ea typeface="Liberation Sans"/>
                <a:cs typeface="Liberation Sans"/>
              </a:defRPr>
            </a:lvl8pPr>
            <a:lvl9pPr algn="l">
              <a:defRPr sz="1425" b="0">
                <a:solidFill>
                  <a:srgbClr val="244A63"/>
                </a:solidFill>
                <a:latin typeface="Liberation Sans"/>
                <a:ea typeface="Liberation Sans"/>
                <a:cs typeface="Liberation Sans"/>
              </a:defRPr>
            </a:lvl9pPr>
          </a:lstStyle>
          <a:p xmlns:a="http://schemas.openxmlformats.org/drawingml/2006/main">
            <a:pPr algn="l">
              <a:defRPr sz="1425" b="0">
                <a:solidFill>
                  <a:srgbClr val="244A63"/>
                </a:solidFill>
                <a:latin typeface="Liberation Sans"/>
                <a:ea typeface="Liberation Sans"/>
                <a:cs typeface="Liberation Sans"/>
              </a:defRPr>
            </a:pPr>
            <a:r>
              <a:rPr sz="1425" b="0">
                <a:solidFill>
                  <a:srgbClr val="244A63"/>
                </a:solidFill>
                <a:latin typeface="Liberation Sans"/>
                <a:ea typeface="Liberation Sans"/>
                <a:cs typeface="Liberation Sans"/>
              </a:rPr>
              <a:t>fox</a:t>
            </a:r>
          </a:p>
        </p:txBody>
      </p:sp>
      <p:sp>
        <p:nvSpPr>
          <p:cNvPr id="32" name="native-vector-text">
            <a:extLst xmlns:a="http://schemas.openxmlformats.org/drawingml/2006/main">
              <a:ext uri="{FF2B5EF4-FFF2-40B4-BE49-F238E27FC236}">
                <a16:creationId xmlns:a16="http://schemas.microsoft.com/office/drawing/2014/main" id="{F7D749F5-6937-48EA-91DF-ADA498728B66}"/>
              </a:ext>
            </a:extLst>
          </p:cNvPr>
          <p:cNvSpPr>
            <a:spLocks xmlns:a="http://schemas.openxmlformats.org/drawingml/2006/main" noGrp="1"/>
          </p:cNvSpPr>
          <p:nvPr/>
        </p:nvSpPr>
        <p:spPr>
          <a:xfrm xmlns:a="http://schemas.openxmlformats.org/drawingml/2006/main">
            <a:off x="1044497" y="4147398"/>
            <a:ext cx="612743"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244A63"/>
                </a:solidFill>
                <a:latin typeface="Liberation Sans"/>
                <a:ea typeface="Liberation Sans"/>
                <a:cs typeface="Liberation Sans"/>
              </a:defRPr>
            </a:defPPr>
            <a:lvl1pPr algn="l">
              <a:defRPr sz="1425" b="0">
                <a:solidFill>
                  <a:srgbClr val="244A63"/>
                </a:solidFill>
                <a:latin typeface="Liberation Sans"/>
                <a:ea typeface="Liberation Sans"/>
                <a:cs typeface="Liberation Sans"/>
              </a:defRPr>
            </a:lvl1pPr>
            <a:lvl2pPr algn="l">
              <a:defRPr sz="1425" b="0">
                <a:solidFill>
                  <a:srgbClr val="244A63"/>
                </a:solidFill>
                <a:latin typeface="Liberation Sans"/>
                <a:ea typeface="Liberation Sans"/>
                <a:cs typeface="Liberation Sans"/>
              </a:defRPr>
            </a:lvl2pPr>
            <a:lvl3pPr algn="l">
              <a:defRPr sz="1425" b="0">
                <a:solidFill>
                  <a:srgbClr val="244A63"/>
                </a:solidFill>
                <a:latin typeface="Liberation Sans"/>
                <a:ea typeface="Liberation Sans"/>
                <a:cs typeface="Liberation Sans"/>
              </a:defRPr>
            </a:lvl3pPr>
            <a:lvl4pPr algn="l">
              <a:defRPr sz="1425" b="0">
                <a:solidFill>
                  <a:srgbClr val="244A63"/>
                </a:solidFill>
                <a:latin typeface="Liberation Sans"/>
                <a:ea typeface="Liberation Sans"/>
                <a:cs typeface="Liberation Sans"/>
              </a:defRPr>
            </a:lvl4pPr>
            <a:lvl5pPr algn="l">
              <a:defRPr sz="1425" b="0">
                <a:solidFill>
                  <a:srgbClr val="244A63"/>
                </a:solidFill>
                <a:latin typeface="Liberation Sans"/>
                <a:ea typeface="Liberation Sans"/>
                <a:cs typeface="Liberation Sans"/>
              </a:defRPr>
            </a:lvl5pPr>
            <a:lvl6pPr algn="l">
              <a:defRPr sz="1425" b="0">
                <a:solidFill>
                  <a:srgbClr val="244A63"/>
                </a:solidFill>
                <a:latin typeface="Liberation Sans"/>
                <a:ea typeface="Liberation Sans"/>
                <a:cs typeface="Liberation Sans"/>
              </a:defRPr>
            </a:lvl6pPr>
            <a:lvl7pPr algn="l">
              <a:defRPr sz="1425" b="0">
                <a:solidFill>
                  <a:srgbClr val="244A63"/>
                </a:solidFill>
                <a:latin typeface="Liberation Sans"/>
                <a:ea typeface="Liberation Sans"/>
                <a:cs typeface="Liberation Sans"/>
              </a:defRPr>
            </a:lvl7pPr>
            <a:lvl8pPr algn="l">
              <a:defRPr sz="1425" b="0">
                <a:solidFill>
                  <a:srgbClr val="244A63"/>
                </a:solidFill>
                <a:latin typeface="Liberation Sans"/>
                <a:ea typeface="Liberation Sans"/>
                <a:cs typeface="Liberation Sans"/>
              </a:defRPr>
            </a:lvl8pPr>
            <a:lvl9pPr algn="l">
              <a:defRPr sz="1425" b="0">
                <a:solidFill>
                  <a:srgbClr val="244A63"/>
                </a:solidFill>
                <a:latin typeface="Liberation Sans"/>
                <a:ea typeface="Liberation Sans"/>
                <a:cs typeface="Liberation Sans"/>
              </a:defRPr>
            </a:lvl9pPr>
          </a:lstStyle>
          <a:p xmlns:a="http://schemas.openxmlformats.org/drawingml/2006/main">
            <a:pPr algn="l">
              <a:defRPr sz="1425" b="0">
                <a:solidFill>
                  <a:srgbClr val="244A63"/>
                </a:solidFill>
                <a:latin typeface="Liberation Sans"/>
                <a:ea typeface="Liberation Sans"/>
                <a:cs typeface="Liberation Sans"/>
              </a:defRPr>
            </a:pPr>
            <a:r>
              <a:rPr sz="1425" b="0">
                <a:solidFill>
                  <a:srgbClr val="244A63"/>
                </a:solidFill>
                <a:latin typeface="Liberation Sans"/>
                <a:ea typeface="Liberation Sans"/>
                <a:cs typeface="Liberation Sans"/>
              </a:rPr>
              <a:t>leaves</a:t>
            </a:r>
          </a:p>
        </p:txBody>
      </p:sp>
      <p:sp>
        <p:nvSpPr>
          <p:cNvPr id="33" name="native-vector-text">
            <a:extLst xmlns:a="http://schemas.openxmlformats.org/drawingml/2006/main">
              <a:ext uri="{FF2B5EF4-FFF2-40B4-BE49-F238E27FC236}">
                <a16:creationId xmlns:a16="http://schemas.microsoft.com/office/drawing/2014/main" id="{96820612-9FEA-40DA-BD94-3AE9C91348B4}"/>
              </a:ext>
            </a:extLst>
          </p:cNvPr>
          <p:cNvSpPr>
            <a:spLocks xmlns:a="http://schemas.openxmlformats.org/drawingml/2006/main" noGrp="1"/>
          </p:cNvSpPr>
          <p:nvPr/>
        </p:nvSpPr>
        <p:spPr>
          <a:xfrm xmlns:a="http://schemas.openxmlformats.org/drawingml/2006/main">
            <a:off x="2540746" y="4147398"/>
            <a:ext cx="1014508"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244A63"/>
                </a:solidFill>
                <a:latin typeface="Liberation Sans"/>
                <a:ea typeface="Liberation Sans"/>
                <a:cs typeface="Liberation Sans"/>
              </a:defRPr>
            </a:defPPr>
            <a:lvl1pPr algn="l">
              <a:defRPr sz="1425" b="0">
                <a:solidFill>
                  <a:srgbClr val="244A63"/>
                </a:solidFill>
                <a:latin typeface="Liberation Sans"/>
                <a:ea typeface="Liberation Sans"/>
                <a:cs typeface="Liberation Sans"/>
              </a:defRPr>
            </a:lvl1pPr>
            <a:lvl2pPr algn="l">
              <a:defRPr sz="1425" b="0">
                <a:solidFill>
                  <a:srgbClr val="244A63"/>
                </a:solidFill>
                <a:latin typeface="Liberation Sans"/>
                <a:ea typeface="Liberation Sans"/>
                <a:cs typeface="Liberation Sans"/>
              </a:defRPr>
            </a:lvl2pPr>
            <a:lvl3pPr algn="l">
              <a:defRPr sz="1425" b="0">
                <a:solidFill>
                  <a:srgbClr val="244A63"/>
                </a:solidFill>
                <a:latin typeface="Liberation Sans"/>
                <a:ea typeface="Liberation Sans"/>
                <a:cs typeface="Liberation Sans"/>
              </a:defRPr>
            </a:lvl3pPr>
            <a:lvl4pPr algn="l">
              <a:defRPr sz="1425" b="0">
                <a:solidFill>
                  <a:srgbClr val="244A63"/>
                </a:solidFill>
                <a:latin typeface="Liberation Sans"/>
                <a:ea typeface="Liberation Sans"/>
                <a:cs typeface="Liberation Sans"/>
              </a:defRPr>
            </a:lvl4pPr>
            <a:lvl5pPr algn="l">
              <a:defRPr sz="1425" b="0">
                <a:solidFill>
                  <a:srgbClr val="244A63"/>
                </a:solidFill>
                <a:latin typeface="Liberation Sans"/>
                <a:ea typeface="Liberation Sans"/>
                <a:cs typeface="Liberation Sans"/>
              </a:defRPr>
            </a:lvl5pPr>
            <a:lvl6pPr algn="l">
              <a:defRPr sz="1425" b="0">
                <a:solidFill>
                  <a:srgbClr val="244A63"/>
                </a:solidFill>
                <a:latin typeface="Liberation Sans"/>
                <a:ea typeface="Liberation Sans"/>
                <a:cs typeface="Liberation Sans"/>
              </a:defRPr>
            </a:lvl6pPr>
            <a:lvl7pPr algn="l">
              <a:defRPr sz="1425" b="0">
                <a:solidFill>
                  <a:srgbClr val="244A63"/>
                </a:solidFill>
                <a:latin typeface="Liberation Sans"/>
                <a:ea typeface="Liberation Sans"/>
                <a:cs typeface="Liberation Sans"/>
              </a:defRPr>
            </a:lvl7pPr>
            <a:lvl8pPr algn="l">
              <a:defRPr sz="1425" b="0">
                <a:solidFill>
                  <a:srgbClr val="244A63"/>
                </a:solidFill>
                <a:latin typeface="Liberation Sans"/>
                <a:ea typeface="Liberation Sans"/>
                <a:cs typeface="Liberation Sans"/>
              </a:defRPr>
            </a:lvl8pPr>
            <a:lvl9pPr algn="l">
              <a:defRPr sz="1425" b="0">
                <a:solidFill>
                  <a:srgbClr val="244A63"/>
                </a:solidFill>
                <a:latin typeface="Liberation Sans"/>
                <a:ea typeface="Liberation Sans"/>
                <a:cs typeface="Liberation Sans"/>
              </a:defRPr>
            </a:lvl9pPr>
          </a:lstStyle>
          <a:p xmlns:a="http://schemas.openxmlformats.org/drawingml/2006/main">
            <a:pPr algn="l">
              <a:defRPr sz="1425" b="0">
                <a:solidFill>
                  <a:srgbClr val="244A63"/>
                </a:solidFill>
                <a:latin typeface="Liberation Sans"/>
                <a:ea typeface="Liberation Sans"/>
                <a:cs typeface="Liberation Sans"/>
              </a:defRPr>
            </a:pPr>
            <a:r>
              <a:rPr sz="1425" b="0">
                <a:solidFill>
                  <a:srgbClr val="244A63"/>
                </a:solidFill>
                <a:latin typeface="Liberation Sans"/>
                <a:ea typeface="Liberation Sans"/>
                <a:cs typeface="Liberation Sans"/>
              </a:rPr>
              <a:t>caterpillar</a:t>
            </a:r>
          </a:p>
        </p:txBody>
      </p:sp>
      <p:sp>
        <p:nvSpPr>
          <p:cNvPr id="34" name="native-vector-text">
            <a:extLst xmlns:a="http://schemas.openxmlformats.org/drawingml/2006/main">
              <a:ext uri="{FF2B5EF4-FFF2-40B4-BE49-F238E27FC236}">
                <a16:creationId xmlns:a16="http://schemas.microsoft.com/office/drawing/2014/main" id="{5F109AF0-265C-444A-8AA5-477784F96A89}"/>
              </a:ext>
            </a:extLst>
          </p:cNvPr>
          <p:cNvSpPr>
            <a:spLocks xmlns:a="http://schemas.openxmlformats.org/drawingml/2006/main" noGrp="1"/>
          </p:cNvSpPr>
          <p:nvPr/>
        </p:nvSpPr>
        <p:spPr>
          <a:xfrm xmlns:a="http://schemas.openxmlformats.org/drawingml/2006/main">
            <a:off x="4489432" y="4147398"/>
            <a:ext cx="511397"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244A63"/>
                </a:solidFill>
                <a:latin typeface="Liberation Sans"/>
                <a:ea typeface="Liberation Sans"/>
                <a:cs typeface="Liberation Sans"/>
              </a:defRPr>
            </a:defPPr>
            <a:lvl1pPr algn="l">
              <a:defRPr sz="1425" b="0">
                <a:solidFill>
                  <a:srgbClr val="244A63"/>
                </a:solidFill>
                <a:latin typeface="Liberation Sans"/>
                <a:ea typeface="Liberation Sans"/>
                <a:cs typeface="Liberation Sans"/>
              </a:defRPr>
            </a:lvl1pPr>
            <a:lvl2pPr algn="l">
              <a:defRPr sz="1425" b="0">
                <a:solidFill>
                  <a:srgbClr val="244A63"/>
                </a:solidFill>
                <a:latin typeface="Liberation Sans"/>
                <a:ea typeface="Liberation Sans"/>
                <a:cs typeface="Liberation Sans"/>
              </a:defRPr>
            </a:lvl2pPr>
            <a:lvl3pPr algn="l">
              <a:defRPr sz="1425" b="0">
                <a:solidFill>
                  <a:srgbClr val="244A63"/>
                </a:solidFill>
                <a:latin typeface="Liberation Sans"/>
                <a:ea typeface="Liberation Sans"/>
                <a:cs typeface="Liberation Sans"/>
              </a:defRPr>
            </a:lvl3pPr>
            <a:lvl4pPr algn="l">
              <a:defRPr sz="1425" b="0">
                <a:solidFill>
                  <a:srgbClr val="244A63"/>
                </a:solidFill>
                <a:latin typeface="Liberation Sans"/>
                <a:ea typeface="Liberation Sans"/>
                <a:cs typeface="Liberation Sans"/>
              </a:defRPr>
            </a:lvl4pPr>
            <a:lvl5pPr algn="l">
              <a:defRPr sz="1425" b="0">
                <a:solidFill>
                  <a:srgbClr val="244A63"/>
                </a:solidFill>
                <a:latin typeface="Liberation Sans"/>
                <a:ea typeface="Liberation Sans"/>
                <a:cs typeface="Liberation Sans"/>
              </a:defRPr>
            </a:lvl5pPr>
            <a:lvl6pPr algn="l">
              <a:defRPr sz="1425" b="0">
                <a:solidFill>
                  <a:srgbClr val="244A63"/>
                </a:solidFill>
                <a:latin typeface="Liberation Sans"/>
                <a:ea typeface="Liberation Sans"/>
                <a:cs typeface="Liberation Sans"/>
              </a:defRPr>
            </a:lvl6pPr>
            <a:lvl7pPr algn="l">
              <a:defRPr sz="1425" b="0">
                <a:solidFill>
                  <a:srgbClr val="244A63"/>
                </a:solidFill>
                <a:latin typeface="Liberation Sans"/>
                <a:ea typeface="Liberation Sans"/>
                <a:cs typeface="Liberation Sans"/>
              </a:defRPr>
            </a:lvl7pPr>
            <a:lvl8pPr algn="l">
              <a:defRPr sz="1425" b="0">
                <a:solidFill>
                  <a:srgbClr val="244A63"/>
                </a:solidFill>
                <a:latin typeface="Liberation Sans"/>
                <a:ea typeface="Liberation Sans"/>
                <a:cs typeface="Liberation Sans"/>
              </a:defRPr>
            </a:lvl8pPr>
            <a:lvl9pPr algn="l">
              <a:defRPr sz="1425" b="0">
                <a:solidFill>
                  <a:srgbClr val="244A63"/>
                </a:solidFill>
                <a:latin typeface="Liberation Sans"/>
                <a:ea typeface="Liberation Sans"/>
                <a:cs typeface="Liberation Sans"/>
              </a:defRPr>
            </a:lvl9pPr>
          </a:lstStyle>
          <a:p xmlns:a="http://schemas.openxmlformats.org/drawingml/2006/main">
            <a:pPr algn="l">
              <a:defRPr sz="1425" b="0">
                <a:solidFill>
                  <a:srgbClr val="244A63"/>
                </a:solidFill>
                <a:latin typeface="Liberation Sans"/>
                <a:ea typeface="Liberation Sans"/>
                <a:cs typeface="Liberation Sans"/>
              </a:defRPr>
            </a:pPr>
            <a:r>
              <a:rPr sz="1425" b="0">
                <a:solidFill>
                  <a:srgbClr val="244A63"/>
                </a:solidFill>
                <a:latin typeface="Liberation Sans"/>
                <a:ea typeface="Liberation Sans"/>
                <a:cs typeface="Liberation Sans"/>
              </a:rPr>
              <a:t>robin</a:t>
            </a:r>
          </a:p>
        </p:txBody>
      </p:sp>
      <p:sp>
        <p:nvSpPr>
          <p:cNvPr id="35" name="native-vector-text">
            <a:extLst xmlns:a="http://schemas.openxmlformats.org/drawingml/2006/main">
              <a:ext uri="{FF2B5EF4-FFF2-40B4-BE49-F238E27FC236}">
                <a16:creationId xmlns:a16="http://schemas.microsoft.com/office/drawing/2014/main" id="{A4725063-D45F-4EB6-B96D-4E7B43443131}"/>
              </a:ext>
            </a:extLst>
          </p:cNvPr>
          <p:cNvSpPr>
            <a:spLocks xmlns:a="http://schemas.openxmlformats.org/drawingml/2006/main" noGrp="1"/>
          </p:cNvSpPr>
          <p:nvPr/>
        </p:nvSpPr>
        <p:spPr>
          <a:xfrm xmlns:a="http://schemas.openxmlformats.org/drawingml/2006/main">
            <a:off x="2123828" y="3419016"/>
            <a:ext cx="158496"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244A63"/>
                </a:solidFill>
                <a:latin typeface="Liberation Sans"/>
                <a:ea typeface="Liberation Sans"/>
                <a:cs typeface="Liberation Sans"/>
              </a:defRPr>
            </a:defPPr>
            <a:lvl1pPr algn="l">
              <a:defRPr sz="1425" b="0">
                <a:solidFill>
                  <a:srgbClr val="244A63"/>
                </a:solidFill>
                <a:latin typeface="Liberation Sans"/>
                <a:ea typeface="Liberation Sans"/>
                <a:cs typeface="Liberation Sans"/>
              </a:defRPr>
            </a:lvl1pPr>
            <a:lvl2pPr algn="l">
              <a:defRPr sz="1425" b="0">
                <a:solidFill>
                  <a:srgbClr val="244A63"/>
                </a:solidFill>
                <a:latin typeface="Liberation Sans"/>
                <a:ea typeface="Liberation Sans"/>
                <a:cs typeface="Liberation Sans"/>
              </a:defRPr>
            </a:lvl2pPr>
            <a:lvl3pPr algn="l">
              <a:defRPr sz="1425" b="0">
                <a:solidFill>
                  <a:srgbClr val="244A63"/>
                </a:solidFill>
                <a:latin typeface="Liberation Sans"/>
                <a:ea typeface="Liberation Sans"/>
                <a:cs typeface="Liberation Sans"/>
              </a:defRPr>
            </a:lvl3pPr>
            <a:lvl4pPr algn="l">
              <a:defRPr sz="1425" b="0">
                <a:solidFill>
                  <a:srgbClr val="244A63"/>
                </a:solidFill>
                <a:latin typeface="Liberation Sans"/>
                <a:ea typeface="Liberation Sans"/>
                <a:cs typeface="Liberation Sans"/>
              </a:defRPr>
            </a:lvl4pPr>
            <a:lvl5pPr algn="l">
              <a:defRPr sz="1425" b="0">
                <a:solidFill>
                  <a:srgbClr val="244A63"/>
                </a:solidFill>
                <a:latin typeface="Liberation Sans"/>
                <a:ea typeface="Liberation Sans"/>
                <a:cs typeface="Liberation Sans"/>
              </a:defRPr>
            </a:lvl5pPr>
            <a:lvl6pPr algn="l">
              <a:defRPr sz="1425" b="0">
                <a:solidFill>
                  <a:srgbClr val="244A63"/>
                </a:solidFill>
                <a:latin typeface="Liberation Sans"/>
                <a:ea typeface="Liberation Sans"/>
                <a:cs typeface="Liberation Sans"/>
              </a:defRPr>
            </a:lvl6pPr>
            <a:lvl7pPr algn="l">
              <a:defRPr sz="1425" b="0">
                <a:solidFill>
                  <a:srgbClr val="244A63"/>
                </a:solidFill>
                <a:latin typeface="Liberation Sans"/>
                <a:ea typeface="Liberation Sans"/>
                <a:cs typeface="Liberation Sans"/>
              </a:defRPr>
            </a:lvl7pPr>
            <a:lvl8pPr algn="l">
              <a:defRPr sz="1425" b="0">
                <a:solidFill>
                  <a:srgbClr val="244A63"/>
                </a:solidFill>
                <a:latin typeface="Liberation Sans"/>
                <a:ea typeface="Liberation Sans"/>
                <a:cs typeface="Liberation Sans"/>
              </a:defRPr>
            </a:lvl8pPr>
            <a:lvl9pPr algn="l">
              <a:defRPr sz="1425" b="0">
                <a:solidFill>
                  <a:srgbClr val="244A63"/>
                </a:solidFill>
                <a:latin typeface="Liberation Sans"/>
                <a:ea typeface="Liberation Sans"/>
                <a:cs typeface="Liberation Sans"/>
              </a:defRPr>
            </a:lvl9pPr>
          </a:lstStyle>
          <a:p xmlns:a="http://schemas.openxmlformats.org/drawingml/2006/main">
            <a:pPr algn="l">
              <a:defRPr sz="1425" b="0">
                <a:solidFill>
                  <a:srgbClr val="244A63"/>
                </a:solidFill>
                <a:latin typeface="Liberation Sans"/>
                <a:ea typeface="Liberation Sans"/>
                <a:cs typeface="Liberation Sans"/>
              </a:defRPr>
            </a:pPr>
            <a:r>
              <a:rPr sz="1425" b="0">
                <a:solidFill>
                  <a:srgbClr val="244A63"/>
                </a:solidFill>
                <a:latin typeface="Liberation Sans"/>
                <a:ea typeface="Liberation Sans"/>
                <a:cs typeface="Liberation Sans"/>
              </a:rPr>
              <a:t>→</a:t>
            </a:r>
          </a:p>
        </p:txBody>
      </p:sp>
      <p:sp>
        <p:nvSpPr>
          <p:cNvPr id="36" name="native-vector-text">
            <a:extLst xmlns:a="http://schemas.openxmlformats.org/drawingml/2006/main">
              <a:ext uri="{FF2B5EF4-FFF2-40B4-BE49-F238E27FC236}">
                <a16:creationId xmlns:a16="http://schemas.microsoft.com/office/drawing/2014/main" id="{5DBAF55E-B49D-4058-9247-8402C3464D59}"/>
              </a:ext>
            </a:extLst>
          </p:cNvPr>
          <p:cNvSpPr>
            <a:spLocks xmlns:a="http://schemas.openxmlformats.org/drawingml/2006/main" noGrp="1"/>
          </p:cNvSpPr>
          <p:nvPr/>
        </p:nvSpPr>
        <p:spPr>
          <a:xfrm xmlns:a="http://schemas.openxmlformats.org/drawingml/2006/main">
            <a:off x="3813676" y="3419016"/>
            <a:ext cx="158496"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244A63"/>
                </a:solidFill>
                <a:latin typeface="Liberation Sans"/>
                <a:ea typeface="Liberation Sans"/>
                <a:cs typeface="Liberation Sans"/>
              </a:defRPr>
            </a:defPPr>
            <a:lvl1pPr algn="l">
              <a:defRPr sz="1425" b="0">
                <a:solidFill>
                  <a:srgbClr val="244A63"/>
                </a:solidFill>
                <a:latin typeface="Liberation Sans"/>
                <a:ea typeface="Liberation Sans"/>
                <a:cs typeface="Liberation Sans"/>
              </a:defRPr>
            </a:lvl1pPr>
            <a:lvl2pPr algn="l">
              <a:defRPr sz="1425" b="0">
                <a:solidFill>
                  <a:srgbClr val="244A63"/>
                </a:solidFill>
                <a:latin typeface="Liberation Sans"/>
                <a:ea typeface="Liberation Sans"/>
                <a:cs typeface="Liberation Sans"/>
              </a:defRPr>
            </a:lvl2pPr>
            <a:lvl3pPr algn="l">
              <a:defRPr sz="1425" b="0">
                <a:solidFill>
                  <a:srgbClr val="244A63"/>
                </a:solidFill>
                <a:latin typeface="Liberation Sans"/>
                <a:ea typeface="Liberation Sans"/>
                <a:cs typeface="Liberation Sans"/>
              </a:defRPr>
            </a:lvl3pPr>
            <a:lvl4pPr algn="l">
              <a:defRPr sz="1425" b="0">
                <a:solidFill>
                  <a:srgbClr val="244A63"/>
                </a:solidFill>
                <a:latin typeface="Liberation Sans"/>
                <a:ea typeface="Liberation Sans"/>
                <a:cs typeface="Liberation Sans"/>
              </a:defRPr>
            </a:lvl4pPr>
            <a:lvl5pPr algn="l">
              <a:defRPr sz="1425" b="0">
                <a:solidFill>
                  <a:srgbClr val="244A63"/>
                </a:solidFill>
                <a:latin typeface="Liberation Sans"/>
                <a:ea typeface="Liberation Sans"/>
                <a:cs typeface="Liberation Sans"/>
              </a:defRPr>
            </a:lvl5pPr>
            <a:lvl6pPr algn="l">
              <a:defRPr sz="1425" b="0">
                <a:solidFill>
                  <a:srgbClr val="244A63"/>
                </a:solidFill>
                <a:latin typeface="Liberation Sans"/>
                <a:ea typeface="Liberation Sans"/>
                <a:cs typeface="Liberation Sans"/>
              </a:defRPr>
            </a:lvl6pPr>
            <a:lvl7pPr algn="l">
              <a:defRPr sz="1425" b="0">
                <a:solidFill>
                  <a:srgbClr val="244A63"/>
                </a:solidFill>
                <a:latin typeface="Liberation Sans"/>
                <a:ea typeface="Liberation Sans"/>
                <a:cs typeface="Liberation Sans"/>
              </a:defRPr>
            </a:lvl7pPr>
            <a:lvl8pPr algn="l">
              <a:defRPr sz="1425" b="0">
                <a:solidFill>
                  <a:srgbClr val="244A63"/>
                </a:solidFill>
                <a:latin typeface="Liberation Sans"/>
                <a:ea typeface="Liberation Sans"/>
                <a:cs typeface="Liberation Sans"/>
              </a:defRPr>
            </a:lvl8pPr>
            <a:lvl9pPr algn="l">
              <a:defRPr sz="1425" b="0">
                <a:solidFill>
                  <a:srgbClr val="244A63"/>
                </a:solidFill>
                <a:latin typeface="Liberation Sans"/>
                <a:ea typeface="Liberation Sans"/>
                <a:cs typeface="Liberation Sans"/>
              </a:defRPr>
            </a:lvl9pPr>
          </a:lstStyle>
          <a:p xmlns:a="http://schemas.openxmlformats.org/drawingml/2006/main">
            <a:pPr algn="l">
              <a:defRPr sz="1425" b="0">
                <a:solidFill>
                  <a:srgbClr val="244A63"/>
                </a:solidFill>
                <a:latin typeface="Liberation Sans"/>
                <a:ea typeface="Liberation Sans"/>
                <a:cs typeface="Liberation Sans"/>
              </a:defRPr>
            </a:pPr>
            <a:r>
              <a:rPr sz="1425" b="0">
                <a:solidFill>
                  <a:srgbClr val="244A63"/>
                </a:solidFill>
                <a:latin typeface="Liberation Sans"/>
                <a:ea typeface="Liberation Sans"/>
                <a:cs typeface="Liberation Sans"/>
              </a:rPr>
              <a:t>→</a:t>
            </a:r>
          </a:p>
        </p:txBody>
      </p:sp>
      <p:sp>
        <p:nvSpPr>
          <p:cNvPr id="37" name="native-vector-text">
            <a:extLst xmlns:a="http://schemas.openxmlformats.org/drawingml/2006/main">
              <a:ext uri="{FF2B5EF4-FFF2-40B4-BE49-F238E27FC236}">
                <a16:creationId xmlns:a16="http://schemas.microsoft.com/office/drawing/2014/main" id="{43E7B129-F581-4E23-984E-4CFDFD457CD8}"/>
              </a:ext>
            </a:extLst>
          </p:cNvPr>
          <p:cNvSpPr>
            <a:spLocks xmlns:a="http://schemas.openxmlformats.org/drawingml/2006/main" noGrp="1"/>
          </p:cNvSpPr>
          <p:nvPr/>
        </p:nvSpPr>
        <p:spPr>
          <a:xfrm xmlns:a="http://schemas.openxmlformats.org/drawingml/2006/main">
            <a:off x="2123828" y="4147398"/>
            <a:ext cx="158496"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244A63"/>
                </a:solidFill>
                <a:latin typeface="Liberation Sans"/>
                <a:ea typeface="Liberation Sans"/>
                <a:cs typeface="Liberation Sans"/>
              </a:defRPr>
            </a:defPPr>
            <a:lvl1pPr algn="l">
              <a:defRPr sz="1425" b="0">
                <a:solidFill>
                  <a:srgbClr val="244A63"/>
                </a:solidFill>
                <a:latin typeface="Liberation Sans"/>
                <a:ea typeface="Liberation Sans"/>
                <a:cs typeface="Liberation Sans"/>
              </a:defRPr>
            </a:lvl1pPr>
            <a:lvl2pPr algn="l">
              <a:defRPr sz="1425" b="0">
                <a:solidFill>
                  <a:srgbClr val="244A63"/>
                </a:solidFill>
                <a:latin typeface="Liberation Sans"/>
                <a:ea typeface="Liberation Sans"/>
                <a:cs typeface="Liberation Sans"/>
              </a:defRPr>
            </a:lvl2pPr>
            <a:lvl3pPr algn="l">
              <a:defRPr sz="1425" b="0">
                <a:solidFill>
                  <a:srgbClr val="244A63"/>
                </a:solidFill>
                <a:latin typeface="Liberation Sans"/>
                <a:ea typeface="Liberation Sans"/>
                <a:cs typeface="Liberation Sans"/>
              </a:defRPr>
            </a:lvl3pPr>
            <a:lvl4pPr algn="l">
              <a:defRPr sz="1425" b="0">
                <a:solidFill>
                  <a:srgbClr val="244A63"/>
                </a:solidFill>
                <a:latin typeface="Liberation Sans"/>
                <a:ea typeface="Liberation Sans"/>
                <a:cs typeface="Liberation Sans"/>
              </a:defRPr>
            </a:lvl4pPr>
            <a:lvl5pPr algn="l">
              <a:defRPr sz="1425" b="0">
                <a:solidFill>
                  <a:srgbClr val="244A63"/>
                </a:solidFill>
                <a:latin typeface="Liberation Sans"/>
                <a:ea typeface="Liberation Sans"/>
                <a:cs typeface="Liberation Sans"/>
              </a:defRPr>
            </a:lvl5pPr>
            <a:lvl6pPr algn="l">
              <a:defRPr sz="1425" b="0">
                <a:solidFill>
                  <a:srgbClr val="244A63"/>
                </a:solidFill>
                <a:latin typeface="Liberation Sans"/>
                <a:ea typeface="Liberation Sans"/>
                <a:cs typeface="Liberation Sans"/>
              </a:defRPr>
            </a:lvl6pPr>
            <a:lvl7pPr algn="l">
              <a:defRPr sz="1425" b="0">
                <a:solidFill>
                  <a:srgbClr val="244A63"/>
                </a:solidFill>
                <a:latin typeface="Liberation Sans"/>
                <a:ea typeface="Liberation Sans"/>
                <a:cs typeface="Liberation Sans"/>
              </a:defRPr>
            </a:lvl7pPr>
            <a:lvl8pPr algn="l">
              <a:defRPr sz="1425" b="0">
                <a:solidFill>
                  <a:srgbClr val="244A63"/>
                </a:solidFill>
                <a:latin typeface="Liberation Sans"/>
                <a:ea typeface="Liberation Sans"/>
                <a:cs typeface="Liberation Sans"/>
              </a:defRPr>
            </a:lvl8pPr>
            <a:lvl9pPr algn="l">
              <a:defRPr sz="1425" b="0">
                <a:solidFill>
                  <a:srgbClr val="244A63"/>
                </a:solidFill>
                <a:latin typeface="Liberation Sans"/>
                <a:ea typeface="Liberation Sans"/>
                <a:cs typeface="Liberation Sans"/>
              </a:defRPr>
            </a:lvl9pPr>
          </a:lstStyle>
          <a:p xmlns:a="http://schemas.openxmlformats.org/drawingml/2006/main">
            <a:pPr algn="l">
              <a:defRPr sz="1425" b="0">
                <a:solidFill>
                  <a:srgbClr val="244A63"/>
                </a:solidFill>
                <a:latin typeface="Liberation Sans"/>
                <a:ea typeface="Liberation Sans"/>
                <a:cs typeface="Liberation Sans"/>
              </a:defRPr>
            </a:pPr>
            <a:r>
              <a:rPr sz="1425" b="0">
                <a:solidFill>
                  <a:srgbClr val="244A63"/>
                </a:solidFill>
                <a:latin typeface="Liberation Sans"/>
                <a:ea typeface="Liberation Sans"/>
                <a:cs typeface="Liberation Sans"/>
              </a:rPr>
              <a:t>→</a:t>
            </a:r>
          </a:p>
        </p:txBody>
      </p:sp>
      <p:sp>
        <p:nvSpPr>
          <p:cNvPr id="38" name="native-vector-text">
            <a:extLst xmlns:a="http://schemas.openxmlformats.org/drawingml/2006/main">
              <a:ext uri="{FF2B5EF4-FFF2-40B4-BE49-F238E27FC236}">
                <a16:creationId xmlns:a16="http://schemas.microsoft.com/office/drawing/2014/main" id="{2630D0D1-1E90-4A1E-98B2-6F689AAC2110}"/>
              </a:ext>
            </a:extLst>
          </p:cNvPr>
          <p:cNvSpPr>
            <a:spLocks xmlns:a="http://schemas.openxmlformats.org/drawingml/2006/main" noGrp="1"/>
          </p:cNvSpPr>
          <p:nvPr/>
        </p:nvSpPr>
        <p:spPr>
          <a:xfrm xmlns:a="http://schemas.openxmlformats.org/drawingml/2006/main">
            <a:off x="3813676" y="4147398"/>
            <a:ext cx="158496"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244A63"/>
                </a:solidFill>
                <a:latin typeface="Liberation Sans"/>
                <a:ea typeface="Liberation Sans"/>
                <a:cs typeface="Liberation Sans"/>
              </a:defRPr>
            </a:defPPr>
            <a:lvl1pPr algn="l">
              <a:defRPr sz="1425" b="0">
                <a:solidFill>
                  <a:srgbClr val="244A63"/>
                </a:solidFill>
                <a:latin typeface="Liberation Sans"/>
                <a:ea typeface="Liberation Sans"/>
                <a:cs typeface="Liberation Sans"/>
              </a:defRPr>
            </a:lvl1pPr>
            <a:lvl2pPr algn="l">
              <a:defRPr sz="1425" b="0">
                <a:solidFill>
                  <a:srgbClr val="244A63"/>
                </a:solidFill>
                <a:latin typeface="Liberation Sans"/>
                <a:ea typeface="Liberation Sans"/>
                <a:cs typeface="Liberation Sans"/>
              </a:defRPr>
            </a:lvl2pPr>
            <a:lvl3pPr algn="l">
              <a:defRPr sz="1425" b="0">
                <a:solidFill>
                  <a:srgbClr val="244A63"/>
                </a:solidFill>
                <a:latin typeface="Liberation Sans"/>
                <a:ea typeface="Liberation Sans"/>
                <a:cs typeface="Liberation Sans"/>
              </a:defRPr>
            </a:lvl3pPr>
            <a:lvl4pPr algn="l">
              <a:defRPr sz="1425" b="0">
                <a:solidFill>
                  <a:srgbClr val="244A63"/>
                </a:solidFill>
                <a:latin typeface="Liberation Sans"/>
                <a:ea typeface="Liberation Sans"/>
                <a:cs typeface="Liberation Sans"/>
              </a:defRPr>
            </a:lvl4pPr>
            <a:lvl5pPr algn="l">
              <a:defRPr sz="1425" b="0">
                <a:solidFill>
                  <a:srgbClr val="244A63"/>
                </a:solidFill>
                <a:latin typeface="Liberation Sans"/>
                <a:ea typeface="Liberation Sans"/>
                <a:cs typeface="Liberation Sans"/>
              </a:defRPr>
            </a:lvl5pPr>
            <a:lvl6pPr algn="l">
              <a:defRPr sz="1425" b="0">
                <a:solidFill>
                  <a:srgbClr val="244A63"/>
                </a:solidFill>
                <a:latin typeface="Liberation Sans"/>
                <a:ea typeface="Liberation Sans"/>
                <a:cs typeface="Liberation Sans"/>
              </a:defRPr>
            </a:lvl6pPr>
            <a:lvl7pPr algn="l">
              <a:defRPr sz="1425" b="0">
                <a:solidFill>
                  <a:srgbClr val="244A63"/>
                </a:solidFill>
                <a:latin typeface="Liberation Sans"/>
                <a:ea typeface="Liberation Sans"/>
                <a:cs typeface="Liberation Sans"/>
              </a:defRPr>
            </a:lvl7pPr>
            <a:lvl8pPr algn="l">
              <a:defRPr sz="1425" b="0">
                <a:solidFill>
                  <a:srgbClr val="244A63"/>
                </a:solidFill>
                <a:latin typeface="Liberation Sans"/>
                <a:ea typeface="Liberation Sans"/>
                <a:cs typeface="Liberation Sans"/>
              </a:defRPr>
            </a:lvl8pPr>
            <a:lvl9pPr algn="l">
              <a:defRPr sz="1425" b="0">
                <a:solidFill>
                  <a:srgbClr val="244A63"/>
                </a:solidFill>
                <a:latin typeface="Liberation Sans"/>
                <a:ea typeface="Liberation Sans"/>
                <a:cs typeface="Liberation Sans"/>
              </a:defRPr>
            </a:lvl9pPr>
          </a:lstStyle>
          <a:p xmlns:a="http://schemas.openxmlformats.org/drawingml/2006/main">
            <a:pPr algn="l">
              <a:defRPr sz="1425" b="0">
                <a:solidFill>
                  <a:srgbClr val="244A63"/>
                </a:solidFill>
                <a:latin typeface="Liberation Sans"/>
                <a:ea typeface="Liberation Sans"/>
                <a:cs typeface="Liberation Sans"/>
              </a:defRPr>
            </a:pPr>
            <a:r>
              <a:rPr sz="1425" b="0">
                <a:solidFill>
                  <a:srgbClr val="244A63"/>
                </a:solidFill>
                <a:latin typeface="Liberation Sans"/>
                <a:ea typeface="Liberation Sans"/>
                <a:cs typeface="Liberation Sans"/>
              </a:rPr>
              <a:t>→</a:t>
            </a:r>
          </a:p>
        </p:txBody>
      </p:sp>
      <p:sp>
        <p:nvSpPr>
          <p:cNvPr id="39" name="native-vector-text">
            <a:extLst xmlns:a="http://schemas.openxmlformats.org/drawingml/2006/main">
              <a:ext uri="{FF2B5EF4-FFF2-40B4-BE49-F238E27FC236}">
                <a16:creationId xmlns:a16="http://schemas.microsoft.com/office/drawing/2014/main" id="{2A98A446-9955-4F59-8ED8-2CD4ED2373FE}"/>
              </a:ext>
            </a:extLst>
          </p:cNvPr>
          <p:cNvSpPr>
            <a:spLocks xmlns:a="http://schemas.openxmlformats.org/drawingml/2006/main" noGrp="1"/>
          </p:cNvSpPr>
          <p:nvPr/>
        </p:nvSpPr>
        <p:spPr>
          <a:xfrm xmlns:a="http://schemas.openxmlformats.org/drawingml/2006/main">
            <a:off x="1701022" y="3739504"/>
            <a:ext cx="2693956"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244A63"/>
                </a:solidFill>
                <a:latin typeface="Liberation Sans"/>
                <a:ea typeface="Liberation Sans"/>
                <a:cs typeface="Liberation Sans"/>
              </a:defRPr>
            </a:defPPr>
            <a:lvl1pPr algn="l">
              <a:defRPr sz="1425" b="0">
                <a:solidFill>
                  <a:srgbClr val="244A63"/>
                </a:solidFill>
                <a:latin typeface="Liberation Sans"/>
                <a:ea typeface="Liberation Sans"/>
                <a:cs typeface="Liberation Sans"/>
              </a:defRPr>
            </a:lvl1pPr>
            <a:lvl2pPr algn="l">
              <a:defRPr sz="1425" b="0">
                <a:solidFill>
                  <a:srgbClr val="244A63"/>
                </a:solidFill>
                <a:latin typeface="Liberation Sans"/>
                <a:ea typeface="Liberation Sans"/>
                <a:cs typeface="Liberation Sans"/>
              </a:defRPr>
            </a:lvl2pPr>
            <a:lvl3pPr algn="l">
              <a:defRPr sz="1425" b="0">
                <a:solidFill>
                  <a:srgbClr val="244A63"/>
                </a:solidFill>
                <a:latin typeface="Liberation Sans"/>
                <a:ea typeface="Liberation Sans"/>
                <a:cs typeface="Liberation Sans"/>
              </a:defRPr>
            </a:lvl3pPr>
            <a:lvl4pPr algn="l">
              <a:defRPr sz="1425" b="0">
                <a:solidFill>
                  <a:srgbClr val="244A63"/>
                </a:solidFill>
                <a:latin typeface="Liberation Sans"/>
                <a:ea typeface="Liberation Sans"/>
                <a:cs typeface="Liberation Sans"/>
              </a:defRPr>
            </a:lvl4pPr>
            <a:lvl5pPr algn="l">
              <a:defRPr sz="1425" b="0">
                <a:solidFill>
                  <a:srgbClr val="244A63"/>
                </a:solidFill>
                <a:latin typeface="Liberation Sans"/>
                <a:ea typeface="Liberation Sans"/>
                <a:cs typeface="Liberation Sans"/>
              </a:defRPr>
            </a:lvl5pPr>
            <a:lvl6pPr algn="l">
              <a:defRPr sz="1425" b="0">
                <a:solidFill>
                  <a:srgbClr val="244A63"/>
                </a:solidFill>
                <a:latin typeface="Liberation Sans"/>
                <a:ea typeface="Liberation Sans"/>
                <a:cs typeface="Liberation Sans"/>
              </a:defRPr>
            </a:lvl6pPr>
            <a:lvl7pPr algn="l">
              <a:defRPr sz="1425" b="0">
                <a:solidFill>
                  <a:srgbClr val="244A63"/>
                </a:solidFill>
                <a:latin typeface="Liberation Sans"/>
                <a:ea typeface="Liberation Sans"/>
                <a:cs typeface="Liberation Sans"/>
              </a:defRPr>
            </a:lvl7pPr>
            <a:lvl8pPr algn="l">
              <a:defRPr sz="1425" b="0">
                <a:solidFill>
                  <a:srgbClr val="244A63"/>
                </a:solidFill>
                <a:latin typeface="Liberation Sans"/>
                <a:ea typeface="Liberation Sans"/>
                <a:cs typeface="Liberation Sans"/>
              </a:defRPr>
            </a:lvl8pPr>
            <a:lvl9pPr algn="l">
              <a:defRPr sz="1425" b="0">
                <a:solidFill>
                  <a:srgbClr val="244A63"/>
                </a:solidFill>
                <a:latin typeface="Liberation Sans"/>
                <a:ea typeface="Liberation Sans"/>
                <a:cs typeface="Liberation Sans"/>
              </a:defRPr>
            </a:lvl9pPr>
          </a:lstStyle>
          <a:p xmlns:a="http://schemas.openxmlformats.org/drawingml/2006/main">
            <a:pPr algn="l">
              <a:defRPr sz="1425" b="0">
                <a:solidFill>
                  <a:srgbClr val="244A63"/>
                </a:solidFill>
                <a:latin typeface="Liberation Sans"/>
                <a:ea typeface="Liberation Sans"/>
                <a:cs typeface="Liberation Sans"/>
              </a:defRPr>
            </a:pPr>
            <a:r>
              <a:rPr sz="1425" b="0">
                <a:solidFill>
                  <a:srgbClr val="244A63"/>
                </a:solidFill>
                <a:latin typeface="Liberation Sans"/>
                <a:ea typeface="Liberation Sans"/>
                <a:cs typeface="Liberation Sans"/>
              </a:rPr>
              <a:t>Each arrow means: is eaten by</a:t>
            </a:r>
          </a:p>
        </p:txBody>
      </p:sp>
      <p:sp>
        <p:nvSpPr>
          <p:cNvPr id="40" name="picture-description">
            <a:extLst xmlns:a="http://schemas.openxmlformats.org/drawingml/2006/main">
              <a:ext uri="{FF2B5EF4-FFF2-40B4-BE49-F238E27FC236}">
                <a16:creationId xmlns:a16="http://schemas.microsoft.com/office/drawing/2014/main" id="{60198B7F-DAE9-4783-8937-4266B10D9994}"/>
              </a:ext>
            </a:extLst>
          </p:cNvPr>
          <p:cNvSpPr>
            <a:spLocks xmlns:a="http://schemas.openxmlformats.org/drawingml/2006/main" noGrp="1"/>
          </p:cNvSpPr>
          <p:nvPr/>
        </p:nvSpPr>
        <p:spPr>
          <a:xfrm xmlns:a="http://schemas.openxmlformats.org/drawingml/2006/main">
            <a:off x="5905500" y="2895600"/>
            <a:ext cx="56197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72536"/>
                </a:solidFill>
                <a:latin typeface="Liberation Sans"/>
                <a:ea typeface="Liberation Sans"/>
                <a:cs typeface="Liberation Sans"/>
              </a:defRPr>
            </a:defPPr>
            <a:lvl1pPr algn="l">
              <a:defRPr sz="1650" b="0">
                <a:solidFill>
                  <a:srgbClr val="172536"/>
                </a:solidFill>
                <a:latin typeface="Liberation Sans"/>
                <a:ea typeface="Liberation Sans"/>
                <a:cs typeface="Liberation Sans"/>
              </a:defRPr>
            </a:lvl1pPr>
            <a:lvl2pPr algn="l">
              <a:defRPr sz="1650" b="0">
                <a:solidFill>
                  <a:srgbClr val="172536"/>
                </a:solidFill>
                <a:latin typeface="Liberation Sans"/>
                <a:ea typeface="Liberation Sans"/>
                <a:cs typeface="Liberation Sans"/>
              </a:defRPr>
            </a:lvl2pPr>
            <a:lvl3pPr algn="l">
              <a:defRPr sz="1650" b="0">
                <a:solidFill>
                  <a:srgbClr val="172536"/>
                </a:solidFill>
                <a:latin typeface="Liberation Sans"/>
                <a:ea typeface="Liberation Sans"/>
                <a:cs typeface="Liberation Sans"/>
              </a:defRPr>
            </a:lvl3pPr>
            <a:lvl4pPr algn="l">
              <a:defRPr sz="1650" b="0">
                <a:solidFill>
                  <a:srgbClr val="172536"/>
                </a:solidFill>
                <a:latin typeface="Liberation Sans"/>
                <a:ea typeface="Liberation Sans"/>
                <a:cs typeface="Liberation Sans"/>
              </a:defRPr>
            </a:lvl4pPr>
            <a:lvl5pPr algn="l">
              <a:defRPr sz="1650" b="0">
                <a:solidFill>
                  <a:srgbClr val="172536"/>
                </a:solidFill>
                <a:latin typeface="Liberation Sans"/>
                <a:ea typeface="Liberation Sans"/>
                <a:cs typeface="Liberation Sans"/>
              </a:defRPr>
            </a:lvl5pPr>
            <a:lvl6pPr algn="l">
              <a:defRPr sz="1650" b="0">
                <a:solidFill>
                  <a:srgbClr val="172536"/>
                </a:solidFill>
                <a:latin typeface="Liberation Sans"/>
                <a:ea typeface="Liberation Sans"/>
                <a:cs typeface="Liberation Sans"/>
              </a:defRPr>
            </a:lvl6pPr>
            <a:lvl7pPr algn="l">
              <a:defRPr sz="1650" b="0">
                <a:solidFill>
                  <a:srgbClr val="172536"/>
                </a:solidFill>
                <a:latin typeface="Liberation Sans"/>
                <a:ea typeface="Liberation Sans"/>
                <a:cs typeface="Liberation Sans"/>
              </a:defRPr>
            </a:lvl7pPr>
            <a:lvl8pPr algn="l">
              <a:defRPr sz="1650" b="0">
                <a:solidFill>
                  <a:srgbClr val="172536"/>
                </a:solidFill>
                <a:latin typeface="Liberation Sans"/>
                <a:ea typeface="Liberation Sans"/>
                <a:cs typeface="Liberation Sans"/>
              </a:defRPr>
            </a:lvl8pPr>
            <a:lvl9pPr algn="l">
              <a:defRPr sz="1650" b="0">
                <a:solidFill>
                  <a:srgbClr val="172536"/>
                </a:solidFill>
                <a:latin typeface="Liberation Sans"/>
                <a:ea typeface="Liberation Sans"/>
                <a:cs typeface="Liberation Sans"/>
              </a:defRPr>
            </a:lvl9pPr>
          </a:lstStyle>
          <a:p xmlns:a="http://schemas.openxmlformats.org/drawingml/2006/main">
            <a:pPr algn="l">
              <a:defRPr sz="1650" b="0">
                <a:solidFill>
                  <a:srgbClr val="172536"/>
                </a:solidFill>
                <a:latin typeface="Liberation Sans"/>
                <a:ea typeface="Liberation Sans"/>
                <a:cs typeface="Liberation Sans"/>
              </a:defRPr>
            </a:pPr>
            <a:r>
              <a:rPr sz="1650" b="0">
                <a:solidFill>
                  <a:srgbClr val="172536"/>
                </a:solidFill>
                <a:latin typeface="Liberation Sans"/>
                <a:ea typeface="Liberation Sans"/>
                <a:cs typeface="Liberation Sans"/>
              </a:rPr>
              <a:t>Food passes from grass to rabbit to fox, and from</a:t>
            </a:r>
          </a:p>
          <a:p xmlns:a="http://schemas.openxmlformats.org/drawingml/2006/main">
            <a:pPr algn="l">
              <a:defRPr sz="1650" b="0">
                <a:solidFill>
                  <a:srgbClr val="172536"/>
                </a:solidFill>
                <a:latin typeface="Liberation Sans"/>
                <a:ea typeface="Liberation Sans"/>
                <a:cs typeface="Liberation Sans"/>
              </a:defRPr>
            </a:pPr>
            <a:r>
              <a:rPr sz="1650" b="0">
                <a:solidFill>
                  <a:srgbClr val="172536"/>
                </a:solidFill>
                <a:latin typeface="Liberation Sans"/>
                <a:ea typeface="Liberation Sans"/>
                <a:cs typeface="Liberation Sans"/>
              </a:rPr>
              <a:t>leaves to caterpillar to robin</a:t>
            </a:r>
          </a:p>
        </p:txBody>
      </p:sp>
      <p:sp>
        <p:nvSpPr>
          <p:cNvPr id="41" name="book-direction">
            <a:extLst xmlns:a="http://schemas.openxmlformats.org/drawingml/2006/main">
              <a:ext uri="{FF2B5EF4-FFF2-40B4-BE49-F238E27FC236}">
                <a16:creationId xmlns:a16="http://schemas.microsoft.com/office/drawing/2014/main" id="{340B5F59-391A-42C5-B122-34A87A113265}"/>
              </a:ext>
            </a:extLst>
          </p:cNvPr>
          <p:cNvSpPr>
            <a:spLocks xmlns:a="http://schemas.openxmlformats.org/drawingml/2006/main" noGrp="1"/>
          </p:cNvSpPr>
          <p:nvPr/>
        </p:nvSpPr>
        <p:spPr>
          <a:xfrm xmlns:a="http://schemas.openxmlformats.org/drawingml/2006/main">
            <a:off x="609600" y="5048250"/>
            <a:ext cx="109061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172536"/>
                </a:solidFill>
                <a:latin typeface="Liberation Sans"/>
                <a:ea typeface="Liberation Sans"/>
                <a:cs typeface="Liberation Sans"/>
              </a:defRPr>
            </a:defPPr>
            <a:lvl1pPr algn="l">
              <a:defRPr sz="1500" b="0">
                <a:solidFill>
                  <a:srgbClr val="172536"/>
                </a:solidFill>
                <a:latin typeface="Liberation Sans"/>
                <a:ea typeface="Liberation Sans"/>
                <a:cs typeface="Liberation Sans"/>
              </a:defRPr>
            </a:lvl1pPr>
            <a:lvl2pPr algn="l">
              <a:defRPr sz="1500" b="0">
                <a:solidFill>
                  <a:srgbClr val="172536"/>
                </a:solidFill>
                <a:latin typeface="Liberation Sans"/>
                <a:ea typeface="Liberation Sans"/>
                <a:cs typeface="Liberation Sans"/>
              </a:defRPr>
            </a:lvl2pPr>
            <a:lvl3pPr algn="l">
              <a:defRPr sz="1500" b="0">
                <a:solidFill>
                  <a:srgbClr val="172536"/>
                </a:solidFill>
                <a:latin typeface="Liberation Sans"/>
                <a:ea typeface="Liberation Sans"/>
                <a:cs typeface="Liberation Sans"/>
              </a:defRPr>
            </a:lvl3pPr>
            <a:lvl4pPr algn="l">
              <a:defRPr sz="1500" b="0">
                <a:solidFill>
                  <a:srgbClr val="172536"/>
                </a:solidFill>
                <a:latin typeface="Liberation Sans"/>
                <a:ea typeface="Liberation Sans"/>
                <a:cs typeface="Liberation Sans"/>
              </a:defRPr>
            </a:lvl4pPr>
            <a:lvl5pPr algn="l">
              <a:defRPr sz="1500" b="0">
                <a:solidFill>
                  <a:srgbClr val="172536"/>
                </a:solidFill>
                <a:latin typeface="Liberation Sans"/>
                <a:ea typeface="Liberation Sans"/>
                <a:cs typeface="Liberation Sans"/>
              </a:defRPr>
            </a:lvl5pPr>
            <a:lvl6pPr algn="l">
              <a:defRPr sz="1500" b="0">
                <a:solidFill>
                  <a:srgbClr val="172536"/>
                </a:solidFill>
                <a:latin typeface="Liberation Sans"/>
                <a:ea typeface="Liberation Sans"/>
                <a:cs typeface="Liberation Sans"/>
              </a:defRPr>
            </a:lvl6pPr>
            <a:lvl7pPr algn="l">
              <a:defRPr sz="1500" b="0">
                <a:solidFill>
                  <a:srgbClr val="172536"/>
                </a:solidFill>
                <a:latin typeface="Liberation Sans"/>
                <a:ea typeface="Liberation Sans"/>
                <a:cs typeface="Liberation Sans"/>
              </a:defRPr>
            </a:lvl7pPr>
            <a:lvl8pPr algn="l">
              <a:defRPr sz="1500" b="0">
                <a:solidFill>
                  <a:srgbClr val="172536"/>
                </a:solidFill>
                <a:latin typeface="Liberation Sans"/>
                <a:ea typeface="Liberation Sans"/>
                <a:cs typeface="Liberation Sans"/>
              </a:defRPr>
            </a:lvl8pPr>
            <a:lvl9pPr algn="l">
              <a:defRPr sz="1500" b="0">
                <a:solidFill>
                  <a:srgbClr val="172536"/>
                </a:solidFill>
                <a:latin typeface="Liberation Sans"/>
                <a:ea typeface="Liberation Sans"/>
                <a:cs typeface="Liberation Sans"/>
              </a:defRPr>
            </a:lvl9pPr>
          </a:lstStyle>
          <a:p xmlns:a="http://schemas.openxmlformats.org/drawingml/2006/main">
            <a:pPr algn="l">
              <a:defRPr sz="1500" b="0">
                <a:solidFill>
                  <a:srgbClr val="172536"/>
                </a:solidFill>
                <a:latin typeface="Liberation Sans"/>
                <a:ea typeface="Liberation Sans"/>
                <a:cs typeface="Liberation Sans"/>
              </a:defRPr>
            </a:pPr>
            <a:r>
              <a:rPr sz="1500" b="0">
                <a:solidFill>
                  <a:srgbClr val="172536"/>
                </a:solidFill>
                <a:latin typeface="Liberation Sans"/>
                <a:ea typeface="Liberation Sans"/>
                <a:cs typeface="Liberation Sans"/>
              </a:rPr>
              <a:t>In your book: Watch the model; point to the evidence. No writing yet.</a:t>
            </a:r>
          </a:p>
        </p:txBody>
      </p:sp>
    </p:spTree>
    <p:extLst>
      <p:ext uri="{BB962C8B-B14F-4D97-AF65-F5344CB8AC3E}">
        <p14:creationId xmlns:p14="http://schemas.microsoft.com/office/powerpoint/2010/main" val="178175381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2" name="lesson-header">
            <a:extLst xmlns:a="http://schemas.openxmlformats.org/drawingml/2006/main">
              <a:ext uri="{FF2B5EF4-FFF2-40B4-BE49-F238E27FC236}">
                <a16:creationId xmlns:a16="http://schemas.microsoft.com/office/drawing/2014/main" id="{6C99A4F9-E67F-45F6-92C2-9DDD4BFB852D}"/>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vl1pPr algn="l">
              <a:defRPr sz="1425" b="1">
                <a:solidFill>
                  <a:srgbClr val="355E7B"/>
                </a:solidFill>
                <a:latin typeface="Liberation Sans"/>
                <a:ea typeface="Liberation Sans"/>
                <a:cs typeface="Liberation Sans"/>
              </a:defRPr>
            </a:lvl1pPr>
            <a:lvl2pPr algn="l">
              <a:defRPr sz="1425" b="1">
                <a:solidFill>
                  <a:srgbClr val="355E7B"/>
                </a:solidFill>
                <a:latin typeface="Liberation Sans"/>
                <a:ea typeface="Liberation Sans"/>
                <a:cs typeface="Liberation Sans"/>
              </a:defRPr>
            </a:lvl2pPr>
            <a:lvl3pPr algn="l">
              <a:defRPr sz="1425" b="1">
                <a:solidFill>
                  <a:srgbClr val="355E7B"/>
                </a:solidFill>
                <a:latin typeface="Liberation Sans"/>
                <a:ea typeface="Liberation Sans"/>
                <a:cs typeface="Liberation Sans"/>
              </a:defRPr>
            </a:lvl3pPr>
            <a:lvl4pPr algn="l">
              <a:defRPr sz="1425" b="1">
                <a:solidFill>
                  <a:srgbClr val="355E7B"/>
                </a:solidFill>
                <a:latin typeface="Liberation Sans"/>
                <a:ea typeface="Liberation Sans"/>
                <a:cs typeface="Liberation Sans"/>
              </a:defRPr>
            </a:lvl4pPr>
            <a:lvl5pPr algn="l">
              <a:defRPr sz="1425" b="1">
                <a:solidFill>
                  <a:srgbClr val="355E7B"/>
                </a:solidFill>
                <a:latin typeface="Liberation Sans"/>
                <a:ea typeface="Liberation Sans"/>
                <a:cs typeface="Liberation Sans"/>
              </a:defRPr>
            </a:lvl5pPr>
            <a:lvl6pPr algn="l">
              <a:defRPr sz="1425" b="1">
                <a:solidFill>
                  <a:srgbClr val="355E7B"/>
                </a:solidFill>
                <a:latin typeface="Liberation Sans"/>
                <a:ea typeface="Liberation Sans"/>
                <a:cs typeface="Liberation Sans"/>
              </a:defRPr>
            </a:lvl6pPr>
            <a:lvl7pPr algn="l">
              <a:defRPr sz="1425" b="1">
                <a:solidFill>
                  <a:srgbClr val="355E7B"/>
                </a:solidFill>
                <a:latin typeface="Liberation Sans"/>
                <a:ea typeface="Liberation Sans"/>
                <a:cs typeface="Liberation Sans"/>
              </a:defRPr>
            </a:lvl7pPr>
            <a:lvl8pPr algn="l">
              <a:defRPr sz="1425" b="1">
                <a:solidFill>
                  <a:srgbClr val="355E7B"/>
                </a:solidFill>
                <a:latin typeface="Liberation Sans"/>
                <a:ea typeface="Liberation Sans"/>
                <a:cs typeface="Liberation Sans"/>
              </a:defRPr>
            </a:lvl8pPr>
            <a:lvl9pPr algn="l">
              <a:defRPr sz="1425" b="1">
                <a:solidFill>
                  <a:srgbClr val="355E7B"/>
                </a:solidFill>
                <a:latin typeface="Liberation Sans"/>
                <a:ea typeface="Liberation Sans"/>
                <a:cs typeface="Liberation Sans"/>
              </a:defRPr>
            </a:lvl9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SCIENCE · AUTUMN 1 · Week 8</a:t>
            </a:r>
          </a:p>
        </p:txBody>
      </p:sp>
      <p:sp>
        <p:nvSpPr>
          <p:cNvPr id="2" name="stage-clock">
            <a:extLst xmlns:a="http://schemas.openxmlformats.org/drawingml/2006/main">
              <a:ext uri="{FF2B5EF4-FFF2-40B4-BE49-F238E27FC236}">
                <a16:creationId xmlns:a16="http://schemas.microsoft.com/office/drawing/2014/main" id="{A3597B70-68C7-4CB6-9A0E-0D0EC77C9352}"/>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vl1pPr algn="r">
              <a:defRPr sz="1425" b="1">
                <a:solidFill>
                  <a:srgbClr val="355E7B"/>
                </a:solidFill>
                <a:latin typeface="Liberation Sans"/>
                <a:ea typeface="Liberation Sans"/>
                <a:cs typeface="Liberation Sans"/>
              </a:defRPr>
            </a:lvl1pPr>
            <a:lvl2pPr algn="r">
              <a:defRPr sz="1425" b="1">
                <a:solidFill>
                  <a:srgbClr val="355E7B"/>
                </a:solidFill>
                <a:latin typeface="Liberation Sans"/>
                <a:ea typeface="Liberation Sans"/>
                <a:cs typeface="Liberation Sans"/>
              </a:defRPr>
            </a:lvl2pPr>
            <a:lvl3pPr algn="r">
              <a:defRPr sz="1425" b="1">
                <a:solidFill>
                  <a:srgbClr val="355E7B"/>
                </a:solidFill>
                <a:latin typeface="Liberation Sans"/>
                <a:ea typeface="Liberation Sans"/>
                <a:cs typeface="Liberation Sans"/>
              </a:defRPr>
            </a:lvl3pPr>
            <a:lvl4pPr algn="r">
              <a:defRPr sz="1425" b="1">
                <a:solidFill>
                  <a:srgbClr val="355E7B"/>
                </a:solidFill>
                <a:latin typeface="Liberation Sans"/>
                <a:ea typeface="Liberation Sans"/>
                <a:cs typeface="Liberation Sans"/>
              </a:defRPr>
            </a:lvl4pPr>
            <a:lvl5pPr algn="r">
              <a:defRPr sz="1425" b="1">
                <a:solidFill>
                  <a:srgbClr val="355E7B"/>
                </a:solidFill>
                <a:latin typeface="Liberation Sans"/>
                <a:ea typeface="Liberation Sans"/>
                <a:cs typeface="Liberation Sans"/>
              </a:defRPr>
            </a:lvl5pPr>
            <a:lvl6pPr algn="r">
              <a:defRPr sz="1425" b="1">
                <a:solidFill>
                  <a:srgbClr val="355E7B"/>
                </a:solidFill>
                <a:latin typeface="Liberation Sans"/>
                <a:ea typeface="Liberation Sans"/>
                <a:cs typeface="Liberation Sans"/>
              </a:defRPr>
            </a:lvl6pPr>
            <a:lvl7pPr algn="r">
              <a:defRPr sz="1425" b="1">
                <a:solidFill>
                  <a:srgbClr val="355E7B"/>
                </a:solidFill>
                <a:latin typeface="Liberation Sans"/>
                <a:ea typeface="Liberation Sans"/>
                <a:cs typeface="Liberation Sans"/>
              </a:defRPr>
            </a:lvl7pPr>
            <a:lvl8pPr algn="r">
              <a:defRPr sz="1425" b="1">
                <a:solidFill>
                  <a:srgbClr val="355E7B"/>
                </a:solidFill>
                <a:latin typeface="Liberation Sans"/>
                <a:ea typeface="Liberation Sans"/>
                <a:cs typeface="Liberation Sans"/>
              </a:defRPr>
            </a:lvl8pPr>
            <a:lvl9pPr algn="r">
              <a:defRPr sz="1425" b="1">
                <a:solidFill>
                  <a:srgbClr val="355E7B"/>
                </a:solidFill>
                <a:latin typeface="Liberation Sans"/>
                <a:ea typeface="Liberation Sans"/>
                <a:cs typeface="Liberation Sans"/>
              </a:defRPr>
            </a:lvl9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follow the evidence · 4 min · 06 to 10</a:t>
            </a:r>
          </a:p>
        </p:txBody>
      </p:sp>
      <p:sp>
        <p:nvSpPr>
          <p:cNvPr id="3" name="slide-title">
            <a:extLst xmlns:a="http://schemas.openxmlformats.org/drawingml/2006/main">
              <a:ext uri="{FF2B5EF4-FFF2-40B4-BE49-F238E27FC236}">
                <a16:creationId xmlns:a16="http://schemas.microsoft.com/office/drawing/2014/main" id="{9FF6F2E9-8E35-405F-95EC-538C9EDEC1FE}"/>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vl1pPr algn="l">
              <a:defRPr sz="2700" b="1">
                <a:solidFill>
                  <a:srgbClr val="355E7B"/>
                </a:solidFill>
                <a:latin typeface="Liberation Sans"/>
                <a:ea typeface="Liberation Sans"/>
                <a:cs typeface="Liberation Sans"/>
              </a:defRPr>
            </a:lvl1pPr>
            <a:lvl2pPr algn="l">
              <a:defRPr sz="2700" b="1">
                <a:solidFill>
                  <a:srgbClr val="355E7B"/>
                </a:solidFill>
                <a:latin typeface="Liberation Sans"/>
                <a:ea typeface="Liberation Sans"/>
                <a:cs typeface="Liberation Sans"/>
              </a:defRPr>
            </a:lvl2pPr>
            <a:lvl3pPr algn="l">
              <a:defRPr sz="2700" b="1">
                <a:solidFill>
                  <a:srgbClr val="355E7B"/>
                </a:solidFill>
                <a:latin typeface="Liberation Sans"/>
                <a:ea typeface="Liberation Sans"/>
                <a:cs typeface="Liberation Sans"/>
              </a:defRPr>
            </a:lvl3pPr>
            <a:lvl4pPr algn="l">
              <a:defRPr sz="2700" b="1">
                <a:solidFill>
                  <a:srgbClr val="355E7B"/>
                </a:solidFill>
                <a:latin typeface="Liberation Sans"/>
                <a:ea typeface="Liberation Sans"/>
                <a:cs typeface="Liberation Sans"/>
              </a:defRPr>
            </a:lvl4pPr>
            <a:lvl5pPr algn="l">
              <a:defRPr sz="2700" b="1">
                <a:solidFill>
                  <a:srgbClr val="355E7B"/>
                </a:solidFill>
                <a:latin typeface="Liberation Sans"/>
                <a:ea typeface="Liberation Sans"/>
                <a:cs typeface="Liberation Sans"/>
              </a:defRPr>
            </a:lvl5pPr>
            <a:lvl6pPr algn="l">
              <a:defRPr sz="2700" b="1">
                <a:solidFill>
                  <a:srgbClr val="355E7B"/>
                </a:solidFill>
                <a:latin typeface="Liberation Sans"/>
                <a:ea typeface="Liberation Sans"/>
                <a:cs typeface="Liberation Sans"/>
              </a:defRPr>
            </a:lvl6pPr>
            <a:lvl7pPr algn="l">
              <a:defRPr sz="2700" b="1">
                <a:solidFill>
                  <a:srgbClr val="355E7B"/>
                </a:solidFill>
                <a:latin typeface="Liberation Sans"/>
                <a:ea typeface="Liberation Sans"/>
                <a:cs typeface="Liberation Sans"/>
              </a:defRPr>
            </a:lvl7pPr>
            <a:lvl8pPr algn="l">
              <a:defRPr sz="2700" b="1">
                <a:solidFill>
                  <a:srgbClr val="355E7B"/>
                </a:solidFill>
                <a:latin typeface="Liberation Sans"/>
                <a:ea typeface="Liberation Sans"/>
                <a:cs typeface="Liberation Sans"/>
              </a:defRPr>
            </a:lvl8pPr>
            <a:lvl9pPr algn="l">
              <a:defRPr sz="2700" b="1">
                <a:solidFill>
                  <a:srgbClr val="355E7B"/>
                </a:solidFill>
                <a:latin typeface="Liberation Sans"/>
                <a:ea typeface="Liberation Sans"/>
                <a:cs typeface="Liberation Sans"/>
              </a:defRPr>
            </a:lvl9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follow the evidence</a:t>
            </a:r>
          </a:p>
        </p:txBody>
      </p:sp>
      <p:sp>
        <p:nvSpPr>
          <p:cNvPr id="4" name="shape">
            <a:extLst xmlns:a="http://schemas.openxmlformats.org/drawingml/2006/main">
              <a:ext uri="{FF2B5EF4-FFF2-40B4-BE49-F238E27FC236}">
                <a16:creationId xmlns:a16="http://schemas.microsoft.com/office/drawing/2014/main" id="{2DE87129-0A3D-4DED-8A84-182CC65D5CBB}"/>
              </a:ext>
            </a:extLst>
          </p:cNvPr>
          <p:cNvSpPr>
            <a:spLocks xmlns:a="http://schemas.openxmlformats.org/drawingml/2006/main" noGrp="1"/>
          </p:cNvSpPr>
          <p:nvPr/>
        </p:nvSpPr>
        <p:spPr>
          <a:xfrm xmlns:a="http://schemas.openxmlformats.org/drawingml/2006/main">
            <a:off x="381000"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00684FD9-9FC7-4706-BCEC-44FD73FA2389}"/>
              </a:ext>
            </a:extLst>
          </p:cNvPr>
          <p:cNvSpPr>
            <a:spLocks xmlns:a="http://schemas.openxmlformats.org/drawingml/2006/main" noGrp="1"/>
          </p:cNvSpPr>
          <p:nvPr/>
        </p:nvSpPr>
        <p:spPr>
          <a:xfrm xmlns:a="http://schemas.openxmlformats.org/drawingml/2006/main">
            <a:off x="1234678"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3598CE9D-548A-4D02-ADBE-C6F5815C2A44}"/>
              </a:ext>
            </a:extLst>
          </p:cNvPr>
          <p:cNvSpPr>
            <a:spLocks xmlns:a="http://schemas.openxmlformats.org/drawingml/2006/main" noGrp="1"/>
          </p:cNvSpPr>
          <p:nvPr/>
        </p:nvSpPr>
        <p:spPr>
          <a:xfrm xmlns:a="http://schemas.openxmlformats.org/drawingml/2006/main">
            <a:off x="2088356" y="1381125"/>
            <a:ext cx="110966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FCDEFB42-E5D8-428B-93F5-487F67FBC55D}"/>
              </a:ext>
            </a:extLst>
          </p:cNvPr>
          <p:cNvSpPr>
            <a:spLocks xmlns:a="http://schemas.openxmlformats.org/drawingml/2006/main" noGrp="1"/>
          </p:cNvSpPr>
          <p:nvPr/>
        </p:nvSpPr>
        <p:spPr>
          <a:xfrm xmlns:a="http://schemas.openxmlformats.org/drawingml/2006/main">
            <a:off x="3226594"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55B53B40-B068-48A8-A518-A1FC36E25121}"/>
              </a:ext>
            </a:extLst>
          </p:cNvPr>
          <p:cNvSpPr>
            <a:spLocks xmlns:a="http://schemas.openxmlformats.org/drawingml/2006/main" noGrp="1"/>
          </p:cNvSpPr>
          <p:nvPr/>
        </p:nvSpPr>
        <p:spPr>
          <a:xfrm xmlns:a="http://schemas.openxmlformats.org/drawingml/2006/main">
            <a:off x="4364831"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686BAFE0-23E4-447D-9564-2DFD4286E61F}"/>
              </a:ext>
            </a:extLst>
          </p:cNvPr>
          <p:cNvSpPr>
            <a:spLocks xmlns:a="http://schemas.openxmlformats.org/drawingml/2006/main" noGrp="1"/>
          </p:cNvSpPr>
          <p:nvPr/>
        </p:nvSpPr>
        <p:spPr>
          <a:xfrm xmlns:a="http://schemas.openxmlformats.org/drawingml/2006/main">
            <a:off x="5218509"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shape">
            <a:extLst xmlns:a="http://schemas.openxmlformats.org/drawingml/2006/main">
              <a:ext uri="{FF2B5EF4-FFF2-40B4-BE49-F238E27FC236}">
                <a16:creationId xmlns:a16="http://schemas.microsoft.com/office/drawing/2014/main" id="{BCC621AA-98A0-454B-B130-6638D57D85D3}"/>
              </a:ext>
            </a:extLst>
          </p:cNvPr>
          <p:cNvSpPr>
            <a:spLocks xmlns:a="http://schemas.openxmlformats.org/drawingml/2006/main" noGrp="1"/>
          </p:cNvSpPr>
          <p:nvPr/>
        </p:nvSpPr>
        <p:spPr>
          <a:xfrm xmlns:a="http://schemas.openxmlformats.org/drawingml/2006/main">
            <a:off x="6356747" y="1381125"/>
            <a:ext cx="540544"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1" name="shape">
            <a:extLst xmlns:a="http://schemas.openxmlformats.org/drawingml/2006/main">
              <a:ext uri="{FF2B5EF4-FFF2-40B4-BE49-F238E27FC236}">
                <a16:creationId xmlns:a16="http://schemas.microsoft.com/office/drawing/2014/main" id="{8783A166-D9E1-49BD-B23B-D3E6BFBA6FD1}"/>
              </a:ext>
            </a:extLst>
          </p:cNvPr>
          <p:cNvSpPr>
            <a:spLocks xmlns:a="http://schemas.openxmlformats.org/drawingml/2006/main" noGrp="1"/>
          </p:cNvSpPr>
          <p:nvPr/>
        </p:nvSpPr>
        <p:spPr>
          <a:xfrm xmlns:a="http://schemas.openxmlformats.org/drawingml/2006/main">
            <a:off x="6925866" y="1381125"/>
            <a:ext cx="540544"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2" name="shape">
            <a:extLst xmlns:a="http://schemas.openxmlformats.org/drawingml/2006/main">
              <a:ext uri="{FF2B5EF4-FFF2-40B4-BE49-F238E27FC236}">
                <a16:creationId xmlns:a16="http://schemas.microsoft.com/office/drawing/2014/main" id="{8C7606E3-A30A-4894-B154-BC54FCF620A6}"/>
              </a:ext>
            </a:extLst>
          </p:cNvPr>
          <p:cNvSpPr>
            <a:spLocks xmlns:a="http://schemas.openxmlformats.org/drawingml/2006/main" noGrp="1"/>
          </p:cNvSpPr>
          <p:nvPr/>
        </p:nvSpPr>
        <p:spPr>
          <a:xfrm xmlns:a="http://schemas.openxmlformats.org/drawingml/2006/main">
            <a:off x="7494984"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3" name="shape">
            <a:extLst xmlns:a="http://schemas.openxmlformats.org/drawingml/2006/main">
              <a:ext uri="{FF2B5EF4-FFF2-40B4-BE49-F238E27FC236}">
                <a16:creationId xmlns:a16="http://schemas.microsoft.com/office/drawing/2014/main" id="{BBF15FD4-0E98-443A-806B-AF8483F283B3}"/>
              </a:ext>
            </a:extLst>
          </p:cNvPr>
          <p:cNvSpPr>
            <a:spLocks xmlns:a="http://schemas.openxmlformats.org/drawingml/2006/main" noGrp="1"/>
          </p:cNvSpPr>
          <p:nvPr/>
        </p:nvSpPr>
        <p:spPr>
          <a:xfrm xmlns:a="http://schemas.openxmlformats.org/drawingml/2006/main">
            <a:off x="9771459"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4" name="shape">
            <a:extLst xmlns:a="http://schemas.openxmlformats.org/drawingml/2006/main">
              <a:ext uri="{FF2B5EF4-FFF2-40B4-BE49-F238E27FC236}">
                <a16:creationId xmlns:a16="http://schemas.microsoft.com/office/drawing/2014/main" id="{F62F186C-1DD3-4135-8552-D17A90B29848}"/>
              </a:ext>
            </a:extLst>
          </p:cNvPr>
          <p:cNvSpPr>
            <a:spLocks xmlns:a="http://schemas.openxmlformats.org/drawingml/2006/main" noGrp="1"/>
          </p:cNvSpPr>
          <p:nvPr/>
        </p:nvSpPr>
        <p:spPr>
          <a:xfrm xmlns:a="http://schemas.openxmlformats.org/drawingml/2006/main">
            <a:off x="10625138"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5" name="objective-footer">
            <a:extLst xmlns:a="http://schemas.openxmlformats.org/drawingml/2006/main">
              <a:ext uri="{FF2B5EF4-FFF2-40B4-BE49-F238E27FC236}">
                <a16:creationId xmlns:a16="http://schemas.microsoft.com/office/drawing/2014/main" id="{59E2130C-D29D-40EB-BFC7-7C6F77197D2B}"/>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vl1pPr algn="l">
              <a:defRPr sz="1425" b="0">
                <a:solidFill>
                  <a:srgbClr val="46586A"/>
                </a:solidFill>
                <a:latin typeface="Liberation Sans"/>
                <a:ea typeface="Liberation Sans"/>
                <a:cs typeface="Liberation Sans"/>
              </a:defRPr>
            </a:lvl1pPr>
            <a:lvl2pPr algn="l">
              <a:defRPr sz="1425" b="0">
                <a:solidFill>
                  <a:srgbClr val="46586A"/>
                </a:solidFill>
                <a:latin typeface="Liberation Sans"/>
                <a:ea typeface="Liberation Sans"/>
                <a:cs typeface="Liberation Sans"/>
              </a:defRPr>
            </a:lvl2pPr>
            <a:lvl3pPr algn="l">
              <a:defRPr sz="1425" b="0">
                <a:solidFill>
                  <a:srgbClr val="46586A"/>
                </a:solidFill>
                <a:latin typeface="Liberation Sans"/>
                <a:ea typeface="Liberation Sans"/>
                <a:cs typeface="Liberation Sans"/>
              </a:defRPr>
            </a:lvl3pPr>
            <a:lvl4pPr algn="l">
              <a:defRPr sz="1425" b="0">
                <a:solidFill>
                  <a:srgbClr val="46586A"/>
                </a:solidFill>
                <a:latin typeface="Liberation Sans"/>
                <a:ea typeface="Liberation Sans"/>
                <a:cs typeface="Liberation Sans"/>
              </a:defRPr>
            </a:lvl4pPr>
            <a:lvl5pPr algn="l">
              <a:defRPr sz="1425" b="0">
                <a:solidFill>
                  <a:srgbClr val="46586A"/>
                </a:solidFill>
                <a:latin typeface="Liberation Sans"/>
                <a:ea typeface="Liberation Sans"/>
                <a:cs typeface="Liberation Sans"/>
              </a:defRPr>
            </a:lvl5pPr>
            <a:lvl6pPr algn="l">
              <a:defRPr sz="1425" b="0">
                <a:solidFill>
                  <a:srgbClr val="46586A"/>
                </a:solidFill>
                <a:latin typeface="Liberation Sans"/>
                <a:ea typeface="Liberation Sans"/>
                <a:cs typeface="Liberation Sans"/>
              </a:defRPr>
            </a:lvl6pPr>
            <a:lvl7pPr algn="l">
              <a:defRPr sz="1425" b="0">
                <a:solidFill>
                  <a:srgbClr val="46586A"/>
                </a:solidFill>
                <a:latin typeface="Liberation Sans"/>
                <a:ea typeface="Liberation Sans"/>
                <a:cs typeface="Liberation Sans"/>
              </a:defRPr>
            </a:lvl7pPr>
            <a:lvl8pPr algn="l">
              <a:defRPr sz="1425" b="0">
                <a:solidFill>
                  <a:srgbClr val="46586A"/>
                </a:solidFill>
                <a:latin typeface="Liberation Sans"/>
                <a:ea typeface="Liberation Sans"/>
                <a:cs typeface="Liberation Sans"/>
              </a:defRPr>
            </a:lvl8pPr>
            <a:lvl9pPr algn="l">
              <a:defRPr sz="1425" b="0">
                <a:solidFill>
                  <a:srgbClr val="46586A"/>
                </a:solidFill>
                <a:latin typeface="Liberation Sans"/>
                <a:ea typeface="Liberation Sans"/>
                <a:cs typeface="Liberation Sans"/>
              </a:defRPr>
            </a:lvl9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I can explain that animals get food by eating, and plants can make their own food.</a:t>
            </a:r>
          </a:p>
        </p:txBody>
      </p:sp>
      <p:sp>
        <p:nvSpPr>
          <p:cNvPr id="16" name="blank-version-footer">
            <a:extLst xmlns:a="http://schemas.openxmlformats.org/drawingml/2006/main">
              <a:ext uri="{FF2B5EF4-FFF2-40B4-BE49-F238E27FC236}">
                <a16:creationId xmlns:a16="http://schemas.microsoft.com/office/drawing/2014/main" id="{14662BF5-BDFC-43E0-B0DD-C22AFA3AA690}"/>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vl1pPr algn="l">
              <a:defRPr sz="1425" b="0">
                <a:solidFill>
                  <a:srgbClr val="46586A"/>
                </a:solidFill>
                <a:latin typeface="Liberation Sans"/>
                <a:ea typeface="Liberation Sans"/>
                <a:cs typeface="Liberation Sans"/>
              </a:defRPr>
            </a:lvl1pPr>
            <a:lvl2pPr algn="l">
              <a:defRPr sz="1425" b="0">
                <a:solidFill>
                  <a:srgbClr val="46586A"/>
                </a:solidFill>
                <a:latin typeface="Liberation Sans"/>
                <a:ea typeface="Liberation Sans"/>
                <a:cs typeface="Liberation Sans"/>
              </a:defRPr>
            </a:lvl2pPr>
            <a:lvl3pPr algn="l">
              <a:defRPr sz="1425" b="0">
                <a:solidFill>
                  <a:srgbClr val="46586A"/>
                </a:solidFill>
                <a:latin typeface="Liberation Sans"/>
                <a:ea typeface="Liberation Sans"/>
                <a:cs typeface="Liberation Sans"/>
              </a:defRPr>
            </a:lvl3pPr>
            <a:lvl4pPr algn="l">
              <a:defRPr sz="1425" b="0">
                <a:solidFill>
                  <a:srgbClr val="46586A"/>
                </a:solidFill>
                <a:latin typeface="Liberation Sans"/>
                <a:ea typeface="Liberation Sans"/>
                <a:cs typeface="Liberation Sans"/>
              </a:defRPr>
            </a:lvl4pPr>
            <a:lvl5pPr algn="l">
              <a:defRPr sz="1425" b="0">
                <a:solidFill>
                  <a:srgbClr val="46586A"/>
                </a:solidFill>
                <a:latin typeface="Liberation Sans"/>
                <a:ea typeface="Liberation Sans"/>
                <a:cs typeface="Liberation Sans"/>
              </a:defRPr>
            </a:lvl5pPr>
            <a:lvl6pPr algn="l">
              <a:defRPr sz="1425" b="0">
                <a:solidFill>
                  <a:srgbClr val="46586A"/>
                </a:solidFill>
                <a:latin typeface="Liberation Sans"/>
                <a:ea typeface="Liberation Sans"/>
                <a:cs typeface="Liberation Sans"/>
              </a:defRPr>
            </a:lvl6pPr>
            <a:lvl7pPr algn="l">
              <a:defRPr sz="1425" b="0">
                <a:solidFill>
                  <a:srgbClr val="46586A"/>
                </a:solidFill>
                <a:latin typeface="Liberation Sans"/>
                <a:ea typeface="Liberation Sans"/>
                <a:cs typeface="Liberation Sans"/>
              </a:defRPr>
            </a:lvl7pPr>
            <a:lvl8pPr algn="l">
              <a:defRPr sz="1425" b="0">
                <a:solidFill>
                  <a:srgbClr val="46586A"/>
                </a:solidFill>
                <a:latin typeface="Liberation Sans"/>
                <a:ea typeface="Liberation Sans"/>
                <a:cs typeface="Liberation Sans"/>
              </a:defRPr>
            </a:lvl8pPr>
            <a:lvl9pPr algn="l">
              <a:defRPr sz="1425" b="0">
                <a:solidFill>
                  <a:srgbClr val="46586A"/>
                </a:solidFill>
                <a:latin typeface="Liberation Sans"/>
                <a:ea typeface="Liberation Sans"/>
                <a:cs typeface="Liberation Sans"/>
              </a:defRPr>
            </a:lvl9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SCI-BUILD-A1-W08-P1 · Version: ______ · Source page SHA-256: ______</a:t>
            </a:r>
          </a:p>
        </p:txBody>
      </p:sp>
      <p:sp>
        <p:nvSpPr>
          <p:cNvPr id="17" name="slide-progress">
            <a:extLst xmlns:a="http://schemas.openxmlformats.org/drawingml/2006/main">
              <a:ext uri="{FF2B5EF4-FFF2-40B4-BE49-F238E27FC236}">
                <a16:creationId xmlns:a16="http://schemas.microsoft.com/office/drawing/2014/main" id="{03FC30FA-C4E5-46EB-8BB9-A5D5C21DC22E}"/>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vl1pPr algn="r">
              <a:defRPr sz="1425" b="0">
                <a:solidFill>
                  <a:srgbClr val="46586A"/>
                </a:solidFill>
                <a:latin typeface="Liberation Sans"/>
                <a:ea typeface="Liberation Sans"/>
                <a:cs typeface="Liberation Sans"/>
              </a:defRPr>
            </a:lvl1pPr>
            <a:lvl2pPr algn="r">
              <a:defRPr sz="1425" b="0">
                <a:solidFill>
                  <a:srgbClr val="46586A"/>
                </a:solidFill>
                <a:latin typeface="Liberation Sans"/>
                <a:ea typeface="Liberation Sans"/>
                <a:cs typeface="Liberation Sans"/>
              </a:defRPr>
            </a:lvl2pPr>
            <a:lvl3pPr algn="r">
              <a:defRPr sz="1425" b="0">
                <a:solidFill>
                  <a:srgbClr val="46586A"/>
                </a:solidFill>
                <a:latin typeface="Liberation Sans"/>
                <a:ea typeface="Liberation Sans"/>
                <a:cs typeface="Liberation Sans"/>
              </a:defRPr>
            </a:lvl3pPr>
            <a:lvl4pPr algn="r">
              <a:defRPr sz="1425" b="0">
                <a:solidFill>
                  <a:srgbClr val="46586A"/>
                </a:solidFill>
                <a:latin typeface="Liberation Sans"/>
                <a:ea typeface="Liberation Sans"/>
                <a:cs typeface="Liberation Sans"/>
              </a:defRPr>
            </a:lvl4pPr>
            <a:lvl5pPr algn="r">
              <a:defRPr sz="1425" b="0">
                <a:solidFill>
                  <a:srgbClr val="46586A"/>
                </a:solidFill>
                <a:latin typeface="Liberation Sans"/>
                <a:ea typeface="Liberation Sans"/>
                <a:cs typeface="Liberation Sans"/>
              </a:defRPr>
            </a:lvl5pPr>
            <a:lvl6pPr algn="r">
              <a:defRPr sz="1425" b="0">
                <a:solidFill>
                  <a:srgbClr val="46586A"/>
                </a:solidFill>
                <a:latin typeface="Liberation Sans"/>
                <a:ea typeface="Liberation Sans"/>
                <a:cs typeface="Liberation Sans"/>
              </a:defRPr>
            </a:lvl6pPr>
            <a:lvl7pPr algn="r">
              <a:defRPr sz="1425" b="0">
                <a:solidFill>
                  <a:srgbClr val="46586A"/>
                </a:solidFill>
                <a:latin typeface="Liberation Sans"/>
                <a:ea typeface="Liberation Sans"/>
                <a:cs typeface="Liberation Sans"/>
              </a:defRPr>
            </a:lvl7pPr>
            <a:lvl8pPr algn="r">
              <a:defRPr sz="1425" b="0">
                <a:solidFill>
                  <a:srgbClr val="46586A"/>
                </a:solidFill>
                <a:latin typeface="Liberation Sans"/>
                <a:ea typeface="Liberation Sans"/>
                <a:cs typeface="Liberation Sans"/>
              </a:defRPr>
            </a:lvl8pPr>
            <a:lvl9pPr algn="r">
              <a:defRPr sz="1425" b="0">
                <a:solidFill>
                  <a:srgbClr val="46586A"/>
                </a:solidFill>
                <a:latin typeface="Liberation Sans"/>
                <a:ea typeface="Liberation Sans"/>
                <a:cs typeface="Liberation Sans"/>
              </a:defRPr>
            </a:lvl9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9 / 29</a:t>
            </a:r>
          </a:p>
        </p:txBody>
      </p:sp>
      <p:sp>
        <p:nvSpPr>
          <p:cNvPr id="18" name="licence-footer">
            <a:extLst xmlns:a="http://schemas.openxmlformats.org/drawingml/2006/main">
              <a:ext uri="{FF2B5EF4-FFF2-40B4-BE49-F238E27FC236}">
                <a16:creationId xmlns:a16="http://schemas.microsoft.com/office/drawing/2014/main" id="{8226E935-6346-408A-9D6B-31252DB43D83}"/>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vl1pPr algn="l">
              <a:defRPr sz="1425" b="0">
                <a:solidFill>
                  <a:srgbClr val="46586A"/>
                </a:solidFill>
                <a:latin typeface="Liberation Sans"/>
                <a:ea typeface="Liberation Sans"/>
                <a:cs typeface="Liberation Sans"/>
              </a:defRPr>
            </a:lvl1pPr>
            <a:lvl2pPr algn="l">
              <a:defRPr sz="1425" b="0">
                <a:solidFill>
                  <a:srgbClr val="46586A"/>
                </a:solidFill>
                <a:latin typeface="Liberation Sans"/>
                <a:ea typeface="Liberation Sans"/>
                <a:cs typeface="Liberation Sans"/>
              </a:defRPr>
            </a:lvl2pPr>
            <a:lvl3pPr algn="l">
              <a:defRPr sz="1425" b="0">
                <a:solidFill>
                  <a:srgbClr val="46586A"/>
                </a:solidFill>
                <a:latin typeface="Liberation Sans"/>
                <a:ea typeface="Liberation Sans"/>
                <a:cs typeface="Liberation Sans"/>
              </a:defRPr>
            </a:lvl3pPr>
            <a:lvl4pPr algn="l">
              <a:defRPr sz="1425" b="0">
                <a:solidFill>
                  <a:srgbClr val="46586A"/>
                </a:solidFill>
                <a:latin typeface="Liberation Sans"/>
                <a:ea typeface="Liberation Sans"/>
                <a:cs typeface="Liberation Sans"/>
              </a:defRPr>
            </a:lvl4pPr>
            <a:lvl5pPr algn="l">
              <a:defRPr sz="1425" b="0">
                <a:solidFill>
                  <a:srgbClr val="46586A"/>
                </a:solidFill>
                <a:latin typeface="Liberation Sans"/>
                <a:ea typeface="Liberation Sans"/>
                <a:cs typeface="Liberation Sans"/>
              </a:defRPr>
            </a:lvl5pPr>
            <a:lvl6pPr algn="l">
              <a:defRPr sz="1425" b="0">
                <a:solidFill>
                  <a:srgbClr val="46586A"/>
                </a:solidFill>
                <a:latin typeface="Liberation Sans"/>
                <a:ea typeface="Liberation Sans"/>
                <a:cs typeface="Liberation Sans"/>
              </a:defRPr>
            </a:lvl6pPr>
            <a:lvl7pPr algn="l">
              <a:defRPr sz="1425" b="0">
                <a:solidFill>
                  <a:srgbClr val="46586A"/>
                </a:solidFill>
                <a:latin typeface="Liberation Sans"/>
                <a:ea typeface="Liberation Sans"/>
                <a:cs typeface="Liberation Sans"/>
              </a:defRPr>
            </a:lvl7pPr>
            <a:lvl8pPr algn="l">
              <a:defRPr sz="1425" b="0">
                <a:solidFill>
                  <a:srgbClr val="46586A"/>
                </a:solidFill>
                <a:latin typeface="Liberation Sans"/>
                <a:ea typeface="Liberation Sans"/>
                <a:cs typeface="Liberation Sans"/>
              </a:defRPr>
            </a:lvl8pPr>
            <a:lvl9pPr algn="l">
              <a:defRPr sz="1425" b="0">
                <a:solidFill>
                  <a:srgbClr val="46586A"/>
                </a:solidFill>
                <a:latin typeface="Liberation Sans"/>
                <a:ea typeface="Liberation Sans"/>
                <a:cs typeface="Liberation Sans"/>
              </a:defRPr>
            </a:lvl9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9" name="">
            <a:extLst xmlns:a="http://schemas.openxmlformats.org/drawingml/2006/main">
              <a:ext uri="{FF2B5EF4-FFF2-40B4-BE49-F238E27FC236}">
                <a16:creationId xmlns:a16="http://schemas.microsoft.com/office/drawing/2014/main" id="{9638D15B-EB5C-4F03-BCDF-753037D567A8}"/>
              </a:ext>
            </a:extLst>
          </p:cNvPr>
          <p:cNvPicPr>
            <a:picLocks xmlns:a="http://schemas.openxmlformats.org/drawingml/2006/main" noChangeAspect="1"/>
          </p:cNvPicPr>
          <p:nvPr/>
        </p:nvPicPr>
        <p:blipFill>
          <a:blip xmlns:r="http://schemas.openxmlformats.org/officeDocument/2006/relationships" xmlns:a="http://schemas.openxmlformats.org/drawingml/2006/main" r:embed="R5a71d2af254f4836"/>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20" name="shape">
            <a:extLst xmlns:a="http://schemas.openxmlformats.org/drawingml/2006/main">
              <a:ext uri="{FF2B5EF4-FFF2-40B4-BE49-F238E27FC236}">
                <a16:creationId xmlns:a16="http://schemas.microsoft.com/office/drawing/2014/main" id="{EA4EAF6C-5736-4405-85B9-2FD38B63DDE8}"/>
              </a:ext>
            </a:extLst>
          </p:cNvPr>
          <p:cNvSpPr>
            <a:spLocks xmlns:a="http://schemas.openxmlformats.org/drawingml/2006/main" noGrp="1"/>
          </p:cNvSpPr>
          <p:nvPr/>
        </p:nvSpPr>
        <p:spPr>
          <a:xfrm xmlns:a="http://schemas.openxmlformats.org/drawingml/2006/main">
            <a:off x="381000" y="1657350"/>
            <a:ext cx="11430000" cy="3695700"/>
          </a:xfrm>
          <a:prstGeom xmlns:a="http://schemas.openxmlformats.org/drawingml/2006/main" prst="rect">
            <a:avLst/>
          </a:prstGeom>
          <a:solidFill xmlns:a="http://schemas.openxmlformats.org/drawingml/2006/main">
            <a:srgbClr val="FFFFFF"/>
          </a:solidFill>
          <a:ln xmlns:a="http://schemas.openxmlformats.org/drawingml/2006/main" w="9525">
            <a:solidFill>
              <a:srgbClr val="B9C7D1"/>
            </a:solidFill>
            <a:prstDash val="solid"/>
          </a:ln>
        </p:spPr>
      </p:sp>
      <p:sp>
        <p:nvSpPr>
          <p:cNvPr id="21" name="pupil-text">
            <a:extLst xmlns:a="http://schemas.openxmlformats.org/drawingml/2006/main">
              <a:ext uri="{FF2B5EF4-FFF2-40B4-BE49-F238E27FC236}">
                <a16:creationId xmlns:a16="http://schemas.microsoft.com/office/drawing/2014/main" id="{66E8293C-3837-49A1-B70E-D24F81DE2450}"/>
              </a:ext>
            </a:extLst>
          </p:cNvPr>
          <p:cNvSpPr>
            <a:spLocks xmlns:a="http://schemas.openxmlformats.org/drawingml/2006/main" noGrp="1"/>
          </p:cNvSpPr>
          <p:nvPr/>
        </p:nvSpPr>
        <p:spPr>
          <a:xfrm xmlns:a="http://schemas.openxmlformats.org/drawingml/2006/main">
            <a:off x="628650" y="1752600"/>
            <a:ext cx="10858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355E7B"/>
                </a:solidFill>
                <a:latin typeface="Liberation Sans"/>
                <a:ea typeface="Liberation Sans"/>
                <a:cs typeface="Liberation Sans"/>
              </a:defRPr>
            </a:defPPr>
            <a:lvl1pPr algn="l">
              <a:defRPr sz="2250" b="1">
                <a:solidFill>
                  <a:srgbClr val="355E7B"/>
                </a:solidFill>
                <a:latin typeface="Liberation Sans"/>
                <a:ea typeface="Liberation Sans"/>
                <a:cs typeface="Liberation Sans"/>
              </a:defRPr>
            </a:lvl1pPr>
            <a:lvl2pPr algn="l">
              <a:defRPr sz="2250" b="1">
                <a:solidFill>
                  <a:srgbClr val="355E7B"/>
                </a:solidFill>
                <a:latin typeface="Liberation Sans"/>
                <a:ea typeface="Liberation Sans"/>
                <a:cs typeface="Liberation Sans"/>
              </a:defRPr>
            </a:lvl2pPr>
            <a:lvl3pPr algn="l">
              <a:defRPr sz="2250" b="1">
                <a:solidFill>
                  <a:srgbClr val="355E7B"/>
                </a:solidFill>
                <a:latin typeface="Liberation Sans"/>
                <a:ea typeface="Liberation Sans"/>
                <a:cs typeface="Liberation Sans"/>
              </a:defRPr>
            </a:lvl3pPr>
            <a:lvl4pPr algn="l">
              <a:defRPr sz="2250" b="1">
                <a:solidFill>
                  <a:srgbClr val="355E7B"/>
                </a:solidFill>
                <a:latin typeface="Liberation Sans"/>
                <a:ea typeface="Liberation Sans"/>
                <a:cs typeface="Liberation Sans"/>
              </a:defRPr>
            </a:lvl4pPr>
            <a:lvl5pPr algn="l">
              <a:defRPr sz="2250" b="1">
                <a:solidFill>
                  <a:srgbClr val="355E7B"/>
                </a:solidFill>
                <a:latin typeface="Liberation Sans"/>
                <a:ea typeface="Liberation Sans"/>
                <a:cs typeface="Liberation Sans"/>
              </a:defRPr>
            </a:lvl5pPr>
            <a:lvl6pPr algn="l">
              <a:defRPr sz="2250" b="1">
                <a:solidFill>
                  <a:srgbClr val="355E7B"/>
                </a:solidFill>
                <a:latin typeface="Liberation Sans"/>
                <a:ea typeface="Liberation Sans"/>
                <a:cs typeface="Liberation Sans"/>
              </a:defRPr>
            </a:lvl6pPr>
            <a:lvl7pPr algn="l">
              <a:defRPr sz="2250" b="1">
                <a:solidFill>
                  <a:srgbClr val="355E7B"/>
                </a:solidFill>
                <a:latin typeface="Liberation Sans"/>
                <a:ea typeface="Liberation Sans"/>
                <a:cs typeface="Liberation Sans"/>
              </a:defRPr>
            </a:lvl7pPr>
            <a:lvl8pPr algn="l">
              <a:defRPr sz="2250" b="1">
                <a:solidFill>
                  <a:srgbClr val="355E7B"/>
                </a:solidFill>
                <a:latin typeface="Liberation Sans"/>
                <a:ea typeface="Liberation Sans"/>
                <a:cs typeface="Liberation Sans"/>
              </a:defRPr>
            </a:lvl8pPr>
            <a:lvl9pPr algn="l">
              <a:defRPr sz="2250" b="1">
                <a:solidFill>
                  <a:srgbClr val="355E7B"/>
                </a:solidFill>
                <a:latin typeface="Liberation Sans"/>
                <a:ea typeface="Liberation Sans"/>
                <a:cs typeface="Liberation Sans"/>
              </a:defRPr>
            </a:lvl9pPr>
          </a:lstStyle>
          <a:p xmlns:a="http://schemas.openxmlformats.org/drawingml/2006/main">
            <a:pPr algn="l">
              <a:defRPr sz="2250" b="1">
                <a:solidFill>
                  <a:srgbClr val="355E7B"/>
                </a:solidFill>
                <a:latin typeface="Liberation Sans"/>
                <a:ea typeface="Liberation Sans"/>
                <a:cs typeface="Liberation Sans"/>
              </a:defRPr>
            </a:pPr>
            <a:r>
              <a:rPr sz="2250" b="1">
                <a:solidFill>
                  <a:srgbClr val="355E7B"/>
                </a:solidFill>
                <a:latin typeface="Liberation Sans"/>
                <a:ea typeface="Liberation Sans"/>
                <a:cs typeface="Liberation Sans"/>
              </a:rPr>
              <a:t>consumer</a:t>
            </a:r>
          </a:p>
        </p:txBody>
      </p:sp>
      <p:sp>
        <p:nvSpPr>
          <p:cNvPr id="22" name="pupil-text">
            <a:extLst xmlns:a="http://schemas.openxmlformats.org/drawingml/2006/main">
              <a:ext uri="{FF2B5EF4-FFF2-40B4-BE49-F238E27FC236}">
                <a16:creationId xmlns:a16="http://schemas.microsoft.com/office/drawing/2014/main" id="{0DE395BB-F841-4A61-B145-164E4DFA819B}"/>
              </a:ext>
            </a:extLst>
          </p:cNvPr>
          <p:cNvSpPr>
            <a:spLocks xmlns:a="http://schemas.openxmlformats.org/drawingml/2006/main" noGrp="1"/>
          </p:cNvSpPr>
          <p:nvPr/>
        </p:nvSpPr>
        <p:spPr>
          <a:xfrm xmlns:a="http://schemas.openxmlformats.org/drawingml/2006/main">
            <a:off x="628650" y="2133600"/>
            <a:ext cx="10858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72536"/>
                </a:solidFill>
                <a:latin typeface="Liberation Sans"/>
                <a:ea typeface="Liberation Sans"/>
                <a:cs typeface="Liberation Sans"/>
              </a:defRPr>
            </a:defPPr>
            <a:lvl1pPr algn="l">
              <a:defRPr sz="1950" b="0">
                <a:solidFill>
                  <a:srgbClr val="172536"/>
                </a:solidFill>
                <a:latin typeface="Liberation Sans"/>
                <a:ea typeface="Liberation Sans"/>
                <a:cs typeface="Liberation Sans"/>
              </a:defRPr>
            </a:lvl1pPr>
            <a:lvl2pPr algn="l">
              <a:defRPr sz="1950" b="0">
                <a:solidFill>
                  <a:srgbClr val="172536"/>
                </a:solidFill>
                <a:latin typeface="Liberation Sans"/>
                <a:ea typeface="Liberation Sans"/>
                <a:cs typeface="Liberation Sans"/>
              </a:defRPr>
            </a:lvl2pPr>
            <a:lvl3pPr algn="l">
              <a:defRPr sz="1950" b="0">
                <a:solidFill>
                  <a:srgbClr val="172536"/>
                </a:solidFill>
                <a:latin typeface="Liberation Sans"/>
                <a:ea typeface="Liberation Sans"/>
                <a:cs typeface="Liberation Sans"/>
              </a:defRPr>
            </a:lvl3pPr>
            <a:lvl4pPr algn="l">
              <a:defRPr sz="1950" b="0">
                <a:solidFill>
                  <a:srgbClr val="172536"/>
                </a:solidFill>
                <a:latin typeface="Liberation Sans"/>
                <a:ea typeface="Liberation Sans"/>
                <a:cs typeface="Liberation Sans"/>
              </a:defRPr>
            </a:lvl4pPr>
            <a:lvl5pPr algn="l">
              <a:defRPr sz="1950" b="0">
                <a:solidFill>
                  <a:srgbClr val="172536"/>
                </a:solidFill>
                <a:latin typeface="Liberation Sans"/>
                <a:ea typeface="Liberation Sans"/>
                <a:cs typeface="Liberation Sans"/>
              </a:defRPr>
            </a:lvl5pPr>
            <a:lvl6pPr algn="l">
              <a:defRPr sz="1950" b="0">
                <a:solidFill>
                  <a:srgbClr val="172536"/>
                </a:solidFill>
                <a:latin typeface="Liberation Sans"/>
                <a:ea typeface="Liberation Sans"/>
                <a:cs typeface="Liberation Sans"/>
              </a:defRPr>
            </a:lvl6pPr>
            <a:lvl7pPr algn="l">
              <a:defRPr sz="1950" b="0">
                <a:solidFill>
                  <a:srgbClr val="172536"/>
                </a:solidFill>
                <a:latin typeface="Liberation Sans"/>
                <a:ea typeface="Liberation Sans"/>
                <a:cs typeface="Liberation Sans"/>
              </a:defRPr>
            </a:lvl7pPr>
            <a:lvl8pPr algn="l">
              <a:defRPr sz="1950" b="0">
                <a:solidFill>
                  <a:srgbClr val="172536"/>
                </a:solidFill>
                <a:latin typeface="Liberation Sans"/>
                <a:ea typeface="Liberation Sans"/>
                <a:cs typeface="Liberation Sans"/>
              </a:defRPr>
            </a:lvl8pPr>
            <a:lvl9pPr algn="l">
              <a:defRPr sz="1950" b="0">
                <a:solidFill>
                  <a:srgbClr val="172536"/>
                </a:solidFill>
                <a:latin typeface="Liberation Sans"/>
                <a:ea typeface="Liberation Sans"/>
                <a:cs typeface="Liberation Sans"/>
              </a:defRPr>
            </a:lvl9pPr>
          </a:lstStyle>
          <a:p xmlns:a="http://schemas.openxmlformats.org/drawingml/2006/main">
            <a:pPr algn="l">
              <a:defRPr sz="1950" b="0">
                <a:solidFill>
                  <a:srgbClr val="172536"/>
                </a:solidFill>
                <a:latin typeface="Liberation Sans"/>
                <a:ea typeface="Liberation Sans"/>
                <a:cs typeface="Liberation Sans"/>
              </a:defRPr>
            </a:pPr>
            <a:r>
              <a:rPr sz="1950" b="0">
                <a:solidFill>
                  <a:srgbClr val="172536"/>
                </a:solidFill>
                <a:latin typeface="Liberation Sans"/>
                <a:ea typeface="Liberation Sans"/>
                <a:cs typeface="Liberation Sans"/>
              </a:rPr>
              <a:t>an animal. It eats to get its food</a:t>
            </a:r>
          </a:p>
        </p:txBody>
      </p:sp>
      <p:sp>
        <p:nvSpPr>
          <p:cNvPr id="23" name="native-vector-1-rect">
            <a:extLst xmlns:a="http://schemas.openxmlformats.org/drawingml/2006/main">
              <a:ext uri="{FF2B5EF4-FFF2-40B4-BE49-F238E27FC236}">
                <a16:creationId xmlns:a16="http://schemas.microsoft.com/office/drawing/2014/main" id="{AD0B83AC-C827-41B0-9E7E-96FD9DBFBF4C}"/>
              </a:ext>
            </a:extLst>
          </p:cNvPr>
          <p:cNvSpPr>
            <a:spLocks xmlns:a="http://schemas.openxmlformats.org/drawingml/2006/main" noGrp="1"/>
          </p:cNvSpPr>
          <p:nvPr/>
        </p:nvSpPr>
        <p:spPr>
          <a:xfrm xmlns:a="http://schemas.openxmlformats.org/drawingml/2006/main">
            <a:off x="658906" y="3286965"/>
            <a:ext cx="1383926" cy="437029"/>
          </a:xfrm>
          <a:prstGeom xmlns:a="http://schemas.openxmlformats.org/drawingml/2006/main" prst="rect">
            <a:avLst/>
          </a:prstGeom>
          <a:solidFill xmlns:a="http://schemas.openxmlformats.org/drawingml/2006/main">
            <a:srgbClr val="D5E6BC"/>
          </a:solidFill>
          <a:ln xmlns:a="http://schemas.openxmlformats.org/drawingml/2006/main" w="7284">
            <a:solidFill>
              <a:srgbClr val="244A63"/>
            </a:solidFill>
            <a:prstDash val="solid"/>
          </a:ln>
        </p:spPr>
      </p:sp>
      <p:sp>
        <p:nvSpPr>
          <p:cNvPr id="24" name="native-vector-2-rect">
            <a:extLst xmlns:a="http://schemas.openxmlformats.org/drawingml/2006/main">
              <a:ext uri="{FF2B5EF4-FFF2-40B4-BE49-F238E27FC236}">
                <a16:creationId xmlns:a16="http://schemas.microsoft.com/office/drawing/2014/main" id="{10E11761-0EAB-48EE-ABEE-FBCFE6924E9E}"/>
              </a:ext>
            </a:extLst>
          </p:cNvPr>
          <p:cNvSpPr>
            <a:spLocks xmlns:a="http://schemas.openxmlformats.org/drawingml/2006/main" noGrp="1"/>
          </p:cNvSpPr>
          <p:nvPr/>
        </p:nvSpPr>
        <p:spPr>
          <a:xfrm xmlns:a="http://schemas.openxmlformats.org/drawingml/2006/main">
            <a:off x="2356037" y="3286965"/>
            <a:ext cx="1383926" cy="437029"/>
          </a:xfrm>
          <a:prstGeom xmlns:a="http://schemas.openxmlformats.org/drawingml/2006/main" prst="rect">
            <a:avLst/>
          </a:prstGeom>
          <a:solidFill xmlns:a="http://schemas.openxmlformats.org/drawingml/2006/main">
            <a:srgbClr val="D5E6BC"/>
          </a:solidFill>
          <a:ln xmlns:a="http://schemas.openxmlformats.org/drawingml/2006/main" w="7284">
            <a:solidFill>
              <a:srgbClr val="244A63"/>
            </a:solidFill>
            <a:prstDash val="solid"/>
          </a:ln>
        </p:spPr>
      </p:sp>
      <p:sp>
        <p:nvSpPr>
          <p:cNvPr id="25" name="native-vector-3-rect">
            <a:extLst xmlns:a="http://schemas.openxmlformats.org/drawingml/2006/main">
              <a:ext uri="{FF2B5EF4-FFF2-40B4-BE49-F238E27FC236}">
                <a16:creationId xmlns:a16="http://schemas.microsoft.com/office/drawing/2014/main" id="{BCC286A7-4E4B-4219-B4C4-12F04D16A089}"/>
              </a:ext>
            </a:extLst>
          </p:cNvPr>
          <p:cNvSpPr>
            <a:spLocks xmlns:a="http://schemas.openxmlformats.org/drawingml/2006/main" noGrp="1"/>
          </p:cNvSpPr>
          <p:nvPr/>
        </p:nvSpPr>
        <p:spPr>
          <a:xfrm xmlns:a="http://schemas.openxmlformats.org/drawingml/2006/main">
            <a:off x="4053168" y="3286965"/>
            <a:ext cx="1383926" cy="437029"/>
          </a:xfrm>
          <a:prstGeom xmlns:a="http://schemas.openxmlformats.org/drawingml/2006/main" prst="rect">
            <a:avLst/>
          </a:prstGeom>
          <a:solidFill xmlns:a="http://schemas.openxmlformats.org/drawingml/2006/main">
            <a:srgbClr val="D5E6BC"/>
          </a:solidFill>
          <a:ln xmlns:a="http://schemas.openxmlformats.org/drawingml/2006/main" w="7284">
            <a:solidFill>
              <a:srgbClr val="244A63"/>
            </a:solidFill>
            <a:prstDash val="solid"/>
          </a:ln>
        </p:spPr>
      </p:sp>
      <p:sp>
        <p:nvSpPr>
          <p:cNvPr id="26" name="native-vector-4-rect">
            <a:extLst xmlns:a="http://schemas.openxmlformats.org/drawingml/2006/main">
              <a:ext uri="{FF2B5EF4-FFF2-40B4-BE49-F238E27FC236}">
                <a16:creationId xmlns:a16="http://schemas.microsoft.com/office/drawing/2014/main" id="{F5167994-5BAD-46D1-9551-C08A8668B68A}"/>
              </a:ext>
            </a:extLst>
          </p:cNvPr>
          <p:cNvSpPr>
            <a:spLocks xmlns:a="http://schemas.openxmlformats.org/drawingml/2006/main" noGrp="1"/>
          </p:cNvSpPr>
          <p:nvPr/>
        </p:nvSpPr>
        <p:spPr>
          <a:xfrm xmlns:a="http://schemas.openxmlformats.org/drawingml/2006/main">
            <a:off x="658906" y="4015348"/>
            <a:ext cx="1383926" cy="437029"/>
          </a:xfrm>
          <a:prstGeom xmlns:a="http://schemas.openxmlformats.org/drawingml/2006/main" prst="rect">
            <a:avLst/>
          </a:prstGeom>
          <a:solidFill xmlns:a="http://schemas.openxmlformats.org/drawingml/2006/main">
            <a:srgbClr val="D5E6BC"/>
          </a:solidFill>
          <a:ln xmlns:a="http://schemas.openxmlformats.org/drawingml/2006/main" w="7284">
            <a:solidFill>
              <a:srgbClr val="244A63"/>
            </a:solidFill>
            <a:prstDash val="solid"/>
          </a:ln>
        </p:spPr>
      </p:sp>
      <p:sp>
        <p:nvSpPr>
          <p:cNvPr id="27" name="native-vector-5-rect">
            <a:extLst xmlns:a="http://schemas.openxmlformats.org/drawingml/2006/main">
              <a:ext uri="{FF2B5EF4-FFF2-40B4-BE49-F238E27FC236}">
                <a16:creationId xmlns:a16="http://schemas.microsoft.com/office/drawing/2014/main" id="{72E3BFF0-EB31-4A96-9418-62ED39B7E489}"/>
              </a:ext>
            </a:extLst>
          </p:cNvPr>
          <p:cNvSpPr>
            <a:spLocks xmlns:a="http://schemas.openxmlformats.org/drawingml/2006/main" noGrp="1"/>
          </p:cNvSpPr>
          <p:nvPr/>
        </p:nvSpPr>
        <p:spPr>
          <a:xfrm xmlns:a="http://schemas.openxmlformats.org/drawingml/2006/main">
            <a:off x="2356037" y="4015348"/>
            <a:ext cx="1383926" cy="437029"/>
          </a:xfrm>
          <a:prstGeom xmlns:a="http://schemas.openxmlformats.org/drawingml/2006/main" prst="rect">
            <a:avLst/>
          </a:prstGeom>
          <a:solidFill xmlns:a="http://schemas.openxmlformats.org/drawingml/2006/main">
            <a:srgbClr val="D5E6BC"/>
          </a:solidFill>
          <a:ln xmlns:a="http://schemas.openxmlformats.org/drawingml/2006/main" w="7284">
            <a:solidFill>
              <a:srgbClr val="244A63"/>
            </a:solidFill>
            <a:prstDash val="solid"/>
          </a:ln>
        </p:spPr>
      </p:sp>
      <p:sp>
        <p:nvSpPr>
          <p:cNvPr id="28" name="native-vector-6-rect">
            <a:extLst xmlns:a="http://schemas.openxmlformats.org/drawingml/2006/main">
              <a:ext uri="{FF2B5EF4-FFF2-40B4-BE49-F238E27FC236}">
                <a16:creationId xmlns:a16="http://schemas.microsoft.com/office/drawing/2014/main" id="{B60D5E73-8D74-4DE9-9500-E83AA42CDE4F}"/>
              </a:ext>
            </a:extLst>
          </p:cNvPr>
          <p:cNvSpPr>
            <a:spLocks xmlns:a="http://schemas.openxmlformats.org/drawingml/2006/main" noGrp="1"/>
          </p:cNvSpPr>
          <p:nvPr/>
        </p:nvSpPr>
        <p:spPr>
          <a:xfrm xmlns:a="http://schemas.openxmlformats.org/drawingml/2006/main">
            <a:off x="4053168" y="4015348"/>
            <a:ext cx="1383926" cy="437029"/>
          </a:xfrm>
          <a:prstGeom xmlns:a="http://schemas.openxmlformats.org/drawingml/2006/main" prst="rect">
            <a:avLst/>
          </a:prstGeom>
          <a:solidFill xmlns:a="http://schemas.openxmlformats.org/drawingml/2006/main">
            <a:srgbClr val="D5E6BC"/>
          </a:solidFill>
          <a:ln xmlns:a="http://schemas.openxmlformats.org/drawingml/2006/main" w="7284">
            <a:solidFill>
              <a:srgbClr val="244A63"/>
            </a:solidFill>
            <a:prstDash val="solid"/>
          </a:ln>
        </p:spPr>
      </p:sp>
      <p:sp>
        <p:nvSpPr>
          <p:cNvPr id="29" name="native-vector-text">
            <a:extLst xmlns:a="http://schemas.openxmlformats.org/drawingml/2006/main">
              <a:ext uri="{FF2B5EF4-FFF2-40B4-BE49-F238E27FC236}">
                <a16:creationId xmlns:a16="http://schemas.microsoft.com/office/drawing/2014/main" id="{4647FEDE-B621-495D-B385-04B3834E007A}"/>
              </a:ext>
            </a:extLst>
          </p:cNvPr>
          <p:cNvSpPr>
            <a:spLocks xmlns:a="http://schemas.openxmlformats.org/drawingml/2006/main" noGrp="1"/>
          </p:cNvSpPr>
          <p:nvPr/>
        </p:nvSpPr>
        <p:spPr>
          <a:xfrm xmlns:a="http://schemas.openxmlformats.org/drawingml/2006/main">
            <a:off x="1068929" y="3419016"/>
            <a:ext cx="56388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244A63"/>
                </a:solidFill>
                <a:latin typeface="Liberation Sans"/>
                <a:ea typeface="Liberation Sans"/>
                <a:cs typeface="Liberation Sans"/>
              </a:defRPr>
            </a:defPPr>
            <a:lvl1pPr algn="l">
              <a:defRPr sz="1425" b="0">
                <a:solidFill>
                  <a:srgbClr val="244A63"/>
                </a:solidFill>
                <a:latin typeface="Liberation Sans"/>
                <a:ea typeface="Liberation Sans"/>
                <a:cs typeface="Liberation Sans"/>
              </a:defRPr>
            </a:lvl1pPr>
            <a:lvl2pPr algn="l">
              <a:defRPr sz="1425" b="0">
                <a:solidFill>
                  <a:srgbClr val="244A63"/>
                </a:solidFill>
                <a:latin typeface="Liberation Sans"/>
                <a:ea typeface="Liberation Sans"/>
                <a:cs typeface="Liberation Sans"/>
              </a:defRPr>
            </a:lvl2pPr>
            <a:lvl3pPr algn="l">
              <a:defRPr sz="1425" b="0">
                <a:solidFill>
                  <a:srgbClr val="244A63"/>
                </a:solidFill>
                <a:latin typeface="Liberation Sans"/>
                <a:ea typeface="Liberation Sans"/>
                <a:cs typeface="Liberation Sans"/>
              </a:defRPr>
            </a:lvl3pPr>
            <a:lvl4pPr algn="l">
              <a:defRPr sz="1425" b="0">
                <a:solidFill>
                  <a:srgbClr val="244A63"/>
                </a:solidFill>
                <a:latin typeface="Liberation Sans"/>
                <a:ea typeface="Liberation Sans"/>
                <a:cs typeface="Liberation Sans"/>
              </a:defRPr>
            </a:lvl4pPr>
            <a:lvl5pPr algn="l">
              <a:defRPr sz="1425" b="0">
                <a:solidFill>
                  <a:srgbClr val="244A63"/>
                </a:solidFill>
                <a:latin typeface="Liberation Sans"/>
                <a:ea typeface="Liberation Sans"/>
                <a:cs typeface="Liberation Sans"/>
              </a:defRPr>
            </a:lvl5pPr>
            <a:lvl6pPr algn="l">
              <a:defRPr sz="1425" b="0">
                <a:solidFill>
                  <a:srgbClr val="244A63"/>
                </a:solidFill>
                <a:latin typeface="Liberation Sans"/>
                <a:ea typeface="Liberation Sans"/>
                <a:cs typeface="Liberation Sans"/>
              </a:defRPr>
            </a:lvl6pPr>
            <a:lvl7pPr algn="l">
              <a:defRPr sz="1425" b="0">
                <a:solidFill>
                  <a:srgbClr val="244A63"/>
                </a:solidFill>
                <a:latin typeface="Liberation Sans"/>
                <a:ea typeface="Liberation Sans"/>
                <a:cs typeface="Liberation Sans"/>
              </a:defRPr>
            </a:lvl7pPr>
            <a:lvl8pPr algn="l">
              <a:defRPr sz="1425" b="0">
                <a:solidFill>
                  <a:srgbClr val="244A63"/>
                </a:solidFill>
                <a:latin typeface="Liberation Sans"/>
                <a:ea typeface="Liberation Sans"/>
                <a:cs typeface="Liberation Sans"/>
              </a:defRPr>
            </a:lvl8pPr>
            <a:lvl9pPr algn="l">
              <a:defRPr sz="1425" b="0">
                <a:solidFill>
                  <a:srgbClr val="244A63"/>
                </a:solidFill>
                <a:latin typeface="Liberation Sans"/>
                <a:ea typeface="Liberation Sans"/>
                <a:cs typeface="Liberation Sans"/>
              </a:defRPr>
            </a:lvl9pPr>
          </a:lstStyle>
          <a:p xmlns:a="http://schemas.openxmlformats.org/drawingml/2006/main">
            <a:pPr algn="l">
              <a:defRPr sz="1425" b="0">
                <a:solidFill>
                  <a:srgbClr val="244A63"/>
                </a:solidFill>
                <a:latin typeface="Liberation Sans"/>
                <a:ea typeface="Liberation Sans"/>
                <a:cs typeface="Liberation Sans"/>
              </a:defRPr>
            </a:pPr>
            <a:r>
              <a:rPr sz="1425" b="0">
                <a:solidFill>
                  <a:srgbClr val="244A63"/>
                </a:solidFill>
                <a:latin typeface="Liberation Sans"/>
                <a:ea typeface="Liberation Sans"/>
                <a:cs typeface="Liberation Sans"/>
              </a:rPr>
              <a:t>grass</a:t>
            </a:r>
          </a:p>
        </p:txBody>
      </p:sp>
      <p:sp>
        <p:nvSpPr>
          <p:cNvPr id="30" name="native-vector-text">
            <a:extLst xmlns:a="http://schemas.openxmlformats.org/drawingml/2006/main">
              <a:ext uri="{FF2B5EF4-FFF2-40B4-BE49-F238E27FC236}">
                <a16:creationId xmlns:a16="http://schemas.microsoft.com/office/drawing/2014/main" id="{37A14D0C-DFFC-422A-B410-13C659950CC5}"/>
              </a:ext>
            </a:extLst>
          </p:cNvPr>
          <p:cNvSpPr>
            <a:spLocks xmlns:a="http://schemas.openxmlformats.org/drawingml/2006/main" noGrp="1"/>
          </p:cNvSpPr>
          <p:nvPr/>
        </p:nvSpPr>
        <p:spPr>
          <a:xfrm xmlns:a="http://schemas.openxmlformats.org/drawingml/2006/main">
            <a:off x="2741628" y="3419016"/>
            <a:ext cx="612743"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244A63"/>
                </a:solidFill>
                <a:latin typeface="Liberation Sans"/>
                <a:ea typeface="Liberation Sans"/>
                <a:cs typeface="Liberation Sans"/>
              </a:defRPr>
            </a:defPPr>
            <a:lvl1pPr algn="l">
              <a:defRPr sz="1425" b="0">
                <a:solidFill>
                  <a:srgbClr val="244A63"/>
                </a:solidFill>
                <a:latin typeface="Liberation Sans"/>
                <a:ea typeface="Liberation Sans"/>
                <a:cs typeface="Liberation Sans"/>
              </a:defRPr>
            </a:lvl1pPr>
            <a:lvl2pPr algn="l">
              <a:defRPr sz="1425" b="0">
                <a:solidFill>
                  <a:srgbClr val="244A63"/>
                </a:solidFill>
                <a:latin typeface="Liberation Sans"/>
                <a:ea typeface="Liberation Sans"/>
                <a:cs typeface="Liberation Sans"/>
              </a:defRPr>
            </a:lvl2pPr>
            <a:lvl3pPr algn="l">
              <a:defRPr sz="1425" b="0">
                <a:solidFill>
                  <a:srgbClr val="244A63"/>
                </a:solidFill>
                <a:latin typeface="Liberation Sans"/>
                <a:ea typeface="Liberation Sans"/>
                <a:cs typeface="Liberation Sans"/>
              </a:defRPr>
            </a:lvl3pPr>
            <a:lvl4pPr algn="l">
              <a:defRPr sz="1425" b="0">
                <a:solidFill>
                  <a:srgbClr val="244A63"/>
                </a:solidFill>
                <a:latin typeface="Liberation Sans"/>
                <a:ea typeface="Liberation Sans"/>
                <a:cs typeface="Liberation Sans"/>
              </a:defRPr>
            </a:lvl4pPr>
            <a:lvl5pPr algn="l">
              <a:defRPr sz="1425" b="0">
                <a:solidFill>
                  <a:srgbClr val="244A63"/>
                </a:solidFill>
                <a:latin typeface="Liberation Sans"/>
                <a:ea typeface="Liberation Sans"/>
                <a:cs typeface="Liberation Sans"/>
              </a:defRPr>
            </a:lvl5pPr>
            <a:lvl6pPr algn="l">
              <a:defRPr sz="1425" b="0">
                <a:solidFill>
                  <a:srgbClr val="244A63"/>
                </a:solidFill>
                <a:latin typeface="Liberation Sans"/>
                <a:ea typeface="Liberation Sans"/>
                <a:cs typeface="Liberation Sans"/>
              </a:defRPr>
            </a:lvl6pPr>
            <a:lvl7pPr algn="l">
              <a:defRPr sz="1425" b="0">
                <a:solidFill>
                  <a:srgbClr val="244A63"/>
                </a:solidFill>
                <a:latin typeface="Liberation Sans"/>
                <a:ea typeface="Liberation Sans"/>
                <a:cs typeface="Liberation Sans"/>
              </a:defRPr>
            </a:lvl7pPr>
            <a:lvl8pPr algn="l">
              <a:defRPr sz="1425" b="0">
                <a:solidFill>
                  <a:srgbClr val="244A63"/>
                </a:solidFill>
                <a:latin typeface="Liberation Sans"/>
                <a:ea typeface="Liberation Sans"/>
                <a:cs typeface="Liberation Sans"/>
              </a:defRPr>
            </a:lvl8pPr>
            <a:lvl9pPr algn="l">
              <a:defRPr sz="1425" b="0">
                <a:solidFill>
                  <a:srgbClr val="244A63"/>
                </a:solidFill>
                <a:latin typeface="Liberation Sans"/>
                <a:ea typeface="Liberation Sans"/>
                <a:cs typeface="Liberation Sans"/>
              </a:defRPr>
            </a:lvl9pPr>
          </a:lstStyle>
          <a:p xmlns:a="http://schemas.openxmlformats.org/drawingml/2006/main">
            <a:pPr algn="l">
              <a:defRPr sz="1425" b="0">
                <a:solidFill>
                  <a:srgbClr val="244A63"/>
                </a:solidFill>
                <a:latin typeface="Liberation Sans"/>
                <a:ea typeface="Liberation Sans"/>
                <a:cs typeface="Liberation Sans"/>
              </a:defRPr>
            </a:pPr>
            <a:r>
              <a:rPr sz="1425" b="0">
                <a:solidFill>
                  <a:srgbClr val="244A63"/>
                </a:solidFill>
                <a:latin typeface="Liberation Sans"/>
                <a:ea typeface="Liberation Sans"/>
                <a:cs typeface="Liberation Sans"/>
              </a:rPr>
              <a:t>rabbit</a:t>
            </a:r>
          </a:p>
        </p:txBody>
      </p:sp>
      <p:sp>
        <p:nvSpPr>
          <p:cNvPr id="31" name="native-vector-text">
            <a:extLst xmlns:a="http://schemas.openxmlformats.org/drawingml/2006/main">
              <a:ext uri="{FF2B5EF4-FFF2-40B4-BE49-F238E27FC236}">
                <a16:creationId xmlns:a16="http://schemas.microsoft.com/office/drawing/2014/main" id="{35F92FB1-3E78-4051-BAA2-68859178A703}"/>
              </a:ext>
            </a:extLst>
          </p:cNvPr>
          <p:cNvSpPr>
            <a:spLocks xmlns:a="http://schemas.openxmlformats.org/drawingml/2006/main" noGrp="1"/>
          </p:cNvSpPr>
          <p:nvPr/>
        </p:nvSpPr>
        <p:spPr>
          <a:xfrm xmlns:a="http://schemas.openxmlformats.org/drawingml/2006/main">
            <a:off x="4564537" y="3419016"/>
            <a:ext cx="361188"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244A63"/>
                </a:solidFill>
                <a:latin typeface="Liberation Sans"/>
                <a:ea typeface="Liberation Sans"/>
                <a:cs typeface="Liberation Sans"/>
              </a:defRPr>
            </a:defPPr>
            <a:lvl1pPr algn="l">
              <a:defRPr sz="1425" b="0">
                <a:solidFill>
                  <a:srgbClr val="244A63"/>
                </a:solidFill>
                <a:latin typeface="Liberation Sans"/>
                <a:ea typeface="Liberation Sans"/>
                <a:cs typeface="Liberation Sans"/>
              </a:defRPr>
            </a:lvl1pPr>
            <a:lvl2pPr algn="l">
              <a:defRPr sz="1425" b="0">
                <a:solidFill>
                  <a:srgbClr val="244A63"/>
                </a:solidFill>
                <a:latin typeface="Liberation Sans"/>
                <a:ea typeface="Liberation Sans"/>
                <a:cs typeface="Liberation Sans"/>
              </a:defRPr>
            </a:lvl2pPr>
            <a:lvl3pPr algn="l">
              <a:defRPr sz="1425" b="0">
                <a:solidFill>
                  <a:srgbClr val="244A63"/>
                </a:solidFill>
                <a:latin typeface="Liberation Sans"/>
                <a:ea typeface="Liberation Sans"/>
                <a:cs typeface="Liberation Sans"/>
              </a:defRPr>
            </a:lvl3pPr>
            <a:lvl4pPr algn="l">
              <a:defRPr sz="1425" b="0">
                <a:solidFill>
                  <a:srgbClr val="244A63"/>
                </a:solidFill>
                <a:latin typeface="Liberation Sans"/>
                <a:ea typeface="Liberation Sans"/>
                <a:cs typeface="Liberation Sans"/>
              </a:defRPr>
            </a:lvl4pPr>
            <a:lvl5pPr algn="l">
              <a:defRPr sz="1425" b="0">
                <a:solidFill>
                  <a:srgbClr val="244A63"/>
                </a:solidFill>
                <a:latin typeface="Liberation Sans"/>
                <a:ea typeface="Liberation Sans"/>
                <a:cs typeface="Liberation Sans"/>
              </a:defRPr>
            </a:lvl5pPr>
            <a:lvl6pPr algn="l">
              <a:defRPr sz="1425" b="0">
                <a:solidFill>
                  <a:srgbClr val="244A63"/>
                </a:solidFill>
                <a:latin typeface="Liberation Sans"/>
                <a:ea typeface="Liberation Sans"/>
                <a:cs typeface="Liberation Sans"/>
              </a:defRPr>
            </a:lvl6pPr>
            <a:lvl7pPr algn="l">
              <a:defRPr sz="1425" b="0">
                <a:solidFill>
                  <a:srgbClr val="244A63"/>
                </a:solidFill>
                <a:latin typeface="Liberation Sans"/>
                <a:ea typeface="Liberation Sans"/>
                <a:cs typeface="Liberation Sans"/>
              </a:defRPr>
            </a:lvl7pPr>
            <a:lvl8pPr algn="l">
              <a:defRPr sz="1425" b="0">
                <a:solidFill>
                  <a:srgbClr val="244A63"/>
                </a:solidFill>
                <a:latin typeface="Liberation Sans"/>
                <a:ea typeface="Liberation Sans"/>
                <a:cs typeface="Liberation Sans"/>
              </a:defRPr>
            </a:lvl8pPr>
            <a:lvl9pPr algn="l">
              <a:defRPr sz="1425" b="0">
                <a:solidFill>
                  <a:srgbClr val="244A63"/>
                </a:solidFill>
                <a:latin typeface="Liberation Sans"/>
                <a:ea typeface="Liberation Sans"/>
                <a:cs typeface="Liberation Sans"/>
              </a:defRPr>
            </a:lvl9pPr>
          </a:lstStyle>
          <a:p xmlns:a="http://schemas.openxmlformats.org/drawingml/2006/main">
            <a:pPr algn="l">
              <a:defRPr sz="1425" b="0">
                <a:solidFill>
                  <a:srgbClr val="244A63"/>
                </a:solidFill>
                <a:latin typeface="Liberation Sans"/>
                <a:ea typeface="Liberation Sans"/>
                <a:cs typeface="Liberation Sans"/>
              </a:defRPr>
            </a:pPr>
            <a:r>
              <a:rPr sz="1425" b="0">
                <a:solidFill>
                  <a:srgbClr val="244A63"/>
                </a:solidFill>
                <a:latin typeface="Liberation Sans"/>
                <a:ea typeface="Liberation Sans"/>
                <a:cs typeface="Liberation Sans"/>
              </a:rPr>
              <a:t>fox</a:t>
            </a:r>
          </a:p>
        </p:txBody>
      </p:sp>
      <p:sp>
        <p:nvSpPr>
          <p:cNvPr id="32" name="native-vector-text">
            <a:extLst xmlns:a="http://schemas.openxmlformats.org/drawingml/2006/main">
              <a:ext uri="{FF2B5EF4-FFF2-40B4-BE49-F238E27FC236}">
                <a16:creationId xmlns:a16="http://schemas.microsoft.com/office/drawing/2014/main" id="{C34FF046-2E40-4379-AF54-28888225E6F2}"/>
              </a:ext>
            </a:extLst>
          </p:cNvPr>
          <p:cNvSpPr>
            <a:spLocks xmlns:a="http://schemas.openxmlformats.org/drawingml/2006/main" noGrp="1"/>
          </p:cNvSpPr>
          <p:nvPr/>
        </p:nvSpPr>
        <p:spPr>
          <a:xfrm xmlns:a="http://schemas.openxmlformats.org/drawingml/2006/main">
            <a:off x="1044497" y="4147398"/>
            <a:ext cx="612743"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244A63"/>
                </a:solidFill>
                <a:latin typeface="Liberation Sans"/>
                <a:ea typeface="Liberation Sans"/>
                <a:cs typeface="Liberation Sans"/>
              </a:defRPr>
            </a:defPPr>
            <a:lvl1pPr algn="l">
              <a:defRPr sz="1425" b="0">
                <a:solidFill>
                  <a:srgbClr val="244A63"/>
                </a:solidFill>
                <a:latin typeface="Liberation Sans"/>
                <a:ea typeface="Liberation Sans"/>
                <a:cs typeface="Liberation Sans"/>
              </a:defRPr>
            </a:lvl1pPr>
            <a:lvl2pPr algn="l">
              <a:defRPr sz="1425" b="0">
                <a:solidFill>
                  <a:srgbClr val="244A63"/>
                </a:solidFill>
                <a:latin typeface="Liberation Sans"/>
                <a:ea typeface="Liberation Sans"/>
                <a:cs typeface="Liberation Sans"/>
              </a:defRPr>
            </a:lvl2pPr>
            <a:lvl3pPr algn="l">
              <a:defRPr sz="1425" b="0">
                <a:solidFill>
                  <a:srgbClr val="244A63"/>
                </a:solidFill>
                <a:latin typeface="Liberation Sans"/>
                <a:ea typeface="Liberation Sans"/>
                <a:cs typeface="Liberation Sans"/>
              </a:defRPr>
            </a:lvl3pPr>
            <a:lvl4pPr algn="l">
              <a:defRPr sz="1425" b="0">
                <a:solidFill>
                  <a:srgbClr val="244A63"/>
                </a:solidFill>
                <a:latin typeface="Liberation Sans"/>
                <a:ea typeface="Liberation Sans"/>
                <a:cs typeface="Liberation Sans"/>
              </a:defRPr>
            </a:lvl4pPr>
            <a:lvl5pPr algn="l">
              <a:defRPr sz="1425" b="0">
                <a:solidFill>
                  <a:srgbClr val="244A63"/>
                </a:solidFill>
                <a:latin typeface="Liberation Sans"/>
                <a:ea typeface="Liberation Sans"/>
                <a:cs typeface="Liberation Sans"/>
              </a:defRPr>
            </a:lvl5pPr>
            <a:lvl6pPr algn="l">
              <a:defRPr sz="1425" b="0">
                <a:solidFill>
                  <a:srgbClr val="244A63"/>
                </a:solidFill>
                <a:latin typeface="Liberation Sans"/>
                <a:ea typeface="Liberation Sans"/>
                <a:cs typeface="Liberation Sans"/>
              </a:defRPr>
            </a:lvl6pPr>
            <a:lvl7pPr algn="l">
              <a:defRPr sz="1425" b="0">
                <a:solidFill>
                  <a:srgbClr val="244A63"/>
                </a:solidFill>
                <a:latin typeface="Liberation Sans"/>
                <a:ea typeface="Liberation Sans"/>
                <a:cs typeface="Liberation Sans"/>
              </a:defRPr>
            </a:lvl7pPr>
            <a:lvl8pPr algn="l">
              <a:defRPr sz="1425" b="0">
                <a:solidFill>
                  <a:srgbClr val="244A63"/>
                </a:solidFill>
                <a:latin typeface="Liberation Sans"/>
                <a:ea typeface="Liberation Sans"/>
                <a:cs typeface="Liberation Sans"/>
              </a:defRPr>
            </a:lvl8pPr>
            <a:lvl9pPr algn="l">
              <a:defRPr sz="1425" b="0">
                <a:solidFill>
                  <a:srgbClr val="244A63"/>
                </a:solidFill>
                <a:latin typeface="Liberation Sans"/>
                <a:ea typeface="Liberation Sans"/>
                <a:cs typeface="Liberation Sans"/>
              </a:defRPr>
            </a:lvl9pPr>
          </a:lstStyle>
          <a:p xmlns:a="http://schemas.openxmlformats.org/drawingml/2006/main">
            <a:pPr algn="l">
              <a:defRPr sz="1425" b="0">
                <a:solidFill>
                  <a:srgbClr val="244A63"/>
                </a:solidFill>
                <a:latin typeface="Liberation Sans"/>
                <a:ea typeface="Liberation Sans"/>
                <a:cs typeface="Liberation Sans"/>
              </a:defRPr>
            </a:pPr>
            <a:r>
              <a:rPr sz="1425" b="0">
                <a:solidFill>
                  <a:srgbClr val="244A63"/>
                </a:solidFill>
                <a:latin typeface="Liberation Sans"/>
                <a:ea typeface="Liberation Sans"/>
                <a:cs typeface="Liberation Sans"/>
              </a:rPr>
              <a:t>leaves</a:t>
            </a:r>
          </a:p>
        </p:txBody>
      </p:sp>
      <p:sp>
        <p:nvSpPr>
          <p:cNvPr id="33" name="native-vector-text">
            <a:extLst xmlns:a="http://schemas.openxmlformats.org/drawingml/2006/main">
              <a:ext uri="{FF2B5EF4-FFF2-40B4-BE49-F238E27FC236}">
                <a16:creationId xmlns:a16="http://schemas.microsoft.com/office/drawing/2014/main" id="{B92FF822-0A0C-44AD-918A-6AF2A65C0F32}"/>
              </a:ext>
            </a:extLst>
          </p:cNvPr>
          <p:cNvSpPr>
            <a:spLocks xmlns:a="http://schemas.openxmlformats.org/drawingml/2006/main" noGrp="1"/>
          </p:cNvSpPr>
          <p:nvPr/>
        </p:nvSpPr>
        <p:spPr>
          <a:xfrm xmlns:a="http://schemas.openxmlformats.org/drawingml/2006/main">
            <a:off x="2540746" y="4147398"/>
            <a:ext cx="1014508"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244A63"/>
                </a:solidFill>
                <a:latin typeface="Liberation Sans"/>
                <a:ea typeface="Liberation Sans"/>
                <a:cs typeface="Liberation Sans"/>
              </a:defRPr>
            </a:defPPr>
            <a:lvl1pPr algn="l">
              <a:defRPr sz="1425" b="0">
                <a:solidFill>
                  <a:srgbClr val="244A63"/>
                </a:solidFill>
                <a:latin typeface="Liberation Sans"/>
                <a:ea typeface="Liberation Sans"/>
                <a:cs typeface="Liberation Sans"/>
              </a:defRPr>
            </a:lvl1pPr>
            <a:lvl2pPr algn="l">
              <a:defRPr sz="1425" b="0">
                <a:solidFill>
                  <a:srgbClr val="244A63"/>
                </a:solidFill>
                <a:latin typeface="Liberation Sans"/>
                <a:ea typeface="Liberation Sans"/>
                <a:cs typeface="Liberation Sans"/>
              </a:defRPr>
            </a:lvl2pPr>
            <a:lvl3pPr algn="l">
              <a:defRPr sz="1425" b="0">
                <a:solidFill>
                  <a:srgbClr val="244A63"/>
                </a:solidFill>
                <a:latin typeface="Liberation Sans"/>
                <a:ea typeface="Liberation Sans"/>
                <a:cs typeface="Liberation Sans"/>
              </a:defRPr>
            </a:lvl3pPr>
            <a:lvl4pPr algn="l">
              <a:defRPr sz="1425" b="0">
                <a:solidFill>
                  <a:srgbClr val="244A63"/>
                </a:solidFill>
                <a:latin typeface="Liberation Sans"/>
                <a:ea typeface="Liberation Sans"/>
                <a:cs typeface="Liberation Sans"/>
              </a:defRPr>
            </a:lvl4pPr>
            <a:lvl5pPr algn="l">
              <a:defRPr sz="1425" b="0">
                <a:solidFill>
                  <a:srgbClr val="244A63"/>
                </a:solidFill>
                <a:latin typeface="Liberation Sans"/>
                <a:ea typeface="Liberation Sans"/>
                <a:cs typeface="Liberation Sans"/>
              </a:defRPr>
            </a:lvl5pPr>
            <a:lvl6pPr algn="l">
              <a:defRPr sz="1425" b="0">
                <a:solidFill>
                  <a:srgbClr val="244A63"/>
                </a:solidFill>
                <a:latin typeface="Liberation Sans"/>
                <a:ea typeface="Liberation Sans"/>
                <a:cs typeface="Liberation Sans"/>
              </a:defRPr>
            </a:lvl6pPr>
            <a:lvl7pPr algn="l">
              <a:defRPr sz="1425" b="0">
                <a:solidFill>
                  <a:srgbClr val="244A63"/>
                </a:solidFill>
                <a:latin typeface="Liberation Sans"/>
                <a:ea typeface="Liberation Sans"/>
                <a:cs typeface="Liberation Sans"/>
              </a:defRPr>
            </a:lvl7pPr>
            <a:lvl8pPr algn="l">
              <a:defRPr sz="1425" b="0">
                <a:solidFill>
                  <a:srgbClr val="244A63"/>
                </a:solidFill>
                <a:latin typeface="Liberation Sans"/>
                <a:ea typeface="Liberation Sans"/>
                <a:cs typeface="Liberation Sans"/>
              </a:defRPr>
            </a:lvl8pPr>
            <a:lvl9pPr algn="l">
              <a:defRPr sz="1425" b="0">
                <a:solidFill>
                  <a:srgbClr val="244A63"/>
                </a:solidFill>
                <a:latin typeface="Liberation Sans"/>
                <a:ea typeface="Liberation Sans"/>
                <a:cs typeface="Liberation Sans"/>
              </a:defRPr>
            </a:lvl9pPr>
          </a:lstStyle>
          <a:p xmlns:a="http://schemas.openxmlformats.org/drawingml/2006/main">
            <a:pPr algn="l">
              <a:defRPr sz="1425" b="0">
                <a:solidFill>
                  <a:srgbClr val="244A63"/>
                </a:solidFill>
                <a:latin typeface="Liberation Sans"/>
                <a:ea typeface="Liberation Sans"/>
                <a:cs typeface="Liberation Sans"/>
              </a:defRPr>
            </a:pPr>
            <a:r>
              <a:rPr sz="1425" b="0">
                <a:solidFill>
                  <a:srgbClr val="244A63"/>
                </a:solidFill>
                <a:latin typeface="Liberation Sans"/>
                <a:ea typeface="Liberation Sans"/>
                <a:cs typeface="Liberation Sans"/>
              </a:rPr>
              <a:t>caterpillar</a:t>
            </a:r>
          </a:p>
        </p:txBody>
      </p:sp>
      <p:sp>
        <p:nvSpPr>
          <p:cNvPr id="34" name="native-vector-text">
            <a:extLst xmlns:a="http://schemas.openxmlformats.org/drawingml/2006/main">
              <a:ext uri="{FF2B5EF4-FFF2-40B4-BE49-F238E27FC236}">
                <a16:creationId xmlns:a16="http://schemas.microsoft.com/office/drawing/2014/main" id="{B9CEF285-B37A-418B-B810-0161174BCA18}"/>
              </a:ext>
            </a:extLst>
          </p:cNvPr>
          <p:cNvSpPr>
            <a:spLocks xmlns:a="http://schemas.openxmlformats.org/drawingml/2006/main" noGrp="1"/>
          </p:cNvSpPr>
          <p:nvPr/>
        </p:nvSpPr>
        <p:spPr>
          <a:xfrm xmlns:a="http://schemas.openxmlformats.org/drawingml/2006/main">
            <a:off x="4489432" y="4147398"/>
            <a:ext cx="511397"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244A63"/>
                </a:solidFill>
                <a:latin typeface="Liberation Sans"/>
                <a:ea typeface="Liberation Sans"/>
                <a:cs typeface="Liberation Sans"/>
              </a:defRPr>
            </a:defPPr>
            <a:lvl1pPr algn="l">
              <a:defRPr sz="1425" b="0">
                <a:solidFill>
                  <a:srgbClr val="244A63"/>
                </a:solidFill>
                <a:latin typeface="Liberation Sans"/>
                <a:ea typeface="Liberation Sans"/>
                <a:cs typeface="Liberation Sans"/>
              </a:defRPr>
            </a:lvl1pPr>
            <a:lvl2pPr algn="l">
              <a:defRPr sz="1425" b="0">
                <a:solidFill>
                  <a:srgbClr val="244A63"/>
                </a:solidFill>
                <a:latin typeface="Liberation Sans"/>
                <a:ea typeface="Liberation Sans"/>
                <a:cs typeface="Liberation Sans"/>
              </a:defRPr>
            </a:lvl2pPr>
            <a:lvl3pPr algn="l">
              <a:defRPr sz="1425" b="0">
                <a:solidFill>
                  <a:srgbClr val="244A63"/>
                </a:solidFill>
                <a:latin typeface="Liberation Sans"/>
                <a:ea typeface="Liberation Sans"/>
                <a:cs typeface="Liberation Sans"/>
              </a:defRPr>
            </a:lvl3pPr>
            <a:lvl4pPr algn="l">
              <a:defRPr sz="1425" b="0">
                <a:solidFill>
                  <a:srgbClr val="244A63"/>
                </a:solidFill>
                <a:latin typeface="Liberation Sans"/>
                <a:ea typeface="Liberation Sans"/>
                <a:cs typeface="Liberation Sans"/>
              </a:defRPr>
            </a:lvl4pPr>
            <a:lvl5pPr algn="l">
              <a:defRPr sz="1425" b="0">
                <a:solidFill>
                  <a:srgbClr val="244A63"/>
                </a:solidFill>
                <a:latin typeface="Liberation Sans"/>
                <a:ea typeface="Liberation Sans"/>
                <a:cs typeface="Liberation Sans"/>
              </a:defRPr>
            </a:lvl5pPr>
            <a:lvl6pPr algn="l">
              <a:defRPr sz="1425" b="0">
                <a:solidFill>
                  <a:srgbClr val="244A63"/>
                </a:solidFill>
                <a:latin typeface="Liberation Sans"/>
                <a:ea typeface="Liberation Sans"/>
                <a:cs typeface="Liberation Sans"/>
              </a:defRPr>
            </a:lvl6pPr>
            <a:lvl7pPr algn="l">
              <a:defRPr sz="1425" b="0">
                <a:solidFill>
                  <a:srgbClr val="244A63"/>
                </a:solidFill>
                <a:latin typeface="Liberation Sans"/>
                <a:ea typeface="Liberation Sans"/>
                <a:cs typeface="Liberation Sans"/>
              </a:defRPr>
            </a:lvl7pPr>
            <a:lvl8pPr algn="l">
              <a:defRPr sz="1425" b="0">
                <a:solidFill>
                  <a:srgbClr val="244A63"/>
                </a:solidFill>
                <a:latin typeface="Liberation Sans"/>
                <a:ea typeface="Liberation Sans"/>
                <a:cs typeface="Liberation Sans"/>
              </a:defRPr>
            </a:lvl8pPr>
            <a:lvl9pPr algn="l">
              <a:defRPr sz="1425" b="0">
                <a:solidFill>
                  <a:srgbClr val="244A63"/>
                </a:solidFill>
                <a:latin typeface="Liberation Sans"/>
                <a:ea typeface="Liberation Sans"/>
                <a:cs typeface="Liberation Sans"/>
              </a:defRPr>
            </a:lvl9pPr>
          </a:lstStyle>
          <a:p xmlns:a="http://schemas.openxmlformats.org/drawingml/2006/main">
            <a:pPr algn="l">
              <a:defRPr sz="1425" b="0">
                <a:solidFill>
                  <a:srgbClr val="244A63"/>
                </a:solidFill>
                <a:latin typeface="Liberation Sans"/>
                <a:ea typeface="Liberation Sans"/>
                <a:cs typeface="Liberation Sans"/>
              </a:defRPr>
            </a:pPr>
            <a:r>
              <a:rPr sz="1425" b="0">
                <a:solidFill>
                  <a:srgbClr val="244A63"/>
                </a:solidFill>
                <a:latin typeface="Liberation Sans"/>
                <a:ea typeface="Liberation Sans"/>
                <a:cs typeface="Liberation Sans"/>
              </a:rPr>
              <a:t>robin</a:t>
            </a:r>
          </a:p>
        </p:txBody>
      </p:sp>
      <p:sp>
        <p:nvSpPr>
          <p:cNvPr id="35" name="native-vector-text">
            <a:extLst xmlns:a="http://schemas.openxmlformats.org/drawingml/2006/main">
              <a:ext uri="{FF2B5EF4-FFF2-40B4-BE49-F238E27FC236}">
                <a16:creationId xmlns:a16="http://schemas.microsoft.com/office/drawing/2014/main" id="{62F0231E-0195-4CED-AFD1-FEEE982E0D17}"/>
              </a:ext>
            </a:extLst>
          </p:cNvPr>
          <p:cNvSpPr>
            <a:spLocks xmlns:a="http://schemas.openxmlformats.org/drawingml/2006/main" noGrp="1"/>
          </p:cNvSpPr>
          <p:nvPr/>
        </p:nvSpPr>
        <p:spPr>
          <a:xfrm xmlns:a="http://schemas.openxmlformats.org/drawingml/2006/main">
            <a:off x="2123828" y="3419016"/>
            <a:ext cx="158496"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244A63"/>
                </a:solidFill>
                <a:latin typeface="Liberation Sans"/>
                <a:ea typeface="Liberation Sans"/>
                <a:cs typeface="Liberation Sans"/>
              </a:defRPr>
            </a:defPPr>
            <a:lvl1pPr algn="l">
              <a:defRPr sz="1425" b="0">
                <a:solidFill>
                  <a:srgbClr val="244A63"/>
                </a:solidFill>
                <a:latin typeface="Liberation Sans"/>
                <a:ea typeface="Liberation Sans"/>
                <a:cs typeface="Liberation Sans"/>
              </a:defRPr>
            </a:lvl1pPr>
            <a:lvl2pPr algn="l">
              <a:defRPr sz="1425" b="0">
                <a:solidFill>
                  <a:srgbClr val="244A63"/>
                </a:solidFill>
                <a:latin typeface="Liberation Sans"/>
                <a:ea typeface="Liberation Sans"/>
                <a:cs typeface="Liberation Sans"/>
              </a:defRPr>
            </a:lvl2pPr>
            <a:lvl3pPr algn="l">
              <a:defRPr sz="1425" b="0">
                <a:solidFill>
                  <a:srgbClr val="244A63"/>
                </a:solidFill>
                <a:latin typeface="Liberation Sans"/>
                <a:ea typeface="Liberation Sans"/>
                <a:cs typeface="Liberation Sans"/>
              </a:defRPr>
            </a:lvl3pPr>
            <a:lvl4pPr algn="l">
              <a:defRPr sz="1425" b="0">
                <a:solidFill>
                  <a:srgbClr val="244A63"/>
                </a:solidFill>
                <a:latin typeface="Liberation Sans"/>
                <a:ea typeface="Liberation Sans"/>
                <a:cs typeface="Liberation Sans"/>
              </a:defRPr>
            </a:lvl4pPr>
            <a:lvl5pPr algn="l">
              <a:defRPr sz="1425" b="0">
                <a:solidFill>
                  <a:srgbClr val="244A63"/>
                </a:solidFill>
                <a:latin typeface="Liberation Sans"/>
                <a:ea typeface="Liberation Sans"/>
                <a:cs typeface="Liberation Sans"/>
              </a:defRPr>
            </a:lvl5pPr>
            <a:lvl6pPr algn="l">
              <a:defRPr sz="1425" b="0">
                <a:solidFill>
                  <a:srgbClr val="244A63"/>
                </a:solidFill>
                <a:latin typeface="Liberation Sans"/>
                <a:ea typeface="Liberation Sans"/>
                <a:cs typeface="Liberation Sans"/>
              </a:defRPr>
            </a:lvl6pPr>
            <a:lvl7pPr algn="l">
              <a:defRPr sz="1425" b="0">
                <a:solidFill>
                  <a:srgbClr val="244A63"/>
                </a:solidFill>
                <a:latin typeface="Liberation Sans"/>
                <a:ea typeface="Liberation Sans"/>
                <a:cs typeface="Liberation Sans"/>
              </a:defRPr>
            </a:lvl7pPr>
            <a:lvl8pPr algn="l">
              <a:defRPr sz="1425" b="0">
                <a:solidFill>
                  <a:srgbClr val="244A63"/>
                </a:solidFill>
                <a:latin typeface="Liberation Sans"/>
                <a:ea typeface="Liberation Sans"/>
                <a:cs typeface="Liberation Sans"/>
              </a:defRPr>
            </a:lvl8pPr>
            <a:lvl9pPr algn="l">
              <a:defRPr sz="1425" b="0">
                <a:solidFill>
                  <a:srgbClr val="244A63"/>
                </a:solidFill>
                <a:latin typeface="Liberation Sans"/>
                <a:ea typeface="Liberation Sans"/>
                <a:cs typeface="Liberation Sans"/>
              </a:defRPr>
            </a:lvl9pPr>
          </a:lstStyle>
          <a:p xmlns:a="http://schemas.openxmlformats.org/drawingml/2006/main">
            <a:pPr algn="l">
              <a:defRPr sz="1425" b="0">
                <a:solidFill>
                  <a:srgbClr val="244A63"/>
                </a:solidFill>
                <a:latin typeface="Liberation Sans"/>
                <a:ea typeface="Liberation Sans"/>
                <a:cs typeface="Liberation Sans"/>
              </a:defRPr>
            </a:pPr>
            <a:r>
              <a:rPr sz="1425" b="0">
                <a:solidFill>
                  <a:srgbClr val="244A63"/>
                </a:solidFill>
                <a:latin typeface="Liberation Sans"/>
                <a:ea typeface="Liberation Sans"/>
                <a:cs typeface="Liberation Sans"/>
              </a:rPr>
              <a:t>→</a:t>
            </a:r>
          </a:p>
        </p:txBody>
      </p:sp>
      <p:sp>
        <p:nvSpPr>
          <p:cNvPr id="36" name="native-vector-text">
            <a:extLst xmlns:a="http://schemas.openxmlformats.org/drawingml/2006/main">
              <a:ext uri="{FF2B5EF4-FFF2-40B4-BE49-F238E27FC236}">
                <a16:creationId xmlns:a16="http://schemas.microsoft.com/office/drawing/2014/main" id="{C45374EB-28E7-4233-BFB6-97E629C128D8}"/>
              </a:ext>
            </a:extLst>
          </p:cNvPr>
          <p:cNvSpPr>
            <a:spLocks xmlns:a="http://schemas.openxmlformats.org/drawingml/2006/main" noGrp="1"/>
          </p:cNvSpPr>
          <p:nvPr/>
        </p:nvSpPr>
        <p:spPr>
          <a:xfrm xmlns:a="http://schemas.openxmlformats.org/drawingml/2006/main">
            <a:off x="3813676" y="3419016"/>
            <a:ext cx="158496"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244A63"/>
                </a:solidFill>
                <a:latin typeface="Liberation Sans"/>
                <a:ea typeface="Liberation Sans"/>
                <a:cs typeface="Liberation Sans"/>
              </a:defRPr>
            </a:defPPr>
            <a:lvl1pPr algn="l">
              <a:defRPr sz="1425" b="0">
                <a:solidFill>
                  <a:srgbClr val="244A63"/>
                </a:solidFill>
                <a:latin typeface="Liberation Sans"/>
                <a:ea typeface="Liberation Sans"/>
                <a:cs typeface="Liberation Sans"/>
              </a:defRPr>
            </a:lvl1pPr>
            <a:lvl2pPr algn="l">
              <a:defRPr sz="1425" b="0">
                <a:solidFill>
                  <a:srgbClr val="244A63"/>
                </a:solidFill>
                <a:latin typeface="Liberation Sans"/>
                <a:ea typeface="Liberation Sans"/>
                <a:cs typeface="Liberation Sans"/>
              </a:defRPr>
            </a:lvl2pPr>
            <a:lvl3pPr algn="l">
              <a:defRPr sz="1425" b="0">
                <a:solidFill>
                  <a:srgbClr val="244A63"/>
                </a:solidFill>
                <a:latin typeface="Liberation Sans"/>
                <a:ea typeface="Liberation Sans"/>
                <a:cs typeface="Liberation Sans"/>
              </a:defRPr>
            </a:lvl3pPr>
            <a:lvl4pPr algn="l">
              <a:defRPr sz="1425" b="0">
                <a:solidFill>
                  <a:srgbClr val="244A63"/>
                </a:solidFill>
                <a:latin typeface="Liberation Sans"/>
                <a:ea typeface="Liberation Sans"/>
                <a:cs typeface="Liberation Sans"/>
              </a:defRPr>
            </a:lvl4pPr>
            <a:lvl5pPr algn="l">
              <a:defRPr sz="1425" b="0">
                <a:solidFill>
                  <a:srgbClr val="244A63"/>
                </a:solidFill>
                <a:latin typeface="Liberation Sans"/>
                <a:ea typeface="Liberation Sans"/>
                <a:cs typeface="Liberation Sans"/>
              </a:defRPr>
            </a:lvl5pPr>
            <a:lvl6pPr algn="l">
              <a:defRPr sz="1425" b="0">
                <a:solidFill>
                  <a:srgbClr val="244A63"/>
                </a:solidFill>
                <a:latin typeface="Liberation Sans"/>
                <a:ea typeface="Liberation Sans"/>
                <a:cs typeface="Liberation Sans"/>
              </a:defRPr>
            </a:lvl6pPr>
            <a:lvl7pPr algn="l">
              <a:defRPr sz="1425" b="0">
                <a:solidFill>
                  <a:srgbClr val="244A63"/>
                </a:solidFill>
                <a:latin typeface="Liberation Sans"/>
                <a:ea typeface="Liberation Sans"/>
                <a:cs typeface="Liberation Sans"/>
              </a:defRPr>
            </a:lvl7pPr>
            <a:lvl8pPr algn="l">
              <a:defRPr sz="1425" b="0">
                <a:solidFill>
                  <a:srgbClr val="244A63"/>
                </a:solidFill>
                <a:latin typeface="Liberation Sans"/>
                <a:ea typeface="Liberation Sans"/>
                <a:cs typeface="Liberation Sans"/>
              </a:defRPr>
            </a:lvl8pPr>
            <a:lvl9pPr algn="l">
              <a:defRPr sz="1425" b="0">
                <a:solidFill>
                  <a:srgbClr val="244A63"/>
                </a:solidFill>
                <a:latin typeface="Liberation Sans"/>
                <a:ea typeface="Liberation Sans"/>
                <a:cs typeface="Liberation Sans"/>
              </a:defRPr>
            </a:lvl9pPr>
          </a:lstStyle>
          <a:p xmlns:a="http://schemas.openxmlformats.org/drawingml/2006/main">
            <a:pPr algn="l">
              <a:defRPr sz="1425" b="0">
                <a:solidFill>
                  <a:srgbClr val="244A63"/>
                </a:solidFill>
                <a:latin typeface="Liberation Sans"/>
                <a:ea typeface="Liberation Sans"/>
                <a:cs typeface="Liberation Sans"/>
              </a:defRPr>
            </a:pPr>
            <a:r>
              <a:rPr sz="1425" b="0">
                <a:solidFill>
                  <a:srgbClr val="244A63"/>
                </a:solidFill>
                <a:latin typeface="Liberation Sans"/>
                <a:ea typeface="Liberation Sans"/>
                <a:cs typeface="Liberation Sans"/>
              </a:rPr>
              <a:t>→</a:t>
            </a:r>
          </a:p>
        </p:txBody>
      </p:sp>
      <p:sp>
        <p:nvSpPr>
          <p:cNvPr id="37" name="native-vector-text">
            <a:extLst xmlns:a="http://schemas.openxmlformats.org/drawingml/2006/main">
              <a:ext uri="{FF2B5EF4-FFF2-40B4-BE49-F238E27FC236}">
                <a16:creationId xmlns:a16="http://schemas.microsoft.com/office/drawing/2014/main" id="{A0350A32-6667-454B-9D2A-A5DC2EF510B8}"/>
              </a:ext>
            </a:extLst>
          </p:cNvPr>
          <p:cNvSpPr>
            <a:spLocks xmlns:a="http://schemas.openxmlformats.org/drawingml/2006/main" noGrp="1"/>
          </p:cNvSpPr>
          <p:nvPr/>
        </p:nvSpPr>
        <p:spPr>
          <a:xfrm xmlns:a="http://schemas.openxmlformats.org/drawingml/2006/main">
            <a:off x="2123828" y="4147398"/>
            <a:ext cx="158496"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244A63"/>
                </a:solidFill>
                <a:latin typeface="Liberation Sans"/>
                <a:ea typeface="Liberation Sans"/>
                <a:cs typeface="Liberation Sans"/>
              </a:defRPr>
            </a:defPPr>
            <a:lvl1pPr algn="l">
              <a:defRPr sz="1425" b="0">
                <a:solidFill>
                  <a:srgbClr val="244A63"/>
                </a:solidFill>
                <a:latin typeface="Liberation Sans"/>
                <a:ea typeface="Liberation Sans"/>
                <a:cs typeface="Liberation Sans"/>
              </a:defRPr>
            </a:lvl1pPr>
            <a:lvl2pPr algn="l">
              <a:defRPr sz="1425" b="0">
                <a:solidFill>
                  <a:srgbClr val="244A63"/>
                </a:solidFill>
                <a:latin typeface="Liberation Sans"/>
                <a:ea typeface="Liberation Sans"/>
                <a:cs typeface="Liberation Sans"/>
              </a:defRPr>
            </a:lvl2pPr>
            <a:lvl3pPr algn="l">
              <a:defRPr sz="1425" b="0">
                <a:solidFill>
                  <a:srgbClr val="244A63"/>
                </a:solidFill>
                <a:latin typeface="Liberation Sans"/>
                <a:ea typeface="Liberation Sans"/>
                <a:cs typeface="Liberation Sans"/>
              </a:defRPr>
            </a:lvl3pPr>
            <a:lvl4pPr algn="l">
              <a:defRPr sz="1425" b="0">
                <a:solidFill>
                  <a:srgbClr val="244A63"/>
                </a:solidFill>
                <a:latin typeface="Liberation Sans"/>
                <a:ea typeface="Liberation Sans"/>
                <a:cs typeface="Liberation Sans"/>
              </a:defRPr>
            </a:lvl4pPr>
            <a:lvl5pPr algn="l">
              <a:defRPr sz="1425" b="0">
                <a:solidFill>
                  <a:srgbClr val="244A63"/>
                </a:solidFill>
                <a:latin typeface="Liberation Sans"/>
                <a:ea typeface="Liberation Sans"/>
                <a:cs typeface="Liberation Sans"/>
              </a:defRPr>
            </a:lvl5pPr>
            <a:lvl6pPr algn="l">
              <a:defRPr sz="1425" b="0">
                <a:solidFill>
                  <a:srgbClr val="244A63"/>
                </a:solidFill>
                <a:latin typeface="Liberation Sans"/>
                <a:ea typeface="Liberation Sans"/>
                <a:cs typeface="Liberation Sans"/>
              </a:defRPr>
            </a:lvl6pPr>
            <a:lvl7pPr algn="l">
              <a:defRPr sz="1425" b="0">
                <a:solidFill>
                  <a:srgbClr val="244A63"/>
                </a:solidFill>
                <a:latin typeface="Liberation Sans"/>
                <a:ea typeface="Liberation Sans"/>
                <a:cs typeface="Liberation Sans"/>
              </a:defRPr>
            </a:lvl7pPr>
            <a:lvl8pPr algn="l">
              <a:defRPr sz="1425" b="0">
                <a:solidFill>
                  <a:srgbClr val="244A63"/>
                </a:solidFill>
                <a:latin typeface="Liberation Sans"/>
                <a:ea typeface="Liberation Sans"/>
                <a:cs typeface="Liberation Sans"/>
              </a:defRPr>
            </a:lvl8pPr>
            <a:lvl9pPr algn="l">
              <a:defRPr sz="1425" b="0">
                <a:solidFill>
                  <a:srgbClr val="244A63"/>
                </a:solidFill>
                <a:latin typeface="Liberation Sans"/>
                <a:ea typeface="Liberation Sans"/>
                <a:cs typeface="Liberation Sans"/>
              </a:defRPr>
            </a:lvl9pPr>
          </a:lstStyle>
          <a:p xmlns:a="http://schemas.openxmlformats.org/drawingml/2006/main">
            <a:pPr algn="l">
              <a:defRPr sz="1425" b="0">
                <a:solidFill>
                  <a:srgbClr val="244A63"/>
                </a:solidFill>
                <a:latin typeface="Liberation Sans"/>
                <a:ea typeface="Liberation Sans"/>
                <a:cs typeface="Liberation Sans"/>
              </a:defRPr>
            </a:pPr>
            <a:r>
              <a:rPr sz="1425" b="0">
                <a:solidFill>
                  <a:srgbClr val="244A63"/>
                </a:solidFill>
                <a:latin typeface="Liberation Sans"/>
                <a:ea typeface="Liberation Sans"/>
                <a:cs typeface="Liberation Sans"/>
              </a:rPr>
              <a:t>→</a:t>
            </a:r>
          </a:p>
        </p:txBody>
      </p:sp>
      <p:sp>
        <p:nvSpPr>
          <p:cNvPr id="38" name="native-vector-text">
            <a:extLst xmlns:a="http://schemas.openxmlformats.org/drawingml/2006/main">
              <a:ext uri="{FF2B5EF4-FFF2-40B4-BE49-F238E27FC236}">
                <a16:creationId xmlns:a16="http://schemas.microsoft.com/office/drawing/2014/main" id="{B93F773A-B991-4C3A-9DBF-09EA9DE02AF6}"/>
              </a:ext>
            </a:extLst>
          </p:cNvPr>
          <p:cNvSpPr>
            <a:spLocks xmlns:a="http://schemas.openxmlformats.org/drawingml/2006/main" noGrp="1"/>
          </p:cNvSpPr>
          <p:nvPr/>
        </p:nvSpPr>
        <p:spPr>
          <a:xfrm xmlns:a="http://schemas.openxmlformats.org/drawingml/2006/main">
            <a:off x="3813676" y="4147398"/>
            <a:ext cx="158496"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244A63"/>
                </a:solidFill>
                <a:latin typeface="Liberation Sans"/>
                <a:ea typeface="Liberation Sans"/>
                <a:cs typeface="Liberation Sans"/>
              </a:defRPr>
            </a:defPPr>
            <a:lvl1pPr algn="l">
              <a:defRPr sz="1425" b="0">
                <a:solidFill>
                  <a:srgbClr val="244A63"/>
                </a:solidFill>
                <a:latin typeface="Liberation Sans"/>
                <a:ea typeface="Liberation Sans"/>
                <a:cs typeface="Liberation Sans"/>
              </a:defRPr>
            </a:lvl1pPr>
            <a:lvl2pPr algn="l">
              <a:defRPr sz="1425" b="0">
                <a:solidFill>
                  <a:srgbClr val="244A63"/>
                </a:solidFill>
                <a:latin typeface="Liberation Sans"/>
                <a:ea typeface="Liberation Sans"/>
                <a:cs typeface="Liberation Sans"/>
              </a:defRPr>
            </a:lvl2pPr>
            <a:lvl3pPr algn="l">
              <a:defRPr sz="1425" b="0">
                <a:solidFill>
                  <a:srgbClr val="244A63"/>
                </a:solidFill>
                <a:latin typeface="Liberation Sans"/>
                <a:ea typeface="Liberation Sans"/>
                <a:cs typeface="Liberation Sans"/>
              </a:defRPr>
            </a:lvl3pPr>
            <a:lvl4pPr algn="l">
              <a:defRPr sz="1425" b="0">
                <a:solidFill>
                  <a:srgbClr val="244A63"/>
                </a:solidFill>
                <a:latin typeface="Liberation Sans"/>
                <a:ea typeface="Liberation Sans"/>
                <a:cs typeface="Liberation Sans"/>
              </a:defRPr>
            </a:lvl4pPr>
            <a:lvl5pPr algn="l">
              <a:defRPr sz="1425" b="0">
                <a:solidFill>
                  <a:srgbClr val="244A63"/>
                </a:solidFill>
                <a:latin typeface="Liberation Sans"/>
                <a:ea typeface="Liberation Sans"/>
                <a:cs typeface="Liberation Sans"/>
              </a:defRPr>
            </a:lvl5pPr>
            <a:lvl6pPr algn="l">
              <a:defRPr sz="1425" b="0">
                <a:solidFill>
                  <a:srgbClr val="244A63"/>
                </a:solidFill>
                <a:latin typeface="Liberation Sans"/>
                <a:ea typeface="Liberation Sans"/>
                <a:cs typeface="Liberation Sans"/>
              </a:defRPr>
            </a:lvl6pPr>
            <a:lvl7pPr algn="l">
              <a:defRPr sz="1425" b="0">
                <a:solidFill>
                  <a:srgbClr val="244A63"/>
                </a:solidFill>
                <a:latin typeface="Liberation Sans"/>
                <a:ea typeface="Liberation Sans"/>
                <a:cs typeface="Liberation Sans"/>
              </a:defRPr>
            </a:lvl7pPr>
            <a:lvl8pPr algn="l">
              <a:defRPr sz="1425" b="0">
                <a:solidFill>
                  <a:srgbClr val="244A63"/>
                </a:solidFill>
                <a:latin typeface="Liberation Sans"/>
                <a:ea typeface="Liberation Sans"/>
                <a:cs typeface="Liberation Sans"/>
              </a:defRPr>
            </a:lvl8pPr>
            <a:lvl9pPr algn="l">
              <a:defRPr sz="1425" b="0">
                <a:solidFill>
                  <a:srgbClr val="244A63"/>
                </a:solidFill>
                <a:latin typeface="Liberation Sans"/>
                <a:ea typeface="Liberation Sans"/>
                <a:cs typeface="Liberation Sans"/>
              </a:defRPr>
            </a:lvl9pPr>
          </a:lstStyle>
          <a:p xmlns:a="http://schemas.openxmlformats.org/drawingml/2006/main">
            <a:pPr algn="l">
              <a:defRPr sz="1425" b="0">
                <a:solidFill>
                  <a:srgbClr val="244A63"/>
                </a:solidFill>
                <a:latin typeface="Liberation Sans"/>
                <a:ea typeface="Liberation Sans"/>
                <a:cs typeface="Liberation Sans"/>
              </a:defRPr>
            </a:pPr>
            <a:r>
              <a:rPr sz="1425" b="0">
                <a:solidFill>
                  <a:srgbClr val="244A63"/>
                </a:solidFill>
                <a:latin typeface="Liberation Sans"/>
                <a:ea typeface="Liberation Sans"/>
                <a:cs typeface="Liberation Sans"/>
              </a:rPr>
              <a:t>→</a:t>
            </a:r>
          </a:p>
        </p:txBody>
      </p:sp>
      <p:sp>
        <p:nvSpPr>
          <p:cNvPr id="39" name="native-vector-text">
            <a:extLst xmlns:a="http://schemas.openxmlformats.org/drawingml/2006/main">
              <a:ext uri="{FF2B5EF4-FFF2-40B4-BE49-F238E27FC236}">
                <a16:creationId xmlns:a16="http://schemas.microsoft.com/office/drawing/2014/main" id="{8C5A3C9E-6C38-4714-A3A9-D7A04D05002B}"/>
              </a:ext>
            </a:extLst>
          </p:cNvPr>
          <p:cNvSpPr>
            <a:spLocks xmlns:a="http://schemas.openxmlformats.org/drawingml/2006/main" noGrp="1"/>
          </p:cNvSpPr>
          <p:nvPr/>
        </p:nvSpPr>
        <p:spPr>
          <a:xfrm xmlns:a="http://schemas.openxmlformats.org/drawingml/2006/main">
            <a:off x="1701022" y="3739504"/>
            <a:ext cx="2693956"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244A63"/>
                </a:solidFill>
                <a:latin typeface="Liberation Sans"/>
                <a:ea typeface="Liberation Sans"/>
                <a:cs typeface="Liberation Sans"/>
              </a:defRPr>
            </a:defPPr>
            <a:lvl1pPr algn="l">
              <a:defRPr sz="1425" b="0">
                <a:solidFill>
                  <a:srgbClr val="244A63"/>
                </a:solidFill>
                <a:latin typeface="Liberation Sans"/>
                <a:ea typeface="Liberation Sans"/>
                <a:cs typeface="Liberation Sans"/>
              </a:defRPr>
            </a:lvl1pPr>
            <a:lvl2pPr algn="l">
              <a:defRPr sz="1425" b="0">
                <a:solidFill>
                  <a:srgbClr val="244A63"/>
                </a:solidFill>
                <a:latin typeface="Liberation Sans"/>
                <a:ea typeface="Liberation Sans"/>
                <a:cs typeface="Liberation Sans"/>
              </a:defRPr>
            </a:lvl2pPr>
            <a:lvl3pPr algn="l">
              <a:defRPr sz="1425" b="0">
                <a:solidFill>
                  <a:srgbClr val="244A63"/>
                </a:solidFill>
                <a:latin typeface="Liberation Sans"/>
                <a:ea typeface="Liberation Sans"/>
                <a:cs typeface="Liberation Sans"/>
              </a:defRPr>
            </a:lvl3pPr>
            <a:lvl4pPr algn="l">
              <a:defRPr sz="1425" b="0">
                <a:solidFill>
                  <a:srgbClr val="244A63"/>
                </a:solidFill>
                <a:latin typeface="Liberation Sans"/>
                <a:ea typeface="Liberation Sans"/>
                <a:cs typeface="Liberation Sans"/>
              </a:defRPr>
            </a:lvl4pPr>
            <a:lvl5pPr algn="l">
              <a:defRPr sz="1425" b="0">
                <a:solidFill>
                  <a:srgbClr val="244A63"/>
                </a:solidFill>
                <a:latin typeface="Liberation Sans"/>
                <a:ea typeface="Liberation Sans"/>
                <a:cs typeface="Liberation Sans"/>
              </a:defRPr>
            </a:lvl5pPr>
            <a:lvl6pPr algn="l">
              <a:defRPr sz="1425" b="0">
                <a:solidFill>
                  <a:srgbClr val="244A63"/>
                </a:solidFill>
                <a:latin typeface="Liberation Sans"/>
                <a:ea typeface="Liberation Sans"/>
                <a:cs typeface="Liberation Sans"/>
              </a:defRPr>
            </a:lvl6pPr>
            <a:lvl7pPr algn="l">
              <a:defRPr sz="1425" b="0">
                <a:solidFill>
                  <a:srgbClr val="244A63"/>
                </a:solidFill>
                <a:latin typeface="Liberation Sans"/>
                <a:ea typeface="Liberation Sans"/>
                <a:cs typeface="Liberation Sans"/>
              </a:defRPr>
            </a:lvl7pPr>
            <a:lvl8pPr algn="l">
              <a:defRPr sz="1425" b="0">
                <a:solidFill>
                  <a:srgbClr val="244A63"/>
                </a:solidFill>
                <a:latin typeface="Liberation Sans"/>
                <a:ea typeface="Liberation Sans"/>
                <a:cs typeface="Liberation Sans"/>
              </a:defRPr>
            </a:lvl8pPr>
            <a:lvl9pPr algn="l">
              <a:defRPr sz="1425" b="0">
                <a:solidFill>
                  <a:srgbClr val="244A63"/>
                </a:solidFill>
                <a:latin typeface="Liberation Sans"/>
                <a:ea typeface="Liberation Sans"/>
                <a:cs typeface="Liberation Sans"/>
              </a:defRPr>
            </a:lvl9pPr>
          </a:lstStyle>
          <a:p xmlns:a="http://schemas.openxmlformats.org/drawingml/2006/main">
            <a:pPr algn="l">
              <a:defRPr sz="1425" b="0">
                <a:solidFill>
                  <a:srgbClr val="244A63"/>
                </a:solidFill>
                <a:latin typeface="Liberation Sans"/>
                <a:ea typeface="Liberation Sans"/>
                <a:cs typeface="Liberation Sans"/>
              </a:defRPr>
            </a:pPr>
            <a:r>
              <a:rPr sz="1425" b="0">
                <a:solidFill>
                  <a:srgbClr val="244A63"/>
                </a:solidFill>
                <a:latin typeface="Liberation Sans"/>
                <a:ea typeface="Liberation Sans"/>
                <a:cs typeface="Liberation Sans"/>
              </a:rPr>
              <a:t>Each arrow means: is eaten by</a:t>
            </a:r>
          </a:p>
        </p:txBody>
      </p:sp>
      <p:sp>
        <p:nvSpPr>
          <p:cNvPr id="40" name="picture-description">
            <a:extLst xmlns:a="http://schemas.openxmlformats.org/drawingml/2006/main">
              <a:ext uri="{FF2B5EF4-FFF2-40B4-BE49-F238E27FC236}">
                <a16:creationId xmlns:a16="http://schemas.microsoft.com/office/drawing/2014/main" id="{ED03C244-8633-47B9-82FC-EE6F6EFCC46D}"/>
              </a:ext>
            </a:extLst>
          </p:cNvPr>
          <p:cNvSpPr>
            <a:spLocks xmlns:a="http://schemas.openxmlformats.org/drawingml/2006/main" noGrp="1"/>
          </p:cNvSpPr>
          <p:nvPr/>
        </p:nvSpPr>
        <p:spPr>
          <a:xfrm xmlns:a="http://schemas.openxmlformats.org/drawingml/2006/main">
            <a:off x="5905500" y="2895600"/>
            <a:ext cx="56197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72536"/>
                </a:solidFill>
                <a:latin typeface="Liberation Sans"/>
                <a:ea typeface="Liberation Sans"/>
                <a:cs typeface="Liberation Sans"/>
              </a:defRPr>
            </a:defPPr>
            <a:lvl1pPr algn="l">
              <a:defRPr sz="1650" b="0">
                <a:solidFill>
                  <a:srgbClr val="172536"/>
                </a:solidFill>
                <a:latin typeface="Liberation Sans"/>
                <a:ea typeface="Liberation Sans"/>
                <a:cs typeface="Liberation Sans"/>
              </a:defRPr>
            </a:lvl1pPr>
            <a:lvl2pPr algn="l">
              <a:defRPr sz="1650" b="0">
                <a:solidFill>
                  <a:srgbClr val="172536"/>
                </a:solidFill>
                <a:latin typeface="Liberation Sans"/>
                <a:ea typeface="Liberation Sans"/>
                <a:cs typeface="Liberation Sans"/>
              </a:defRPr>
            </a:lvl2pPr>
            <a:lvl3pPr algn="l">
              <a:defRPr sz="1650" b="0">
                <a:solidFill>
                  <a:srgbClr val="172536"/>
                </a:solidFill>
                <a:latin typeface="Liberation Sans"/>
                <a:ea typeface="Liberation Sans"/>
                <a:cs typeface="Liberation Sans"/>
              </a:defRPr>
            </a:lvl3pPr>
            <a:lvl4pPr algn="l">
              <a:defRPr sz="1650" b="0">
                <a:solidFill>
                  <a:srgbClr val="172536"/>
                </a:solidFill>
                <a:latin typeface="Liberation Sans"/>
                <a:ea typeface="Liberation Sans"/>
                <a:cs typeface="Liberation Sans"/>
              </a:defRPr>
            </a:lvl4pPr>
            <a:lvl5pPr algn="l">
              <a:defRPr sz="1650" b="0">
                <a:solidFill>
                  <a:srgbClr val="172536"/>
                </a:solidFill>
                <a:latin typeface="Liberation Sans"/>
                <a:ea typeface="Liberation Sans"/>
                <a:cs typeface="Liberation Sans"/>
              </a:defRPr>
            </a:lvl5pPr>
            <a:lvl6pPr algn="l">
              <a:defRPr sz="1650" b="0">
                <a:solidFill>
                  <a:srgbClr val="172536"/>
                </a:solidFill>
                <a:latin typeface="Liberation Sans"/>
                <a:ea typeface="Liberation Sans"/>
                <a:cs typeface="Liberation Sans"/>
              </a:defRPr>
            </a:lvl6pPr>
            <a:lvl7pPr algn="l">
              <a:defRPr sz="1650" b="0">
                <a:solidFill>
                  <a:srgbClr val="172536"/>
                </a:solidFill>
                <a:latin typeface="Liberation Sans"/>
                <a:ea typeface="Liberation Sans"/>
                <a:cs typeface="Liberation Sans"/>
              </a:defRPr>
            </a:lvl7pPr>
            <a:lvl8pPr algn="l">
              <a:defRPr sz="1650" b="0">
                <a:solidFill>
                  <a:srgbClr val="172536"/>
                </a:solidFill>
                <a:latin typeface="Liberation Sans"/>
                <a:ea typeface="Liberation Sans"/>
                <a:cs typeface="Liberation Sans"/>
              </a:defRPr>
            </a:lvl8pPr>
            <a:lvl9pPr algn="l">
              <a:defRPr sz="1650" b="0">
                <a:solidFill>
                  <a:srgbClr val="172536"/>
                </a:solidFill>
                <a:latin typeface="Liberation Sans"/>
                <a:ea typeface="Liberation Sans"/>
                <a:cs typeface="Liberation Sans"/>
              </a:defRPr>
            </a:lvl9pPr>
          </a:lstStyle>
          <a:p xmlns:a="http://schemas.openxmlformats.org/drawingml/2006/main">
            <a:pPr algn="l">
              <a:defRPr sz="1650" b="0">
                <a:solidFill>
                  <a:srgbClr val="172536"/>
                </a:solidFill>
                <a:latin typeface="Liberation Sans"/>
                <a:ea typeface="Liberation Sans"/>
                <a:cs typeface="Liberation Sans"/>
              </a:defRPr>
            </a:pPr>
            <a:r>
              <a:rPr sz="1650" b="0">
                <a:solidFill>
                  <a:srgbClr val="172536"/>
                </a:solidFill>
                <a:latin typeface="Liberation Sans"/>
                <a:ea typeface="Liberation Sans"/>
                <a:cs typeface="Liberation Sans"/>
              </a:rPr>
              <a:t>Food passes from grass to rabbit to fox, and from</a:t>
            </a:r>
          </a:p>
          <a:p xmlns:a="http://schemas.openxmlformats.org/drawingml/2006/main">
            <a:pPr algn="l">
              <a:defRPr sz="1650" b="0">
                <a:solidFill>
                  <a:srgbClr val="172536"/>
                </a:solidFill>
                <a:latin typeface="Liberation Sans"/>
                <a:ea typeface="Liberation Sans"/>
                <a:cs typeface="Liberation Sans"/>
              </a:defRPr>
            </a:pPr>
            <a:r>
              <a:rPr sz="1650" b="0">
                <a:solidFill>
                  <a:srgbClr val="172536"/>
                </a:solidFill>
                <a:latin typeface="Liberation Sans"/>
                <a:ea typeface="Liberation Sans"/>
                <a:cs typeface="Liberation Sans"/>
              </a:rPr>
              <a:t>leaves to caterpillar to robin</a:t>
            </a:r>
          </a:p>
        </p:txBody>
      </p:sp>
      <p:sp>
        <p:nvSpPr>
          <p:cNvPr id="41" name="book-direction">
            <a:extLst xmlns:a="http://schemas.openxmlformats.org/drawingml/2006/main">
              <a:ext uri="{FF2B5EF4-FFF2-40B4-BE49-F238E27FC236}">
                <a16:creationId xmlns:a16="http://schemas.microsoft.com/office/drawing/2014/main" id="{BFD051AC-8B37-4AA6-9265-0A3CE074D5D3}"/>
              </a:ext>
            </a:extLst>
          </p:cNvPr>
          <p:cNvSpPr>
            <a:spLocks xmlns:a="http://schemas.openxmlformats.org/drawingml/2006/main" noGrp="1"/>
          </p:cNvSpPr>
          <p:nvPr/>
        </p:nvSpPr>
        <p:spPr>
          <a:xfrm xmlns:a="http://schemas.openxmlformats.org/drawingml/2006/main">
            <a:off x="609600" y="5048250"/>
            <a:ext cx="109061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172536"/>
                </a:solidFill>
                <a:latin typeface="Liberation Sans"/>
                <a:ea typeface="Liberation Sans"/>
                <a:cs typeface="Liberation Sans"/>
              </a:defRPr>
            </a:defPPr>
            <a:lvl1pPr algn="l">
              <a:defRPr sz="1500" b="0">
                <a:solidFill>
                  <a:srgbClr val="172536"/>
                </a:solidFill>
                <a:latin typeface="Liberation Sans"/>
                <a:ea typeface="Liberation Sans"/>
                <a:cs typeface="Liberation Sans"/>
              </a:defRPr>
            </a:lvl1pPr>
            <a:lvl2pPr algn="l">
              <a:defRPr sz="1500" b="0">
                <a:solidFill>
                  <a:srgbClr val="172536"/>
                </a:solidFill>
                <a:latin typeface="Liberation Sans"/>
                <a:ea typeface="Liberation Sans"/>
                <a:cs typeface="Liberation Sans"/>
              </a:defRPr>
            </a:lvl2pPr>
            <a:lvl3pPr algn="l">
              <a:defRPr sz="1500" b="0">
                <a:solidFill>
                  <a:srgbClr val="172536"/>
                </a:solidFill>
                <a:latin typeface="Liberation Sans"/>
                <a:ea typeface="Liberation Sans"/>
                <a:cs typeface="Liberation Sans"/>
              </a:defRPr>
            </a:lvl3pPr>
            <a:lvl4pPr algn="l">
              <a:defRPr sz="1500" b="0">
                <a:solidFill>
                  <a:srgbClr val="172536"/>
                </a:solidFill>
                <a:latin typeface="Liberation Sans"/>
                <a:ea typeface="Liberation Sans"/>
                <a:cs typeface="Liberation Sans"/>
              </a:defRPr>
            </a:lvl4pPr>
            <a:lvl5pPr algn="l">
              <a:defRPr sz="1500" b="0">
                <a:solidFill>
                  <a:srgbClr val="172536"/>
                </a:solidFill>
                <a:latin typeface="Liberation Sans"/>
                <a:ea typeface="Liberation Sans"/>
                <a:cs typeface="Liberation Sans"/>
              </a:defRPr>
            </a:lvl5pPr>
            <a:lvl6pPr algn="l">
              <a:defRPr sz="1500" b="0">
                <a:solidFill>
                  <a:srgbClr val="172536"/>
                </a:solidFill>
                <a:latin typeface="Liberation Sans"/>
                <a:ea typeface="Liberation Sans"/>
                <a:cs typeface="Liberation Sans"/>
              </a:defRPr>
            </a:lvl6pPr>
            <a:lvl7pPr algn="l">
              <a:defRPr sz="1500" b="0">
                <a:solidFill>
                  <a:srgbClr val="172536"/>
                </a:solidFill>
                <a:latin typeface="Liberation Sans"/>
                <a:ea typeface="Liberation Sans"/>
                <a:cs typeface="Liberation Sans"/>
              </a:defRPr>
            </a:lvl7pPr>
            <a:lvl8pPr algn="l">
              <a:defRPr sz="1500" b="0">
                <a:solidFill>
                  <a:srgbClr val="172536"/>
                </a:solidFill>
                <a:latin typeface="Liberation Sans"/>
                <a:ea typeface="Liberation Sans"/>
                <a:cs typeface="Liberation Sans"/>
              </a:defRPr>
            </a:lvl8pPr>
            <a:lvl9pPr algn="l">
              <a:defRPr sz="1500" b="0">
                <a:solidFill>
                  <a:srgbClr val="172536"/>
                </a:solidFill>
                <a:latin typeface="Liberation Sans"/>
                <a:ea typeface="Liberation Sans"/>
                <a:cs typeface="Liberation Sans"/>
              </a:defRPr>
            </a:lvl9pPr>
          </a:lstStyle>
          <a:p xmlns:a="http://schemas.openxmlformats.org/drawingml/2006/main">
            <a:pPr algn="l">
              <a:defRPr sz="1500" b="0">
                <a:solidFill>
                  <a:srgbClr val="172536"/>
                </a:solidFill>
                <a:latin typeface="Liberation Sans"/>
                <a:ea typeface="Liberation Sans"/>
                <a:cs typeface="Liberation Sans"/>
              </a:defRPr>
            </a:pPr>
            <a:r>
              <a:rPr sz="1500" b="0">
                <a:solidFill>
                  <a:srgbClr val="172536"/>
                </a:solidFill>
                <a:latin typeface="Liberation Sans"/>
                <a:ea typeface="Liberation Sans"/>
                <a:cs typeface="Liberation Sans"/>
              </a:rPr>
              <a:t>In your book: Watch the model; point to the evidence. No writing yet.</a:t>
            </a:r>
          </a:p>
        </p:txBody>
      </p:sp>
    </p:spTree>
    <p:extLst>
      <p:ext uri="{BB962C8B-B14F-4D97-AF65-F5344CB8AC3E}">
        <p14:creationId xmlns:p14="http://schemas.microsoft.com/office/powerpoint/2010/main" val="208837905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2" name="lesson-header">
            <a:extLst xmlns:a="http://schemas.openxmlformats.org/drawingml/2006/main">
              <a:ext uri="{FF2B5EF4-FFF2-40B4-BE49-F238E27FC236}">
                <a16:creationId xmlns:a16="http://schemas.microsoft.com/office/drawing/2014/main" id="{0CFAEE8C-061E-4101-867F-3C19C2007D78}"/>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vl1pPr algn="l">
              <a:defRPr sz="1425" b="1">
                <a:solidFill>
                  <a:srgbClr val="355E7B"/>
                </a:solidFill>
                <a:latin typeface="Liberation Sans"/>
                <a:ea typeface="Liberation Sans"/>
                <a:cs typeface="Liberation Sans"/>
              </a:defRPr>
            </a:lvl1pPr>
            <a:lvl2pPr algn="l">
              <a:defRPr sz="1425" b="1">
                <a:solidFill>
                  <a:srgbClr val="355E7B"/>
                </a:solidFill>
                <a:latin typeface="Liberation Sans"/>
                <a:ea typeface="Liberation Sans"/>
                <a:cs typeface="Liberation Sans"/>
              </a:defRPr>
            </a:lvl2pPr>
            <a:lvl3pPr algn="l">
              <a:defRPr sz="1425" b="1">
                <a:solidFill>
                  <a:srgbClr val="355E7B"/>
                </a:solidFill>
                <a:latin typeface="Liberation Sans"/>
                <a:ea typeface="Liberation Sans"/>
                <a:cs typeface="Liberation Sans"/>
              </a:defRPr>
            </a:lvl3pPr>
            <a:lvl4pPr algn="l">
              <a:defRPr sz="1425" b="1">
                <a:solidFill>
                  <a:srgbClr val="355E7B"/>
                </a:solidFill>
                <a:latin typeface="Liberation Sans"/>
                <a:ea typeface="Liberation Sans"/>
                <a:cs typeface="Liberation Sans"/>
              </a:defRPr>
            </a:lvl4pPr>
            <a:lvl5pPr algn="l">
              <a:defRPr sz="1425" b="1">
                <a:solidFill>
                  <a:srgbClr val="355E7B"/>
                </a:solidFill>
                <a:latin typeface="Liberation Sans"/>
                <a:ea typeface="Liberation Sans"/>
                <a:cs typeface="Liberation Sans"/>
              </a:defRPr>
            </a:lvl5pPr>
            <a:lvl6pPr algn="l">
              <a:defRPr sz="1425" b="1">
                <a:solidFill>
                  <a:srgbClr val="355E7B"/>
                </a:solidFill>
                <a:latin typeface="Liberation Sans"/>
                <a:ea typeface="Liberation Sans"/>
                <a:cs typeface="Liberation Sans"/>
              </a:defRPr>
            </a:lvl6pPr>
            <a:lvl7pPr algn="l">
              <a:defRPr sz="1425" b="1">
                <a:solidFill>
                  <a:srgbClr val="355E7B"/>
                </a:solidFill>
                <a:latin typeface="Liberation Sans"/>
                <a:ea typeface="Liberation Sans"/>
                <a:cs typeface="Liberation Sans"/>
              </a:defRPr>
            </a:lvl7pPr>
            <a:lvl8pPr algn="l">
              <a:defRPr sz="1425" b="1">
                <a:solidFill>
                  <a:srgbClr val="355E7B"/>
                </a:solidFill>
                <a:latin typeface="Liberation Sans"/>
                <a:ea typeface="Liberation Sans"/>
                <a:cs typeface="Liberation Sans"/>
              </a:defRPr>
            </a:lvl8pPr>
            <a:lvl9pPr algn="l">
              <a:defRPr sz="1425" b="1">
                <a:solidFill>
                  <a:srgbClr val="355E7B"/>
                </a:solidFill>
                <a:latin typeface="Liberation Sans"/>
                <a:ea typeface="Liberation Sans"/>
                <a:cs typeface="Liberation Sans"/>
              </a:defRPr>
            </a:lvl9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SCIENCE · AUTUMN 1 · Week 8</a:t>
            </a:r>
          </a:p>
        </p:txBody>
      </p:sp>
      <p:sp>
        <p:nvSpPr>
          <p:cNvPr id="2" name="stage-clock">
            <a:extLst xmlns:a="http://schemas.openxmlformats.org/drawingml/2006/main">
              <a:ext uri="{FF2B5EF4-FFF2-40B4-BE49-F238E27FC236}">
                <a16:creationId xmlns:a16="http://schemas.microsoft.com/office/drawing/2014/main" id="{5D9BA307-C2BD-4689-AF0F-1E5E63944AE9}"/>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vl1pPr algn="r">
              <a:defRPr sz="1425" b="1">
                <a:solidFill>
                  <a:srgbClr val="355E7B"/>
                </a:solidFill>
                <a:latin typeface="Liberation Sans"/>
                <a:ea typeface="Liberation Sans"/>
                <a:cs typeface="Liberation Sans"/>
              </a:defRPr>
            </a:lvl1pPr>
            <a:lvl2pPr algn="r">
              <a:defRPr sz="1425" b="1">
                <a:solidFill>
                  <a:srgbClr val="355E7B"/>
                </a:solidFill>
                <a:latin typeface="Liberation Sans"/>
                <a:ea typeface="Liberation Sans"/>
                <a:cs typeface="Liberation Sans"/>
              </a:defRPr>
            </a:lvl2pPr>
            <a:lvl3pPr algn="r">
              <a:defRPr sz="1425" b="1">
                <a:solidFill>
                  <a:srgbClr val="355E7B"/>
                </a:solidFill>
                <a:latin typeface="Liberation Sans"/>
                <a:ea typeface="Liberation Sans"/>
                <a:cs typeface="Liberation Sans"/>
              </a:defRPr>
            </a:lvl3pPr>
            <a:lvl4pPr algn="r">
              <a:defRPr sz="1425" b="1">
                <a:solidFill>
                  <a:srgbClr val="355E7B"/>
                </a:solidFill>
                <a:latin typeface="Liberation Sans"/>
                <a:ea typeface="Liberation Sans"/>
                <a:cs typeface="Liberation Sans"/>
              </a:defRPr>
            </a:lvl4pPr>
            <a:lvl5pPr algn="r">
              <a:defRPr sz="1425" b="1">
                <a:solidFill>
                  <a:srgbClr val="355E7B"/>
                </a:solidFill>
                <a:latin typeface="Liberation Sans"/>
                <a:ea typeface="Liberation Sans"/>
                <a:cs typeface="Liberation Sans"/>
              </a:defRPr>
            </a:lvl5pPr>
            <a:lvl6pPr algn="r">
              <a:defRPr sz="1425" b="1">
                <a:solidFill>
                  <a:srgbClr val="355E7B"/>
                </a:solidFill>
                <a:latin typeface="Liberation Sans"/>
                <a:ea typeface="Liberation Sans"/>
                <a:cs typeface="Liberation Sans"/>
              </a:defRPr>
            </a:lvl6pPr>
            <a:lvl7pPr algn="r">
              <a:defRPr sz="1425" b="1">
                <a:solidFill>
                  <a:srgbClr val="355E7B"/>
                </a:solidFill>
                <a:latin typeface="Liberation Sans"/>
                <a:ea typeface="Liberation Sans"/>
                <a:cs typeface="Liberation Sans"/>
              </a:defRPr>
            </a:lvl7pPr>
            <a:lvl8pPr algn="r">
              <a:defRPr sz="1425" b="1">
                <a:solidFill>
                  <a:srgbClr val="355E7B"/>
                </a:solidFill>
                <a:latin typeface="Liberation Sans"/>
                <a:ea typeface="Liberation Sans"/>
                <a:cs typeface="Liberation Sans"/>
              </a:defRPr>
            </a:lvl8pPr>
            <a:lvl9pPr algn="r">
              <a:defRPr sz="1425" b="1">
                <a:solidFill>
                  <a:srgbClr val="355E7B"/>
                </a:solidFill>
                <a:latin typeface="Liberation Sans"/>
                <a:ea typeface="Liberation Sans"/>
                <a:cs typeface="Liberation Sans"/>
              </a:defRPr>
            </a:lvl9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follow the evidence · 4 min · 06 to 10</a:t>
            </a:r>
          </a:p>
        </p:txBody>
      </p:sp>
      <p:sp>
        <p:nvSpPr>
          <p:cNvPr id="3" name="slide-title">
            <a:extLst xmlns:a="http://schemas.openxmlformats.org/drawingml/2006/main">
              <a:ext uri="{FF2B5EF4-FFF2-40B4-BE49-F238E27FC236}">
                <a16:creationId xmlns:a16="http://schemas.microsoft.com/office/drawing/2014/main" id="{5E3CC411-EF36-47AA-8FD4-6F292A0502DC}"/>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vl1pPr algn="l">
              <a:defRPr sz="2700" b="1">
                <a:solidFill>
                  <a:srgbClr val="355E7B"/>
                </a:solidFill>
                <a:latin typeface="Liberation Sans"/>
                <a:ea typeface="Liberation Sans"/>
                <a:cs typeface="Liberation Sans"/>
              </a:defRPr>
            </a:lvl1pPr>
            <a:lvl2pPr algn="l">
              <a:defRPr sz="2700" b="1">
                <a:solidFill>
                  <a:srgbClr val="355E7B"/>
                </a:solidFill>
                <a:latin typeface="Liberation Sans"/>
                <a:ea typeface="Liberation Sans"/>
                <a:cs typeface="Liberation Sans"/>
              </a:defRPr>
            </a:lvl2pPr>
            <a:lvl3pPr algn="l">
              <a:defRPr sz="2700" b="1">
                <a:solidFill>
                  <a:srgbClr val="355E7B"/>
                </a:solidFill>
                <a:latin typeface="Liberation Sans"/>
                <a:ea typeface="Liberation Sans"/>
                <a:cs typeface="Liberation Sans"/>
              </a:defRPr>
            </a:lvl3pPr>
            <a:lvl4pPr algn="l">
              <a:defRPr sz="2700" b="1">
                <a:solidFill>
                  <a:srgbClr val="355E7B"/>
                </a:solidFill>
                <a:latin typeface="Liberation Sans"/>
                <a:ea typeface="Liberation Sans"/>
                <a:cs typeface="Liberation Sans"/>
              </a:defRPr>
            </a:lvl4pPr>
            <a:lvl5pPr algn="l">
              <a:defRPr sz="2700" b="1">
                <a:solidFill>
                  <a:srgbClr val="355E7B"/>
                </a:solidFill>
                <a:latin typeface="Liberation Sans"/>
                <a:ea typeface="Liberation Sans"/>
                <a:cs typeface="Liberation Sans"/>
              </a:defRPr>
            </a:lvl5pPr>
            <a:lvl6pPr algn="l">
              <a:defRPr sz="2700" b="1">
                <a:solidFill>
                  <a:srgbClr val="355E7B"/>
                </a:solidFill>
                <a:latin typeface="Liberation Sans"/>
                <a:ea typeface="Liberation Sans"/>
                <a:cs typeface="Liberation Sans"/>
              </a:defRPr>
            </a:lvl6pPr>
            <a:lvl7pPr algn="l">
              <a:defRPr sz="2700" b="1">
                <a:solidFill>
                  <a:srgbClr val="355E7B"/>
                </a:solidFill>
                <a:latin typeface="Liberation Sans"/>
                <a:ea typeface="Liberation Sans"/>
                <a:cs typeface="Liberation Sans"/>
              </a:defRPr>
            </a:lvl7pPr>
            <a:lvl8pPr algn="l">
              <a:defRPr sz="2700" b="1">
                <a:solidFill>
                  <a:srgbClr val="355E7B"/>
                </a:solidFill>
                <a:latin typeface="Liberation Sans"/>
                <a:ea typeface="Liberation Sans"/>
                <a:cs typeface="Liberation Sans"/>
              </a:defRPr>
            </a:lvl8pPr>
            <a:lvl9pPr algn="l">
              <a:defRPr sz="2700" b="1">
                <a:solidFill>
                  <a:srgbClr val="355E7B"/>
                </a:solidFill>
                <a:latin typeface="Liberation Sans"/>
                <a:ea typeface="Liberation Sans"/>
                <a:cs typeface="Liberation Sans"/>
              </a:defRPr>
            </a:lvl9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follow the evidence</a:t>
            </a:r>
          </a:p>
        </p:txBody>
      </p:sp>
      <p:sp>
        <p:nvSpPr>
          <p:cNvPr id="4" name="shape">
            <a:extLst xmlns:a="http://schemas.openxmlformats.org/drawingml/2006/main">
              <a:ext uri="{FF2B5EF4-FFF2-40B4-BE49-F238E27FC236}">
                <a16:creationId xmlns:a16="http://schemas.microsoft.com/office/drawing/2014/main" id="{9AE86915-54A3-4538-8172-6E31FB4DC0B2}"/>
              </a:ext>
            </a:extLst>
          </p:cNvPr>
          <p:cNvSpPr>
            <a:spLocks xmlns:a="http://schemas.openxmlformats.org/drawingml/2006/main" noGrp="1"/>
          </p:cNvSpPr>
          <p:nvPr/>
        </p:nvSpPr>
        <p:spPr>
          <a:xfrm xmlns:a="http://schemas.openxmlformats.org/drawingml/2006/main">
            <a:off x="381000"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62A30A5F-5FC8-427C-89D7-A142F583719B}"/>
              </a:ext>
            </a:extLst>
          </p:cNvPr>
          <p:cNvSpPr>
            <a:spLocks xmlns:a="http://schemas.openxmlformats.org/drawingml/2006/main" noGrp="1"/>
          </p:cNvSpPr>
          <p:nvPr/>
        </p:nvSpPr>
        <p:spPr>
          <a:xfrm xmlns:a="http://schemas.openxmlformats.org/drawingml/2006/main">
            <a:off x="1234678"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0298D56C-1495-4A79-86C9-06F620D9CA43}"/>
              </a:ext>
            </a:extLst>
          </p:cNvPr>
          <p:cNvSpPr>
            <a:spLocks xmlns:a="http://schemas.openxmlformats.org/drawingml/2006/main" noGrp="1"/>
          </p:cNvSpPr>
          <p:nvPr/>
        </p:nvSpPr>
        <p:spPr>
          <a:xfrm xmlns:a="http://schemas.openxmlformats.org/drawingml/2006/main">
            <a:off x="2088356" y="1381125"/>
            <a:ext cx="110966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E1A03A2E-B9F6-43CF-8FDD-2ABEF2EC885F}"/>
              </a:ext>
            </a:extLst>
          </p:cNvPr>
          <p:cNvSpPr>
            <a:spLocks xmlns:a="http://schemas.openxmlformats.org/drawingml/2006/main" noGrp="1"/>
          </p:cNvSpPr>
          <p:nvPr/>
        </p:nvSpPr>
        <p:spPr>
          <a:xfrm xmlns:a="http://schemas.openxmlformats.org/drawingml/2006/main">
            <a:off x="3226594"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1B8A43E5-2213-4F12-8F49-1560E93057E5}"/>
              </a:ext>
            </a:extLst>
          </p:cNvPr>
          <p:cNvSpPr>
            <a:spLocks xmlns:a="http://schemas.openxmlformats.org/drawingml/2006/main" noGrp="1"/>
          </p:cNvSpPr>
          <p:nvPr/>
        </p:nvSpPr>
        <p:spPr>
          <a:xfrm xmlns:a="http://schemas.openxmlformats.org/drawingml/2006/main">
            <a:off x="4364831"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F314A957-0388-4F51-8FF0-DB92F71AE810}"/>
              </a:ext>
            </a:extLst>
          </p:cNvPr>
          <p:cNvSpPr>
            <a:spLocks xmlns:a="http://schemas.openxmlformats.org/drawingml/2006/main" noGrp="1"/>
          </p:cNvSpPr>
          <p:nvPr/>
        </p:nvSpPr>
        <p:spPr>
          <a:xfrm xmlns:a="http://schemas.openxmlformats.org/drawingml/2006/main">
            <a:off x="5218509"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shape">
            <a:extLst xmlns:a="http://schemas.openxmlformats.org/drawingml/2006/main">
              <a:ext uri="{FF2B5EF4-FFF2-40B4-BE49-F238E27FC236}">
                <a16:creationId xmlns:a16="http://schemas.microsoft.com/office/drawing/2014/main" id="{DF286F8D-E5ED-40CC-AF8F-CB2D4B6A3C21}"/>
              </a:ext>
            </a:extLst>
          </p:cNvPr>
          <p:cNvSpPr>
            <a:spLocks xmlns:a="http://schemas.openxmlformats.org/drawingml/2006/main" noGrp="1"/>
          </p:cNvSpPr>
          <p:nvPr/>
        </p:nvSpPr>
        <p:spPr>
          <a:xfrm xmlns:a="http://schemas.openxmlformats.org/drawingml/2006/main">
            <a:off x="6356747" y="1381125"/>
            <a:ext cx="540544"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1" name="shape">
            <a:extLst xmlns:a="http://schemas.openxmlformats.org/drawingml/2006/main">
              <a:ext uri="{FF2B5EF4-FFF2-40B4-BE49-F238E27FC236}">
                <a16:creationId xmlns:a16="http://schemas.microsoft.com/office/drawing/2014/main" id="{5E9FFA95-9A41-4184-88F8-C54DC3B5F15F}"/>
              </a:ext>
            </a:extLst>
          </p:cNvPr>
          <p:cNvSpPr>
            <a:spLocks xmlns:a="http://schemas.openxmlformats.org/drawingml/2006/main" noGrp="1"/>
          </p:cNvSpPr>
          <p:nvPr/>
        </p:nvSpPr>
        <p:spPr>
          <a:xfrm xmlns:a="http://schemas.openxmlformats.org/drawingml/2006/main">
            <a:off x="6925866" y="1381125"/>
            <a:ext cx="540544"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2" name="shape">
            <a:extLst xmlns:a="http://schemas.openxmlformats.org/drawingml/2006/main">
              <a:ext uri="{FF2B5EF4-FFF2-40B4-BE49-F238E27FC236}">
                <a16:creationId xmlns:a16="http://schemas.microsoft.com/office/drawing/2014/main" id="{068685E7-3AF1-408D-A039-066B7EF8FE2A}"/>
              </a:ext>
            </a:extLst>
          </p:cNvPr>
          <p:cNvSpPr>
            <a:spLocks xmlns:a="http://schemas.openxmlformats.org/drawingml/2006/main" noGrp="1"/>
          </p:cNvSpPr>
          <p:nvPr/>
        </p:nvSpPr>
        <p:spPr>
          <a:xfrm xmlns:a="http://schemas.openxmlformats.org/drawingml/2006/main">
            <a:off x="7494984"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3" name="shape">
            <a:extLst xmlns:a="http://schemas.openxmlformats.org/drawingml/2006/main">
              <a:ext uri="{FF2B5EF4-FFF2-40B4-BE49-F238E27FC236}">
                <a16:creationId xmlns:a16="http://schemas.microsoft.com/office/drawing/2014/main" id="{0AB84556-CDB0-419E-A771-561493E21EE3}"/>
              </a:ext>
            </a:extLst>
          </p:cNvPr>
          <p:cNvSpPr>
            <a:spLocks xmlns:a="http://schemas.openxmlformats.org/drawingml/2006/main" noGrp="1"/>
          </p:cNvSpPr>
          <p:nvPr/>
        </p:nvSpPr>
        <p:spPr>
          <a:xfrm xmlns:a="http://schemas.openxmlformats.org/drawingml/2006/main">
            <a:off x="9771459"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4" name="shape">
            <a:extLst xmlns:a="http://schemas.openxmlformats.org/drawingml/2006/main">
              <a:ext uri="{FF2B5EF4-FFF2-40B4-BE49-F238E27FC236}">
                <a16:creationId xmlns:a16="http://schemas.microsoft.com/office/drawing/2014/main" id="{D6424268-FD5E-4730-801E-2C93F967CB85}"/>
              </a:ext>
            </a:extLst>
          </p:cNvPr>
          <p:cNvSpPr>
            <a:spLocks xmlns:a="http://schemas.openxmlformats.org/drawingml/2006/main" noGrp="1"/>
          </p:cNvSpPr>
          <p:nvPr/>
        </p:nvSpPr>
        <p:spPr>
          <a:xfrm xmlns:a="http://schemas.openxmlformats.org/drawingml/2006/main">
            <a:off x="10625138"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5" name="objective-footer">
            <a:extLst xmlns:a="http://schemas.openxmlformats.org/drawingml/2006/main">
              <a:ext uri="{FF2B5EF4-FFF2-40B4-BE49-F238E27FC236}">
                <a16:creationId xmlns:a16="http://schemas.microsoft.com/office/drawing/2014/main" id="{0E3BB705-2E86-4BA9-92F8-C49DA14275E4}"/>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vl1pPr algn="l">
              <a:defRPr sz="1425" b="0">
                <a:solidFill>
                  <a:srgbClr val="46586A"/>
                </a:solidFill>
                <a:latin typeface="Liberation Sans"/>
                <a:ea typeface="Liberation Sans"/>
                <a:cs typeface="Liberation Sans"/>
              </a:defRPr>
            </a:lvl1pPr>
            <a:lvl2pPr algn="l">
              <a:defRPr sz="1425" b="0">
                <a:solidFill>
                  <a:srgbClr val="46586A"/>
                </a:solidFill>
                <a:latin typeface="Liberation Sans"/>
                <a:ea typeface="Liberation Sans"/>
                <a:cs typeface="Liberation Sans"/>
              </a:defRPr>
            </a:lvl2pPr>
            <a:lvl3pPr algn="l">
              <a:defRPr sz="1425" b="0">
                <a:solidFill>
                  <a:srgbClr val="46586A"/>
                </a:solidFill>
                <a:latin typeface="Liberation Sans"/>
                <a:ea typeface="Liberation Sans"/>
                <a:cs typeface="Liberation Sans"/>
              </a:defRPr>
            </a:lvl3pPr>
            <a:lvl4pPr algn="l">
              <a:defRPr sz="1425" b="0">
                <a:solidFill>
                  <a:srgbClr val="46586A"/>
                </a:solidFill>
                <a:latin typeface="Liberation Sans"/>
                <a:ea typeface="Liberation Sans"/>
                <a:cs typeface="Liberation Sans"/>
              </a:defRPr>
            </a:lvl4pPr>
            <a:lvl5pPr algn="l">
              <a:defRPr sz="1425" b="0">
                <a:solidFill>
                  <a:srgbClr val="46586A"/>
                </a:solidFill>
                <a:latin typeface="Liberation Sans"/>
                <a:ea typeface="Liberation Sans"/>
                <a:cs typeface="Liberation Sans"/>
              </a:defRPr>
            </a:lvl5pPr>
            <a:lvl6pPr algn="l">
              <a:defRPr sz="1425" b="0">
                <a:solidFill>
                  <a:srgbClr val="46586A"/>
                </a:solidFill>
                <a:latin typeface="Liberation Sans"/>
                <a:ea typeface="Liberation Sans"/>
                <a:cs typeface="Liberation Sans"/>
              </a:defRPr>
            </a:lvl6pPr>
            <a:lvl7pPr algn="l">
              <a:defRPr sz="1425" b="0">
                <a:solidFill>
                  <a:srgbClr val="46586A"/>
                </a:solidFill>
                <a:latin typeface="Liberation Sans"/>
                <a:ea typeface="Liberation Sans"/>
                <a:cs typeface="Liberation Sans"/>
              </a:defRPr>
            </a:lvl7pPr>
            <a:lvl8pPr algn="l">
              <a:defRPr sz="1425" b="0">
                <a:solidFill>
                  <a:srgbClr val="46586A"/>
                </a:solidFill>
                <a:latin typeface="Liberation Sans"/>
                <a:ea typeface="Liberation Sans"/>
                <a:cs typeface="Liberation Sans"/>
              </a:defRPr>
            </a:lvl8pPr>
            <a:lvl9pPr algn="l">
              <a:defRPr sz="1425" b="0">
                <a:solidFill>
                  <a:srgbClr val="46586A"/>
                </a:solidFill>
                <a:latin typeface="Liberation Sans"/>
                <a:ea typeface="Liberation Sans"/>
                <a:cs typeface="Liberation Sans"/>
              </a:defRPr>
            </a:lvl9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I can explain that animals get food by eating, and plants can make their own food.</a:t>
            </a:r>
          </a:p>
        </p:txBody>
      </p:sp>
      <p:sp>
        <p:nvSpPr>
          <p:cNvPr id="16" name="blank-version-footer">
            <a:extLst xmlns:a="http://schemas.openxmlformats.org/drawingml/2006/main">
              <a:ext uri="{FF2B5EF4-FFF2-40B4-BE49-F238E27FC236}">
                <a16:creationId xmlns:a16="http://schemas.microsoft.com/office/drawing/2014/main" id="{9F45C381-3898-45D8-9E75-0DC1201A60D8}"/>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vl1pPr algn="l">
              <a:defRPr sz="1425" b="0">
                <a:solidFill>
                  <a:srgbClr val="46586A"/>
                </a:solidFill>
                <a:latin typeface="Liberation Sans"/>
                <a:ea typeface="Liberation Sans"/>
                <a:cs typeface="Liberation Sans"/>
              </a:defRPr>
            </a:lvl1pPr>
            <a:lvl2pPr algn="l">
              <a:defRPr sz="1425" b="0">
                <a:solidFill>
                  <a:srgbClr val="46586A"/>
                </a:solidFill>
                <a:latin typeface="Liberation Sans"/>
                <a:ea typeface="Liberation Sans"/>
                <a:cs typeface="Liberation Sans"/>
              </a:defRPr>
            </a:lvl2pPr>
            <a:lvl3pPr algn="l">
              <a:defRPr sz="1425" b="0">
                <a:solidFill>
                  <a:srgbClr val="46586A"/>
                </a:solidFill>
                <a:latin typeface="Liberation Sans"/>
                <a:ea typeface="Liberation Sans"/>
                <a:cs typeface="Liberation Sans"/>
              </a:defRPr>
            </a:lvl3pPr>
            <a:lvl4pPr algn="l">
              <a:defRPr sz="1425" b="0">
                <a:solidFill>
                  <a:srgbClr val="46586A"/>
                </a:solidFill>
                <a:latin typeface="Liberation Sans"/>
                <a:ea typeface="Liberation Sans"/>
                <a:cs typeface="Liberation Sans"/>
              </a:defRPr>
            </a:lvl4pPr>
            <a:lvl5pPr algn="l">
              <a:defRPr sz="1425" b="0">
                <a:solidFill>
                  <a:srgbClr val="46586A"/>
                </a:solidFill>
                <a:latin typeface="Liberation Sans"/>
                <a:ea typeface="Liberation Sans"/>
                <a:cs typeface="Liberation Sans"/>
              </a:defRPr>
            </a:lvl5pPr>
            <a:lvl6pPr algn="l">
              <a:defRPr sz="1425" b="0">
                <a:solidFill>
                  <a:srgbClr val="46586A"/>
                </a:solidFill>
                <a:latin typeface="Liberation Sans"/>
                <a:ea typeface="Liberation Sans"/>
                <a:cs typeface="Liberation Sans"/>
              </a:defRPr>
            </a:lvl6pPr>
            <a:lvl7pPr algn="l">
              <a:defRPr sz="1425" b="0">
                <a:solidFill>
                  <a:srgbClr val="46586A"/>
                </a:solidFill>
                <a:latin typeface="Liberation Sans"/>
                <a:ea typeface="Liberation Sans"/>
                <a:cs typeface="Liberation Sans"/>
              </a:defRPr>
            </a:lvl7pPr>
            <a:lvl8pPr algn="l">
              <a:defRPr sz="1425" b="0">
                <a:solidFill>
                  <a:srgbClr val="46586A"/>
                </a:solidFill>
                <a:latin typeface="Liberation Sans"/>
                <a:ea typeface="Liberation Sans"/>
                <a:cs typeface="Liberation Sans"/>
              </a:defRPr>
            </a:lvl8pPr>
            <a:lvl9pPr algn="l">
              <a:defRPr sz="1425" b="0">
                <a:solidFill>
                  <a:srgbClr val="46586A"/>
                </a:solidFill>
                <a:latin typeface="Liberation Sans"/>
                <a:ea typeface="Liberation Sans"/>
                <a:cs typeface="Liberation Sans"/>
              </a:defRPr>
            </a:lvl9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SCI-BUILD-A1-W08-P1 · Version: ______ · Source page SHA-256: ______</a:t>
            </a:r>
          </a:p>
        </p:txBody>
      </p:sp>
      <p:sp>
        <p:nvSpPr>
          <p:cNvPr id="17" name="slide-progress">
            <a:extLst xmlns:a="http://schemas.openxmlformats.org/drawingml/2006/main">
              <a:ext uri="{FF2B5EF4-FFF2-40B4-BE49-F238E27FC236}">
                <a16:creationId xmlns:a16="http://schemas.microsoft.com/office/drawing/2014/main" id="{AF22F27D-5034-4F8B-8754-C35FBC51A49D}"/>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vl1pPr algn="r">
              <a:defRPr sz="1425" b="0">
                <a:solidFill>
                  <a:srgbClr val="46586A"/>
                </a:solidFill>
                <a:latin typeface="Liberation Sans"/>
                <a:ea typeface="Liberation Sans"/>
                <a:cs typeface="Liberation Sans"/>
              </a:defRPr>
            </a:lvl1pPr>
            <a:lvl2pPr algn="r">
              <a:defRPr sz="1425" b="0">
                <a:solidFill>
                  <a:srgbClr val="46586A"/>
                </a:solidFill>
                <a:latin typeface="Liberation Sans"/>
                <a:ea typeface="Liberation Sans"/>
                <a:cs typeface="Liberation Sans"/>
              </a:defRPr>
            </a:lvl2pPr>
            <a:lvl3pPr algn="r">
              <a:defRPr sz="1425" b="0">
                <a:solidFill>
                  <a:srgbClr val="46586A"/>
                </a:solidFill>
                <a:latin typeface="Liberation Sans"/>
                <a:ea typeface="Liberation Sans"/>
                <a:cs typeface="Liberation Sans"/>
              </a:defRPr>
            </a:lvl3pPr>
            <a:lvl4pPr algn="r">
              <a:defRPr sz="1425" b="0">
                <a:solidFill>
                  <a:srgbClr val="46586A"/>
                </a:solidFill>
                <a:latin typeface="Liberation Sans"/>
                <a:ea typeface="Liberation Sans"/>
                <a:cs typeface="Liberation Sans"/>
              </a:defRPr>
            </a:lvl4pPr>
            <a:lvl5pPr algn="r">
              <a:defRPr sz="1425" b="0">
                <a:solidFill>
                  <a:srgbClr val="46586A"/>
                </a:solidFill>
                <a:latin typeface="Liberation Sans"/>
                <a:ea typeface="Liberation Sans"/>
                <a:cs typeface="Liberation Sans"/>
              </a:defRPr>
            </a:lvl5pPr>
            <a:lvl6pPr algn="r">
              <a:defRPr sz="1425" b="0">
                <a:solidFill>
                  <a:srgbClr val="46586A"/>
                </a:solidFill>
                <a:latin typeface="Liberation Sans"/>
                <a:ea typeface="Liberation Sans"/>
                <a:cs typeface="Liberation Sans"/>
              </a:defRPr>
            </a:lvl6pPr>
            <a:lvl7pPr algn="r">
              <a:defRPr sz="1425" b="0">
                <a:solidFill>
                  <a:srgbClr val="46586A"/>
                </a:solidFill>
                <a:latin typeface="Liberation Sans"/>
                <a:ea typeface="Liberation Sans"/>
                <a:cs typeface="Liberation Sans"/>
              </a:defRPr>
            </a:lvl7pPr>
            <a:lvl8pPr algn="r">
              <a:defRPr sz="1425" b="0">
                <a:solidFill>
                  <a:srgbClr val="46586A"/>
                </a:solidFill>
                <a:latin typeface="Liberation Sans"/>
                <a:ea typeface="Liberation Sans"/>
                <a:cs typeface="Liberation Sans"/>
              </a:defRPr>
            </a:lvl8pPr>
            <a:lvl9pPr algn="r">
              <a:defRPr sz="1425" b="0">
                <a:solidFill>
                  <a:srgbClr val="46586A"/>
                </a:solidFill>
                <a:latin typeface="Liberation Sans"/>
                <a:ea typeface="Liberation Sans"/>
                <a:cs typeface="Liberation Sans"/>
              </a:defRPr>
            </a:lvl9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10 / 29</a:t>
            </a:r>
          </a:p>
        </p:txBody>
      </p:sp>
      <p:sp>
        <p:nvSpPr>
          <p:cNvPr id="18" name="licence-footer">
            <a:extLst xmlns:a="http://schemas.openxmlformats.org/drawingml/2006/main">
              <a:ext uri="{FF2B5EF4-FFF2-40B4-BE49-F238E27FC236}">
                <a16:creationId xmlns:a16="http://schemas.microsoft.com/office/drawing/2014/main" id="{AC523E31-8BF5-4EBA-A785-32E2C67EB463}"/>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vl1pPr algn="l">
              <a:defRPr sz="1425" b="0">
                <a:solidFill>
                  <a:srgbClr val="46586A"/>
                </a:solidFill>
                <a:latin typeface="Liberation Sans"/>
                <a:ea typeface="Liberation Sans"/>
                <a:cs typeface="Liberation Sans"/>
              </a:defRPr>
            </a:lvl1pPr>
            <a:lvl2pPr algn="l">
              <a:defRPr sz="1425" b="0">
                <a:solidFill>
                  <a:srgbClr val="46586A"/>
                </a:solidFill>
                <a:latin typeface="Liberation Sans"/>
                <a:ea typeface="Liberation Sans"/>
                <a:cs typeface="Liberation Sans"/>
              </a:defRPr>
            </a:lvl2pPr>
            <a:lvl3pPr algn="l">
              <a:defRPr sz="1425" b="0">
                <a:solidFill>
                  <a:srgbClr val="46586A"/>
                </a:solidFill>
                <a:latin typeface="Liberation Sans"/>
                <a:ea typeface="Liberation Sans"/>
                <a:cs typeface="Liberation Sans"/>
              </a:defRPr>
            </a:lvl3pPr>
            <a:lvl4pPr algn="l">
              <a:defRPr sz="1425" b="0">
                <a:solidFill>
                  <a:srgbClr val="46586A"/>
                </a:solidFill>
                <a:latin typeface="Liberation Sans"/>
                <a:ea typeface="Liberation Sans"/>
                <a:cs typeface="Liberation Sans"/>
              </a:defRPr>
            </a:lvl4pPr>
            <a:lvl5pPr algn="l">
              <a:defRPr sz="1425" b="0">
                <a:solidFill>
                  <a:srgbClr val="46586A"/>
                </a:solidFill>
                <a:latin typeface="Liberation Sans"/>
                <a:ea typeface="Liberation Sans"/>
                <a:cs typeface="Liberation Sans"/>
              </a:defRPr>
            </a:lvl5pPr>
            <a:lvl6pPr algn="l">
              <a:defRPr sz="1425" b="0">
                <a:solidFill>
                  <a:srgbClr val="46586A"/>
                </a:solidFill>
                <a:latin typeface="Liberation Sans"/>
                <a:ea typeface="Liberation Sans"/>
                <a:cs typeface="Liberation Sans"/>
              </a:defRPr>
            </a:lvl6pPr>
            <a:lvl7pPr algn="l">
              <a:defRPr sz="1425" b="0">
                <a:solidFill>
                  <a:srgbClr val="46586A"/>
                </a:solidFill>
                <a:latin typeface="Liberation Sans"/>
                <a:ea typeface="Liberation Sans"/>
                <a:cs typeface="Liberation Sans"/>
              </a:defRPr>
            </a:lvl7pPr>
            <a:lvl8pPr algn="l">
              <a:defRPr sz="1425" b="0">
                <a:solidFill>
                  <a:srgbClr val="46586A"/>
                </a:solidFill>
                <a:latin typeface="Liberation Sans"/>
                <a:ea typeface="Liberation Sans"/>
                <a:cs typeface="Liberation Sans"/>
              </a:defRPr>
            </a:lvl8pPr>
            <a:lvl9pPr algn="l">
              <a:defRPr sz="1425" b="0">
                <a:solidFill>
                  <a:srgbClr val="46586A"/>
                </a:solidFill>
                <a:latin typeface="Liberation Sans"/>
                <a:ea typeface="Liberation Sans"/>
                <a:cs typeface="Liberation Sans"/>
              </a:defRPr>
            </a:lvl9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9" name="">
            <a:extLst xmlns:a="http://schemas.openxmlformats.org/drawingml/2006/main">
              <a:ext uri="{FF2B5EF4-FFF2-40B4-BE49-F238E27FC236}">
                <a16:creationId xmlns:a16="http://schemas.microsoft.com/office/drawing/2014/main" id="{2259D864-E158-4F81-946D-D3D5F2476A2F}"/>
              </a:ext>
            </a:extLst>
          </p:cNvPr>
          <p:cNvPicPr>
            <a:picLocks xmlns:a="http://schemas.openxmlformats.org/drawingml/2006/main" noChangeAspect="1"/>
          </p:cNvPicPr>
          <p:nvPr/>
        </p:nvPicPr>
        <p:blipFill>
          <a:blip xmlns:r="http://schemas.openxmlformats.org/officeDocument/2006/relationships" xmlns:a="http://schemas.openxmlformats.org/drawingml/2006/main" r:embed="R33546a06c1df4f9d"/>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20" name="shape">
            <a:extLst xmlns:a="http://schemas.openxmlformats.org/drawingml/2006/main">
              <a:ext uri="{FF2B5EF4-FFF2-40B4-BE49-F238E27FC236}">
                <a16:creationId xmlns:a16="http://schemas.microsoft.com/office/drawing/2014/main" id="{4BCB3964-B441-4223-8022-98A0AE441FF7}"/>
              </a:ext>
            </a:extLst>
          </p:cNvPr>
          <p:cNvSpPr>
            <a:spLocks xmlns:a="http://schemas.openxmlformats.org/drawingml/2006/main" noGrp="1"/>
          </p:cNvSpPr>
          <p:nvPr/>
        </p:nvSpPr>
        <p:spPr>
          <a:xfrm xmlns:a="http://schemas.openxmlformats.org/drawingml/2006/main">
            <a:off x="381000" y="1657350"/>
            <a:ext cx="11430000" cy="3695700"/>
          </a:xfrm>
          <a:prstGeom xmlns:a="http://schemas.openxmlformats.org/drawingml/2006/main" prst="rect">
            <a:avLst/>
          </a:prstGeom>
          <a:solidFill xmlns:a="http://schemas.openxmlformats.org/drawingml/2006/main">
            <a:srgbClr val="FFFFFF"/>
          </a:solidFill>
          <a:ln xmlns:a="http://schemas.openxmlformats.org/drawingml/2006/main" w="9525">
            <a:solidFill>
              <a:srgbClr val="B9C7D1"/>
            </a:solidFill>
            <a:prstDash val="solid"/>
          </a:ln>
        </p:spPr>
      </p:sp>
      <p:sp>
        <p:nvSpPr>
          <p:cNvPr id="21" name="pupil-text">
            <a:extLst xmlns:a="http://schemas.openxmlformats.org/drawingml/2006/main">
              <a:ext uri="{FF2B5EF4-FFF2-40B4-BE49-F238E27FC236}">
                <a16:creationId xmlns:a16="http://schemas.microsoft.com/office/drawing/2014/main" id="{F3014819-A03E-43CA-BB73-A78836319E5C}"/>
              </a:ext>
            </a:extLst>
          </p:cNvPr>
          <p:cNvSpPr>
            <a:spLocks xmlns:a="http://schemas.openxmlformats.org/drawingml/2006/main" noGrp="1"/>
          </p:cNvSpPr>
          <p:nvPr/>
        </p:nvSpPr>
        <p:spPr>
          <a:xfrm xmlns:a="http://schemas.openxmlformats.org/drawingml/2006/main">
            <a:off x="628650" y="1752600"/>
            <a:ext cx="10858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355E7B"/>
                </a:solidFill>
                <a:latin typeface="Liberation Sans"/>
                <a:ea typeface="Liberation Sans"/>
                <a:cs typeface="Liberation Sans"/>
              </a:defRPr>
            </a:defPPr>
            <a:lvl1pPr algn="l">
              <a:defRPr sz="2250" b="1">
                <a:solidFill>
                  <a:srgbClr val="355E7B"/>
                </a:solidFill>
                <a:latin typeface="Liberation Sans"/>
                <a:ea typeface="Liberation Sans"/>
                <a:cs typeface="Liberation Sans"/>
              </a:defRPr>
            </a:lvl1pPr>
            <a:lvl2pPr algn="l">
              <a:defRPr sz="2250" b="1">
                <a:solidFill>
                  <a:srgbClr val="355E7B"/>
                </a:solidFill>
                <a:latin typeface="Liberation Sans"/>
                <a:ea typeface="Liberation Sans"/>
                <a:cs typeface="Liberation Sans"/>
              </a:defRPr>
            </a:lvl2pPr>
            <a:lvl3pPr algn="l">
              <a:defRPr sz="2250" b="1">
                <a:solidFill>
                  <a:srgbClr val="355E7B"/>
                </a:solidFill>
                <a:latin typeface="Liberation Sans"/>
                <a:ea typeface="Liberation Sans"/>
                <a:cs typeface="Liberation Sans"/>
              </a:defRPr>
            </a:lvl3pPr>
            <a:lvl4pPr algn="l">
              <a:defRPr sz="2250" b="1">
                <a:solidFill>
                  <a:srgbClr val="355E7B"/>
                </a:solidFill>
                <a:latin typeface="Liberation Sans"/>
                <a:ea typeface="Liberation Sans"/>
                <a:cs typeface="Liberation Sans"/>
              </a:defRPr>
            </a:lvl4pPr>
            <a:lvl5pPr algn="l">
              <a:defRPr sz="2250" b="1">
                <a:solidFill>
                  <a:srgbClr val="355E7B"/>
                </a:solidFill>
                <a:latin typeface="Liberation Sans"/>
                <a:ea typeface="Liberation Sans"/>
                <a:cs typeface="Liberation Sans"/>
              </a:defRPr>
            </a:lvl5pPr>
            <a:lvl6pPr algn="l">
              <a:defRPr sz="2250" b="1">
                <a:solidFill>
                  <a:srgbClr val="355E7B"/>
                </a:solidFill>
                <a:latin typeface="Liberation Sans"/>
                <a:ea typeface="Liberation Sans"/>
                <a:cs typeface="Liberation Sans"/>
              </a:defRPr>
            </a:lvl6pPr>
            <a:lvl7pPr algn="l">
              <a:defRPr sz="2250" b="1">
                <a:solidFill>
                  <a:srgbClr val="355E7B"/>
                </a:solidFill>
                <a:latin typeface="Liberation Sans"/>
                <a:ea typeface="Liberation Sans"/>
                <a:cs typeface="Liberation Sans"/>
              </a:defRPr>
            </a:lvl7pPr>
            <a:lvl8pPr algn="l">
              <a:defRPr sz="2250" b="1">
                <a:solidFill>
                  <a:srgbClr val="355E7B"/>
                </a:solidFill>
                <a:latin typeface="Liberation Sans"/>
                <a:ea typeface="Liberation Sans"/>
                <a:cs typeface="Liberation Sans"/>
              </a:defRPr>
            </a:lvl8pPr>
            <a:lvl9pPr algn="l">
              <a:defRPr sz="2250" b="1">
                <a:solidFill>
                  <a:srgbClr val="355E7B"/>
                </a:solidFill>
                <a:latin typeface="Liberation Sans"/>
                <a:ea typeface="Liberation Sans"/>
                <a:cs typeface="Liberation Sans"/>
              </a:defRPr>
            </a:lvl9pPr>
          </a:lstStyle>
          <a:p xmlns:a="http://schemas.openxmlformats.org/drawingml/2006/main">
            <a:pPr algn="l">
              <a:defRPr sz="2250" b="1">
                <a:solidFill>
                  <a:srgbClr val="355E7B"/>
                </a:solidFill>
                <a:latin typeface="Liberation Sans"/>
                <a:ea typeface="Liberation Sans"/>
                <a:cs typeface="Liberation Sans"/>
              </a:defRPr>
            </a:pPr>
            <a:r>
              <a:rPr sz="2250" b="1">
                <a:solidFill>
                  <a:srgbClr val="355E7B"/>
                </a:solidFill>
                <a:latin typeface="Liberation Sans"/>
                <a:ea typeface="Liberation Sans"/>
                <a:cs typeface="Liberation Sans"/>
              </a:rPr>
              <a:t>food chain</a:t>
            </a:r>
          </a:p>
        </p:txBody>
      </p:sp>
      <p:sp>
        <p:nvSpPr>
          <p:cNvPr id="22" name="pupil-text">
            <a:extLst xmlns:a="http://schemas.openxmlformats.org/drawingml/2006/main">
              <a:ext uri="{FF2B5EF4-FFF2-40B4-BE49-F238E27FC236}">
                <a16:creationId xmlns:a16="http://schemas.microsoft.com/office/drawing/2014/main" id="{8482A23E-E397-401B-B0DF-5B844355AB1F}"/>
              </a:ext>
            </a:extLst>
          </p:cNvPr>
          <p:cNvSpPr>
            <a:spLocks xmlns:a="http://schemas.openxmlformats.org/drawingml/2006/main" noGrp="1"/>
          </p:cNvSpPr>
          <p:nvPr/>
        </p:nvSpPr>
        <p:spPr>
          <a:xfrm xmlns:a="http://schemas.openxmlformats.org/drawingml/2006/main">
            <a:off x="628650" y="2133600"/>
            <a:ext cx="10858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72536"/>
                </a:solidFill>
                <a:latin typeface="Liberation Sans"/>
                <a:ea typeface="Liberation Sans"/>
                <a:cs typeface="Liberation Sans"/>
              </a:defRPr>
            </a:defPPr>
            <a:lvl1pPr algn="l">
              <a:defRPr sz="1950" b="0">
                <a:solidFill>
                  <a:srgbClr val="172536"/>
                </a:solidFill>
                <a:latin typeface="Liberation Sans"/>
                <a:ea typeface="Liberation Sans"/>
                <a:cs typeface="Liberation Sans"/>
              </a:defRPr>
            </a:lvl1pPr>
            <a:lvl2pPr algn="l">
              <a:defRPr sz="1950" b="0">
                <a:solidFill>
                  <a:srgbClr val="172536"/>
                </a:solidFill>
                <a:latin typeface="Liberation Sans"/>
                <a:ea typeface="Liberation Sans"/>
                <a:cs typeface="Liberation Sans"/>
              </a:defRPr>
            </a:lvl2pPr>
            <a:lvl3pPr algn="l">
              <a:defRPr sz="1950" b="0">
                <a:solidFill>
                  <a:srgbClr val="172536"/>
                </a:solidFill>
                <a:latin typeface="Liberation Sans"/>
                <a:ea typeface="Liberation Sans"/>
                <a:cs typeface="Liberation Sans"/>
              </a:defRPr>
            </a:lvl3pPr>
            <a:lvl4pPr algn="l">
              <a:defRPr sz="1950" b="0">
                <a:solidFill>
                  <a:srgbClr val="172536"/>
                </a:solidFill>
                <a:latin typeface="Liberation Sans"/>
                <a:ea typeface="Liberation Sans"/>
                <a:cs typeface="Liberation Sans"/>
              </a:defRPr>
            </a:lvl4pPr>
            <a:lvl5pPr algn="l">
              <a:defRPr sz="1950" b="0">
                <a:solidFill>
                  <a:srgbClr val="172536"/>
                </a:solidFill>
                <a:latin typeface="Liberation Sans"/>
                <a:ea typeface="Liberation Sans"/>
                <a:cs typeface="Liberation Sans"/>
              </a:defRPr>
            </a:lvl5pPr>
            <a:lvl6pPr algn="l">
              <a:defRPr sz="1950" b="0">
                <a:solidFill>
                  <a:srgbClr val="172536"/>
                </a:solidFill>
                <a:latin typeface="Liberation Sans"/>
                <a:ea typeface="Liberation Sans"/>
                <a:cs typeface="Liberation Sans"/>
              </a:defRPr>
            </a:lvl6pPr>
            <a:lvl7pPr algn="l">
              <a:defRPr sz="1950" b="0">
                <a:solidFill>
                  <a:srgbClr val="172536"/>
                </a:solidFill>
                <a:latin typeface="Liberation Sans"/>
                <a:ea typeface="Liberation Sans"/>
                <a:cs typeface="Liberation Sans"/>
              </a:defRPr>
            </a:lvl7pPr>
            <a:lvl8pPr algn="l">
              <a:defRPr sz="1950" b="0">
                <a:solidFill>
                  <a:srgbClr val="172536"/>
                </a:solidFill>
                <a:latin typeface="Liberation Sans"/>
                <a:ea typeface="Liberation Sans"/>
                <a:cs typeface="Liberation Sans"/>
              </a:defRPr>
            </a:lvl8pPr>
            <a:lvl9pPr algn="l">
              <a:defRPr sz="1950" b="0">
                <a:solidFill>
                  <a:srgbClr val="172536"/>
                </a:solidFill>
                <a:latin typeface="Liberation Sans"/>
                <a:ea typeface="Liberation Sans"/>
                <a:cs typeface="Liberation Sans"/>
              </a:defRPr>
            </a:lvl9pPr>
          </a:lstStyle>
          <a:p xmlns:a="http://schemas.openxmlformats.org/drawingml/2006/main">
            <a:pPr algn="l">
              <a:defRPr sz="1950" b="0">
                <a:solidFill>
                  <a:srgbClr val="172536"/>
                </a:solidFill>
                <a:latin typeface="Liberation Sans"/>
                <a:ea typeface="Liberation Sans"/>
                <a:cs typeface="Liberation Sans"/>
              </a:defRPr>
            </a:pPr>
            <a:r>
              <a:rPr sz="1950" b="0">
                <a:solidFill>
                  <a:srgbClr val="172536"/>
                </a:solidFill>
                <a:latin typeface="Liberation Sans"/>
                <a:ea typeface="Liberation Sans"/>
                <a:cs typeface="Liberation Sans"/>
              </a:rPr>
              <a:t>a model. It shows what eats what</a:t>
            </a:r>
          </a:p>
        </p:txBody>
      </p:sp>
      <p:sp>
        <p:nvSpPr>
          <p:cNvPr id="23" name="native-vector-1-rect">
            <a:extLst xmlns:a="http://schemas.openxmlformats.org/drawingml/2006/main">
              <a:ext uri="{FF2B5EF4-FFF2-40B4-BE49-F238E27FC236}">
                <a16:creationId xmlns:a16="http://schemas.microsoft.com/office/drawing/2014/main" id="{A2A004A3-4CB4-4EF9-A1B8-EF19D0BE493C}"/>
              </a:ext>
            </a:extLst>
          </p:cNvPr>
          <p:cNvSpPr>
            <a:spLocks xmlns:a="http://schemas.openxmlformats.org/drawingml/2006/main" noGrp="1"/>
          </p:cNvSpPr>
          <p:nvPr/>
        </p:nvSpPr>
        <p:spPr>
          <a:xfrm xmlns:a="http://schemas.openxmlformats.org/drawingml/2006/main">
            <a:off x="658906" y="3286965"/>
            <a:ext cx="1383926" cy="437029"/>
          </a:xfrm>
          <a:prstGeom xmlns:a="http://schemas.openxmlformats.org/drawingml/2006/main" prst="rect">
            <a:avLst/>
          </a:prstGeom>
          <a:solidFill xmlns:a="http://schemas.openxmlformats.org/drawingml/2006/main">
            <a:srgbClr val="D5E6BC"/>
          </a:solidFill>
          <a:ln xmlns:a="http://schemas.openxmlformats.org/drawingml/2006/main" w="7284">
            <a:solidFill>
              <a:srgbClr val="244A63"/>
            </a:solidFill>
            <a:prstDash val="solid"/>
          </a:ln>
        </p:spPr>
      </p:sp>
      <p:sp>
        <p:nvSpPr>
          <p:cNvPr id="24" name="native-vector-2-rect">
            <a:extLst xmlns:a="http://schemas.openxmlformats.org/drawingml/2006/main">
              <a:ext uri="{FF2B5EF4-FFF2-40B4-BE49-F238E27FC236}">
                <a16:creationId xmlns:a16="http://schemas.microsoft.com/office/drawing/2014/main" id="{EEE3555C-3630-4B2F-B1D8-B62959DA9641}"/>
              </a:ext>
            </a:extLst>
          </p:cNvPr>
          <p:cNvSpPr>
            <a:spLocks xmlns:a="http://schemas.openxmlformats.org/drawingml/2006/main" noGrp="1"/>
          </p:cNvSpPr>
          <p:nvPr/>
        </p:nvSpPr>
        <p:spPr>
          <a:xfrm xmlns:a="http://schemas.openxmlformats.org/drawingml/2006/main">
            <a:off x="2356037" y="3286965"/>
            <a:ext cx="1383926" cy="437029"/>
          </a:xfrm>
          <a:prstGeom xmlns:a="http://schemas.openxmlformats.org/drawingml/2006/main" prst="rect">
            <a:avLst/>
          </a:prstGeom>
          <a:solidFill xmlns:a="http://schemas.openxmlformats.org/drawingml/2006/main">
            <a:srgbClr val="D5E6BC"/>
          </a:solidFill>
          <a:ln xmlns:a="http://schemas.openxmlformats.org/drawingml/2006/main" w="7284">
            <a:solidFill>
              <a:srgbClr val="244A63"/>
            </a:solidFill>
            <a:prstDash val="solid"/>
          </a:ln>
        </p:spPr>
      </p:sp>
      <p:sp>
        <p:nvSpPr>
          <p:cNvPr id="25" name="native-vector-3-rect">
            <a:extLst xmlns:a="http://schemas.openxmlformats.org/drawingml/2006/main">
              <a:ext uri="{FF2B5EF4-FFF2-40B4-BE49-F238E27FC236}">
                <a16:creationId xmlns:a16="http://schemas.microsoft.com/office/drawing/2014/main" id="{830551EE-7D9D-426C-B49C-C15E34FC6FED}"/>
              </a:ext>
            </a:extLst>
          </p:cNvPr>
          <p:cNvSpPr>
            <a:spLocks xmlns:a="http://schemas.openxmlformats.org/drawingml/2006/main" noGrp="1"/>
          </p:cNvSpPr>
          <p:nvPr/>
        </p:nvSpPr>
        <p:spPr>
          <a:xfrm xmlns:a="http://schemas.openxmlformats.org/drawingml/2006/main">
            <a:off x="4053168" y="3286965"/>
            <a:ext cx="1383926" cy="437029"/>
          </a:xfrm>
          <a:prstGeom xmlns:a="http://schemas.openxmlformats.org/drawingml/2006/main" prst="rect">
            <a:avLst/>
          </a:prstGeom>
          <a:solidFill xmlns:a="http://schemas.openxmlformats.org/drawingml/2006/main">
            <a:srgbClr val="D5E6BC"/>
          </a:solidFill>
          <a:ln xmlns:a="http://schemas.openxmlformats.org/drawingml/2006/main" w="7284">
            <a:solidFill>
              <a:srgbClr val="244A63"/>
            </a:solidFill>
            <a:prstDash val="solid"/>
          </a:ln>
        </p:spPr>
      </p:sp>
      <p:sp>
        <p:nvSpPr>
          <p:cNvPr id="26" name="native-vector-4-rect">
            <a:extLst xmlns:a="http://schemas.openxmlformats.org/drawingml/2006/main">
              <a:ext uri="{FF2B5EF4-FFF2-40B4-BE49-F238E27FC236}">
                <a16:creationId xmlns:a16="http://schemas.microsoft.com/office/drawing/2014/main" id="{0E76BF94-D50C-49E1-A6AF-EE4B04BE6F29}"/>
              </a:ext>
            </a:extLst>
          </p:cNvPr>
          <p:cNvSpPr>
            <a:spLocks xmlns:a="http://schemas.openxmlformats.org/drawingml/2006/main" noGrp="1"/>
          </p:cNvSpPr>
          <p:nvPr/>
        </p:nvSpPr>
        <p:spPr>
          <a:xfrm xmlns:a="http://schemas.openxmlformats.org/drawingml/2006/main">
            <a:off x="658906" y="4015348"/>
            <a:ext cx="1383926" cy="437029"/>
          </a:xfrm>
          <a:prstGeom xmlns:a="http://schemas.openxmlformats.org/drawingml/2006/main" prst="rect">
            <a:avLst/>
          </a:prstGeom>
          <a:solidFill xmlns:a="http://schemas.openxmlformats.org/drawingml/2006/main">
            <a:srgbClr val="D5E6BC"/>
          </a:solidFill>
          <a:ln xmlns:a="http://schemas.openxmlformats.org/drawingml/2006/main" w="7284">
            <a:solidFill>
              <a:srgbClr val="244A63"/>
            </a:solidFill>
            <a:prstDash val="solid"/>
          </a:ln>
        </p:spPr>
      </p:sp>
      <p:sp>
        <p:nvSpPr>
          <p:cNvPr id="27" name="native-vector-5-rect">
            <a:extLst xmlns:a="http://schemas.openxmlformats.org/drawingml/2006/main">
              <a:ext uri="{FF2B5EF4-FFF2-40B4-BE49-F238E27FC236}">
                <a16:creationId xmlns:a16="http://schemas.microsoft.com/office/drawing/2014/main" id="{7F5658F1-18EE-46EA-A6C3-B41007A6DD98}"/>
              </a:ext>
            </a:extLst>
          </p:cNvPr>
          <p:cNvSpPr>
            <a:spLocks xmlns:a="http://schemas.openxmlformats.org/drawingml/2006/main" noGrp="1"/>
          </p:cNvSpPr>
          <p:nvPr/>
        </p:nvSpPr>
        <p:spPr>
          <a:xfrm xmlns:a="http://schemas.openxmlformats.org/drawingml/2006/main">
            <a:off x="2356037" y="4015348"/>
            <a:ext cx="1383926" cy="437029"/>
          </a:xfrm>
          <a:prstGeom xmlns:a="http://schemas.openxmlformats.org/drawingml/2006/main" prst="rect">
            <a:avLst/>
          </a:prstGeom>
          <a:solidFill xmlns:a="http://schemas.openxmlformats.org/drawingml/2006/main">
            <a:srgbClr val="D5E6BC"/>
          </a:solidFill>
          <a:ln xmlns:a="http://schemas.openxmlformats.org/drawingml/2006/main" w="7284">
            <a:solidFill>
              <a:srgbClr val="244A63"/>
            </a:solidFill>
            <a:prstDash val="solid"/>
          </a:ln>
        </p:spPr>
      </p:sp>
      <p:sp>
        <p:nvSpPr>
          <p:cNvPr id="28" name="native-vector-6-rect">
            <a:extLst xmlns:a="http://schemas.openxmlformats.org/drawingml/2006/main">
              <a:ext uri="{FF2B5EF4-FFF2-40B4-BE49-F238E27FC236}">
                <a16:creationId xmlns:a16="http://schemas.microsoft.com/office/drawing/2014/main" id="{541B9BCC-DE48-43F1-999B-3B01AB6F4068}"/>
              </a:ext>
            </a:extLst>
          </p:cNvPr>
          <p:cNvSpPr>
            <a:spLocks xmlns:a="http://schemas.openxmlformats.org/drawingml/2006/main" noGrp="1"/>
          </p:cNvSpPr>
          <p:nvPr/>
        </p:nvSpPr>
        <p:spPr>
          <a:xfrm xmlns:a="http://schemas.openxmlformats.org/drawingml/2006/main">
            <a:off x="4053168" y="4015348"/>
            <a:ext cx="1383926" cy="437029"/>
          </a:xfrm>
          <a:prstGeom xmlns:a="http://schemas.openxmlformats.org/drawingml/2006/main" prst="rect">
            <a:avLst/>
          </a:prstGeom>
          <a:solidFill xmlns:a="http://schemas.openxmlformats.org/drawingml/2006/main">
            <a:srgbClr val="D5E6BC"/>
          </a:solidFill>
          <a:ln xmlns:a="http://schemas.openxmlformats.org/drawingml/2006/main" w="7284">
            <a:solidFill>
              <a:srgbClr val="244A63"/>
            </a:solidFill>
            <a:prstDash val="solid"/>
          </a:ln>
        </p:spPr>
      </p:sp>
      <p:sp>
        <p:nvSpPr>
          <p:cNvPr id="29" name="native-vector-text">
            <a:extLst xmlns:a="http://schemas.openxmlformats.org/drawingml/2006/main">
              <a:ext uri="{FF2B5EF4-FFF2-40B4-BE49-F238E27FC236}">
                <a16:creationId xmlns:a16="http://schemas.microsoft.com/office/drawing/2014/main" id="{4E776525-F7E5-4956-8250-E4ABC2CB65A9}"/>
              </a:ext>
            </a:extLst>
          </p:cNvPr>
          <p:cNvSpPr>
            <a:spLocks xmlns:a="http://schemas.openxmlformats.org/drawingml/2006/main" noGrp="1"/>
          </p:cNvSpPr>
          <p:nvPr/>
        </p:nvSpPr>
        <p:spPr>
          <a:xfrm xmlns:a="http://schemas.openxmlformats.org/drawingml/2006/main">
            <a:off x="1068929" y="3419016"/>
            <a:ext cx="56388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244A63"/>
                </a:solidFill>
                <a:latin typeface="Liberation Sans"/>
                <a:ea typeface="Liberation Sans"/>
                <a:cs typeface="Liberation Sans"/>
              </a:defRPr>
            </a:defPPr>
            <a:lvl1pPr algn="l">
              <a:defRPr sz="1425" b="0">
                <a:solidFill>
                  <a:srgbClr val="244A63"/>
                </a:solidFill>
                <a:latin typeface="Liberation Sans"/>
                <a:ea typeface="Liberation Sans"/>
                <a:cs typeface="Liberation Sans"/>
              </a:defRPr>
            </a:lvl1pPr>
            <a:lvl2pPr algn="l">
              <a:defRPr sz="1425" b="0">
                <a:solidFill>
                  <a:srgbClr val="244A63"/>
                </a:solidFill>
                <a:latin typeface="Liberation Sans"/>
                <a:ea typeface="Liberation Sans"/>
                <a:cs typeface="Liberation Sans"/>
              </a:defRPr>
            </a:lvl2pPr>
            <a:lvl3pPr algn="l">
              <a:defRPr sz="1425" b="0">
                <a:solidFill>
                  <a:srgbClr val="244A63"/>
                </a:solidFill>
                <a:latin typeface="Liberation Sans"/>
                <a:ea typeface="Liberation Sans"/>
                <a:cs typeface="Liberation Sans"/>
              </a:defRPr>
            </a:lvl3pPr>
            <a:lvl4pPr algn="l">
              <a:defRPr sz="1425" b="0">
                <a:solidFill>
                  <a:srgbClr val="244A63"/>
                </a:solidFill>
                <a:latin typeface="Liberation Sans"/>
                <a:ea typeface="Liberation Sans"/>
                <a:cs typeface="Liberation Sans"/>
              </a:defRPr>
            </a:lvl4pPr>
            <a:lvl5pPr algn="l">
              <a:defRPr sz="1425" b="0">
                <a:solidFill>
                  <a:srgbClr val="244A63"/>
                </a:solidFill>
                <a:latin typeface="Liberation Sans"/>
                <a:ea typeface="Liberation Sans"/>
                <a:cs typeface="Liberation Sans"/>
              </a:defRPr>
            </a:lvl5pPr>
            <a:lvl6pPr algn="l">
              <a:defRPr sz="1425" b="0">
                <a:solidFill>
                  <a:srgbClr val="244A63"/>
                </a:solidFill>
                <a:latin typeface="Liberation Sans"/>
                <a:ea typeface="Liberation Sans"/>
                <a:cs typeface="Liberation Sans"/>
              </a:defRPr>
            </a:lvl6pPr>
            <a:lvl7pPr algn="l">
              <a:defRPr sz="1425" b="0">
                <a:solidFill>
                  <a:srgbClr val="244A63"/>
                </a:solidFill>
                <a:latin typeface="Liberation Sans"/>
                <a:ea typeface="Liberation Sans"/>
                <a:cs typeface="Liberation Sans"/>
              </a:defRPr>
            </a:lvl7pPr>
            <a:lvl8pPr algn="l">
              <a:defRPr sz="1425" b="0">
                <a:solidFill>
                  <a:srgbClr val="244A63"/>
                </a:solidFill>
                <a:latin typeface="Liberation Sans"/>
                <a:ea typeface="Liberation Sans"/>
                <a:cs typeface="Liberation Sans"/>
              </a:defRPr>
            </a:lvl8pPr>
            <a:lvl9pPr algn="l">
              <a:defRPr sz="1425" b="0">
                <a:solidFill>
                  <a:srgbClr val="244A63"/>
                </a:solidFill>
                <a:latin typeface="Liberation Sans"/>
                <a:ea typeface="Liberation Sans"/>
                <a:cs typeface="Liberation Sans"/>
              </a:defRPr>
            </a:lvl9pPr>
          </a:lstStyle>
          <a:p xmlns:a="http://schemas.openxmlformats.org/drawingml/2006/main">
            <a:pPr algn="l">
              <a:defRPr sz="1425" b="0">
                <a:solidFill>
                  <a:srgbClr val="244A63"/>
                </a:solidFill>
                <a:latin typeface="Liberation Sans"/>
                <a:ea typeface="Liberation Sans"/>
                <a:cs typeface="Liberation Sans"/>
              </a:defRPr>
            </a:pPr>
            <a:r>
              <a:rPr sz="1425" b="0">
                <a:solidFill>
                  <a:srgbClr val="244A63"/>
                </a:solidFill>
                <a:latin typeface="Liberation Sans"/>
                <a:ea typeface="Liberation Sans"/>
                <a:cs typeface="Liberation Sans"/>
              </a:rPr>
              <a:t>grass</a:t>
            </a:r>
          </a:p>
        </p:txBody>
      </p:sp>
      <p:sp>
        <p:nvSpPr>
          <p:cNvPr id="30" name="native-vector-text">
            <a:extLst xmlns:a="http://schemas.openxmlformats.org/drawingml/2006/main">
              <a:ext uri="{FF2B5EF4-FFF2-40B4-BE49-F238E27FC236}">
                <a16:creationId xmlns:a16="http://schemas.microsoft.com/office/drawing/2014/main" id="{B10BAEE5-5A59-459E-BA3B-D3F0AA559947}"/>
              </a:ext>
            </a:extLst>
          </p:cNvPr>
          <p:cNvSpPr>
            <a:spLocks xmlns:a="http://schemas.openxmlformats.org/drawingml/2006/main" noGrp="1"/>
          </p:cNvSpPr>
          <p:nvPr/>
        </p:nvSpPr>
        <p:spPr>
          <a:xfrm xmlns:a="http://schemas.openxmlformats.org/drawingml/2006/main">
            <a:off x="2741628" y="3419016"/>
            <a:ext cx="612743"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244A63"/>
                </a:solidFill>
                <a:latin typeface="Liberation Sans"/>
                <a:ea typeface="Liberation Sans"/>
                <a:cs typeface="Liberation Sans"/>
              </a:defRPr>
            </a:defPPr>
            <a:lvl1pPr algn="l">
              <a:defRPr sz="1425" b="0">
                <a:solidFill>
                  <a:srgbClr val="244A63"/>
                </a:solidFill>
                <a:latin typeface="Liberation Sans"/>
                <a:ea typeface="Liberation Sans"/>
                <a:cs typeface="Liberation Sans"/>
              </a:defRPr>
            </a:lvl1pPr>
            <a:lvl2pPr algn="l">
              <a:defRPr sz="1425" b="0">
                <a:solidFill>
                  <a:srgbClr val="244A63"/>
                </a:solidFill>
                <a:latin typeface="Liberation Sans"/>
                <a:ea typeface="Liberation Sans"/>
                <a:cs typeface="Liberation Sans"/>
              </a:defRPr>
            </a:lvl2pPr>
            <a:lvl3pPr algn="l">
              <a:defRPr sz="1425" b="0">
                <a:solidFill>
                  <a:srgbClr val="244A63"/>
                </a:solidFill>
                <a:latin typeface="Liberation Sans"/>
                <a:ea typeface="Liberation Sans"/>
                <a:cs typeface="Liberation Sans"/>
              </a:defRPr>
            </a:lvl3pPr>
            <a:lvl4pPr algn="l">
              <a:defRPr sz="1425" b="0">
                <a:solidFill>
                  <a:srgbClr val="244A63"/>
                </a:solidFill>
                <a:latin typeface="Liberation Sans"/>
                <a:ea typeface="Liberation Sans"/>
                <a:cs typeface="Liberation Sans"/>
              </a:defRPr>
            </a:lvl4pPr>
            <a:lvl5pPr algn="l">
              <a:defRPr sz="1425" b="0">
                <a:solidFill>
                  <a:srgbClr val="244A63"/>
                </a:solidFill>
                <a:latin typeface="Liberation Sans"/>
                <a:ea typeface="Liberation Sans"/>
                <a:cs typeface="Liberation Sans"/>
              </a:defRPr>
            </a:lvl5pPr>
            <a:lvl6pPr algn="l">
              <a:defRPr sz="1425" b="0">
                <a:solidFill>
                  <a:srgbClr val="244A63"/>
                </a:solidFill>
                <a:latin typeface="Liberation Sans"/>
                <a:ea typeface="Liberation Sans"/>
                <a:cs typeface="Liberation Sans"/>
              </a:defRPr>
            </a:lvl6pPr>
            <a:lvl7pPr algn="l">
              <a:defRPr sz="1425" b="0">
                <a:solidFill>
                  <a:srgbClr val="244A63"/>
                </a:solidFill>
                <a:latin typeface="Liberation Sans"/>
                <a:ea typeface="Liberation Sans"/>
                <a:cs typeface="Liberation Sans"/>
              </a:defRPr>
            </a:lvl7pPr>
            <a:lvl8pPr algn="l">
              <a:defRPr sz="1425" b="0">
                <a:solidFill>
                  <a:srgbClr val="244A63"/>
                </a:solidFill>
                <a:latin typeface="Liberation Sans"/>
                <a:ea typeface="Liberation Sans"/>
                <a:cs typeface="Liberation Sans"/>
              </a:defRPr>
            </a:lvl8pPr>
            <a:lvl9pPr algn="l">
              <a:defRPr sz="1425" b="0">
                <a:solidFill>
                  <a:srgbClr val="244A63"/>
                </a:solidFill>
                <a:latin typeface="Liberation Sans"/>
                <a:ea typeface="Liberation Sans"/>
                <a:cs typeface="Liberation Sans"/>
              </a:defRPr>
            </a:lvl9pPr>
          </a:lstStyle>
          <a:p xmlns:a="http://schemas.openxmlformats.org/drawingml/2006/main">
            <a:pPr algn="l">
              <a:defRPr sz="1425" b="0">
                <a:solidFill>
                  <a:srgbClr val="244A63"/>
                </a:solidFill>
                <a:latin typeface="Liberation Sans"/>
                <a:ea typeface="Liberation Sans"/>
                <a:cs typeface="Liberation Sans"/>
              </a:defRPr>
            </a:pPr>
            <a:r>
              <a:rPr sz="1425" b="0">
                <a:solidFill>
                  <a:srgbClr val="244A63"/>
                </a:solidFill>
                <a:latin typeface="Liberation Sans"/>
                <a:ea typeface="Liberation Sans"/>
                <a:cs typeface="Liberation Sans"/>
              </a:rPr>
              <a:t>rabbit</a:t>
            </a:r>
          </a:p>
        </p:txBody>
      </p:sp>
      <p:sp>
        <p:nvSpPr>
          <p:cNvPr id="31" name="native-vector-text">
            <a:extLst xmlns:a="http://schemas.openxmlformats.org/drawingml/2006/main">
              <a:ext uri="{FF2B5EF4-FFF2-40B4-BE49-F238E27FC236}">
                <a16:creationId xmlns:a16="http://schemas.microsoft.com/office/drawing/2014/main" id="{8B7A99ED-4DD8-4A49-9C89-B1987B18736A}"/>
              </a:ext>
            </a:extLst>
          </p:cNvPr>
          <p:cNvSpPr>
            <a:spLocks xmlns:a="http://schemas.openxmlformats.org/drawingml/2006/main" noGrp="1"/>
          </p:cNvSpPr>
          <p:nvPr/>
        </p:nvSpPr>
        <p:spPr>
          <a:xfrm xmlns:a="http://schemas.openxmlformats.org/drawingml/2006/main">
            <a:off x="4564537" y="3419016"/>
            <a:ext cx="361188"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244A63"/>
                </a:solidFill>
                <a:latin typeface="Liberation Sans"/>
                <a:ea typeface="Liberation Sans"/>
                <a:cs typeface="Liberation Sans"/>
              </a:defRPr>
            </a:defPPr>
            <a:lvl1pPr algn="l">
              <a:defRPr sz="1425" b="0">
                <a:solidFill>
                  <a:srgbClr val="244A63"/>
                </a:solidFill>
                <a:latin typeface="Liberation Sans"/>
                <a:ea typeface="Liberation Sans"/>
                <a:cs typeface="Liberation Sans"/>
              </a:defRPr>
            </a:lvl1pPr>
            <a:lvl2pPr algn="l">
              <a:defRPr sz="1425" b="0">
                <a:solidFill>
                  <a:srgbClr val="244A63"/>
                </a:solidFill>
                <a:latin typeface="Liberation Sans"/>
                <a:ea typeface="Liberation Sans"/>
                <a:cs typeface="Liberation Sans"/>
              </a:defRPr>
            </a:lvl2pPr>
            <a:lvl3pPr algn="l">
              <a:defRPr sz="1425" b="0">
                <a:solidFill>
                  <a:srgbClr val="244A63"/>
                </a:solidFill>
                <a:latin typeface="Liberation Sans"/>
                <a:ea typeface="Liberation Sans"/>
                <a:cs typeface="Liberation Sans"/>
              </a:defRPr>
            </a:lvl3pPr>
            <a:lvl4pPr algn="l">
              <a:defRPr sz="1425" b="0">
                <a:solidFill>
                  <a:srgbClr val="244A63"/>
                </a:solidFill>
                <a:latin typeface="Liberation Sans"/>
                <a:ea typeface="Liberation Sans"/>
                <a:cs typeface="Liberation Sans"/>
              </a:defRPr>
            </a:lvl4pPr>
            <a:lvl5pPr algn="l">
              <a:defRPr sz="1425" b="0">
                <a:solidFill>
                  <a:srgbClr val="244A63"/>
                </a:solidFill>
                <a:latin typeface="Liberation Sans"/>
                <a:ea typeface="Liberation Sans"/>
                <a:cs typeface="Liberation Sans"/>
              </a:defRPr>
            </a:lvl5pPr>
            <a:lvl6pPr algn="l">
              <a:defRPr sz="1425" b="0">
                <a:solidFill>
                  <a:srgbClr val="244A63"/>
                </a:solidFill>
                <a:latin typeface="Liberation Sans"/>
                <a:ea typeface="Liberation Sans"/>
                <a:cs typeface="Liberation Sans"/>
              </a:defRPr>
            </a:lvl6pPr>
            <a:lvl7pPr algn="l">
              <a:defRPr sz="1425" b="0">
                <a:solidFill>
                  <a:srgbClr val="244A63"/>
                </a:solidFill>
                <a:latin typeface="Liberation Sans"/>
                <a:ea typeface="Liberation Sans"/>
                <a:cs typeface="Liberation Sans"/>
              </a:defRPr>
            </a:lvl7pPr>
            <a:lvl8pPr algn="l">
              <a:defRPr sz="1425" b="0">
                <a:solidFill>
                  <a:srgbClr val="244A63"/>
                </a:solidFill>
                <a:latin typeface="Liberation Sans"/>
                <a:ea typeface="Liberation Sans"/>
                <a:cs typeface="Liberation Sans"/>
              </a:defRPr>
            </a:lvl8pPr>
            <a:lvl9pPr algn="l">
              <a:defRPr sz="1425" b="0">
                <a:solidFill>
                  <a:srgbClr val="244A63"/>
                </a:solidFill>
                <a:latin typeface="Liberation Sans"/>
                <a:ea typeface="Liberation Sans"/>
                <a:cs typeface="Liberation Sans"/>
              </a:defRPr>
            </a:lvl9pPr>
          </a:lstStyle>
          <a:p xmlns:a="http://schemas.openxmlformats.org/drawingml/2006/main">
            <a:pPr algn="l">
              <a:defRPr sz="1425" b="0">
                <a:solidFill>
                  <a:srgbClr val="244A63"/>
                </a:solidFill>
                <a:latin typeface="Liberation Sans"/>
                <a:ea typeface="Liberation Sans"/>
                <a:cs typeface="Liberation Sans"/>
              </a:defRPr>
            </a:pPr>
            <a:r>
              <a:rPr sz="1425" b="0">
                <a:solidFill>
                  <a:srgbClr val="244A63"/>
                </a:solidFill>
                <a:latin typeface="Liberation Sans"/>
                <a:ea typeface="Liberation Sans"/>
                <a:cs typeface="Liberation Sans"/>
              </a:rPr>
              <a:t>fox</a:t>
            </a:r>
          </a:p>
        </p:txBody>
      </p:sp>
      <p:sp>
        <p:nvSpPr>
          <p:cNvPr id="32" name="native-vector-text">
            <a:extLst xmlns:a="http://schemas.openxmlformats.org/drawingml/2006/main">
              <a:ext uri="{FF2B5EF4-FFF2-40B4-BE49-F238E27FC236}">
                <a16:creationId xmlns:a16="http://schemas.microsoft.com/office/drawing/2014/main" id="{6E619D81-729B-4124-B266-56DFA64CB10A}"/>
              </a:ext>
            </a:extLst>
          </p:cNvPr>
          <p:cNvSpPr>
            <a:spLocks xmlns:a="http://schemas.openxmlformats.org/drawingml/2006/main" noGrp="1"/>
          </p:cNvSpPr>
          <p:nvPr/>
        </p:nvSpPr>
        <p:spPr>
          <a:xfrm xmlns:a="http://schemas.openxmlformats.org/drawingml/2006/main">
            <a:off x="1044497" y="4147398"/>
            <a:ext cx="612743"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244A63"/>
                </a:solidFill>
                <a:latin typeface="Liberation Sans"/>
                <a:ea typeface="Liberation Sans"/>
                <a:cs typeface="Liberation Sans"/>
              </a:defRPr>
            </a:defPPr>
            <a:lvl1pPr algn="l">
              <a:defRPr sz="1425" b="0">
                <a:solidFill>
                  <a:srgbClr val="244A63"/>
                </a:solidFill>
                <a:latin typeface="Liberation Sans"/>
                <a:ea typeface="Liberation Sans"/>
                <a:cs typeface="Liberation Sans"/>
              </a:defRPr>
            </a:lvl1pPr>
            <a:lvl2pPr algn="l">
              <a:defRPr sz="1425" b="0">
                <a:solidFill>
                  <a:srgbClr val="244A63"/>
                </a:solidFill>
                <a:latin typeface="Liberation Sans"/>
                <a:ea typeface="Liberation Sans"/>
                <a:cs typeface="Liberation Sans"/>
              </a:defRPr>
            </a:lvl2pPr>
            <a:lvl3pPr algn="l">
              <a:defRPr sz="1425" b="0">
                <a:solidFill>
                  <a:srgbClr val="244A63"/>
                </a:solidFill>
                <a:latin typeface="Liberation Sans"/>
                <a:ea typeface="Liberation Sans"/>
                <a:cs typeface="Liberation Sans"/>
              </a:defRPr>
            </a:lvl3pPr>
            <a:lvl4pPr algn="l">
              <a:defRPr sz="1425" b="0">
                <a:solidFill>
                  <a:srgbClr val="244A63"/>
                </a:solidFill>
                <a:latin typeface="Liberation Sans"/>
                <a:ea typeface="Liberation Sans"/>
                <a:cs typeface="Liberation Sans"/>
              </a:defRPr>
            </a:lvl4pPr>
            <a:lvl5pPr algn="l">
              <a:defRPr sz="1425" b="0">
                <a:solidFill>
                  <a:srgbClr val="244A63"/>
                </a:solidFill>
                <a:latin typeface="Liberation Sans"/>
                <a:ea typeface="Liberation Sans"/>
                <a:cs typeface="Liberation Sans"/>
              </a:defRPr>
            </a:lvl5pPr>
            <a:lvl6pPr algn="l">
              <a:defRPr sz="1425" b="0">
                <a:solidFill>
                  <a:srgbClr val="244A63"/>
                </a:solidFill>
                <a:latin typeface="Liberation Sans"/>
                <a:ea typeface="Liberation Sans"/>
                <a:cs typeface="Liberation Sans"/>
              </a:defRPr>
            </a:lvl6pPr>
            <a:lvl7pPr algn="l">
              <a:defRPr sz="1425" b="0">
                <a:solidFill>
                  <a:srgbClr val="244A63"/>
                </a:solidFill>
                <a:latin typeface="Liberation Sans"/>
                <a:ea typeface="Liberation Sans"/>
                <a:cs typeface="Liberation Sans"/>
              </a:defRPr>
            </a:lvl7pPr>
            <a:lvl8pPr algn="l">
              <a:defRPr sz="1425" b="0">
                <a:solidFill>
                  <a:srgbClr val="244A63"/>
                </a:solidFill>
                <a:latin typeface="Liberation Sans"/>
                <a:ea typeface="Liberation Sans"/>
                <a:cs typeface="Liberation Sans"/>
              </a:defRPr>
            </a:lvl8pPr>
            <a:lvl9pPr algn="l">
              <a:defRPr sz="1425" b="0">
                <a:solidFill>
                  <a:srgbClr val="244A63"/>
                </a:solidFill>
                <a:latin typeface="Liberation Sans"/>
                <a:ea typeface="Liberation Sans"/>
                <a:cs typeface="Liberation Sans"/>
              </a:defRPr>
            </a:lvl9pPr>
          </a:lstStyle>
          <a:p xmlns:a="http://schemas.openxmlformats.org/drawingml/2006/main">
            <a:pPr algn="l">
              <a:defRPr sz="1425" b="0">
                <a:solidFill>
                  <a:srgbClr val="244A63"/>
                </a:solidFill>
                <a:latin typeface="Liberation Sans"/>
                <a:ea typeface="Liberation Sans"/>
                <a:cs typeface="Liberation Sans"/>
              </a:defRPr>
            </a:pPr>
            <a:r>
              <a:rPr sz="1425" b="0">
                <a:solidFill>
                  <a:srgbClr val="244A63"/>
                </a:solidFill>
                <a:latin typeface="Liberation Sans"/>
                <a:ea typeface="Liberation Sans"/>
                <a:cs typeface="Liberation Sans"/>
              </a:rPr>
              <a:t>leaves</a:t>
            </a:r>
          </a:p>
        </p:txBody>
      </p:sp>
      <p:sp>
        <p:nvSpPr>
          <p:cNvPr id="33" name="native-vector-text">
            <a:extLst xmlns:a="http://schemas.openxmlformats.org/drawingml/2006/main">
              <a:ext uri="{FF2B5EF4-FFF2-40B4-BE49-F238E27FC236}">
                <a16:creationId xmlns:a16="http://schemas.microsoft.com/office/drawing/2014/main" id="{418BAE32-0EDA-4C8A-AF0F-7803BDC1D04B}"/>
              </a:ext>
            </a:extLst>
          </p:cNvPr>
          <p:cNvSpPr>
            <a:spLocks xmlns:a="http://schemas.openxmlformats.org/drawingml/2006/main" noGrp="1"/>
          </p:cNvSpPr>
          <p:nvPr/>
        </p:nvSpPr>
        <p:spPr>
          <a:xfrm xmlns:a="http://schemas.openxmlformats.org/drawingml/2006/main">
            <a:off x="2540746" y="4147398"/>
            <a:ext cx="1014508"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244A63"/>
                </a:solidFill>
                <a:latin typeface="Liberation Sans"/>
                <a:ea typeface="Liberation Sans"/>
                <a:cs typeface="Liberation Sans"/>
              </a:defRPr>
            </a:defPPr>
            <a:lvl1pPr algn="l">
              <a:defRPr sz="1425" b="0">
                <a:solidFill>
                  <a:srgbClr val="244A63"/>
                </a:solidFill>
                <a:latin typeface="Liberation Sans"/>
                <a:ea typeface="Liberation Sans"/>
                <a:cs typeface="Liberation Sans"/>
              </a:defRPr>
            </a:lvl1pPr>
            <a:lvl2pPr algn="l">
              <a:defRPr sz="1425" b="0">
                <a:solidFill>
                  <a:srgbClr val="244A63"/>
                </a:solidFill>
                <a:latin typeface="Liberation Sans"/>
                <a:ea typeface="Liberation Sans"/>
                <a:cs typeface="Liberation Sans"/>
              </a:defRPr>
            </a:lvl2pPr>
            <a:lvl3pPr algn="l">
              <a:defRPr sz="1425" b="0">
                <a:solidFill>
                  <a:srgbClr val="244A63"/>
                </a:solidFill>
                <a:latin typeface="Liberation Sans"/>
                <a:ea typeface="Liberation Sans"/>
                <a:cs typeface="Liberation Sans"/>
              </a:defRPr>
            </a:lvl3pPr>
            <a:lvl4pPr algn="l">
              <a:defRPr sz="1425" b="0">
                <a:solidFill>
                  <a:srgbClr val="244A63"/>
                </a:solidFill>
                <a:latin typeface="Liberation Sans"/>
                <a:ea typeface="Liberation Sans"/>
                <a:cs typeface="Liberation Sans"/>
              </a:defRPr>
            </a:lvl4pPr>
            <a:lvl5pPr algn="l">
              <a:defRPr sz="1425" b="0">
                <a:solidFill>
                  <a:srgbClr val="244A63"/>
                </a:solidFill>
                <a:latin typeface="Liberation Sans"/>
                <a:ea typeface="Liberation Sans"/>
                <a:cs typeface="Liberation Sans"/>
              </a:defRPr>
            </a:lvl5pPr>
            <a:lvl6pPr algn="l">
              <a:defRPr sz="1425" b="0">
                <a:solidFill>
                  <a:srgbClr val="244A63"/>
                </a:solidFill>
                <a:latin typeface="Liberation Sans"/>
                <a:ea typeface="Liberation Sans"/>
                <a:cs typeface="Liberation Sans"/>
              </a:defRPr>
            </a:lvl6pPr>
            <a:lvl7pPr algn="l">
              <a:defRPr sz="1425" b="0">
                <a:solidFill>
                  <a:srgbClr val="244A63"/>
                </a:solidFill>
                <a:latin typeface="Liberation Sans"/>
                <a:ea typeface="Liberation Sans"/>
                <a:cs typeface="Liberation Sans"/>
              </a:defRPr>
            </a:lvl7pPr>
            <a:lvl8pPr algn="l">
              <a:defRPr sz="1425" b="0">
                <a:solidFill>
                  <a:srgbClr val="244A63"/>
                </a:solidFill>
                <a:latin typeface="Liberation Sans"/>
                <a:ea typeface="Liberation Sans"/>
                <a:cs typeface="Liberation Sans"/>
              </a:defRPr>
            </a:lvl8pPr>
            <a:lvl9pPr algn="l">
              <a:defRPr sz="1425" b="0">
                <a:solidFill>
                  <a:srgbClr val="244A63"/>
                </a:solidFill>
                <a:latin typeface="Liberation Sans"/>
                <a:ea typeface="Liberation Sans"/>
                <a:cs typeface="Liberation Sans"/>
              </a:defRPr>
            </a:lvl9pPr>
          </a:lstStyle>
          <a:p xmlns:a="http://schemas.openxmlformats.org/drawingml/2006/main">
            <a:pPr algn="l">
              <a:defRPr sz="1425" b="0">
                <a:solidFill>
                  <a:srgbClr val="244A63"/>
                </a:solidFill>
                <a:latin typeface="Liberation Sans"/>
                <a:ea typeface="Liberation Sans"/>
                <a:cs typeface="Liberation Sans"/>
              </a:defRPr>
            </a:pPr>
            <a:r>
              <a:rPr sz="1425" b="0">
                <a:solidFill>
                  <a:srgbClr val="244A63"/>
                </a:solidFill>
                <a:latin typeface="Liberation Sans"/>
                <a:ea typeface="Liberation Sans"/>
                <a:cs typeface="Liberation Sans"/>
              </a:rPr>
              <a:t>caterpillar</a:t>
            </a:r>
          </a:p>
        </p:txBody>
      </p:sp>
      <p:sp>
        <p:nvSpPr>
          <p:cNvPr id="34" name="native-vector-text">
            <a:extLst xmlns:a="http://schemas.openxmlformats.org/drawingml/2006/main">
              <a:ext uri="{FF2B5EF4-FFF2-40B4-BE49-F238E27FC236}">
                <a16:creationId xmlns:a16="http://schemas.microsoft.com/office/drawing/2014/main" id="{93503B3F-874E-4869-9991-D607BF749285}"/>
              </a:ext>
            </a:extLst>
          </p:cNvPr>
          <p:cNvSpPr>
            <a:spLocks xmlns:a="http://schemas.openxmlformats.org/drawingml/2006/main" noGrp="1"/>
          </p:cNvSpPr>
          <p:nvPr/>
        </p:nvSpPr>
        <p:spPr>
          <a:xfrm xmlns:a="http://schemas.openxmlformats.org/drawingml/2006/main">
            <a:off x="4489432" y="4147398"/>
            <a:ext cx="511397"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244A63"/>
                </a:solidFill>
                <a:latin typeface="Liberation Sans"/>
                <a:ea typeface="Liberation Sans"/>
                <a:cs typeface="Liberation Sans"/>
              </a:defRPr>
            </a:defPPr>
            <a:lvl1pPr algn="l">
              <a:defRPr sz="1425" b="0">
                <a:solidFill>
                  <a:srgbClr val="244A63"/>
                </a:solidFill>
                <a:latin typeface="Liberation Sans"/>
                <a:ea typeface="Liberation Sans"/>
                <a:cs typeface="Liberation Sans"/>
              </a:defRPr>
            </a:lvl1pPr>
            <a:lvl2pPr algn="l">
              <a:defRPr sz="1425" b="0">
                <a:solidFill>
                  <a:srgbClr val="244A63"/>
                </a:solidFill>
                <a:latin typeface="Liberation Sans"/>
                <a:ea typeface="Liberation Sans"/>
                <a:cs typeface="Liberation Sans"/>
              </a:defRPr>
            </a:lvl2pPr>
            <a:lvl3pPr algn="l">
              <a:defRPr sz="1425" b="0">
                <a:solidFill>
                  <a:srgbClr val="244A63"/>
                </a:solidFill>
                <a:latin typeface="Liberation Sans"/>
                <a:ea typeface="Liberation Sans"/>
                <a:cs typeface="Liberation Sans"/>
              </a:defRPr>
            </a:lvl3pPr>
            <a:lvl4pPr algn="l">
              <a:defRPr sz="1425" b="0">
                <a:solidFill>
                  <a:srgbClr val="244A63"/>
                </a:solidFill>
                <a:latin typeface="Liberation Sans"/>
                <a:ea typeface="Liberation Sans"/>
                <a:cs typeface="Liberation Sans"/>
              </a:defRPr>
            </a:lvl4pPr>
            <a:lvl5pPr algn="l">
              <a:defRPr sz="1425" b="0">
                <a:solidFill>
                  <a:srgbClr val="244A63"/>
                </a:solidFill>
                <a:latin typeface="Liberation Sans"/>
                <a:ea typeface="Liberation Sans"/>
                <a:cs typeface="Liberation Sans"/>
              </a:defRPr>
            </a:lvl5pPr>
            <a:lvl6pPr algn="l">
              <a:defRPr sz="1425" b="0">
                <a:solidFill>
                  <a:srgbClr val="244A63"/>
                </a:solidFill>
                <a:latin typeface="Liberation Sans"/>
                <a:ea typeface="Liberation Sans"/>
                <a:cs typeface="Liberation Sans"/>
              </a:defRPr>
            </a:lvl6pPr>
            <a:lvl7pPr algn="l">
              <a:defRPr sz="1425" b="0">
                <a:solidFill>
                  <a:srgbClr val="244A63"/>
                </a:solidFill>
                <a:latin typeface="Liberation Sans"/>
                <a:ea typeface="Liberation Sans"/>
                <a:cs typeface="Liberation Sans"/>
              </a:defRPr>
            </a:lvl7pPr>
            <a:lvl8pPr algn="l">
              <a:defRPr sz="1425" b="0">
                <a:solidFill>
                  <a:srgbClr val="244A63"/>
                </a:solidFill>
                <a:latin typeface="Liberation Sans"/>
                <a:ea typeface="Liberation Sans"/>
                <a:cs typeface="Liberation Sans"/>
              </a:defRPr>
            </a:lvl8pPr>
            <a:lvl9pPr algn="l">
              <a:defRPr sz="1425" b="0">
                <a:solidFill>
                  <a:srgbClr val="244A63"/>
                </a:solidFill>
                <a:latin typeface="Liberation Sans"/>
                <a:ea typeface="Liberation Sans"/>
                <a:cs typeface="Liberation Sans"/>
              </a:defRPr>
            </a:lvl9pPr>
          </a:lstStyle>
          <a:p xmlns:a="http://schemas.openxmlformats.org/drawingml/2006/main">
            <a:pPr algn="l">
              <a:defRPr sz="1425" b="0">
                <a:solidFill>
                  <a:srgbClr val="244A63"/>
                </a:solidFill>
                <a:latin typeface="Liberation Sans"/>
                <a:ea typeface="Liberation Sans"/>
                <a:cs typeface="Liberation Sans"/>
              </a:defRPr>
            </a:pPr>
            <a:r>
              <a:rPr sz="1425" b="0">
                <a:solidFill>
                  <a:srgbClr val="244A63"/>
                </a:solidFill>
                <a:latin typeface="Liberation Sans"/>
                <a:ea typeface="Liberation Sans"/>
                <a:cs typeface="Liberation Sans"/>
              </a:rPr>
              <a:t>robin</a:t>
            </a:r>
          </a:p>
        </p:txBody>
      </p:sp>
      <p:sp>
        <p:nvSpPr>
          <p:cNvPr id="35" name="native-vector-text">
            <a:extLst xmlns:a="http://schemas.openxmlformats.org/drawingml/2006/main">
              <a:ext uri="{FF2B5EF4-FFF2-40B4-BE49-F238E27FC236}">
                <a16:creationId xmlns:a16="http://schemas.microsoft.com/office/drawing/2014/main" id="{F45F4876-0489-4197-BB3F-8FD1A67EFD96}"/>
              </a:ext>
            </a:extLst>
          </p:cNvPr>
          <p:cNvSpPr>
            <a:spLocks xmlns:a="http://schemas.openxmlformats.org/drawingml/2006/main" noGrp="1"/>
          </p:cNvSpPr>
          <p:nvPr/>
        </p:nvSpPr>
        <p:spPr>
          <a:xfrm xmlns:a="http://schemas.openxmlformats.org/drawingml/2006/main">
            <a:off x="2123828" y="3419016"/>
            <a:ext cx="158496"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244A63"/>
                </a:solidFill>
                <a:latin typeface="Liberation Sans"/>
                <a:ea typeface="Liberation Sans"/>
                <a:cs typeface="Liberation Sans"/>
              </a:defRPr>
            </a:defPPr>
            <a:lvl1pPr algn="l">
              <a:defRPr sz="1425" b="0">
                <a:solidFill>
                  <a:srgbClr val="244A63"/>
                </a:solidFill>
                <a:latin typeface="Liberation Sans"/>
                <a:ea typeface="Liberation Sans"/>
                <a:cs typeface="Liberation Sans"/>
              </a:defRPr>
            </a:lvl1pPr>
            <a:lvl2pPr algn="l">
              <a:defRPr sz="1425" b="0">
                <a:solidFill>
                  <a:srgbClr val="244A63"/>
                </a:solidFill>
                <a:latin typeface="Liberation Sans"/>
                <a:ea typeface="Liberation Sans"/>
                <a:cs typeface="Liberation Sans"/>
              </a:defRPr>
            </a:lvl2pPr>
            <a:lvl3pPr algn="l">
              <a:defRPr sz="1425" b="0">
                <a:solidFill>
                  <a:srgbClr val="244A63"/>
                </a:solidFill>
                <a:latin typeface="Liberation Sans"/>
                <a:ea typeface="Liberation Sans"/>
                <a:cs typeface="Liberation Sans"/>
              </a:defRPr>
            </a:lvl3pPr>
            <a:lvl4pPr algn="l">
              <a:defRPr sz="1425" b="0">
                <a:solidFill>
                  <a:srgbClr val="244A63"/>
                </a:solidFill>
                <a:latin typeface="Liberation Sans"/>
                <a:ea typeface="Liberation Sans"/>
                <a:cs typeface="Liberation Sans"/>
              </a:defRPr>
            </a:lvl4pPr>
            <a:lvl5pPr algn="l">
              <a:defRPr sz="1425" b="0">
                <a:solidFill>
                  <a:srgbClr val="244A63"/>
                </a:solidFill>
                <a:latin typeface="Liberation Sans"/>
                <a:ea typeface="Liberation Sans"/>
                <a:cs typeface="Liberation Sans"/>
              </a:defRPr>
            </a:lvl5pPr>
            <a:lvl6pPr algn="l">
              <a:defRPr sz="1425" b="0">
                <a:solidFill>
                  <a:srgbClr val="244A63"/>
                </a:solidFill>
                <a:latin typeface="Liberation Sans"/>
                <a:ea typeface="Liberation Sans"/>
                <a:cs typeface="Liberation Sans"/>
              </a:defRPr>
            </a:lvl6pPr>
            <a:lvl7pPr algn="l">
              <a:defRPr sz="1425" b="0">
                <a:solidFill>
                  <a:srgbClr val="244A63"/>
                </a:solidFill>
                <a:latin typeface="Liberation Sans"/>
                <a:ea typeface="Liberation Sans"/>
                <a:cs typeface="Liberation Sans"/>
              </a:defRPr>
            </a:lvl7pPr>
            <a:lvl8pPr algn="l">
              <a:defRPr sz="1425" b="0">
                <a:solidFill>
                  <a:srgbClr val="244A63"/>
                </a:solidFill>
                <a:latin typeface="Liberation Sans"/>
                <a:ea typeface="Liberation Sans"/>
                <a:cs typeface="Liberation Sans"/>
              </a:defRPr>
            </a:lvl8pPr>
            <a:lvl9pPr algn="l">
              <a:defRPr sz="1425" b="0">
                <a:solidFill>
                  <a:srgbClr val="244A63"/>
                </a:solidFill>
                <a:latin typeface="Liberation Sans"/>
                <a:ea typeface="Liberation Sans"/>
                <a:cs typeface="Liberation Sans"/>
              </a:defRPr>
            </a:lvl9pPr>
          </a:lstStyle>
          <a:p xmlns:a="http://schemas.openxmlformats.org/drawingml/2006/main">
            <a:pPr algn="l">
              <a:defRPr sz="1425" b="0">
                <a:solidFill>
                  <a:srgbClr val="244A63"/>
                </a:solidFill>
                <a:latin typeface="Liberation Sans"/>
                <a:ea typeface="Liberation Sans"/>
                <a:cs typeface="Liberation Sans"/>
              </a:defRPr>
            </a:pPr>
            <a:r>
              <a:rPr sz="1425" b="0">
                <a:solidFill>
                  <a:srgbClr val="244A63"/>
                </a:solidFill>
                <a:latin typeface="Liberation Sans"/>
                <a:ea typeface="Liberation Sans"/>
                <a:cs typeface="Liberation Sans"/>
              </a:rPr>
              <a:t>→</a:t>
            </a:r>
          </a:p>
        </p:txBody>
      </p:sp>
      <p:sp>
        <p:nvSpPr>
          <p:cNvPr id="36" name="native-vector-text">
            <a:extLst xmlns:a="http://schemas.openxmlformats.org/drawingml/2006/main">
              <a:ext uri="{FF2B5EF4-FFF2-40B4-BE49-F238E27FC236}">
                <a16:creationId xmlns:a16="http://schemas.microsoft.com/office/drawing/2014/main" id="{8735B381-95EC-4C33-9D81-1C4D6210833F}"/>
              </a:ext>
            </a:extLst>
          </p:cNvPr>
          <p:cNvSpPr>
            <a:spLocks xmlns:a="http://schemas.openxmlformats.org/drawingml/2006/main" noGrp="1"/>
          </p:cNvSpPr>
          <p:nvPr/>
        </p:nvSpPr>
        <p:spPr>
          <a:xfrm xmlns:a="http://schemas.openxmlformats.org/drawingml/2006/main">
            <a:off x="3813676" y="3419016"/>
            <a:ext cx="158496"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244A63"/>
                </a:solidFill>
                <a:latin typeface="Liberation Sans"/>
                <a:ea typeface="Liberation Sans"/>
                <a:cs typeface="Liberation Sans"/>
              </a:defRPr>
            </a:defPPr>
            <a:lvl1pPr algn="l">
              <a:defRPr sz="1425" b="0">
                <a:solidFill>
                  <a:srgbClr val="244A63"/>
                </a:solidFill>
                <a:latin typeface="Liberation Sans"/>
                <a:ea typeface="Liberation Sans"/>
                <a:cs typeface="Liberation Sans"/>
              </a:defRPr>
            </a:lvl1pPr>
            <a:lvl2pPr algn="l">
              <a:defRPr sz="1425" b="0">
                <a:solidFill>
                  <a:srgbClr val="244A63"/>
                </a:solidFill>
                <a:latin typeface="Liberation Sans"/>
                <a:ea typeface="Liberation Sans"/>
                <a:cs typeface="Liberation Sans"/>
              </a:defRPr>
            </a:lvl2pPr>
            <a:lvl3pPr algn="l">
              <a:defRPr sz="1425" b="0">
                <a:solidFill>
                  <a:srgbClr val="244A63"/>
                </a:solidFill>
                <a:latin typeface="Liberation Sans"/>
                <a:ea typeface="Liberation Sans"/>
                <a:cs typeface="Liberation Sans"/>
              </a:defRPr>
            </a:lvl3pPr>
            <a:lvl4pPr algn="l">
              <a:defRPr sz="1425" b="0">
                <a:solidFill>
                  <a:srgbClr val="244A63"/>
                </a:solidFill>
                <a:latin typeface="Liberation Sans"/>
                <a:ea typeface="Liberation Sans"/>
                <a:cs typeface="Liberation Sans"/>
              </a:defRPr>
            </a:lvl4pPr>
            <a:lvl5pPr algn="l">
              <a:defRPr sz="1425" b="0">
                <a:solidFill>
                  <a:srgbClr val="244A63"/>
                </a:solidFill>
                <a:latin typeface="Liberation Sans"/>
                <a:ea typeface="Liberation Sans"/>
                <a:cs typeface="Liberation Sans"/>
              </a:defRPr>
            </a:lvl5pPr>
            <a:lvl6pPr algn="l">
              <a:defRPr sz="1425" b="0">
                <a:solidFill>
                  <a:srgbClr val="244A63"/>
                </a:solidFill>
                <a:latin typeface="Liberation Sans"/>
                <a:ea typeface="Liberation Sans"/>
                <a:cs typeface="Liberation Sans"/>
              </a:defRPr>
            </a:lvl6pPr>
            <a:lvl7pPr algn="l">
              <a:defRPr sz="1425" b="0">
                <a:solidFill>
                  <a:srgbClr val="244A63"/>
                </a:solidFill>
                <a:latin typeface="Liberation Sans"/>
                <a:ea typeface="Liberation Sans"/>
                <a:cs typeface="Liberation Sans"/>
              </a:defRPr>
            </a:lvl7pPr>
            <a:lvl8pPr algn="l">
              <a:defRPr sz="1425" b="0">
                <a:solidFill>
                  <a:srgbClr val="244A63"/>
                </a:solidFill>
                <a:latin typeface="Liberation Sans"/>
                <a:ea typeface="Liberation Sans"/>
                <a:cs typeface="Liberation Sans"/>
              </a:defRPr>
            </a:lvl8pPr>
            <a:lvl9pPr algn="l">
              <a:defRPr sz="1425" b="0">
                <a:solidFill>
                  <a:srgbClr val="244A63"/>
                </a:solidFill>
                <a:latin typeface="Liberation Sans"/>
                <a:ea typeface="Liberation Sans"/>
                <a:cs typeface="Liberation Sans"/>
              </a:defRPr>
            </a:lvl9pPr>
          </a:lstStyle>
          <a:p xmlns:a="http://schemas.openxmlformats.org/drawingml/2006/main">
            <a:pPr algn="l">
              <a:defRPr sz="1425" b="0">
                <a:solidFill>
                  <a:srgbClr val="244A63"/>
                </a:solidFill>
                <a:latin typeface="Liberation Sans"/>
                <a:ea typeface="Liberation Sans"/>
                <a:cs typeface="Liberation Sans"/>
              </a:defRPr>
            </a:pPr>
            <a:r>
              <a:rPr sz="1425" b="0">
                <a:solidFill>
                  <a:srgbClr val="244A63"/>
                </a:solidFill>
                <a:latin typeface="Liberation Sans"/>
                <a:ea typeface="Liberation Sans"/>
                <a:cs typeface="Liberation Sans"/>
              </a:rPr>
              <a:t>→</a:t>
            </a:r>
          </a:p>
        </p:txBody>
      </p:sp>
      <p:sp>
        <p:nvSpPr>
          <p:cNvPr id="37" name="native-vector-text">
            <a:extLst xmlns:a="http://schemas.openxmlformats.org/drawingml/2006/main">
              <a:ext uri="{FF2B5EF4-FFF2-40B4-BE49-F238E27FC236}">
                <a16:creationId xmlns:a16="http://schemas.microsoft.com/office/drawing/2014/main" id="{54AD2FC5-8B01-4620-B051-D7C7523D12B3}"/>
              </a:ext>
            </a:extLst>
          </p:cNvPr>
          <p:cNvSpPr>
            <a:spLocks xmlns:a="http://schemas.openxmlformats.org/drawingml/2006/main" noGrp="1"/>
          </p:cNvSpPr>
          <p:nvPr/>
        </p:nvSpPr>
        <p:spPr>
          <a:xfrm xmlns:a="http://schemas.openxmlformats.org/drawingml/2006/main">
            <a:off x="2123828" y="4147398"/>
            <a:ext cx="158496"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244A63"/>
                </a:solidFill>
                <a:latin typeface="Liberation Sans"/>
                <a:ea typeface="Liberation Sans"/>
                <a:cs typeface="Liberation Sans"/>
              </a:defRPr>
            </a:defPPr>
            <a:lvl1pPr algn="l">
              <a:defRPr sz="1425" b="0">
                <a:solidFill>
                  <a:srgbClr val="244A63"/>
                </a:solidFill>
                <a:latin typeface="Liberation Sans"/>
                <a:ea typeface="Liberation Sans"/>
                <a:cs typeface="Liberation Sans"/>
              </a:defRPr>
            </a:lvl1pPr>
            <a:lvl2pPr algn="l">
              <a:defRPr sz="1425" b="0">
                <a:solidFill>
                  <a:srgbClr val="244A63"/>
                </a:solidFill>
                <a:latin typeface="Liberation Sans"/>
                <a:ea typeface="Liberation Sans"/>
                <a:cs typeface="Liberation Sans"/>
              </a:defRPr>
            </a:lvl2pPr>
            <a:lvl3pPr algn="l">
              <a:defRPr sz="1425" b="0">
                <a:solidFill>
                  <a:srgbClr val="244A63"/>
                </a:solidFill>
                <a:latin typeface="Liberation Sans"/>
                <a:ea typeface="Liberation Sans"/>
                <a:cs typeface="Liberation Sans"/>
              </a:defRPr>
            </a:lvl3pPr>
            <a:lvl4pPr algn="l">
              <a:defRPr sz="1425" b="0">
                <a:solidFill>
                  <a:srgbClr val="244A63"/>
                </a:solidFill>
                <a:latin typeface="Liberation Sans"/>
                <a:ea typeface="Liberation Sans"/>
                <a:cs typeface="Liberation Sans"/>
              </a:defRPr>
            </a:lvl4pPr>
            <a:lvl5pPr algn="l">
              <a:defRPr sz="1425" b="0">
                <a:solidFill>
                  <a:srgbClr val="244A63"/>
                </a:solidFill>
                <a:latin typeface="Liberation Sans"/>
                <a:ea typeface="Liberation Sans"/>
                <a:cs typeface="Liberation Sans"/>
              </a:defRPr>
            </a:lvl5pPr>
            <a:lvl6pPr algn="l">
              <a:defRPr sz="1425" b="0">
                <a:solidFill>
                  <a:srgbClr val="244A63"/>
                </a:solidFill>
                <a:latin typeface="Liberation Sans"/>
                <a:ea typeface="Liberation Sans"/>
                <a:cs typeface="Liberation Sans"/>
              </a:defRPr>
            </a:lvl6pPr>
            <a:lvl7pPr algn="l">
              <a:defRPr sz="1425" b="0">
                <a:solidFill>
                  <a:srgbClr val="244A63"/>
                </a:solidFill>
                <a:latin typeface="Liberation Sans"/>
                <a:ea typeface="Liberation Sans"/>
                <a:cs typeface="Liberation Sans"/>
              </a:defRPr>
            </a:lvl7pPr>
            <a:lvl8pPr algn="l">
              <a:defRPr sz="1425" b="0">
                <a:solidFill>
                  <a:srgbClr val="244A63"/>
                </a:solidFill>
                <a:latin typeface="Liberation Sans"/>
                <a:ea typeface="Liberation Sans"/>
                <a:cs typeface="Liberation Sans"/>
              </a:defRPr>
            </a:lvl8pPr>
            <a:lvl9pPr algn="l">
              <a:defRPr sz="1425" b="0">
                <a:solidFill>
                  <a:srgbClr val="244A63"/>
                </a:solidFill>
                <a:latin typeface="Liberation Sans"/>
                <a:ea typeface="Liberation Sans"/>
                <a:cs typeface="Liberation Sans"/>
              </a:defRPr>
            </a:lvl9pPr>
          </a:lstStyle>
          <a:p xmlns:a="http://schemas.openxmlformats.org/drawingml/2006/main">
            <a:pPr algn="l">
              <a:defRPr sz="1425" b="0">
                <a:solidFill>
                  <a:srgbClr val="244A63"/>
                </a:solidFill>
                <a:latin typeface="Liberation Sans"/>
                <a:ea typeface="Liberation Sans"/>
                <a:cs typeface="Liberation Sans"/>
              </a:defRPr>
            </a:pPr>
            <a:r>
              <a:rPr sz="1425" b="0">
                <a:solidFill>
                  <a:srgbClr val="244A63"/>
                </a:solidFill>
                <a:latin typeface="Liberation Sans"/>
                <a:ea typeface="Liberation Sans"/>
                <a:cs typeface="Liberation Sans"/>
              </a:rPr>
              <a:t>→</a:t>
            </a:r>
          </a:p>
        </p:txBody>
      </p:sp>
      <p:sp>
        <p:nvSpPr>
          <p:cNvPr id="38" name="native-vector-text">
            <a:extLst xmlns:a="http://schemas.openxmlformats.org/drawingml/2006/main">
              <a:ext uri="{FF2B5EF4-FFF2-40B4-BE49-F238E27FC236}">
                <a16:creationId xmlns:a16="http://schemas.microsoft.com/office/drawing/2014/main" id="{F0AA4BF5-AA6A-4521-AA83-246EA0EA5637}"/>
              </a:ext>
            </a:extLst>
          </p:cNvPr>
          <p:cNvSpPr>
            <a:spLocks xmlns:a="http://schemas.openxmlformats.org/drawingml/2006/main" noGrp="1"/>
          </p:cNvSpPr>
          <p:nvPr/>
        </p:nvSpPr>
        <p:spPr>
          <a:xfrm xmlns:a="http://schemas.openxmlformats.org/drawingml/2006/main">
            <a:off x="3813676" y="4147398"/>
            <a:ext cx="158496"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244A63"/>
                </a:solidFill>
                <a:latin typeface="Liberation Sans"/>
                <a:ea typeface="Liberation Sans"/>
                <a:cs typeface="Liberation Sans"/>
              </a:defRPr>
            </a:defPPr>
            <a:lvl1pPr algn="l">
              <a:defRPr sz="1425" b="0">
                <a:solidFill>
                  <a:srgbClr val="244A63"/>
                </a:solidFill>
                <a:latin typeface="Liberation Sans"/>
                <a:ea typeface="Liberation Sans"/>
                <a:cs typeface="Liberation Sans"/>
              </a:defRPr>
            </a:lvl1pPr>
            <a:lvl2pPr algn="l">
              <a:defRPr sz="1425" b="0">
                <a:solidFill>
                  <a:srgbClr val="244A63"/>
                </a:solidFill>
                <a:latin typeface="Liberation Sans"/>
                <a:ea typeface="Liberation Sans"/>
                <a:cs typeface="Liberation Sans"/>
              </a:defRPr>
            </a:lvl2pPr>
            <a:lvl3pPr algn="l">
              <a:defRPr sz="1425" b="0">
                <a:solidFill>
                  <a:srgbClr val="244A63"/>
                </a:solidFill>
                <a:latin typeface="Liberation Sans"/>
                <a:ea typeface="Liberation Sans"/>
                <a:cs typeface="Liberation Sans"/>
              </a:defRPr>
            </a:lvl3pPr>
            <a:lvl4pPr algn="l">
              <a:defRPr sz="1425" b="0">
                <a:solidFill>
                  <a:srgbClr val="244A63"/>
                </a:solidFill>
                <a:latin typeface="Liberation Sans"/>
                <a:ea typeface="Liberation Sans"/>
                <a:cs typeface="Liberation Sans"/>
              </a:defRPr>
            </a:lvl4pPr>
            <a:lvl5pPr algn="l">
              <a:defRPr sz="1425" b="0">
                <a:solidFill>
                  <a:srgbClr val="244A63"/>
                </a:solidFill>
                <a:latin typeface="Liberation Sans"/>
                <a:ea typeface="Liberation Sans"/>
                <a:cs typeface="Liberation Sans"/>
              </a:defRPr>
            </a:lvl5pPr>
            <a:lvl6pPr algn="l">
              <a:defRPr sz="1425" b="0">
                <a:solidFill>
                  <a:srgbClr val="244A63"/>
                </a:solidFill>
                <a:latin typeface="Liberation Sans"/>
                <a:ea typeface="Liberation Sans"/>
                <a:cs typeface="Liberation Sans"/>
              </a:defRPr>
            </a:lvl6pPr>
            <a:lvl7pPr algn="l">
              <a:defRPr sz="1425" b="0">
                <a:solidFill>
                  <a:srgbClr val="244A63"/>
                </a:solidFill>
                <a:latin typeface="Liberation Sans"/>
                <a:ea typeface="Liberation Sans"/>
                <a:cs typeface="Liberation Sans"/>
              </a:defRPr>
            </a:lvl7pPr>
            <a:lvl8pPr algn="l">
              <a:defRPr sz="1425" b="0">
                <a:solidFill>
                  <a:srgbClr val="244A63"/>
                </a:solidFill>
                <a:latin typeface="Liberation Sans"/>
                <a:ea typeface="Liberation Sans"/>
                <a:cs typeface="Liberation Sans"/>
              </a:defRPr>
            </a:lvl8pPr>
            <a:lvl9pPr algn="l">
              <a:defRPr sz="1425" b="0">
                <a:solidFill>
                  <a:srgbClr val="244A63"/>
                </a:solidFill>
                <a:latin typeface="Liberation Sans"/>
                <a:ea typeface="Liberation Sans"/>
                <a:cs typeface="Liberation Sans"/>
              </a:defRPr>
            </a:lvl9pPr>
          </a:lstStyle>
          <a:p xmlns:a="http://schemas.openxmlformats.org/drawingml/2006/main">
            <a:pPr algn="l">
              <a:defRPr sz="1425" b="0">
                <a:solidFill>
                  <a:srgbClr val="244A63"/>
                </a:solidFill>
                <a:latin typeface="Liberation Sans"/>
                <a:ea typeface="Liberation Sans"/>
                <a:cs typeface="Liberation Sans"/>
              </a:defRPr>
            </a:pPr>
            <a:r>
              <a:rPr sz="1425" b="0">
                <a:solidFill>
                  <a:srgbClr val="244A63"/>
                </a:solidFill>
                <a:latin typeface="Liberation Sans"/>
                <a:ea typeface="Liberation Sans"/>
                <a:cs typeface="Liberation Sans"/>
              </a:rPr>
              <a:t>→</a:t>
            </a:r>
          </a:p>
        </p:txBody>
      </p:sp>
      <p:sp>
        <p:nvSpPr>
          <p:cNvPr id="39" name="native-vector-text">
            <a:extLst xmlns:a="http://schemas.openxmlformats.org/drawingml/2006/main">
              <a:ext uri="{FF2B5EF4-FFF2-40B4-BE49-F238E27FC236}">
                <a16:creationId xmlns:a16="http://schemas.microsoft.com/office/drawing/2014/main" id="{E5A5EEAD-AE4B-4EB8-9785-442238D27BBE}"/>
              </a:ext>
            </a:extLst>
          </p:cNvPr>
          <p:cNvSpPr>
            <a:spLocks xmlns:a="http://schemas.openxmlformats.org/drawingml/2006/main" noGrp="1"/>
          </p:cNvSpPr>
          <p:nvPr/>
        </p:nvSpPr>
        <p:spPr>
          <a:xfrm xmlns:a="http://schemas.openxmlformats.org/drawingml/2006/main">
            <a:off x="1701022" y="3739504"/>
            <a:ext cx="2693956"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244A63"/>
                </a:solidFill>
                <a:latin typeface="Liberation Sans"/>
                <a:ea typeface="Liberation Sans"/>
                <a:cs typeface="Liberation Sans"/>
              </a:defRPr>
            </a:defPPr>
            <a:lvl1pPr algn="l">
              <a:defRPr sz="1425" b="0">
                <a:solidFill>
                  <a:srgbClr val="244A63"/>
                </a:solidFill>
                <a:latin typeface="Liberation Sans"/>
                <a:ea typeface="Liberation Sans"/>
                <a:cs typeface="Liberation Sans"/>
              </a:defRPr>
            </a:lvl1pPr>
            <a:lvl2pPr algn="l">
              <a:defRPr sz="1425" b="0">
                <a:solidFill>
                  <a:srgbClr val="244A63"/>
                </a:solidFill>
                <a:latin typeface="Liberation Sans"/>
                <a:ea typeface="Liberation Sans"/>
                <a:cs typeface="Liberation Sans"/>
              </a:defRPr>
            </a:lvl2pPr>
            <a:lvl3pPr algn="l">
              <a:defRPr sz="1425" b="0">
                <a:solidFill>
                  <a:srgbClr val="244A63"/>
                </a:solidFill>
                <a:latin typeface="Liberation Sans"/>
                <a:ea typeface="Liberation Sans"/>
                <a:cs typeface="Liberation Sans"/>
              </a:defRPr>
            </a:lvl3pPr>
            <a:lvl4pPr algn="l">
              <a:defRPr sz="1425" b="0">
                <a:solidFill>
                  <a:srgbClr val="244A63"/>
                </a:solidFill>
                <a:latin typeface="Liberation Sans"/>
                <a:ea typeface="Liberation Sans"/>
                <a:cs typeface="Liberation Sans"/>
              </a:defRPr>
            </a:lvl4pPr>
            <a:lvl5pPr algn="l">
              <a:defRPr sz="1425" b="0">
                <a:solidFill>
                  <a:srgbClr val="244A63"/>
                </a:solidFill>
                <a:latin typeface="Liberation Sans"/>
                <a:ea typeface="Liberation Sans"/>
                <a:cs typeface="Liberation Sans"/>
              </a:defRPr>
            </a:lvl5pPr>
            <a:lvl6pPr algn="l">
              <a:defRPr sz="1425" b="0">
                <a:solidFill>
                  <a:srgbClr val="244A63"/>
                </a:solidFill>
                <a:latin typeface="Liberation Sans"/>
                <a:ea typeface="Liberation Sans"/>
                <a:cs typeface="Liberation Sans"/>
              </a:defRPr>
            </a:lvl6pPr>
            <a:lvl7pPr algn="l">
              <a:defRPr sz="1425" b="0">
                <a:solidFill>
                  <a:srgbClr val="244A63"/>
                </a:solidFill>
                <a:latin typeface="Liberation Sans"/>
                <a:ea typeface="Liberation Sans"/>
                <a:cs typeface="Liberation Sans"/>
              </a:defRPr>
            </a:lvl7pPr>
            <a:lvl8pPr algn="l">
              <a:defRPr sz="1425" b="0">
                <a:solidFill>
                  <a:srgbClr val="244A63"/>
                </a:solidFill>
                <a:latin typeface="Liberation Sans"/>
                <a:ea typeface="Liberation Sans"/>
                <a:cs typeface="Liberation Sans"/>
              </a:defRPr>
            </a:lvl8pPr>
            <a:lvl9pPr algn="l">
              <a:defRPr sz="1425" b="0">
                <a:solidFill>
                  <a:srgbClr val="244A63"/>
                </a:solidFill>
                <a:latin typeface="Liberation Sans"/>
                <a:ea typeface="Liberation Sans"/>
                <a:cs typeface="Liberation Sans"/>
              </a:defRPr>
            </a:lvl9pPr>
          </a:lstStyle>
          <a:p xmlns:a="http://schemas.openxmlformats.org/drawingml/2006/main">
            <a:pPr algn="l">
              <a:defRPr sz="1425" b="0">
                <a:solidFill>
                  <a:srgbClr val="244A63"/>
                </a:solidFill>
                <a:latin typeface="Liberation Sans"/>
                <a:ea typeface="Liberation Sans"/>
                <a:cs typeface="Liberation Sans"/>
              </a:defRPr>
            </a:pPr>
            <a:r>
              <a:rPr sz="1425" b="0">
                <a:solidFill>
                  <a:srgbClr val="244A63"/>
                </a:solidFill>
                <a:latin typeface="Liberation Sans"/>
                <a:ea typeface="Liberation Sans"/>
                <a:cs typeface="Liberation Sans"/>
              </a:rPr>
              <a:t>Each arrow means: is eaten by</a:t>
            </a:r>
          </a:p>
        </p:txBody>
      </p:sp>
      <p:sp>
        <p:nvSpPr>
          <p:cNvPr id="40" name="picture-description">
            <a:extLst xmlns:a="http://schemas.openxmlformats.org/drawingml/2006/main">
              <a:ext uri="{FF2B5EF4-FFF2-40B4-BE49-F238E27FC236}">
                <a16:creationId xmlns:a16="http://schemas.microsoft.com/office/drawing/2014/main" id="{93CB042F-CAD4-4E2D-82D4-36A21B89876D}"/>
              </a:ext>
            </a:extLst>
          </p:cNvPr>
          <p:cNvSpPr>
            <a:spLocks xmlns:a="http://schemas.openxmlformats.org/drawingml/2006/main" noGrp="1"/>
          </p:cNvSpPr>
          <p:nvPr/>
        </p:nvSpPr>
        <p:spPr>
          <a:xfrm xmlns:a="http://schemas.openxmlformats.org/drawingml/2006/main">
            <a:off x="5905500" y="2895600"/>
            <a:ext cx="56197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72536"/>
                </a:solidFill>
                <a:latin typeface="Liberation Sans"/>
                <a:ea typeface="Liberation Sans"/>
                <a:cs typeface="Liberation Sans"/>
              </a:defRPr>
            </a:defPPr>
            <a:lvl1pPr algn="l">
              <a:defRPr sz="1650" b="0">
                <a:solidFill>
                  <a:srgbClr val="172536"/>
                </a:solidFill>
                <a:latin typeface="Liberation Sans"/>
                <a:ea typeface="Liberation Sans"/>
                <a:cs typeface="Liberation Sans"/>
              </a:defRPr>
            </a:lvl1pPr>
            <a:lvl2pPr algn="l">
              <a:defRPr sz="1650" b="0">
                <a:solidFill>
                  <a:srgbClr val="172536"/>
                </a:solidFill>
                <a:latin typeface="Liberation Sans"/>
                <a:ea typeface="Liberation Sans"/>
                <a:cs typeface="Liberation Sans"/>
              </a:defRPr>
            </a:lvl2pPr>
            <a:lvl3pPr algn="l">
              <a:defRPr sz="1650" b="0">
                <a:solidFill>
                  <a:srgbClr val="172536"/>
                </a:solidFill>
                <a:latin typeface="Liberation Sans"/>
                <a:ea typeface="Liberation Sans"/>
                <a:cs typeface="Liberation Sans"/>
              </a:defRPr>
            </a:lvl3pPr>
            <a:lvl4pPr algn="l">
              <a:defRPr sz="1650" b="0">
                <a:solidFill>
                  <a:srgbClr val="172536"/>
                </a:solidFill>
                <a:latin typeface="Liberation Sans"/>
                <a:ea typeface="Liberation Sans"/>
                <a:cs typeface="Liberation Sans"/>
              </a:defRPr>
            </a:lvl4pPr>
            <a:lvl5pPr algn="l">
              <a:defRPr sz="1650" b="0">
                <a:solidFill>
                  <a:srgbClr val="172536"/>
                </a:solidFill>
                <a:latin typeface="Liberation Sans"/>
                <a:ea typeface="Liberation Sans"/>
                <a:cs typeface="Liberation Sans"/>
              </a:defRPr>
            </a:lvl5pPr>
            <a:lvl6pPr algn="l">
              <a:defRPr sz="1650" b="0">
                <a:solidFill>
                  <a:srgbClr val="172536"/>
                </a:solidFill>
                <a:latin typeface="Liberation Sans"/>
                <a:ea typeface="Liberation Sans"/>
                <a:cs typeface="Liberation Sans"/>
              </a:defRPr>
            </a:lvl6pPr>
            <a:lvl7pPr algn="l">
              <a:defRPr sz="1650" b="0">
                <a:solidFill>
                  <a:srgbClr val="172536"/>
                </a:solidFill>
                <a:latin typeface="Liberation Sans"/>
                <a:ea typeface="Liberation Sans"/>
                <a:cs typeface="Liberation Sans"/>
              </a:defRPr>
            </a:lvl7pPr>
            <a:lvl8pPr algn="l">
              <a:defRPr sz="1650" b="0">
                <a:solidFill>
                  <a:srgbClr val="172536"/>
                </a:solidFill>
                <a:latin typeface="Liberation Sans"/>
                <a:ea typeface="Liberation Sans"/>
                <a:cs typeface="Liberation Sans"/>
              </a:defRPr>
            </a:lvl8pPr>
            <a:lvl9pPr algn="l">
              <a:defRPr sz="1650" b="0">
                <a:solidFill>
                  <a:srgbClr val="172536"/>
                </a:solidFill>
                <a:latin typeface="Liberation Sans"/>
                <a:ea typeface="Liberation Sans"/>
                <a:cs typeface="Liberation Sans"/>
              </a:defRPr>
            </a:lvl9pPr>
          </a:lstStyle>
          <a:p xmlns:a="http://schemas.openxmlformats.org/drawingml/2006/main">
            <a:pPr algn="l">
              <a:defRPr sz="1650" b="0">
                <a:solidFill>
                  <a:srgbClr val="172536"/>
                </a:solidFill>
                <a:latin typeface="Liberation Sans"/>
                <a:ea typeface="Liberation Sans"/>
                <a:cs typeface="Liberation Sans"/>
              </a:defRPr>
            </a:pPr>
            <a:r>
              <a:rPr sz="1650" b="0">
                <a:solidFill>
                  <a:srgbClr val="172536"/>
                </a:solidFill>
                <a:latin typeface="Liberation Sans"/>
                <a:ea typeface="Liberation Sans"/>
                <a:cs typeface="Liberation Sans"/>
              </a:rPr>
              <a:t>Food passes from grass to rabbit to fox, and from</a:t>
            </a:r>
          </a:p>
          <a:p xmlns:a="http://schemas.openxmlformats.org/drawingml/2006/main">
            <a:pPr algn="l">
              <a:defRPr sz="1650" b="0">
                <a:solidFill>
                  <a:srgbClr val="172536"/>
                </a:solidFill>
                <a:latin typeface="Liberation Sans"/>
                <a:ea typeface="Liberation Sans"/>
                <a:cs typeface="Liberation Sans"/>
              </a:defRPr>
            </a:pPr>
            <a:r>
              <a:rPr sz="1650" b="0">
                <a:solidFill>
                  <a:srgbClr val="172536"/>
                </a:solidFill>
                <a:latin typeface="Liberation Sans"/>
                <a:ea typeface="Liberation Sans"/>
                <a:cs typeface="Liberation Sans"/>
              </a:rPr>
              <a:t>leaves to caterpillar to robin</a:t>
            </a:r>
          </a:p>
        </p:txBody>
      </p:sp>
      <p:sp>
        <p:nvSpPr>
          <p:cNvPr id="41" name="book-direction">
            <a:extLst xmlns:a="http://schemas.openxmlformats.org/drawingml/2006/main">
              <a:ext uri="{FF2B5EF4-FFF2-40B4-BE49-F238E27FC236}">
                <a16:creationId xmlns:a16="http://schemas.microsoft.com/office/drawing/2014/main" id="{DE6A5674-A640-47D3-8B7D-FA9345176E90}"/>
              </a:ext>
            </a:extLst>
          </p:cNvPr>
          <p:cNvSpPr>
            <a:spLocks xmlns:a="http://schemas.openxmlformats.org/drawingml/2006/main" noGrp="1"/>
          </p:cNvSpPr>
          <p:nvPr/>
        </p:nvSpPr>
        <p:spPr>
          <a:xfrm xmlns:a="http://schemas.openxmlformats.org/drawingml/2006/main">
            <a:off x="609600" y="5048250"/>
            <a:ext cx="109061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172536"/>
                </a:solidFill>
                <a:latin typeface="Liberation Sans"/>
                <a:ea typeface="Liberation Sans"/>
                <a:cs typeface="Liberation Sans"/>
              </a:defRPr>
            </a:defPPr>
            <a:lvl1pPr algn="l">
              <a:defRPr sz="1500" b="0">
                <a:solidFill>
                  <a:srgbClr val="172536"/>
                </a:solidFill>
                <a:latin typeface="Liberation Sans"/>
                <a:ea typeface="Liberation Sans"/>
                <a:cs typeface="Liberation Sans"/>
              </a:defRPr>
            </a:lvl1pPr>
            <a:lvl2pPr algn="l">
              <a:defRPr sz="1500" b="0">
                <a:solidFill>
                  <a:srgbClr val="172536"/>
                </a:solidFill>
                <a:latin typeface="Liberation Sans"/>
                <a:ea typeface="Liberation Sans"/>
                <a:cs typeface="Liberation Sans"/>
              </a:defRPr>
            </a:lvl2pPr>
            <a:lvl3pPr algn="l">
              <a:defRPr sz="1500" b="0">
                <a:solidFill>
                  <a:srgbClr val="172536"/>
                </a:solidFill>
                <a:latin typeface="Liberation Sans"/>
                <a:ea typeface="Liberation Sans"/>
                <a:cs typeface="Liberation Sans"/>
              </a:defRPr>
            </a:lvl3pPr>
            <a:lvl4pPr algn="l">
              <a:defRPr sz="1500" b="0">
                <a:solidFill>
                  <a:srgbClr val="172536"/>
                </a:solidFill>
                <a:latin typeface="Liberation Sans"/>
                <a:ea typeface="Liberation Sans"/>
                <a:cs typeface="Liberation Sans"/>
              </a:defRPr>
            </a:lvl4pPr>
            <a:lvl5pPr algn="l">
              <a:defRPr sz="1500" b="0">
                <a:solidFill>
                  <a:srgbClr val="172536"/>
                </a:solidFill>
                <a:latin typeface="Liberation Sans"/>
                <a:ea typeface="Liberation Sans"/>
                <a:cs typeface="Liberation Sans"/>
              </a:defRPr>
            </a:lvl5pPr>
            <a:lvl6pPr algn="l">
              <a:defRPr sz="1500" b="0">
                <a:solidFill>
                  <a:srgbClr val="172536"/>
                </a:solidFill>
                <a:latin typeface="Liberation Sans"/>
                <a:ea typeface="Liberation Sans"/>
                <a:cs typeface="Liberation Sans"/>
              </a:defRPr>
            </a:lvl6pPr>
            <a:lvl7pPr algn="l">
              <a:defRPr sz="1500" b="0">
                <a:solidFill>
                  <a:srgbClr val="172536"/>
                </a:solidFill>
                <a:latin typeface="Liberation Sans"/>
                <a:ea typeface="Liberation Sans"/>
                <a:cs typeface="Liberation Sans"/>
              </a:defRPr>
            </a:lvl7pPr>
            <a:lvl8pPr algn="l">
              <a:defRPr sz="1500" b="0">
                <a:solidFill>
                  <a:srgbClr val="172536"/>
                </a:solidFill>
                <a:latin typeface="Liberation Sans"/>
                <a:ea typeface="Liberation Sans"/>
                <a:cs typeface="Liberation Sans"/>
              </a:defRPr>
            </a:lvl8pPr>
            <a:lvl9pPr algn="l">
              <a:defRPr sz="1500" b="0">
                <a:solidFill>
                  <a:srgbClr val="172536"/>
                </a:solidFill>
                <a:latin typeface="Liberation Sans"/>
                <a:ea typeface="Liberation Sans"/>
                <a:cs typeface="Liberation Sans"/>
              </a:defRPr>
            </a:lvl9pPr>
          </a:lstStyle>
          <a:p xmlns:a="http://schemas.openxmlformats.org/drawingml/2006/main">
            <a:pPr algn="l">
              <a:defRPr sz="1500" b="0">
                <a:solidFill>
                  <a:srgbClr val="172536"/>
                </a:solidFill>
                <a:latin typeface="Liberation Sans"/>
                <a:ea typeface="Liberation Sans"/>
                <a:cs typeface="Liberation Sans"/>
              </a:defRPr>
            </a:pPr>
            <a:r>
              <a:rPr sz="1500" b="0">
                <a:solidFill>
                  <a:srgbClr val="172536"/>
                </a:solidFill>
                <a:latin typeface="Liberation Sans"/>
                <a:ea typeface="Liberation Sans"/>
                <a:cs typeface="Liberation Sans"/>
              </a:rPr>
              <a:t>In your book: Watch the model; point to the evidence. No writing yet.</a:t>
            </a:r>
          </a:p>
        </p:txBody>
      </p:sp>
    </p:spTree>
    <p:extLst>
      <p:ext uri="{BB962C8B-B14F-4D97-AF65-F5344CB8AC3E}">
        <p14:creationId xmlns:p14="http://schemas.microsoft.com/office/powerpoint/2010/main" val="78246872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2" name="lesson-header">
            <a:extLst xmlns:a="http://schemas.openxmlformats.org/drawingml/2006/main">
              <a:ext uri="{FF2B5EF4-FFF2-40B4-BE49-F238E27FC236}">
                <a16:creationId xmlns:a16="http://schemas.microsoft.com/office/drawing/2014/main" id="{A2D64901-7429-4A88-82D2-830779CEE724}"/>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vl1pPr algn="l">
              <a:defRPr sz="1425" b="1">
                <a:solidFill>
                  <a:srgbClr val="355E7B"/>
                </a:solidFill>
                <a:latin typeface="Liberation Sans"/>
                <a:ea typeface="Liberation Sans"/>
                <a:cs typeface="Liberation Sans"/>
              </a:defRPr>
            </a:lvl1pPr>
            <a:lvl2pPr algn="l">
              <a:defRPr sz="1425" b="1">
                <a:solidFill>
                  <a:srgbClr val="355E7B"/>
                </a:solidFill>
                <a:latin typeface="Liberation Sans"/>
                <a:ea typeface="Liberation Sans"/>
                <a:cs typeface="Liberation Sans"/>
              </a:defRPr>
            </a:lvl2pPr>
            <a:lvl3pPr algn="l">
              <a:defRPr sz="1425" b="1">
                <a:solidFill>
                  <a:srgbClr val="355E7B"/>
                </a:solidFill>
                <a:latin typeface="Liberation Sans"/>
                <a:ea typeface="Liberation Sans"/>
                <a:cs typeface="Liberation Sans"/>
              </a:defRPr>
            </a:lvl3pPr>
            <a:lvl4pPr algn="l">
              <a:defRPr sz="1425" b="1">
                <a:solidFill>
                  <a:srgbClr val="355E7B"/>
                </a:solidFill>
                <a:latin typeface="Liberation Sans"/>
                <a:ea typeface="Liberation Sans"/>
                <a:cs typeface="Liberation Sans"/>
              </a:defRPr>
            </a:lvl4pPr>
            <a:lvl5pPr algn="l">
              <a:defRPr sz="1425" b="1">
                <a:solidFill>
                  <a:srgbClr val="355E7B"/>
                </a:solidFill>
                <a:latin typeface="Liberation Sans"/>
                <a:ea typeface="Liberation Sans"/>
                <a:cs typeface="Liberation Sans"/>
              </a:defRPr>
            </a:lvl5pPr>
            <a:lvl6pPr algn="l">
              <a:defRPr sz="1425" b="1">
                <a:solidFill>
                  <a:srgbClr val="355E7B"/>
                </a:solidFill>
                <a:latin typeface="Liberation Sans"/>
                <a:ea typeface="Liberation Sans"/>
                <a:cs typeface="Liberation Sans"/>
              </a:defRPr>
            </a:lvl6pPr>
            <a:lvl7pPr algn="l">
              <a:defRPr sz="1425" b="1">
                <a:solidFill>
                  <a:srgbClr val="355E7B"/>
                </a:solidFill>
                <a:latin typeface="Liberation Sans"/>
                <a:ea typeface="Liberation Sans"/>
                <a:cs typeface="Liberation Sans"/>
              </a:defRPr>
            </a:lvl7pPr>
            <a:lvl8pPr algn="l">
              <a:defRPr sz="1425" b="1">
                <a:solidFill>
                  <a:srgbClr val="355E7B"/>
                </a:solidFill>
                <a:latin typeface="Liberation Sans"/>
                <a:ea typeface="Liberation Sans"/>
                <a:cs typeface="Liberation Sans"/>
              </a:defRPr>
            </a:lvl8pPr>
            <a:lvl9pPr algn="l">
              <a:defRPr sz="1425" b="1">
                <a:solidFill>
                  <a:srgbClr val="355E7B"/>
                </a:solidFill>
                <a:latin typeface="Liberation Sans"/>
                <a:ea typeface="Liberation Sans"/>
                <a:cs typeface="Liberation Sans"/>
              </a:defRPr>
            </a:lvl9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SCIENCE · AUTUMN 1 · Week 8</a:t>
            </a:r>
          </a:p>
        </p:txBody>
      </p:sp>
      <p:sp>
        <p:nvSpPr>
          <p:cNvPr id="2" name="stage-clock">
            <a:extLst xmlns:a="http://schemas.openxmlformats.org/drawingml/2006/main">
              <a:ext uri="{FF2B5EF4-FFF2-40B4-BE49-F238E27FC236}">
                <a16:creationId xmlns:a16="http://schemas.microsoft.com/office/drawing/2014/main" id="{95DC0AE3-C840-478E-9AB7-1F3700C09F39}"/>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vl1pPr algn="r">
              <a:defRPr sz="1425" b="1">
                <a:solidFill>
                  <a:srgbClr val="355E7B"/>
                </a:solidFill>
                <a:latin typeface="Liberation Sans"/>
                <a:ea typeface="Liberation Sans"/>
                <a:cs typeface="Liberation Sans"/>
              </a:defRPr>
            </a:lvl1pPr>
            <a:lvl2pPr algn="r">
              <a:defRPr sz="1425" b="1">
                <a:solidFill>
                  <a:srgbClr val="355E7B"/>
                </a:solidFill>
                <a:latin typeface="Liberation Sans"/>
                <a:ea typeface="Liberation Sans"/>
                <a:cs typeface="Liberation Sans"/>
              </a:defRPr>
            </a:lvl2pPr>
            <a:lvl3pPr algn="r">
              <a:defRPr sz="1425" b="1">
                <a:solidFill>
                  <a:srgbClr val="355E7B"/>
                </a:solidFill>
                <a:latin typeface="Liberation Sans"/>
                <a:ea typeface="Liberation Sans"/>
                <a:cs typeface="Liberation Sans"/>
              </a:defRPr>
            </a:lvl3pPr>
            <a:lvl4pPr algn="r">
              <a:defRPr sz="1425" b="1">
                <a:solidFill>
                  <a:srgbClr val="355E7B"/>
                </a:solidFill>
                <a:latin typeface="Liberation Sans"/>
                <a:ea typeface="Liberation Sans"/>
                <a:cs typeface="Liberation Sans"/>
              </a:defRPr>
            </a:lvl4pPr>
            <a:lvl5pPr algn="r">
              <a:defRPr sz="1425" b="1">
                <a:solidFill>
                  <a:srgbClr val="355E7B"/>
                </a:solidFill>
                <a:latin typeface="Liberation Sans"/>
                <a:ea typeface="Liberation Sans"/>
                <a:cs typeface="Liberation Sans"/>
              </a:defRPr>
            </a:lvl5pPr>
            <a:lvl6pPr algn="r">
              <a:defRPr sz="1425" b="1">
                <a:solidFill>
                  <a:srgbClr val="355E7B"/>
                </a:solidFill>
                <a:latin typeface="Liberation Sans"/>
                <a:ea typeface="Liberation Sans"/>
                <a:cs typeface="Liberation Sans"/>
              </a:defRPr>
            </a:lvl6pPr>
            <a:lvl7pPr algn="r">
              <a:defRPr sz="1425" b="1">
                <a:solidFill>
                  <a:srgbClr val="355E7B"/>
                </a:solidFill>
                <a:latin typeface="Liberation Sans"/>
                <a:ea typeface="Liberation Sans"/>
                <a:cs typeface="Liberation Sans"/>
              </a:defRPr>
            </a:lvl7pPr>
            <a:lvl8pPr algn="r">
              <a:defRPr sz="1425" b="1">
                <a:solidFill>
                  <a:srgbClr val="355E7B"/>
                </a:solidFill>
                <a:latin typeface="Liberation Sans"/>
                <a:ea typeface="Liberation Sans"/>
                <a:cs typeface="Liberation Sans"/>
              </a:defRPr>
            </a:lvl8pPr>
            <a:lvl9pPr algn="r">
              <a:defRPr sz="1425" b="1">
                <a:solidFill>
                  <a:srgbClr val="355E7B"/>
                </a:solidFill>
                <a:latin typeface="Liberation Sans"/>
                <a:ea typeface="Liberation Sans"/>
                <a:cs typeface="Liberation Sans"/>
              </a:defRPr>
            </a:lvl9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follow the evidence · 4 min · 06 to 10</a:t>
            </a:r>
          </a:p>
        </p:txBody>
      </p:sp>
      <p:sp>
        <p:nvSpPr>
          <p:cNvPr id="3" name="slide-title">
            <a:extLst xmlns:a="http://schemas.openxmlformats.org/drawingml/2006/main">
              <a:ext uri="{FF2B5EF4-FFF2-40B4-BE49-F238E27FC236}">
                <a16:creationId xmlns:a16="http://schemas.microsoft.com/office/drawing/2014/main" id="{84EF31F2-11BF-4AB6-BC58-A3DE445553E6}"/>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vl1pPr algn="l">
              <a:defRPr sz="2700" b="1">
                <a:solidFill>
                  <a:srgbClr val="355E7B"/>
                </a:solidFill>
                <a:latin typeface="Liberation Sans"/>
                <a:ea typeface="Liberation Sans"/>
                <a:cs typeface="Liberation Sans"/>
              </a:defRPr>
            </a:lvl1pPr>
            <a:lvl2pPr algn="l">
              <a:defRPr sz="2700" b="1">
                <a:solidFill>
                  <a:srgbClr val="355E7B"/>
                </a:solidFill>
                <a:latin typeface="Liberation Sans"/>
                <a:ea typeface="Liberation Sans"/>
                <a:cs typeface="Liberation Sans"/>
              </a:defRPr>
            </a:lvl2pPr>
            <a:lvl3pPr algn="l">
              <a:defRPr sz="2700" b="1">
                <a:solidFill>
                  <a:srgbClr val="355E7B"/>
                </a:solidFill>
                <a:latin typeface="Liberation Sans"/>
                <a:ea typeface="Liberation Sans"/>
                <a:cs typeface="Liberation Sans"/>
              </a:defRPr>
            </a:lvl3pPr>
            <a:lvl4pPr algn="l">
              <a:defRPr sz="2700" b="1">
                <a:solidFill>
                  <a:srgbClr val="355E7B"/>
                </a:solidFill>
                <a:latin typeface="Liberation Sans"/>
                <a:ea typeface="Liberation Sans"/>
                <a:cs typeface="Liberation Sans"/>
              </a:defRPr>
            </a:lvl4pPr>
            <a:lvl5pPr algn="l">
              <a:defRPr sz="2700" b="1">
                <a:solidFill>
                  <a:srgbClr val="355E7B"/>
                </a:solidFill>
                <a:latin typeface="Liberation Sans"/>
                <a:ea typeface="Liberation Sans"/>
                <a:cs typeface="Liberation Sans"/>
              </a:defRPr>
            </a:lvl5pPr>
            <a:lvl6pPr algn="l">
              <a:defRPr sz="2700" b="1">
                <a:solidFill>
                  <a:srgbClr val="355E7B"/>
                </a:solidFill>
                <a:latin typeface="Liberation Sans"/>
                <a:ea typeface="Liberation Sans"/>
                <a:cs typeface="Liberation Sans"/>
              </a:defRPr>
            </a:lvl6pPr>
            <a:lvl7pPr algn="l">
              <a:defRPr sz="2700" b="1">
                <a:solidFill>
                  <a:srgbClr val="355E7B"/>
                </a:solidFill>
                <a:latin typeface="Liberation Sans"/>
                <a:ea typeface="Liberation Sans"/>
                <a:cs typeface="Liberation Sans"/>
              </a:defRPr>
            </a:lvl7pPr>
            <a:lvl8pPr algn="l">
              <a:defRPr sz="2700" b="1">
                <a:solidFill>
                  <a:srgbClr val="355E7B"/>
                </a:solidFill>
                <a:latin typeface="Liberation Sans"/>
                <a:ea typeface="Liberation Sans"/>
                <a:cs typeface="Liberation Sans"/>
              </a:defRPr>
            </a:lvl8pPr>
            <a:lvl9pPr algn="l">
              <a:defRPr sz="2700" b="1">
                <a:solidFill>
                  <a:srgbClr val="355E7B"/>
                </a:solidFill>
                <a:latin typeface="Liberation Sans"/>
                <a:ea typeface="Liberation Sans"/>
                <a:cs typeface="Liberation Sans"/>
              </a:defRPr>
            </a:lvl9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follow the evidence</a:t>
            </a:r>
          </a:p>
        </p:txBody>
      </p:sp>
      <p:sp>
        <p:nvSpPr>
          <p:cNvPr id="4" name="shape">
            <a:extLst xmlns:a="http://schemas.openxmlformats.org/drawingml/2006/main">
              <a:ext uri="{FF2B5EF4-FFF2-40B4-BE49-F238E27FC236}">
                <a16:creationId xmlns:a16="http://schemas.microsoft.com/office/drawing/2014/main" id="{2D27CC51-A22F-4E37-A7B2-4804AC494133}"/>
              </a:ext>
            </a:extLst>
          </p:cNvPr>
          <p:cNvSpPr>
            <a:spLocks xmlns:a="http://schemas.openxmlformats.org/drawingml/2006/main" noGrp="1"/>
          </p:cNvSpPr>
          <p:nvPr/>
        </p:nvSpPr>
        <p:spPr>
          <a:xfrm xmlns:a="http://schemas.openxmlformats.org/drawingml/2006/main">
            <a:off x="381000"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300A1D60-310E-4D20-854E-815A1577EE55}"/>
              </a:ext>
            </a:extLst>
          </p:cNvPr>
          <p:cNvSpPr>
            <a:spLocks xmlns:a="http://schemas.openxmlformats.org/drawingml/2006/main" noGrp="1"/>
          </p:cNvSpPr>
          <p:nvPr/>
        </p:nvSpPr>
        <p:spPr>
          <a:xfrm xmlns:a="http://schemas.openxmlformats.org/drawingml/2006/main">
            <a:off x="1234678"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3B7D1D99-EDE5-4F8A-BDEF-06B305254CF1}"/>
              </a:ext>
            </a:extLst>
          </p:cNvPr>
          <p:cNvSpPr>
            <a:spLocks xmlns:a="http://schemas.openxmlformats.org/drawingml/2006/main" noGrp="1"/>
          </p:cNvSpPr>
          <p:nvPr/>
        </p:nvSpPr>
        <p:spPr>
          <a:xfrm xmlns:a="http://schemas.openxmlformats.org/drawingml/2006/main">
            <a:off x="2088356" y="1381125"/>
            <a:ext cx="110966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1D564E9D-9C5C-4339-841B-E7E0DC13E500}"/>
              </a:ext>
            </a:extLst>
          </p:cNvPr>
          <p:cNvSpPr>
            <a:spLocks xmlns:a="http://schemas.openxmlformats.org/drawingml/2006/main" noGrp="1"/>
          </p:cNvSpPr>
          <p:nvPr/>
        </p:nvSpPr>
        <p:spPr>
          <a:xfrm xmlns:a="http://schemas.openxmlformats.org/drawingml/2006/main">
            <a:off x="3226594"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31DB7146-2C7B-476E-A73B-E9462CDD8282}"/>
              </a:ext>
            </a:extLst>
          </p:cNvPr>
          <p:cNvSpPr>
            <a:spLocks xmlns:a="http://schemas.openxmlformats.org/drawingml/2006/main" noGrp="1"/>
          </p:cNvSpPr>
          <p:nvPr/>
        </p:nvSpPr>
        <p:spPr>
          <a:xfrm xmlns:a="http://schemas.openxmlformats.org/drawingml/2006/main">
            <a:off x="4364831"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12C3A51D-EC30-457E-8CE0-559B0A76E156}"/>
              </a:ext>
            </a:extLst>
          </p:cNvPr>
          <p:cNvSpPr>
            <a:spLocks xmlns:a="http://schemas.openxmlformats.org/drawingml/2006/main" noGrp="1"/>
          </p:cNvSpPr>
          <p:nvPr/>
        </p:nvSpPr>
        <p:spPr>
          <a:xfrm xmlns:a="http://schemas.openxmlformats.org/drawingml/2006/main">
            <a:off x="5218509"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shape">
            <a:extLst xmlns:a="http://schemas.openxmlformats.org/drawingml/2006/main">
              <a:ext uri="{FF2B5EF4-FFF2-40B4-BE49-F238E27FC236}">
                <a16:creationId xmlns:a16="http://schemas.microsoft.com/office/drawing/2014/main" id="{8F2BA04C-9F16-4966-92A1-EEE879B9DCDD}"/>
              </a:ext>
            </a:extLst>
          </p:cNvPr>
          <p:cNvSpPr>
            <a:spLocks xmlns:a="http://schemas.openxmlformats.org/drawingml/2006/main" noGrp="1"/>
          </p:cNvSpPr>
          <p:nvPr/>
        </p:nvSpPr>
        <p:spPr>
          <a:xfrm xmlns:a="http://schemas.openxmlformats.org/drawingml/2006/main">
            <a:off x="6356747" y="1381125"/>
            <a:ext cx="540544"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1" name="shape">
            <a:extLst xmlns:a="http://schemas.openxmlformats.org/drawingml/2006/main">
              <a:ext uri="{FF2B5EF4-FFF2-40B4-BE49-F238E27FC236}">
                <a16:creationId xmlns:a16="http://schemas.microsoft.com/office/drawing/2014/main" id="{BD9627BF-4FA2-4857-A272-7CA4BA8AB87D}"/>
              </a:ext>
            </a:extLst>
          </p:cNvPr>
          <p:cNvSpPr>
            <a:spLocks xmlns:a="http://schemas.openxmlformats.org/drawingml/2006/main" noGrp="1"/>
          </p:cNvSpPr>
          <p:nvPr/>
        </p:nvSpPr>
        <p:spPr>
          <a:xfrm xmlns:a="http://schemas.openxmlformats.org/drawingml/2006/main">
            <a:off x="6925866" y="1381125"/>
            <a:ext cx="540544"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2" name="shape">
            <a:extLst xmlns:a="http://schemas.openxmlformats.org/drawingml/2006/main">
              <a:ext uri="{FF2B5EF4-FFF2-40B4-BE49-F238E27FC236}">
                <a16:creationId xmlns:a16="http://schemas.microsoft.com/office/drawing/2014/main" id="{46F8DAEC-8B0B-4BB1-84B1-C784E22084C3}"/>
              </a:ext>
            </a:extLst>
          </p:cNvPr>
          <p:cNvSpPr>
            <a:spLocks xmlns:a="http://schemas.openxmlformats.org/drawingml/2006/main" noGrp="1"/>
          </p:cNvSpPr>
          <p:nvPr/>
        </p:nvSpPr>
        <p:spPr>
          <a:xfrm xmlns:a="http://schemas.openxmlformats.org/drawingml/2006/main">
            <a:off x="7494984"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3" name="shape">
            <a:extLst xmlns:a="http://schemas.openxmlformats.org/drawingml/2006/main">
              <a:ext uri="{FF2B5EF4-FFF2-40B4-BE49-F238E27FC236}">
                <a16:creationId xmlns:a16="http://schemas.microsoft.com/office/drawing/2014/main" id="{38038DB8-41EA-4068-9773-16358ABE4DF5}"/>
              </a:ext>
            </a:extLst>
          </p:cNvPr>
          <p:cNvSpPr>
            <a:spLocks xmlns:a="http://schemas.openxmlformats.org/drawingml/2006/main" noGrp="1"/>
          </p:cNvSpPr>
          <p:nvPr/>
        </p:nvSpPr>
        <p:spPr>
          <a:xfrm xmlns:a="http://schemas.openxmlformats.org/drawingml/2006/main">
            <a:off x="9771459"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4" name="shape">
            <a:extLst xmlns:a="http://schemas.openxmlformats.org/drawingml/2006/main">
              <a:ext uri="{FF2B5EF4-FFF2-40B4-BE49-F238E27FC236}">
                <a16:creationId xmlns:a16="http://schemas.microsoft.com/office/drawing/2014/main" id="{D62BD361-6483-4565-A5D0-A167E17054A2}"/>
              </a:ext>
            </a:extLst>
          </p:cNvPr>
          <p:cNvSpPr>
            <a:spLocks xmlns:a="http://schemas.openxmlformats.org/drawingml/2006/main" noGrp="1"/>
          </p:cNvSpPr>
          <p:nvPr/>
        </p:nvSpPr>
        <p:spPr>
          <a:xfrm xmlns:a="http://schemas.openxmlformats.org/drawingml/2006/main">
            <a:off x="10625138"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5" name="objective-footer">
            <a:extLst xmlns:a="http://schemas.openxmlformats.org/drawingml/2006/main">
              <a:ext uri="{FF2B5EF4-FFF2-40B4-BE49-F238E27FC236}">
                <a16:creationId xmlns:a16="http://schemas.microsoft.com/office/drawing/2014/main" id="{AC9FC2AE-2782-4497-842C-C7B7DD8B76D1}"/>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vl1pPr algn="l">
              <a:defRPr sz="1425" b="0">
                <a:solidFill>
                  <a:srgbClr val="46586A"/>
                </a:solidFill>
                <a:latin typeface="Liberation Sans"/>
                <a:ea typeface="Liberation Sans"/>
                <a:cs typeface="Liberation Sans"/>
              </a:defRPr>
            </a:lvl1pPr>
            <a:lvl2pPr algn="l">
              <a:defRPr sz="1425" b="0">
                <a:solidFill>
                  <a:srgbClr val="46586A"/>
                </a:solidFill>
                <a:latin typeface="Liberation Sans"/>
                <a:ea typeface="Liberation Sans"/>
                <a:cs typeface="Liberation Sans"/>
              </a:defRPr>
            </a:lvl2pPr>
            <a:lvl3pPr algn="l">
              <a:defRPr sz="1425" b="0">
                <a:solidFill>
                  <a:srgbClr val="46586A"/>
                </a:solidFill>
                <a:latin typeface="Liberation Sans"/>
                <a:ea typeface="Liberation Sans"/>
                <a:cs typeface="Liberation Sans"/>
              </a:defRPr>
            </a:lvl3pPr>
            <a:lvl4pPr algn="l">
              <a:defRPr sz="1425" b="0">
                <a:solidFill>
                  <a:srgbClr val="46586A"/>
                </a:solidFill>
                <a:latin typeface="Liberation Sans"/>
                <a:ea typeface="Liberation Sans"/>
                <a:cs typeface="Liberation Sans"/>
              </a:defRPr>
            </a:lvl4pPr>
            <a:lvl5pPr algn="l">
              <a:defRPr sz="1425" b="0">
                <a:solidFill>
                  <a:srgbClr val="46586A"/>
                </a:solidFill>
                <a:latin typeface="Liberation Sans"/>
                <a:ea typeface="Liberation Sans"/>
                <a:cs typeface="Liberation Sans"/>
              </a:defRPr>
            </a:lvl5pPr>
            <a:lvl6pPr algn="l">
              <a:defRPr sz="1425" b="0">
                <a:solidFill>
                  <a:srgbClr val="46586A"/>
                </a:solidFill>
                <a:latin typeface="Liberation Sans"/>
                <a:ea typeface="Liberation Sans"/>
                <a:cs typeface="Liberation Sans"/>
              </a:defRPr>
            </a:lvl6pPr>
            <a:lvl7pPr algn="l">
              <a:defRPr sz="1425" b="0">
                <a:solidFill>
                  <a:srgbClr val="46586A"/>
                </a:solidFill>
                <a:latin typeface="Liberation Sans"/>
                <a:ea typeface="Liberation Sans"/>
                <a:cs typeface="Liberation Sans"/>
              </a:defRPr>
            </a:lvl7pPr>
            <a:lvl8pPr algn="l">
              <a:defRPr sz="1425" b="0">
                <a:solidFill>
                  <a:srgbClr val="46586A"/>
                </a:solidFill>
                <a:latin typeface="Liberation Sans"/>
                <a:ea typeface="Liberation Sans"/>
                <a:cs typeface="Liberation Sans"/>
              </a:defRPr>
            </a:lvl8pPr>
            <a:lvl9pPr algn="l">
              <a:defRPr sz="1425" b="0">
                <a:solidFill>
                  <a:srgbClr val="46586A"/>
                </a:solidFill>
                <a:latin typeface="Liberation Sans"/>
                <a:ea typeface="Liberation Sans"/>
                <a:cs typeface="Liberation Sans"/>
              </a:defRPr>
            </a:lvl9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I can explain that animals get food by eating, and plants can make their own food.</a:t>
            </a:r>
          </a:p>
        </p:txBody>
      </p:sp>
      <p:sp>
        <p:nvSpPr>
          <p:cNvPr id="16" name="blank-version-footer">
            <a:extLst xmlns:a="http://schemas.openxmlformats.org/drawingml/2006/main">
              <a:ext uri="{FF2B5EF4-FFF2-40B4-BE49-F238E27FC236}">
                <a16:creationId xmlns:a16="http://schemas.microsoft.com/office/drawing/2014/main" id="{66D8D8DD-1C0D-4D50-87CF-D1F83046705D}"/>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vl1pPr algn="l">
              <a:defRPr sz="1425" b="0">
                <a:solidFill>
                  <a:srgbClr val="46586A"/>
                </a:solidFill>
                <a:latin typeface="Liberation Sans"/>
                <a:ea typeface="Liberation Sans"/>
                <a:cs typeface="Liberation Sans"/>
              </a:defRPr>
            </a:lvl1pPr>
            <a:lvl2pPr algn="l">
              <a:defRPr sz="1425" b="0">
                <a:solidFill>
                  <a:srgbClr val="46586A"/>
                </a:solidFill>
                <a:latin typeface="Liberation Sans"/>
                <a:ea typeface="Liberation Sans"/>
                <a:cs typeface="Liberation Sans"/>
              </a:defRPr>
            </a:lvl2pPr>
            <a:lvl3pPr algn="l">
              <a:defRPr sz="1425" b="0">
                <a:solidFill>
                  <a:srgbClr val="46586A"/>
                </a:solidFill>
                <a:latin typeface="Liberation Sans"/>
                <a:ea typeface="Liberation Sans"/>
                <a:cs typeface="Liberation Sans"/>
              </a:defRPr>
            </a:lvl3pPr>
            <a:lvl4pPr algn="l">
              <a:defRPr sz="1425" b="0">
                <a:solidFill>
                  <a:srgbClr val="46586A"/>
                </a:solidFill>
                <a:latin typeface="Liberation Sans"/>
                <a:ea typeface="Liberation Sans"/>
                <a:cs typeface="Liberation Sans"/>
              </a:defRPr>
            </a:lvl4pPr>
            <a:lvl5pPr algn="l">
              <a:defRPr sz="1425" b="0">
                <a:solidFill>
                  <a:srgbClr val="46586A"/>
                </a:solidFill>
                <a:latin typeface="Liberation Sans"/>
                <a:ea typeface="Liberation Sans"/>
                <a:cs typeface="Liberation Sans"/>
              </a:defRPr>
            </a:lvl5pPr>
            <a:lvl6pPr algn="l">
              <a:defRPr sz="1425" b="0">
                <a:solidFill>
                  <a:srgbClr val="46586A"/>
                </a:solidFill>
                <a:latin typeface="Liberation Sans"/>
                <a:ea typeface="Liberation Sans"/>
                <a:cs typeface="Liberation Sans"/>
              </a:defRPr>
            </a:lvl6pPr>
            <a:lvl7pPr algn="l">
              <a:defRPr sz="1425" b="0">
                <a:solidFill>
                  <a:srgbClr val="46586A"/>
                </a:solidFill>
                <a:latin typeface="Liberation Sans"/>
                <a:ea typeface="Liberation Sans"/>
                <a:cs typeface="Liberation Sans"/>
              </a:defRPr>
            </a:lvl7pPr>
            <a:lvl8pPr algn="l">
              <a:defRPr sz="1425" b="0">
                <a:solidFill>
                  <a:srgbClr val="46586A"/>
                </a:solidFill>
                <a:latin typeface="Liberation Sans"/>
                <a:ea typeface="Liberation Sans"/>
                <a:cs typeface="Liberation Sans"/>
              </a:defRPr>
            </a:lvl8pPr>
            <a:lvl9pPr algn="l">
              <a:defRPr sz="1425" b="0">
                <a:solidFill>
                  <a:srgbClr val="46586A"/>
                </a:solidFill>
                <a:latin typeface="Liberation Sans"/>
                <a:ea typeface="Liberation Sans"/>
                <a:cs typeface="Liberation Sans"/>
              </a:defRPr>
            </a:lvl9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SCI-BUILD-A1-W08-P1 · Version: ______ · Source page SHA-256: ______</a:t>
            </a:r>
          </a:p>
        </p:txBody>
      </p:sp>
      <p:sp>
        <p:nvSpPr>
          <p:cNvPr id="17" name="slide-progress">
            <a:extLst xmlns:a="http://schemas.openxmlformats.org/drawingml/2006/main">
              <a:ext uri="{FF2B5EF4-FFF2-40B4-BE49-F238E27FC236}">
                <a16:creationId xmlns:a16="http://schemas.microsoft.com/office/drawing/2014/main" id="{CEA3B088-9571-4C60-BD1E-75924A4F018B}"/>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vl1pPr algn="r">
              <a:defRPr sz="1425" b="0">
                <a:solidFill>
                  <a:srgbClr val="46586A"/>
                </a:solidFill>
                <a:latin typeface="Liberation Sans"/>
                <a:ea typeface="Liberation Sans"/>
                <a:cs typeface="Liberation Sans"/>
              </a:defRPr>
            </a:lvl1pPr>
            <a:lvl2pPr algn="r">
              <a:defRPr sz="1425" b="0">
                <a:solidFill>
                  <a:srgbClr val="46586A"/>
                </a:solidFill>
                <a:latin typeface="Liberation Sans"/>
                <a:ea typeface="Liberation Sans"/>
                <a:cs typeface="Liberation Sans"/>
              </a:defRPr>
            </a:lvl2pPr>
            <a:lvl3pPr algn="r">
              <a:defRPr sz="1425" b="0">
                <a:solidFill>
                  <a:srgbClr val="46586A"/>
                </a:solidFill>
                <a:latin typeface="Liberation Sans"/>
                <a:ea typeface="Liberation Sans"/>
                <a:cs typeface="Liberation Sans"/>
              </a:defRPr>
            </a:lvl3pPr>
            <a:lvl4pPr algn="r">
              <a:defRPr sz="1425" b="0">
                <a:solidFill>
                  <a:srgbClr val="46586A"/>
                </a:solidFill>
                <a:latin typeface="Liberation Sans"/>
                <a:ea typeface="Liberation Sans"/>
                <a:cs typeface="Liberation Sans"/>
              </a:defRPr>
            </a:lvl4pPr>
            <a:lvl5pPr algn="r">
              <a:defRPr sz="1425" b="0">
                <a:solidFill>
                  <a:srgbClr val="46586A"/>
                </a:solidFill>
                <a:latin typeface="Liberation Sans"/>
                <a:ea typeface="Liberation Sans"/>
                <a:cs typeface="Liberation Sans"/>
              </a:defRPr>
            </a:lvl5pPr>
            <a:lvl6pPr algn="r">
              <a:defRPr sz="1425" b="0">
                <a:solidFill>
                  <a:srgbClr val="46586A"/>
                </a:solidFill>
                <a:latin typeface="Liberation Sans"/>
                <a:ea typeface="Liberation Sans"/>
                <a:cs typeface="Liberation Sans"/>
              </a:defRPr>
            </a:lvl6pPr>
            <a:lvl7pPr algn="r">
              <a:defRPr sz="1425" b="0">
                <a:solidFill>
                  <a:srgbClr val="46586A"/>
                </a:solidFill>
                <a:latin typeface="Liberation Sans"/>
                <a:ea typeface="Liberation Sans"/>
                <a:cs typeface="Liberation Sans"/>
              </a:defRPr>
            </a:lvl7pPr>
            <a:lvl8pPr algn="r">
              <a:defRPr sz="1425" b="0">
                <a:solidFill>
                  <a:srgbClr val="46586A"/>
                </a:solidFill>
                <a:latin typeface="Liberation Sans"/>
                <a:ea typeface="Liberation Sans"/>
                <a:cs typeface="Liberation Sans"/>
              </a:defRPr>
            </a:lvl8pPr>
            <a:lvl9pPr algn="r">
              <a:defRPr sz="1425" b="0">
                <a:solidFill>
                  <a:srgbClr val="46586A"/>
                </a:solidFill>
                <a:latin typeface="Liberation Sans"/>
                <a:ea typeface="Liberation Sans"/>
                <a:cs typeface="Liberation Sans"/>
              </a:defRPr>
            </a:lvl9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11 / 29</a:t>
            </a:r>
          </a:p>
        </p:txBody>
      </p:sp>
      <p:sp>
        <p:nvSpPr>
          <p:cNvPr id="18" name="licence-footer">
            <a:extLst xmlns:a="http://schemas.openxmlformats.org/drawingml/2006/main">
              <a:ext uri="{FF2B5EF4-FFF2-40B4-BE49-F238E27FC236}">
                <a16:creationId xmlns:a16="http://schemas.microsoft.com/office/drawing/2014/main" id="{33C5DD15-2CFD-4D38-AAAA-038F0CBD66E4}"/>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vl1pPr algn="l">
              <a:defRPr sz="1425" b="0">
                <a:solidFill>
                  <a:srgbClr val="46586A"/>
                </a:solidFill>
                <a:latin typeface="Liberation Sans"/>
                <a:ea typeface="Liberation Sans"/>
                <a:cs typeface="Liberation Sans"/>
              </a:defRPr>
            </a:lvl1pPr>
            <a:lvl2pPr algn="l">
              <a:defRPr sz="1425" b="0">
                <a:solidFill>
                  <a:srgbClr val="46586A"/>
                </a:solidFill>
                <a:latin typeface="Liberation Sans"/>
                <a:ea typeface="Liberation Sans"/>
                <a:cs typeface="Liberation Sans"/>
              </a:defRPr>
            </a:lvl2pPr>
            <a:lvl3pPr algn="l">
              <a:defRPr sz="1425" b="0">
                <a:solidFill>
                  <a:srgbClr val="46586A"/>
                </a:solidFill>
                <a:latin typeface="Liberation Sans"/>
                <a:ea typeface="Liberation Sans"/>
                <a:cs typeface="Liberation Sans"/>
              </a:defRPr>
            </a:lvl3pPr>
            <a:lvl4pPr algn="l">
              <a:defRPr sz="1425" b="0">
                <a:solidFill>
                  <a:srgbClr val="46586A"/>
                </a:solidFill>
                <a:latin typeface="Liberation Sans"/>
                <a:ea typeface="Liberation Sans"/>
                <a:cs typeface="Liberation Sans"/>
              </a:defRPr>
            </a:lvl4pPr>
            <a:lvl5pPr algn="l">
              <a:defRPr sz="1425" b="0">
                <a:solidFill>
                  <a:srgbClr val="46586A"/>
                </a:solidFill>
                <a:latin typeface="Liberation Sans"/>
                <a:ea typeface="Liberation Sans"/>
                <a:cs typeface="Liberation Sans"/>
              </a:defRPr>
            </a:lvl5pPr>
            <a:lvl6pPr algn="l">
              <a:defRPr sz="1425" b="0">
                <a:solidFill>
                  <a:srgbClr val="46586A"/>
                </a:solidFill>
                <a:latin typeface="Liberation Sans"/>
                <a:ea typeface="Liberation Sans"/>
                <a:cs typeface="Liberation Sans"/>
              </a:defRPr>
            </a:lvl6pPr>
            <a:lvl7pPr algn="l">
              <a:defRPr sz="1425" b="0">
                <a:solidFill>
                  <a:srgbClr val="46586A"/>
                </a:solidFill>
                <a:latin typeface="Liberation Sans"/>
                <a:ea typeface="Liberation Sans"/>
                <a:cs typeface="Liberation Sans"/>
              </a:defRPr>
            </a:lvl7pPr>
            <a:lvl8pPr algn="l">
              <a:defRPr sz="1425" b="0">
                <a:solidFill>
                  <a:srgbClr val="46586A"/>
                </a:solidFill>
                <a:latin typeface="Liberation Sans"/>
                <a:ea typeface="Liberation Sans"/>
                <a:cs typeface="Liberation Sans"/>
              </a:defRPr>
            </a:lvl8pPr>
            <a:lvl9pPr algn="l">
              <a:defRPr sz="1425" b="0">
                <a:solidFill>
                  <a:srgbClr val="46586A"/>
                </a:solidFill>
                <a:latin typeface="Liberation Sans"/>
                <a:ea typeface="Liberation Sans"/>
                <a:cs typeface="Liberation Sans"/>
              </a:defRPr>
            </a:lvl9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9" name="">
            <a:extLst xmlns:a="http://schemas.openxmlformats.org/drawingml/2006/main">
              <a:ext uri="{FF2B5EF4-FFF2-40B4-BE49-F238E27FC236}">
                <a16:creationId xmlns:a16="http://schemas.microsoft.com/office/drawing/2014/main" id="{B1266959-3555-46E4-9E3D-FA87965F7362}"/>
              </a:ext>
            </a:extLst>
          </p:cNvPr>
          <p:cNvPicPr>
            <a:picLocks xmlns:a="http://schemas.openxmlformats.org/drawingml/2006/main" noChangeAspect="1"/>
          </p:cNvPicPr>
          <p:nvPr/>
        </p:nvPicPr>
        <p:blipFill>
          <a:blip xmlns:r="http://schemas.openxmlformats.org/officeDocument/2006/relationships" xmlns:a="http://schemas.openxmlformats.org/drawingml/2006/main" r:embed="Rf3e68644b465479e"/>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20" name="shape">
            <a:extLst xmlns:a="http://schemas.openxmlformats.org/drawingml/2006/main">
              <a:ext uri="{FF2B5EF4-FFF2-40B4-BE49-F238E27FC236}">
                <a16:creationId xmlns:a16="http://schemas.microsoft.com/office/drawing/2014/main" id="{1708BA5E-19D4-4292-BA7F-3850591B0B4B}"/>
              </a:ext>
            </a:extLst>
          </p:cNvPr>
          <p:cNvSpPr>
            <a:spLocks xmlns:a="http://schemas.openxmlformats.org/drawingml/2006/main" noGrp="1"/>
          </p:cNvSpPr>
          <p:nvPr/>
        </p:nvSpPr>
        <p:spPr>
          <a:xfrm xmlns:a="http://schemas.openxmlformats.org/drawingml/2006/main">
            <a:off x="381000" y="1657350"/>
            <a:ext cx="11430000" cy="3695700"/>
          </a:xfrm>
          <a:prstGeom xmlns:a="http://schemas.openxmlformats.org/drawingml/2006/main" prst="rect">
            <a:avLst/>
          </a:prstGeom>
          <a:solidFill xmlns:a="http://schemas.openxmlformats.org/drawingml/2006/main">
            <a:srgbClr val="FFFFFF"/>
          </a:solidFill>
          <a:ln xmlns:a="http://schemas.openxmlformats.org/drawingml/2006/main" w="9525">
            <a:solidFill>
              <a:srgbClr val="B9C7D1"/>
            </a:solidFill>
            <a:prstDash val="solid"/>
          </a:ln>
        </p:spPr>
      </p:sp>
      <p:sp>
        <p:nvSpPr>
          <p:cNvPr id="21" name="pupil-text">
            <a:extLst xmlns:a="http://schemas.openxmlformats.org/drawingml/2006/main">
              <a:ext uri="{FF2B5EF4-FFF2-40B4-BE49-F238E27FC236}">
                <a16:creationId xmlns:a16="http://schemas.microsoft.com/office/drawing/2014/main" id="{B78BC374-D18E-4D27-BEED-CDFF52C59344}"/>
              </a:ext>
            </a:extLst>
          </p:cNvPr>
          <p:cNvSpPr>
            <a:spLocks xmlns:a="http://schemas.openxmlformats.org/drawingml/2006/main" noGrp="1"/>
          </p:cNvSpPr>
          <p:nvPr/>
        </p:nvSpPr>
        <p:spPr>
          <a:xfrm xmlns:a="http://schemas.openxmlformats.org/drawingml/2006/main">
            <a:off x="628650" y="1752600"/>
            <a:ext cx="10858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355E7B"/>
                </a:solidFill>
                <a:latin typeface="Liberation Sans"/>
                <a:ea typeface="Liberation Sans"/>
                <a:cs typeface="Liberation Sans"/>
              </a:defRPr>
            </a:defPPr>
            <a:lvl1pPr algn="l">
              <a:defRPr sz="2250" b="1">
                <a:solidFill>
                  <a:srgbClr val="355E7B"/>
                </a:solidFill>
                <a:latin typeface="Liberation Sans"/>
                <a:ea typeface="Liberation Sans"/>
                <a:cs typeface="Liberation Sans"/>
              </a:defRPr>
            </a:lvl1pPr>
            <a:lvl2pPr algn="l">
              <a:defRPr sz="2250" b="1">
                <a:solidFill>
                  <a:srgbClr val="355E7B"/>
                </a:solidFill>
                <a:latin typeface="Liberation Sans"/>
                <a:ea typeface="Liberation Sans"/>
                <a:cs typeface="Liberation Sans"/>
              </a:defRPr>
            </a:lvl2pPr>
            <a:lvl3pPr algn="l">
              <a:defRPr sz="2250" b="1">
                <a:solidFill>
                  <a:srgbClr val="355E7B"/>
                </a:solidFill>
                <a:latin typeface="Liberation Sans"/>
                <a:ea typeface="Liberation Sans"/>
                <a:cs typeface="Liberation Sans"/>
              </a:defRPr>
            </a:lvl3pPr>
            <a:lvl4pPr algn="l">
              <a:defRPr sz="2250" b="1">
                <a:solidFill>
                  <a:srgbClr val="355E7B"/>
                </a:solidFill>
                <a:latin typeface="Liberation Sans"/>
                <a:ea typeface="Liberation Sans"/>
                <a:cs typeface="Liberation Sans"/>
              </a:defRPr>
            </a:lvl4pPr>
            <a:lvl5pPr algn="l">
              <a:defRPr sz="2250" b="1">
                <a:solidFill>
                  <a:srgbClr val="355E7B"/>
                </a:solidFill>
                <a:latin typeface="Liberation Sans"/>
                <a:ea typeface="Liberation Sans"/>
                <a:cs typeface="Liberation Sans"/>
              </a:defRPr>
            </a:lvl5pPr>
            <a:lvl6pPr algn="l">
              <a:defRPr sz="2250" b="1">
                <a:solidFill>
                  <a:srgbClr val="355E7B"/>
                </a:solidFill>
                <a:latin typeface="Liberation Sans"/>
                <a:ea typeface="Liberation Sans"/>
                <a:cs typeface="Liberation Sans"/>
              </a:defRPr>
            </a:lvl6pPr>
            <a:lvl7pPr algn="l">
              <a:defRPr sz="2250" b="1">
                <a:solidFill>
                  <a:srgbClr val="355E7B"/>
                </a:solidFill>
                <a:latin typeface="Liberation Sans"/>
                <a:ea typeface="Liberation Sans"/>
                <a:cs typeface="Liberation Sans"/>
              </a:defRPr>
            </a:lvl7pPr>
            <a:lvl8pPr algn="l">
              <a:defRPr sz="2250" b="1">
                <a:solidFill>
                  <a:srgbClr val="355E7B"/>
                </a:solidFill>
                <a:latin typeface="Liberation Sans"/>
                <a:ea typeface="Liberation Sans"/>
                <a:cs typeface="Liberation Sans"/>
              </a:defRPr>
            </a:lvl8pPr>
            <a:lvl9pPr algn="l">
              <a:defRPr sz="2250" b="1">
                <a:solidFill>
                  <a:srgbClr val="355E7B"/>
                </a:solidFill>
                <a:latin typeface="Liberation Sans"/>
                <a:ea typeface="Liberation Sans"/>
                <a:cs typeface="Liberation Sans"/>
              </a:defRPr>
            </a:lvl9pPr>
          </a:lstStyle>
          <a:p xmlns:a="http://schemas.openxmlformats.org/drawingml/2006/main">
            <a:pPr algn="l">
              <a:defRPr sz="2250" b="1">
                <a:solidFill>
                  <a:srgbClr val="355E7B"/>
                </a:solidFill>
                <a:latin typeface="Liberation Sans"/>
                <a:ea typeface="Liberation Sans"/>
                <a:cs typeface="Liberation Sans"/>
              </a:defRPr>
            </a:pPr>
            <a:r>
              <a:rPr sz="2250" b="1">
                <a:solidFill>
                  <a:srgbClr val="355E7B"/>
                </a:solidFill>
                <a:latin typeface="Liberation Sans"/>
                <a:ea typeface="Liberation Sans"/>
                <a:cs typeface="Liberation Sans"/>
              </a:rPr>
              <a:t>energy</a:t>
            </a:r>
          </a:p>
        </p:txBody>
      </p:sp>
      <p:sp>
        <p:nvSpPr>
          <p:cNvPr id="22" name="pupil-text">
            <a:extLst xmlns:a="http://schemas.openxmlformats.org/drawingml/2006/main">
              <a:ext uri="{FF2B5EF4-FFF2-40B4-BE49-F238E27FC236}">
                <a16:creationId xmlns:a16="http://schemas.microsoft.com/office/drawing/2014/main" id="{9410901A-F759-469B-9C7C-A1563C473F56}"/>
              </a:ext>
            </a:extLst>
          </p:cNvPr>
          <p:cNvSpPr>
            <a:spLocks xmlns:a="http://schemas.openxmlformats.org/drawingml/2006/main" noGrp="1"/>
          </p:cNvSpPr>
          <p:nvPr/>
        </p:nvSpPr>
        <p:spPr>
          <a:xfrm xmlns:a="http://schemas.openxmlformats.org/drawingml/2006/main">
            <a:off x="628650" y="2133600"/>
            <a:ext cx="10858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72536"/>
                </a:solidFill>
                <a:latin typeface="Liberation Sans"/>
                <a:ea typeface="Liberation Sans"/>
                <a:cs typeface="Liberation Sans"/>
              </a:defRPr>
            </a:defPPr>
            <a:lvl1pPr algn="l">
              <a:defRPr sz="1950" b="0">
                <a:solidFill>
                  <a:srgbClr val="172536"/>
                </a:solidFill>
                <a:latin typeface="Liberation Sans"/>
                <a:ea typeface="Liberation Sans"/>
                <a:cs typeface="Liberation Sans"/>
              </a:defRPr>
            </a:lvl1pPr>
            <a:lvl2pPr algn="l">
              <a:defRPr sz="1950" b="0">
                <a:solidFill>
                  <a:srgbClr val="172536"/>
                </a:solidFill>
                <a:latin typeface="Liberation Sans"/>
                <a:ea typeface="Liberation Sans"/>
                <a:cs typeface="Liberation Sans"/>
              </a:defRPr>
            </a:lvl2pPr>
            <a:lvl3pPr algn="l">
              <a:defRPr sz="1950" b="0">
                <a:solidFill>
                  <a:srgbClr val="172536"/>
                </a:solidFill>
                <a:latin typeface="Liberation Sans"/>
                <a:ea typeface="Liberation Sans"/>
                <a:cs typeface="Liberation Sans"/>
              </a:defRPr>
            </a:lvl3pPr>
            <a:lvl4pPr algn="l">
              <a:defRPr sz="1950" b="0">
                <a:solidFill>
                  <a:srgbClr val="172536"/>
                </a:solidFill>
                <a:latin typeface="Liberation Sans"/>
                <a:ea typeface="Liberation Sans"/>
                <a:cs typeface="Liberation Sans"/>
              </a:defRPr>
            </a:lvl4pPr>
            <a:lvl5pPr algn="l">
              <a:defRPr sz="1950" b="0">
                <a:solidFill>
                  <a:srgbClr val="172536"/>
                </a:solidFill>
                <a:latin typeface="Liberation Sans"/>
                <a:ea typeface="Liberation Sans"/>
                <a:cs typeface="Liberation Sans"/>
              </a:defRPr>
            </a:lvl5pPr>
            <a:lvl6pPr algn="l">
              <a:defRPr sz="1950" b="0">
                <a:solidFill>
                  <a:srgbClr val="172536"/>
                </a:solidFill>
                <a:latin typeface="Liberation Sans"/>
                <a:ea typeface="Liberation Sans"/>
                <a:cs typeface="Liberation Sans"/>
              </a:defRPr>
            </a:lvl6pPr>
            <a:lvl7pPr algn="l">
              <a:defRPr sz="1950" b="0">
                <a:solidFill>
                  <a:srgbClr val="172536"/>
                </a:solidFill>
                <a:latin typeface="Liberation Sans"/>
                <a:ea typeface="Liberation Sans"/>
                <a:cs typeface="Liberation Sans"/>
              </a:defRPr>
            </a:lvl7pPr>
            <a:lvl8pPr algn="l">
              <a:defRPr sz="1950" b="0">
                <a:solidFill>
                  <a:srgbClr val="172536"/>
                </a:solidFill>
                <a:latin typeface="Liberation Sans"/>
                <a:ea typeface="Liberation Sans"/>
                <a:cs typeface="Liberation Sans"/>
              </a:defRPr>
            </a:lvl8pPr>
            <a:lvl9pPr algn="l">
              <a:defRPr sz="1950" b="0">
                <a:solidFill>
                  <a:srgbClr val="172536"/>
                </a:solidFill>
                <a:latin typeface="Liberation Sans"/>
                <a:ea typeface="Liberation Sans"/>
                <a:cs typeface="Liberation Sans"/>
              </a:defRPr>
            </a:lvl9pPr>
          </a:lstStyle>
          <a:p xmlns:a="http://schemas.openxmlformats.org/drawingml/2006/main">
            <a:pPr algn="l">
              <a:defRPr sz="1950" b="0">
                <a:solidFill>
                  <a:srgbClr val="172536"/>
                </a:solidFill>
                <a:latin typeface="Liberation Sans"/>
                <a:ea typeface="Liberation Sans"/>
                <a:cs typeface="Liberation Sans"/>
              </a:defRPr>
            </a:pPr>
            <a:r>
              <a:rPr sz="1950" b="0">
                <a:solidFill>
                  <a:srgbClr val="172536"/>
                </a:solidFill>
                <a:latin typeface="Liberation Sans"/>
                <a:ea typeface="Liberation Sans"/>
                <a:cs typeface="Liberation Sans"/>
              </a:rPr>
              <a:t>what passes from food to its eater along the chain</a:t>
            </a:r>
          </a:p>
        </p:txBody>
      </p:sp>
      <p:sp>
        <p:nvSpPr>
          <p:cNvPr id="23" name="native-vector-1-rect">
            <a:extLst xmlns:a="http://schemas.openxmlformats.org/drawingml/2006/main">
              <a:ext uri="{FF2B5EF4-FFF2-40B4-BE49-F238E27FC236}">
                <a16:creationId xmlns:a16="http://schemas.microsoft.com/office/drawing/2014/main" id="{B4E6BC4C-5D27-4CC4-988B-8175FF0EF3EB}"/>
              </a:ext>
            </a:extLst>
          </p:cNvPr>
          <p:cNvSpPr>
            <a:spLocks xmlns:a="http://schemas.openxmlformats.org/drawingml/2006/main" noGrp="1"/>
          </p:cNvSpPr>
          <p:nvPr/>
        </p:nvSpPr>
        <p:spPr>
          <a:xfrm xmlns:a="http://schemas.openxmlformats.org/drawingml/2006/main">
            <a:off x="658906" y="3286965"/>
            <a:ext cx="1383926" cy="437029"/>
          </a:xfrm>
          <a:prstGeom xmlns:a="http://schemas.openxmlformats.org/drawingml/2006/main" prst="rect">
            <a:avLst/>
          </a:prstGeom>
          <a:solidFill xmlns:a="http://schemas.openxmlformats.org/drawingml/2006/main">
            <a:srgbClr val="D5E6BC"/>
          </a:solidFill>
          <a:ln xmlns:a="http://schemas.openxmlformats.org/drawingml/2006/main" w="7284">
            <a:solidFill>
              <a:srgbClr val="244A63"/>
            </a:solidFill>
            <a:prstDash val="solid"/>
          </a:ln>
        </p:spPr>
      </p:sp>
      <p:sp>
        <p:nvSpPr>
          <p:cNvPr id="24" name="native-vector-2-rect">
            <a:extLst xmlns:a="http://schemas.openxmlformats.org/drawingml/2006/main">
              <a:ext uri="{FF2B5EF4-FFF2-40B4-BE49-F238E27FC236}">
                <a16:creationId xmlns:a16="http://schemas.microsoft.com/office/drawing/2014/main" id="{FEA8EFF1-8C1E-4089-9211-F9557E1B3C3D}"/>
              </a:ext>
            </a:extLst>
          </p:cNvPr>
          <p:cNvSpPr>
            <a:spLocks xmlns:a="http://schemas.openxmlformats.org/drawingml/2006/main" noGrp="1"/>
          </p:cNvSpPr>
          <p:nvPr/>
        </p:nvSpPr>
        <p:spPr>
          <a:xfrm xmlns:a="http://schemas.openxmlformats.org/drawingml/2006/main">
            <a:off x="2356037" y="3286965"/>
            <a:ext cx="1383926" cy="437029"/>
          </a:xfrm>
          <a:prstGeom xmlns:a="http://schemas.openxmlformats.org/drawingml/2006/main" prst="rect">
            <a:avLst/>
          </a:prstGeom>
          <a:solidFill xmlns:a="http://schemas.openxmlformats.org/drawingml/2006/main">
            <a:srgbClr val="D5E6BC"/>
          </a:solidFill>
          <a:ln xmlns:a="http://schemas.openxmlformats.org/drawingml/2006/main" w="7284">
            <a:solidFill>
              <a:srgbClr val="244A63"/>
            </a:solidFill>
            <a:prstDash val="solid"/>
          </a:ln>
        </p:spPr>
      </p:sp>
      <p:sp>
        <p:nvSpPr>
          <p:cNvPr id="25" name="native-vector-3-rect">
            <a:extLst xmlns:a="http://schemas.openxmlformats.org/drawingml/2006/main">
              <a:ext uri="{FF2B5EF4-FFF2-40B4-BE49-F238E27FC236}">
                <a16:creationId xmlns:a16="http://schemas.microsoft.com/office/drawing/2014/main" id="{13C2C6E0-5070-4C98-A580-C865F8D82DE9}"/>
              </a:ext>
            </a:extLst>
          </p:cNvPr>
          <p:cNvSpPr>
            <a:spLocks xmlns:a="http://schemas.openxmlformats.org/drawingml/2006/main" noGrp="1"/>
          </p:cNvSpPr>
          <p:nvPr/>
        </p:nvSpPr>
        <p:spPr>
          <a:xfrm xmlns:a="http://schemas.openxmlformats.org/drawingml/2006/main">
            <a:off x="4053168" y="3286965"/>
            <a:ext cx="1383926" cy="437029"/>
          </a:xfrm>
          <a:prstGeom xmlns:a="http://schemas.openxmlformats.org/drawingml/2006/main" prst="rect">
            <a:avLst/>
          </a:prstGeom>
          <a:solidFill xmlns:a="http://schemas.openxmlformats.org/drawingml/2006/main">
            <a:srgbClr val="D5E6BC"/>
          </a:solidFill>
          <a:ln xmlns:a="http://schemas.openxmlformats.org/drawingml/2006/main" w="7284">
            <a:solidFill>
              <a:srgbClr val="244A63"/>
            </a:solidFill>
            <a:prstDash val="solid"/>
          </a:ln>
        </p:spPr>
      </p:sp>
      <p:sp>
        <p:nvSpPr>
          <p:cNvPr id="26" name="native-vector-4-rect">
            <a:extLst xmlns:a="http://schemas.openxmlformats.org/drawingml/2006/main">
              <a:ext uri="{FF2B5EF4-FFF2-40B4-BE49-F238E27FC236}">
                <a16:creationId xmlns:a16="http://schemas.microsoft.com/office/drawing/2014/main" id="{65508A1B-91DD-4DB1-871D-CEA334708C53}"/>
              </a:ext>
            </a:extLst>
          </p:cNvPr>
          <p:cNvSpPr>
            <a:spLocks xmlns:a="http://schemas.openxmlformats.org/drawingml/2006/main" noGrp="1"/>
          </p:cNvSpPr>
          <p:nvPr/>
        </p:nvSpPr>
        <p:spPr>
          <a:xfrm xmlns:a="http://schemas.openxmlformats.org/drawingml/2006/main">
            <a:off x="658906" y="4015348"/>
            <a:ext cx="1383926" cy="437029"/>
          </a:xfrm>
          <a:prstGeom xmlns:a="http://schemas.openxmlformats.org/drawingml/2006/main" prst="rect">
            <a:avLst/>
          </a:prstGeom>
          <a:solidFill xmlns:a="http://schemas.openxmlformats.org/drawingml/2006/main">
            <a:srgbClr val="D5E6BC"/>
          </a:solidFill>
          <a:ln xmlns:a="http://schemas.openxmlformats.org/drawingml/2006/main" w="7284">
            <a:solidFill>
              <a:srgbClr val="244A63"/>
            </a:solidFill>
            <a:prstDash val="solid"/>
          </a:ln>
        </p:spPr>
      </p:sp>
      <p:sp>
        <p:nvSpPr>
          <p:cNvPr id="27" name="native-vector-5-rect">
            <a:extLst xmlns:a="http://schemas.openxmlformats.org/drawingml/2006/main">
              <a:ext uri="{FF2B5EF4-FFF2-40B4-BE49-F238E27FC236}">
                <a16:creationId xmlns:a16="http://schemas.microsoft.com/office/drawing/2014/main" id="{CE563F06-9FC6-4C99-9DA6-C6C63F0D4FA2}"/>
              </a:ext>
            </a:extLst>
          </p:cNvPr>
          <p:cNvSpPr>
            <a:spLocks xmlns:a="http://schemas.openxmlformats.org/drawingml/2006/main" noGrp="1"/>
          </p:cNvSpPr>
          <p:nvPr/>
        </p:nvSpPr>
        <p:spPr>
          <a:xfrm xmlns:a="http://schemas.openxmlformats.org/drawingml/2006/main">
            <a:off x="2356037" y="4015348"/>
            <a:ext cx="1383926" cy="437029"/>
          </a:xfrm>
          <a:prstGeom xmlns:a="http://schemas.openxmlformats.org/drawingml/2006/main" prst="rect">
            <a:avLst/>
          </a:prstGeom>
          <a:solidFill xmlns:a="http://schemas.openxmlformats.org/drawingml/2006/main">
            <a:srgbClr val="D5E6BC"/>
          </a:solidFill>
          <a:ln xmlns:a="http://schemas.openxmlformats.org/drawingml/2006/main" w="7284">
            <a:solidFill>
              <a:srgbClr val="244A63"/>
            </a:solidFill>
            <a:prstDash val="solid"/>
          </a:ln>
        </p:spPr>
      </p:sp>
      <p:sp>
        <p:nvSpPr>
          <p:cNvPr id="28" name="native-vector-6-rect">
            <a:extLst xmlns:a="http://schemas.openxmlformats.org/drawingml/2006/main">
              <a:ext uri="{FF2B5EF4-FFF2-40B4-BE49-F238E27FC236}">
                <a16:creationId xmlns:a16="http://schemas.microsoft.com/office/drawing/2014/main" id="{9EC37924-4525-4847-921D-8EC7D9799BEE}"/>
              </a:ext>
            </a:extLst>
          </p:cNvPr>
          <p:cNvSpPr>
            <a:spLocks xmlns:a="http://schemas.openxmlformats.org/drawingml/2006/main" noGrp="1"/>
          </p:cNvSpPr>
          <p:nvPr/>
        </p:nvSpPr>
        <p:spPr>
          <a:xfrm xmlns:a="http://schemas.openxmlformats.org/drawingml/2006/main">
            <a:off x="4053168" y="4015348"/>
            <a:ext cx="1383926" cy="437029"/>
          </a:xfrm>
          <a:prstGeom xmlns:a="http://schemas.openxmlformats.org/drawingml/2006/main" prst="rect">
            <a:avLst/>
          </a:prstGeom>
          <a:solidFill xmlns:a="http://schemas.openxmlformats.org/drawingml/2006/main">
            <a:srgbClr val="D5E6BC"/>
          </a:solidFill>
          <a:ln xmlns:a="http://schemas.openxmlformats.org/drawingml/2006/main" w="7284">
            <a:solidFill>
              <a:srgbClr val="244A63"/>
            </a:solidFill>
            <a:prstDash val="solid"/>
          </a:ln>
        </p:spPr>
      </p:sp>
      <p:sp>
        <p:nvSpPr>
          <p:cNvPr id="29" name="native-vector-text">
            <a:extLst xmlns:a="http://schemas.openxmlformats.org/drawingml/2006/main">
              <a:ext uri="{FF2B5EF4-FFF2-40B4-BE49-F238E27FC236}">
                <a16:creationId xmlns:a16="http://schemas.microsoft.com/office/drawing/2014/main" id="{BB5E70A8-0D95-44AF-AFD4-4B0CC1948E33}"/>
              </a:ext>
            </a:extLst>
          </p:cNvPr>
          <p:cNvSpPr>
            <a:spLocks xmlns:a="http://schemas.openxmlformats.org/drawingml/2006/main" noGrp="1"/>
          </p:cNvSpPr>
          <p:nvPr/>
        </p:nvSpPr>
        <p:spPr>
          <a:xfrm xmlns:a="http://schemas.openxmlformats.org/drawingml/2006/main">
            <a:off x="1068929" y="3419016"/>
            <a:ext cx="56388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244A63"/>
                </a:solidFill>
                <a:latin typeface="Liberation Sans"/>
                <a:ea typeface="Liberation Sans"/>
                <a:cs typeface="Liberation Sans"/>
              </a:defRPr>
            </a:defPPr>
            <a:lvl1pPr algn="l">
              <a:defRPr sz="1425" b="0">
                <a:solidFill>
                  <a:srgbClr val="244A63"/>
                </a:solidFill>
                <a:latin typeface="Liberation Sans"/>
                <a:ea typeface="Liberation Sans"/>
                <a:cs typeface="Liberation Sans"/>
              </a:defRPr>
            </a:lvl1pPr>
            <a:lvl2pPr algn="l">
              <a:defRPr sz="1425" b="0">
                <a:solidFill>
                  <a:srgbClr val="244A63"/>
                </a:solidFill>
                <a:latin typeface="Liberation Sans"/>
                <a:ea typeface="Liberation Sans"/>
                <a:cs typeface="Liberation Sans"/>
              </a:defRPr>
            </a:lvl2pPr>
            <a:lvl3pPr algn="l">
              <a:defRPr sz="1425" b="0">
                <a:solidFill>
                  <a:srgbClr val="244A63"/>
                </a:solidFill>
                <a:latin typeface="Liberation Sans"/>
                <a:ea typeface="Liberation Sans"/>
                <a:cs typeface="Liberation Sans"/>
              </a:defRPr>
            </a:lvl3pPr>
            <a:lvl4pPr algn="l">
              <a:defRPr sz="1425" b="0">
                <a:solidFill>
                  <a:srgbClr val="244A63"/>
                </a:solidFill>
                <a:latin typeface="Liberation Sans"/>
                <a:ea typeface="Liberation Sans"/>
                <a:cs typeface="Liberation Sans"/>
              </a:defRPr>
            </a:lvl4pPr>
            <a:lvl5pPr algn="l">
              <a:defRPr sz="1425" b="0">
                <a:solidFill>
                  <a:srgbClr val="244A63"/>
                </a:solidFill>
                <a:latin typeface="Liberation Sans"/>
                <a:ea typeface="Liberation Sans"/>
                <a:cs typeface="Liberation Sans"/>
              </a:defRPr>
            </a:lvl5pPr>
            <a:lvl6pPr algn="l">
              <a:defRPr sz="1425" b="0">
                <a:solidFill>
                  <a:srgbClr val="244A63"/>
                </a:solidFill>
                <a:latin typeface="Liberation Sans"/>
                <a:ea typeface="Liberation Sans"/>
                <a:cs typeface="Liberation Sans"/>
              </a:defRPr>
            </a:lvl6pPr>
            <a:lvl7pPr algn="l">
              <a:defRPr sz="1425" b="0">
                <a:solidFill>
                  <a:srgbClr val="244A63"/>
                </a:solidFill>
                <a:latin typeface="Liberation Sans"/>
                <a:ea typeface="Liberation Sans"/>
                <a:cs typeface="Liberation Sans"/>
              </a:defRPr>
            </a:lvl7pPr>
            <a:lvl8pPr algn="l">
              <a:defRPr sz="1425" b="0">
                <a:solidFill>
                  <a:srgbClr val="244A63"/>
                </a:solidFill>
                <a:latin typeface="Liberation Sans"/>
                <a:ea typeface="Liberation Sans"/>
                <a:cs typeface="Liberation Sans"/>
              </a:defRPr>
            </a:lvl8pPr>
            <a:lvl9pPr algn="l">
              <a:defRPr sz="1425" b="0">
                <a:solidFill>
                  <a:srgbClr val="244A63"/>
                </a:solidFill>
                <a:latin typeface="Liberation Sans"/>
                <a:ea typeface="Liberation Sans"/>
                <a:cs typeface="Liberation Sans"/>
              </a:defRPr>
            </a:lvl9pPr>
          </a:lstStyle>
          <a:p xmlns:a="http://schemas.openxmlformats.org/drawingml/2006/main">
            <a:pPr algn="l">
              <a:defRPr sz="1425" b="0">
                <a:solidFill>
                  <a:srgbClr val="244A63"/>
                </a:solidFill>
                <a:latin typeface="Liberation Sans"/>
                <a:ea typeface="Liberation Sans"/>
                <a:cs typeface="Liberation Sans"/>
              </a:defRPr>
            </a:pPr>
            <a:r>
              <a:rPr sz="1425" b="0">
                <a:solidFill>
                  <a:srgbClr val="244A63"/>
                </a:solidFill>
                <a:latin typeface="Liberation Sans"/>
                <a:ea typeface="Liberation Sans"/>
                <a:cs typeface="Liberation Sans"/>
              </a:rPr>
              <a:t>grass</a:t>
            </a:r>
          </a:p>
        </p:txBody>
      </p:sp>
      <p:sp>
        <p:nvSpPr>
          <p:cNvPr id="30" name="native-vector-text">
            <a:extLst xmlns:a="http://schemas.openxmlformats.org/drawingml/2006/main">
              <a:ext uri="{FF2B5EF4-FFF2-40B4-BE49-F238E27FC236}">
                <a16:creationId xmlns:a16="http://schemas.microsoft.com/office/drawing/2014/main" id="{84ED567F-E4F8-4426-BBD7-1C266D3DEF5B}"/>
              </a:ext>
            </a:extLst>
          </p:cNvPr>
          <p:cNvSpPr>
            <a:spLocks xmlns:a="http://schemas.openxmlformats.org/drawingml/2006/main" noGrp="1"/>
          </p:cNvSpPr>
          <p:nvPr/>
        </p:nvSpPr>
        <p:spPr>
          <a:xfrm xmlns:a="http://schemas.openxmlformats.org/drawingml/2006/main">
            <a:off x="2741628" y="3419016"/>
            <a:ext cx="612743"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244A63"/>
                </a:solidFill>
                <a:latin typeface="Liberation Sans"/>
                <a:ea typeface="Liberation Sans"/>
                <a:cs typeface="Liberation Sans"/>
              </a:defRPr>
            </a:defPPr>
            <a:lvl1pPr algn="l">
              <a:defRPr sz="1425" b="0">
                <a:solidFill>
                  <a:srgbClr val="244A63"/>
                </a:solidFill>
                <a:latin typeface="Liberation Sans"/>
                <a:ea typeface="Liberation Sans"/>
                <a:cs typeface="Liberation Sans"/>
              </a:defRPr>
            </a:lvl1pPr>
            <a:lvl2pPr algn="l">
              <a:defRPr sz="1425" b="0">
                <a:solidFill>
                  <a:srgbClr val="244A63"/>
                </a:solidFill>
                <a:latin typeface="Liberation Sans"/>
                <a:ea typeface="Liberation Sans"/>
                <a:cs typeface="Liberation Sans"/>
              </a:defRPr>
            </a:lvl2pPr>
            <a:lvl3pPr algn="l">
              <a:defRPr sz="1425" b="0">
                <a:solidFill>
                  <a:srgbClr val="244A63"/>
                </a:solidFill>
                <a:latin typeface="Liberation Sans"/>
                <a:ea typeface="Liberation Sans"/>
                <a:cs typeface="Liberation Sans"/>
              </a:defRPr>
            </a:lvl3pPr>
            <a:lvl4pPr algn="l">
              <a:defRPr sz="1425" b="0">
                <a:solidFill>
                  <a:srgbClr val="244A63"/>
                </a:solidFill>
                <a:latin typeface="Liberation Sans"/>
                <a:ea typeface="Liberation Sans"/>
                <a:cs typeface="Liberation Sans"/>
              </a:defRPr>
            </a:lvl4pPr>
            <a:lvl5pPr algn="l">
              <a:defRPr sz="1425" b="0">
                <a:solidFill>
                  <a:srgbClr val="244A63"/>
                </a:solidFill>
                <a:latin typeface="Liberation Sans"/>
                <a:ea typeface="Liberation Sans"/>
                <a:cs typeface="Liberation Sans"/>
              </a:defRPr>
            </a:lvl5pPr>
            <a:lvl6pPr algn="l">
              <a:defRPr sz="1425" b="0">
                <a:solidFill>
                  <a:srgbClr val="244A63"/>
                </a:solidFill>
                <a:latin typeface="Liberation Sans"/>
                <a:ea typeface="Liberation Sans"/>
                <a:cs typeface="Liberation Sans"/>
              </a:defRPr>
            </a:lvl6pPr>
            <a:lvl7pPr algn="l">
              <a:defRPr sz="1425" b="0">
                <a:solidFill>
                  <a:srgbClr val="244A63"/>
                </a:solidFill>
                <a:latin typeface="Liberation Sans"/>
                <a:ea typeface="Liberation Sans"/>
                <a:cs typeface="Liberation Sans"/>
              </a:defRPr>
            </a:lvl7pPr>
            <a:lvl8pPr algn="l">
              <a:defRPr sz="1425" b="0">
                <a:solidFill>
                  <a:srgbClr val="244A63"/>
                </a:solidFill>
                <a:latin typeface="Liberation Sans"/>
                <a:ea typeface="Liberation Sans"/>
                <a:cs typeface="Liberation Sans"/>
              </a:defRPr>
            </a:lvl8pPr>
            <a:lvl9pPr algn="l">
              <a:defRPr sz="1425" b="0">
                <a:solidFill>
                  <a:srgbClr val="244A63"/>
                </a:solidFill>
                <a:latin typeface="Liberation Sans"/>
                <a:ea typeface="Liberation Sans"/>
                <a:cs typeface="Liberation Sans"/>
              </a:defRPr>
            </a:lvl9pPr>
          </a:lstStyle>
          <a:p xmlns:a="http://schemas.openxmlformats.org/drawingml/2006/main">
            <a:pPr algn="l">
              <a:defRPr sz="1425" b="0">
                <a:solidFill>
                  <a:srgbClr val="244A63"/>
                </a:solidFill>
                <a:latin typeface="Liberation Sans"/>
                <a:ea typeface="Liberation Sans"/>
                <a:cs typeface="Liberation Sans"/>
              </a:defRPr>
            </a:pPr>
            <a:r>
              <a:rPr sz="1425" b="0">
                <a:solidFill>
                  <a:srgbClr val="244A63"/>
                </a:solidFill>
                <a:latin typeface="Liberation Sans"/>
                <a:ea typeface="Liberation Sans"/>
                <a:cs typeface="Liberation Sans"/>
              </a:rPr>
              <a:t>rabbit</a:t>
            </a:r>
          </a:p>
        </p:txBody>
      </p:sp>
      <p:sp>
        <p:nvSpPr>
          <p:cNvPr id="31" name="native-vector-text">
            <a:extLst xmlns:a="http://schemas.openxmlformats.org/drawingml/2006/main">
              <a:ext uri="{FF2B5EF4-FFF2-40B4-BE49-F238E27FC236}">
                <a16:creationId xmlns:a16="http://schemas.microsoft.com/office/drawing/2014/main" id="{C1F2ECA4-4359-4D0E-BDC0-6B7740E3EA54}"/>
              </a:ext>
            </a:extLst>
          </p:cNvPr>
          <p:cNvSpPr>
            <a:spLocks xmlns:a="http://schemas.openxmlformats.org/drawingml/2006/main" noGrp="1"/>
          </p:cNvSpPr>
          <p:nvPr/>
        </p:nvSpPr>
        <p:spPr>
          <a:xfrm xmlns:a="http://schemas.openxmlformats.org/drawingml/2006/main">
            <a:off x="4564537" y="3419016"/>
            <a:ext cx="361188"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244A63"/>
                </a:solidFill>
                <a:latin typeface="Liberation Sans"/>
                <a:ea typeface="Liberation Sans"/>
                <a:cs typeface="Liberation Sans"/>
              </a:defRPr>
            </a:defPPr>
            <a:lvl1pPr algn="l">
              <a:defRPr sz="1425" b="0">
                <a:solidFill>
                  <a:srgbClr val="244A63"/>
                </a:solidFill>
                <a:latin typeface="Liberation Sans"/>
                <a:ea typeface="Liberation Sans"/>
                <a:cs typeface="Liberation Sans"/>
              </a:defRPr>
            </a:lvl1pPr>
            <a:lvl2pPr algn="l">
              <a:defRPr sz="1425" b="0">
                <a:solidFill>
                  <a:srgbClr val="244A63"/>
                </a:solidFill>
                <a:latin typeface="Liberation Sans"/>
                <a:ea typeface="Liberation Sans"/>
                <a:cs typeface="Liberation Sans"/>
              </a:defRPr>
            </a:lvl2pPr>
            <a:lvl3pPr algn="l">
              <a:defRPr sz="1425" b="0">
                <a:solidFill>
                  <a:srgbClr val="244A63"/>
                </a:solidFill>
                <a:latin typeface="Liberation Sans"/>
                <a:ea typeface="Liberation Sans"/>
                <a:cs typeface="Liberation Sans"/>
              </a:defRPr>
            </a:lvl3pPr>
            <a:lvl4pPr algn="l">
              <a:defRPr sz="1425" b="0">
                <a:solidFill>
                  <a:srgbClr val="244A63"/>
                </a:solidFill>
                <a:latin typeface="Liberation Sans"/>
                <a:ea typeface="Liberation Sans"/>
                <a:cs typeface="Liberation Sans"/>
              </a:defRPr>
            </a:lvl4pPr>
            <a:lvl5pPr algn="l">
              <a:defRPr sz="1425" b="0">
                <a:solidFill>
                  <a:srgbClr val="244A63"/>
                </a:solidFill>
                <a:latin typeface="Liberation Sans"/>
                <a:ea typeface="Liberation Sans"/>
                <a:cs typeface="Liberation Sans"/>
              </a:defRPr>
            </a:lvl5pPr>
            <a:lvl6pPr algn="l">
              <a:defRPr sz="1425" b="0">
                <a:solidFill>
                  <a:srgbClr val="244A63"/>
                </a:solidFill>
                <a:latin typeface="Liberation Sans"/>
                <a:ea typeface="Liberation Sans"/>
                <a:cs typeface="Liberation Sans"/>
              </a:defRPr>
            </a:lvl6pPr>
            <a:lvl7pPr algn="l">
              <a:defRPr sz="1425" b="0">
                <a:solidFill>
                  <a:srgbClr val="244A63"/>
                </a:solidFill>
                <a:latin typeface="Liberation Sans"/>
                <a:ea typeface="Liberation Sans"/>
                <a:cs typeface="Liberation Sans"/>
              </a:defRPr>
            </a:lvl7pPr>
            <a:lvl8pPr algn="l">
              <a:defRPr sz="1425" b="0">
                <a:solidFill>
                  <a:srgbClr val="244A63"/>
                </a:solidFill>
                <a:latin typeface="Liberation Sans"/>
                <a:ea typeface="Liberation Sans"/>
                <a:cs typeface="Liberation Sans"/>
              </a:defRPr>
            </a:lvl8pPr>
            <a:lvl9pPr algn="l">
              <a:defRPr sz="1425" b="0">
                <a:solidFill>
                  <a:srgbClr val="244A63"/>
                </a:solidFill>
                <a:latin typeface="Liberation Sans"/>
                <a:ea typeface="Liberation Sans"/>
                <a:cs typeface="Liberation Sans"/>
              </a:defRPr>
            </a:lvl9pPr>
          </a:lstStyle>
          <a:p xmlns:a="http://schemas.openxmlformats.org/drawingml/2006/main">
            <a:pPr algn="l">
              <a:defRPr sz="1425" b="0">
                <a:solidFill>
                  <a:srgbClr val="244A63"/>
                </a:solidFill>
                <a:latin typeface="Liberation Sans"/>
                <a:ea typeface="Liberation Sans"/>
                <a:cs typeface="Liberation Sans"/>
              </a:defRPr>
            </a:pPr>
            <a:r>
              <a:rPr sz="1425" b="0">
                <a:solidFill>
                  <a:srgbClr val="244A63"/>
                </a:solidFill>
                <a:latin typeface="Liberation Sans"/>
                <a:ea typeface="Liberation Sans"/>
                <a:cs typeface="Liberation Sans"/>
              </a:rPr>
              <a:t>fox</a:t>
            </a:r>
          </a:p>
        </p:txBody>
      </p:sp>
      <p:sp>
        <p:nvSpPr>
          <p:cNvPr id="32" name="native-vector-text">
            <a:extLst xmlns:a="http://schemas.openxmlformats.org/drawingml/2006/main">
              <a:ext uri="{FF2B5EF4-FFF2-40B4-BE49-F238E27FC236}">
                <a16:creationId xmlns:a16="http://schemas.microsoft.com/office/drawing/2014/main" id="{CFFE6BEA-79C4-4137-87FA-668D490A038C}"/>
              </a:ext>
            </a:extLst>
          </p:cNvPr>
          <p:cNvSpPr>
            <a:spLocks xmlns:a="http://schemas.openxmlformats.org/drawingml/2006/main" noGrp="1"/>
          </p:cNvSpPr>
          <p:nvPr/>
        </p:nvSpPr>
        <p:spPr>
          <a:xfrm xmlns:a="http://schemas.openxmlformats.org/drawingml/2006/main">
            <a:off x="1044497" y="4147398"/>
            <a:ext cx="612743"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244A63"/>
                </a:solidFill>
                <a:latin typeface="Liberation Sans"/>
                <a:ea typeface="Liberation Sans"/>
                <a:cs typeface="Liberation Sans"/>
              </a:defRPr>
            </a:defPPr>
            <a:lvl1pPr algn="l">
              <a:defRPr sz="1425" b="0">
                <a:solidFill>
                  <a:srgbClr val="244A63"/>
                </a:solidFill>
                <a:latin typeface="Liberation Sans"/>
                <a:ea typeface="Liberation Sans"/>
                <a:cs typeface="Liberation Sans"/>
              </a:defRPr>
            </a:lvl1pPr>
            <a:lvl2pPr algn="l">
              <a:defRPr sz="1425" b="0">
                <a:solidFill>
                  <a:srgbClr val="244A63"/>
                </a:solidFill>
                <a:latin typeface="Liberation Sans"/>
                <a:ea typeface="Liberation Sans"/>
                <a:cs typeface="Liberation Sans"/>
              </a:defRPr>
            </a:lvl2pPr>
            <a:lvl3pPr algn="l">
              <a:defRPr sz="1425" b="0">
                <a:solidFill>
                  <a:srgbClr val="244A63"/>
                </a:solidFill>
                <a:latin typeface="Liberation Sans"/>
                <a:ea typeface="Liberation Sans"/>
                <a:cs typeface="Liberation Sans"/>
              </a:defRPr>
            </a:lvl3pPr>
            <a:lvl4pPr algn="l">
              <a:defRPr sz="1425" b="0">
                <a:solidFill>
                  <a:srgbClr val="244A63"/>
                </a:solidFill>
                <a:latin typeface="Liberation Sans"/>
                <a:ea typeface="Liberation Sans"/>
                <a:cs typeface="Liberation Sans"/>
              </a:defRPr>
            </a:lvl4pPr>
            <a:lvl5pPr algn="l">
              <a:defRPr sz="1425" b="0">
                <a:solidFill>
                  <a:srgbClr val="244A63"/>
                </a:solidFill>
                <a:latin typeface="Liberation Sans"/>
                <a:ea typeface="Liberation Sans"/>
                <a:cs typeface="Liberation Sans"/>
              </a:defRPr>
            </a:lvl5pPr>
            <a:lvl6pPr algn="l">
              <a:defRPr sz="1425" b="0">
                <a:solidFill>
                  <a:srgbClr val="244A63"/>
                </a:solidFill>
                <a:latin typeface="Liberation Sans"/>
                <a:ea typeface="Liberation Sans"/>
                <a:cs typeface="Liberation Sans"/>
              </a:defRPr>
            </a:lvl6pPr>
            <a:lvl7pPr algn="l">
              <a:defRPr sz="1425" b="0">
                <a:solidFill>
                  <a:srgbClr val="244A63"/>
                </a:solidFill>
                <a:latin typeface="Liberation Sans"/>
                <a:ea typeface="Liberation Sans"/>
                <a:cs typeface="Liberation Sans"/>
              </a:defRPr>
            </a:lvl7pPr>
            <a:lvl8pPr algn="l">
              <a:defRPr sz="1425" b="0">
                <a:solidFill>
                  <a:srgbClr val="244A63"/>
                </a:solidFill>
                <a:latin typeface="Liberation Sans"/>
                <a:ea typeface="Liberation Sans"/>
                <a:cs typeface="Liberation Sans"/>
              </a:defRPr>
            </a:lvl8pPr>
            <a:lvl9pPr algn="l">
              <a:defRPr sz="1425" b="0">
                <a:solidFill>
                  <a:srgbClr val="244A63"/>
                </a:solidFill>
                <a:latin typeface="Liberation Sans"/>
                <a:ea typeface="Liberation Sans"/>
                <a:cs typeface="Liberation Sans"/>
              </a:defRPr>
            </a:lvl9pPr>
          </a:lstStyle>
          <a:p xmlns:a="http://schemas.openxmlformats.org/drawingml/2006/main">
            <a:pPr algn="l">
              <a:defRPr sz="1425" b="0">
                <a:solidFill>
                  <a:srgbClr val="244A63"/>
                </a:solidFill>
                <a:latin typeface="Liberation Sans"/>
                <a:ea typeface="Liberation Sans"/>
                <a:cs typeface="Liberation Sans"/>
              </a:defRPr>
            </a:pPr>
            <a:r>
              <a:rPr sz="1425" b="0">
                <a:solidFill>
                  <a:srgbClr val="244A63"/>
                </a:solidFill>
                <a:latin typeface="Liberation Sans"/>
                <a:ea typeface="Liberation Sans"/>
                <a:cs typeface="Liberation Sans"/>
              </a:rPr>
              <a:t>leaves</a:t>
            </a:r>
          </a:p>
        </p:txBody>
      </p:sp>
      <p:sp>
        <p:nvSpPr>
          <p:cNvPr id="33" name="native-vector-text">
            <a:extLst xmlns:a="http://schemas.openxmlformats.org/drawingml/2006/main">
              <a:ext uri="{FF2B5EF4-FFF2-40B4-BE49-F238E27FC236}">
                <a16:creationId xmlns:a16="http://schemas.microsoft.com/office/drawing/2014/main" id="{638B2177-67FB-4B10-80AE-F2E0645C5841}"/>
              </a:ext>
            </a:extLst>
          </p:cNvPr>
          <p:cNvSpPr>
            <a:spLocks xmlns:a="http://schemas.openxmlformats.org/drawingml/2006/main" noGrp="1"/>
          </p:cNvSpPr>
          <p:nvPr/>
        </p:nvSpPr>
        <p:spPr>
          <a:xfrm xmlns:a="http://schemas.openxmlformats.org/drawingml/2006/main">
            <a:off x="2540746" y="4147398"/>
            <a:ext cx="1014508"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244A63"/>
                </a:solidFill>
                <a:latin typeface="Liberation Sans"/>
                <a:ea typeface="Liberation Sans"/>
                <a:cs typeface="Liberation Sans"/>
              </a:defRPr>
            </a:defPPr>
            <a:lvl1pPr algn="l">
              <a:defRPr sz="1425" b="0">
                <a:solidFill>
                  <a:srgbClr val="244A63"/>
                </a:solidFill>
                <a:latin typeface="Liberation Sans"/>
                <a:ea typeface="Liberation Sans"/>
                <a:cs typeface="Liberation Sans"/>
              </a:defRPr>
            </a:lvl1pPr>
            <a:lvl2pPr algn="l">
              <a:defRPr sz="1425" b="0">
                <a:solidFill>
                  <a:srgbClr val="244A63"/>
                </a:solidFill>
                <a:latin typeface="Liberation Sans"/>
                <a:ea typeface="Liberation Sans"/>
                <a:cs typeface="Liberation Sans"/>
              </a:defRPr>
            </a:lvl2pPr>
            <a:lvl3pPr algn="l">
              <a:defRPr sz="1425" b="0">
                <a:solidFill>
                  <a:srgbClr val="244A63"/>
                </a:solidFill>
                <a:latin typeface="Liberation Sans"/>
                <a:ea typeface="Liberation Sans"/>
                <a:cs typeface="Liberation Sans"/>
              </a:defRPr>
            </a:lvl3pPr>
            <a:lvl4pPr algn="l">
              <a:defRPr sz="1425" b="0">
                <a:solidFill>
                  <a:srgbClr val="244A63"/>
                </a:solidFill>
                <a:latin typeface="Liberation Sans"/>
                <a:ea typeface="Liberation Sans"/>
                <a:cs typeface="Liberation Sans"/>
              </a:defRPr>
            </a:lvl4pPr>
            <a:lvl5pPr algn="l">
              <a:defRPr sz="1425" b="0">
                <a:solidFill>
                  <a:srgbClr val="244A63"/>
                </a:solidFill>
                <a:latin typeface="Liberation Sans"/>
                <a:ea typeface="Liberation Sans"/>
                <a:cs typeface="Liberation Sans"/>
              </a:defRPr>
            </a:lvl5pPr>
            <a:lvl6pPr algn="l">
              <a:defRPr sz="1425" b="0">
                <a:solidFill>
                  <a:srgbClr val="244A63"/>
                </a:solidFill>
                <a:latin typeface="Liberation Sans"/>
                <a:ea typeface="Liberation Sans"/>
                <a:cs typeface="Liberation Sans"/>
              </a:defRPr>
            </a:lvl6pPr>
            <a:lvl7pPr algn="l">
              <a:defRPr sz="1425" b="0">
                <a:solidFill>
                  <a:srgbClr val="244A63"/>
                </a:solidFill>
                <a:latin typeface="Liberation Sans"/>
                <a:ea typeface="Liberation Sans"/>
                <a:cs typeface="Liberation Sans"/>
              </a:defRPr>
            </a:lvl7pPr>
            <a:lvl8pPr algn="l">
              <a:defRPr sz="1425" b="0">
                <a:solidFill>
                  <a:srgbClr val="244A63"/>
                </a:solidFill>
                <a:latin typeface="Liberation Sans"/>
                <a:ea typeface="Liberation Sans"/>
                <a:cs typeface="Liberation Sans"/>
              </a:defRPr>
            </a:lvl8pPr>
            <a:lvl9pPr algn="l">
              <a:defRPr sz="1425" b="0">
                <a:solidFill>
                  <a:srgbClr val="244A63"/>
                </a:solidFill>
                <a:latin typeface="Liberation Sans"/>
                <a:ea typeface="Liberation Sans"/>
                <a:cs typeface="Liberation Sans"/>
              </a:defRPr>
            </a:lvl9pPr>
          </a:lstStyle>
          <a:p xmlns:a="http://schemas.openxmlformats.org/drawingml/2006/main">
            <a:pPr algn="l">
              <a:defRPr sz="1425" b="0">
                <a:solidFill>
                  <a:srgbClr val="244A63"/>
                </a:solidFill>
                <a:latin typeface="Liberation Sans"/>
                <a:ea typeface="Liberation Sans"/>
                <a:cs typeface="Liberation Sans"/>
              </a:defRPr>
            </a:pPr>
            <a:r>
              <a:rPr sz="1425" b="0">
                <a:solidFill>
                  <a:srgbClr val="244A63"/>
                </a:solidFill>
                <a:latin typeface="Liberation Sans"/>
                <a:ea typeface="Liberation Sans"/>
                <a:cs typeface="Liberation Sans"/>
              </a:rPr>
              <a:t>caterpillar</a:t>
            </a:r>
          </a:p>
        </p:txBody>
      </p:sp>
      <p:sp>
        <p:nvSpPr>
          <p:cNvPr id="34" name="native-vector-text">
            <a:extLst xmlns:a="http://schemas.openxmlformats.org/drawingml/2006/main">
              <a:ext uri="{FF2B5EF4-FFF2-40B4-BE49-F238E27FC236}">
                <a16:creationId xmlns:a16="http://schemas.microsoft.com/office/drawing/2014/main" id="{1B0F1EF8-C8F0-49E5-9233-33BCF038245C}"/>
              </a:ext>
            </a:extLst>
          </p:cNvPr>
          <p:cNvSpPr>
            <a:spLocks xmlns:a="http://schemas.openxmlformats.org/drawingml/2006/main" noGrp="1"/>
          </p:cNvSpPr>
          <p:nvPr/>
        </p:nvSpPr>
        <p:spPr>
          <a:xfrm xmlns:a="http://schemas.openxmlformats.org/drawingml/2006/main">
            <a:off x="4489432" y="4147398"/>
            <a:ext cx="511397"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244A63"/>
                </a:solidFill>
                <a:latin typeface="Liberation Sans"/>
                <a:ea typeface="Liberation Sans"/>
                <a:cs typeface="Liberation Sans"/>
              </a:defRPr>
            </a:defPPr>
            <a:lvl1pPr algn="l">
              <a:defRPr sz="1425" b="0">
                <a:solidFill>
                  <a:srgbClr val="244A63"/>
                </a:solidFill>
                <a:latin typeface="Liberation Sans"/>
                <a:ea typeface="Liberation Sans"/>
                <a:cs typeface="Liberation Sans"/>
              </a:defRPr>
            </a:lvl1pPr>
            <a:lvl2pPr algn="l">
              <a:defRPr sz="1425" b="0">
                <a:solidFill>
                  <a:srgbClr val="244A63"/>
                </a:solidFill>
                <a:latin typeface="Liberation Sans"/>
                <a:ea typeface="Liberation Sans"/>
                <a:cs typeface="Liberation Sans"/>
              </a:defRPr>
            </a:lvl2pPr>
            <a:lvl3pPr algn="l">
              <a:defRPr sz="1425" b="0">
                <a:solidFill>
                  <a:srgbClr val="244A63"/>
                </a:solidFill>
                <a:latin typeface="Liberation Sans"/>
                <a:ea typeface="Liberation Sans"/>
                <a:cs typeface="Liberation Sans"/>
              </a:defRPr>
            </a:lvl3pPr>
            <a:lvl4pPr algn="l">
              <a:defRPr sz="1425" b="0">
                <a:solidFill>
                  <a:srgbClr val="244A63"/>
                </a:solidFill>
                <a:latin typeface="Liberation Sans"/>
                <a:ea typeface="Liberation Sans"/>
                <a:cs typeface="Liberation Sans"/>
              </a:defRPr>
            </a:lvl4pPr>
            <a:lvl5pPr algn="l">
              <a:defRPr sz="1425" b="0">
                <a:solidFill>
                  <a:srgbClr val="244A63"/>
                </a:solidFill>
                <a:latin typeface="Liberation Sans"/>
                <a:ea typeface="Liberation Sans"/>
                <a:cs typeface="Liberation Sans"/>
              </a:defRPr>
            </a:lvl5pPr>
            <a:lvl6pPr algn="l">
              <a:defRPr sz="1425" b="0">
                <a:solidFill>
                  <a:srgbClr val="244A63"/>
                </a:solidFill>
                <a:latin typeface="Liberation Sans"/>
                <a:ea typeface="Liberation Sans"/>
                <a:cs typeface="Liberation Sans"/>
              </a:defRPr>
            </a:lvl6pPr>
            <a:lvl7pPr algn="l">
              <a:defRPr sz="1425" b="0">
                <a:solidFill>
                  <a:srgbClr val="244A63"/>
                </a:solidFill>
                <a:latin typeface="Liberation Sans"/>
                <a:ea typeface="Liberation Sans"/>
                <a:cs typeface="Liberation Sans"/>
              </a:defRPr>
            </a:lvl7pPr>
            <a:lvl8pPr algn="l">
              <a:defRPr sz="1425" b="0">
                <a:solidFill>
                  <a:srgbClr val="244A63"/>
                </a:solidFill>
                <a:latin typeface="Liberation Sans"/>
                <a:ea typeface="Liberation Sans"/>
                <a:cs typeface="Liberation Sans"/>
              </a:defRPr>
            </a:lvl8pPr>
            <a:lvl9pPr algn="l">
              <a:defRPr sz="1425" b="0">
                <a:solidFill>
                  <a:srgbClr val="244A63"/>
                </a:solidFill>
                <a:latin typeface="Liberation Sans"/>
                <a:ea typeface="Liberation Sans"/>
                <a:cs typeface="Liberation Sans"/>
              </a:defRPr>
            </a:lvl9pPr>
          </a:lstStyle>
          <a:p xmlns:a="http://schemas.openxmlformats.org/drawingml/2006/main">
            <a:pPr algn="l">
              <a:defRPr sz="1425" b="0">
                <a:solidFill>
                  <a:srgbClr val="244A63"/>
                </a:solidFill>
                <a:latin typeface="Liberation Sans"/>
                <a:ea typeface="Liberation Sans"/>
                <a:cs typeface="Liberation Sans"/>
              </a:defRPr>
            </a:pPr>
            <a:r>
              <a:rPr sz="1425" b="0">
                <a:solidFill>
                  <a:srgbClr val="244A63"/>
                </a:solidFill>
                <a:latin typeface="Liberation Sans"/>
                <a:ea typeface="Liberation Sans"/>
                <a:cs typeface="Liberation Sans"/>
              </a:rPr>
              <a:t>robin</a:t>
            </a:r>
          </a:p>
        </p:txBody>
      </p:sp>
      <p:sp>
        <p:nvSpPr>
          <p:cNvPr id="35" name="native-vector-text">
            <a:extLst xmlns:a="http://schemas.openxmlformats.org/drawingml/2006/main">
              <a:ext uri="{FF2B5EF4-FFF2-40B4-BE49-F238E27FC236}">
                <a16:creationId xmlns:a16="http://schemas.microsoft.com/office/drawing/2014/main" id="{0FC45BA1-86A0-4DA9-AE44-33CD2196725A}"/>
              </a:ext>
            </a:extLst>
          </p:cNvPr>
          <p:cNvSpPr>
            <a:spLocks xmlns:a="http://schemas.openxmlformats.org/drawingml/2006/main" noGrp="1"/>
          </p:cNvSpPr>
          <p:nvPr/>
        </p:nvSpPr>
        <p:spPr>
          <a:xfrm xmlns:a="http://schemas.openxmlformats.org/drawingml/2006/main">
            <a:off x="2123828" y="3419016"/>
            <a:ext cx="158496"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244A63"/>
                </a:solidFill>
                <a:latin typeface="Liberation Sans"/>
                <a:ea typeface="Liberation Sans"/>
                <a:cs typeface="Liberation Sans"/>
              </a:defRPr>
            </a:defPPr>
            <a:lvl1pPr algn="l">
              <a:defRPr sz="1425" b="0">
                <a:solidFill>
                  <a:srgbClr val="244A63"/>
                </a:solidFill>
                <a:latin typeface="Liberation Sans"/>
                <a:ea typeface="Liberation Sans"/>
                <a:cs typeface="Liberation Sans"/>
              </a:defRPr>
            </a:lvl1pPr>
            <a:lvl2pPr algn="l">
              <a:defRPr sz="1425" b="0">
                <a:solidFill>
                  <a:srgbClr val="244A63"/>
                </a:solidFill>
                <a:latin typeface="Liberation Sans"/>
                <a:ea typeface="Liberation Sans"/>
                <a:cs typeface="Liberation Sans"/>
              </a:defRPr>
            </a:lvl2pPr>
            <a:lvl3pPr algn="l">
              <a:defRPr sz="1425" b="0">
                <a:solidFill>
                  <a:srgbClr val="244A63"/>
                </a:solidFill>
                <a:latin typeface="Liberation Sans"/>
                <a:ea typeface="Liberation Sans"/>
                <a:cs typeface="Liberation Sans"/>
              </a:defRPr>
            </a:lvl3pPr>
            <a:lvl4pPr algn="l">
              <a:defRPr sz="1425" b="0">
                <a:solidFill>
                  <a:srgbClr val="244A63"/>
                </a:solidFill>
                <a:latin typeface="Liberation Sans"/>
                <a:ea typeface="Liberation Sans"/>
                <a:cs typeface="Liberation Sans"/>
              </a:defRPr>
            </a:lvl4pPr>
            <a:lvl5pPr algn="l">
              <a:defRPr sz="1425" b="0">
                <a:solidFill>
                  <a:srgbClr val="244A63"/>
                </a:solidFill>
                <a:latin typeface="Liberation Sans"/>
                <a:ea typeface="Liberation Sans"/>
                <a:cs typeface="Liberation Sans"/>
              </a:defRPr>
            </a:lvl5pPr>
            <a:lvl6pPr algn="l">
              <a:defRPr sz="1425" b="0">
                <a:solidFill>
                  <a:srgbClr val="244A63"/>
                </a:solidFill>
                <a:latin typeface="Liberation Sans"/>
                <a:ea typeface="Liberation Sans"/>
                <a:cs typeface="Liberation Sans"/>
              </a:defRPr>
            </a:lvl6pPr>
            <a:lvl7pPr algn="l">
              <a:defRPr sz="1425" b="0">
                <a:solidFill>
                  <a:srgbClr val="244A63"/>
                </a:solidFill>
                <a:latin typeface="Liberation Sans"/>
                <a:ea typeface="Liberation Sans"/>
                <a:cs typeface="Liberation Sans"/>
              </a:defRPr>
            </a:lvl7pPr>
            <a:lvl8pPr algn="l">
              <a:defRPr sz="1425" b="0">
                <a:solidFill>
                  <a:srgbClr val="244A63"/>
                </a:solidFill>
                <a:latin typeface="Liberation Sans"/>
                <a:ea typeface="Liberation Sans"/>
                <a:cs typeface="Liberation Sans"/>
              </a:defRPr>
            </a:lvl8pPr>
            <a:lvl9pPr algn="l">
              <a:defRPr sz="1425" b="0">
                <a:solidFill>
                  <a:srgbClr val="244A63"/>
                </a:solidFill>
                <a:latin typeface="Liberation Sans"/>
                <a:ea typeface="Liberation Sans"/>
                <a:cs typeface="Liberation Sans"/>
              </a:defRPr>
            </a:lvl9pPr>
          </a:lstStyle>
          <a:p xmlns:a="http://schemas.openxmlformats.org/drawingml/2006/main">
            <a:pPr algn="l">
              <a:defRPr sz="1425" b="0">
                <a:solidFill>
                  <a:srgbClr val="244A63"/>
                </a:solidFill>
                <a:latin typeface="Liberation Sans"/>
                <a:ea typeface="Liberation Sans"/>
                <a:cs typeface="Liberation Sans"/>
              </a:defRPr>
            </a:pPr>
            <a:r>
              <a:rPr sz="1425" b="0">
                <a:solidFill>
                  <a:srgbClr val="244A63"/>
                </a:solidFill>
                <a:latin typeface="Liberation Sans"/>
                <a:ea typeface="Liberation Sans"/>
                <a:cs typeface="Liberation Sans"/>
              </a:rPr>
              <a:t>→</a:t>
            </a:r>
          </a:p>
        </p:txBody>
      </p:sp>
      <p:sp>
        <p:nvSpPr>
          <p:cNvPr id="36" name="native-vector-text">
            <a:extLst xmlns:a="http://schemas.openxmlformats.org/drawingml/2006/main">
              <a:ext uri="{FF2B5EF4-FFF2-40B4-BE49-F238E27FC236}">
                <a16:creationId xmlns:a16="http://schemas.microsoft.com/office/drawing/2014/main" id="{B8E82EA8-2257-408D-8E42-0097E01B9F2E}"/>
              </a:ext>
            </a:extLst>
          </p:cNvPr>
          <p:cNvSpPr>
            <a:spLocks xmlns:a="http://schemas.openxmlformats.org/drawingml/2006/main" noGrp="1"/>
          </p:cNvSpPr>
          <p:nvPr/>
        </p:nvSpPr>
        <p:spPr>
          <a:xfrm xmlns:a="http://schemas.openxmlformats.org/drawingml/2006/main">
            <a:off x="3813676" y="3419016"/>
            <a:ext cx="158496"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244A63"/>
                </a:solidFill>
                <a:latin typeface="Liberation Sans"/>
                <a:ea typeface="Liberation Sans"/>
                <a:cs typeface="Liberation Sans"/>
              </a:defRPr>
            </a:defPPr>
            <a:lvl1pPr algn="l">
              <a:defRPr sz="1425" b="0">
                <a:solidFill>
                  <a:srgbClr val="244A63"/>
                </a:solidFill>
                <a:latin typeface="Liberation Sans"/>
                <a:ea typeface="Liberation Sans"/>
                <a:cs typeface="Liberation Sans"/>
              </a:defRPr>
            </a:lvl1pPr>
            <a:lvl2pPr algn="l">
              <a:defRPr sz="1425" b="0">
                <a:solidFill>
                  <a:srgbClr val="244A63"/>
                </a:solidFill>
                <a:latin typeface="Liberation Sans"/>
                <a:ea typeface="Liberation Sans"/>
                <a:cs typeface="Liberation Sans"/>
              </a:defRPr>
            </a:lvl2pPr>
            <a:lvl3pPr algn="l">
              <a:defRPr sz="1425" b="0">
                <a:solidFill>
                  <a:srgbClr val="244A63"/>
                </a:solidFill>
                <a:latin typeface="Liberation Sans"/>
                <a:ea typeface="Liberation Sans"/>
                <a:cs typeface="Liberation Sans"/>
              </a:defRPr>
            </a:lvl3pPr>
            <a:lvl4pPr algn="l">
              <a:defRPr sz="1425" b="0">
                <a:solidFill>
                  <a:srgbClr val="244A63"/>
                </a:solidFill>
                <a:latin typeface="Liberation Sans"/>
                <a:ea typeface="Liberation Sans"/>
                <a:cs typeface="Liberation Sans"/>
              </a:defRPr>
            </a:lvl4pPr>
            <a:lvl5pPr algn="l">
              <a:defRPr sz="1425" b="0">
                <a:solidFill>
                  <a:srgbClr val="244A63"/>
                </a:solidFill>
                <a:latin typeface="Liberation Sans"/>
                <a:ea typeface="Liberation Sans"/>
                <a:cs typeface="Liberation Sans"/>
              </a:defRPr>
            </a:lvl5pPr>
            <a:lvl6pPr algn="l">
              <a:defRPr sz="1425" b="0">
                <a:solidFill>
                  <a:srgbClr val="244A63"/>
                </a:solidFill>
                <a:latin typeface="Liberation Sans"/>
                <a:ea typeface="Liberation Sans"/>
                <a:cs typeface="Liberation Sans"/>
              </a:defRPr>
            </a:lvl6pPr>
            <a:lvl7pPr algn="l">
              <a:defRPr sz="1425" b="0">
                <a:solidFill>
                  <a:srgbClr val="244A63"/>
                </a:solidFill>
                <a:latin typeface="Liberation Sans"/>
                <a:ea typeface="Liberation Sans"/>
                <a:cs typeface="Liberation Sans"/>
              </a:defRPr>
            </a:lvl7pPr>
            <a:lvl8pPr algn="l">
              <a:defRPr sz="1425" b="0">
                <a:solidFill>
                  <a:srgbClr val="244A63"/>
                </a:solidFill>
                <a:latin typeface="Liberation Sans"/>
                <a:ea typeface="Liberation Sans"/>
                <a:cs typeface="Liberation Sans"/>
              </a:defRPr>
            </a:lvl8pPr>
            <a:lvl9pPr algn="l">
              <a:defRPr sz="1425" b="0">
                <a:solidFill>
                  <a:srgbClr val="244A63"/>
                </a:solidFill>
                <a:latin typeface="Liberation Sans"/>
                <a:ea typeface="Liberation Sans"/>
                <a:cs typeface="Liberation Sans"/>
              </a:defRPr>
            </a:lvl9pPr>
          </a:lstStyle>
          <a:p xmlns:a="http://schemas.openxmlformats.org/drawingml/2006/main">
            <a:pPr algn="l">
              <a:defRPr sz="1425" b="0">
                <a:solidFill>
                  <a:srgbClr val="244A63"/>
                </a:solidFill>
                <a:latin typeface="Liberation Sans"/>
                <a:ea typeface="Liberation Sans"/>
                <a:cs typeface="Liberation Sans"/>
              </a:defRPr>
            </a:pPr>
            <a:r>
              <a:rPr sz="1425" b="0">
                <a:solidFill>
                  <a:srgbClr val="244A63"/>
                </a:solidFill>
                <a:latin typeface="Liberation Sans"/>
                <a:ea typeface="Liberation Sans"/>
                <a:cs typeface="Liberation Sans"/>
              </a:rPr>
              <a:t>→</a:t>
            </a:r>
          </a:p>
        </p:txBody>
      </p:sp>
      <p:sp>
        <p:nvSpPr>
          <p:cNvPr id="37" name="native-vector-text">
            <a:extLst xmlns:a="http://schemas.openxmlformats.org/drawingml/2006/main">
              <a:ext uri="{FF2B5EF4-FFF2-40B4-BE49-F238E27FC236}">
                <a16:creationId xmlns:a16="http://schemas.microsoft.com/office/drawing/2014/main" id="{8698E4BC-0977-42D6-915F-7D8EBDB58D7F}"/>
              </a:ext>
            </a:extLst>
          </p:cNvPr>
          <p:cNvSpPr>
            <a:spLocks xmlns:a="http://schemas.openxmlformats.org/drawingml/2006/main" noGrp="1"/>
          </p:cNvSpPr>
          <p:nvPr/>
        </p:nvSpPr>
        <p:spPr>
          <a:xfrm xmlns:a="http://schemas.openxmlformats.org/drawingml/2006/main">
            <a:off x="2123828" y="4147398"/>
            <a:ext cx="158496"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244A63"/>
                </a:solidFill>
                <a:latin typeface="Liberation Sans"/>
                <a:ea typeface="Liberation Sans"/>
                <a:cs typeface="Liberation Sans"/>
              </a:defRPr>
            </a:defPPr>
            <a:lvl1pPr algn="l">
              <a:defRPr sz="1425" b="0">
                <a:solidFill>
                  <a:srgbClr val="244A63"/>
                </a:solidFill>
                <a:latin typeface="Liberation Sans"/>
                <a:ea typeface="Liberation Sans"/>
                <a:cs typeface="Liberation Sans"/>
              </a:defRPr>
            </a:lvl1pPr>
            <a:lvl2pPr algn="l">
              <a:defRPr sz="1425" b="0">
                <a:solidFill>
                  <a:srgbClr val="244A63"/>
                </a:solidFill>
                <a:latin typeface="Liberation Sans"/>
                <a:ea typeface="Liberation Sans"/>
                <a:cs typeface="Liberation Sans"/>
              </a:defRPr>
            </a:lvl2pPr>
            <a:lvl3pPr algn="l">
              <a:defRPr sz="1425" b="0">
                <a:solidFill>
                  <a:srgbClr val="244A63"/>
                </a:solidFill>
                <a:latin typeface="Liberation Sans"/>
                <a:ea typeface="Liberation Sans"/>
                <a:cs typeface="Liberation Sans"/>
              </a:defRPr>
            </a:lvl3pPr>
            <a:lvl4pPr algn="l">
              <a:defRPr sz="1425" b="0">
                <a:solidFill>
                  <a:srgbClr val="244A63"/>
                </a:solidFill>
                <a:latin typeface="Liberation Sans"/>
                <a:ea typeface="Liberation Sans"/>
                <a:cs typeface="Liberation Sans"/>
              </a:defRPr>
            </a:lvl4pPr>
            <a:lvl5pPr algn="l">
              <a:defRPr sz="1425" b="0">
                <a:solidFill>
                  <a:srgbClr val="244A63"/>
                </a:solidFill>
                <a:latin typeface="Liberation Sans"/>
                <a:ea typeface="Liberation Sans"/>
                <a:cs typeface="Liberation Sans"/>
              </a:defRPr>
            </a:lvl5pPr>
            <a:lvl6pPr algn="l">
              <a:defRPr sz="1425" b="0">
                <a:solidFill>
                  <a:srgbClr val="244A63"/>
                </a:solidFill>
                <a:latin typeface="Liberation Sans"/>
                <a:ea typeface="Liberation Sans"/>
                <a:cs typeface="Liberation Sans"/>
              </a:defRPr>
            </a:lvl6pPr>
            <a:lvl7pPr algn="l">
              <a:defRPr sz="1425" b="0">
                <a:solidFill>
                  <a:srgbClr val="244A63"/>
                </a:solidFill>
                <a:latin typeface="Liberation Sans"/>
                <a:ea typeface="Liberation Sans"/>
                <a:cs typeface="Liberation Sans"/>
              </a:defRPr>
            </a:lvl7pPr>
            <a:lvl8pPr algn="l">
              <a:defRPr sz="1425" b="0">
                <a:solidFill>
                  <a:srgbClr val="244A63"/>
                </a:solidFill>
                <a:latin typeface="Liberation Sans"/>
                <a:ea typeface="Liberation Sans"/>
                <a:cs typeface="Liberation Sans"/>
              </a:defRPr>
            </a:lvl8pPr>
            <a:lvl9pPr algn="l">
              <a:defRPr sz="1425" b="0">
                <a:solidFill>
                  <a:srgbClr val="244A63"/>
                </a:solidFill>
                <a:latin typeface="Liberation Sans"/>
                <a:ea typeface="Liberation Sans"/>
                <a:cs typeface="Liberation Sans"/>
              </a:defRPr>
            </a:lvl9pPr>
          </a:lstStyle>
          <a:p xmlns:a="http://schemas.openxmlformats.org/drawingml/2006/main">
            <a:pPr algn="l">
              <a:defRPr sz="1425" b="0">
                <a:solidFill>
                  <a:srgbClr val="244A63"/>
                </a:solidFill>
                <a:latin typeface="Liberation Sans"/>
                <a:ea typeface="Liberation Sans"/>
                <a:cs typeface="Liberation Sans"/>
              </a:defRPr>
            </a:pPr>
            <a:r>
              <a:rPr sz="1425" b="0">
                <a:solidFill>
                  <a:srgbClr val="244A63"/>
                </a:solidFill>
                <a:latin typeface="Liberation Sans"/>
                <a:ea typeface="Liberation Sans"/>
                <a:cs typeface="Liberation Sans"/>
              </a:rPr>
              <a:t>→</a:t>
            </a:r>
          </a:p>
        </p:txBody>
      </p:sp>
      <p:sp>
        <p:nvSpPr>
          <p:cNvPr id="38" name="native-vector-text">
            <a:extLst xmlns:a="http://schemas.openxmlformats.org/drawingml/2006/main">
              <a:ext uri="{FF2B5EF4-FFF2-40B4-BE49-F238E27FC236}">
                <a16:creationId xmlns:a16="http://schemas.microsoft.com/office/drawing/2014/main" id="{306364E0-B10E-4F8F-A1CE-C6DB7BA1CEDF}"/>
              </a:ext>
            </a:extLst>
          </p:cNvPr>
          <p:cNvSpPr>
            <a:spLocks xmlns:a="http://schemas.openxmlformats.org/drawingml/2006/main" noGrp="1"/>
          </p:cNvSpPr>
          <p:nvPr/>
        </p:nvSpPr>
        <p:spPr>
          <a:xfrm xmlns:a="http://schemas.openxmlformats.org/drawingml/2006/main">
            <a:off x="3813676" y="4147398"/>
            <a:ext cx="158496"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244A63"/>
                </a:solidFill>
                <a:latin typeface="Liberation Sans"/>
                <a:ea typeface="Liberation Sans"/>
                <a:cs typeface="Liberation Sans"/>
              </a:defRPr>
            </a:defPPr>
            <a:lvl1pPr algn="l">
              <a:defRPr sz="1425" b="0">
                <a:solidFill>
                  <a:srgbClr val="244A63"/>
                </a:solidFill>
                <a:latin typeface="Liberation Sans"/>
                <a:ea typeface="Liberation Sans"/>
                <a:cs typeface="Liberation Sans"/>
              </a:defRPr>
            </a:lvl1pPr>
            <a:lvl2pPr algn="l">
              <a:defRPr sz="1425" b="0">
                <a:solidFill>
                  <a:srgbClr val="244A63"/>
                </a:solidFill>
                <a:latin typeface="Liberation Sans"/>
                <a:ea typeface="Liberation Sans"/>
                <a:cs typeface="Liberation Sans"/>
              </a:defRPr>
            </a:lvl2pPr>
            <a:lvl3pPr algn="l">
              <a:defRPr sz="1425" b="0">
                <a:solidFill>
                  <a:srgbClr val="244A63"/>
                </a:solidFill>
                <a:latin typeface="Liberation Sans"/>
                <a:ea typeface="Liberation Sans"/>
                <a:cs typeface="Liberation Sans"/>
              </a:defRPr>
            </a:lvl3pPr>
            <a:lvl4pPr algn="l">
              <a:defRPr sz="1425" b="0">
                <a:solidFill>
                  <a:srgbClr val="244A63"/>
                </a:solidFill>
                <a:latin typeface="Liberation Sans"/>
                <a:ea typeface="Liberation Sans"/>
                <a:cs typeface="Liberation Sans"/>
              </a:defRPr>
            </a:lvl4pPr>
            <a:lvl5pPr algn="l">
              <a:defRPr sz="1425" b="0">
                <a:solidFill>
                  <a:srgbClr val="244A63"/>
                </a:solidFill>
                <a:latin typeface="Liberation Sans"/>
                <a:ea typeface="Liberation Sans"/>
                <a:cs typeface="Liberation Sans"/>
              </a:defRPr>
            </a:lvl5pPr>
            <a:lvl6pPr algn="l">
              <a:defRPr sz="1425" b="0">
                <a:solidFill>
                  <a:srgbClr val="244A63"/>
                </a:solidFill>
                <a:latin typeface="Liberation Sans"/>
                <a:ea typeface="Liberation Sans"/>
                <a:cs typeface="Liberation Sans"/>
              </a:defRPr>
            </a:lvl6pPr>
            <a:lvl7pPr algn="l">
              <a:defRPr sz="1425" b="0">
                <a:solidFill>
                  <a:srgbClr val="244A63"/>
                </a:solidFill>
                <a:latin typeface="Liberation Sans"/>
                <a:ea typeface="Liberation Sans"/>
                <a:cs typeface="Liberation Sans"/>
              </a:defRPr>
            </a:lvl7pPr>
            <a:lvl8pPr algn="l">
              <a:defRPr sz="1425" b="0">
                <a:solidFill>
                  <a:srgbClr val="244A63"/>
                </a:solidFill>
                <a:latin typeface="Liberation Sans"/>
                <a:ea typeface="Liberation Sans"/>
                <a:cs typeface="Liberation Sans"/>
              </a:defRPr>
            </a:lvl8pPr>
            <a:lvl9pPr algn="l">
              <a:defRPr sz="1425" b="0">
                <a:solidFill>
                  <a:srgbClr val="244A63"/>
                </a:solidFill>
                <a:latin typeface="Liberation Sans"/>
                <a:ea typeface="Liberation Sans"/>
                <a:cs typeface="Liberation Sans"/>
              </a:defRPr>
            </a:lvl9pPr>
          </a:lstStyle>
          <a:p xmlns:a="http://schemas.openxmlformats.org/drawingml/2006/main">
            <a:pPr algn="l">
              <a:defRPr sz="1425" b="0">
                <a:solidFill>
                  <a:srgbClr val="244A63"/>
                </a:solidFill>
                <a:latin typeface="Liberation Sans"/>
                <a:ea typeface="Liberation Sans"/>
                <a:cs typeface="Liberation Sans"/>
              </a:defRPr>
            </a:pPr>
            <a:r>
              <a:rPr sz="1425" b="0">
                <a:solidFill>
                  <a:srgbClr val="244A63"/>
                </a:solidFill>
                <a:latin typeface="Liberation Sans"/>
                <a:ea typeface="Liberation Sans"/>
                <a:cs typeface="Liberation Sans"/>
              </a:rPr>
              <a:t>→</a:t>
            </a:r>
          </a:p>
        </p:txBody>
      </p:sp>
      <p:sp>
        <p:nvSpPr>
          <p:cNvPr id="39" name="native-vector-text">
            <a:extLst xmlns:a="http://schemas.openxmlformats.org/drawingml/2006/main">
              <a:ext uri="{FF2B5EF4-FFF2-40B4-BE49-F238E27FC236}">
                <a16:creationId xmlns:a16="http://schemas.microsoft.com/office/drawing/2014/main" id="{240CF43C-9E07-48B1-99CD-D91757CAB1CE}"/>
              </a:ext>
            </a:extLst>
          </p:cNvPr>
          <p:cNvSpPr>
            <a:spLocks xmlns:a="http://schemas.openxmlformats.org/drawingml/2006/main" noGrp="1"/>
          </p:cNvSpPr>
          <p:nvPr/>
        </p:nvSpPr>
        <p:spPr>
          <a:xfrm xmlns:a="http://schemas.openxmlformats.org/drawingml/2006/main">
            <a:off x="1701022" y="3739504"/>
            <a:ext cx="2693956"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244A63"/>
                </a:solidFill>
                <a:latin typeface="Liberation Sans"/>
                <a:ea typeface="Liberation Sans"/>
                <a:cs typeface="Liberation Sans"/>
              </a:defRPr>
            </a:defPPr>
            <a:lvl1pPr algn="l">
              <a:defRPr sz="1425" b="0">
                <a:solidFill>
                  <a:srgbClr val="244A63"/>
                </a:solidFill>
                <a:latin typeface="Liberation Sans"/>
                <a:ea typeface="Liberation Sans"/>
                <a:cs typeface="Liberation Sans"/>
              </a:defRPr>
            </a:lvl1pPr>
            <a:lvl2pPr algn="l">
              <a:defRPr sz="1425" b="0">
                <a:solidFill>
                  <a:srgbClr val="244A63"/>
                </a:solidFill>
                <a:latin typeface="Liberation Sans"/>
                <a:ea typeface="Liberation Sans"/>
                <a:cs typeface="Liberation Sans"/>
              </a:defRPr>
            </a:lvl2pPr>
            <a:lvl3pPr algn="l">
              <a:defRPr sz="1425" b="0">
                <a:solidFill>
                  <a:srgbClr val="244A63"/>
                </a:solidFill>
                <a:latin typeface="Liberation Sans"/>
                <a:ea typeface="Liberation Sans"/>
                <a:cs typeface="Liberation Sans"/>
              </a:defRPr>
            </a:lvl3pPr>
            <a:lvl4pPr algn="l">
              <a:defRPr sz="1425" b="0">
                <a:solidFill>
                  <a:srgbClr val="244A63"/>
                </a:solidFill>
                <a:latin typeface="Liberation Sans"/>
                <a:ea typeface="Liberation Sans"/>
                <a:cs typeface="Liberation Sans"/>
              </a:defRPr>
            </a:lvl4pPr>
            <a:lvl5pPr algn="l">
              <a:defRPr sz="1425" b="0">
                <a:solidFill>
                  <a:srgbClr val="244A63"/>
                </a:solidFill>
                <a:latin typeface="Liberation Sans"/>
                <a:ea typeface="Liberation Sans"/>
                <a:cs typeface="Liberation Sans"/>
              </a:defRPr>
            </a:lvl5pPr>
            <a:lvl6pPr algn="l">
              <a:defRPr sz="1425" b="0">
                <a:solidFill>
                  <a:srgbClr val="244A63"/>
                </a:solidFill>
                <a:latin typeface="Liberation Sans"/>
                <a:ea typeface="Liberation Sans"/>
                <a:cs typeface="Liberation Sans"/>
              </a:defRPr>
            </a:lvl6pPr>
            <a:lvl7pPr algn="l">
              <a:defRPr sz="1425" b="0">
                <a:solidFill>
                  <a:srgbClr val="244A63"/>
                </a:solidFill>
                <a:latin typeface="Liberation Sans"/>
                <a:ea typeface="Liberation Sans"/>
                <a:cs typeface="Liberation Sans"/>
              </a:defRPr>
            </a:lvl7pPr>
            <a:lvl8pPr algn="l">
              <a:defRPr sz="1425" b="0">
                <a:solidFill>
                  <a:srgbClr val="244A63"/>
                </a:solidFill>
                <a:latin typeface="Liberation Sans"/>
                <a:ea typeface="Liberation Sans"/>
                <a:cs typeface="Liberation Sans"/>
              </a:defRPr>
            </a:lvl8pPr>
            <a:lvl9pPr algn="l">
              <a:defRPr sz="1425" b="0">
                <a:solidFill>
                  <a:srgbClr val="244A63"/>
                </a:solidFill>
                <a:latin typeface="Liberation Sans"/>
                <a:ea typeface="Liberation Sans"/>
                <a:cs typeface="Liberation Sans"/>
              </a:defRPr>
            </a:lvl9pPr>
          </a:lstStyle>
          <a:p xmlns:a="http://schemas.openxmlformats.org/drawingml/2006/main">
            <a:pPr algn="l">
              <a:defRPr sz="1425" b="0">
                <a:solidFill>
                  <a:srgbClr val="244A63"/>
                </a:solidFill>
                <a:latin typeface="Liberation Sans"/>
                <a:ea typeface="Liberation Sans"/>
                <a:cs typeface="Liberation Sans"/>
              </a:defRPr>
            </a:pPr>
            <a:r>
              <a:rPr sz="1425" b="0">
                <a:solidFill>
                  <a:srgbClr val="244A63"/>
                </a:solidFill>
                <a:latin typeface="Liberation Sans"/>
                <a:ea typeface="Liberation Sans"/>
                <a:cs typeface="Liberation Sans"/>
              </a:rPr>
              <a:t>Each arrow means: is eaten by</a:t>
            </a:r>
          </a:p>
        </p:txBody>
      </p:sp>
      <p:sp>
        <p:nvSpPr>
          <p:cNvPr id="40" name="picture-description">
            <a:extLst xmlns:a="http://schemas.openxmlformats.org/drawingml/2006/main">
              <a:ext uri="{FF2B5EF4-FFF2-40B4-BE49-F238E27FC236}">
                <a16:creationId xmlns:a16="http://schemas.microsoft.com/office/drawing/2014/main" id="{320FDADA-8DE1-43D0-9765-EEEFE4D52844}"/>
              </a:ext>
            </a:extLst>
          </p:cNvPr>
          <p:cNvSpPr>
            <a:spLocks xmlns:a="http://schemas.openxmlformats.org/drawingml/2006/main" noGrp="1"/>
          </p:cNvSpPr>
          <p:nvPr/>
        </p:nvSpPr>
        <p:spPr>
          <a:xfrm xmlns:a="http://schemas.openxmlformats.org/drawingml/2006/main">
            <a:off x="5905500" y="2895600"/>
            <a:ext cx="56197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72536"/>
                </a:solidFill>
                <a:latin typeface="Liberation Sans"/>
                <a:ea typeface="Liberation Sans"/>
                <a:cs typeface="Liberation Sans"/>
              </a:defRPr>
            </a:defPPr>
            <a:lvl1pPr algn="l">
              <a:defRPr sz="1650" b="0">
                <a:solidFill>
                  <a:srgbClr val="172536"/>
                </a:solidFill>
                <a:latin typeface="Liberation Sans"/>
                <a:ea typeface="Liberation Sans"/>
                <a:cs typeface="Liberation Sans"/>
              </a:defRPr>
            </a:lvl1pPr>
            <a:lvl2pPr algn="l">
              <a:defRPr sz="1650" b="0">
                <a:solidFill>
                  <a:srgbClr val="172536"/>
                </a:solidFill>
                <a:latin typeface="Liberation Sans"/>
                <a:ea typeface="Liberation Sans"/>
                <a:cs typeface="Liberation Sans"/>
              </a:defRPr>
            </a:lvl2pPr>
            <a:lvl3pPr algn="l">
              <a:defRPr sz="1650" b="0">
                <a:solidFill>
                  <a:srgbClr val="172536"/>
                </a:solidFill>
                <a:latin typeface="Liberation Sans"/>
                <a:ea typeface="Liberation Sans"/>
                <a:cs typeface="Liberation Sans"/>
              </a:defRPr>
            </a:lvl3pPr>
            <a:lvl4pPr algn="l">
              <a:defRPr sz="1650" b="0">
                <a:solidFill>
                  <a:srgbClr val="172536"/>
                </a:solidFill>
                <a:latin typeface="Liberation Sans"/>
                <a:ea typeface="Liberation Sans"/>
                <a:cs typeface="Liberation Sans"/>
              </a:defRPr>
            </a:lvl4pPr>
            <a:lvl5pPr algn="l">
              <a:defRPr sz="1650" b="0">
                <a:solidFill>
                  <a:srgbClr val="172536"/>
                </a:solidFill>
                <a:latin typeface="Liberation Sans"/>
                <a:ea typeface="Liberation Sans"/>
                <a:cs typeface="Liberation Sans"/>
              </a:defRPr>
            </a:lvl5pPr>
            <a:lvl6pPr algn="l">
              <a:defRPr sz="1650" b="0">
                <a:solidFill>
                  <a:srgbClr val="172536"/>
                </a:solidFill>
                <a:latin typeface="Liberation Sans"/>
                <a:ea typeface="Liberation Sans"/>
                <a:cs typeface="Liberation Sans"/>
              </a:defRPr>
            </a:lvl6pPr>
            <a:lvl7pPr algn="l">
              <a:defRPr sz="1650" b="0">
                <a:solidFill>
                  <a:srgbClr val="172536"/>
                </a:solidFill>
                <a:latin typeface="Liberation Sans"/>
                <a:ea typeface="Liberation Sans"/>
                <a:cs typeface="Liberation Sans"/>
              </a:defRPr>
            </a:lvl7pPr>
            <a:lvl8pPr algn="l">
              <a:defRPr sz="1650" b="0">
                <a:solidFill>
                  <a:srgbClr val="172536"/>
                </a:solidFill>
                <a:latin typeface="Liberation Sans"/>
                <a:ea typeface="Liberation Sans"/>
                <a:cs typeface="Liberation Sans"/>
              </a:defRPr>
            </a:lvl8pPr>
            <a:lvl9pPr algn="l">
              <a:defRPr sz="1650" b="0">
                <a:solidFill>
                  <a:srgbClr val="172536"/>
                </a:solidFill>
                <a:latin typeface="Liberation Sans"/>
                <a:ea typeface="Liberation Sans"/>
                <a:cs typeface="Liberation Sans"/>
              </a:defRPr>
            </a:lvl9pPr>
          </a:lstStyle>
          <a:p xmlns:a="http://schemas.openxmlformats.org/drawingml/2006/main">
            <a:pPr algn="l">
              <a:defRPr sz="1650" b="0">
                <a:solidFill>
                  <a:srgbClr val="172536"/>
                </a:solidFill>
                <a:latin typeface="Liberation Sans"/>
                <a:ea typeface="Liberation Sans"/>
                <a:cs typeface="Liberation Sans"/>
              </a:defRPr>
            </a:pPr>
            <a:r>
              <a:rPr sz="1650" b="0">
                <a:solidFill>
                  <a:srgbClr val="172536"/>
                </a:solidFill>
                <a:latin typeface="Liberation Sans"/>
                <a:ea typeface="Liberation Sans"/>
                <a:cs typeface="Liberation Sans"/>
              </a:rPr>
              <a:t>Food passes from grass to rabbit to fox, and from</a:t>
            </a:r>
          </a:p>
          <a:p xmlns:a="http://schemas.openxmlformats.org/drawingml/2006/main">
            <a:pPr algn="l">
              <a:defRPr sz="1650" b="0">
                <a:solidFill>
                  <a:srgbClr val="172536"/>
                </a:solidFill>
                <a:latin typeface="Liberation Sans"/>
                <a:ea typeface="Liberation Sans"/>
                <a:cs typeface="Liberation Sans"/>
              </a:defRPr>
            </a:pPr>
            <a:r>
              <a:rPr sz="1650" b="0">
                <a:solidFill>
                  <a:srgbClr val="172536"/>
                </a:solidFill>
                <a:latin typeface="Liberation Sans"/>
                <a:ea typeface="Liberation Sans"/>
                <a:cs typeface="Liberation Sans"/>
              </a:rPr>
              <a:t>leaves to caterpillar to robin</a:t>
            </a:r>
          </a:p>
        </p:txBody>
      </p:sp>
      <p:sp>
        <p:nvSpPr>
          <p:cNvPr id="41" name="book-direction">
            <a:extLst xmlns:a="http://schemas.openxmlformats.org/drawingml/2006/main">
              <a:ext uri="{FF2B5EF4-FFF2-40B4-BE49-F238E27FC236}">
                <a16:creationId xmlns:a16="http://schemas.microsoft.com/office/drawing/2014/main" id="{E2A1A758-8C9A-4A7D-B04D-C0E5690FF329}"/>
              </a:ext>
            </a:extLst>
          </p:cNvPr>
          <p:cNvSpPr>
            <a:spLocks xmlns:a="http://schemas.openxmlformats.org/drawingml/2006/main" noGrp="1"/>
          </p:cNvSpPr>
          <p:nvPr/>
        </p:nvSpPr>
        <p:spPr>
          <a:xfrm xmlns:a="http://schemas.openxmlformats.org/drawingml/2006/main">
            <a:off x="609600" y="5048250"/>
            <a:ext cx="109061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172536"/>
                </a:solidFill>
                <a:latin typeface="Liberation Sans"/>
                <a:ea typeface="Liberation Sans"/>
                <a:cs typeface="Liberation Sans"/>
              </a:defRPr>
            </a:defPPr>
            <a:lvl1pPr algn="l">
              <a:defRPr sz="1500" b="0">
                <a:solidFill>
                  <a:srgbClr val="172536"/>
                </a:solidFill>
                <a:latin typeface="Liberation Sans"/>
                <a:ea typeface="Liberation Sans"/>
                <a:cs typeface="Liberation Sans"/>
              </a:defRPr>
            </a:lvl1pPr>
            <a:lvl2pPr algn="l">
              <a:defRPr sz="1500" b="0">
                <a:solidFill>
                  <a:srgbClr val="172536"/>
                </a:solidFill>
                <a:latin typeface="Liberation Sans"/>
                <a:ea typeface="Liberation Sans"/>
                <a:cs typeface="Liberation Sans"/>
              </a:defRPr>
            </a:lvl2pPr>
            <a:lvl3pPr algn="l">
              <a:defRPr sz="1500" b="0">
                <a:solidFill>
                  <a:srgbClr val="172536"/>
                </a:solidFill>
                <a:latin typeface="Liberation Sans"/>
                <a:ea typeface="Liberation Sans"/>
                <a:cs typeface="Liberation Sans"/>
              </a:defRPr>
            </a:lvl3pPr>
            <a:lvl4pPr algn="l">
              <a:defRPr sz="1500" b="0">
                <a:solidFill>
                  <a:srgbClr val="172536"/>
                </a:solidFill>
                <a:latin typeface="Liberation Sans"/>
                <a:ea typeface="Liberation Sans"/>
                <a:cs typeface="Liberation Sans"/>
              </a:defRPr>
            </a:lvl4pPr>
            <a:lvl5pPr algn="l">
              <a:defRPr sz="1500" b="0">
                <a:solidFill>
                  <a:srgbClr val="172536"/>
                </a:solidFill>
                <a:latin typeface="Liberation Sans"/>
                <a:ea typeface="Liberation Sans"/>
                <a:cs typeface="Liberation Sans"/>
              </a:defRPr>
            </a:lvl5pPr>
            <a:lvl6pPr algn="l">
              <a:defRPr sz="1500" b="0">
                <a:solidFill>
                  <a:srgbClr val="172536"/>
                </a:solidFill>
                <a:latin typeface="Liberation Sans"/>
                <a:ea typeface="Liberation Sans"/>
                <a:cs typeface="Liberation Sans"/>
              </a:defRPr>
            </a:lvl6pPr>
            <a:lvl7pPr algn="l">
              <a:defRPr sz="1500" b="0">
                <a:solidFill>
                  <a:srgbClr val="172536"/>
                </a:solidFill>
                <a:latin typeface="Liberation Sans"/>
                <a:ea typeface="Liberation Sans"/>
                <a:cs typeface="Liberation Sans"/>
              </a:defRPr>
            </a:lvl7pPr>
            <a:lvl8pPr algn="l">
              <a:defRPr sz="1500" b="0">
                <a:solidFill>
                  <a:srgbClr val="172536"/>
                </a:solidFill>
                <a:latin typeface="Liberation Sans"/>
                <a:ea typeface="Liberation Sans"/>
                <a:cs typeface="Liberation Sans"/>
              </a:defRPr>
            </a:lvl8pPr>
            <a:lvl9pPr algn="l">
              <a:defRPr sz="1500" b="0">
                <a:solidFill>
                  <a:srgbClr val="172536"/>
                </a:solidFill>
                <a:latin typeface="Liberation Sans"/>
                <a:ea typeface="Liberation Sans"/>
                <a:cs typeface="Liberation Sans"/>
              </a:defRPr>
            </a:lvl9pPr>
          </a:lstStyle>
          <a:p xmlns:a="http://schemas.openxmlformats.org/drawingml/2006/main">
            <a:pPr algn="l">
              <a:defRPr sz="1500" b="0">
                <a:solidFill>
                  <a:srgbClr val="172536"/>
                </a:solidFill>
                <a:latin typeface="Liberation Sans"/>
                <a:ea typeface="Liberation Sans"/>
                <a:cs typeface="Liberation Sans"/>
              </a:defRPr>
            </a:pPr>
            <a:r>
              <a:rPr sz="1500" b="0">
                <a:solidFill>
                  <a:srgbClr val="172536"/>
                </a:solidFill>
                <a:latin typeface="Liberation Sans"/>
                <a:ea typeface="Liberation Sans"/>
                <a:cs typeface="Liberation Sans"/>
              </a:rPr>
              <a:t>In your book: Watch the model; point to the evidence. No writing yet.</a:t>
            </a:r>
          </a:p>
        </p:txBody>
      </p:sp>
    </p:spTree>
    <p:extLst>
      <p:ext uri="{BB962C8B-B14F-4D97-AF65-F5344CB8AC3E}">
        <p14:creationId xmlns:p14="http://schemas.microsoft.com/office/powerpoint/2010/main" val="144801485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lesson-header">
            <a:extLst xmlns:a="http://schemas.openxmlformats.org/drawingml/2006/main">
              <a:ext uri="{FF2B5EF4-FFF2-40B4-BE49-F238E27FC236}">
                <a16:creationId xmlns:a16="http://schemas.microsoft.com/office/drawing/2014/main" id="{575E13E6-9F89-4BDA-B72D-B0F4AD0C7825}"/>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vl1pPr algn="l">
              <a:defRPr sz="1425" b="1">
                <a:solidFill>
                  <a:srgbClr val="355E7B"/>
                </a:solidFill>
                <a:latin typeface="Liberation Sans"/>
                <a:ea typeface="Liberation Sans"/>
                <a:cs typeface="Liberation Sans"/>
              </a:defRPr>
            </a:lvl1pPr>
            <a:lvl2pPr algn="l">
              <a:defRPr sz="1425" b="1">
                <a:solidFill>
                  <a:srgbClr val="355E7B"/>
                </a:solidFill>
                <a:latin typeface="Liberation Sans"/>
                <a:ea typeface="Liberation Sans"/>
                <a:cs typeface="Liberation Sans"/>
              </a:defRPr>
            </a:lvl2pPr>
            <a:lvl3pPr algn="l">
              <a:defRPr sz="1425" b="1">
                <a:solidFill>
                  <a:srgbClr val="355E7B"/>
                </a:solidFill>
                <a:latin typeface="Liberation Sans"/>
                <a:ea typeface="Liberation Sans"/>
                <a:cs typeface="Liberation Sans"/>
              </a:defRPr>
            </a:lvl3pPr>
            <a:lvl4pPr algn="l">
              <a:defRPr sz="1425" b="1">
                <a:solidFill>
                  <a:srgbClr val="355E7B"/>
                </a:solidFill>
                <a:latin typeface="Liberation Sans"/>
                <a:ea typeface="Liberation Sans"/>
                <a:cs typeface="Liberation Sans"/>
              </a:defRPr>
            </a:lvl4pPr>
            <a:lvl5pPr algn="l">
              <a:defRPr sz="1425" b="1">
                <a:solidFill>
                  <a:srgbClr val="355E7B"/>
                </a:solidFill>
                <a:latin typeface="Liberation Sans"/>
                <a:ea typeface="Liberation Sans"/>
                <a:cs typeface="Liberation Sans"/>
              </a:defRPr>
            </a:lvl5pPr>
            <a:lvl6pPr algn="l">
              <a:defRPr sz="1425" b="1">
                <a:solidFill>
                  <a:srgbClr val="355E7B"/>
                </a:solidFill>
                <a:latin typeface="Liberation Sans"/>
                <a:ea typeface="Liberation Sans"/>
                <a:cs typeface="Liberation Sans"/>
              </a:defRPr>
            </a:lvl6pPr>
            <a:lvl7pPr algn="l">
              <a:defRPr sz="1425" b="1">
                <a:solidFill>
                  <a:srgbClr val="355E7B"/>
                </a:solidFill>
                <a:latin typeface="Liberation Sans"/>
                <a:ea typeface="Liberation Sans"/>
                <a:cs typeface="Liberation Sans"/>
              </a:defRPr>
            </a:lvl7pPr>
            <a:lvl8pPr algn="l">
              <a:defRPr sz="1425" b="1">
                <a:solidFill>
                  <a:srgbClr val="355E7B"/>
                </a:solidFill>
                <a:latin typeface="Liberation Sans"/>
                <a:ea typeface="Liberation Sans"/>
                <a:cs typeface="Liberation Sans"/>
              </a:defRPr>
            </a:lvl8pPr>
            <a:lvl9pPr algn="l">
              <a:defRPr sz="1425" b="1">
                <a:solidFill>
                  <a:srgbClr val="355E7B"/>
                </a:solidFill>
                <a:latin typeface="Liberation Sans"/>
                <a:ea typeface="Liberation Sans"/>
                <a:cs typeface="Liberation Sans"/>
              </a:defRPr>
            </a:lvl9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SCIENCE · AUTUMN 1 · Week 8</a:t>
            </a:r>
          </a:p>
        </p:txBody>
      </p:sp>
      <p:sp>
        <p:nvSpPr>
          <p:cNvPr id="2" name="stage-clock">
            <a:extLst xmlns:a="http://schemas.openxmlformats.org/drawingml/2006/main">
              <a:ext uri="{FF2B5EF4-FFF2-40B4-BE49-F238E27FC236}">
                <a16:creationId xmlns:a16="http://schemas.microsoft.com/office/drawing/2014/main" id="{612F8466-CB58-41A7-B78C-8795513A5583}"/>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vl1pPr algn="r">
              <a:defRPr sz="1425" b="1">
                <a:solidFill>
                  <a:srgbClr val="355E7B"/>
                </a:solidFill>
                <a:latin typeface="Liberation Sans"/>
                <a:ea typeface="Liberation Sans"/>
                <a:cs typeface="Liberation Sans"/>
              </a:defRPr>
            </a:lvl1pPr>
            <a:lvl2pPr algn="r">
              <a:defRPr sz="1425" b="1">
                <a:solidFill>
                  <a:srgbClr val="355E7B"/>
                </a:solidFill>
                <a:latin typeface="Liberation Sans"/>
                <a:ea typeface="Liberation Sans"/>
                <a:cs typeface="Liberation Sans"/>
              </a:defRPr>
            </a:lvl2pPr>
            <a:lvl3pPr algn="r">
              <a:defRPr sz="1425" b="1">
                <a:solidFill>
                  <a:srgbClr val="355E7B"/>
                </a:solidFill>
                <a:latin typeface="Liberation Sans"/>
                <a:ea typeface="Liberation Sans"/>
                <a:cs typeface="Liberation Sans"/>
              </a:defRPr>
            </a:lvl3pPr>
            <a:lvl4pPr algn="r">
              <a:defRPr sz="1425" b="1">
                <a:solidFill>
                  <a:srgbClr val="355E7B"/>
                </a:solidFill>
                <a:latin typeface="Liberation Sans"/>
                <a:ea typeface="Liberation Sans"/>
                <a:cs typeface="Liberation Sans"/>
              </a:defRPr>
            </a:lvl4pPr>
            <a:lvl5pPr algn="r">
              <a:defRPr sz="1425" b="1">
                <a:solidFill>
                  <a:srgbClr val="355E7B"/>
                </a:solidFill>
                <a:latin typeface="Liberation Sans"/>
                <a:ea typeface="Liberation Sans"/>
                <a:cs typeface="Liberation Sans"/>
              </a:defRPr>
            </a:lvl5pPr>
            <a:lvl6pPr algn="r">
              <a:defRPr sz="1425" b="1">
                <a:solidFill>
                  <a:srgbClr val="355E7B"/>
                </a:solidFill>
                <a:latin typeface="Liberation Sans"/>
                <a:ea typeface="Liberation Sans"/>
                <a:cs typeface="Liberation Sans"/>
              </a:defRPr>
            </a:lvl6pPr>
            <a:lvl7pPr algn="r">
              <a:defRPr sz="1425" b="1">
                <a:solidFill>
                  <a:srgbClr val="355E7B"/>
                </a:solidFill>
                <a:latin typeface="Liberation Sans"/>
                <a:ea typeface="Liberation Sans"/>
                <a:cs typeface="Liberation Sans"/>
              </a:defRPr>
            </a:lvl7pPr>
            <a:lvl8pPr algn="r">
              <a:defRPr sz="1425" b="1">
                <a:solidFill>
                  <a:srgbClr val="355E7B"/>
                </a:solidFill>
                <a:latin typeface="Liberation Sans"/>
                <a:ea typeface="Liberation Sans"/>
                <a:cs typeface="Liberation Sans"/>
              </a:defRPr>
            </a:lvl8pPr>
            <a:lvl9pPr algn="r">
              <a:defRPr sz="1425" b="1">
                <a:solidFill>
                  <a:srgbClr val="355E7B"/>
                </a:solidFill>
                <a:latin typeface="Liberation Sans"/>
                <a:ea typeface="Liberation Sans"/>
                <a:cs typeface="Liberation Sans"/>
              </a:defRPr>
            </a:lvl9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We do · everyone answers · 4 min · 10 to 14</a:t>
            </a:r>
          </a:p>
        </p:txBody>
      </p:sp>
      <p:sp>
        <p:nvSpPr>
          <p:cNvPr id="3" name="slide-title">
            <a:extLst xmlns:a="http://schemas.openxmlformats.org/drawingml/2006/main">
              <a:ext uri="{FF2B5EF4-FFF2-40B4-BE49-F238E27FC236}">
                <a16:creationId xmlns:a16="http://schemas.microsoft.com/office/drawing/2014/main" id="{690D4CB9-EE23-4BC3-8F75-C089F5F18061}"/>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vl1pPr algn="l">
              <a:defRPr sz="2700" b="1">
                <a:solidFill>
                  <a:srgbClr val="355E7B"/>
                </a:solidFill>
                <a:latin typeface="Liberation Sans"/>
                <a:ea typeface="Liberation Sans"/>
                <a:cs typeface="Liberation Sans"/>
              </a:defRPr>
            </a:lvl1pPr>
            <a:lvl2pPr algn="l">
              <a:defRPr sz="2700" b="1">
                <a:solidFill>
                  <a:srgbClr val="355E7B"/>
                </a:solidFill>
                <a:latin typeface="Liberation Sans"/>
                <a:ea typeface="Liberation Sans"/>
                <a:cs typeface="Liberation Sans"/>
              </a:defRPr>
            </a:lvl2pPr>
            <a:lvl3pPr algn="l">
              <a:defRPr sz="2700" b="1">
                <a:solidFill>
                  <a:srgbClr val="355E7B"/>
                </a:solidFill>
                <a:latin typeface="Liberation Sans"/>
                <a:ea typeface="Liberation Sans"/>
                <a:cs typeface="Liberation Sans"/>
              </a:defRPr>
            </a:lvl3pPr>
            <a:lvl4pPr algn="l">
              <a:defRPr sz="2700" b="1">
                <a:solidFill>
                  <a:srgbClr val="355E7B"/>
                </a:solidFill>
                <a:latin typeface="Liberation Sans"/>
                <a:ea typeface="Liberation Sans"/>
                <a:cs typeface="Liberation Sans"/>
              </a:defRPr>
            </a:lvl4pPr>
            <a:lvl5pPr algn="l">
              <a:defRPr sz="2700" b="1">
                <a:solidFill>
                  <a:srgbClr val="355E7B"/>
                </a:solidFill>
                <a:latin typeface="Liberation Sans"/>
                <a:ea typeface="Liberation Sans"/>
                <a:cs typeface="Liberation Sans"/>
              </a:defRPr>
            </a:lvl5pPr>
            <a:lvl6pPr algn="l">
              <a:defRPr sz="2700" b="1">
                <a:solidFill>
                  <a:srgbClr val="355E7B"/>
                </a:solidFill>
                <a:latin typeface="Liberation Sans"/>
                <a:ea typeface="Liberation Sans"/>
                <a:cs typeface="Liberation Sans"/>
              </a:defRPr>
            </a:lvl6pPr>
            <a:lvl7pPr algn="l">
              <a:defRPr sz="2700" b="1">
                <a:solidFill>
                  <a:srgbClr val="355E7B"/>
                </a:solidFill>
                <a:latin typeface="Liberation Sans"/>
                <a:ea typeface="Liberation Sans"/>
                <a:cs typeface="Liberation Sans"/>
              </a:defRPr>
            </a:lvl7pPr>
            <a:lvl8pPr algn="l">
              <a:defRPr sz="2700" b="1">
                <a:solidFill>
                  <a:srgbClr val="355E7B"/>
                </a:solidFill>
                <a:latin typeface="Liberation Sans"/>
                <a:ea typeface="Liberation Sans"/>
                <a:cs typeface="Liberation Sans"/>
              </a:defRPr>
            </a:lvl8pPr>
            <a:lvl9pPr algn="l">
              <a:defRPr sz="2700" b="1">
                <a:solidFill>
                  <a:srgbClr val="355E7B"/>
                </a:solidFill>
                <a:latin typeface="Liberation Sans"/>
                <a:ea typeface="Liberation Sans"/>
                <a:cs typeface="Liberation Sans"/>
              </a:defRPr>
            </a:lvl9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We do · everyone answers</a:t>
            </a:r>
          </a:p>
        </p:txBody>
      </p:sp>
      <p:sp>
        <p:nvSpPr>
          <p:cNvPr id="4" name="shape">
            <a:extLst xmlns:a="http://schemas.openxmlformats.org/drawingml/2006/main">
              <a:ext uri="{FF2B5EF4-FFF2-40B4-BE49-F238E27FC236}">
                <a16:creationId xmlns:a16="http://schemas.microsoft.com/office/drawing/2014/main" id="{F3FE2B39-C346-44F8-B85B-25622C2A8A5A}"/>
              </a:ext>
            </a:extLst>
          </p:cNvPr>
          <p:cNvSpPr>
            <a:spLocks xmlns:a="http://schemas.openxmlformats.org/drawingml/2006/main" noGrp="1"/>
          </p:cNvSpPr>
          <p:nvPr/>
        </p:nvSpPr>
        <p:spPr>
          <a:xfrm xmlns:a="http://schemas.openxmlformats.org/drawingml/2006/main">
            <a:off x="381000"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7FC76DE0-3094-4413-B683-FF34799CC00E}"/>
              </a:ext>
            </a:extLst>
          </p:cNvPr>
          <p:cNvSpPr>
            <a:spLocks xmlns:a="http://schemas.openxmlformats.org/drawingml/2006/main" noGrp="1"/>
          </p:cNvSpPr>
          <p:nvPr/>
        </p:nvSpPr>
        <p:spPr>
          <a:xfrm xmlns:a="http://schemas.openxmlformats.org/drawingml/2006/main">
            <a:off x="1234678"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F02485EF-0A4C-4936-B420-FDEA2FD17640}"/>
              </a:ext>
            </a:extLst>
          </p:cNvPr>
          <p:cNvSpPr>
            <a:spLocks xmlns:a="http://schemas.openxmlformats.org/drawingml/2006/main" noGrp="1"/>
          </p:cNvSpPr>
          <p:nvPr/>
        </p:nvSpPr>
        <p:spPr>
          <a:xfrm xmlns:a="http://schemas.openxmlformats.org/drawingml/2006/main">
            <a:off x="2088356"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05A12BA1-75B8-45C3-A065-90AC676C5992}"/>
              </a:ext>
            </a:extLst>
          </p:cNvPr>
          <p:cNvSpPr>
            <a:spLocks xmlns:a="http://schemas.openxmlformats.org/drawingml/2006/main" noGrp="1"/>
          </p:cNvSpPr>
          <p:nvPr/>
        </p:nvSpPr>
        <p:spPr>
          <a:xfrm xmlns:a="http://schemas.openxmlformats.org/drawingml/2006/main">
            <a:off x="3226594" y="1381125"/>
            <a:ext cx="110966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43A2BEF4-420C-4095-8881-43A4C100DAA1}"/>
              </a:ext>
            </a:extLst>
          </p:cNvPr>
          <p:cNvSpPr>
            <a:spLocks xmlns:a="http://schemas.openxmlformats.org/drawingml/2006/main" noGrp="1"/>
          </p:cNvSpPr>
          <p:nvPr/>
        </p:nvSpPr>
        <p:spPr>
          <a:xfrm xmlns:a="http://schemas.openxmlformats.org/drawingml/2006/main">
            <a:off x="4364831"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689AD7F5-1CD4-4624-B3DD-AC5CB69B99F3}"/>
              </a:ext>
            </a:extLst>
          </p:cNvPr>
          <p:cNvSpPr>
            <a:spLocks xmlns:a="http://schemas.openxmlformats.org/drawingml/2006/main" noGrp="1"/>
          </p:cNvSpPr>
          <p:nvPr/>
        </p:nvSpPr>
        <p:spPr>
          <a:xfrm xmlns:a="http://schemas.openxmlformats.org/drawingml/2006/main">
            <a:off x="5218509"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shape">
            <a:extLst xmlns:a="http://schemas.openxmlformats.org/drawingml/2006/main">
              <a:ext uri="{FF2B5EF4-FFF2-40B4-BE49-F238E27FC236}">
                <a16:creationId xmlns:a16="http://schemas.microsoft.com/office/drawing/2014/main" id="{E49E666A-22BD-4764-A183-23F902D71336}"/>
              </a:ext>
            </a:extLst>
          </p:cNvPr>
          <p:cNvSpPr>
            <a:spLocks xmlns:a="http://schemas.openxmlformats.org/drawingml/2006/main" noGrp="1"/>
          </p:cNvSpPr>
          <p:nvPr/>
        </p:nvSpPr>
        <p:spPr>
          <a:xfrm xmlns:a="http://schemas.openxmlformats.org/drawingml/2006/main">
            <a:off x="6356747" y="1381125"/>
            <a:ext cx="540544"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1" name="shape">
            <a:extLst xmlns:a="http://schemas.openxmlformats.org/drawingml/2006/main">
              <a:ext uri="{FF2B5EF4-FFF2-40B4-BE49-F238E27FC236}">
                <a16:creationId xmlns:a16="http://schemas.microsoft.com/office/drawing/2014/main" id="{D3721E59-9E9D-4BEB-A62B-C037D0095695}"/>
              </a:ext>
            </a:extLst>
          </p:cNvPr>
          <p:cNvSpPr>
            <a:spLocks xmlns:a="http://schemas.openxmlformats.org/drawingml/2006/main" noGrp="1"/>
          </p:cNvSpPr>
          <p:nvPr/>
        </p:nvSpPr>
        <p:spPr>
          <a:xfrm xmlns:a="http://schemas.openxmlformats.org/drawingml/2006/main">
            <a:off x="6925866" y="1381125"/>
            <a:ext cx="540544"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2" name="shape">
            <a:extLst xmlns:a="http://schemas.openxmlformats.org/drawingml/2006/main">
              <a:ext uri="{FF2B5EF4-FFF2-40B4-BE49-F238E27FC236}">
                <a16:creationId xmlns:a16="http://schemas.microsoft.com/office/drawing/2014/main" id="{3BA0364E-1ECF-451D-85B3-28E3FD5C7638}"/>
              </a:ext>
            </a:extLst>
          </p:cNvPr>
          <p:cNvSpPr>
            <a:spLocks xmlns:a="http://schemas.openxmlformats.org/drawingml/2006/main" noGrp="1"/>
          </p:cNvSpPr>
          <p:nvPr/>
        </p:nvSpPr>
        <p:spPr>
          <a:xfrm xmlns:a="http://schemas.openxmlformats.org/drawingml/2006/main">
            <a:off x="7494984"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3" name="shape">
            <a:extLst xmlns:a="http://schemas.openxmlformats.org/drawingml/2006/main">
              <a:ext uri="{FF2B5EF4-FFF2-40B4-BE49-F238E27FC236}">
                <a16:creationId xmlns:a16="http://schemas.microsoft.com/office/drawing/2014/main" id="{2D2175EB-4C14-41B2-93F4-07828AB4DF4C}"/>
              </a:ext>
            </a:extLst>
          </p:cNvPr>
          <p:cNvSpPr>
            <a:spLocks xmlns:a="http://schemas.openxmlformats.org/drawingml/2006/main" noGrp="1"/>
          </p:cNvSpPr>
          <p:nvPr/>
        </p:nvSpPr>
        <p:spPr>
          <a:xfrm xmlns:a="http://schemas.openxmlformats.org/drawingml/2006/main">
            <a:off x="9771459"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4" name="shape">
            <a:extLst xmlns:a="http://schemas.openxmlformats.org/drawingml/2006/main">
              <a:ext uri="{FF2B5EF4-FFF2-40B4-BE49-F238E27FC236}">
                <a16:creationId xmlns:a16="http://schemas.microsoft.com/office/drawing/2014/main" id="{38222BBF-9C5C-45EE-81EB-62EB2BE3E9D2}"/>
              </a:ext>
            </a:extLst>
          </p:cNvPr>
          <p:cNvSpPr>
            <a:spLocks xmlns:a="http://schemas.openxmlformats.org/drawingml/2006/main" noGrp="1"/>
          </p:cNvSpPr>
          <p:nvPr/>
        </p:nvSpPr>
        <p:spPr>
          <a:xfrm xmlns:a="http://schemas.openxmlformats.org/drawingml/2006/main">
            <a:off x="10625138"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5" name="objective-footer">
            <a:extLst xmlns:a="http://schemas.openxmlformats.org/drawingml/2006/main">
              <a:ext uri="{FF2B5EF4-FFF2-40B4-BE49-F238E27FC236}">
                <a16:creationId xmlns:a16="http://schemas.microsoft.com/office/drawing/2014/main" id="{199D1AA5-0125-439E-86CE-8573A28F26E3}"/>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vl1pPr algn="l">
              <a:defRPr sz="1425" b="0">
                <a:solidFill>
                  <a:srgbClr val="46586A"/>
                </a:solidFill>
                <a:latin typeface="Liberation Sans"/>
                <a:ea typeface="Liberation Sans"/>
                <a:cs typeface="Liberation Sans"/>
              </a:defRPr>
            </a:lvl1pPr>
            <a:lvl2pPr algn="l">
              <a:defRPr sz="1425" b="0">
                <a:solidFill>
                  <a:srgbClr val="46586A"/>
                </a:solidFill>
                <a:latin typeface="Liberation Sans"/>
                <a:ea typeface="Liberation Sans"/>
                <a:cs typeface="Liberation Sans"/>
              </a:defRPr>
            </a:lvl2pPr>
            <a:lvl3pPr algn="l">
              <a:defRPr sz="1425" b="0">
                <a:solidFill>
                  <a:srgbClr val="46586A"/>
                </a:solidFill>
                <a:latin typeface="Liberation Sans"/>
                <a:ea typeface="Liberation Sans"/>
                <a:cs typeface="Liberation Sans"/>
              </a:defRPr>
            </a:lvl3pPr>
            <a:lvl4pPr algn="l">
              <a:defRPr sz="1425" b="0">
                <a:solidFill>
                  <a:srgbClr val="46586A"/>
                </a:solidFill>
                <a:latin typeface="Liberation Sans"/>
                <a:ea typeface="Liberation Sans"/>
                <a:cs typeface="Liberation Sans"/>
              </a:defRPr>
            </a:lvl4pPr>
            <a:lvl5pPr algn="l">
              <a:defRPr sz="1425" b="0">
                <a:solidFill>
                  <a:srgbClr val="46586A"/>
                </a:solidFill>
                <a:latin typeface="Liberation Sans"/>
                <a:ea typeface="Liberation Sans"/>
                <a:cs typeface="Liberation Sans"/>
              </a:defRPr>
            </a:lvl5pPr>
            <a:lvl6pPr algn="l">
              <a:defRPr sz="1425" b="0">
                <a:solidFill>
                  <a:srgbClr val="46586A"/>
                </a:solidFill>
                <a:latin typeface="Liberation Sans"/>
                <a:ea typeface="Liberation Sans"/>
                <a:cs typeface="Liberation Sans"/>
              </a:defRPr>
            </a:lvl6pPr>
            <a:lvl7pPr algn="l">
              <a:defRPr sz="1425" b="0">
                <a:solidFill>
                  <a:srgbClr val="46586A"/>
                </a:solidFill>
                <a:latin typeface="Liberation Sans"/>
                <a:ea typeface="Liberation Sans"/>
                <a:cs typeface="Liberation Sans"/>
              </a:defRPr>
            </a:lvl7pPr>
            <a:lvl8pPr algn="l">
              <a:defRPr sz="1425" b="0">
                <a:solidFill>
                  <a:srgbClr val="46586A"/>
                </a:solidFill>
                <a:latin typeface="Liberation Sans"/>
                <a:ea typeface="Liberation Sans"/>
                <a:cs typeface="Liberation Sans"/>
              </a:defRPr>
            </a:lvl8pPr>
            <a:lvl9pPr algn="l">
              <a:defRPr sz="1425" b="0">
                <a:solidFill>
                  <a:srgbClr val="46586A"/>
                </a:solidFill>
                <a:latin typeface="Liberation Sans"/>
                <a:ea typeface="Liberation Sans"/>
                <a:cs typeface="Liberation Sans"/>
              </a:defRPr>
            </a:lvl9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I can explain that animals get food by eating, and plants can make their own food.</a:t>
            </a:r>
          </a:p>
        </p:txBody>
      </p:sp>
      <p:sp>
        <p:nvSpPr>
          <p:cNvPr id="16" name="blank-version-footer">
            <a:extLst xmlns:a="http://schemas.openxmlformats.org/drawingml/2006/main">
              <a:ext uri="{FF2B5EF4-FFF2-40B4-BE49-F238E27FC236}">
                <a16:creationId xmlns:a16="http://schemas.microsoft.com/office/drawing/2014/main" id="{4099C221-64BF-4422-9444-DDF155FFC4A9}"/>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vl1pPr algn="l">
              <a:defRPr sz="1425" b="0">
                <a:solidFill>
                  <a:srgbClr val="46586A"/>
                </a:solidFill>
                <a:latin typeface="Liberation Sans"/>
                <a:ea typeface="Liberation Sans"/>
                <a:cs typeface="Liberation Sans"/>
              </a:defRPr>
            </a:lvl1pPr>
            <a:lvl2pPr algn="l">
              <a:defRPr sz="1425" b="0">
                <a:solidFill>
                  <a:srgbClr val="46586A"/>
                </a:solidFill>
                <a:latin typeface="Liberation Sans"/>
                <a:ea typeface="Liberation Sans"/>
                <a:cs typeface="Liberation Sans"/>
              </a:defRPr>
            </a:lvl2pPr>
            <a:lvl3pPr algn="l">
              <a:defRPr sz="1425" b="0">
                <a:solidFill>
                  <a:srgbClr val="46586A"/>
                </a:solidFill>
                <a:latin typeface="Liberation Sans"/>
                <a:ea typeface="Liberation Sans"/>
                <a:cs typeface="Liberation Sans"/>
              </a:defRPr>
            </a:lvl3pPr>
            <a:lvl4pPr algn="l">
              <a:defRPr sz="1425" b="0">
                <a:solidFill>
                  <a:srgbClr val="46586A"/>
                </a:solidFill>
                <a:latin typeface="Liberation Sans"/>
                <a:ea typeface="Liberation Sans"/>
                <a:cs typeface="Liberation Sans"/>
              </a:defRPr>
            </a:lvl4pPr>
            <a:lvl5pPr algn="l">
              <a:defRPr sz="1425" b="0">
                <a:solidFill>
                  <a:srgbClr val="46586A"/>
                </a:solidFill>
                <a:latin typeface="Liberation Sans"/>
                <a:ea typeface="Liberation Sans"/>
                <a:cs typeface="Liberation Sans"/>
              </a:defRPr>
            </a:lvl5pPr>
            <a:lvl6pPr algn="l">
              <a:defRPr sz="1425" b="0">
                <a:solidFill>
                  <a:srgbClr val="46586A"/>
                </a:solidFill>
                <a:latin typeface="Liberation Sans"/>
                <a:ea typeface="Liberation Sans"/>
                <a:cs typeface="Liberation Sans"/>
              </a:defRPr>
            </a:lvl6pPr>
            <a:lvl7pPr algn="l">
              <a:defRPr sz="1425" b="0">
                <a:solidFill>
                  <a:srgbClr val="46586A"/>
                </a:solidFill>
                <a:latin typeface="Liberation Sans"/>
                <a:ea typeface="Liberation Sans"/>
                <a:cs typeface="Liberation Sans"/>
              </a:defRPr>
            </a:lvl7pPr>
            <a:lvl8pPr algn="l">
              <a:defRPr sz="1425" b="0">
                <a:solidFill>
                  <a:srgbClr val="46586A"/>
                </a:solidFill>
                <a:latin typeface="Liberation Sans"/>
                <a:ea typeface="Liberation Sans"/>
                <a:cs typeface="Liberation Sans"/>
              </a:defRPr>
            </a:lvl8pPr>
            <a:lvl9pPr algn="l">
              <a:defRPr sz="1425" b="0">
                <a:solidFill>
                  <a:srgbClr val="46586A"/>
                </a:solidFill>
                <a:latin typeface="Liberation Sans"/>
                <a:ea typeface="Liberation Sans"/>
                <a:cs typeface="Liberation Sans"/>
              </a:defRPr>
            </a:lvl9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SCI-BUILD-A1-W08-P1 · Version: ______ · Source page SHA-256: ______</a:t>
            </a:r>
          </a:p>
        </p:txBody>
      </p:sp>
      <p:sp>
        <p:nvSpPr>
          <p:cNvPr id="17" name="slide-progress">
            <a:extLst xmlns:a="http://schemas.openxmlformats.org/drawingml/2006/main">
              <a:ext uri="{FF2B5EF4-FFF2-40B4-BE49-F238E27FC236}">
                <a16:creationId xmlns:a16="http://schemas.microsoft.com/office/drawing/2014/main" id="{47861674-76DA-4ECE-847F-736DCE7EE9DD}"/>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vl1pPr algn="r">
              <a:defRPr sz="1425" b="0">
                <a:solidFill>
                  <a:srgbClr val="46586A"/>
                </a:solidFill>
                <a:latin typeface="Liberation Sans"/>
                <a:ea typeface="Liberation Sans"/>
                <a:cs typeface="Liberation Sans"/>
              </a:defRPr>
            </a:lvl1pPr>
            <a:lvl2pPr algn="r">
              <a:defRPr sz="1425" b="0">
                <a:solidFill>
                  <a:srgbClr val="46586A"/>
                </a:solidFill>
                <a:latin typeface="Liberation Sans"/>
                <a:ea typeface="Liberation Sans"/>
                <a:cs typeface="Liberation Sans"/>
              </a:defRPr>
            </a:lvl2pPr>
            <a:lvl3pPr algn="r">
              <a:defRPr sz="1425" b="0">
                <a:solidFill>
                  <a:srgbClr val="46586A"/>
                </a:solidFill>
                <a:latin typeface="Liberation Sans"/>
                <a:ea typeface="Liberation Sans"/>
                <a:cs typeface="Liberation Sans"/>
              </a:defRPr>
            </a:lvl3pPr>
            <a:lvl4pPr algn="r">
              <a:defRPr sz="1425" b="0">
                <a:solidFill>
                  <a:srgbClr val="46586A"/>
                </a:solidFill>
                <a:latin typeface="Liberation Sans"/>
                <a:ea typeface="Liberation Sans"/>
                <a:cs typeface="Liberation Sans"/>
              </a:defRPr>
            </a:lvl4pPr>
            <a:lvl5pPr algn="r">
              <a:defRPr sz="1425" b="0">
                <a:solidFill>
                  <a:srgbClr val="46586A"/>
                </a:solidFill>
                <a:latin typeface="Liberation Sans"/>
                <a:ea typeface="Liberation Sans"/>
                <a:cs typeface="Liberation Sans"/>
              </a:defRPr>
            </a:lvl5pPr>
            <a:lvl6pPr algn="r">
              <a:defRPr sz="1425" b="0">
                <a:solidFill>
                  <a:srgbClr val="46586A"/>
                </a:solidFill>
                <a:latin typeface="Liberation Sans"/>
                <a:ea typeface="Liberation Sans"/>
                <a:cs typeface="Liberation Sans"/>
              </a:defRPr>
            </a:lvl6pPr>
            <a:lvl7pPr algn="r">
              <a:defRPr sz="1425" b="0">
                <a:solidFill>
                  <a:srgbClr val="46586A"/>
                </a:solidFill>
                <a:latin typeface="Liberation Sans"/>
                <a:ea typeface="Liberation Sans"/>
                <a:cs typeface="Liberation Sans"/>
              </a:defRPr>
            </a:lvl7pPr>
            <a:lvl8pPr algn="r">
              <a:defRPr sz="1425" b="0">
                <a:solidFill>
                  <a:srgbClr val="46586A"/>
                </a:solidFill>
                <a:latin typeface="Liberation Sans"/>
                <a:ea typeface="Liberation Sans"/>
                <a:cs typeface="Liberation Sans"/>
              </a:defRPr>
            </a:lvl8pPr>
            <a:lvl9pPr algn="r">
              <a:defRPr sz="1425" b="0">
                <a:solidFill>
                  <a:srgbClr val="46586A"/>
                </a:solidFill>
                <a:latin typeface="Liberation Sans"/>
                <a:ea typeface="Liberation Sans"/>
                <a:cs typeface="Liberation Sans"/>
              </a:defRPr>
            </a:lvl9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12 / 29</a:t>
            </a:r>
          </a:p>
        </p:txBody>
      </p:sp>
      <p:sp>
        <p:nvSpPr>
          <p:cNvPr id="18" name="licence-footer">
            <a:extLst xmlns:a="http://schemas.openxmlformats.org/drawingml/2006/main">
              <a:ext uri="{FF2B5EF4-FFF2-40B4-BE49-F238E27FC236}">
                <a16:creationId xmlns:a16="http://schemas.microsoft.com/office/drawing/2014/main" id="{CEEB6B78-F361-4EC3-B18E-4A6A883D71EF}"/>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vl1pPr algn="l">
              <a:defRPr sz="1425" b="0">
                <a:solidFill>
                  <a:srgbClr val="46586A"/>
                </a:solidFill>
                <a:latin typeface="Liberation Sans"/>
                <a:ea typeface="Liberation Sans"/>
                <a:cs typeface="Liberation Sans"/>
              </a:defRPr>
            </a:lvl1pPr>
            <a:lvl2pPr algn="l">
              <a:defRPr sz="1425" b="0">
                <a:solidFill>
                  <a:srgbClr val="46586A"/>
                </a:solidFill>
                <a:latin typeface="Liberation Sans"/>
                <a:ea typeface="Liberation Sans"/>
                <a:cs typeface="Liberation Sans"/>
              </a:defRPr>
            </a:lvl2pPr>
            <a:lvl3pPr algn="l">
              <a:defRPr sz="1425" b="0">
                <a:solidFill>
                  <a:srgbClr val="46586A"/>
                </a:solidFill>
                <a:latin typeface="Liberation Sans"/>
                <a:ea typeface="Liberation Sans"/>
                <a:cs typeface="Liberation Sans"/>
              </a:defRPr>
            </a:lvl3pPr>
            <a:lvl4pPr algn="l">
              <a:defRPr sz="1425" b="0">
                <a:solidFill>
                  <a:srgbClr val="46586A"/>
                </a:solidFill>
                <a:latin typeface="Liberation Sans"/>
                <a:ea typeface="Liberation Sans"/>
                <a:cs typeface="Liberation Sans"/>
              </a:defRPr>
            </a:lvl4pPr>
            <a:lvl5pPr algn="l">
              <a:defRPr sz="1425" b="0">
                <a:solidFill>
                  <a:srgbClr val="46586A"/>
                </a:solidFill>
                <a:latin typeface="Liberation Sans"/>
                <a:ea typeface="Liberation Sans"/>
                <a:cs typeface="Liberation Sans"/>
              </a:defRPr>
            </a:lvl5pPr>
            <a:lvl6pPr algn="l">
              <a:defRPr sz="1425" b="0">
                <a:solidFill>
                  <a:srgbClr val="46586A"/>
                </a:solidFill>
                <a:latin typeface="Liberation Sans"/>
                <a:ea typeface="Liberation Sans"/>
                <a:cs typeface="Liberation Sans"/>
              </a:defRPr>
            </a:lvl6pPr>
            <a:lvl7pPr algn="l">
              <a:defRPr sz="1425" b="0">
                <a:solidFill>
                  <a:srgbClr val="46586A"/>
                </a:solidFill>
                <a:latin typeface="Liberation Sans"/>
                <a:ea typeface="Liberation Sans"/>
                <a:cs typeface="Liberation Sans"/>
              </a:defRPr>
            </a:lvl7pPr>
            <a:lvl8pPr algn="l">
              <a:defRPr sz="1425" b="0">
                <a:solidFill>
                  <a:srgbClr val="46586A"/>
                </a:solidFill>
                <a:latin typeface="Liberation Sans"/>
                <a:ea typeface="Liberation Sans"/>
                <a:cs typeface="Liberation Sans"/>
              </a:defRPr>
            </a:lvl8pPr>
            <a:lvl9pPr algn="l">
              <a:defRPr sz="1425" b="0">
                <a:solidFill>
                  <a:srgbClr val="46586A"/>
                </a:solidFill>
                <a:latin typeface="Liberation Sans"/>
                <a:ea typeface="Liberation Sans"/>
                <a:cs typeface="Liberation Sans"/>
              </a:defRPr>
            </a:lvl9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9" name="">
            <a:extLst xmlns:a="http://schemas.openxmlformats.org/drawingml/2006/main">
              <a:ext uri="{FF2B5EF4-FFF2-40B4-BE49-F238E27FC236}">
                <a16:creationId xmlns:a16="http://schemas.microsoft.com/office/drawing/2014/main" id="{84EE2D0F-DF4E-45B2-8896-3A00E506C230}"/>
              </a:ext>
            </a:extLst>
          </p:cNvPr>
          <p:cNvPicPr>
            <a:picLocks xmlns:a="http://schemas.openxmlformats.org/drawingml/2006/main" noChangeAspect="1"/>
          </p:cNvPicPr>
          <p:nvPr/>
        </p:nvPicPr>
        <p:blipFill>
          <a:blip xmlns:r="http://schemas.openxmlformats.org/officeDocument/2006/relationships" xmlns:a="http://schemas.openxmlformats.org/drawingml/2006/main" r:embed="R282bc20e996e471e"/>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20" name="pupil-text">
            <a:extLst xmlns:a="http://schemas.openxmlformats.org/drawingml/2006/main">
              <a:ext uri="{FF2B5EF4-FFF2-40B4-BE49-F238E27FC236}">
                <a16:creationId xmlns:a16="http://schemas.microsoft.com/office/drawing/2014/main" id="{AE3120AF-72BE-41A2-8194-F437AD4F0BD6}"/>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Choose a letter; explain it using the evidence.</a:t>
            </a:r>
          </a:p>
        </p:txBody>
      </p:sp>
      <p:sp>
        <p:nvSpPr>
          <p:cNvPr id="21" name="pupil-text">
            <a:extLst xmlns:a="http://schemas.openxmlformats.org/drawingml/2006/main">
              <a:ext uri="{FF2B5EF4-FFF2-40B4-BE49-F238E27FC236}">
                <a16:creationId xmlns:a16="http://schemas.microsoft.com/office/drawing/2014/main" id="{DF7AF9C8-F782-4E83-9F04-19F5DD605018}"/>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Why is the plant at the start of this simple chain?</a:t>
            </a:r>
          </a:p>
        </p:txBody>
      </p:sp>
      <p:sp>
        <p:nvSpPr>
          <p:cNvPr id="22" name="pupil-text">
            <a:extLst xmlns:a="http://schemas.openxmlformats.org/drawingml/2006/main">
              <a:ext uri="{FF2B5EF4-FFF2-40B4-BE49-F238E27FC236}">
                <a16:creationId xmlns:a16="http://schemas.microsoft.com/office/drawing/2014/main" id="{BC4B835E-D730-4BCF-8D21-F68F20288458}"/>
              </a:ext>
            </a:extLst>
          </p:cNvPr>
          <p:cNvSpPr>
            <a:spLocks xmlns:a="http://schemas.openxmlformats.org/drawingml/2006/main" noGrp="1"/>
          </p:cNvSpPr>
          <p:nvPr/>
        </p:nvSpPr>
        <p:spPr>
          <a:xfrm xmlns:a="http://schemas.openxmlformats.org/drawingml/2006/main">
            <a:off x="457200" y="2533650"/>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 It makes its own food using light.</a:t>
            </a:r>
          </a:p>
        </p:txBody>
      </p:sp>
      <p:sp>
        <p:nvSpPr>
          <p:cNvPr id="23" name="pupil-text">
            <a:extLst xmlns:a="http://schemas.openxmlformats.org/drawingml/2006/main">
              <a:ext uri="{FF2B5EF4-FFF2-40B4-BE49-F238E27FC236}">
                <a16:creationId xmlns:a16="http://schemas.microsoft.com/office/drawing/2014/main" id="{5B0EA8C5-5C63-4FA7-93E1-A77997A72D4C}"/>
              </a:ext>
            </a:extLst>
          </p:cNvPr>
          <p:cNvSpPr>
            <a:spLocks xmlns:a="http://schemas.openxmlformats.org/drawingml/2006/main" noGrp="1"/>
          </p:cNvSpPr>
          <p:nvPr/>
        </p:nvSpPr>
        <p:spPr>
          <a:xfrm xmlns:a="http://schemas.openxmlformats.org/drawingml/2006/main">
            <a:off x="457200" y="2924175"/>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 It hunts the caterpillar.</a:t>
            </a:r>
          </a:p>
        </p:txBody>
      </p:sp>
      <p:sp>
        <p:nvSpPr>
          <p:cNvPr id="24" name="pupil-text">
            <a:extLst xmlns:a="http://schemas.openxmlformats.org/drawingml/2006/main">
              <a:ext uri="{FF2B5EF4-FFF2-40B4-BE49-F238E27FC236}">
                <a16:creationId xmlns:a16="http://schemas.microsoft.com/office/drawing/2014/main" id="{9F21151B-25C3-4B9F-BEE2-700C19632358}"/>
              </a:ext>
            </a:extLst>
          </p:cNvPr>
          <p:cNvSpPr>
            <a:spLocks xmlns:a="http://schemas.openxmlformats.org/drawingml/2006/main" noGrp="1"/>
          </p:cNvSpPr>
          <p:nvPr/>
        </p:nvSpPr>
        <p:spPr>
          <a:xfrm xmlns:a="http://schemas.openxmlformats.org/drawingml/2006/main">
            <a:off x="457200" y="3314700"/>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 It is always the biggest organism.</a:t>
            </a:r>
          </a:p>
        </p:txBody>
      </p:sp>
    </p:spTree>
    <p:extLst>
      <p:ext uri="{BB962C8B-B14F-4D97-AF65-F5344CB8AC3E}">
        <p14:creationId xmlns:p14="http://schemas.microsoft.com/office/powerpoint/2010/main" val="22959921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482D2D51-786D-470F-8FC3-DDE5224D6D51}"/>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vl1pPr algn="l">
              <a:defRPr sz="1425" b="1">
                <a:solidFill>
                  <a:srgbClr val="355E7B"/>
                </a:solidFill>
                <a:latin typeface="Liberation Sans"/>
                <a:ea typeface="Liberation Sans"/>
                <a:cs typeface="Liberation Sans"/>
              </a:defRPr>
            </a:lvl1pPr>
            <a:lvl2pPr algn="l">
              <a:defRPr sz="1425" b="1">
                <a:solidFill>
                  <a:srgbClr val="355E7B"/>
                </a:solidFill>
                <a:latin typeface="Liberation Sans"/>
                <a:ea typeface="Liberation Sans"/>
                <a:cs typeface="Liberation Sans"/>
              </a:defRPr>
            </a:lvl2pPr>
            <a:lvl3pPr algn="l">
              <a:defRPr sz="1425" b="1">
                <a:solidFill>
                  <a:srgbClr val="355E7B"/>
                </a:solidFill>
                <a:latin typeface="Liberation Sans"/>
                <a:ea typeface="Liberation Sans"/>
                <a:cs typeface="Liberation Sans"/>
              </a:defRPr>
            </a:lvl3pPr>
            <a:lvl4pPr algn="l">
              <a:defRPr sz="1425" b="1">
                <a:solidFill>
                  <a:srgbClr val="355E7B"/>
                </a:solidFill>
                <a:latin typeface="Liberation Sans"/>
                <a:ea typeface="Liberation Sans"/>
                <a:cs typeface="Liberation Sans"/>
              </a:defRPr>
            </a:lvl4pPr>
            <a:lvl5pPr algn="l">
              <a:defRPr sz="1425" b="1">
                <a:solidFill>
                  <a:srgbClr val="355E7B"/>
                </a:solidFill>
                <a:latin typeface="Liberation Sans"/>
                <a:ea typeface="Liberation Sans"/>
                <a:cs typeface="Liberation Sans"/>
              </a:defRPr>
            </a:lvl5pPr>
            <a:lvl6pPr algn="l">
              <a:defRPr sz="1425" b="1">
                <a:solidFill>
                  <a:srgbClr val="355E7B"/>
                </a:solidFill>
                <a:latin typeface="Liberation Sans"/>
                <a:ea typeface="Liberation Sans"/>
                <a:cs typeface="Liberation Sans"/>
              </a:defRPr>
            </a:lvl6pPr>
            <a:lvl7pPr algn="l">
              <a:defRPr sz="1425" b="1">
                <a:solidFill>
                  <a:srgbClr val="355E7B"/>
                </a:solidFill>
                <a:latin typeface="Liberation Sans"/>
                <a:ea typeface="Liberation Sans"/>
                <a:cs typeface="Liberation Sans"/>
              </a:defRPr>
            </a:lvl7pPr>
            <a:lvl8pPr algn="l">
              <a:defRPr sz="1425" b="1">
                <a:solidFill>
                  <a:srgbClr val="355E7B"/>
                </a:solidFill>
                <a:latin typeface="Liberation Sans"/>
                <a:ea typeface="Liberation Sans"/>
                <a:cs typeface="Liberation Sans"/>
              </a:defRPr>
            </a:lvl8pPr>
            <a:lvl9pPr algn="l">
              <a:defRPr sz="1425" b="1">
                <a:solidFill>
                  <a:srgbClr val="355E7B"/>
                </a:solidFill>
                <a:latin typeface="Liberation Sans"/>
                <a:ea typeface="Liberation Sans"/>
                <a:cs typeface="Liberation Sans"/>
              </a:defRPr>
            </a:lvl9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SCIENCE · AUTUMN 1 · Week 8</a:t>
            </a:r>
          </a:p>
        </p:txBody>
      </p:sp>
      <p:sp>
        <p:nvSpPr>
          <p:cNvPr id="2" name="stage-clock">
            <a:extLst xmlns:a="http://schemas.openxmlformats.org/drawingml/2006/main">
              <a:ext uri="{FF2B5EF4-FFF2-40B4-BE49-F238E27FC236}">
                <a16:creationId xmlns:a16="http://schemas.microsoft.com/office/drawing/2014/main" id="{E104F4F4-BFFB-42D6-A1D6-3930F8E03E53}"/>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vl1pPr algn="r">
              <a:defRPr sz="1425" b="1">
                <a:solidFill>
                  <a:srgbClr val="355E7B"/>
                </a:solidFill>
                <a:latin typeface="Liberation Sans"/>
                <a:ea typeface="Liberation Sans"/>
                <a:cs typeface="Liberation Sans"/>
              </a:defRPr>
            </a:lvl1pPr>
            <a:lvl2pPr algn="r">
              <a:defRPr sz="1425" b="1">
                <a:solidFill>
                  <a:srgbClr val="355E7B"/>
                </a:solidFill>
                <a:latin typeface="Liberation Sans"/>
                <a:ea typeface="Liberation Sans"/>
                <a:cs typeface="Liberation Sans"/>
              </a:defRPr>
            </a:lvl2pPr>
            <a:lvl3pPr algn="r">
              <a:defRPr sz="1425" b="1">
                <a:solidFill>
                  <a:srgbClr val="355E7B"/>
                </a:solidFill>
                <a:latin typeface="Liberation Sans"/>
                <a:ea typeface="Liberation Sans"/>
                <a:cs typeface="Liberation Sans"/>
              </a:defRPr>
            </a:lvl3pPr>
            <a:lvl4pPr algn="r">
              <a:defRPr sz="1425" b="1">
                <a:solidFill>
                  <a:srgbClr val="355E7B"/>
                </a:solidFill>
                <a:latin typeface="Liberation Sans"/>
                <a:ea typeface="Liberation Sans"/>
                <a:cs typeface="Liberation Sans"/>
              </a:defRPr>
            </a:lvl4pPr>
            <a:lvl5pPr algn="r">
              <a:defRPr sz="1425" b="1">
                <a:solidFill>
                  <a:srgbClr val="355E7B"/>
                </a:solidFill>
                <a:latin typeface="Liberation Sans"/>
                <a:ea typeface="Liberation Sans"/>
                <a:cs typeface="Liberation Sans"/>
              </a:defRPr>
            </a:lvl5pPr>
            <a:lvl6pPr algn="r">
              <a:defRPr sz="1425" b="1">
                <a:solidFill>
                  <a:srgbClr val="355E7B"/>
                </a:solidFill>
                <a:latin typeface="Liberation Sans"/>
                <a:ea typeface="Liberation Sans"/>
                <a:cs typeface="Liberation Sans"/>
              </a:defRPr>
            </a:lvl6pPr>
            <a:lvl7pPr algn="r">
              <a:defRPr sz="1425" b="1">
                <a:solidFill>
                  <a:srgbClr val="355E7B"/>
                </a:solidFill>
                <a:latin typeface="Liberation Sans"/>
                <a:ea typeface="Liberation Sans"/>
                <a:cs typeface="Liberation Sans"/>
              </a:defRPr>
            </a:lvl7pPr>
            <a:lvl8pPr algn="r">
              <a:defRPr sz="1425" b="1">
                <a:solidFill>
                  <a:srgbClr val="355E7B"/>
                </a:solidFill>
                <a:latin typeface="Liberation Sans"/>
                <a:ea typeface="Liberation Sans"/>
                <a:cs typeface="Liberation Sans"/>
              </a:defRPr>
            </a:lvl8pPr>
            <a:lvl9pPr algn="r">
              <a:defRPr sz="1425" b="1">
                <a:solidFill>
                  <a:srgbClr val="355E7B"/>
                </a:solidFill>
                <a:latin typeface="Liberation Sans"/>
                <a:ea typeface="Liberation Sans"/>
                <a:cs typeface="Liberation Sans"/>
              </a:defRPr>
            </a:lvl9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We do · everyone answers · 4 min · 10 to 14</a:t>
            </a:r>
          </a:p>
        </p:txBody>
      </p:sp>
      <p:sp>
        <p:nvSpPr>
          <p:cNvPr id="3" name="slide-title">
            <a:extLst xmlns:a="http://schemas.openxmlformats.org/drawingml/2006/main">
              <a:ext uri="{FF2B5EF4-FFF2-40B4-BE49-F238E27FC236}">
                <a16:creationId xmlns:a16="http://schemas.microsoft.com/office/drawing/2014/main" id="{BFD2916C-B798-404A-BCA0-EA621E53EBBA}"/>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vl1pPr algn="l">
              <a:defRPr sz="2700" b="1">
                <a:solidFill>
                  <a:srgbClr val="355E7B"/>
                </a:solidFill>
                <a:latin typeface="Liberation Sans"/>
                <a:ea typeface="Liberation Sans"/>
                <a:cs typeface="Liberation Sans"/>
              </a:defRPr>
            </a:lvl1pPr>
            <a:lvl2pPr algn="l">
              <a:defRPr sz="2700" b="1">
                <a:solidFill>
                  <a:srgbClr val="355E7B"/>
                </a:solidFill>
                <a:latin typeface="Liberation Sans"/>
                <a:ea typeface="Liberation Sans"/>
                <a:cs typeface="Liberation Sans"/>
              </a:defRPr>
            </a:lvl2pPr>
            <a:lvl3pPr algn="l">
              <a:defRPr sz="2700" b="1">
                <a:solidFill>
                  <a:srgbClr val="355E7B"/>
                </a:solidFill>
                <a:latin typeface="Liberation Sans"/>
                <a:ea typeface="Liberation Sans"/>
                <a:cs typeface="Liberation Sans"/>
              </a:defRPr>
            </a:lvl3pPr>
            <a:lvl4pPr algn="l">
              <a:defRPr sz="2700" b="1">
                <a:solidFill>
                  <a:srgbClr val="355E7B"/>
                </a:solidFill>
                <a:latin typeface="Liberation Sans"/>
                <a:ea typeface="Liberation Sans"/>
                <a:cs typeface="Liberation Sans"/>
              </a:defRPr>
            </a:lvl4pPr>
            <a:lvl5pPr algn="l">
              <a:defRPr sz="2700" b="1">
                <a:solidFill>
                  <a:srgbClr val="355E7B"/>
                </a:solidFill>
                <a:latin typeface="Liberation Sans"/>
                <a:ea typeface="Liberation Sans"/>
                <a:cs typeface="Liberation Sans"/>
              </a:defRPr>
            </a:lvl5pPr>
            <a:lvl6pPr algn="l">
              <a:defRPr sz="2700" b="1">
                <a:solidFill>
                  <a:srgbClr val="355E7B"/>
                </a:solidFill>
                <a:latin typeface="Liberation Sans"/>
                <a:ea typeface="Liberation Sans"/>
                <a:cs typeface="Liberation Sans"/>
              </a:defRPr>
            </a:lvl6pPr>
            <a:lvl7pPr algn="l">
              <a:defRPr sz="2700" b="1">
                <a:solidFill>
                  <a:srgbClr val="355E7B"/>
                </a:solidFill>
                <a:latin typeface="Liberation Sans"/>
                <a:ea typeface="Liberation Sans"/>
                <a:cs typeface="Liberation Sans"/>
              </a:defRPr>
            </a:lvl7pPr>
            <a:lvl8pPr algn="l">
              <a:defRPr sz="2700" b="1">
                <a:solidFill>
                  <a:srgbClr val="355E7B"/>
                </a:solidFill>
                <a:latin typeface="Liberation Sans"/>
                <a:ea typeface="Liberation Sans"/>
                <a:cs typeface="Liberation Sans"/>
              </a:defRPr>
            </a:lvl8pPr>
            <a:lvl9pPr algn="l">
              <a:defRPr sz="2700" b="1">
                <a:solidFill>
                  <a:srgbClr val="355E7B"/>
                </a:solidFill>
                <a:latin typeface="Liberation Sans"/>
                <a:ea typeface="Liberation Sans"/>
                <a:cs typeface="Liberation Sans"/>
              </a:defRPr>
            </a:lvl9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We do · everyone answers</a:t>
            </a:r>
          </a:p>
        </p:txBody>
      </p:sp>
      <p:sp>
        <p:nvSpPr>
          <p:cNvPr id="4" name="shape">
            <a:extLst xmlns:a="http://schemas.openxmlformats.org/drawingml/2006/main">
              <a:ext uri="{FF2B5EF4-FFF2-40B4-BE49-F238E27FC236}">
                <a16:creationId xmlns:a16="http://schemas.microsoft.com/office/drawing/2014/main" id="{30EE0819-574A-4BD6-BAFE-84DBCC4365B7}"/>
              </a:ext>
            </a:extLst>
          </p:cNvPr>
          <p:cNvSpPr>
            <a:spLocks xmlns:a="http://schemas.openxmlformats.org/drawingml/2006/main" noGrp="1"/>
          </p:cNvSpPr>
          <p:nvPr/>
        </p:nvSpPr>
        <p:spPr>
          <a:xfrm xmlns:a="http://schemas.openxmlformats.org/drawingml/2006/main">
            <a:off x="381000"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EAAAEDB7-68A4-4BEE-9842-AA763904CD95}"/>
              </a:ext>
            </a:extLst>
          </p:cNvPr>
          <p:cNvSpPr>
            <a:spLocks xmlns:a="http://schemas.openxmlformats.org/drawingml/2006/main" noGrp="1"/>
          </p:cNvSpPr>
          <p:nvPr/>
        </p:nvSpPr>
        <p:spPr>
          <a:xfrm xmlns:a="http://schemas.openxmlformats.org/drawingml/2006/main">
            <a:off x="1234678"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E3BAE635-6180-424A-9713-3EB56B6A2196}"/>
              </a:ext>
            </a:extLst>
          </p:cNvPr>
          <p:cNvSpPr>
            <a:spLocks xmlns:a="http://schemas.openxmlformats.org/drawingml/2006/main" noGrp="1"/>
          </p:cNvSpPr>
          <p:nvPr/>
        </p:nvSpPr>
        <p:spPr>
          <a:xfrm xmlns:a="http://schemas.openxmlformats.org/drawingml/2006/main">
            <a:off x="2088356"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1ACC2946-4F75-4532-B481-B17001176347}"/>
              </a:ext>
            </a:extLst>
          </p:cNvPr>
          <p:cNvSpPr>
            <a:spLocks xmlns:a="http://schemas.openxmlformats.org/drawingml/2006/main" noGrp="1"/>
          </p:cNvSpPr>
          <p:nvPr/>
        </p:nvSpPr>
        <p:spPr>
          <a:xfrm xmlns:a="http://schemas.openxmlformats.org/drawingml/2006/main">
            <a:off x="3226594" y="1381125"/>
            <a:ext cx="110966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CED4EEB6-853D-4F74-8A5D-E7AE706045F5}"/>
              </a:ext>
            </a:extLst>
          </p:cNvPr>
          <p:cNvSpPr>
            <a:spLocks xmlns:a="http://schemas.openxmlformats.org/drawingml/2006/main" noGrp="1"/>
          </p:cNvSpPr>
          <p:nvPr/>
        </p:nvSpPr>
        <p:spPr>
          <a:xfrm xmlns:a="http://schemas.openxmlformats.org/drawingml/2006/main">
            <a:off x="4364831"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531214BF-FDEC-475F-8039-15B339C66144}"/>
              </a:ext>
            </a:extLst>
          </p:cNvPr>
          <p:cNvSpPr>
            <a:spLocks xmlns:a="http://schemas.openxmlformats.org/drawingml/2006/main" noGrp="1"/>
          </p:cNvSpPr>
          <p:nvPr/>
        </p:nvSpPr>
        <p:spPr>
          <a:xfrm xmlns:a="http://schemas.openxmlformats.org/drawingml/2006/main">
            <a:off x="5218509"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shape">
            <a:extLst xmlns:a="http://schemas.openxmlformats.org/drawingml/2006/main">
              <a:ext uri="{FF2B5EF4-FFF2-40B4-BE49-F238E27FC236}">
                <a16:creationId xmlns:a16="http://schemas.microsoft.com/office/drawing/2014/main" id="{96D500F3-9612-41DF-B4DF-527644CC52D9}"/>
              </a:ext>
            </a:extLst>
          </p:cNvPr>
          <p:cNvSpPr>
            <a:spLocks xmlns:a="http://schemas.openxmlformats.org/drawingml/2006/main" noGrp="1"/>
          </p:cNvSpPr>
          <p:nvPr/>
        </p:nvSpPr>
        <p:spPr>
          <a:xfrm xmlns:a="http://schemas.openxmlformats.org/drawingml/2006/main">
            <a:off x="6356747" y="1381125"/>
            <a:ext cx="540544"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1" name="shape">
            <a:extLst xmlns:a="http://schemas.openxmlformats.org/drawingml/2006/main">
              <a:ext uri="{FF2B5EF4-FFF2-40B4-BE49-F238E27FC236}">
                <a16:creationId xmlns:a16="http://schemas.microsoft.com/office/drawing/2014/main" id="{DA8F3C60-A7F5-4F91-9214-D3BC07987FD1}"/>
              </a:ext>
            </a:extLst>
          </p:cNvPr>
          <p:cNvSpPr>
            <a:spLocks xmlns:a="http://schemas.openxmlformats.org/drawingml/2006/main" noGrp="1"/>
          </p:cNvSpPr>
          <p:nvPr/>
        </p:nvSpPr>
        <p:spPr>
          <a:xfrm xmlns:a="http://schemas.openxmlformats.org/drawingml/2006/main">
            <a:off x="6925866" y="1381125"/>
            <a:ext cx="540544"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2" name="shape">
            <a:extLst xmlns:a="http://schemas.openxmlformats.org/drawingml/2006/main">
              <a:ext uri="{FF2B5EF4-FFF2-40B4-BE49-F238E27FC236}">
                <a16:creationId xmlns:a16="http://schemas.microsoft.com/office/drawing/2014/main" id="{D1F0B973-6BBC-440C-A4D7-D172AD20EBAF}"/>
              </a:ext>
            </a:extLst>
          </p:cNvPr>
          <p:cNvSpPr>
            <a:spLocks xmlns:a="http://schemas.openxmlformats.org/drawingml/2006/main" noGrp="1"/>
          </p:cNvSpPr>
          <p:nvPr/>
        </p:nvSpPr>
        <p:spPr>
          <a:xfrm xmlns:a="http://schemas.openxmlformats.org/drawingml/2006/main">
            <a:off x="7494984"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3" name="shape">
            <a:extLst xmlns:a="http://schemas.openxmlformats.org/drawingml/2006/main">
              <a:ext uri="{FF2B5EF4-FFF2-40B4-BE49-F238E27FC236}">
                <a16:creationId xmlns:a16="http://schemas.microsoft.com/office/drawing/2014/main" id="{8915FB36-985D-49A7-8E43-F836D5478DFC}"/>
              </a:ext>
            </a:extLst>
          </p:cNvPr>
          <p:cNvSpPr>
            <a:spLocks xmlns:a="http://schemas.openxmlformats.org/drawingml/2006/main" noGrp="1"/>
          </p:cNvSpPr>
          <p:nvPr/>
        </p:nvSpPr>
        <p:spPr>
          <a:xfrm xmlns:a="http://schemas.openxmlformats.org/drawingml/2006/main">
            <a:off x="9771459"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4" name="shape">
            <a:extLst xmlns:a="http://schemas.openxmlformats.org/drawingml/2006/main">
              <a:ext uri="{FF2B5EF4-FFF2-40B4-BE49-F238E27FC236}">
                <a16:creationId xmlns:a16="http://schemas.microsoft.com/office/drawing/2014/main" id="{A466FB3D-2B94-4D34-A1EE-94425C25D2A1}"/>
              </a:ext>
            </a:extLst>
          </p:cNvPr>
          <p:cNvSpPr>
            <a:spLocks xmlns:a="http://schemas.openxmlformats.org/drawingml/2006/main" noGrp="1"/>
          </p:cNvSpPr>
          <p:nvPr/>
        </p:nvSpPr>
        <p:spPr>
          <a:xfrm xmlns:a="http://schemas.openxmlformats.org/drawingml/2006/main">
            <a:off x="10625138"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5" name="objective-footer">
            <a:extLst xmlns:a="http://schemas.openxmlformats.org/drawingml/2006/main">
              <a:ext uri="{FF2B5EF4-FFF2-40B4-BE49-F238E27FC236}">
                <a16:creationId xmlns:a16="http://schemas.microsoft.com/office/drawing/2014/main" id="{2F7121EC-08D4-4767-AD9E-C7BE225F4709}"/>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vl1pPr algn="l">
              <a:defRPr sz="1425" b="0">
                <a:solidFill>
                  <a:srgbClr val="46586A"/>
                </a:solidFill>
                <a:latin typeface="Liberation Sans"/>
                <a:ea typeface="Liberation Sans"/>
                <a:cs typeface="Liberation Sans"/>
              </a:defRPr>
            </a:lvl1pPr>
            <a:lvl2pPr algn="l">
              <a:defRPr sz="1425" b="0">
                <a:solidFill>
                  <a:srgbClr val="46586A"/>
                </a:solidFill>
                <a:latin typeface="Liberation Sans"/>
                <a:ea typeface="Liberation Sans"/>
                <a:cs typeface="Liberation Sans"/>
              </a:defRPr>
            </a:lvl2pPr>
            <a:lvl3pPr algn="l">
              <a:defRPr sz="1425" b="0">
                <a:solidFill>
                  <a:srgbClr val="46586A"/>
                </a:solidFill>
                <a:latin typeface="Liberation Sans"/>
                <a:ea typeface="Liberation Sans"/>
                <a:cs typeface="Liberation Sans"/>
              </a:defRPr>
            </a:lvl3pPr>
            <a:lvl4pPr algn="l">
              <a:defRPr sz="1425" b="0">
                <a:solidFill>
                  <a:srgbClr val="46586A"/>
                </a:solidFill>
                <a:latin typeface="Liberation Sans"/>
                <a:ea typeface="Liberation Sans"/>
                <a:cs typeface="Liberation Sans"/>
              </a:defRPr>
            </a:lvl4pPr>
            <a:lvl5pPr algn="l">
              <a:defRPr sz="1425" b="0">
                <a:solidFill>
                  <a:srgbClr val="46586A"/>
                </a:solidFill>
                <a:latin typeface="Liberation Sans"/>
                <a:ea typeface="Liberation Sans"/>
                <a:cs typeface="Liberation Sans"/>
              </a:defRPr>
            </a:lvl5pPr>
            <a:lvl6pPr algn="l">
              <a:defRPr sz="1425" b="0">
                <a:solidFill>
                  <a:srgbClr val="46586A"/>
                </a:solidFill>
                <a:latin typeface="Liberation Sans"/>
                <a:ea typeface="Liberation Sans"/>
                <a:cs typeface="Liberation Sans"/>
              </a:defRPr>
            </a:lvl6pPr>
            <a:lvl7pPr algn="l">
              <a:defRPr sz="1425" b="0">
                <a:solidFill>
                  <a:srgbClr val="46586A"/>
                </a:solidFill>
                <a:latin typeface="Liberation Sans"/>
                <a:ea typeface="Liberation Sans"/>
                <a:cs typeface="Liberation Sans"/>
              </a:defRPr>
            </a:lvl7pPr>
            <a:lvl8pPr algn="l">
              <a:defRPr sz="1425" b="0">
                <a:solidFill>
                  <a:srgbClr val="46586A"/>
                </a:solidFill>
                <a:latin typeface="Liberation Sans"/>
                <a:ea typeface="Liberation Sans"/>
                <a:cs typeface="Liberation Sans"/>
              </a:defRPr>
            </a:lvl8pPr>
            <a:lvl9pPr algn="l">
              <a:defRPr sz="1425" b="0">
                <a:solidFill>
                  <a:srgbClr val="46586A"/>
                </a:solidFill>
                <a:latin typeface="Liberation Sans"/>
                <a:ea typeface="Liberation Sans"/>
                <a:cs typeface="Liberation Sans"/>
              </a:defRPr>
            </a:lvl9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I can explain that animals get food by eating, and plants can make their own food.</a:t>
            </a:r>
          </a:p>
        </p:txBody>
      </p:sp>
      <p:sp>
        <p:nvSpPr>
          <p:cNvPr id="16" name="blank-version-footer">
            <a:extLst xmlns:a="http://schemas.openxmlformats.org/drawingml/2006/main">
              <a:ext uri="{FF2B5EF4-FFF2-40B4-BE49-F238E27FC236}">
                <a16:creationId xmlns:a16="http://schemas.microsoft.com/office/drawing/2014/main" id="{7AA074DB-0C53-4F65-BB3D-743AC03733D3}"/>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vl1pPr algn="l">
              <a:defRPr sz="1425" b="0">
                <a:solidFill>
                  <a:srgbClr val="46586A"/>
                </a:solidFill>
                <a:latin typeface="Liberation Sans"/>
                <a:ea typeface="Liberation Sans"/>
                <a:cs typeface="Liberation Sans"/>
              </a:defRPr>
            </a:lvl1pPr>
            <a:lvl2pPr algn="l">
              <a:defRPr sz="1425" b="0">
                <a:solidFill>
                  <a:srgbClr val="46586A"/>
                </a:solidFill>
                <a:latin typeface="Liberation Sans"/>
                <a:ea typeface="Liberation Sans"/>
                <a:cs typeface="Liberation Sans"/>
              </a:defRPr>
            </a:lvl2pPr>
            <a:lvl3pPr algn="l">
              <a:defRPr sz="1425" b="0">
                <a:solidFill>
                  <a:srgbClr val="46586A"/>
                </a:solidFill>
                <a:latin typeface="Liberation Sans"/>
                <a:ea typeface="Liberation Sans"/>
                <a:cs typeface="Liberation Sans"/>
              </a:defRPr>
            </a:lvl3pPr>
            <a:lvl4pPr algn="l">
              <a:defRPr sz="1425" b="0">
                <a:solidFill>
                  <a:srgbClr val="46586A"/>
                </a:solidFill>
                <a:latin typeface="Liberation Sans"/>
                <a:ea typeface="Liberation Sans"/>
                <a:cs typeface="Liberation Sans"/>
              </a:defRPr>
            </a:lvl4pPr>
            <a:lvl5pPr algn="l">
              <a:defRPr sz="1425" b="0">
                <a:solidFill>
                  <a:srgbClr val="46586A"/>
                </a:solidFill>
                <a:latin typeface="Liberation Sans"/>
                <a:ea typeface="Liberation Sans"/>
                <a:cs typeface="Liberation Sans"/>
              </a:defRPr>
            </a:lvl5pPr>
            <a:lvl6pPr algn="l">
              <a:defRPr sz="1425" b="0">
                <a:solidFill>
                  <a:srgbClr val="46586A"/>
                </a:solidFill>
                <a:latin typeface="Liberation Sans"/>
                <a:ea typeface="Liberation Sans"/>
                <a:cs typeface="Liberation Sans"/>
              </a:defRPr>
            </a:lvl6pPr>
            <a:lvl7pPr algn="l">
              <a:defRPr sz="1425" b="0">
                <a:solidFill>
                  <a:srgbClr val="46586A"/>
                </a:solidFill>
                <a:latin typeface="Liberation Sans"/>
                <a:ea typeface="Liberation Sans"/>
                <a:cs typeface="Liberation Sans"/>
              </a:defRPr>
            </a:lvl7pPr>
            <a:lvl8pPr algn="l">
              <a:defRPr sz="1425" b="0">
                <a:solidFill>
                  <a:srgbClr val="46586A"/>
                </a:solidFill>
                <a:latin typeface="Liberation Sans"/>
                <a:ea typeface="Liberation Sans"/>
                <a:cs typeface="Liberation Sans"/>
              </a:defRPr>
            </a:lvl8pPr>
            <a:lvl9pPr algn="l">
              <a:defRPr sz="1425" b="0">
                <a:solidFill>
                  <a:srgbClr val="46586A"/>
                </a:solidFill>
                <a:latin typeface="Liberation Sans"/>
                <a:ea typeface="Liberation Sans"/>
                <a:cs typeface="Liberation Sans"/>
              </a:defRPr>
            </a:lvl9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SCI-BUILD-A1-W08-P1 · Version: ______ · Source page SHA-256: ______</a:t>
            </a:r>
          </a:p>
        </p:txBody>
      </p:sp>
      <p:sp>
        <p:nvSpPr>
          <p:cNvPr id="17" name="slide-progress">
            <a:extLst xmlns:a="http://schemas.openxmlformats.org/drawingml/2006/main">
              <a:ext uri="{FF2B5EF4-FFF2-40B4-BE49-F238E27FC236}">
                <a16:creationId xmlns:a16="http://schemas.microsoft.com/office/drawing/2014/main" id="{C774A210-4095-43AE-9626-8EDC20B4D68A}"/>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vl1pPr algn="r">
              <a:defRPr sz="1425" b="0">
                <a:solidFill>
                  <a:srgbClr val="46586A"/>
                </a:solidFill>
                <a:latin typeface="Liberation Sans"/>
                <a:ea typeface="Liberation Sans"/>
                <a:cs typeface="Liberation Sans"/>
              </a:defRPr>
            </a:lvl1pPr>
            <a:lvl2pPr algn="r">
              <a:defRPr sz="1425" b="0">
                <a:solidFill>
                  <a:srgbClr val="46586A"/>
                </a:solidFill>
                <a:latin typeface="Liberation Sans"/>
                <a:ea typeface="Liberation Sans"/>
                <a:cs typeface="Liberation Sans"/>
              </a:defRPr>
            </a:lvl2pPr>
            <a:lvl3pPr algn="r">
              <a:defRPr sz="1425" b="0">
                <a:solidFill>
                  <a:srgbClr val="46586A"/>
                </a:solidFill>
                <a:latin typeface="Liberation Sans"/>
                <a:ea typeface="Liberation Sans"/>
                <a:cs typeface="Liberation Sans"/>
              </a:defRPr>
            </a:lvl3pPr>
            <a:lvl4pPr algn="r">
              <a:defRPr sz="1425" b="0">
                <a:solidFill>
                  <a:srgbClr val="46586A"/>
                </a:solidFill>
                <a:latin typeface="Liberation Sans"/>
                <a:ea typeface="Liberation Sans"/>
                <a:cs typeface="Liberation Sans"/>
              </a:defRPr>
            </a:lvl4pPr>
            <a:lvl5pPr algn="r">
              <a:defRPr sz="1425" b="0">
                <a:solidFill>
                  <a:srgbClr val="46586A"/>
                </a:solidFill>
                <a:latin typeface="Liberation Sans"/>
                <a:ea typeface="Liberation Sans"/>
                <a:cs typeface="Liberation Sans"/>
              </a:defRPr>
            </a:lvl5pPr>
            <a:lvl6pPr algn="r">
              <a:defRPr sz="1425" b="0">
                <a:solidFill>
                  <a:srgbClr val="46586A"/>
                </a:solidFill>
                <a:latin typeface="Liberation Sans"/>
                <a:ea typeface="Liberation Sans"/>
                <a:cs typeface="Liberation Sans"/>
              </a:defRPr>
            </a:lvl6pPr>
            <a:lvl7pPr algn="r">
              <a:defRPr sz="1425" b="0">
                <a:solidFill>
                  <a:srgbClr val="46586A"/>
                </a:solidFill>
                <a:latin typeface="Liberation Sans"/>
                <a:ea typeface="Liberation Sans"/>
                <a:cs typeface="Liberation Sans"/>
              </a:defRPr>
            </a:lvl7pPr>
            <a:lvl8pPr algn="r">
              <a:defRPr sz="1425" b="0">
                <a:solidFill>
                  <a:srgbClr val="46586A"/>
                </a:solidFill>
                <a:latin typeface="Liberation Sans"/>
                <a:ea typeface="Liberation Sans"/>
                <a:cs typeface="Liberation Sans"/>
              </a:defRPr>
            </a:lvl8pPr>
            <a:lvl9pPr algn="r">
              <a:defRPr sz="1425" b="0">
                <a:solidFill>
                  <a:srgbClr val="46586A"/>
                </a:solidFill>
                <a:latin typeface="Liberation Sans"/>
                <a:ea typeface="Liberation Sans"/>
                <a:cs typeface="Liberation Sans"/>
              </a:defRPr>
            </a:lvl9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13 / 29</a:t>
            </a:r>
          </a:p>
        </p:txBody>
      </p:sp>
      <p:sp>
        <p:nvSpPr>
          <p:cNvPr id="18" name="licence-footer">
            <a:extLst xmlns:a="http://schemas.openxmlformats.org/drawingml/2006/main">
              <a:ext uri="{FF2B5EF4-FFF2-40B4-BE49-F238E27FC236}">
                <a16:creationId xmlns:a16="http://schemas.microsoft.com/office/drawing/2014/main" id="{CEEA68D0-1CC6-4A99-AD12-5496D83EA288}"/>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vl1pPr algn="l">
              <a:defRPr sz="1425" b="0">
                <a:solidFill>
                  <a:srgbClr val="46586A"/>
                </a:solidFill>
                <a:latin typeface="Liberation Sans"/>
                <a:ea typeface="Liberation Sans"/>
                <a:cs typeface="Liberation Sans"/>
              </a:defRPr>
            </a:lvl1pPr>
            <a:lvl2pPr algn="l">
              <a:defRPr sz="1425" b="0">
                <a:solidFill>
                  <a:srgbClr val="46586A"/>
                </a:solidFill>
                <a:latin typeface="Liberation Sans"/>
                <a:ea typeface="Liberation Sans"/>
                <a:cs typeface="Liberation Sans"/>
              </a:defRPr>
            </a:lvl2pPr>
            <a:lvl3pPr algn="l">
              <a:defRPr sz="1425" b="0">
                <a:solidFill>
                  <a:srgbClr val="46586A"/>
                </a:solidFill>
                <a:latin typeface="Liberation Sans"/>
                <a:ea typeface="Liberation Sans"/>
                <a:cs typeface="Liberation Sans"/>
              </a:defRPr>
            </a:lvl3pPr>
            <a:lvl4pPr algn="l">
              <a:defRPr sz="1425" b="0">
                <a:solidFill>
                  <a:srgbClr val="46586A"/>
                </a:solidFill>
                <a:latin typeface="Liberation Sans"/>
                <a:ea typeface="Liberation Sans"/>
                <a:cs typeface="Liberation Sans"/>
              </a:defRPr>
            </a:lvl4pPr>
            <a:lvl5pPr algn="l">
              <a:defRPr sz="1425" b="0">
                <a:solidFill>
                  <a:srgbClr val="46586A"/>
                </a:solidFill>
                <a:latin typeface="Liberation Sans"/>
                <a:ea typeface="Liberation Sans"/>
                <a:cs typeface="Liberation Sans"/>
              </a:defRPr>
            </a:lvl5pPr>
            <a:lvl6pPr algn="l">
              <a:defRPr sz="1425" b="0">
                <a:solidFill>
                  <a:srgbClr val="46586A"/>
                </a:solidFill>
                <a:latin typeface="Liberation Sans"/>
                <a:ea typeface="Liberation Sans"/>
                <a:cs typeface="Liberation Sans"/>
              </a:defRPr>
            </a:lvl6pPr>
            <a:lvl7pPr algn="l">
              <a:defRPr sz="1425" b="0">
                <a:solidFill>
                  <a:srgbClr val="46586A"/>
                </a:solidFill>
                <a:latin typeface="Liberation Sans"/>
                <a:ea typeface="Liberation Sans"/>
                <a:cs typeface="Liberation Sans"/>
              </a:defRPr>
            </a:lvl7pPr>
            <a:lvl8pPr algn="l">
              <a:defRPr sz="1425" b="0">
                <a:solidFill>
                  <a:srgbClr val="46586A"/>
                </a:solidFill>
                <a:latin typeface="Liberation Sans"/>
                <a:ea typeface="Liberation Sans"/>
                <a:cs typeface="Liberation Sans"/>
              </a:defRPr>
            </a:lvl8pPr>
            <a:lvl9pPr algn="l">
              <a:defRPr sz="1425" b="0">
                <a:solidFill>
                  <a:srgbClr val="46586A"/>
                </a:solidFill>
                <a:latin typeface="Liberation Sans"/>
                <a:ea typeface="Liberation Sans"/>
                <a:cs typeface="Liberation Sans"/>
              </a:defRPr>
            </a:lvl9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9" name="">
            <a:extLst xmlns:a="http://schemas.openxmlformats.org/drawingml/2006/main">
              <a:ext uri="{FF2B5EF4-FFF2-40B4-BE49-F238E27FC236}">
                <a16:creationId xmlns:a16="http://schemas.microsoft.com/office/drawing/2014/main" id="{45688945-5D64-49A7-9010-56317845F84C}"/>
              </a:ext>
            </a:extLst>
          </p:cNvPr>
          <p:cNvPicPr>
            <a:picLocks xmlns:a="http://schemas.openxmlformats.org/drawingml/2006/main" noChangeAspect="1"/>
          </p:cNvPicPr>
          <p:nvPr/>
        </p:nvPicPr>
        <p:blipFill>
          <a:blip xmlns:r="http://schemas.openxmlformats.org/officeDocument/2006/relationships" xmlns:a="http://schemas.openxmlformats.org/drawingml/2006/main" r:embed="R5d7ade8770954c9e"/>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20" name="answer-text">
            <a:extLst xmlns:a="http://schemas.openxmlformats.org/drawingml/2006/main">
              <a:ext uri="{FF2B5EF4-FFF2-40B4-BE49-F238E27FC236}">
                <a16:creationId xmlns:a16="http://schemas.microsoft.com/office/drawing/2014/main" id="{FE204791-1EB3-40D5-BECC-3E752255A207}"/>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 plant uses light to make food. Animals eat to get food.</a:t>
            </a:r>
          </a:p>
        </p:txBody>
      </p:sp>
    </p:spTree>
    <p:extLst>
      <p:ext uri="{BB962C8B-B14F-4D97-AF65-F5344CB8AC3E}">
        <p14:creationId xmlns:p14="http://schemas.microsoft.com/office/powerpoint/2010/main" val="612933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lesson-header">
            <a:extLst xmlns:a="http://schemas.openxmlformats.org/drawingml/2006/main">
              <a:ext uri="{FF2B5EF4-FFF2-40B4-BE49-F238E27FC236}">
                <a16:creationId xmlns:a16="http://schemas.microsoft.com/office/drawing/2014/main" id="{27D1DEE6-9B2F-4F4A-BE58-94550FBE9B76}"/>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vl1pPr algn="l">
              <a:defRPr sz="1425" b="1">
                <a:solidFill>
                  <a:srgbClr val="355E7B"/>
                </a:solidFill>
                <a:latin typeface="Liberation Sans"/>
                <a:ea typeface="Liberation Sans"/>
                <a:cs typeface="Liberation Sans"/>
              </a:defRPr>
            </a:lvl1pPr>
            <a:lvl2pPr algn="l">
              <a:defRPr sz="1425" b="1">
                <a:solidFill>
                  <a:srgbClr val="355E7B"/>
                </a:solidFill>
                <a:latin typeface="Liberation Sans"/>
                <a:ea typeface="Liberation Sans"/>
                <a:cs typeface="Liberation Sans"/>
              </a:defRPr>
            </a:lvl2pPr>
            <a:lvl3pPr algn="l">
              <a:defRPr sz="1425" b="1">
                <a:solidFill>
                  <a:srgbClr val="355E7B"/>
                </a:solidFill>
                <a:latin typeface="Liberation Sans"/>
                <a:ea typeface="Liberation Sans"/>
                <a:cs typeface="Liberation Sans"/>
              </a:defRPr>
            </a:lvl3pPr>
            <a:lvl4pPr algn="l">
              <a:defRPr sz="1425" b="1">
                <a:solidFill>
                  <a:srgbClr val="355E7B"/>
                </a:solidFill>
                <a:latin typeface="Liberation Sans"/>
                <a:ea typeface="Liberation Sans"/>
                <a:cs typeface="Liberation Sans"/>
              </a:defRPr>
            </a:lvl4pPr>
            <a:lvl5pPr algn="l">
              <a:defRPr sz="1425" b="1">
                <a:solidFill>
                  <a:srgbClr val="355E7B"/>
                </a:solidFill>
                <a:latin typeface="Liberation Sans"/>
                <a:ea typeface="Liberation Sans"/>
                <a:cs typeface="Liberation Sans"/>
              </a:defRPr>
            </a:lvl5pPr>
            <a:lvl6pPr algn="l">
              <a:defRPr sz="1425" b="1">
                <a:solidFill>
                  <a:srgbClr val="355E7B"/>
                </a:solidFill>
                <a:latin typeface="Liberation Sans"/>
                <a:ea typeface="Liberation Sans"/>
                <a:cs typeface="Liberation Sans"/>
              </a:defRPr>
            </a:lvl6pPr>
            <a:lvl7pPr algn="l">
              <a:defRPr sz="1425" b="1">
                <a:solidFill>
                  <a:srgbClr val="355E7B"/>
                </a:solidFill>
                <a:latin typeface="Liberation Sans"/>
                <a:ea typeface="Liberation Sans"/>
                <a:cs typeface="Liberation Sans"/>
              </a:defRPr>
            </a:lvl7pPr>
            <a:lvl8pPr algn="l">
              <a:defRPr sz="1425" b="1">
                <a:solidFill>
                  <a:srgbClr val="355E7B"/>
                </a:solidFill>
                <a:latin typeface="Liberation Sans"/>
                <a:ea typeface="Liberation Sans"/>
                <a:cs typeface="Liberation Sans"/>
              </a:defRPr>
            </a:lvl8pPr>
            <a:lvl9pPr algn="l">
              <a:defRPr sz="1425" b="1">
                <a:solidFill>
                  <a:srgbClr val="355E7B"/>
                </a:solidFill>
                <a:latin typeface="Liberation Sans"/>
                <a:ea typeface="Liberation Sans"/>
                <a:cs typeface="Liberation Sans"/>
              </a:defRPr>
            </a:lvl9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SCIENCE · AUTUMN 1 · Week 8</a:t>
            </a:r>
          </a:p>
        </p:txBody>
      </p:sp>
      <p:sp>
        <p:nvSpPr>
          <p:cNvPr id="2" name="stage-clock">
            <a:extLst xmlns:a="http://schemas.openxmlformats.org/drawingml/2006/main">
              <a:ext uri="{FF2B5EF4-FFF2-40B4-BE49-F238E27FC236}">
                <a16:creationId xmlns:a16="http://schemas.microsoft.com/office/drawing/2014/main" id="{D94D70E6-B612-4D52-9168-149ECD4BD79A}"/>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vl1pPr algn="r">
              <a:defRPr sz="1425" b="1">
                <a:solidFill>
                  <a:srgbClr val="355E7B"/>
                </a:solidFill>
                <a:latin typeface="Liberation Sans"/>
                <a:ea typeface="Liberation Sans"/>
                <a:cs typeface="Liberation Sans"/>
              </a:defRPr>
            </a:lvl1pPr>
            <a:lvl2pPr algn="r">
              <a:defRPr sz="1425" b="1">
                <a:solidFill>
                  <a:srgbClr val="355E7B"/>
                </a:solidFill>
                <a:latin typeface="Liberation Sans"/>
                <a:ea typeface="Liberation Sans"/>
                <a:cs typeface="Liberation Sans"/>
              </a:defRPr>
            </a:lvl2pPr>
            <a:lvl3pPr algn="r">
              <a:defRPr sz="1425" b="1">
                <a:solidFill>
                  <a:srgbClr val="355E7B"/>
                </a:solidFill>
                <a:latin typeface="Liberation Sans"/>
                <a:ea typeface="Liberation Sans"/>
                <a:cs typeface="Liberation Sans"/>
              </a:defRPr>
            </a:lvl3pPr>
            <a:lvl4pPr algn="r">
              <a:defRPr sz="1425" b="1">
                <a:solidFill>
                  <a:srgbClr val="355E7B"/>
                </a:solidFill>
                <a:latin typeface="Liberation Sans"/>
                <a:ea typeface="Liberation Sans"/>
                <a:cs typeface="Liberation Sans"/>
              </a:defRPr>
            </a:lvl4pPr>
            <a:lvl5pPr algn="r">
              <a:defRPr sz="1425" b="1">
                <a:solidFill>
                  <a:srgbClr val="355E7B"/>
                </a:solidFill>
                <a:latin typeface="Liberation Sans"/>
                <a:ea typeface="Liberation Sans"/>
                <a:cs typeface="Liberation Sans"/>
              </a:defRPr>
            </a:lvl5pPr>
            <a:lvl6pPr algn="r">
              <a:defRPr sz="1425" b="1">
                <a:solidFill>
                  <a:srgbClr val="355E7B"/>
                </a:solidFill>
                <a:latin typeface="Liberation Sans"/>
                <a:ea typeface="Liberation Sans"/>
                <a:cs typeface="Liberation Sans"/>
              </a:defRPr>
            </a:lvl6pPr>
            <a:lvl7pPr algn="r">
              <a:defRPr sz="1425" b="1">
                <a:solidFill>
                  <a:srgbClr val="355E7B"/>
                </a:solidFill>
                <a:latin typeface="Liberation Sans"/>
                <a:ea typeface="Liberation Sans"/>
                <a:cs typeface="Liberation Sans"/>
              </a:defRPr>
            </a:lvl7pPr>
            <a:lvl8pPr algn="r">
              <a:defRPr sz="1425" b="1">
                <a:solidFill>
                  <a:srgbClr val="355E7B"/>
                </a:solidFill>
                <a:latin typeface="Liberation Sans"/>
                <a:ea typeface="Liberation Sans"/>
                <a:cs typeface="Liberation Sans"/>
              </a:defRPr>
            </a:lvl8pPr>
            <a:lvl9pPr algn="r">
              <a:defRPr sz="1425" b="1">
                <a:solidFill>
                  <a:srgbClr val="355E7B"/>
                </a:solidFill>
                <a:latin typeface="Liberation Sans"/>
                <a:ea typeface="Liberation Sans"/>
                <a:cs typeface="Liberation Sans"/>
              </a:defRPr>
            </a:lvl9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check the claim · 3 min · 14 to 17</a:t>
            </a:r>
          </a:p>
        </p:txBody>
      </p:sp>
      <p:sp>
        <p:nvSpPr>
          <p:cNvPr id="3" name="slide-title">
            <a:extLst xmlns:a="http://schemas.openxmlformats.org/drawingml/2006/main">
              <a:ext uri="{FF2B5EF4-FFF2-40B4-BE49-F238E27FC236}">
                <a16:creationId xmlns:a16="http://schemas.microsoft.com/office/drawing/2014/main" id="{368E4F77-D905-44CF-A1D2-18461E2F2970}"/>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vl1pPr algn="l">
              <a:defRPr sz="2700" b="1">
                <a:solidFill>
                  <a:srgbClr val="355E7B"/>
                </a:solidFill>
                <a:latin typeface="Liberation Sans"/>
                <a:ea typeface="Liberation Sans"/>
                <a:cs typeface="Liberation Sans"/>
              </a:defRPr>
            </a:lvl1pPr>
            <a:lvl2pPr algn="l">
              <a:defRPr sz="2700" b="1">
                <a:solidFill>
                  <a:srgbClr val="355E7B"/>
                </a:solidFill>
                <a:latin typeface="Liberation Sans"/>
                <a:ea typeface="Liberation Sans"/>
                <a:cs typeface="Liberation Sans"/>
              </a:defRPr>
            </a:lvl2pPr>
            <a:lvl3pPr algn="l">
              <a:defRPr sz="2700" b="1">
                <a:solidFill>
                  <a:srgbClr val="355E7B"/>
                </a:solidFill>
                <a:latin typeface="Liberation Sans"/>
                <a:ea typeface="Liberation Sans"/>
                <a:cs typeface="Liberation Sans"/>
              </a:defRPr>
            </a:lvl3pPr>
            <a:lvl4pPr algn="l">
              <a:defRPr sz="2700" b="1">
                <a:solidFill>
                  <a:srgbClr val="355E7B"/>
                </a:solidFill>
                <a:latin typeface="Liberation Sans"/>
                <a:ea typeface="Liberation Sans"/>
                <a:cs typeface="Liberation Sans"/>
              </a:defRPr>
            </a:lvl4pPr>
            <a:lvl5pPr algn="l">
              <a:defRPr sz="2700" b="1">
                <a:solidFill>
                  <a:srgbClr val="355E7B"/>
                </a:solidFill>
                <a:latin typeface="Liberation Sans"/>
                <a:ea typeface="Liberation Sans"/>
                <a:cs typeface="Liberation Sans"/>
              </a:defRPr>
            </a:lvl5pPr>
            <a:lvl6pPr algn="l">
              <a:defRPr sz="2700" b="1">
                <a:solidFill>
                  <a:srgbClr val="355E7B"/>
                </a:solidFill>
                <a:latin typeface="Liberation Sans"/>
                <a:ea typeface="Liberation Sans"/>
                <a:cs typeface="Liberation Sans"/>
              </a:defRPr>
            </a:lvl6pPr>
            <a:lvl7pPr algn="l">
              <a:defRPr sz="2700" b="1">
                <a:solidFill>
                  <a:srgbClr val="355E7B"/>
                </a:solidFill>
                <a:latin typeface="Liberation Sans"/>
                <a:ea typeface="Liberation Sans"/>
                <a:cs typeface="Liberation Sans"/>
              </a:defRPr>
            </a:lvl7pPr>
            <a:lvl8pPr algn="l">
              <a:defRPr sz="2700" b="1">
                <a:solidFill>
                  <a:srgbClr val="355E7B"/>
                </a:solidFill>
                <a:latin typeface="Liberation Sans"/>
                <a:ea typeface="Liberation Sans"/>
                <a:cs typeface="Liberation Sans"/>
              </a:defRPr>
            </a:lvl8pPr>
            <a:lvl9pPr algn="l">
              <a:defRPr sz="2700" b="1">
                <a:solidFill>
                  <a:srgbClr val="355E7B"/>
                </a:solidFill>
                <a:latin typeface="Liberation Sans"/>
                <a:ea typeface="Liberation Sans"/>
                <a:cs typeface="Liberation Sans"/>
              </a:defRPr>
            </a:lvl9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check the claim</a:t>
            </a:r>
          </a:p>
        </p:txBody>
      </p:sp>
      <p:sp>
        <p:nvSpPr>
          <p:cNvPr id="4" name="shape">
            <a:extLst xmlns:a="http://schemas.openxmlformats.org/drawingml/2006/main">
              <a:ext uri="{FF2B5EF4-FFF2-40B4-BE49-F238E27FC236}">
                <a16:creationId xmlns:a16="http://schemas.microsoft.com/office/drawing/2014/main" id="{2FF02595-C874-48EF-9371-692C5DC0CC7C}"/>
              </a:ext>
            </a:extLst>
          </p:cNvPr>
          <p:cNvSpPr>
            <a:spLocks xmlns:a="http://schemas.openxmlformats.org/drawingml/2006/main" noGrp="1"/>
          </p:cNvSpPr>
          <p:nvPr/>
        </p:nvSpPr>
        <p:spPr>
          <a:xfrm xmlns:a="http://schemas.openxmlformats.org/drawingml/2006/main">
            <a:off x="381000"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F05B0D2B-C93A-46F1-8E25-7FE62FF04A2B}"/>
              </a:ext>
            </a:extLst>
          </p:cNvPr>
          <p:cNvSpPr>
            <a:spLocks xmlns:a="http://schemas.openxmlformats.org/drawingml/2006/main" noGrp="1"/>
          </p:cNvSpPr>
          <p:nvPr/>
        </p:nvSpPr>
        <p:spPr>
          <a:xfrm xmlns:a="http://schemas.openxmlformats.org/drawingml/2006/main">
            <a:off x="1234678"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DFA8FACC-2F3C-4367-9467-9A9EA0654B00}"/>
              </a:ext>
            </a:extLst>
          </p:cNvPr>
          <p:cNvSpPr>
            <a:spLocks xmlns:a="http://schemas.openxmlformats.org/drawingml/2006/main" noGrp="1"/>
          </p:cNvSpPr>
          <p:nvPr/>
        </p:nvSpPr>
        <p:spPr>
          <a:xfrm xmlns:a="http://schemas.openxmlformats.org/drawingml/2006/main">
            <a:off x="2088356"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B68136E3-F282-4B74-89B7-8FC28A2A9C95}"/>
              </a:ext>
            </a:extLst>
          </p:cNvPr>
          <p:cNvSpPr>
            <a:spLocks xmlns:a="http://schemas.openxmlformats.org/drawingml/2006/main" noGrp="1"/>
          </p:cNvSpPr>
          <p:nvPr/>
        </p:nvSpPr>
        <p:spPr>
          <a:xfrm xmlns:a="http://schemas.openxmlformats.org/drawingml/2006/main">
            <a:off x="3226594"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34A3729E-619F-4C2E-A855-D44F2E25577E}"/>
              </a:ext>
            </a:extLst>
          </p:cNvPr>
          <p:cNvSpPr>
            <a:spLocks xmlns:a="http://schemas.openxmlformats.org/drawingml/2006/main" noGrp="1"/>
          </p:cNvSpPr>
          <p:nvPr/>
        </p:nvSpPr>
        <p:spPr>
          <a:xfrm xmlns:a="http://schemas.openxmlformats.org/drawingml/2006/main">
            <a:off x="4364831"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5CD08319-2B6D-4BA7-A28E-AC58032E0E44}"/>
              </a:ext>
            </a:extLst>
          </p:cNvPr>
          <p:cNvSpPr>
            <a:spLocks xmlns:a="http://schemas.openxmlformats.org/drawingml/2006/main" noGrp="1"/>
          </p:cNvSpPr>
          <p:nvPr/>
        </p:nvSpPr>
        <p:spPr>
          <a:xfrm xmlns:a="http://schemas.openxmlformats.org/drawingml/2006/main">
            <a:off x="5218509"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shape">
            <a:extLst xmlns:a="http://schemas.openxmlformats.org/drawingml/2006/main">
              <a:ext uri="{FF2B5EF4-FFF2-40B4-BE49-F238E27FC236}">
                <a16:creationId xmlns:a16="http://schemas.microsoft.com/office/drawing/2014/main" id="{A18A81BE-5BC9-445E-9F42-3A39AC29FF15}"/>
              </a:ext>
            </a:extLst>
          </p:cNvPr>
          <p:cNvSpPr>
            <a:spLocks xmlns:a="http://schemas.openxmlformats.org/drawingml/2006/main" noGrp="1"/>
          </p:cNvSpPr>
          <p:nvPr/>
        </p:nvSpPr>
        <p:spPr>
          <a:xfrm xmlns:a="http://schemas.openxmlformats.org/drawingml/2006/main">
            <a:off x="6356747" y="1381125"/>
            <a:ext cx="540544"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1" name="shape">
            <a:extLst xmlns:a="http://schemas.openxmlformats.org/drawingml/2006/main">
              <a:ext uri="{FF2B5EF4-FFF2-40B4-BE49-F238E27FC236}">
                <a16:creationId xmlns:a16="http://schemas.microsoft.com/office/drawing/2014/main" id="{14523D7B-2EAC-4317-B77E-1DF29DC2FF12}"/>
              </a:ext>
            </a:extLst>
          </p:cNvPr>
          <p:cNvSpPr>
            <a:spLocks xmlns:a="http://schemas.openxmlformats.org/drawingml/2006/main" noGrp="1"/>
          </p:cNvSpPr>
          <p:nvPr/>
        </p:nvSpPr>
        <p:spPr>
          <a:xfrm xmlns:a="http://schemas.openxmlformats.org/drawingml/2006/main">
            <a:off x="6925866" y="1381125"/>
            <a:ext cx="540544"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2" name="shape">
            <a:extLst xmlns:a="http://schemas.openxmlformats.org/drawingml/2006/main">
              <a:ext uri="{FF2B5EF4-FFF2-40B4-BE49-F238E27FC236}">
                <a16:creationId xmlns:a16="http://schemas.microsoft.com/office/drawing/2014/main" id="{5E55BCC9-39AD-4C8A-8BBD-34FD554CC174}"/>
              </a:ext>
            </a:extLst>
          </p:cNvPr>
          <p:cNvSpPr>
            <a:spLocks xmlns:a="http://schemas.openxmlformats.org/drawingml/2006/main" noGrp="1"/>
          </p:cNvSpPr>
          <p:nvPr/>
        </p:nvSpPr>
        <p:spPr>
          <a:xfrm xmlns:a="http://schemas.openxmlformats.org/drawingml/2006/main">
            <a:off x="7494984"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3" name="shape">
            <a:extLst xmlns:a="http://schemas.openxmlformats.org/drawingml/2006/main">
              <a:ext uri="{FF2B5EF4-FFF2-40B4-BE49-F238E27FC236}">
                <a16:creationId xmlns:a16="http://schemas.microsoft.com/office/drawing/2014/main" id="{776A6784-8764-4EC9-AFF7-7DA949543ABF}"/>
              </a:ext>
            </a:extLst>
          </p:cNvPr>
          <p:cNvSpPr>
            <a:spLocks xmlns:a="http://schemas.openxmlformats.org/drawingml/2006/main" noGrp="1"/>
          </p:cNvSpPr>
          <p:nvPr/>
        </p:nvSpPr>
        <p:spPr>
          <a:xfrm xmlns:a="http://schemas.openxmlformats.org/drawingml/2006/main">
            <a:off x="9771459"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4" name="shape">
            <a:extLst xmlns:a="http://schemas.openxmlformats.org/drawingml/2006/main">
              <a:ext uri="{FF2B5EF4-FFF2-40B4-BE49-F238E27FC236}">
                <a16:creationId xmlns:a16="http://schemas.microsoft.com/office/drawing/2014/main" id="{DEB996E3-4D3E-41CE-9416-B7FCC7124B45}"/>
              </a:ext>
            </a:extLst>
          </p:cNvPr>
          <p:cNvSpPr>
            <a:spLocks xmlns:a="http://schemas.openxmlformats.org/drawingml/2006/main" noGrp="1"/>
          </p:cNvSpPr>
          <p:nvPr/>
        </p:nvSpPr>
        <p:spPr>
          <a:xfrm xmlns:a="http://schemas.openxmlformats.org/drawingml/2006/main">
            <a:off x="10625138"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5" name="objective-footer">
            <a:extLst xmlns:a="http://schemas.openxmlformats.org/drawingml/2006/main">
              <a:ext uri="{FF2B5EF4-FFF2-40B4-BE49-F238E27FC236}">
                <a16:creationId xmlns:a16="http://schemas.microsoft.com/office/drawing/2014/main" id="{3B9AE57B-9A10-4B49-AB73-076B33F20DFD}"/>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vl1pPr algn="l">
              <a:defRPr sz="1425" b="0">
                <a:solidFill>
                  <a:srgbClr val="46586A"/>
                </a:solidFill>
                <a:latin typeface="Liberation Sans"/>
                <a:ea typeface="Liberation Sans"/>
                <a:cs typeface="Liberation Sans"/>
              </a:defRPr>
            </a:lvl1pPr>
            <a:lvl2pPr algn="l">
              <a:defRPr sz="1425" b="0">
                <a:solidFill>
                  <a:srgbClr val="46586A"/>
                </a:solidFill>
                <a:latin typeface="Liberation Sans"/>
                <a:ea typeface="Liberation Sans"/>
                <a:cs typeface="Liberation Sans"/>
              </a:defRPr>
            </a:lvl2pPr>
            <a:lvl3pPr algn="l">
              <a:defRPr sz="1425" b="0">
                <a:solidFill>
                  <a:srgbClr val="46586A"/>
                </a:solidFill>
                <a:latin typeface="Liberation Sans"/>
                <a:ea typeface="Liberation Sans"/>
                <a:cs typeface="Liberation Sans"/>
              </a:defRPr>
            </a:lvl3pPr>
            <a:lvl4pPr algn="l">
              <a:defRPr sz="1425" b="0">
                <a:solidFill>
                  <a:srgbClr val="46586A"/>
                </a:solidFill>
                <a:latin typeface="Liberation Sans"/>
                <a:ea typeface="Liberation Sans"/>
                <a:cs typeface="Liberation Sans"/>
              </a:defRPr>
            </a:lvl4pPr>
            <a:lvl5pPr algn="l">
              <a:defRPr sz="1425" b="0">
                <a:solidFill>
                  <a:srgbClr val="46586A"/>
                </a:solidFill>
                <a:latin typeface="Liberation Sans"/>
                <a:ea typeface="Liberation Sans"/>
                <a:cs typeface="Liberation Sans"/>
              </a:defRPr>
            </a:lvl5pPr>
            <a:lvl6pPr algn="l">
              <a:defRPr sz="1425" b="0">
                <a:solidFill>
                  <a:srgbClr val="46586A"/>
                </a:solidFill>
                <a:latin typeface="Liberation Sans"/>
                <a:ea typeface="Liberation Sans"/>
                <a:cs typeface="Liberation Sans"/>
              </a:defRPr>
            </a:lvl6pPr>
            <a:lvl7pPr algn="l">
              <a:defRPr sz="1425" b="0">
                <a:solidFill>
                  <a:srgbClr val="46586A"/>
                </a:solidFill>
                <a:latin typeface="Liberation Sans"/>
                <a:ea typeface="Liberation Sans"/>
                <a:cs typeface="Liberation Sans"/>
              </a:defRPr>
            </a:lvl7pPr>
            <a:lvl8pPr algn="l">
              <a:defRPr sz="1425" b="0">
                <a:solidFill>
                  <a:srgbClr val="46586A"/>
                </a:solidFill>
                <a:latin typeface="Liberation Sans"/>
                <a:ea typeface="Liberation Sans"/>
                <a:cs typeface="Liberation Sans"/>
              </a:defRPr>
            </a:lvl8pPr>
            <a:lvl9pPr algn="l">
              <a:defRPr sz="1425" b="0">
                <a:solidFill>
                  <a:srgbClr val="46586A"/>
                </a:solidFill>
                <a:latin typeface="Liberation Sans"/>
                <a:ea typeface="Liberation Sans"/>
                <a:cs typeface="Liberation Sans"/>
              </a:defRPr>
            </a:lvl9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I can explain that animals get food by eating, and plants can make their own food.</a:t>
            </a:r>
          </a:p>
        </p:txBody>
      </p:sp>
      <p:sp>
        <p:nvSpPr>
          <p:cNvPr id="16" name="blank-version-footer">
            <a:extLst xmlns:a="http://schemas.openxmlformats.org/drawingml/2006/main">
              <a:ext uri="{FF2B5EF4-FFF2-40B4-BE49-F238E27FC236}">
                <a16:creationId xmlns:a16="http://schemas.microsoft.com/office/drawing/2014/main" id="{CC1B457B-CE3A-45F3-958D-BA371BD7D1A0}"/>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vl1pPr algn="l">
              <a:defRPr sz="1425" b="0">
                <a:solidFill>
                  <a:srgbClr val="46586A"/>
                </a:solidFill>
                <a:latin typeface="Liberation Sans"/>
                <a:ea typeface="Liberation Sans"/>
                <a:cs typeface="Liberation Sans"/>
              </a:defRPr>
            </a:lvl1pPr>
            <a:lvl2pPr algn="l">
              <a:defRPr sz="1425" b="0">
                <a:solidFill>
                  <a:srgbClr val="46586A"/>
                </a:solidFill>
                <a:latin typeface="Liberation Sans"/>
                <a:ea typeface="Liberation Sans"/>
                <a:cs typeface="Liberation Sans"/>
              </a:defRPr>
            </a:lvl2pPr>
            <a:lvl3pPr algn="l">
              <a:defRPr sz="1425" b="0">
                <a:solidFill>
                  <a:srgbClr val="46586A"/>
                </a:solidFill>
                <a:latin typeface="Liberation Sans"/>
                <a:ea typeface="Liberation Sans"/>
                <a:cs typeface="Liberation Sans"/>
              </a:defRPr>
            </a:lvl3pPr>
            <a:lvl4pPr algn="l">
              <a:defRPr sz="1425" b="0">
                <a:solidFill>
                  <a:srgbClr val="46586A"/>
                </a:solidFill>
                <a:latin typeface="Liberation Sans"/>
                <a:ea typeface="Liberation Sans"/>
                <a:cs typeface="Liberation Sans"/>
              </a:defRPr>
            </a:lvl4pPr>
            <a:lvl5pPr algn="l">
              <a:defRPr sz="1425" b="0">
                <a:solidFill>
                  <a:srgbClr val="46586A"/>
                </a:solidFill>
                <a:latin typeface="Liberation Sans"/>
                <a:ea typeface="Liberation Sans"/>
                <a:cs typeface="Liberation Sans"/>
              </a:defRPr>
            </a:lvl5pPr>
            <a:lvl6pPr algn="l">
              <a:defRPr sz="1425" b="0">
                <a:solidFill>
                  <a:srgbClr val="46586A"/>
                </a:solidFill>
                <a:latin typeface="Liberation Sans"/>
                <a:ea typeface="Liberation Sans"/>
                <a:cs typeface="Liberation Sans"/>
              </a:defRPr>
            </a:lvl6pPr>
            <a:lvl7pPr algn="l">
              <a:defRPr sz="1425" b="0">
                <a:solidFill>
                  <a:srgbClr val="46586A"/>
                </a:solidFill>
                <a:latin typeface="Liberation Sans"/>
                <a:ea typeface="Liberation Sans"/>
                <a:cs typeface="Liberation Sans"/>
              </a:defRPr>
            </a:lvl7pPr>
            <a:lvl8pPr algn="l">
              <a:defRPr sz="1425" b="0">
                <a:solidFill>
                  <a:srgbClr val="46586A"/>
                </a:solidFill>
                <a:latin typeface="Liberation Sans"/>
                <a:ea typeface="Liberation Sans"/>
                <a:cs typeface="Liberation Sans"/>
              </a:defRPr>
            </a:lvl8pPr>
            <a:lvl9pPr algn="l">
              <a:defRPr sz="1425" b="0">
                <a:solidFill>
                  <a:srgbClr val="46586A"/>
                </a:solidFill>
                <a:latin typeface="Liberation Sans"/>
                <a:ea typeface="Liberation Sans"/>
                <a:cs typeface="Liberation Sans"/>
              </a:defRPr>
            </a:lvl9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SCI-BUILD-A1-W08-P1 · Version: ______ · Source page SHA-256: ______</a:t>
            </a:r>
          </a:p>
        </p:txBody>
      </p:sp>
      <p:sp>
        <p:nvSpPr>
          <p:cNvPr id="17" name="slide-progress">
            <a:extLst xmlns:a="http://schemas.openxmlformats.org/drawingml/2006/main">
              <a:ext uri="{FF2B5EF4-FFF2-40B4-BE49-F238E27FC236}">
                <a16:creationId xmlns:a16="http://schemas.microsoft.com/office/drawing/2014/main" id="{E4659A4B-7D35-4C0C-A820-0F03F6A6F59C}"/>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vl1pPr algn="r">
              <a:defRPr sz="1425" b="0">
                <a:solidFill>
                  <a:srgbClr val="46586A"/>
                </a:solidFill>
                <a:latin typeface="Liberation Sans"/>
                <a:ea typeface="Liberation Sans"/>
                <a:cs typeface="Liberation Sans"/>
              </a:defRPr>
            </a:lvl1pPr>
            <a:lvl2pPr algn="r">
              <a:defRPr sz="1425" b="0">
                <a:solidFill>
                  <a:srgbClr val="46586A"/>
                </a:solidFill>
                <a:latin typeface="Liberation Sans"/>
                <a:ea typeface="Liberation Sans"/>
                <a:cs typeface="Liberation Sans"/>
              </a:defRPr>
            </a:lvl2pPr>
            <a:lvl3pPr algn="r">
              <a:defRPr sz="1425" b="0">
                <a:solidFill>
                  <a:srgbClr val="46586A"/>
                </a:solidFill>
                <a:latin typeface="Liberation Sans"/>
                <a:ea typeface="Liberation Sans"/>
                <a:cs typeface="Liberation Sans"/>
              </a:defRPr>
            </a:lvl3pPr>
            <a:lvl4pPr algn="r">
              <a:defRPr sz="1425" b="0">
                <a:solidFill>
                  <a:srgbClr val="46586A"/>
                </a:solidFill>
                <a:latin typeface="Liberation Sans"/>
                <a:ea typeface="Liberation Sans"/>
                <a:cs typeface="Liberation Sans"/>
              </a:defRPr>
            </a:lvl4pPr>
            <a:lvl5pPr algn="r">
              <a:defRPr sz="1425" b="0">
                <a:solidFill>
                  <a:srgbClr val="46586A"/>
                </a:solidFill>
                <a:latin typeface="Liberation Sans"/>
                <a:ea typeface="Liberation Sans"/>
                <a:cs typeface="Liberation Sans"/>
              </a:defRPr>
            </a:lvl5pPr>
            <a:lvl6pPr algn="r">
              <a:defRPr sz="1425" b="0">
                <a:solidFill>
                  <a:srgbClr val="46586A"/>
                </a:solidFill>
                <a:latin typeface="Liberation Sans"/>
                <a:ea typeface="Liberation Sans"/>
                <a:cs typeface="Liberation Sans"/>
              </a:defRPr>
            </a:lvl6pPr>
            <a:lvl7pPr algn="r">
              <a:defRPr sz="1425" b="0">
                <a:solidFill>
                  <a:srgbClr val="46586A"/>
                </a:solidFill>
                <a:latin typeface="Liberation Sans"/>
                <a:ea typeface="Liberation Sans"/>
                <a:cs typeface="Liberation Sans"/>
              </a:defRPr>
            </a:lvl7pPr>
            <a:lvl8pPr algn="r">
              <a:defRPr sz="1425" b="0">
                <a:solidFill>
                  <a:srgbClr val="46586A"/>
                </a:solidFill>
                <a:latin typeface="Liberation Sans"/>
                <a:ea typeface="Liberation Sans"/>
                <a:cs typeface="Liberation Sans"/>
              </a:defRPr>
            </a:lvl8pPr>
            <a:lvl9pPr algn="r">
              <a:defRPr sz="1425" b="0">
                <a:solidFill>
                  <a:srgbClr val="46586A"/>
                </a:solidFill>
                <a:latin typeface="Liberation Sans"/>
                <a:ea typeface="Liberation Sans"/>
                <a:cs typeface="Liberation Sans"/>
              </a:defRPr>
            </a:lvl9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14 / 29</a:t>
            </a:r>
          </a:p>
        </p:txBody>
      </p:sp>
      <p:sp>
        <p:nvSpPr>
          <p:cNvPr id="18" name="licence-footer">
            <a:extLst xmlns:a="http://schemas.openxmlformats.org/drawingml/2006/main">
              <a:ext uri="{FF2B5EF4-FFF2-40B4-BE49-F238E27FC236}">
                <a16:creationId xmlns:a16="http://schemas.microsoft.com/office/drawing/2014/main" id="{FC2FB91E-E6E9-4AA7-80CF-B762AD19C3A4}"/>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vl1pPr algn="l">
              <a:defRPr sz="1425" b="0">
                <a:solidFill>
                  <a:srgbClr val="46586A"/>
                </a:solidFill>
                <a:latin typeface="Liberation Sans"/>
                <a:ea typeface="Liberation Sans"/>
                <a:cs typeface="Liberation Sans"/>
              </a:defRPr>
            </a:lvl1pPr>
            <a:lvl2pPr algn="l">
              <a:defRPr sz="1425" b="0">
                <a:solidFill>
                  <a:srgbClr val="46586A"/>
                </a:solidFill>
                <a:latin typeface="Liberation Sans"/>
                <a:ea typeface="Liberation Sans"/>
                <a:cs typeface="Liberation Sans"/>
              </a:defRPr>
            </a:lvl2pPr>
            <a:lvl3pPr algn="l">
              <a:defRPr sz="1425" b="0">
                <a:solidFill>
                  <a:srgbClr val="46586A"/>
                </a:solidFill>
                <a:latin typeface="Liberation Sans"/>
                <a:ea typeface="Liberation Sans"/>
                <a:cs typeface="Liberation Sans"/>
              </a:defRPr>
            </a:lvl3pPr>
            <a:lvl4pPr algn="l">
              <a:defRPr sz="1425" b="0">
                <a:solidFill>
                  <a:srgbClr val="46586A"/>
                </a:solidFill>
                <a:latin typeface="Liberation Sans"/>
                <a:ea typeface="Liberation Sans"/>
                <a:cs typeface="Liberation Sans"/>
              </a:defRPr>
            </a:lvl4pPr>
            <a:lvl5pPr algn="l">
              <a:defRPr sz="1425" b="0">
                <a:solidFill>
                  <a:srgbClr val="46586A"/>
                </a:solidFill>
                <a:latin typeface="Liberation Sans"/>
                <a:ea typeface="Liberation Sans"/>
                <a:cs typeface="Liberation Sans"/>
              </a:defRPr>
            </a:lvl5pPr>
            <a:lvl6pPr algn="l">
              <a:defRPr sz="1425" b="0">
                <a:solidFill>
                  <a:srgbClr val="46586A"/>
                </a:solidFill>
                <a:latin typeface="Liberation Sans"/>
                <a:ea typeface="Liberation Sans"/>
                <a:cs typeface="Liberation Sans"/>
              </a:defRPr>
            </a:lvl6pPr>
            <a:lvl7pPr algn="l">
              <a:defRPr sz="1425" b="0">
                <a:solidFill>
                  <a:srgbClr val="46586A"/>
                </a:solidFill>
                <a:latin typeface="Liberation Sans"/>
                <a:ea typeface="Liberation Sans"/>
                <a:cs typeface="Liberation Sans"/>
              </a:defRPr>
            </a:lvl7pPr>
            <a:lvl8pPr algn="l">
              <a:defRPr sz="1425" b="0">
                <a:solidFill>
                  <a:srgbClr val="46586A"/>
                </a:solidFill>
                <a:latin typeface="Liberation Sans"/>
                <a:ea typeface="Liberation Sans"/>
                <a:cs typeface="Liberation Sans"/>
              </a:defRPr>
            </a:lvl8pPr>
            <a:lvl9pPr algn="l">
              <a:defRPr sz="1425" b="0">
                <a:solidFill>
                  <a:srgbClr val="46586A"/>
                </a:solidFill>
                <a:latin typeface="Liberation Sans"/>
                <a:ea typeface="Liberation Sans"/>
                <a:cs typeface="Liberation Sans"/>
              </a:defRPr>
            </a:lvl9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9" name="">
            <a:extLst xmlns:a="http://schemas.openxmlformats.org/drawingml/2006/main">
              <a:ext uri="{FF2B5EF4-FFF2-40B4-BE49-F238E27FC236}">
                <a16:creationId xmlns:a16="http://schemas.microsoft.com/office/drawing/2014/main" id="{ECD6858E-29FD-4835-9B2C-1146B03D5C96}"/>
              </a:ext>
            </a:extLst>
          </p:cNvPr>
          <p:cNvPicPr>
            <a:picLocks xmlns:a="http://schemas.openxmlformats.org/drawingml/2006/main" noChangeAspect="1"/>
          </p:cNvPicPr>
          <p:nvPr/>
        </p:nvPicPr>
        <p:blipFill>
          <a:blip xmlns:r="http://schemas.openxmlformats.org/officeDocument/2006/relationships" xmlns:a="http://schemas.openxmlformats.org/drawingml/2006/main" r:embed="Ra34e5ca0d9fd4be0"/>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20" name="pupil-text">
            <a:extLst xmlns:a="http://schemas.openxmlformats.org/drawingml/2006/main">
              <a:ext uri="{FF2B5EF4-FFF2-40B4-BE49-F238E27FC236}">
                <a16:creationId xmlns:a16="http://schemas.microsoft.com/office/drawing/2014/main" id="{CAAA9E55-03F7-4D28-93FE-09D943761700}"/>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Record one claim and one limit from the model.</a:t>
            </a:r>
          </a:p>
        </p:txBody>
      </p:sp>
      <p:sp>
        <p:nvSpPr>
          <p:cNvPr id="21" name="pupil-text">
            <a:extLst xmlns:a="http://schemas.openxmlformats.org/drawingml/2006/main">
              <a:ext uri="{FF2B5EF4-FFF2-40B4-BE49-F238E27FC236}">
                <a16:creationId xmlns:a16="http://schemas.microsoft.com/office/drawing/2014/main" id="{FB4E1C40-094D-416B-825A-2042F0D2034B}"/>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Show an arrow that points the wrong way. Use the food clue to fix it. Do not just use the order of</a:t>
            </a:r>
          </a:p>
        </p:txBody>
      </p:sp>
      <p:sp>
        <p:nvSpPr>
          <p:cNvPr id="22" name="pupil-text">
            <a:extLst xmlns:a="http://schemas.openxmlformats.org/drawingml/2006/main">
              <a:ext uri="{FF2B5EF4-FFF2-40B4-BE49-F238E27FC236}">
                <a16:creationId xmlns:a16="http://schemas.microsoft.com/office/drawing/2014/main" id="{D6DC87A1-4C36-45A5-8A45-8AC87BB3F67A}"/>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the names.</a:t>
            </a:r>
          </a:p>
        </p:txBody>
      </p:sp>
      <p:sp>
        <p:nvSpPr>
          <p:cNvPr id="23" name="pupil-text">
            <a:extLst xmlns:a="http://schemas.openxmlformats.org/drawingml/2006/main">
              <a:ext uri="{FF2B5EF4-FFF2-40B4-BE49-F238E27FC236}">
                <a16:creationId xmlns:a16="http://schemas.microsoft.com/office/drawing/2014/main" id="{BDA2A372-FCE0-4095-971F-BEA1BE1B2AE4}"/>
              </a:ext>
            </a:extLst>
          </p:cNvPr>
          <p:cNvSpPr>
            <a:spLocks xmlns:a="http://schemas.openxmlformats.org/drawingml/2006/main" noGrp="1"/>
          </p:cNvSpPr>
          <p:nvPr/>
        </p:nvSpPr>
        <p:spPr>
          <a:xfrm xmlns:a="http://schemas.openxmlformats.org/drawingml/2006/main">
            <a:off x="457200" y="2828925"/>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The fox is a consumer. It cannot make its own food. It has to eat.</a:t>
            </a:r>
          </a:p>
        </p:txBody>
      </p:sp>
      <p:sp>
        <p:nvSpPr>
          <p:cNvPr id="24" name="pupil-text">
            <a:extLst xmlns:a="http://schemas.openxmlformats.org/drawingml/2006/main">
              <a:ext uri="{FF2B5EF4-FFF2-40B4-BE49-F238E27FC236}">
                <a16:creationId xmlns:a16="http://schemas.microsoft.com/office/drawing/2014/main" id="{290F6361-8B21-49E4-8D51-7467524276BD}"/>
              </a:ext>
            </a:extLst>
          </p:cNvPr>
          <p:cNvSpPr>
            <a:spLocks xmlns:a="http://schemas.openxmlformats.org/drawingml/2006/main" noGrp="1"/>
          </p:cNvSpPr>
          <p:nvPr/>
        </p:nvSpPr>
        <p:spPr>
          <a:xfrm xmlns:a="http://schemas.openxmlformats.org/drawingml/2006/main">
            <a:off x="457200" y="3219450"/>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Cover the plant. The next animal loses this food. This may change things for an animal farther along</a:t>
            </a:r>
          </a:p>
        </p:txBody>
      </p:sp>
      <p:sp>
        <p:nvSpPr>
          <p:cNvPr id="25" name="pupil-text">
            <a:extLst xmlns:a="http://schemas.openxmlformats.org/drawingml/2006/main">
              <a:ext uri="{FF2B5EF4-FFF2-40B4-BE49-F238E27FC236}">
                <a16:creationId xmlns:a16="http://schemas.microsoft.com/office/drawing/2014/main" id="{60166A47-FB79-4F0E-832F-3B1193D1DB5C}"/>
              </a:ext>
            </a:extLst>
          </p:cNvPr>
          <p:cNvSpPr>
            <a:spLocks xmlns:a="http://schemas.openxmlformats.org/drawingml/2006/main" noGrp="1"/>
          </p:cNvSpPr>
          <p:nvPr/>
        </p:nvSpPr>
        <p:spPr>
          <a:xfrm xmlns:a="http://schemas.openxmlformats.org/drawingml/2006/main">
            <a:off x="457200" y="3514725"/>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too. Real animals may eat other foods.</a:t>
            </a:r>
          </a:p>
        </p:txBody>
      </p:sp>
      <p:sp>
        <p:nvSpPr>
          <p:cNvPr id="26" name="pupil-text">
            <a:extLst xmlns:a="http://schemas.openxmlformats.org/drawingml/2006/main">
              <a:ext uri="{FF2B5EF4-FFF2-40B4-BE49-F238E27FC236}">
                <a16:creationId xmlns:a16="http://schemas.microsoft.com/office/drawing/2014/main" id="{9EE5772E-06EF-4C73-891C-11C1EB6878CA}"/>
              </a:ext>
            </a:extLst>
          </p:cNvPr>
          <p:cNvSpPr>
            <a:spLocks xmlns:a="http://schemas.openxmlformats.org/drawingml/2006/main" noGrp="1"/>
          </p:cNvSpPr>
          <p:nvPr/>
        </p:nvSpPr>
        <p:spPr>
          <a:xfrm xmlns:a="http://schemas.openxmlformats.org/drawingml/2006/main">
            <a:off x="457200" y="3905250"/>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Follow an arrow. Say “is eaten by”. This keeps its meaning clear.</a:t>
            </a:r>
          </a:p>
        </p:txBody>
      </p:sp>
      <p:sp>
        <p:nvSpPr>
          <p:cNvPr id="27" name="pupil-text">
            <a:extLst xmlns:a="http://schemas.openxmlformats.org/drawingml/2006/main">
              <a:ext uri="{FF2B5EF4-FFF2-40B4-BE49-F238E27FC236}">
                <a16:creationId xmlns:a16="http://schemas.microsoft.com/office/drawing/2014/main" id="{FC382709-B6F0-4E51-8341-AC85FBDF4E30}"/>
              </a:ext>
            </a:extLst>
          </p:cNvPr>
          <p:cNvSpPr>
            <a:spLocks xmlns:a="http://schemas.openxmlformats.org/drawingml/2006/main" noGrp="1"/>
          </p:cNvSpPr>
          <p:nvPr/>
        </p:nvSpPr>
        <p:spPr>
          <a:xfrm xmlns:a="http://schemas.openxmlformats.org/drawingml/2006/main">
            <a:off x="457200" y="4295775"/>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 simple chain shows some food links. It is not a full food web. It cannot tell us the exact number of</a:t>
            </a:r>
          </a:p>
        </p:txBody>
      </p:sp>
      <p:sp>
        <p:nvSpPr>
          <p:cNvPr id="28" name="pupil-text">
            <a:extLst xmlns:a="http://schemas.openxmlformats.org/drawingml/2006/main">
              <a:ext uri="{FF2B5EF4-FFF2-40B4-BE49-F238E27FC236}">
                <a16:creationId xmlns:a16="http://schemas.microsoft.com/office/drawing/2014/main" id="{655DE715-FEF4-4DE2-9D83-8230122729E2}"/>
              </a:ext>
            </a:extLst>
          </p:cNvPr>
          <p:cNvSpPr>
            <a:spLocks xmlns:a="http://schemas.openxmlformats.org/drawingml/2006/main" noGrp="1"/>
          </p:cNvSpPr>
          <p:nvPr/>
        </p:nvSpPr>
        <p:spPr>
          <a:xfrm xmlns:a="http://schemas.openxmlformats.org/drawingml/2006/main">
            <a:off x="457200" y="4591050"/>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animals.</a:t>
            </a:r>
          </a:p>
        </p:txBody>
      </p:sp>
    </p:spTree>
    <p:extLst>
      <p:ext uri="{BB962C8B-B14F-4D97-AF65-F5344CB8AC3E}">
        <p14:creationId xmlns:p14="http://schemas.microsoft.com/office/powerpoint/2010/main" val="21481446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lesson-header">
            <a:extLst xmlns:a="http://schemas.openxmlformats.org/drawingml/2006/main">
              <a:ext uri="{FF2B5EF4-FFF2-40B4-BE49-F238E27FC236}">
                <a16:creationId xmlns:a16="http://schemas.microsoft.com/office/drawing/2014/main" id="{E91C5FD0-91BE-4B93-A0D9-63B1F7D8EEBC}"/>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vl1pPr algn="l">
              <a:defRPr sz="1425" b="1">
                <a:solidFill>
                  <a:srgbClr val="355E7B"/>
                </a:solidFill>
                <a:latin typeface="Liberation Sans"/>
                <a:ea typeface="Liberation Sans"/>
                <a:cs typeface="Liberation Sans"/>
              </a:defRPr>
            </a:lvl1pPr>
            <a:lvl2pPr algn="l">
              <a:defRPr sz="1425" b="1">
                <a:solidFill>
                  <a:srgbClr val="355E7B"/>
                </a:solidFill>
                <a:latin typeface="Liberation Sans"/>
                <a:ea typeface="Liberation Sans"/>
                <a:cs typeface="Liberation Sans"/>
              </a:defRPr>
            </a:lvl2pPr>
            <a:lvl3pPr algn="l">
              <a:defRPr sz="1425" b="1">
                <a:solidFill>
                  <a:srgbClr val="355E7B"/>
                </a:solidFill>
                <a:latin typeface="Liberation Sans"/>
                <a:ea typeface="Liberation Sans"/>
                <a:cs typeface="Liberation Sans"/>
              </a:defRPr>
            </a:lvl3pPr>
            <a:lvl4pPr algn="l">
              <a:defRPr sz="1425" b="1">
                <a:solidFill>
                  <a:srgbClr val="355E7B"/>
                </a:solidFill>
                <a:latin typeface="Liberation Sans"/>
                <a:ea typeface="Liberation Sans"/>
                <a:cs typeface="Liberation Sans"/>
              </a:defRPr>
            </a:lvl4pPr>
            <a:lvl5pPr algn="l">
              <a:defRPr sz="1425" b="1">
                <a:solidFill>
                  <a:srgbClr val="355E7B"/>
                </a:solidFill>
                <a:latin typeface="Liberation Sans"/>
                <a:ea typeface="Liberation Sans"/>
                <a:cs typeface="Liberation Sans"/>
              </a:defRPr>
            </a:lvl5pPr>
            <a:lvl6pPr algn="l">
              <a:defRPr sz="1425" b="1">
                <a:solidFill>
                  <a:srgbClr val="355E7B"/>
                </a:solidFill>
                <a:latin typeface="Liberation Sans"/>
                <a:ea typeface="Liberation Sans"/>
                <a:cs typeface="Liberation Sans"/>
              </a:defRPr>
            </a:lvl6pPr>
            <a:lvl7pPr algn="l">
              <a:defRPr sz="1425" b="1">
                <a:solidFill>
                  <a:srgbClr val="355E7B"/>
                </a:solidFill>
                <a:latin typeface="Liberation Sans"/>
                <a:ea typeface="Liberation Sans"/>
                <a:cs typeface="Liberation Sans"/>
              </a:defRPr>
            </a:lvl7pPr>
            <a:lvl8pPr algn="l">
              <a:defRPr sz="1425" b="1">
                <a:solidFill>
                  <a:srgbClr val="355E7B"/>
                </a:solidFill>
                <a:latin typeface="Liberation Sans"/>
                <a:ea typeface="Liberation Sans"/>
                <a:cs typeface="Liberation Sans"/>
              </a:defRPr>
            </a:lvl8pPr>
            <a:lvl9pPr algn="l">
              <a:defRPr sz="1425" b="1">
                <a:solidFill>
                  <a:srgbClr val="355E7B"/>
                </a:solidFill>
                <a:latin typeface="Liberation Sans"/>
                <a:ea typeface="Liberation Sans"/>
                <a:cs typeface="Liberation Sans"/>
              </a:defRPr>
            </a:lvl9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SCIENCE · AUTUMN 1 · Week 8</a:t>
            </a:r>
          </a:p>
        </p:txBody>
      </p:sp>
      <p:sp>
        <p:nvSpPr>
          <p:cNvPr id="2" name="stage-clock">
            <a:extLst xmlns:a="http://schemas.openxmlformats.org/drawingml/2006/main">
              <a:ext uri="{FF2B5EF4-FFF2-40B4-BE49-F238E27FC236}">
                <a16:creationId xmlns:a16="http://schemas.microsoft.com/office/drawing/2014/main" id="{5C3E2119-F305-4034-B6F0-267683CDF089}"/>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vl1pPr algn="r">
              <a:defRPr sz="1425" b="1">
                <a:solidFill>
                  <a:srgbClr val="355E7B"/>
                </a:solidFill>
                <a:latin typeface="Liberation Sans"/>
                <a:ea typeface="Liberation Sans"/>
                <a:cs typeface="Liberation Sans"/>
              </a:defRPr>
            </a:lvl1pPr>
            <a:lvl2pPr algn="r">
              <a:defRPr sz="1425" b="1">
                <a:solidFill>
                  <a:srgbClr val="355E7B"/>
                </a:solidFill>
                <a:latin typeface="Liberation Sans"/>
                <a:ea typeface="Liberation Sans"/>
                <a:cs typeface="Liberation Sans"/>
              </a:defRPr>
            </a:lvl2pPr>
            <a:lvl3pPr algn="r">
              <a:defRPr sz="1425" b="1">
                <a:solidFill>
                  <a:srgbClr val="355E7B"/>
                </a:solidFill>
                <a:latin typeface="Liberation Sans"/>
                <a:ea typeface="Liberation Sans"/>
                <a:cs typeface="Liberation Sans"/>
              </a:defRPr>
            </a:lvl3pPr>
            <a:lvl4pPr algn="r">
              <a:defRPr sz="1425" b="1">
                <a:solidFill>
                  <a:srgbClr val="355E7B"/>
                </a:solidFill>
                <a:latin typeface="Liberation Sans"/>
                <a:ea typeface="Liberation Sans"/>
                <a:cs typeface="Liberation Sans"/>
              </a:defRPr>
            </a:lvl4pPr>
            <a:lvl5pPr algn="r">
              <a:defRPr sz="1425" b="1">
                <a:solidFill>
                  <a:srgbClr val="355E7B"/>
                </a:solidFill>
                <a:latin typeface="Liberation Sans"/>
                <a:ea typeface="Liberation Sans"/>
                <a:cs typeface="Liberation Sans"/>
              </a:defRPr>
            </a:lvl5pPr>
            <a:lvl6pPr algn="r">
              <a:defRPr sz="1425" b="1">
                <a:solidFill>
                  <a:srgbClr val="355E7B"/>
                </a:solidFill>
                <a:latin typeface="Liberation Sans"/>
                <a:ea typeface="Liberation Sans"/>
                <a:cs typeface="Liberation Sans"/>
              </a:defRPr>
            </a:lvl6pPr>
            <a:lvl7pPr algn="r">
              <a:defRPr sz="1425" b="1">
                <a:solidFill>
                  <a:srgbClr val="355E7B"/>
                </a:solidFill>
                <a:latin typeface="Liberation Sans"/>
                <a:ea typeface="Liberation Sans"/>
                <a:cs typeface="Liberation Sans"/>
              </a:defRPr>
            </a:lvl7pPr>
            <a:lvl8pPr algn="r">
              <a:defRPr sz="1425" b="1">
                <a:solidFill>
                  <a:srgbClr val="355E7B"/>
                </a:solidFill>
                <a:latin typeface="Liberation Sans"/>
                <a:ea typeface="Liberation Sans"/>
                <a:cs typeface="Liberation Sans"/>
              </a:defRPr>
            </a:lvl8pPr>
            <a:lvl9pPr algn="r">
              <a:defRPr sz="1425" b="1">
                <a:solidFill>
                  <a:srgbClr val="355E7B"/>
                </a:solidFill>
                <a:latin typeface="Liberation Sans"/>
                <a:ea typeface="Liberation Sans"/>
                <a:cs typeface="Liberation Sans"/>
              </a:defRPr>
            </a:lvl9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We do · evidence desk · 4 min · 17 to 21</a:t>
            </a:r>
          </a:p>
        </p:txBody>
      </p:sp>
      <p:sp>
        <p:nvSpPr>
          <p:cNvPr id="3" name="slide-title">
            <a:extLst xmlns:a="http://schemas.openxmlformats.org/drawingml/2006/main">
              <a:ext uri="{FF2B5EF4-FFF2-40B4-BE49-F238E27FC236}">
                <a16:creationId xmlns:a16="http://schemas.microsoft.com/office/drawing/2014/main" id="{29D281AF-815A-474B-AD19-EF7035D79A4B}"/>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vl1pPr algn="l">
              <a:defRPr sz="2700" b="1">
                <a:solidFill>
                  <a:srgbClr val="355E7B"/>
                </a:solidFill>
                <a:latin typeface="Liberation Sans"/>
                <a:ea typeface="Liberation Sans"/>
                <a:cs typeface="Liberation Sans"/>
              </a:defRPr>
            </a:lvl1pPr>
            <a:lvl2pPr algn="l">
              <a:defRPr sz="2700" b="1">
                <a:solidFill>
                  <a:srgbClr val="355E7B"/>
                </a:solidFill>
                <a:latin typeface="Liberation Sans"/>
                <a:ea typeface="Liberation Sans"/>
                <a:cs typeface="Liberation Sans"/>
              </a:defRPr>
            </a:lvl2pPr>
            <a:lvl3pPr algn="l">
              <a:defRPr sz="2700" b="1">
                <a:solidFill>
                  <a:srgbClr val="355E7B"/>
                </a:solidFill>
                <a:latin typeface="Liberation Sans"/>
                <a:ea typeface="Liberation Sans"/>
                <a:cs typeface="Liberation Sans"/>
              </a:defRPr>
            </a:lvl3pPr>
            <a:lvl4pPr algn="l">
              <a:defRPr sz="2700" b="1">
                <a:solidFill>
                  <a:srgbClr val="355E7B"/>
                </a:solidFill>
                <a:latin typeface="Liberation Sans"/>
                <a:ea typeface="Liberation Sans"/>
                <a:cs typeface="Liberation Sans"/>
              </a:defRPr>
            </a:lvl4pPr>
            <a:lvl5pPr algn="l">
              <a:defRPr sz="2700" b="1">
                <a:solidFill>
                  <a:srgbClr val="355E7B"/>
                </a:solidFill>
                <a:latin typeface="Liberation Sans"/>
                <a:ea typeface="Liberation Sans"/>
                <a:cs typeface="Liberation Sans"/>
              </a:defRPr>
            </a:lvl5pPr>
            <a:lvl6pPr algn="l">
              <a:defRPr sz="2700" b="1">
                <a:solidFill>
                  <a:srgbClr val="355E7B"/>
                </a:solidFill>
                <a:latin typeface="Liberation Sans"/>
                <a:ea typeface="Liberation Sans"/>
                <a:cs typeface="Liberation Sans"/>
              </a:defRPr>
            </a:lvl6pPr>
            <a:lvl7pPr algn="l">
              <a:defRPr sz="2700" b="1">
                <a:solidFill>
                  <a:srgbClr val="355E7B"/>
                </a:solidFill>
                <a:latin typeface="Liberation Sans"/>
                <a:ea typeface="Liberation Sans"/>
                <a:cs typeface="Liberation Sans"/>
              </a:defRPr>
            </a:lvl7pPr>
            <a:lvl8pPr algn="l">
              <a:defRPr sz="2700" b="1">
                <a:solidFill>
                  <a:srgbClr val="355E7B"/>
                </a:solidFill>
                <a:latin typeface="Liberation Sans"/>
                <a:ea typeface="Liberation Sans"/>
                <a:cs typeface="Liberation Sans"/>
              </a:defRPr>
            </a:lvl8pPr>
            <a:lvl9pPr algn="l">
              <a:defRPr sz="2700" b="1">
                <a:solidFill>
                  <a:srgbClr val="355E7B"/>
                </a:solidFill>
                <a:latin typeface="Liberation Sans"/>
                <a:ea typeface="Liberation Sans"/>
                <a:cs typeface="Liberation Sans"/>
              </a:defRPr>
            </a:lvl9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We do · evidence desk</a:t>
            </a:r>
          </a:p>
        </p:txBody>
      </p:sp>
      <p:sp>
        <p:nvSpPr>
          <p:cNvPr id="4" name="shape">
            <a:extLst xmlns:a="http://schemas.openxmlformats.org/drawingml/2006/main">
              <a:ext uri="{FF2B5EF4-FFF2-40B4-BE49-F238E27FC236}">
                <a16:creationId xmlns:a16="http://schemas.microsoft.com/office/drawing/2014/main" id="{907FA3AC-7E9E-4DD0-A7C4-0E7B0AB5456B}"/>
              </a:ext>
            </a:extLst>
          </p:cNvPr>
          <p:cNvSpPr>
            <a:spLocks xmlns:a="http://schemas.openxmlformats.org/drawingml/2006/main" noGrp="1"/>
          </p:cNvSpPr>
          <p:nvPr/>
        </p:nvSpPr>
        <p:spPr>
          <a:xfrm xmlns:a="http://schemas.openxmlformats.org/drawingml/2006/main">
            <a:off x="381000"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629FD3E8-8F83-4A4B-A622-8A052A7BC76E}"/>
              </a:ext>
            </a:extLst>
          </p:cNvPr>
          <p:cNvSpPr>
            <a:spLocks xmlns:a="http://schemas.openxmlformats.org/drawingml/2006/main" noGrp="1"/>
          </p:cNvSpPr>
          <p:nvPr/>
        </p:nvSpPr>
        <p:spPr>
          <a:xfrm xmlns:a="http://schemas.openxmlformats.org/drawingml/2006/main">
            <a:off x="1234678"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08EF165A-4165-43DB-81F6-4C1ECBF436AF}"/>
              </a:ext>
            </a:extLst>
          </p:cNvPr>
          <p:cNvSpPr>
            <a:spLocks xmlns:a="http://schemas.openxmlformats.org/drawingml/2006/main" noGrp="1"/>
          </p:cNvSpPr>
          <p:nvPr/>
        </p:nvSpPr>
        <p:spPr>
          <a:xfrm xmlns:a="http://schemas.openxmlformats.org/drawingml/2006/main">
            <a:off x="2088356"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77CA1B59-9F01-4709-A6E7-3294AA6F64B9}"/>
              </a:ext>
            </a:extLst>
          </p:cNvPr>
          <p:cNvSpPr>
            <a:spLocks xmlns:a="http://schemas.openxmlformats.org/drawingml/2006/main" noGrp="1"/>
          </p:cNvSpPr>
          <p:nvPr/>
        </p:nvSpPr>
        <p:spPr>
          <a:xfrm xmlns:a="http://schemas.openxmlformats.org/drawingml/2006/main">
            <a:off x="3226594"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AA32E5B5-A434-42AA-8308-EB6B4CBF17B3}"/>
              </a:ext>
            </a:extLst>
          </p:cNvPr>
          <p:cNvSpPr>
            <a:spLocks xmlns:a="http://schemas.openxmlformats.org/drawingml/2006/main" noGrp="1"/>
          </p:cNvSpPr>
          <p:nvPr/>
        </p:nvSpPr>
        <p:spPr>
          <a:xfrm xmlns:a="http://schemas.openxmlformats.org/drawingml/2006/main">
            <a:off x="4364831"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7988B788-EFE6-459B-8F02-FEC1F99D5D91}"/>
              </a:ext>
            </a:extLst>
          </p:cNvPr>
          <p:cNvSpPr>
            <a:spLocks xmlns:a="http://schemas.openxmlformats.org/drawingml/2006/main" noGrp="1"/>
          </p:cNvSpPr>
          <p:nvPr/>
        </p:nvSpPr>
        <p:spPr>
          <a:xfrm xmlns:a="http://schemas.openxmlformats.org/drawingml/2006/main">
            <a:off x="5218509" y="1381125"/>
            <a:ext cx="110966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0" name="shape">
            <a:extLst xmlns:a="http://schemas.openxmlformats.org/drawingml/2006/main">
              <a:ext uri="{FF2B5EF4-FFF2-40B4-BE49-F238E27FC236}">
                <a16:creationId xmlns:a16="http://schemas.microsoft.com/office/drawing/2014/main" id="{D030309D-49C7-44E5-BA26-F4B9C02B745D}"/>
              </a:ext>
            </a:extLst>
          </p:cNvPr>
          <p:cNvSpPr>
            <a:spLocks xmlns:a="http://schemas.openxmlformats.org/drawingml/2006/main" noGrp="1"/>
          </p:cNvSpPr>
          <p:nvPr/>
        </p:nvSpPr>
        <p:spPr>
          <a:xfrm xmlns:a="http://schemas.openxmlformats.org/drawingml/2006/main">
            <a:off x="6356747" y="1381125"/>
            <a:ext cx="540544"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1" name="shape">
            <a:extLst xmlns:a="http://schemas.openxmlformats.org/drawingml/2006/main">
              <a:ext uri="{FF2B5EF4-FFF2-40B4-BE49-F238E27FC236}">
                <a16:creationId xmlns:a16="http://schemas.microsoft.com/office/drawing/2014/main" id="{883E5B35-7E8F-4DFE-95A7-3F492DC8BFE8}"/>
              </a:ext>
            </a:extLst>
          </p:cNvPr>
          <p:cNvSpPr>
            <a:spLocks xmlns:a="http://schemas.openxmlformats.org/drawingml/2006/main" noGrp="1"/>
          </p:cNvSpPr>
          <p:nvPr/>
        </p:nvSpPr>
        <p:spPr>
          <a:xfrm xmlns:a="http://schemas.openxmlformats.org/drawingml/2006/main">
            <a:off x="6925866" y="1381125"/>
            <a:ext cx="540544"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2" name="shape">
            <a:extLst xmlns:a="http://schemas.openxmlformats.org/drawingml/2006/main">
              <a:ext uri="{FF2B5EF4-FFF2-40B4-BE49-F238E27FC236}">
                <a16:creationId xmlns:a16="http://schemas.microsoft.com/office/drawing/2014/main" id="{F0F80403-AF1B-4BA8-B439-1DEDE8A53C90}"/>
              </a:ext>
            </a:extLst>
          </p:cNvPr>
          <p:cNvSpPr>
            <a:spLocks xmlns:a="http://schemas.openxmlformats.org/drawingml/2006/main" noGrp="1"/>
          </p:cNvSpPr>
          <p:nvPr/>
        </p:nvSpPr>
        <p:spPr>
          <a:xfrm xmlns:a="http://schemas.openxmlformats.org/drawingml/2006/main">
            <a:off x="7494984"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3" name="shape">
            <a:extLst xmlns:a="http://schemas.openxmlformats.org/drawingml/2006/main">
              <a:ext uri="{FF2B5EF4-FFF2-40B4-BE49-F238E27FC236}">
                <a16:creationId xmlns:a16="http://schemas.microsoft.com/office/drawing/2014/main" id="{C3C5B597-DD95-4FBB-835F-C8774DE78003}"/>
              </a:ext>
            </a:extLst>
          </p:cNvPr>
          <p:cNvSpPr>
            <a:spLocks xmlns:a="http://schemas.openxmlformats.org/drawingml/2006/main" noGrp="1"/>
          </p:cNvSpPr>
          <p:nvPr/>
        </p:nvSpPr>
        <p:spPr>
          <a:xfrm xmlns:a="http://schemas.openxmlformats.org/drawingml/2006/main">
            <a:off x="9771459"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4" name="shape">
            <a:extLst xmlns:a="http://schemas.openxmlformats.org/drawingml/2006/main">
              <a:ext uri="{FF2B5EF4-FFF2-40B4-BE49-F238E27FC236}">
                <a16:creationId xmlns:a16="http://schemas.microsoft.com/office/drawing/2014/main" id="{7B1E5299-9F44-4100-B8FF-7A3B6986FE54}"/>
              </a:ext>
            </a:extLst>
          </p:cNvPr>
          <p:cNvSpPr>
            <a:spLocks xmlns:a="http://schemas.openxmlformats.org/drawingml/2006/main" noGrp="1"/>
          </p:cNvSpPr>
          <p:nvPr/>
        </p:nvSpPr>
        <p:spPr>
          <a:xfrm xmlns:a="http://schemas.openxmlformats.org/drawingml/2006/main">
            <a:off x="10625138"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5" name="objective-footer">
            <a:extLst xmlns:a="http://schemas.openxmlformats.org/drawingml/2006/main">
              <a:ext uri="{FF2B5EF4-FFF2-40B4-BE49-F238E27FC236}">
                <a16:creationId xmlns:a16="http://schemas.microsoft.com/office/drawing/2014/main" id="{8B2F28CB-FE29-49B6-A1FF-BC870C41BACC}"/>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vl1pPr algn="l">
              <a:defRPr sz="1425" b="0">
                <a:solidFill>
                  <a:srgbClr val="46586A"/>
                </a:solidFill>
                <a:latin typeface="Liberation Sans"/>
                <a:ea typeface="Liberation Sans"/>
                <a:cs typeface="Liberation Sans"/>
              </a:defRPr>
            </a:lvl1pPr>
            <a:lvl2pPr algn="l">
              <a:defRPr sz="1425" b="0">
                <a:solidFill>
                  <a:srgbClr val="46586A"/>
                </a:solidFill>
                <a:latin typeface="Liberation Sans"/>
                <a:ea typeface="Liberation Sans"/>
                <a:cs typeface="Liberation Sans"/>
              </a:defRPr>
            </a:lvl2pPr>
            <a:lvl3pPr algn="l">
              <a:defRPr sz="1425" b="0">
                <a:solidFill>
                  <a:srgbClr val="46586A"/>
                </a:solidFill>
                <a:latin typeface="Liberation Sans"/>
                <a:ea typeface="Liberation Sans"/>
                <a:cs typeface="Liberation Sans"/>
              </a:defRPr>
            </a:lvl3pPr>
            <a:lvl4pPr algn="l">
              <a:defRPr sz="1425" b="0">
                <a:solidFill>
                  <a:srgbClr val="46586A"/>
                </a:solidFill>
                <a:latin typeface="Liberation Sans"/>
                <a:ea typeface="Liberation Sans"/>
                <a:cs typeface="Liberation Sans"/>
              </a:defRPr>
            </a:lvl4pPr>
            <a:lvl5pPr algn="l">
              <a:defRPr sz="1425" b="0">
                <a:solidFill>
                  <a:srgbClr val="46586A"/>
                </a:solidFill>
                <a:latin typeface="Liberation Sans"/>
                <a:ea typeface="Liberation Sans"/>
                <a:cs typeface="Liberation Sans"/>
              </a:defRPr>
            </a:lvl5pPr>
            <a:lvl6pPr algn="l">
              <a:defRPr sz="1425" b="0">
                <a:solidFill>
                  <a:srgbClr val="46586A"/>
                </a:solidFill>
                <a:latin typeface="Liberation Sans"/>
                <a:ea typeface="Liberation Sans"/>
                <a:cs typeface="Liberation Sans"/>
              </a:defRPr>
            </a:lvl6pPr>
            <a:lvl7pPr algn="l">
              <a:defRPr sz="1425" b="0">
                <a:solidFill>
                  <a:srgbClr val="46586A"/>
                </a:solidFill>
                <a:latin typeface="Liberation Sans"/>
                <a:ea typeface="Liberation Sans"/>
                <a:cs typeface="Liberation Sans"/>
              </a:defRPr>
            </a:lvl7pPr>
            <a:lvl8pPr algn="l">
              <a:defRPr sz="1425" b="0">
                <a:solidFill>
                  <a:srgbClr val="46586A"/>
                </a:solidFill>
                <a:latin typeface="Liberation Sans"/>
                <a:ea typeface="Liberation Sans"/>
                <a:cs typeface="Liberation Sans"/>
              </a:defRPr>
            </a:lvl8pPr>
            <a:lvl9pPr algn="l">
              <a:defRPr sz="1425" b="0">
                <a:solidFill>
                  <a:srgbClr val="46586A"/>
                </a:solidFill>
                <a:latin typeface="Liberation Sans"/>
                <a:ea typeface="Liberation Sans"/>
                <a:cs typeface="Liberation Sans"/>
              </a:defRPr>
            </a:lvl9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I can explain that animals get food by eating, and plants can make their own food.</a:t>
            </a:r>
          </a:p>
        </p:txBody>
      </p:sp>
      <p:sp>
        <p:nvSpPr>
          <p:cNvPr id="16" name="blank-version-footer">
            <a:extLst xmlns:a="http://schemas.openxmlformats.org/drawingml/2006/main">
              <a:ext uri="{FF2B5EF4-FFF2-40B4-BE49-F238E27FC236}">
                <a16:creationId xmlns:a16="http://schemas.microsoft.com/office/drawing/2014/main" id="{B36A3813-7356-423B-A70B-510BF2BFAAF0}"/>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vl1pPr algn="l">
              <a:defRPr sz="1425" b="0">
                <a:solidFill>
                  <a:srgbClr val="46586A"/>
                </a:solidFill>
                <a:latin typeface="Liberation Sans"/>
                <a:ea typeface="Liberation Sans"/>
                <a:cs typeface="Liberation Sans"/>
              </a:defRPr>
            </a:lvl1pPr>
            <a:lvl2pPr algn="l">
              <a:defRPr sz="1425" b="0">
                <a:solidFill>
                  <a:srgbClr val="46586A"/>
                </a:solidFill>
                <a:latin typeface="Liberation Sans"/>
                <a:ea typeface="Liberation Sans"/>
                <a:cs typeface="Liberation Sans"/>
              </a:defRPr>
            </a:lvl2pPr>
            <a:lvl3pPr algn="l">
              <a:defRPr sz="1425" b="0">
                <a:solidFill>
                  <a:srgbClr val="46586A"/>
                </a:solidFill>
                <a:latin typeface="Liberation Sans"/>
                <a:ea typeface="Liberation Sans"/>
                <a:cs typeface="Liberation Sans"/>
              </a:defRPr>
            </a:lvl3pPr>
            <a:lvl4pPr algn="l">
              <a:defRPr sz="1425" b="0">
                <a:solidFill>
                  <a:srgbClr val="46586A"/>
                </a:solidFill>
                <a:latin typeface="Liberation Sans"/>
                <a:ea typeface="Liberation Sans"/>
                <a:cs typeface="Liberation Sans"/>
              </a:defRPr>
            </a:lvl4pPr>
            <a:lvl5pPr algn="l">
              <a:defRPr sz="1425" b="0">
                <a:solidFill>
                  <a:srgbClr val="46586A"/>
                </a:solidFill>
                <a:latin typeface="Liberation Sans"/>
                <a:ea typeface="Liberation Sans"/>
                <a:cs typeface="Liberation Sans"/>
              </a:defRPr>
            </a:lvl5pPr>
            <a:lvl6pPr algn="l">
              <a:defRPr sz="1425" b="0">
                <a:solidFill>
                  <a:srgbClr val="46586A"/>
                </a:solidFill>
                <a:latin typeface="Liberation Sans"/>
                <a:ea typeface="Liberation Sans"/>
                <a:cs typeface="Liberation Sans"/>
              </a:defRPr>
            </a:lvl6pPr>
            <a:lvl7pPr algn="l">
              <a:defRPr sz="1425" b="0">
                <a:solidFill>
                  <a:srgbClr val="46586A"/>
                </a:solidFill>
                <a:latin typeface="Liberation Sans"/>
                <a:ea typeface="Liberation Sans"/>
                <a:cs typeface="Liberation Sans"/>
              </a:defRPr>
            </a:lvl7pPr>
            <a:lvl8pPr algn="l">
              <a:defRPr sz="1425" b="0">
                <a:solidFill>
                  <a:srgbClr val="46586A"/>
                </a:solidFill>
                <a:latin typeface="Liberation Sans"/>
                <a:ea typeface="Liberation Sans"/>
                <a:cs typeface="Liberation Sans"/>
              </a:defRPr>
            </a:lvl8pPr>
            <a:lvl9pPr algn="l">
              <a:defRPr sz="1425" b="0">
                <a:solidFill>
                  <a:srgbClr val="46586A"/>
                </a:solidFill>
                <a:latin typeface="Liberation Sans"/>
                <a:ea typeface="Liberation Sans"/>
                <a:cs typeface="Liberation Sans"/>
              </a:defRPr>
            </a:lvl9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SCI-BUILD-A1-W08-P1 · Version: ______ · Source page SHA-256: ______</a:t>
            </a:r>
          </a:p>
        </p:txBody>
      </p:sp>
      <p:sp>
        <p:nvSpPr>
          <p:cNvPr id="17" name="slide-progress">
            <a:extLst xmlns:a="http://schemas.openxmlformats.org/drawingml/2006/main">
              <a:ext uri="{FF2B5EF4-FFF2-40B4-BE49-F238E27FC236}">
                <a16:creationId xmlns:a16="http://schemas.microsoft.com/office/drawing/2014/main" id="{572FAF95-4DDF-4865-987F-399E6BDB03F4}"/>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vl1pPr algn="r">
              <a:defRPr sz="1425" b="0">
                <a:solidFill>
                  <a:srgbClr val="46586A"/>
                </a:solidFill>
                <a:latin typeface="Liberation Sans"/>
                <a:ea typeface="Liberation Sans"/>
                <a:cs typeface="Liberation Sans"/>
              </a:defRPr>
            </a:lvl1pPr>
            <a:lvl2pPr algn="r">
              <a:defRPr sz="1425" b="0">
                <a:solidFill>
                  <a:srgbClr val="46586A"/>
                </a:solidFill>
                <a:latin typeface="Liberation Sans"/>
                <a:ea typeface="Liberation Sans"/>
                <a:cs typeface="Liberation Sans"/>
              </a:defRPr>
            </a:lvl2pPr>
            <a:lvl3pPr algn="r">
              <a:defRPr sz="1425" b="0">
                <a:solidFill>
                  <a:srgbClr val="46586A"/>
                </a:solidFill>
                <a:latin typeface="Liberation Sans"/>
                <a:ea typeface="Liberation Sans"/>
                <a:cs typeface="Liberation Sans"/>
              </a:defRPr>
            </a:lvl3pPr>
            <a:lvl4pPr algn="r">
              <a:defRPr sz="1425" b="0">
                <a:solidFill>
                  <a:srgbClr val="46586A"/>
                </a:solidFill>
                <a:latin typeface="Liberation Sans"/>
                <a:ea typeface="Liberation Sans"/>
                <a:cs typeface="Liberation Sans"/>
              </a:defRPr>
            </a:lvl4pPr>
            <a:lvl5pPr algn="r">
              <a:defRPr sz="1425" b="0">
                <a:solidFill>
                  <a:srgbClr val="46586A"/>
                </a:solidFill>
                <a:latin typeface="Liberation Sans"/>
                <a:ea typeface="Liberation Sans"/>
                <a:cs typeface="Liberation Sans"/>
              </a:defRPr>
            </a:lvl5pPr>
            <a:lvl6pPr algn="r">
              <a:defRPr sz="1425" b="0">
                <a:solidFill>
                  <a:srgbClr val="46586A"/>
                </a:solidFill>
                <a:latin typeface="Liberation Sans"/>
                <a:ea typeface="Liberation Sans"/>
                <a:cs typeface="Liberation Sans"/>
              </a:defRPr>
            </a:lvl6pPr>
            <a:lvl7pPr algn="r">
              <a:defRPr sz="1425" b="0">
                <a:solidFill>
                  <a:srgbClr val="46586A"/>
                </a:solidFill>
                <a:latin typeface="Liberation Sans"/>
                <a:ea typeface="Liberation Sans"/>
                <a:cs typeface="Liberation Sans"/>
              </a:defRPr>
            </a:lvl7pPr>
            <a:lvl8pPr algn="r">
              <a:defRPr sz="1425" b="0">
                <a:solidFill>
                  <a:srgbClr val="46586A"/>
                </a:solidFill>
                <a:latin typeface="Liberation Sans"/>
                <a:ea typeface="Liberation Sans"/>
                <a:cs typeface="Liberation Sans"/>
              </a:defRPr>
            </a:lvl8pPr>
            <a:lvl9pPr algn="r">
              <a:defRPr sz="1425" b="0">
                <a:solidFill>
                  <a:srgbClr val="46586A"/>
                </a:solidFill>
                <a:latin typeface="Liberation Sans"/>
                <a:ea typeface="Liberation Sans"/>
                <a:cs typeface="Liberation Sans"/>
              </a:defRPr>
            </a:lvl9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15 / 29</a:t>
            </a:r>
          </a:p>
        </p:txBody>
      </p:sp>
      <p:sp>
        <p:nvSpPr>
          <p:cNvPr id="18" name="licence-footer">
            <a:extLst xmlns:a="http://schemas.openxmlformats.org/drawingml/2006/main">
              <a:ext uri="{FF2B5EF4-FFF2-40B4-BE49-F238E27FC236}">
                <a16:creationId xmlns:a16="http://schemas.microsoft.com/office/drawing/2014/main" id="{8C7AF3DF-3F44-4AFB-9F09-50D5A10D18E2}"/>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vl1pPr algn="l">
              <a:defRPr sz="1425" b="0">
                <a:solidFill>
                  <a:srgbClr val="46586A"/>
                </a:solidFill>
                <a:latin typeface="Liberation Sans"/>
                <a:ea typeface="Liberation Sans"/>
                <a:cs typeface="Liberation Sans"/>
              </a:defRPr>
            </a:lvl1pPr>
            <a:lvl2pPr algn="l">
              <a:defRPr sz="1425" b="0">
                <a:solidFill>
                  <a:srgbClr val="46586A"/>
                </a:solidFill>
                <a:latin typeface="Liberation Sans"/>
                <a:ea typeface="Liberation Sans"/>
                <a:cs typeface="Liberation Sans"/>
              </a:defRPr>
            </a:lvl2pPr>
            <a:lvl3pPr algn="l">
              <a:defRPr sz="1425" b="0">
                <a:solidFill>
                  <a:srgbClr val="46586A"/>
                </a:solidFill>
                <a:latin typeface="Liberation Sans"/>
                <a:ea typeface="Liberation Sans"/>
                <a:cs typeface="Liberation Sans"/>
              </a:defRPr>
            </a:lvl3pPr>
            <a:lvl4pPr algn="l">
              <a:defRPr sz="1425" b="0">
                <a:solidFill>
                  <a:srgbClr val="46586A"/>
                </a:solidFill>
                <a:latin typeface="Liberation Sans"/>
                <a:ea typeface="Liberation Sans"/>
                <a:cs typeface="Liberation Sans"/>
              </a:defRPr>
            </a:lvl4pPr>
            <a:lvl5pPr algn="l">
              <a:defRPr sz="1425" b="0">
                <a:solidFill>
                  <a:srgbClr val="46586A"/>
                </a:solidFill>
                <a:latin typeface="Liberation Sans"/>
                <a:ea typeface="Liberation Sans"/>
                <a:cs typeface="Liberation Sans"/>
              </a:defRPr>
            </a:lvl5pPr>
            <a:lvl6pPr algn="l">
              <a:defRPr sz="1425" b="0">
                <a:solidFill>
                  <a:srgbClr val="46586A"/>
                </a:solidFill>
                <a:latin typeface="Liberation Sans"/>
                <a:ea typeface="Liberation Sans"/>
                <a:cs typeface="Liberation Sans"/>
              </a:defRPr>
            </a:lvl6pPr>
            <a:lvl7pPr algn="l">
              <a:defRPr sz="1425" b="0">
                <a:solidFill>
                  <a:srgbClr val="46586A"/>
                </a:solidFill>
                <a:latin typeface="Liberation Sans"/>
                <a:ea typeface="Liberation Sans"/>
                <a:cs typeface="Liberation Sans"/>
              </a:defRPr>
            </a:lvl7pPr>
            <a:lvl8pPr algn="l">
              <a:defRPr sz="1425" b="0">
                <a:solidFill>
                  <a:srgbClr val="46586A"/>
                </a:solidFill>
                <a:latin typeface="Liberation Sans"/>
                <a:ea typeface="Liberation Sans"/>
                <a:cs typeface="Liberation Sans"/>
              </a:defRPr>
            </a:lvl8pPr>
            <a:lvl9pPr algn="l">
              <a:defRPr sz="1425" b="0">
                <a:solidFill>
                  <a:srgbClr val="46586A"/>
                </a:solidFill>
                <a:latin typeface="Liberation Sans"/>
                <a:ea typeface="Liberation Sans"/>
                <a:cs typeface="Liberation Sans"/>
              </a:defRPr>
            </a:lvl9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9" name="">
            <a:extLst xmlns:a="http://schemas.openxmlformats.org/drawingml/2006/main">
              <a:ext uri="{FF2B5EF4-FFF2-40B4-BE49-F238E27FC236}">
                <a16:creationId xmlns:a16="http://schemas.microsoft.com/office/drawing/2014/main" id="{A828C305-00E7-47B1-AEF3-9887AFEFED50}"/>
              </a:ext>
            </a:extLst>
          </p:cNvPr>
          <p:cNvPicPr>
            <a:picLocks xmlns:a="http://schemas.openxmlformats.org/drawingml/2006/main" noChangeAspect="1"/>
          </p:cNvPicPr>
          <p:nvPr/>
        </p:nvPicPr>
        <p:blipFill>
          <a:blip xmlns:r="http://schemas.openxmlformats.org/officeDocument/2006/relationships" xmlns:a="http://schemas.openxmlformats.org/drawingml/2006/main" r:embed="R739b372f8050417b"/>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20" name="pupil-text">
            <a:extLst xmlns:a="http://schemas.openxmlformats.org/drawingml/2006/main">
              <a:ext uri="{FF2B5EF4-FFF2-40B4-BE49-F238E27FC236}">
                <a16:creationId xmlns:a16="http://schemas.microsoft.com/office/drawing/2014/main" id="{02B914AB-B3C3-4F49-8D25-8A013AC1A021}"/>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Record your choices; give a reason for one.</a:t>
            </a:r>
          </a:p>
        </p:txBody>
      </p:sp>
      <p:sp>
        <p:nvSpPr>
          <p:cNvPr id="21" name="pupil-text">
            <a:extLst xmlns:a="http://schemas.openxmlformats.org/drawingml/2006/main">
              <a:ext uri="{FF2B5EF4-FFF2-40B4-BE49-F238E27FC236}">
                <a16:creationId xmlns:a16="http://schemas.microsoft.com/office/drawing/2014/main" id="{7C271327-F573-47DE-A2D5-3B07B2DFFB26}"/>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Choose the feeding clue, then its correct chain.</a:t>
            </a:r>
          </a:p>
        </p:txBody>
      </p:sp>
      <p:sp>
        <p:nvSpPr>
          <p:cNvPr id="22" name="pupil-text">
            <a:extLst xmlns:a="http://schemas.openxmlformats.org/drawingml/2006/main">
              <a:ext uri="{FF2B5EF4-FFF2-40B4-BE49-F238E27FC236}">
                <a16:creationId xmlns:a16="http://schemas.microsoft.com/office/drawing/2014/main" id="{19CC9300-FEBD-42FA-8CF4-542DA4C4401B}"/>
              </a:ext>
            </a:extLst>
          </p:cNvPr>
          <p:cNvSpPr>
            <a:spLocks xmlns:a="http://schemas.openxmlformats.org/drawingml/2006/main" noGrp="1"/>
          </p:cNvSpPr>
          <p:nvPr/>
        </p:nvSpPr>
        <p:spPr>
          <a:xfrm xmlns:a="http://schemas.openxmlformats.org/drawingml/2006/main">
            <a:off x="457200" y="2533650"/>
            <a:ext cx="11277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vl1pPr algn="l">
              <a:defRPr sz="1950" b="1">
                <a:solidFill>
                  <a:srgbClr val="355E7B"/>
                </a:solidFill>
                <a:latin typeface="Liberation Sans"/>
                <a:ea typeface="Liberation Sans"/>
                <a:cs typeface="Liberation Sans"/>
              </a:defRPr>
            </a:lvl1pPr>
            <a:lvl2pPr algn="l">
              <a:defRPr sz="1950" b="1">
                <a:solidFill>
                  <a:srgbClr val="355E7B"/>
                </a:solidFill>
                <a:latin typeface="Liberation Sans"/>
                <a:ea typeface="Liberation Sans"/>
                <a:cs typeface="Liberation Sans"/>
              </a:defRPr>
            </a:lvl2pPr>
            <a:lvl3pPr algn="l">
              <a:defRPr sz="1950" b="1">
                <a:solidFill>
                  <a:srgbClr val="355E7B"/>
                </a:solidFill>
                <a:latin typeface="Liberation Sans"/>
                <a:ea typeface="Liberation Sans"/>
                <a:cs typeface="Liberation Sans"/>
              </a:defRPr>
            </a:lvl3pPr>
            <a:lvl4pPr algn="l">
              <a:defRPr sz="1950" b="1">
                <a:solidFill>
                  <a:srgbClr val="355E7B"/>
                </a:solidFill>
                <a:latin typeface="Liberation Sans"/>
                <a:ea typeface="Liberation Sans"/>
                <a:cs typeface="Liberation Sans"/>
              </a:defRPr>
            </a:lvl4pPr>
            <a:lvl5pPr algn="l">
              <a:defRPr sz="1950" b="1">
                <a:solidFill>
                  <a:srgbClr val="355E7B"/>
                </a:solidFill>
                <a:latin typeface="Liberation Sans"/>
                <a:ea typeface="Liberation Sans"/>
                <a:cs typeface="Liberation Sans"/>
              </a:defRPr>
            </a:lvl5pPr>
            <a:lvl6pPr algn="l">
              <a:defRPr sz="1950" b="1">
                <a:solidFill>
                  <a:srgbClr val="355E7B"/>
                </a:solidFill>
                <a:latin typeface="Liberation Sans"/>
                <a:ea typeface="Liberation Sans"/>
                <a:cs typeface="Liberation Sans"/>
              </a:defRPr>
            </a:lvl6pPr>
            <a:lvl7pPr algn="l">
              <a:defRPr sz="1950" b="1">
                <a:solidFill>
                  <a:srgbClr val="355E7B"/>
                </a:solidFill>
                <a:latin typeface="Liberation Sans"/>
                <a:ea typeface="Liberation Sans"/>
                <a:cs typeface="Liberation Sans"/>
              </a:defRPr>
            </a:lvl7pPr>
            <a:lvl8pPr algn="l">
              <a:defRPr sz="1950" b="1">
                <a:solidFill>
                  <a:srgbClr val="355E7B"/>
                </a:solidFill>
                <a:latin typeface="Liberation Sans"/>
                <a:ea typeface="Liberation Sans"/>
                <a:cs typeface="Liberation Sans"/>
              </a:defRPr>
            </a:lvl8pPr>
            <a:lvl9pPr algn="l">
              <a:defRPr sz="1950" b="1">
                <a:solidFill>
                  <a:srgbClr val="355E7B"/>
                </a:solidFill>
                <a:latin typeface="Liberation Sans"/>
                <a:ea typeface="Liberation Sans"/>
                <a:cs typeface="Liberation Sans"/>
              </a:defRPr>
            </a:lvl9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GRASS → RABBIT → FOX</a:t>
            </a:r>
          </a:p>
        </p:txBody>
      </p:sp>
      <p:sp>
        <p:nvSpPr>
          <p:cNvPr id="23" name="pupil-text">
            <a:extLst xmlns:a="http://schemas.openxmlformats.org/drawingml/2006/main">
              <a:ext uri="{FF2B5EF4-FFF2-40B4-BE49-F238E27FC236}">
                <a16:creationId xmlns:a16="http://schemas.microsoft.com/office/drawing/2014/main" id="{46336ADC-AAC5-495D-AB5C-DACE25462A92}"/>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vl1pPr algn="l">
              <a:defRPr sz="1950" b="1">
                <a:solidFill>
                  <a:srgbClr val="355E7B"/>
                </a:solidFill>
                <a:latin typeface="Liberation Sans"/>
                <a:ea typeface="Liberation Sans"/>
                <a:cs typeface="Liberation Sans"/>
              </a:defRPr>
            </a:lvl1pPr>
            <a:lvl2pPr algn="l">
              <a:defRPr sz="1950" b="1">
                <a:solidFill>
                  <a:srgbClr val="355E7B"/>
                </a:solidFill>
                <a:latin typeface="Liberation Sans"/>
                <a:ea typeface="Liberation Sans"/>
                <a:cs typeface="Liberation Sans"/>
              </a:defRPr>
            </a:lvl2pPr>
            <a:lvl3pPr algn="l">
              <a:defRPr sz="1950" b="1">
                <a:solidFill>
                  <a:srgbClr val="355E7B"/>
                </a:solidFill>
                <a:latin typeface="Liberation Sans"/>
                <a:ea typeface="Liberation Sans"/>
                <a:cs typeface="Liberation Sans"/>
              </a:defRPr>
            </a:lvl3pPr>
            <a:lvl4pPr algn="l">
              <a:defRPr sz="1950" b="1">
                <a:solidFill>
                  <a:srgbClr val="355E7B"/>
                </a:solidFill>
                <a:latin typeface="Liberation Sans"/>
                <a:ea typeface="Liberation Sans"/>
                <a:cs typeface="Liberation Sans"/>
              </a:defRPr>
            </a:lvl4pPr>
            <a:lvl5pPr algn="l">
              <a:defRPr sz="1950" b="1">
                <a:solidFill>
                  <a:srgbClr val="355E7B"/>
                </a:solidFill>
                <a:latin typeface="Liberation Sans"/>
                <a:ea typeface="Liberation Sans"/>
                <a:cs typeface="Liberation Sans"/>
              </a:defRPr>
            </a:lvl5pPr>
            <a:lvl6pPr algn="l">
              <a:defRPr sz="1950" b="1">
                <a:solidFill>
                  <a:srgbClr val="355E7B"/>
                </a:solidFill>
                <a:latin typeface="Liberation Sans"/>
                <a:ea typeface="Liberation Sans"/>
                <a:cs typeface="Liberation Sans"/>
              </a:defRPr>
            </a:lvl6pPr>
            <a:lvl7pPr algn="l">
              <a:defRPr sz="1950" b="1">
                <a:solidFill>
                  <a:srgbClr val="355E7B"/>
                </a:solidFill>
                <a:latin typeface="Liberation Sans"/>
                <a:ea typeface="Liberation Sans"/>
                <a:cs typeface="Liberation Sans"/>
              </a:defRPr>
            </a:lvl7pPr>
            <a:lvl8pPr algn="l">
              <a:defRPr sz="1950" b="1">
                <a:solidFill>
                  <a:srgbClr val="355E7B"/>
                </a:solidFill>
                <a:latin typeface="Liberation Sans"/>
                <a:ea typeface="Liberation Sans"/>
                <a:cs typeface="Liberation Sans"/>
              </a:defRPr>
            </a:lvl8pPr>
            <a:lvl9pPr algn="l">
              <a:defRPr sz="1950" b="1">
                <a:solidFill>
                  <a:srgbClr val="355E7B"/>
                </a:solidFill>
                <a:latin typeface="Liberation Sans"/>
                <a:ea typeface="Liberation Sans"/>
                <a:cs typeface="Liberation Sans"/>
              </a:defRPr>
            </a:lvl9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LEAVES → CATERPILLAR → ROBIN</a:t>
            </a:r>
          </a:p>
        </p:txBody>
      </p:sp>
      <p:sp>
        <p:nvSpPr>
          <p:cNvPr id="24" name="pupil-text">
            <a:extLst xmlns:a="http://schemas.openxmlformats.org/drawingml/2006/main">
              <a:ext uri="{FF2B5EF4-FFF2-40B4-BE49-F238E27FC236}">
                <a16:creationId xmlns:a16="http://schemas.microsoft.com/office/drawing/2014/main" id="{B49CFAA8-BD2B-4BAE-9BEB-3716DAD7CB95}"/>
              </a:ext>
            </a:extLst>
          </p:cNvPr>
          <p:cNvSpPr>
            <a:spLocks xmlns:a="http://schemas.openxmlformats.org/drawingml/2006/main" noGrp="1"/>
          </p:cNvSpPr>
          <p:nvPr/>
        </p:nvSpPr>
        <p:spPr>
          <a:xfrm xmlns:a="http://schemas.openxmlformats.org/drawingml/2006/main">
            <a:off x="457200" y="3371850"/>
            <a:ext cx="11277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vl1pPr algn="l">
              <a:defRPr sz="1950" b="1">
                <a:solidFill>
                  <a:srgbClr val="355E7B"/>
                </a:solidFill>
                <a:latin typeface="Liberation Sans"/>
                <a:ea typeface="Liberation Sans"/>
                <a:cs typeface="Liberation Sans"/>
              </a:defRPr>
            </a:lvl1pPr>
            <a:lvl2pPr algn="l">
              <a:defRPr sz="1950" b="1">
                <a:solidFill>
                  <a:srgbClr val="355E7B"/>
                </a:solidFill>
                <a:latin typeface="Liberation Sans"/>
                <a:ea typeface="Liberation Sans"/>
                <a:cs typeface="Liberation Sans"/>
              </a:defRPr>
            </a:lvl2pPr>
            <a:lvl3pPr algn="l">
              <a:defRPr sz="1950" b="1">
                <a:solidFill>
                  <a:srgbClr val="355E7B"/>
                </a:solidFill>
                <a:latin typeface="Liberation Sans"/>
                <a:ea typeface="Liberation Sans"/>
                <a:cs typeface="Liberation Sans"/>
              </a:defRPr>
            </a:lvl3pPr>
            <a:lvl4pPr algn="l">
              <a:defRPr sz="1950" b="1">
                <a:solidFill>
                  <a:srgbClr val="355E7B"/>
                </a:solidFill>
                <a:latin typeface="Liberation Sans"/>
                <a:ea typeface="Liberation Sans"/>
                <a:cs typeface="Liberation Sans"/>
              </a:defRPr>
            </a:lvl4pPr>
            <a:lvl5pPr algn="l">
              <a:defRPr sz="1950" b="1">
                <a:solidFill>
                  <a:srgbClr val="355E7B"/>
                </a:solidFill>
                <a:latin typeface="Liberation Sans"/>
                <a:ea typeface="Liberation Sans"/>
                <a:cs typeface="Liberation Sans"/>
              </a:defRPr>
            </a:lvl5pPr>
            <a:lvl6pPr algn="l">
              <a:defRPr sz="1950" b="1">
                <a:solidFill>
                  <a:srgbClr val="355E7B"/>
                </a:solidFill>
                <a:latin typeface="Liberation Sans"/>
                <a:ea typeface="Liberation Sans"/>
                <a:cs typeface="Liberation Sans"/>
              </a:defRPr>
            </a:lvl6pPr>
            <a:lvl7pPr algn="l">
              <a:defRPr sz="1950" b="1">
                <a:solidFill>
                  <a:srgbClr val="355E7B"/>
                </a:solidFill>
                <a:latin typeface="Liberation Sans"/>
                <a:ea typeface="Liberation Sans"/>
                <a:cs typeface="Liberation Sans"/>
              </a:defRPr>
            </a:lvl7pPr>
            <a:lvl8pPr algn="l">
              <a:defRPr sz="1950" b="1">
                <a:solidFill>
                  <a:srgbClr val="355E7B"/>
                </a:solidFill>
                <a:latin typeface="Liberation Sans"/>
                <a:ea typeface="Liberation Sans"/>
                <a:cs typeface="Liberation Sans"/>
              </a:defRPr>
            </a:lvl8pPr>
            <a:lvl9pPr algn="l">
              <a:defRPr sz="1950" b="1">
                <a:solidFill>
                  <a:srgbClr val="355E7B"/>
                </a:solidFill>
                <a:latin typeface="Liberation Sans"/>
                <a:ea typeface="Liberation Sans"/>
                <a:cs typeface="Liberation Sans"/>
              </a:defRPr>
            </a:lvl9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REPAIR THE CLAIM</a:t>
            </a:r>
          </a:p>
        </p:txBody>
      </p:sp>
      <p:sp>
        <p:nvSpPr>
          <p:cNvPr id="25" name="pupil-text">
            <a:extLst xmlns:a="http://schemas.openxmlformats.org/drawingml/2006/main">
              <a:ext uri="{FF2B5EF4-FFF2-40B4-BE49-F238E27FC236}">
                <a16:creationId xmlns:a16="http://schemas.microsoft.com/office/drawing/2014/main" id="{C082381B-D40D-4917-B430-5A67D91BF57A}"/>
              </a:ext>
            </a:extLst>
          </p:cNvPr>
          <p:cNvSpPr>
            <a:spLocks xmlns:a="http://schemas.openxmlformats.org/drawingml/2006/main" noGrp="1"/>
          </p:cNvSpPr>
          <p:nvPr/>
        </p:nvSpPr>
        <p:spPr>
          <a:xfrm xmlns:a="http://schemas.openxmlformats.org/drawingml/2006/main">
            <a:off x="457200" y="3790950"/>
            <a:ext cx="11277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vl1pPr algn="l">
              <a:defRPr sz="1950" b="1">
                <a:solidFill>
                  <a:srgbClr val="355E7B"/>
                </a:solidFill>
                <a:latin typeface="Liberation Sans"/>
                <a:ea typeface="Liberation Sans"/>
                <a:cs typeface="Liberation Sans"/>
              </a:defRPr>
            </a:lvl1pPr>
            <a:lvl2pPr algn="l">
              <a:defRPr sz="1950" b="1">
                <a:solidFill>
                  <a:srgbClr val="355E7B"/>
                </a:solidFill>
                <a:latin typeface="Liberation Sans"/>
                <a:ea typeface="Liberation Sans"/>
                <a:cs typeface="Liberation Sans"/>
              </a:defRPr>
            </a:lvl2pPr>
            <a:lvl3pPr algn="l">
              <a:defRPr sz="1950" b="1">
                <a:solidFill>
                  <a:srgbClr val="355E7B"/>
                </a:solidFill>
                <a:latin typeface="Liberation Sans"/>
                <a:ea typeface="Liberation Sans"/>
                <a:cs typeface="Liberation Sans"/>
              </a:defRPr>
            </a:lvl3pPr>
            <a:lvl4pPr algn="l">
              <a:defRPr sz="1950" b="1">
                <a:solidFill>
                  <a:srgbClr val="355E7B"/>
                </a:solidFill>
                <a:latin typeface="Liberation Sans"/>
                <a:ea typeface="Liberation Sans"/>
                <a:cs typeface="Liberation Sans"/>
              </a:defRPr>
            </a:lvl4pPr>
            <a:lvl5pPr algn="l">
              <a:defRPr sz="1950" b="1">
                <a:solidFill>
                  <a:srgbClr val="355E7B"/>
                </a:solidFill>
                <a:latin typeface="Liberation Sans"/>
                <a:ea typeface="Liberation Sans"/>
                <a:cs typeface="Liberation Sans"/>
              </a:defRPr>
            </a:lvl5pPr>
            <a:lvl6pPr algn="l">
              <a:defRPr sz="1950" b="1">
                <a:solidFill>
                  <a:srgbClr val="355E7B"/>
                </a:solidFill>
                <a:latin typeface="Liberation Sans"/>
                <a:ea typeface="Liberation Sans"/>
                <a:cs typeface="Liberation Sans"/>
              </a:defRPr>
            </a:lvl6pPr>
            <a:lvl7pPr algn="l">
              <a:defRPr sz="1950" b="1">
                <a:solidFill>
                  <a:srgbClr val="355E7B"/>
                </a:solidFill>
                <a:latin typeface="Liberation Sans"/>
                <a:ea typeface="Liberation Sans"/>
                <a:cs typeface="Liberation Sans"/>
              </a:defRPr>
            </a:lvl7pPr>
            <a:lvl8pPr algn="l">
              <a:defRPr sz="1950" b="1">
                <a:solidFill>
                  <a:srgbClr val="355E7B"/>
                </a:solidFill>
                <a:latin typeface="Liberation Sans"/>
                <a:ea typeface="Liberation Sans"/>
                <a:cs typeface="Liberation Sans"/>
              </a:defRPr>
            </a:lvl8pPr>
            <a:lvl9pPr algn="l">
              <a:defRPr sz="1950" b="1">
                <a:solidFill>
                  <a:srgbClr val="355E7B"/>
                </a:solidFill>
                <a:latin typeface="Liberation Sans"/>
                <a:ea typeface="Liberation Sans"/>
                <a:cs typeface="Liberation Sans"/>
              </a:defRPr>
            </a:lvl9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ANOTHER FEEDING LINK</a:t>
            </a:r>
          </a:p>
        </p:txBody>
      </p:sp>
      <p:sp>
        <p:nvSpPr>
          <p:cNvPr id="26" name="pupil-text">
            <a:extLst xmlns:a="http://schemas.openxmlformats.org/drawingml/2006/main">
              <a:ext uri="{FF2B5EF4-FFF2-40B4-BE49-F238E27FC236}">
                <a16:creationId xmlns:a16="http://schemas.microsoft.com/office/drawing/2014/main" id="{31D1D05F-3D33-405A-B4B2-30AD6C0DA635}"/>
              </a:ext>
            </a:extLst>
          </p:cNvPr>
          <p:cNvSpPr>
            <a:spLocks xmlns:a="http://schemas.openxmlformats.org/drawingml/2006/main" noGrp="1"/>
          </p:cNvSpPr>
          <p:nvPr/>
        </p:nvSpPr>
        <p:spPr>
          <a:xfrm xmlns:a="http://schemas.openxmlformats.org/drawingml/2006/main">
            <a:off x="457200" y="4210050"/>
            <a:ext cx="11277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vl1pPr algn="l">
              <a:defRPr sz="1950" b="1">
                <a:solidFill>
                  <a:srgbClr val="355E7B"/>
                </a:solidFill>
                <a:latin typeface="Liberation Sans"/>
                <a:ea typeface="Liberation Sans"/>
                <a:cs typeface="Liberation Sans"/>
              </a:defRPr>
            </a:lvl1pPr>
            <a:lvl2pPr algn="l">
              <a:defRPr sz="1950" b="1">
                <a:solidFill>
                  <a:srgbClr val="355E7B"/>
                </a:solidFill>
                <a:latin typeface="Liberation Sans"/>
                <a:ea typeface="Liberation Sans"/>
                <a:cs typeface="Liberation Sans"/>
              </a:defRPr>
            </a:lvl2pPr>
            <a:lvl3pPr algn="l">
              <a:defRPr sz="1950" b="1">
                <a:solidFill>
                  <a:srgbClr val="355E7B"/>
                </a:solidFill>
                <a:latin typeface="Liberation Sans"/>
                <a:ea typeface="Liberation Sans"/>
                <a:cs typeface="Liberation Sans"/>
              </a:defRPr>
            </a:lvl3pPr>
            <a:lvl4pPr algn="l">
              <a:defRPr sz="1950" b="1">
                <a:solidFill>
                  <a:srgbClr val="355E7B"/>
                </a:solidFill>
                <a:latin typeface="Liberation Sans"/>
                <a:ea typeface="Liberation Sans"/>
                <a:cs typeface="Liberation Sans"/>
              </a:defRPr>
            </a:lvl4pPr>
            <a:lvl5pPr algn="l">
              <a:defRPr sz="1950" b="1">
                <a:solidFill>
                  <a:srgbClr val="355E7B"/>
                </a:solidFill>
                <a:latin typeface="Liberation Sans"/>
                <a:ea typeface="Liberation Sans"/>
                <a:cs typeface="Liberation Sans"/>
              </a:defRPr>
            </a:lvl5pPr>
            <a:lvl6pPr algn="l">
              <a:defRPr sz="1950" b="1">
                <a:solidFill>
                  <a:srgbClr val="355E7B"/>
                </a:solidFill>
                <a:latin typeface="Liberation Sans"/>
                <a:ea typeface="Liberation Sans"/>
                <a:cs typeface="Liberation Sans"/>
              </a:defRPr>
            </a:lvl6pPr>
            <a:lvl7pPr algn="l">
              <a:defRPr sz="1950" b="1">
                <a:solidFill>
                  <a:srgbClr val="355E7B"/>
                </a:solidFill>
                <a:latin typeface="Liberation Sans"/>
                <a:ea typeface="Liberation Sans"/>
                <a:cs typeface="Liberation Sans"/>
              </a:defRPr>
            </a:lvl7pPr>
            <a:lvl8pPr algn="l">
              <a:defRPr sz="1950" b="1">
                <a:solidFill>
                  <a:srgbClr val="355E7B"/>
                </a:solidFill>
                <a:latin typeface="Liberation Sans"/>
                <a:ea typeface="Liberation Sans"/>
                <a:cs typeface="Liberation Sans"/>
              </a:defRPr>
            </a:lvl8pPr>
            <a:lvl9pPr algn="l">
              <a:defRPr sz="1950" b="1">
                <a:solidFill>
                  <a:srgbClr val="355E7B"/>
                </a:solidFill>
                <a:latin typeface="Liberation Sans"/>
                <a:ea typeface="Liberation Sans"/>
                <a:cs typeface="Liberation Sans"/>
              </a:defRPr>
            </a:lvl9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Rabbit clue</a:t>
            </a:r>
          </a:p>
        </p:txBody>
      </p:sp>
      <p:sp>
        <p:nvSpPr>
          <p:cNvPr id="27" name="pupil-text">
            <a:extLst xmlns:a="http://schemas.openxmlformats.org/drawingml/2006/main">
              <a:ext uri="{FF2B5EF4-FFF2-40B4-BE49-F238E27FC236}">
                <a16:creationId xmlns:a16="http://schemas.microsoft.com/office/drawing/2014/main" id="{12186A10-2881-4C1D-86CF-875A85AB34D8}"/>
              </a:ext>
            </a:extLst>
          </p:cNvPr>
          <p:cNvSpPr>
            <a:spLocks xmlns:a="http://schemas.openxmlformats.org/drawingml/2006/main" noGrp="1"/>
          </p:cNvSpPr>
          <p:nvPr/>
        </p:nvSpPr>
        <p:spPr>
          <a:xfrm xmlns:a="http://schemas.openxmlformats.org/drawingml/2006/main">
            <a:off x="457200" y="4629150"/>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Rabbits can eat grass; foxes can eat rabbits.</a:t>
            </a:r>
          </a:p>
        </p:txBody>
      </p:sp>
    </p:spTree>
    <p:extLst>
      <p:ext uri="{BB962C8B-B14F-4D97-AF65-F5344CB8AC3E}">
        <p14:creationId xmlns:p14="http://schemas.microsoft.com/office/powerpoint/2010/main" val="109334364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lesson-header">
            <a:extLst xmlns:a="http://schemas.openxmlformats.org/drawingml/2006/main">
              <a:ext uri="{FF2B5EF4-FFF2-40B4-BE49-F238E27FC236}">
                <a16:creationId xmlns:a16="http://schemas.microsoft.com/office/drawing/2014/main" id="{733B8C99-C327-468A-B324-DFAC478CA25A}"/>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vl1pPr algn="l">
              <a:defRPr sz="1425" b="1">
                <a:solidFill>
                  <a:srgbClr val="355E7B"/>
                </a:solidFill>
                <a:latin typeface="Liberation Sans"/>
                <a:ea typeface="Liberation Sans"/>
                <a:cs typeface="Liberation Sans"/>
              </a:defRPr>
            </a:lvl1pPr>
            <a:lvl2pPr algn="l">
              <a:defRPr sz="1425" b="1">
                <a:solidFill>
                  <a:srgbClr val="355E7B"/>
                </a:solidFill>
                <a:latin typeface="Liberation Sans"/>
                <a:ea typeface="Liberation Sans"/>
                <a:cs typeface="Liberation Sans"/>
              </a:defRPr>
            </a:lvl2pPr>
            <a:lvl3pPr algn="l">
              <a:defRPr sz="1425" b="1">
                <a:solidFill>
                  <a:srgbClr val="355E7B"/>
                </a:solidFill>
                <a:latin typeface="Liberation Sans"/>
                <a:ea typeface="Liberation Sans"/>
                <a:cs typeface="Liberation Sans"/>
              </a:defRPr>
            </a:lvl3pPr>
            <a:lvl4pPr algn="l">
              <a:defRPr sz="1425" b="1">
                <a:solidFill>
                  <a:srgbClr val="355E7B"/>
                </a:solidFill>
                <a:latin typeface="Liberation Sans"/>
                <a:ea typeface="Liberation Sans"/>
                <a:cs typeface="Liberation Sans"/>
              </a:defRPr>
            </a:lvl4pPr>
            <a:lvl5pPr algn="l">
              <a:defRPr sz="1425" b="1">
                <a:solidFill>
                  <a:srgbClr val="355E7B"/>
                </a:solidFill>
                <a:latin typeface="Liberation Sans"/>
                <a:ea typeface="Liberation Sans"/>
                <a:cs typeface="Liberation Sans"/>
              </a:defRPr>
            </a:lvl5pPr>
            <a:lvl6pPr algn="l">
              <a:defRPr sz="1425" b="1">
                <a:solidFill>
                  <a:srgbClr val="355E7B"/>
                </a:solidFill>
                <a:latin typeface="Liberation Sans"/>
                <a:ea typeface="Liberation Sans"/>
                <a:cs typeface="Liberation Sans"/>
              </a:defRPr>
            </a:lvl6pPr>
            <a:lvl7pPr algn="l">
              <a:defRPr sz="1425" b="1">
                <a:solidFill>
                  <a:srgbClr val="355E7B"/>
                </a:solidFill>
                <a:latin typeface="Liberation Sans"/>
                <a:ea typeface="Liberation Sans"/>
                <a:cs typeface="Liberation Sans"/>
              </a:defRPr>
            </a:lvl7pPr>
            <a:lvl8pPr algn="l">
              <a:defRPr sz="1425" b="1">
                <a:solidFill>
                  <a:srgbClr val="355E7B"/>
                </a:solidFill>
                <a:latin typeface="Liberation Sans"/>
                <a:ea typeface="Liberation Sans"/>
                <a:cs typeface="Liberation Sans"/>
              </a:defRPr>
            </a:lvl8pPr>
            <a:lvl9pPr algn="l">
              <a:defRPr sz="1425" b="1">
                <a:solidFill>
                  <a:srgbClr val="355E7B"/>
                </a:solidFill>
                <a:latin typeface="Liberation Sans"/>
                <a:ea typeface="Liberation Sans"/>
                <a:cs typeface="Liberation Sans"/>
              </a:defRPr>
            </a:lvl9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SCIENCE · AUTUMN 1 · Week 8</a:t>
            </a:r>
          </a:p>
        </p:txBody>
      </p:sp>
      <p:sp>
        <p:nvSpPr>
          <p:cNvPr id="2" name="stage-clock">
            <a:extLst xmlns:a="http://schemas.openxmlformats.org/drawingml/2006/main">
              <a:ext uri="{FF2B5EF4-FFF2-40B4-BE49-F238E27FC236}">
                <a16:creationId xmlns:a16="http://schemas.microsoft.com/office/drawing/2014/main" id="{43B98A6B-2383-4788-A2D8-543D05BA4AD7}"/>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vl1pPr algn="r">
              <a:defRPr sz="1425" b="1">
                <a:solidFill>
                  <a:srgbClr val="355E7B"/>
                </a:solidFill>
                <a:latin typeface="Liberation Sans"/>
                <a:ea typeface="Liberation Sans"/>
                <a:cs typeface="Liberation Sans"/>
              </a:defRPr>
            </a:lvl1pPr>
            <a:lvl2pPr algn="r">
              <a:defRPr sz="1425" b="1">
                <a:solidFill>
                  <a:srgbClr val="355E7B"/>
                </a:solidFill>
                <a:latin typeface="Liberation Sans"/>
                <a:ea typeface="Liberation Sans"/>
                <a:cs typeface="Liberation Sans"/>
              </a:defRPr>
            </a:lvl2pPr>
            <a:lvl3pPr algn="r">
              <a:defRPr sz="1425" b="1">
                <a:solidFill>
                  <a:srgbClr val="355E7B"/>
                </a:solidFill>
                <a:latin typeface="Liberation Sans"/>
                <a:ea typeface="Liberation Sans"/>
                <a:cs typeface="Liberation Sans"/>
              </a:defRPr>
            </a:lvl3pPr>
            <a:lvl4pPr algn="r">
              <a:defRPr sz="1425" b="1">
                <a:solidFill>
                  <a:srgbClr val="355E7B"/>
                </a:solidFill>
                <a:latin typeface="Liberation Sans"/>
                <a:ea typeface="Liberation Sans"/>
                <a:cs typeface="Liberation Sans"/>
              </a:defRPr>
            </a:lvl4pPr>
            <a:lvl5pPr algn="r">
              <a:defRPr sz="1425" b="1">
                <a:solidFill>
                  <a:srgbClr val="355E7B"/>
                </a:solidFill>
                <a:latin typeface="Liberation Sans"/>
                <a:ea typeface="Liberation Sans"/>
                <a:cs typeface="Liberation Sans"/>
              </a:defRPr>
            </a:lvl5pPr>
            <a:lvl6pPr algn="r">
              <a:defRPr sz="1425" b="1">
                <a:solidFill>
                  <a:srgbClr val="355E7B"/>
                </a:solidFill>
                <a:latin typeface="Liberation Sans"/>
                <a:ea typeface="Liberation Sans"/>
                <a:cs typeface="Liberation Sans"/>
              </a:defRPr>
            </a:lvl6pPr>
            <a:lvl7pPr algn="r">
              <a:defRPr sz="1425" b="1">
                <a:solidFill>
                  <a:srgbClr val="355E7B"/>
                </a:solidFill>
                <a:latin typeface="Liberation Sans"/>
                <a:ea typeface="Liberation Sans"/>
                <a:cs typeface="Liberation Sans"/>
              </a:defRPr>
            </a:lvl7pPr>
            <a:lvl8pPr algn="r">
              <a:defRPr sz="1425" b="1">
                <a:solidFill>
                  <a:srgbClr val="355E7B"/>
                </a:solidFill>
                <a:latin typeface="Liberation Sans"/>
                <a:ea typeface="Liberation Sans"/>
                <a:cs typeface="Liberation Sans"/>
              </a:defRPr>
            </a:lvl8pPr>
            <a:lvl9pPr algn="r">
              <a:defRPr sz="1425" b="1">
                <a:solidFill>
                  <a:srgbClr val="355E7B"/>
                </a:solidFill>
                <a:latin typeface="Liberation Sans"/>
                <a:ea typeface="Liberation Sans"/>
                <a:cs typeface="Liberation Sans"/>
              </a:defRPr>
            </a:lvl9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We do · evidence desk · 4 min · 17 to 21</a:t>
            </a:r>
          </a:p>
        </p:txBody>
      </p:sp>
      <p:sp>
        <p:nvSpPr>
          <p:cNvPr id="3" name="slide-title">
            <a:extLst xmlns:a="http://schemas.openxmlformats.org/drawingml/2006/main">
              <a:ext uri="{FF2B5EF4-FFF2-40B4-BE49-F238E27FC236}">
                <a16:creationId xmlns:a16="http://schemas.microsoft.com/office/drawing/2014/main" id="{B6D578E6-8F29-4351-8C83-C9EA08EAF4C5}"/>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vl1pPr algn="l">
              <a:defRPr sz="2700" b="1">
                <a:solidFill>
                  <a:srgbClr val="355E7B"/>
                </a:solidFill>
                <a:latin typeface="Liberation Sans"/>
                <a:ea typeface="Liberation Sans"/>
                <a:cs typeface="Liberation Sans"/>
              </a:defRPr>
            </a:lvl1pPr>
            <a:lvl2pPr algn="l">
              <a:defRPr sz="2700" b="1">
                <a:solidFill>
                  <a:srgbClr val="355E7B"/>
                </a:solidFill>
                <a:latin typeface="Liberation Sans"/>
                <a:ea typeface="Liberation Sans"/>
                <a:cs typeface="Liberation Sans"/>
              </a:defRPr>
            </a:lvl2pPr>
            <a:lvl3pPr algn="l">
              <a:defRPr sz="2700" b="1">
                <a:solidFill>
                  <a:srgbClr val="355E7B"/>
                </a:solidFill>
                <a:latin typeface="Liberation Sans"/>
                <a:ea typeface="Liberation Sans"/>
                <a:cs typeface="Liberation Sans"/>
              </a:defRPr>
            </a:lvl3pPr>
            <a:lvl4pPr algn="l">
              <a:defRPr sz="2700" b="1">
                <a:solidFill>
                  <a:srgbClr val="355E7B"/>
                </a:solidFill>
                <a:latin typeface="Liberation Sans"/>
                <a:ea typeface="Liberation Sans"/>
                <a:cs typeface="Liberation Sans"/>
              </a:defRPr>
            </a:lvl4pPr>
            <a:lvl5pPr algn="l">
              <a:defRPr sz="2700" b="1">
                <a:solidFill>
                  <a:srgbClr val="355E7B"/>
                </a:solidFill>
                <a:latin typeface="Liberation Sans"/>
                <a:ea typeface="Liberation Sans"/>
                <a:cs typeface="Liberation Sans"/>
              </a:defRPr>
            </a:lvl5pPr>
            <a:lvl6pPr algn="l">
              <a:defRPr sz="2700" b="1">
                <a:solidFill>
                  <a:srgbClr val="355E7B"/>
                </a:solidFill>
                <a:latin typeface="Liberation Sans"/>
                <a:ea typeface="Liberation Sans"/>
                <a:cs typeface="Liberation Sans"/>
              </a:defRPr>
            </a:lvl6pPr>
            <a:lvl7pPr algn="l">
              <a:defRPr sz="2700" b="1">
                <a:solidFill>
                  <a:srgbClr val="355E7B"/>
                </a:solidFill>
                <a:latin typeface="Liberation Sans"/>
                <a:ea typeface="Liberation Sans"/>
                <a:cs typeface="Liberation Sans"/>
              </a:defRPr>
            </a:lvl7pPr>
            <a:lvl8pPr algn="l">
              <a:defRPr sz="2700" b="1">
                <a:solidFill>
                  <a:srgbClr val="355E7B"/>
                </a:solidFill>
                <a:latin typeface="Liberation Sans"/>
                <a:ea typeface="Liberation Sans"/>
                <a:cs typeface="Liberation Sans"/>
              </a:defRPr>
            </a:lvl8pPr>
            <a:lvl9pPr algn="l">
              <a:defRPr sz="2700" b="1">
                <a:solidFill>
                  <a:srgbClr val="355E7B"/>
                </a:solidFill>
                <a:latin typeface="Liberation Sans"/>
                <a:ea typeface="Liberation Sans"/>
                <a:cs typeface="Liberation Sans"/>
              </a:defRPr>
            </a:lvl9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We do · evidence desk · continued</a:t>
            </a:r>
          </a:p>
        </p:txBody>
      </p:sp>
      <p:sp>
        <p:nvSpPr>
          <p:cNvPr id="4" name="shape">
            <a:extLst xmlns:a="http://schemas.openxmlformats.org/drawingml/2006/main">
              <a:ext uri="{FF2B5EF4-FFF2-40B4-BE49-F238E27FC236}">
                <a16:creationId xmlns:a16="http://schemas.microsoft.com/office/drawing/2014/main" id="{F6566C31-A3E4-4E92-884B-09D6D6CFEAF6}"/>
              </a:ext>
            </a:extLst>
          </p:cNvPr>
          <p:cNvSpPr>
            <a:spLocks xmlns:a="http://schemas.openxmlformats.org/drawingml/2006/main" noGrp="1"/>
          </p:cNvSpPr>
          <p:nvPr/>
        </p:nvSpPr>
        <p:spPr>
          <a:xfrm xmlns:a="http://schemas.openxmlformats.org/drawingml/2006/main">
            <a:off x="381000"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C7DB65A1-84E8-4053-A085-D6B88AEF4662}"/>
              </a:ext>
            </a:extLst>
          </p:cNvPr>
          <p:cNvSpPr>
            <a:spLocks xmlns:a="http://schemas.openxmlformats.org/drawingml/2006/main" noGrp="1"/>
          </p:cNvSpPr>
          <p:nvPr/>
        </p:nvSpPr>
        <p:spPr>
          <a:xfrm xmlns:a="http://schemas.openxmlformats.org/drawingml/2006/main">
            <a:off x="1234678"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DC61163D-1FE9-4679-91D8-29A0AB14F89E}"/>
              </a:ext>
            </a:extLst>
          </p:cNvPr>
          <p:cNvSpPr>
            <a:spLocks xmlns:a="http://schemas.openxmlformats.org/drawingml/2006/main" noGrp="1"/>
          </p:cNvSpPr>
          <p:nvPr/>
        </p:nvSpPr>
        <p:spPr>
          <a:xfrm xmlns:a="http://schemas.openxmlformats.org/drawingml/2006/main">
            <a:off x="2088356"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C4ACB2B1-CBA0-4E7A-A694-01FEE8DF3D25}"/>
              </a:ext>
            </a:extLst>
          </p:cNvPr>
          <p:cNvSpPr>
            <a:spLocks xmlns:a="http://schemas.openxmlformats.org/drawingml/2006/main" noGrp="1"/>
          </p:cNvSpPr>
          <p:nvPr/>
        </p:nvSpPr>
        <p:spPr>
          <a:xfrm xmlns:a="http://schemas.openxmlformats.org/drawingml/2006/main">
            <a:off x="3226594"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CB604729-B3F6-49A1-B82E-C947FC67A148}"/>
              </a:ext>
            </a:extLst>
          </p:cNvPr>
          <p:cNvSpPr>
            <a:spLocks xmlns:a="http://schemas.openxmlformats.org/drawingml/2006/main" noGrp="1"/>
          </p:cNvSpPr>
          <p:nvPr/>
        </p:nvSpPr>
        <p:spPr>
          <a:xfrm xmlns:a="http://schemas.openxmlformats.org/drawingml/2006/main">
            <a:off x="4364831"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BD4B3F49-74E0-43F5-96D7-2B0E78F78041}"/>
              </a:ext>
            </a:extLst>
          </p:cNvPr>
          <p:cNvSpPr>
            <a:spLocks xmlns:a="http://schemas.openxmlformats.org/drawingml/2006/main" noGrp="1"/>
          </p:cNvSpPr>
          <p:nvPr/>
        </p:nvSpPr>
        <p:spPr>
          <a:xfrm xmlns:a="http://schemas.openxmlformats.org/drawingml/2006/main">
            <a:off x="5218509" y="1381125"/>
            <a:ext cx="110966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0" name="shape">
            <a:extLst xmlns:a="http://schemas.openxmlformats.org/drawingml/2006/main">
              <a:ext uri="{FF2B5EF4-FFF2-40B4-BE49-F238E27FC236}">
                <a16:creationId xmlns:a16="http://schemas.microsoft.com/office/drawing/2014/main" id="{B20CA17B-E3D0-4A0B-9B4C-84E1660118B3}"/>
              </a:ext>
            </a:extLst>
          </p:cNvPr>
          <p:cNvSpPr>
            <a:spLocks xmlns:a="http://schemas.openxmlformats.org/drawingml/2006/main" noGrp="1"/>
          </p:cNvSpPr>
          <p:nvPr/>
        </p:nvSpPr>
        <p:spPr>
          <a:xfrm xmlns:a="http://schemas.openxmlformats.org/drawingml/2006/main">
            <a:off x="6356747" y="1381125"/>
            <a:ext cx="540544"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1" name="shape">
            <a:extLst xmlns:a="http://schemas.openxmlformats.org/drawingml/2006/main">
              <a:ext uri="{FF2B5EF4-FFF2-40B4-BE49-F238E27FC236}">
                <a16:creationId xmlns:a16="http://schemas.microsoft.com/office/drawing/2014/main" id="{4B084CFE-25DD-4F01-864E-1E0483188739}"/>
              </a:ext>
            </a:extLst>
          </p:cNvPr>
          <p:cNvSpPr>
            <a:spLocks xmlns:a="http://schemas.openxmlformats.org/drawingml/2006/main" noGrp="1"/>
          </p:cNvSpPr>
          <p:nvPr/>
        </p:nvSpPr>
        <p:spPr>
          <a:xfrm xmlns:a="http://schemas.openxmlformats.org/drawingml/2006/main">
            <a:off x="6925866" y="1381125"/>
            <a:ext cx="540544"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2" name="shape">
            <a:extLst xmlns:a="http://schemas.openxmlformats.org/drawingml/2006/main">
              <a:ext uri="{FF2B5EF4-FFF2-40B4-BE49-F238E27FC236}">
                <a16:creationId xmlns:a16="http://schemas.microsoft.com/office/drawing/2014/main" id="{EA804637-DC14-4943-9BFF-228F5111C384}"/>
              </a:ext>
            </a:extLst>
          </p:cNvPr>
          <p:cNvSpPr>
            <a:spLocks xmlns:a="http://schemas.openxmlformats.org/drawingml/2006/main" noGrp="1"/>
          </p:cNvSpPr>
          <p:nvPr/>
        </p:nvSpPr>
        <p:spPr>
          <a:xfrm xmlns:a="http://schemas.openxmlformats.org/drawingml/2006/main">
            <a:off x="7494984"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3" name="shape">
            <a:extLst xmlns:a="http://schemas.openxmlformats.org/drawingml/2006/main">
              <a:ext uri="{FF2B5EF4-FFF2-40B4-BE49-F238E27FC236}">
                <a16:creationId xmlns:a16="http://schemas.microsoft.com/office/drawing/2014/main" id="{3A1DA5B7-0C05-4E32-805C-CC7A295A1C58}"/>
              </a:ext>
            </a:extLst>
          </p:cNvPr>
          <p:cNvSpPr>
            <a:spLocks xmlns:a="http://schemas.openxmlformats.org/drawingml/2006/main" noGrp="1"/>
          </p:cNvSpPr>
          <p:nvPr/>
        </p:nvSpPr>
        <p:spPr>
          <a:xfrm xmlns:a="http://schemas.openxmlformats.org/drawingml/2006/main">
            <a:off x="9771459"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4" name="shape">
            <a:extLst xmlns:a="http://schemas.openxmlformats.org/drawingml/2006/main">
              <a:ext uri="{FF2B5EF4-FFF2-40B4-BE49-F238E27FC236}">
                <a16:creationId xmlns:a16="http://schemas.microsoft.com/office/drawing/2014/main" id="{F7CD059D-CBF0-4853-B1FD-34F34BBE39B3}"/>
              </a:ext>
            </a:extLst>
          </p:cNvPr>
          <p:cNvSpPr>
            <a:spLocks xmlns:a="http://schemas.openxmlformats.org/drawingml/2006/main" noGrp="1"/>
          </p:cNvSpPr>
          <p:nvPr/>
        </p:nvSpPr>
        <p:spPr>
          <a:xfrm xmlns:a="http://schemas.openxmlformats.org/drawingml/2006/main">
            <a:off x="10625138"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5" name="objective-footer">
            <a:extLst xmlns:a="http://schemas.openxmlformats.org/drawingml/2006/main">
              <a:ext uri="{FF2B5EF4-FFF2-40B4-BE49-F238E27FC236}">
                <a16:creationId xmlns:a16="http://schemas.microsoft.com/office/drawing/2014/main" id="{FB571E3A-9DF4-4832-B5A8-61AB772A9333}"/>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vl1pPr algn="l">
              <a:defRPr sz="1425" b="0">
                <a:solidFill>
                  <a:srgbClr val="46586A"/>
                </a:solidFill>
                <a:latin typeface="Liberation Sans"/>
                <a:ea typeface="Liberation Sans"/>
                <a:cs typeface="Liberation Sans"/>
              </a:defRPr>
            </a:lvl1pPr>
            <a:lvl2pPr algn="l">
              <a:defRPr sz="1425" b="0">
                <a:solidFill>
                  <a:srgbClr val="46586A"/>
                </a:solidFill>
                <a:latin typeface="Liberation Sans"/>
                <a:ea typeface="Liberation Sans"/>
                <a:cs typeface="Liberation Sans"/>
              </a:defRPr>
            </a:lvl2pPr>
            <a:lvl3pPr algn="l">
              <a:defRPr sz="1425" b="0">
                <a:solidFill>
                  <a:srgbClr val="46586A"/>
                </a:solidFill>
                <a:latin typeface="Liberation Sans"/>
                <a:ea typeface="Liberation Sans"/>
                <a:cs typeface="Liberation Sans"/>
              </a:defRPr>
            </a:lvl3pPr>
            <a:lvl4pPr algn="l">
              <a:defRPr sz="1425" b="0">
                <a:solidFill>
                  <a:srgbClr val="46586A"/>
                </a:solidFill>
                <a:latin typeface="Liberation Sans"/>
                <a:ea typeface="Liberation Sans"/>
                <a:cs typeface="Liberation Sans"/>
              </a:defRPr>
            </a:lvl4pPr>
            <a:lvl5pPr algn="l">
              <a:defRPr sz="1425" b="0">
                <a:solidFill>
                  <a:srgbClr val="46586A"/>
                </a:solidFill>
                <a:latin typeface="Liberation Sans"/>
                <a:ea typeface="Liberation Sans"/>
                <a:cs typeface="Liberation Sans"/>
              </a:defRPr>
            </a:lvl5pPr>
            <a:lvl6pPr algn="l">
              <a:defRPr sz="1425" b="0">
                <a:solidFill>
                  <a:srgbClr val="46586A"/>
                </a:solidFill>
                <a:latin typeface="Liberation Sans"/>
                <a:ea typeface="Liberation Sans"/>
                <a:cs typeface="Liberation Sans"/>
              </a:defRPr>
            </a:lvl6pPr>
            <a:lvl7pPr algn="l">
              <a:defRPr sz="1425" b="0">
                <a:solidFill>
                  <a:srgbClr val="46586A"/>
                </a:solidFill>
                <a:latin typeface="Liberation Sans"/>
                <a:ea typeface="Liberation Sans"/>
                <a:cs typeface="Liberation Sans"/>
              </a:defRPr>
            </a:lvl7pPr>
            <a:lvl8pPr algn="l">
              <a:defRPr sz="1425" b="0">
                <a:solidFill>
                  <a:srgbClr val="46586A"/>
                </a:solidFill>
                <a:latin typeface="Liberation Sans"/>
                <a:ea typeface="Liberation Sans"/>
                <a:cs typeface="Liberation Sans"/>
              </a:defRPr>
            </a:lvl8pPr>
            <a:lvl9pPr algn="l">
              <a:defRPr sz="1425" b="0">
                <a:solidFill>
                  <a:srgbClr val="46586A"/>
                </a:solidFill>
                <a:latin typeface="Liberation Sans"/>
                <a:ea typeface="Liberation Sans"/>
                <a:cs typeface="Liberation Sans"/>
              </a:defRPr>
            </a:lvl9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I can explain that animals get food by eating, and plants can make their own food.</a:t>
            </a:r>
          </a:p>
        </p:txBody>
      </p:sp>
      <p:sp>
        <p:nvSpPr>
          <p:cNvPr id="16" name="blank-version-footer">
            <a:extLst xmlns:a="http://schemas.openxmlformats.org/drawingml/2006/main">
              <a:ext uri="{FF2B5EF4-FFF2-40B4-BE49-F238E27FC236}">
                <a16:creationId xmlns:a16="http://schemas.microsoft.com/office/drawing/2014/main" id="{EB2B0EAC-E2E4-427D-BC41-584AD443263F}"/>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vl1pPr algn="l">
              <a:defRPr sz="1425" b="0">
                <a:solidFill>
                  <a:srgbClr val="46586A"/>
                </a:solidFill>
                <a:latin typeface="Liberation Sans"/>
                <a:ea typeface="Liberation Sans"/>
                <a:cs typeface="Liberation Sans"/>
              </a:defRPr>
            </a:lvl1pPr>
            <a:lvl2pPr algn="l">
              <a:defRPr sz="1425" b="0">
                <a:solidFill>
                  <a:srgbClr val="46586A"/>
                </a:solidFill>
                <a:latin typeface="Liberation Sans"/>
                <a:ea typeface="Liberation Sans"/>
                <a:cs typeface="Liberation Sans"/>
              </a:defRPr>
            </a:lvl2pPr>
            <a:lvl3pPr algn="l">
              <a:defRPr sz="1425" b="0">
                <a:solidFill>
                  <a:srgbClr val="46586A"/>
                </a:solidFill>
                <a:latin typeface="Liberation Sans"/>
                <a:ea typeface="Liberation Sans"/>
                <a:cs typeface="Liberation Sans"/>
              </a:defRPr>
            </a:lvl3pPr>
            <a:lvl4pPr algn="l">
              <a:defRPr sz="1425" b="0">
                <a:solidFill>
                  <a:srgbClr val="46586A"/>
                </a:solidFill>
                <a:latin typeface="Liberation Sans"/>
                <a:ea typeface="Liberation Sans"/>
                <a:cs typeface="Liberation Sans"/>
              </a:defRPr>
            </a:lvl4pPr>
            <a:lvl5pPr algn="l">
              <a:defRPr sz="1425" b="0">
                <a:solidFill>
                  <a:srgbClr val="46586A"/>
                </a:solidFill>
                <a:latin typeface="Liberation Sans"/>
                <a:ea typeface="Liberation Sans"/>
                <a:cs typeface="Liberation Sans"/>
              </a:defRPr>
            </a:lvl5pPr>
            <a:lvl6pPr algn="l">
              <a:defRPr sz="1425" b="0">
                <a:solidFill>
                  <a:srgbClr val="46586A"/>
                </a:solidFill>
                <a:latin typeface="Liberation Sans"/>
                <a:ea typeface="Liberation Sans"/>
                <a:cs typeface="Liberation Sans"/>
              </a:defRPr>
            </a:lvl6pPr>
            <a:lvl7pPr algn="l">
              <a:defRPr sz="1425" b="0">
                <a:solidFill>
                  <a:srgbClr val="46586A"/>
                </a:solidFill>
                <a:latin typeface="Liberation Sans"/>
                <a:ea typeface="Liberation Sans"/>
                <a:cs typeface="Liberation Sans"/>
              </a:defRPr>
            </a:lvl7pPr>
            <a:lvl8pPr algn="l">
              <a:defRPr sz="1425" b="0">
                <a:solidFill>
                  <a:srgbClr val="46586A"/>
                </a:solidFill>
                <a:latin typeface="Liberation Sans"/>
                <a:ea typeface="Liberation Sans"/>
                <a:cs typeface="Liberation Sans"/>
              </a:defRPr>
            </a:lvl8pPr>
            <a:lvl9pPr algn="l">
              <a:defRPr sz="1425" b="0">
                <a:solidFill>
                  <a:srgbClr val="46586A"/>
                </a:solidFill>
                <a:latin typeface="Liberation Sans"/>
                <a:ea typeface="Liberation Sans"/>
                <a:cs typeface="Liberation Sans"/>
              </a:defRPr>
            </a:lvl9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SCI-BUILD-A1-W08-P1 · Version: ______ · Source page SHA-256: ______</a:t>
            </a:r>
          </a:p>
        </p:txBody>
      </p:sp>
      <p:sp>
        <p:nvSpPr>
          <p:cNvPr id="17" name="slide-progress">
            <a:extLst xmlns:a="http://schemas.openxmlformats.org/drawingml/2006/main">
              <a:ext uri="{FF2B5EF4-FFF2-40B4-BE49-F238E27FC236}">
                <a16:creationId xmlns:a16="http://schemas.microsoft.com/office/drawing/2014/main" id="{57F5FF6B-6C58-44EB-B282-F3F58B0BD110}"/>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vl1pPr algn="r">
              <a:defRPr sz="1425" b="0">
                <a:solidFill>
                  <a:srgbClr val="46586A"/>
                </a:solidFill>
                <a:latin typeface="Liberation Sans"/>
                <a:ea typeface="Liberation Sans"/>
                <a:cs typeface="Liberation Sans"/>
              </a:defRPr>
            </a:lvl1pPr>
            <a:lvl2pPr algn="r">
              <a:defRPr sz="1425" b="0">
                <a:solidFill>
                  <a:srgbClr val="46586A"/>
                </a:solidFill>
                <a:latin typeface="Liberation Sans"/>
                <a:ea typeface="Liberation Sans"/>
                <a:cs typeface="Liberation Sans"/>
              </a:defRPr>
            </a:lvl2pPr>
            <a:lvl3pPr algn="r">
              <a:defRPr sz="1425" b="0">
                <a:solidFill>
                  <a:srgbClr val="46586A"/>
                </a:solidFill>
                <a:latin typeface="Liberation Sans"/>
                <a:ea typeface="Liberation Sans"/>
                <a:cs typeface="Liberation Sans"/>
              </a:defRPr>
            </a:lvl3pPr>
            <a:lvl4pPr algn="r">
              <a:defRPr sz="1425" b="0">
                <a:solidFill>
                  <a:srgbClr val="46586A"/>
                </a:solidFill>
                <a:latin typeface="Liberation Sans"/>
                <a:ea typeface="Liberation Sans"/>
                <a:cs typeface="Liberation Sans"/>
              </a:defRPr>
            </a:lvl4pPr>
            <a:lvl5pPr algn="r">
              <a:defRPr sz="1425" b="0">
                <a:solidFill>
                  <a:srgbClr val="46586A"/>
                </a:solidFill>
                <a:latin typeface="Liberation Sans"/>
                <a:ea typeface="Liberation Sans"/>
                <a:cs typeface="Liberation Sans"/>
              </a:defRPr>
            </a:lvl5pPr>
            <a:lvl6pPr algn="r">
              <a:defRPr sz="1425" b="0">
                <a:solidFill>
                  <a:srgbClr val="46586A"/>
                </a:solidFill>
                <a:latin typeface="Liberation Sans"/>
                <a:ea typeface="Liberation Sans"/>
                <a:cs typeface="Liberation Sans"/>
              </a:defRPr>
            </a:lvl6pPr>
            <a:lvl7pPr algn="r">
              <a:defRPr sz="1425" b="0">
                <a:solidFill>
                  <a:srgbClr val="46586A"/>
                </a:solidFill>
                <a:latin typeface="Liberation Sans"/>
                <a:ea typeface="Liberation Sans"/>
                <a:cs typeface="Liberation Sans"/>
              </a:defRPr>
            </a:lvl7pPr>
            <a:lvl8pPr algn="r">
              <a:defRPr sz="1425" b="0">
                <a:solidFill>
                  <a:srgbClr val="46586A"/>
                </a:solidFill>
                <a:latin typeface="Liberation Sans"/>
                <a:ea typeface="Liberation Sans"/>
                <a:cs typeface="Liberation Sans"/>
              </a:defRPr>
            </a:lvl8pPr>
            <a:lvl9pPr algn="r">
              <a:defRPr sz="1425" b="0">
                <a:solidFill>
                  <a:srgbClr val="46586A"/>
                </a:solidFill>
                <a:latin typeface="Liberation Sans"/>
                <a:ea typeface="Liberation Sans"/>
                <a:cs typeface="Liberation Sans"/>
              </a:defRPr>
            </a:lvl9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16 / 29</a:t>
            </a:r>
          </a:p>
        </p:txBody>
      </p:sp>
      <p:sp>
        <p:nvSpPr>
          <p:cNvPr id="18" name="licence-footer">
            <a:extLst xmlns:a="http://schemas.openxmlformats.org/drawingml/2006/main">
              <a:ext uri="{FF2B5EF4-FFF2-40B4-BE49-F238E27FC236}">
                <a16:creationId xmlns:a16="http://schemas.microsoft.com/office/drawing/2014/main" id="{1D0DDCC7-1143-44E6-9EB5-6429DF83A2D0}"/>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vl1pPr algn="l">
              <a:defRPr sz="1425" b="0">
                <a:solidFill>
                  <a:srgbClr val="46586A"/>
                </a:solidFill>
                <a:latin typeface="Liberation Sans"/>
                <a:ea typeface="Liberation Sans"/>
                <a:cs typeface="Liberation Sans"/>
              </a:defRPr>
            </a:lvl1pPr>
            <a:lvl2pPr algn="l">
              <a:defRPr sz="1425" b="0">
                <a:solidFill>
                  <a:srgbClr val="46586A"/>
                </a:solidFill>
                <a:latin typeface="Liberation Sans"/>
                <a:ea typeface="Liberation Sans"/>
                <a:cs typeface="Liberation Sans"/>
              </a:defRPr>
            </a:lvl2pPr>
            <a:lvl3pPr algn="l">
              <a:defRPr sz="1425" b="0">
                <a:solidFill>
                  <a:srgbClr val="46586A"/>
                </a:solidFill>
                <a:latin typeface="Liberation Sans"/>
                <a:ea typeface="Liberation Sans"/>
                <a:cs typeface="Liberation Sans"/>
              </a:defRPr>
            </a:lvl3pPr>
            <a:lvl4pPr algn="l">
              <a:defRPr sz="1425" b="0">
                <a:solidFill>
                  <a:srgbClr val="46586A"/>
                </a:solidFill>
                <a:latin typeface="Liberation Sans"/>
                <a:ea typeface="Liberation Sans"/>
                <a:cs typeface="Liberation Sans"/>
              </a:defRPr>
            </a:lvl4pPr>
            <a:lvl5pPr algn="l">
              <a:defRPr sz="1425" b="0">
                <a:solidFill>
                  <a:srgbClr val="46586A"/>
                </a:solidFill>
                <a:latin typeface="Liberation Sans"/>
                <a:ea typeface="Liberation Sans"/>
                <a:cs typeface="Liberation Sans"/>
              </a:defRPr>
            </a:lvl5pPr>
            <a:lvl6pPr algn="l">
              <a:defRPr sz="1425" b="0">
                <a:solidFill>
                  <a:srgbClr val="46586A"/>
                </a:solidFill>
                <a:latin typeface="Liberation Sans"/>
                <a:ea typeface="Liberation Sans"/>
                <a:cs typeface="Liberation Sans"/>
              </a:defRPr>
            </a:lvl6pPr>
            <a:lvl7pPr algn="l">
              <a:defRPr sz="1425" b="0">
                <a:solidFill>
                  <a:srgbClr val="46586A"/>
                </a:solidFill>
                <a:latin typeface="Liberation Sans"/>
                <a:ea typeface="Liberation Sans"/>
                <a:cs typeface="Liberation Sans"/>
              </a:defRPr>
            </a:lvl7pPr>
            <a:lvl8pPr algn="l">
              <a:defRPr sz="1425" b="0">
                <a:solidFill>
                  <a:srgbClr val="46586A"/>
                </a:solidFill>
                <a:latin typeface="Liberation Sans"/>
                <a:ea typeface="Liberation Sans"/>
                <a:cs typeface="Liberation Sans"/>
              </a:defRPr>
            </a:lvl8pPr>
            <a:lvl9pPr algn="l">
              <a:defRPr sz="1425" b="0">
                <a:solidFill>
                  <a:srgbClr val="46586A"/>
                </a:solidFill>
                <a:latin typeface="Liberation Sans"/>
                <a:ea typeface="Liberation Sans"/>
                <a:cs typeface="Liberation Sans"/>
              </a:defRPr>
            </a:lvl9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9" name="">
            <a:extLst xmlns:a="http://schemas.openxmlformats.org/drawingml/2006/main">
              <a:ext uri="{FF2B5EF4-FFF2-40B4-BE49-F238E27FC236}">
                <a16:creationId xmlns:a16="http://schemas.microsoft.com/office/drawing/2014/main" id="{EB39DC5F-BA73-4889-9DF2-EF7DC8261AA2}"/>
              </a:ext>
            </a:extLst>
          </p:cNvPr>
          <p:cNvPicPr>
            <a:picLocks xmlns:a="http://schemas.openxmlformats.org/drawingml/2006/main" noChangeAspect="1"/>
          </p:cNvPicPr>
          <p:nvPr/>
        </p:nvPicPr>
        <p:blipFill>
          <a:blip xmlns:r="http://schemas.openxmlformats.org/officeDocument/2006/relationships" xmlns:a="http://schemas.openxmlformats.org/drawingml/2006/main" r:embed="R6969561a825d468b"/>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20" name="pupil-text">
            <a:extLst xmlns:a="http://schemas.openxmlformats.org/drawingml/2006/main">
              <a:ext uri="{FF2B5EF4-FFF2-40B4-BE49-F238E27FC236}">
                <a16:creationId xmlns:a16="http://schemas.microsoft.com/office/drawing/2014/main" id="{52F15F2F-C8D9-4468-B980-8FE6405560AD}"/>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vl1pPr algn="l">
              <a:defRPr sz="1950" b="1">
                <a:solidFill>
                  <a:srgbClr val="355E7B"/>
                </a:solidFill>
                <a:latin typeface="Liberation Sans"/>
                <a:ea typeface="Liberation Sans"/>
                <a:cs typeface="Liberation Sans"/>
              </a:defRPr>
            </a:lvl1pPr>
            <a:lvl2pPr algn="l">
              <a:defRPr sz="1950" b="1">
                <a:solidFill>
                  <a:srgbClr val="355E7B"/>
                </a:solidFill>
                <a:latin typeface="Liberation Sans"/>
                <a:ea typeface="Liberation Sans"/>
                <a:cs typeface="Liberation Sans"/>
              </a:defRPr>
            </a:lvl2pPr>
            <a:lvl3pPr algn="l">
              <a:defRPr sz="1950" b="1">
                <a:solidFill>
                  <a:srgbClr val="355E7B"/>
                </a:solidFill>
                <a:latin typeface="Liberation Sans"/>
                <a:ea typeface="Liberation Sans"/>
                <a:cs typeface="Liberation Sans"/>
              </a:defRPr>
            </a:lvl3pPr>
            <a:lvl4pPr algn="l">
              <a:defRPr sz="1950" b="1">
                <a:solidFill>
                  <a:srgbClr val="355E7B"/>
                </a:solidFill>
                <a:latin typeface="Liberation Sans"/>
                <a:ea typeface="Liberation Sans"/>
                <a:cs typeface="Liberation Sans"/>
              </a:defRPr>
            </a:lvl4pPr>
            <a:lvl5pPr algn="l">
              <a:defRPr sz="1950" b="1">
                <a:solidFill>
                  <a:srgbClr val="355E7B"/>
                </a:solidFill>
                <a:latin typeface="Liberation Sans"/>
                <a:ea typeface="Liberation Sans"/>
                <a:cs typeface="Liberation Sans"/>
              </a:defRPr>
            </a:lvl5pPr>
            <a:lvl6pPr algn="l">
              <a:defRPr sz="1950" b="1">
                <a:solidFill>
                  <a:srgbClr val="355E7B"/>
                </a:solidFill>
                <a:latin typeface="Liberation Sans"/>
                <a:ea typeface="Liberation Sans"/>
                <a:cs typeface="Liberation Sans"/>
              </a:defRPr>
            </a:lvl6pPr>
            <a:lvl7pPr algn="l">
              <a:defRPr sz="1950" b="1">
                <a:solidFill>
                  <a:srgbClr val="355E7B"/>
                </a:solidFill>
                <a:latin typeface="Liberation Sans"/>
                <a:ea typeface="Liberation Sans"/>
                <a:cs typeface="Liberation Sans"/>
              </a:defRPr>
            </a:lvl7pPr>
            <a:lvl8pPr algn="l">
              <a:defRPr sz="1950" b="1">
                <a:solidFill>
                  <a:srgbClr val="355E7B"/>
                </a:solidFill>
                <a:latin typeface="Liberation Sans"/>
                <a:ea typeface="Liberation Sans"/>
                <a:cs typeface="Liberation Sans"/>
              </a:defRPr>
            </a:lvl8pPr>
            <a:lvl9pPr algn="l">
              <a:defRPr sz="1950" b="1">
                <a:solidFill>
                  <a:srgbClr val="355E7B"/>
                </a:solidFill>
                <a:latin typeface="Liberation Sans"/>
                <a:ea typeface="Liberation Sans"/>
                <a:cs typeface="Liberation Sans"/>
              </a:defRPr>
            </a:lvl9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Robin clue</a:t>
            </a:r>
          </a:p>
        </p:txBody>
      </p:sp>
      <p:sp>
        <p:nvSpPr>
          <p:cNvPr id="21" name="pupil-text">
            <a:extLst xmlns:a="http://schemas.openxmlformats.org/drawingml/2006/main">
              <a:ext uri="{FF2B5EF4-FFF2-40B4-BE49-F238E27FC236}">
                <a16:creationId xmlns:a16="http://schemas.microsoft.com/office/drawing/2014/main" id="{ECA11FCF-3775-4CC3-9840-FC79375A8127}"/>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Caterpillars can eat leaves; robins can eat caterpillars.</a:t>
            </a:r>
          </a:p>
        </p:txBody>
      </p:sp>
      <p:sp>
        <p:nvSpPr>
          <p:cNvPr id="22" name="pupil-text">
            <a:extLst xmlns:a="http://schemas.openxmlformats.org/drawingml/2006/main">
              <a:ext uri="{FF2B5EF4-FFF2-40B4-BE49-F238E27FC236}">
                <a16:creationId xmlns:a16="http://schemas.microsoft.com/office/drawing/2014/main" id="{D9832782-C9E2-4993-9A66-C5385491CE1A}"/>
              </a:ext>
            </a:extLst>
          </p:cNvPr>
          <p:cNvSpPr>
            <a:spLocks xmlns:a="http://schemas.openxmlformats.org/drawingml/2006/main" noGrp="1"/>
          </p:cNvSpPr>
          <p:nvPr/>
        </p:nvSpPr>
        <p:spPr>
          <a:xfrm xmlns:a="http://schemas.openxmlformats.org/drawingml/2006/main">
            <a:off x="457200" y="2562225"/>
            <a:ext cx="11277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vl1pPr algn="l">
              <a:defRPr sz="1950" b="1">
                <a:solidFill>
                  <a:srgbClr val="355E7B"/>
                </a:solidFill>
                <a:latin typeface="Liberation Sans"/>
                <a:ea typeface="Liberation Sans"/>
                <a:cs typeface="Liberation Sans"/>
              </a:defRPr>
            </a:lvl1pPr>
            <a:lvl2pPr algn="l">
              <a:defRPr sz="1950" b="1">
                <a:solidFill>
                  <a:srgbClr val="355E7B"/>
                </a:solidFill>
                <a:latin typeface="Liberation Sans"/>
                <a:ea typeface="Liberation Sans"/>
                <a:cs typeface="Liberation Sans"/>
              </a:defRPr>
            </a:lvl2pPr>
            <a:lvl3pPr algn="l">
              <a:defRPr sz="1950" b="1">
                <a:solidFill>
                  <a:srgbClr val="355E7B"/>
                </a:solidFill>
                <a:latin typeface="Liberation Sans"/>
                <a:ea typeface="Liberation Sans"/>
                <a:cs typeface="Liberation Sans"/>
              </a:defRPr>
            </a:lvl3pPr>
            <a:lvl4pPr algn="l">
              <a:defRPr sz="1950" b="1">
                <a:solidFill>
                  <a:srgbClr val="355E7B"/>
                </a:solidFill>
                <a:latin typeface="Liberation Sans"/>
                <a:ea typeface="Liberation Sans"/>
                <a:cs typeface="Liberation Sans"/>
              </a:defRPr>
            </a:lvl4pPr>
            <a:lvl5pPr algn="l">
              <a:defRPr sz="1950" b="1">
                <a:solidFill>
                  <a:srgbClr val="355E7B"/>
                </a:solidFill>
                <a:latin typeface="Liberation Sans"/>
                <a:ea typeface="Liberation Sans"/>
                <a:cs typeface="Liberation Sans"/>
              </a:defRPr>
            </a:lvl5pPr>
            <a:lvl6pPr algn="l">
              <a:defRPr sz="1950" b="1">
                <a:solidFill>
                  <a:srgbClr val="355E7B"/>
                </a:solidFill>
                <a:latin typeface="Liberation Sans"/>
                <a:ea typeface="Liberation Sans"/>
                <a:cs typeface="Liberation Sans"/>
              </a:defRPr>
            </a:lvl6pPr>
            <a:lvl7pPr algn="l">
              <a:defRPr sz="1950" b="1">
                <a:solidFill>
                  <a:srgbClr val="355E7B"/>
                </a:solidFill>
                <a:latin typeface="Liberation Sans"/>
                <a:ea typeface="Liberation Sans"/>
                <a:cs typeface="Liberation Sans"/>
              </a:defRPr>
            </a:lvl7pPr>
            <a:lvl8pPr algn="l">
              <a:defRPr sz="1950" b="1">
                <a:solidFill>
                  <a:srgbClr val="355E7B"/>
                </a:solidFill>
                <a:latin typeface="Liberation Sans"/>
                <a:ea typeface="Liberation Sans"/>
                <a:cs typeface="Liberation Sans"/>
              </a:defRPr>
            </a:lvl8pPr>
            <a:lvl9pPr algn="l">
              <a:defRPr sz="1950" b="1">
                <a:solidFill>
                  <a:srgbClr val="355E7B"/>
                </a:solidFill>
                <a:latin typeface="Liberation Sans"/>
                <a:ea typeface="Liberation Sans"/>
                <a:cs typeface="Liberation Sans"/>
              </a:defRPr>
            </a:lvl9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Wrong arrow</a:t>
            </a:r>
          </a:p>
        </p:txBody>
      </p:sp>
      <p:sp>
        <p:nvSpPr>
          <p:cNvPr id="23" name="pupil-text">
            <a:extLst xmlns:a="http://schemas.openxmlformats.org/drawingml/2006/main">
              <a:ext uri="{FF2B5EF4-FFF2-40B4-BE49-F238E27FC236}">
                <a16:creationId xmlns:a16="http://schemas.microsoft.com/office/drawing/2014/main" id="{B1D8B723-5B59-48BA-9B27-FE377D36B74A}"/>
              </a:ext>
            </a:extLst>
          </p:cNvPr>
          <p:cNvSpPr>
            <a:spLocks xmlns:a="http://schemas.openxmlformats.org/drawingml/2006/main" noGrp="1"/>
          </p:cNvSpPr>
          <p:nvPr/>
        </p:nvSpPr>
        <p:spPr>
          <a:xfrm xmlns:a="http://schemas.openxmlformats.org/drawingml/2006/main">
            <a:off x="457200" y="2981325"/>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Fox → rabbit → grass is offered for the supplied feeding clues.</a:t>
            </a:r>
          </a:p>
        </p:txBody>
      </p:sp>
      <p:sp>
        <p:nvSpPr>
          <p:cNvPr id="24" name="pupil-text">
            <a:extLst xmlns:a="http://schemas.openxmlformats.org/drawingml/2006/main">
              <a:ext uri="{FF2B5EF4-FFF2-40B4-BE49-F238E27FC236}">
                <a16:creationId xmlns:a16="http://schemas.microsoft.com/office/drawing/2014/main" id="{BAA3EF2B-D183-44E9-8F4B-F617A90A7AD0}"/>
              </a:ext>
            </a:extLst>
          </p:cNvPr>
          <p:cNvSpPr>
            <a:spLocks xmlns:a="http://schemas.openxmlformats.org/drawingml/2006/main" noGrp="1"/>
          </p:cNvSpPr>
          <p:nvPr/>
        </p:nvSpPr>
        <p:spPr>
          <a:xfrm xmlns:a="http://schemas.openxmlformats.org/drawingml/2006/main">
            <a:off x="457200" y="3371850"/>
            <a:ext cx="11277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vl1pPr algn="l">
              <a:defRPr sz="1950" b="1">
                <a:solidFill>
                  <a:srgbClr val="355E7B"/>
                </a:solidFill>
                <a:latin typeface="Liberation Sans"/>
                <a:ea typeface="Liberation Sans"/>
                <a:cs typeface="Liberation Sans"/>
              </a:defRPr>
            </a:lvl1pPr>
            <a:lvl2pPr algn="l">
              <a:defRPr sz="1950" b="1">
                <a:solidFill>
                  <a:srgbClr val="355E7B"/>
                </a:solidFill>
                <a:latin typeface="Liberation Sans"/>
                <a:ea typeface="Liberation Sans"/>
                <a:cs typeface="Liberation Sans"/>
              </a:defRPr>
            </a:lvl2pPr>
            <a:lvl3pPr algn="l">
              <a:defRPr sz="1950" b="1">
                <a:solidFill>
                  <a:srgbClr val="355E7B"/>
                </a:solidFill>
                <a:latin typeface="Liberation Sans"/>
                <a:ea typeface="Liberation Sans"/>
                <a:cs typeface="Liberation Sans"/>
              </a:defRPr>
            </a:lvl3pPr>
            <a:lvl4pPr algn="l">
              <a:defRPr sz="1950" b="1">
                <a:solidFill>
                  <a:srgbClr val="355E7B"/>
                </a:solidFill>
                <a:latin typeface="Liberation Sans"/>
                <a:ea typeface="Liberation Sans"/>
                <a:cs typeface="Liberation Sans"/>
              </a:defRPr>
            </a:lvl4pPr>
            <a:lvl5pPr algn="l">
              <a:defRPr sz="1950" b="1">
                <a:solidFill>
                  <a:srgbClr val="355E7B"/>
                </a:solidFill>
                <a:latin typeface="Liberation Sans"/>
                <a:ea typeface="Liberation Sans"/>
                <a:cs typeface="Liberation Sans"/>
              </a:defRPr>
            </a:lvl5pPr>
            <a:lvl6pPr algn="l">
              <a:defRPr sz="1950" b="1">
                <a:solidFill>
                  <a:srgbClr val="355E7B"/>
                </a:solidFill>
                <a:latin typeface="Liberation Sans"/>
                <a:ea typeface="Liberation Sans"/>
                <a:cs typeface="Liberation Sans"/>
              </a:defRPr>
            </a:lvl6pPr>
            <a:lvl7pPr algn="l">
              <a:defRPr sz="1950" b="1">
                <a:solidFill>
                  <a:srgbClr val="355E7B"/>
                </a:solidFill>
                <a:latin typeface="Liberation Sans"/>
                <a:ea typeface="Liberation Sans"/>
                <a:cs typeface="Liberation Sans"/>
              </a:defRPr>
            </a:lvl7pPr>
            <a:lvl8pPr algn="l">
              <a:defRPr sz="1950" b="1">
                <a:solidFill>
                  <a:srgbClr val="355E7B"/>
                </a:solidFill>
                <a:latin typeface="Liberation Sans"/>
                <a:ea typeface="Liberation Sans"/>
                <a:cs typeface="Liberation Sans"/>
              </a:defRPr>
            </a:lvl8pPr>
            <a:lvl9pPr algn="l">
              <a:defRPr sz="1950" b="1">
                <a:solidFill>
                  <a:srgbClr val="355E7B"/>
                </a:solidFill>
                <a:latin typeface="Liberation Sans"/>
                <a:ea typeface="Liberation Sans"/>
                <a:cs typeface="Liberation Sans"/>
              </a:defRPr>
            </a:lvl9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Food claim</a:t>
            </a:r>
          </a:p>
        </p:txBody>
      </p:sp>
      <p:sp>
        <p:nvSpPr>
          <p:cNvPr id="25" name="pupil-text">
            <a:extLst xmlns:a="http://schemas.openxmlformats.org/drawingml/2006/main">
              <a:ext uri="{FF2B5EF4-FFF2-40B4-BE49-F238E27FC236}">
                <a16:creationId xmlns:a16="http://schemas.microsoft.com/office/drawing/2014/main" id="{FBFD6B62-8B1E-4EDA-9283-20B8021BF36A}"/>
              </a:ext>
            </a:extLst>
          </p:cNvPr>
          <p:cNvSpPr>
            <a:spLocks xmlns:a="http://schemas.openxmlformats.org/drawingml/2006/main" noGrp="1"/>
          </p:cNvSpPr>
          <p:nvPr/>
        </p:nvSpPr>
        <p:spPr>
          <a:xfrm xmlns:a="http://schemas.openxmlformats.org/drawingml/2006/main">
            <a:off x="457200" y="3790950"/>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Animals make their own food like green plants.</a:t>
            </a:r>
          </a:p>
        </p:txBody>
      </p:sp>
      <p:sp>
        <p:nvSpPr>
          <p:cNvPr id="26" name="pupil-text">
            <a:extLst xmlns:a="http://schemas.openxmlformats.org/drawingml/2006/main">
              <a:ext uri="{FF2B5EF4-FFF2-40B4-BE49-F238E27FC236}">
                <a16:creationId xmlns:a16="http://schemas.microsoft.com/office/drawing/2014/main" id="{8D75E99C-4F1E-4B6E-BF7F-F4B06C034C66}"/>
              </a:ext>
            </a:extLst>
          </p:cNvPr>
          <p:cNvSpPr>
            <a:spLocks xmlns:a="http://schemas.openxmlformats.org/drawingml/2006/main" noGrp="1"/>
          </p:cNvSpPr>
          <p:nvPr/>
        </p:nvSpPr>
        <p:spPr>
          <a:xfrm xmlns:a="http://schemas.openxmlformats.org/drawingml/2006/main">
            <a:off x="457200" y="4181475"/>
            <a:ext cx="11277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vl1pPr algn="l">
              <a:defRPr sz="1950" b="1">
                <a:solidFill>
                  <a:srgbClr val="355E7B"/>
                </a:solidFill>
                <a:latin typeface="Liberation Sans"/>
                <a:ea typeface="Liberation Sans"/>
                <a:cs typeface="Liberation Sans"/>
              </a:defRPr>
            </a:lvl1pPr>
            <a:lvl2pPr algn="l">
              <a:defRPr sz="1950" b="1">
                <a:solidFill>
                  <a:srgbClr val="355E7B"/>
                </a:solidFill>
                <a:latin typeface="Liberation Sans"/>
                <a:ea typeface="Liberation Sans"/>
                <a:cs typeface="Liberation Sans"/>
              </a:defRPr>
            </a:lvl2pPr>
            <a:lvl3pPr algn="l">
              <a:defRPr sz="1950" b="1">
                <a:solidFill>
                  <a:srgbClr val="355E7B"/>
                </a:solidFill>
                <a:latin typeface="Liberation Sans"/>
                <a:ea typeface="Liberation Sans"/>
                <a:cs typeface="Liberation Sans"/>
              </a:defRPr>
            </a:lvl3pPr>
            <a:lvl4pPr algn="l">
              <a:defRPr sz="1950" b="1">
                <a:solidFill>
                  <a:srgbClr val="355E7B"/>
                </a:solidFill>
                <a:latin typeface="Liberation Sans"/>
                <a:ea typeface="Liberation Sans"/>
                <a:cs typeface="Liberation Sans"/>
              </a:defRPr>
            </a:lvl4pPr>
            <a:lvl5pPr algn="l">
              <a:defRPr sz="1950" b="1">
                <a:solidFill>
                  <a:srgbClr val="355E7B"/>
                </a:solidFill>
                <a:latin typeface="Liberation Sans"/>
                <a:ea typeface="Liberation Sans"/>
                <a:cs typeface="Liberation Sans"/>
              </a:defRPr>
            </a:lvl5pPr>
            <a:lvl6pPr algn="l">
              <a:defRPr sz="1950" b="1">
                <a:solidFill>
                  <a:srgbClr val="355E7B"/>
                </a:solidFill>
                <a:latin typeface="Liberation Sans"/>
                <a:ea typeface="Liberation Sans"/>
                <a:cs typeface="Liberation Sans"/>
              </a:defRPr>
            </a:lvl6pPr>
            <a:lvl7pPr algn="l">
              <a:defRPr sz="1950" b="1">
                <a:solidFill>
                  <a:srgbClr val="355E7B"/>
                </a:solidFill>
                <a:latin typeface="Liberation Sans"/>
                <a:ea typeface="Liberation Sans"/>
                <a:cs typeface="Liberation Sans"/>
              </a:defRPr>
            </a:lvl7pPr>
            <a:lvl8pPr algn="l">
              <a:defRPr sz="1950" b="1">
                <a:solidFill>
                  <a:srgbClr val="355E7B"/>
                </a:solidFill>
                <a:latin typeface="Liberation Sans"/>
                <a:ea typeface="Liberation Sans"/>
                <a:cs typeface="Liberation Sans"/>
              </a:defRPr>
            </a:lvl8pPr>
            <a:lvl9pPr algn="l">
              <a:defRPr sz="1950" b="1">
                <a:solidFill>
                  <a:srgbClr val="355E7B"/>
                </a:solidFill>
                <a:latin typeface="Liberation Sans"/>
                <a:ea typeface="Liberation Sans"/>
                <a:cs typeface="Liberation Sans"/>
              </a:defRPr>
            </a:lvl9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Cow food clue</a:t>
            </a:r>
          </a:p>
        </p:txBody>
      </p:sp>
      <p:sp>
        <p:nvSpPr>
          <p:cNvPr id="27" name="pupil-text">
            <a:extLst xmlns:a="http://schemas.openxmlformats.org/drawingml/2006/main">
              <a:ext uri="{FF2B5EF4-FFF2-40B4-BE49-F238E27FC236}">
                <a16:creationId xmlns:a16="http://schemas.microsoft.com/office/drawing/2014/main" id="{66861F86-AB6F-46A8-AD2E-C2AE62EBC97C}"/>
              </a:ext>
            </a:extLst>
          </p:cNvPr>
          <p:cNvSpPr>
            <a:spLocks xmlns:a="http://schemas.openxmlformats.org/drawingml/2006/main" noGrp="1"/>
          </p:cNvSpPr>
          <p:nvPr/>
        </p:nvSpPr>
        <p:spPr>
          <a:xfrm xmlns:a="http://schemas.openxmlformats.org/drawingml/2006/main">
            <a:off x="457200" y="4600575"/>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 cow can eat grass. Use this as one animal-food pair.</a:t>
            </a:r>
          </a:p>
        </p:txBody>
      </p:sp>
    </p:spTree>
    <p:extLst>
      <p:ext uri="{BB962C8B-B14F-4D97-AF65-F5344CB8AC3E}">
        <p14:creationId xmlns:p14="http://schemas.microsoft.com/office/powerpoint/2010/main" val="86019262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647F57E5-0972-480C-A836-C25ADF4FB6B7}"/>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vl1pPr algn="l">
              <a:defRPr sz="1425" b="1">
                <a:solidFill>
                  <a:srgbClr val="355E7B"/>
                </a:solidFill>
                <a:latin typeface="Liberation Sans"/>
                <a:ea typeface="Liberation Sans"/>
                <a:cs typeface="Liberation Sans"/>
              </a:defRPr>
            </a:lvl1pPr>
            <a:lvl2pPr algn="l">
              <a:defRPr sz="1425" b="1">
                <a:solidFill>
                  <a:srgbClr val="355E7B"/>
                </a:solidFill>
                <a:latin typeface="Liberation Sans"/>
                <a:ea typeface="Liberation Sans"/>
                <a:cs typeface="Liberation Sans"/>
              </a:defRPr>
            </a:lvl2pPr>
            <a:lvl3pPr algn="l">
              <a:defRPr sz="1425" b="1">
                <a:solidFill>
                  <a:srgbClr val="355E7B"/>
                </a:solidFill>
                <a:latin typeface="Liberation Sans"/>
                <a:ea typeface="Liberation Sans"/>
                <a:cs typeface="Liberation Sans"/>
              </a:defRPr>
            </a:lvl3pPr>
            <a:lvl4pPr algn="l">
              <a:defRPr sz="1425" b="1">
                <a:solidFill>
                  <a:srgbClr val="355E7B"/>
                </a:solidFill>
                <a:latin typeface="Liberation Sans"/>
                <a:ea typeface="Liberation Sans"/>
                <a:cs typeface="Liberation Sans"/>
              </a:defRPr>
            </a:lvl4pPr>
            <a:lvl5pPr algn="l">
              <a:defRPr sz="1425" b="1">
                <a:solidFill>
                  <a:srgbClr val="355E7B"/>
                </a:solidFill>
                <a:latin typeface="Liberation Sans"/>
                <a:ea typeface="Liberation Sans"/>
                <a:cs typeface="Liberation Sans"/>
              </a:defRPr>
            </a:lvl5pPr>
            <a:lvl6pPr algn="l">
              <a:defRPr sz="1425" b="1">
                <a:solidFill>
                  <a:srgbClr val="355E7B"/>
                </a:solidFill>
                <a:latin typeface="Liberation Sans"/>
                <a:ea typeface="Liberation Sans"/>
                <a:cs typeface="Liberation Sans"/>
              </a:defRPr>
            </a:lvl6pPr>
            <a:lvl7pPr algn="l">
              <a:defRPr sz="1425" b="1">
                <a:solidFill>
                  <a:srgbClr val="355E7B"/>
                </a:solidFill>
                <a:latin typeface="Liberation Sans"/>
                <a:ea typeface="Liberation Sans"/>
                <a:cs typeface="Liberation Sans"/>
              </a:defRPr>
            </a:lvl7pPr>
            <a:lvl8pPr algn="l">
              <a:defRPr sz="1425" b="1">
                <a:solidFill>
                  <a:srgbClr val="355E7B"/>
                </a:solidFill>
                <a:latin typeface="Liberation Sans"/>
                <a:ea typeface="Liberation Sans"/>
                <a:cs typeface="Liberation Sans"/>
              </a:defRPr>
            </a:lvl8pPr>
            <a:lvl9pPr algn="l">
              <a:defRPr sz="1425" b="1">
                <a:solidFill>
                  <a:srgbClr val="355E7B"/>
                </a:solidFill>
                <a:latin typeface="Liberation Sans"/>
                <a:ea typeface="Liberation Sans"/>
                <a:cs typeface="Liberation Sans"/>
              </a:defRPr>
            </a:lvl9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SCIENCE · AUTUMN 1 · Week 8</a:t>
            </a:r>
          </a:p>
        </p:txBody>
      </p:sp>
      <p:sp>
        <p:nvSpPr>
          <p:cNvPr id="2" name="stage-clock">
            <a:extLst xmlns:a="http://schemas.openxmlformats.org/drawingml/2006/main">
              <a:ext uri="{FF2B5EF4-FFF2-40B4-BE49-F238E27FC236}">
                <a16:creationId xmlns:a16="http://schemas.microsoft.com/office/drawing/2014/main" id="{78FCB13C-3772-4A6A-8AC8-C50D18EAF540}"/>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vl1pPr algn="r">
              <a:defRPr sz="1425" b="1">
                <a:solidFill>
                  <a:srgbClr val="355E7B"/>
                </a:solidFill>
                <a:latin typeface="Liberation Sans"/>
                <a:ea typeface="Liberation Sans"/>
                <a:cs typeface="Liberation Sans"/>
              </a:defRPr>
            </a:lvl1pPr>
            <a:lvl2pPr algn="r">
              <a:defRPr sz="1425" b="1">
                <a:solidFill>
                  <a:srgbClr val="355E7B"/>
                </a:solidFill>
                <a:latin typeface="Liberation Sans"/>
                <a:ea typeface="Liberation Sans"/>
                <a:cs typeface="Liberation Sans"/>
              </a:defRPr>
            </a:lvl2pPr>
            <a:lvl3pPr algn="r">
              <a:defRPr sz="1425" b="1">
                <a:solidFill>
                  <a:srgbClr val="355E7B"/>
                </a:solidFill>
                <a:latin typeface="Liberation Sans"/>
                <a:ea typeface="Liberation Sans"/>
                <a:cs typeface="Liberation Sans"/>
              </a:defRPr>
            </a:lvl3pPr>
            <a:lvl4pPr algn="r">
              <a:defRPr sz="1425" b="1">
                <a:solidFill>
                  <a:srgbClr val="355E7B"/>
                </a:solidFill>
                <a:latin typeface="Liberation Sans"/>
                <a:ea typeface="Liberation Sans"/>
                <a:cs typeface="Liberation Sans"/>
              </a:defRPr>
            </a:lvl4pPr>
            <a:lvl5pPr algn="r">
              <a:defRPr sz="1425" b="1">
                <a:solidFill>
                  <a:srgbClr val="355E7B"/>
                </a:solidFill>
                <a:latin typeface="Liberation Sans"/>
                <a:ea typeface="Liberation Sans"/>
                <a:cs typeface="Liberation Sans"/>
              </a:defRPr>
            </a:lvl5pPr>
            <a:lvl6pPr algn="r">
              <a:defRPr sz="1425" b="1">
                <a:solidFill>
                  <a:srgbClr val="355E7B"/>
                </a:solidFill>
                <a:latin typeface="Liberation Sans"/>
                <a:ea typeface="Liberation Sans"/>
                <a:cs typeface="Liberation Sans"/>
              </a:defRPr>
            </a:lvl6pPr>
            <a:lvl7pPr algn="r">
              <a:defRPr sz="1425" b="1">
                <a:solidFill>
                  <a:srgbClr val="355E7B"/>
                </a:solidFill>
                <a:latin typeface="Liberation Sans"/>
                <a:ea typeface="Liberation Sans"/>
                <a:cs typeface="Liberation Sans"/>
              </a:defRPr>
            </a:lvl7pPr>
            <a:lvl8pPr algn="r">
              <a:defRPr sz="1425" b="1">
                <a:solidFill>
                  <a:srgbClr val="355E7B"/>
                </a:solidFill>
                <a:latin typeface="Liberation Sans"/>
                <a:ea typeface="Liberation Sans"/>
                <a:cs typeface="Liberation Sans"/>
              </a:defRPr>
            </a:lvl8pPr>
            <a:lvl9pPr algn="r">
              <a:defRPr sz="1425" b="1">
                <a:solidFill>
                  <a:srgbClr val="355E7B"/>
                </a:solidFill>
                <a:latin typeface="Liberation Sans"/>
                <a:ea typeface="Liberation Sans"/>
                <a:cs typeface="Liberation Sans"/>
              </a:defRPr>
            </a:lvl9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We do · evidence desk · 4 min · 17 to 21</a:t>
            </a:r>
          </a:p>
        </p:txBody>
      </p:sp>
      <p:sp>
        <p:nvSpPr>
          <p:cNvPr id="3" name="slide-title">
            <a:extLst xmlns:a="http://schemas.openxmlformats.org/drawingml/2006/main">
              <a:ext uri="{FF2B5EF4-FFF2-40B4-BE49-F238E27FC236}">
                <a16:creationId xmlns:a16="http://schemas.microsoft.com/office/drawing/2014/main" id="{4D6BCF9E-5B2D-40C3-810E-09E0FEA67711}"/>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vl1pPr algn="l">
              <a:defRPr sz="2700" b="1">
                <a:solidFill>
                  <a:srgbClr val="355E7B"/>
                </a:solidFill>
                <a:latin typeface="Liberation Sans"/>
                <a:ea typeface="Liberation Sans"/>
                <a:cs typeface="Liberation Sans"/>
              </a:defRPr>
            </a:lvl1pPr>
            <a:lvl2pPr algn="l">
              <a:defRPr sz="2700" b="1">
                <a:solidFill>
                  <a:srgbClr val="355E7B"/>
                </a:solidFill>
                <a:latin typeface="Liberation Sans"/>
                <a:ea typeface="Liberation Sans"/>
                <a:cs typeface="Liberation Sans"/>
              </a:defRPr>
            </a:lvl2pPr>
            <a:lvl3pPr algn="l">
              <a:defRPr sz="2700" b="1">
                <a:solidFill>
                  <a:srgbClr val="355E7B"/>
                </a:solidFill>
                <a:latin typeface="Liberation Sans"/>
                <a:ea typeface="Liberation Sans"/>
                <a:cs typeface="Liberation Sans"/>
              </a:defRPr>
            </a:lvl3pPr>
            <a:lvl4pPr algn="l">
              <a:defRPr sz="2700" b="1">
                <a:solidFill>
                  <a:srgbClr val="355E7B"/>
                </a:solidFill>
                <a:latin typeface="Liberation Sans"/>
                <a:ea typeface="Liberation Sans"/>
                <a:cs typeface="Liberation Sans"/>
              </a:defRPr>
            </a:lvl4pPr>
            <a:lvl5pPr algn="l">
              <a:defRPr sz="2700" b="1">
                <a:solidFill>
                  <a:srgbClr val="355E7B"/>
                </a:solidFill>
                <a:latin typeface="Liberation Sans"/>
                <a:ea typeface="Liberation Sans"/>
                <a:cs typeface="Liberation Sans"/>
              </a:defRPr>
            </a:lvl5pPr>
            <a:lvl6pPr algn="l">
              <a:defRPr sz="2700" b="1">
                <a:solidFill>
                  <a:srgbClr val="355E7B"/>
                </a:solidFill>
                <a:latin typeface="Liberation Sans"/>
                <a:ea typeface="Liberation Sans"/>
                <a:cs typeface="Liberation Sans"/>
              </a:defRPr>
            </a:lvl6pPr>
            <a:lvl7pPr algn="l">
              <a:defRPr sz="2700" b="1">
                <a:solidFill>
                  <a:srgbClr val="355E7B"/>
                </a:solidFill>
                <a:latin typeface="Liberation Sans"/>
                <a:ea typeface="Liberation Sans"/>
                <a:cs typeface="Liberation Sans"/>
              </a:defRPr>
            </a:lvl7pPr>
            <a:lvl8pPr algn="l">
              <a:defRPr sz="2700" b="1">
                <a:solidFill>
                  <a:srgbClr val="355E7B"/>
                </a:solidFill>
                <a:latin typeface="Liberation Sans"/>
                <a:ea typeface="Liberation Sans"/>
                <a:cs typeface="Liberation Sans"/>
              </a:defRPr>
            </a:lvl8pPr>
            <a:lvl9pPr algn="l">
              <a:defRPr sz="2700" b="1">
                <a:solidFill>
                  <a:srgbClr val="355E7B"/>
                </a:solidFill>
                <a:latin typeface="Liberation Sans"/>
                <a:ea typeface="Liberation Sans"/>
                <a:cs typeface="Liberation Sans"/>
              </a:defRPr>
            </a:lvl9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We do · evidence desk · continued</a:t>
            </a:r>
          </a:p>
        </p:txBody>
      </p:sp>
      <p:sp>
        <p:nvSpPr>
          <p:cNvPr id="4" name="shape">
            <a:extLst xmlns:a="http://schemas.openxmlformats.org/drawingml/2006/main">
              <a:ext uri="{FF2B5EF4-FFF2-40B4-BE49-F238E27FC236}">
                <a16:creationId xmlns:a16="http://schemas.microsoft.com/office/drawing/2014/main" id="{9A688E2A-E12C-4B12-B7DC-0BA8D3E1BD11}"/>
              </a:ext>
            </a:extLst>
          </p:cNvPr>
          <p:cNvSpPr>
            <a:spLocks xmlns:a="http://schemas.openxmlformats.org/drawingml/2006/main" noGrp="1"/>
          </p:cNvSpPr>
          <p:nvPr/>
        </p:nvSpPr>
        <p:spPr>
          <a:xfrm xmlns:a="http://schemas.openxmlformats.org/drawingml/2006/main">
            <a:off x="381000"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20980F14-D334-4DDD-94CA-9BB75B8334B2}"/>
              </a:ext>
            </a:extLst>
          </p:cNvPr>
          <p:cNvSpPr>
            <a:spLocks xmlns:a="http://schemas.openxmlformats.org/drawingml/2006/main" noGrp="1"/>
          </p:cNvSpPr>
          <p:nvPr/>
        </p:nvSpPr>
        <p:spPr>
          <a:xfrm xmlns:a="http://schemas.openxmlformats.org/drawingml/2006/main">
            <a:off x="1234678"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8E5E8F33-ECB1-48EE-9E9D-6859C694A10D}"/>
              </a:ext>
            </a:extLst>
          </p:cNvPr>
          <p:cNvSpPr>
            <a:spLocks xmlns:a="http://schemas.openxmlformats.org/drawingml/2006/main" noGrp="1"/>
          </p:cNvSpPr>
          <p:nvPr/>
        </p:nvSpPr>
        <p:spPr>
          <a:xfrm xmlns:a="http://schemas.openxmlformats.org/drawingml/2006/main">
            <a:off x="2088356"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6E5B0B41-2799-432A-85EF-2A89AB00A728}"/>
              </a:ext>
            </a:extLst>
          </p:cNvPr>
          <p:cNvSpPr>
            <a:spLocks xmlns:a="http://schemas.openxmlformats.org/drawingml/2006/main" noGrp="1"/>
          </p:cNvSpPr>
          <p:nvPr/>
        </p:nvSpPr>
        <p:spPr>
          <a:xfrm xmlns:a="http://schemas.openxmlformats.org/drawingml/2006/main">
            <a:off x="3226594"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514DF967-04FA-48F2-B864-5EBE842FB446}"/>
              </a:ext>
            </a:extLst>
          </p:cNvPr>
          <p:cNvSpPr>
            <a:spLocks xmlns:a="http://schemas.openxmlformats.org/drawingml/2006/main" noGrp="1"/>
          </p:cNvSpPr>
          <p:nvPr/>
        </p:nvSpPr>
        <p:spPr>
          <a:xfrm xmlns:a="http://schemas.openxmlformats.org/drawingml/2006/main">
            <a:off x="4364831"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D76A0149-0FA1-4432-8A44-25C884A55596}"/>
              </a:ext>
            </a:extLst>
          </p:cNvPr>
          <p:cNvSpPr>
            <a:spLocks xmlns:a="http://schemas.openxmlformats.org/drawingml/2006/main" noGrp="1"/>
          </p:cNvSpPr>
          <p:nvPr/>
        </p:nvSpPr>
        <p:spPr>
          <a:xfrm xmlns:a="http://schemas.openxmlformats.org/drawingml/2006/main">
            <a:off x="5218509" y="1381125"/>
            <a:ext cx="110966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0" name="shape">
            <a:extLst xmlns:a="http://schemas.openxmlformats.org/drawingml/2006/main">
              <a:ext uri="{FF2B5EF4-FFF2-40B4-BE49-F238E27FC236}">
                <a16:creationId xmlns:a16="http://schemas.microsoft.com/office/drawing/2014/main" id="{9164F263-9CD0-4A88-BFE1-4656D167E4B1}"/>
              </a:ext>
            </a:extLst>
          </p:cNvPr>
          <p:cNvSpPr>
            <a:spLocks xmlns:a="http://schemas.openxmlformats.org/drawingml/2006/main" noGrp="1"/>
          </p:cNvSpPr>
          <p:nvPr/>
        </p:nvSpPr>
        <p:spPr>
          <a:xfrm xmlns:a="http://schemas.openxmlformats.org/drawingml/2006/main">
            <a:off x="6356747" y="1381125"/>
            <a:ext cx="540544"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1" name="shape">
            <a:extLst xmlns:a="http://schemas.openxmlformats.org/drawingml/2006/main">
              <a:ext uri="{FF2B5EF4-FFF2-40B4-BE49-F238E27FC236}">
                <a16:creationId xmlns:a16="http://schemas.microsoft.com/office/drawing/2014/main" id="{6CC43E7D-014B-48EE-87D9-E4210BD68D98}"/>
              </a:ext>
            </a:extLst>
          </p:cNvPr>
          <p:cNvSpPr>
            <a:spLocks xmlns:a="http://schemas.openxmlformats.org/drawingml/2006/main" noGrp="1"/>
          </p:cNvSpPr>
          <p:nvPr/>
        </p:nvSpPr>
        <p:spPr>
          <a:xfrm xmlns:a="http://schemas.openxmlformats.org/drawingml/2006/main">
            <a:off x="6925866" y="1381125"/>
            <a:ext cx="540544"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2" name="shape">
            <a:extLst xmlns:a="http://schemas.openxmlformats.org/drawingml/2006/main">
              <a:ext uri="{FF2B5EF4-FFF2-40B4-BE49-F238E27FC236}">
                <a16:creationId xmlns:a16="http://schemas.microsoft.com/office/drawing/2014/main" id="{2B2C6FA4-4EDD-4FCC-84B2-FDCCA3EA9130}"/>
              </a:ext>
            </a:extLst>
          </p:cNvPr>
          <p:cNvSpPr>
            <a:spLocks xmlns:a="http://schemas.openxmlformats.org/drawingml/2006/main" noGrp="1"/>
          </p:cNvSpPr>
          <p:nvPr/>
        </p:nvSpPr>
        <p:spPr>
          <a:xfrm xmlns:a="http://schemas.openxmlformats.org/drawingml/2006/main">
            <a:off x="7494984"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3" name="shape">
            <a:extLst xmlns:a="http://schemas.openxmlformats.org/drawingml/2006/main">
              <a:ext uri="{FF2B5EF4-FFF2-40B4-BE49-F238E27FC236}">
                <a16:creationId xmlns:a16="http://schemas.microsoft.com/office/drawing/2014/main" id="{4A0CE9D0-CE9D-443A-AED5-EB35602386A6}"/>
              </a:ext>
            </a:extLst>
          </p:cNvPr>
          <p:cNvSpPr>
            <a:spLocks xmlns:a="http://schemas.openxmlformats.org/drawingml/2006/main" noGrp="1"/>
          </p:cNvSpPr>
          <p:nvPr/>
        </p:nvSpPr>
        <p:spPr>
          <a:xfrm xmlns:a="http://schemas.openxmlformats.org/drawingml/2006/main">
            <a:off x="9771459"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4" name="shape">
            <a:extLst xmlns:a="http://schemas.openxmlformats.org/drawingml/2006/main">
              <a:ext uri="{FF2B5EF4-FFF2-40B4-BE49-F238E27FC236}">
                <a16:creationId xmlns:a16="http://schemas.microsoft.com/office/drawing/2014/main" id="{1D1C687A-1A0A-4D63-9A49-631414889C61}"/>
              </a:ext>
            </a:extLst>
          </p:cNvPr>
          <p:cNvSpPr>
            <a:spLocks xmlns:a="http://schemas.openxmlformats.org/drawingml/2006/main" noGrp="1"/>
          </p:cNvSpPr>
          <p:nvPr/>
        </p:nvSpPr>
        <p:spPr>
          <a:xfrm xmlns:a="http://schemas.openxmlformats.org/drawingml/2006/main">
            <a:off x="10625138"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5" name="objective-footer">
            <a:extLst xmlns:a="http://schemas.openxmlformats.org/drawingml/2006/main">
              <a:ext uri="{FF2B5EF4-FFF2-40B4-BE49-F238E27FC236}">
                <a16:creationId xmlns:a16="http://schemas.microsoft.com/office/drawing/2014/main" id="{757F1FA1-4D87-492B-9738-C3ED42516939}"/>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vl1pPr algn="l">
              <a:defRPr sz="1425" b="0">
                <a:solidFill>
                  <a:srgbClr val="46586A"/>
                </a:solidFill>
                <a:latin typeface="Liberation Sans"/>
                <a:ea typeface="Liberation Sans"/>
                <a:cs typeface="Liberation Sans"/>
              </a:defRPr>
            </a:lvl1pPr>
            <a:lvl2pPr algn="l">
              <a:defRPr sz="1425" b="0">
                <a:solidFill>
                  <a:srgbClr val="46586A"/>
                </a:solidFill>
                <a:latin typeface="Liberation Sans"/>
                <a:ea typeface="Liberation Sans"/>
                <a:cs typeface="Liberation Sans"/>
              </a:defRPr>
            </a:lvl2pPr>
            <a:lvl3pPr algn="l">
              <a:defRPr sz="1425" b="0">
                <a:solidFill>
                  <a:srgbClr val="46586A"/>
                </a:solidFill>
                <a:latin typeface="Liberation Sans"/>
                <a:ea typeface="Liberation Sans"/>
                <a:cs typeface="Liberation Sans"/>
              </a:defRPr>
            </a:lvl3pPr>
            <a:lvl4pPr algn="l">
              <a:defRPr sz="1425" b="0">
                <a:solidFill>
                  <a:srgbClr val="46586A"/>
                </a:solidFill>
                <a:latin typeface="Liberation Sans"/>
                <a:ea typeface="Liberation Sans"/>
                <a:cs typeface="Liberation Sans"/>
              </a:defRPr>
            </a:lvl4pPr>
            <a:lvl5pPr algn="l">
              <a:defRPr sz="1425" b="0">
                <a:solidFill>
                  <a:srgbClr val="46586A"/>
                </a:solidFill>
                <a:latin typeface="Liberation Sans"/>
                <a:ea typeface="Liberation Sans"/>
                <a:cs typeface="Liberation Sans"/>
              </a:defRPr>
            </a:lvl5pPr>
            <a:lvl6pPr algn="l">
              <a:defRPr sz="1425" b="0">
                <a:solidFill>
                  <a:srgbClr val="46586A"/>
                </a:solidFill>
                <a:latin typeface="Liberation Sans"/>
                <a:ea typeface="Liberation Sans"/>
                <a:cs typeface="Liberation Sans"/>
              </a:defRPr>
            </a:lvl6pPr>
            <a:lvl7pPr algn="l">
              <a:defRPr sz="1425" b="0">
                <a:solidFill>
                  <a:srgbClr val="46586A"/>
                </a:solidFill>
                <a:latin typeface="Liberation Sans"/>
                <a:ea typeface="Liberation Sans"/>
                <a:cs typeface="Liberation Sans"/>
              </a:defRPr>
            </a:lvl7pPr>
            <a:lvl8pPr algn="l">
              <a:defRPr sz="1425" b="0">
                <a:solidFill>
                  <a:srgbClr val="46586A"/>
                </a:solidFill>
                <a:latin typeface="Liberation Sans"/>
                <a:ea typeface="Liberation Sans"/>
                <a:cs typeface="Liberation Sans"/>
              </a:defRPr>
            </a:lvl8pPr>
            <a:lvl9pPr algn="l">
              <a:defRPr sz="1425" b="0">
                <a:solidFill>
                  <a:srgbClr val="46586A"/>
                </a:solidFill>
                <a:latin typeface="Liberation Sans"/>
                <a:ea typeface="Liberation Sans"/>
                <a:cs typeface="Liberation Sans"/>
              </a:defRPr>
            </a:lvl9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I can explain that animals get food by eating, and plants can make their own food.</a:t>
            </a:r>
          </a:p>
        </p:txBody>
      </p:sp>
      <p:sp>
        <p:nvSpPr>
          <p:cNvPr id="16" name="blank-version-footer">
            <a:extLst xmlns:a="http://schemas.openxmlformats.org/drawingml/2006/main">
              <a:ext uri="{FF2B5EF4-FFF2-40B4-BE49-F238E27FC236}">
                <a16:creationId xmlns:a16="http://schemas.microsoft.com/office/drawing/2014/main" id="{F1325FD2-260B-449D-8F3F-17E15BD0CF36}"/>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vl1pPr algn="l">
              <a:defRPr sz="1425" b="0">
                <a:solidFill>
                  <a:srgbClr val="46586A"/>
                </a:solidFill>
                <a:latin typeface="Liberation Sans"/>
                <a:ea typeface="Liberation Sans"/>
                <a:cs typeface="Liberation Sans"/>
              </a:defRPr>
            </a:lvl1pPr>
            <a:lvl2pPr algn="l">
              <a:defRPr sz="1425" b="0">
                <a:solidFill>
                  <a:srgbClr val="46586A"/>
                </a:solidFill>
                <a:latin typeface="Liberation Sans"/>
                <a:ea typeface="Liberation Sans"/>
                <a:cs typeface="Liberation Sans"/>
              </a:defRPr>
            </a:lvl2pPr>
            <a:lvl3pPr algn="l">
              <a:defRPr sz="1425" b="0">
                <a:solidFill>
                  <a:srgbClr val="46586A"/>
                </a:solidFill>
                <a:latin typeface="Liberation Sans"/>
                <a:ea typeface="Liberation Sans"/>
                <a:cs typeface="Liberation Sans"/>
              </a:defRPr>
            </a:lvl3pPr>
            <a:lvl4pPr algn="l">
              <a:defRPr sz="1425" b="0">
                <a:solidFill>
                  <a:srgbClr val="46586A"/>
                </a:solidFill>
                <a:latin typeface="Liberation Sans"/>
                <a:ea typeface="Liberation Sans"/>
                <a:cs typeface="Liberation Sans"/>
              </a:defRPr>
            </a:lvl4pPr>
            <a:lvl5pPr algn="l">
              <a:defRPr sz="1425" b="0">
                <a:solidFill>
                  <a:srgbClr val="46586A"/>
                </a:solidFill>
                <a:latin typeface="Liberation Sans"/>
                <a:ea typeface="Liberation Sans"/>
                <a:cs typeface="Liberation Sans"/>
              </a:defRPr>
            </a:lvl5pPr>
            <a:lvl6pPr algn="l">
              <a:defRPr sz="1425" b="0">
                <a:solidFill>
                  <a:srgbClr val="46586A"/>
                </a:solidFill>
                <a:latin typeface="Liberation Sans"/>
                <a:ea typeface="Liberation Sans"/>
                <a:cs typeface="Liberation Sans"/>
              </a:defRPr>
            </a:lvl6pPr>
            <a:lvl7pPr algn="l">
              <a:defRPr sz="1425" b="0">
                <a:solidFill>
                  <a:srgbClr val="46586A"/>
                </a:solidFill>
                <a:latin typeface="Liberation Sans"/>
                <a:ea typeface="Liberation Sans"/>
                <a:cs typeface="Liberation Sans"/>
              </a:defRPr>
            </a:lvl7pPr>
            <a:lvl8pPr algn="l">
              <a:defRPr sz="1425" b="0">
                <a:solidFill>
                  <a:srgbClr val="46586A"/>
                </a:solidFill>
                <a:latin typeface="Liberation Sans"/>
                <a:ea typeface="Liberation Sans"/>
                <a:cs typeface="Liberation Sans"/>
              </a:defRPr>
            </a:lvl8pPr>
            <a:lvl9pPr algn="l">
              <a:defRPr sz="1425" b="0">
                <a:solidFill>
                  <a:srgbClr val="46586A"/>
                </a:solidFill>
                <a:latin typeface="Liberation Sans"/>
                <a:ea typeface="Liberation Sans"/>
                <a:cs typeface="Liberation Sans"/>
              </a:defRPr>
            </a:lvl9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SCI-BUILD-A1-W08-P1 · Version: ______ · Source page SHA-256: ______</a:t>
            </a:r>
          </a:p>
        </p:txBody>
      </p:sp>
      <p:sp>
        <p:nvSpPr>
          <p:cNvPr id="17" name="slide-progress">
            <a:extLst xmlns:a="http://schemas.openxmlformats.org/drawingml/2006/main">
              <a:ext uri="{FF2B5EF4-FFF2-40B4-BE49-F238E27FC236}">
                <a16:creationId xmlns:a16="http://schemas.microsoft.com/office/drawing/2014/main" id="{7C49674F-6D31-4990-9CF9-77A61AD17EBF}"/>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vl1pPr algn="r">
              <a:defRPr sz="1425" b="0">
                <a:solidFill>
                  <a:srgbClr val="46586A"/>
                </a:solidFill>
                <a:latin typeface="Liberation Sans"/>
                <a:ea typeface="Liberation Sans"/>
                <a:cs typeface="Liberation Sans"/>
              </a:defRPr>
            </a:lvl1pPr>
            <a:lvl2pPr algn="r">
              <a:defRPr sz="1425" b="0">
                <a:solidFill>
                  <a:srgbClr val="46586A"/>
                </a:solidFill>
                <a:latin typeface="Liberation Sans"/>
                <a:ea typeface="Liberation Sans"/>
                <a:cs typeface="Liberation Sans"/>
              </a:defRPr>
            </a:lvl2pPr>
            <a:lvl3pPr algn="r">
              <a:defRPr sz="1425" b="0">
                <a:solidFill>
                  <a:srgbClr val="46586A"/>
                </a:solidFill>
                <a:latin typeface="Liberation Sans"/>
                <a:ea typeface="Liberation Sans"/>
                <a:cs typeface="Liberation Sans"/>
              </a:defRPr>
            </a:lvl3pPr>
            <a:lvl4pPr algn="r">
              <a:defRPr sz="1425" b="0">
                <a:solidFill>
                  <a:srgbClr val="46586A"/>
                </a:solidFill>
                <a:latin typeface="Liberation Sans"/>
                <a:ea typeface="Liberation Sans"/>
                <a:cs typeface="Liberation Sans"/>
              </a:defRPr>
            </a:lvl4pPr>
            <a:lvl5pPr algn="r">
              <a:defRPr sz="1425" b="0">
                <a:solidFill>
                  <a:srgbClr val="46586A"/>
                </a:solidFill>
                <a:latin typeface="Liberation Sans"/>
                <a:ea typeface="Liberation Sans"/>
                <a:cs typeface="Liberation Sans"/>
              </a:defRPr>
            </a:lvl5pPr>
            <a:lvl6pPr algn="r">
              <a:defRPr sz="1425" b="0">
                <a:solidFill>
                  <a:srgbClr val="46586A"/>
                </a:solidFill>
                <a:latin typeface="Liberation Sans"/>
                <a:ea typeface="Liberation Sans"/>
                <a:cs typeface="Liberation Sans"/>
              </a:defRPr>
            </a:lvl6pPr>
            <a:lvl7pPr algn="r">
              <a:defRPr sz="1425" b="0">
                <a:solidFill>
                  <a:srgbClr val="46586A"/>
                </a:solidFill>
                <a:latin typeface="Liberation Sans"/>
                <a:ea typeface="Liberation Sans"/>
                <a:cs typeface="Liberation Sans"/>
              </a:defRPr>
            </a:lvl7pPr>
            <a:lvl8pPr algn="r">
              <a:defRPr sz="1425" b="0">
                <a:solidFill>
                  <a:srgbClr val="46586A"/>
                </a:solidFill>
                <a:latin typeface="Liberation Sans"/>
                <a:ea typeface="Liberation Sans"/>
                <a:cs typeface="Liberation Sans"/>
              </a:defRPr>
            </a:lvl8pPr>
            <a:lvl9pPr algn="r">
              <a:defRPr sz="1425" b="0">
                <a:solidFill>
                  <a:srgbClr val="46586A"/>
                </a:solidFill>
                <a:latin typeface="Liberation Sans"/>
                <a:ea typeface="Liberation Sans"/>
                <a:cs typeface="Liberation Sans"/>
              </a:defRPr>
            </a:lvl9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17 / 29</a:t>
            </a:r>
          </a:p>
        </p:txBody>
      </p:sp>
      <p:sp>
        <p:nvSpPr>
          <p:cNvPr id="18" name="licence-footer">
            <a:extLst xmlns:a="http://schemas.openxmlformats.org/drawingml/2006/main">
              <a:ext uri="{FF2B5EF4-FFF2-40B4-BE49-F238E27FC236}">
                <a16:creationId xmlns:a16="http://schemas.microsoft.com/office/drawing/2014/main" id="{B753611B-7380-4732-AAB5-D00DCF85CD23}"/>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vl1pPr algn="l">
              <a:defRPr sz="1425" b="0">
                <a:solidFill>
                  <a:srgbClr val="46586A"/>
                </a:solidFill>
                <a:latin typeface="Liberation Sans"/>
                <a:ea typeface="Liberation Sans"/>
                <a:cs typeface="Liberation Sans"/>
              </a:defRPr>
            </a:lvl1pPr>
            <a:lvl2pPr algn="l">
              <a:defRPr sz="1425" b="0">
                <a:solidFill>
                  <a:srgbClr val="46586A"/>
                </a:solidFill>
                <a:latin typeface="Liberation Sans"/>
                <a:ea typeface="Liberation Sans"/>
                <a:cs typeface="Liberation Sans"/>
              </a:defRPr>
            </a:lvl2pPr>
            <a:lvl3pPr algn="l">
              <a:defRPr sz="1425" b="0">
                <a:solidFill>
                  <a:srgbClr val="46586A"/>
                </a:solidFill>
                <a:latin typeface="Liberation Sans"/>
                <a:ea typeface="Liberation Sans"/>
                <a:cs typeface="Liberation Sans"/>
              </a:defRPr>
            </a:lvl3pPr>
            <a:lvl4pPr algn="l">
              <a:defRPr sz="1425" b="0">
                <a:solidFill>
                  <a:srgbClr val="46586A"/>
                </a:solidFill>
                <a:latin typeface="Liberation Sans"/>
                <a:ea typeface="Liberation Sans"/>
                <a:cs typeface="Liberation Sans"/>
              </a:defRPr>
            </a:lvl4pPr>
            <a:lvl5pPr algn="l">
              <a:defRPr sz="1425" b="0">
                <a:solidFill>
                  <a:srgbClr val="46586A"/>
                </a:solidFill>
                <a:latin typeface="Liberation Sans"/>
                <a:ea typeface="Liberation Sans"/>
                <a:cs typeface="Liberation Sans"/>
              </a:defRPr>
            </a:lvl5pPr>
            <a:lvl6pPr algn="l">
              <a:defRPr sz="1425" b="0">
                <a:solidFill>
                  <a:srgbClr val="46586A"/>
                </a:solidFill>
                <a:latin typeface="Liberation Sans"/>
                <a:ea typeface="Liberation Sans"/>
                <a:cs typeface="Liberation Sans"/>
              </a:defRPr>
            </a:lvl6pPr>
            <a:lvl7pPr algn="l">
              <a:defRPr sz="1425" b="0">
                <a:solidFill>
                  <a:srgbClr val="46586A"/>
                </a:solidFill>
                <a:latin typeface="Liberation Sans"/>
                <a:ea typeface="Liberation Sans"/>
                <a:cs typeface="Liberation Sans"/>
              </a:defRPr>
            </a:lvl7pPr>
            <a:lvl8pPr algn="l">
              <a:defRPr sz="1425" b="0">
                <a:solidFill>
                  <a:srgbClr val="46586A"/>
                </a:solidFill>
                <a:latin typeface="Liberation Sans"/>
                <a:ea typeface="Liberation Sans"/>
                <a:cs typeface="Liberation Sans"/>
              </a:defRPr>
            </a:lvl8pPr>
            <a:lvl9pPr algn="l">
              <a:defRPr sz="1425" b="0">
                <a:solidFill>
                  <a:srgbClr val="46586A"/>
                </a:solidFill>
                <a:latin typeface="Liberation Sans"/>
                <a:ea typeface="Liberation Sans"/>
                <a:cs typeface="Liberation Sans"/>
              </a:defRPr>
            </a:lvl9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9" name="">
            <a:extLst xmlns:a="http://schemas.openxmlformats.org/drawingml/2006/main">
              <a:ext uri="{FF2B5EF4-FFF2-40B4-BE49-F238E27FC236}">
                <a16:creationId xmlns:a16="http://schemas.microsoft.com/office/drawing/2014/main" id="{CE43E260-885F-4CFB-9FEF-F352C38CDC0F}"/>
              </a:ext>
            </a:extLst>
          </p:cNvPr>
          <p:cNvPicPr>
            <a:picLocks xmlns:a="http://schemas.openxmlformats.org/drawingml/2006/main" noChangeAspect="1"/>
          </p:cNvPicPr>
          <p:nvPr/>
        </p:nvPicPr>
        <p:blipFill>
          <a:blip xmlns:r="http://schemas.openxmlformats.org/officeDocument/2006/relationships" xmlns:a="http://schemas.openxmlformats.org/drawingml/2006/main" r:embed="R5e2f305519d94294"/>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20" name="pupil-text">
            <a:extLst xmlns:a="http://schemas.openxmlformats.org/drawingml/2006/main">
              <a:ext uri="{FF2B5EF4-FFF2-40B4-BE49-F238E27FC236}">
                <a16:creationId xmlns:a16="http://schemas.microsoft.com/office/drawing/2014/main" id="{2EE8274F-33F9-4BB2-815E-E2C0AEAE8964}"/>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vl1pPr algn="l">
              <a:defRPr sz="1950" b="1">
                <a:solidFill>
                  <a:srgbClr val="355E7B"/>
                </a:solidFill>
                <a:latin typeface="Liberation Sans"/>
                <a:ea typeface="Liberation Sans"/>
                <a:cs typeface="Liberation Sans"/>
              </a:defRPr>
            </a:lvl1pPr>
            <a:lvl2pPr algn="l">
              <a:defRPr sz="1950" b="1">
                <a:solidFill>
                  <a:srgbClr val="355E7B"/>
                </a:solidFill>
                <a:latin typeface="Liberation Sans"/>
                <a:ea typeface="Liberation Sans"/>
                <a:cs typeface="Liberation Sans"/>
              </a:defRPr>
            </a:lvl2pPr>
            <a:lvl3pPr algn="l">
              <a:defRPr sz="1950" b="1">
                <a:solidFill>
                  <a:srgbClr val="355E7B"/>
                </a:solidFill>
                <a:latin typeface="Liberation Sans"/>
                <a:ea typeface="Liberation Sans"/>
                <a:cs typeface="Liberation Sans"/>
              </a:defRPr>
            </a:lvl3pPr>
            <a:lvl4pPr algn="l">
              <a:defRPr sz="1950" b="1">
                <a:solidFill>
                  <a:srgbClr val="355E7B"/>
                </a:solidFill>
                <a:latin typeface="Liberation Sans"/>
                <a:ea typeface="Liberation Sans"/>
                <a:cs typeface="Liberation Sans"/>
              </a:defRPr>
            </a:lvl4pPr>
            <a:lvl5pPr algn="l">
              <a:defRPr sz="1950" b="1">
                <a:solidFill>
                  <a:srgbClr val="355E7B"/>
                </a:solidFill>
                <a:latin typeface="Liberation Sans"/>
                <a:ea typeface="Liberation Sans"/>
                <a:cs typeface="Liberation Sans"/>
              </a:defRPr>
            </a:lvl5pPr>
            <a:lvl6pPr algn="l">
              <a:defRPr sz="1950" b="1">
                <a:solidFill>
                  <a:srgbClr val="355E7B"/>
                </a:solidFill>
                <a:latin typeface="Liberation Sans"/>
                <a:ea typeface="Liberation Sans"/>
                <a:cs typeface="Liberation Sans"/>
              </a:defRPr>
            </a:lvl6pPr>
            <a:lvl7pPr algn="l">
              <a:defRPr sz="1950" b="1">
                <a:solidFill>
                  <a:srgbClr val="355E7B"/>
                </a:solidFill>
                <a:latin typeface="Liberation Sans"/>
                <a:ea typeface="Liberation Sans"/>
                <a:cs typeface="Liberation Sans"/>
              </a:defRPr>
            </a:lvl7pPr>
            <a:lvl8pPr algn="l">
              <a:defRPr sz="1950" b="1">
                <a:solidFill>
                  <a:srgbClr val="355E7B"/>
                </a:solidFill>
                <a:latin typeface="Liberation Sans"/>
                <a:ea typeface="Liberation Sans"/>
                <a:cs typeface="Liberation Sans"/>
              </a:defRPr>
            </a:lvl8pPr>
            <a:lvl9pPr algn="l">
              <a:defRPr sz="1950" b="1">
                <a:solidFill>
                  <a:srgbClr val="355E7B"/>
                </a:solidFill>
                <a:latin typeface="Liberation Sans"/>
                <a:ea typeface="Liberation Sans"/>
                <a:cs typeface="Liberation Sans"/>
              </a:defRPr>
            </a:lvl9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Owl food clue</a:t>
            </a:r>
          </a:p>
        </p:txBody>
      </p:sp>
      <p:sp>
        <p:nvSpPr>
          <p:cNvPr id="21" name="pupil-text">
            <a:extLst xmlns:a="http://schemas.openxmlformats.org/drawingml/2006/main">
              <a:ext uri="{FF2B5EF4-FFF2-40B4-BE49-F238E27FC236}">
                <a16:creationId xmlns:a16="http://schemas.microsoft.com/office/drawing/2014/main" id="{46F22620-E24F-4FAC-9BF7-A14230FB476F}"/>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An owl can eat a small animal. Use this as one animal-food pair.</a:t>
            </a:r>
          </a:p>
        </p:txBody>
      </p:sp>
    </p:spTree>
    <p:extLst>
      <p:ext uri="{BB962C8B-B14F-4D97-AF65-F5344CB8AC3E}">
        <p14:creationId xmlns:p14="http://schemas.microsoft.com/office/powerpoint/2010/main" val="108241071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lesson-header">
            <a:extLst xmlns:a="http://schemas.openxmlformats.org/drawingml/2006/main">
              <a:ext uri="{FF2B5EF4-FFF2-40B4-BE49-F238E27FC236}">
                <a16:creationId xmlns:a16="http://schemas.microsoft.com/office/drawing/2014/main" id="{C32DDF4B-5085-4BB7-AB98-E9D678CB160A}"/>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vl1pPr algn="l">
              <a:defRPr sz="1425" b="1">
                <a:solidFill>
                  <a:srgbClr val="355E7B"/>
                </a:solidFill>
                <a:latin typeface="Liberation Sans"/>
                <a:ea typeface="Liberation Sans"/>
                <a:cs typeface="Liberation Sans"/>
              </a:defRPr>
            </a:lvl1pPr>
            <a:lvl2pPr algn="l">
              <a:defRPr sz="1425" b="1">
                <a:solidFill>
                  <a:srgbClr val="355E7B"/>
                </a:solidFill>
                <a:latin typeface="Liberation Sans"/>
                <a:ea typeface="Liberation Sans"/>
                <a:cs typeface="Liberation Sans"/>
              </a:defRPr>
            </a:lvl2pPr>
            <a:lvl3pPr algn="l">
              <a:defRPr sz="1425" b="1">
                <a:solidFill>
                  <a:srgbClr val="355E7B"/>
                </a:solidFill>
                <a:latin typeface="Liberation Sans"/>
                <a:ea typeface="Liberation Sans"/>
                <a:cs typeface="Liberation Sans"/>
              </a:defRPr>
            </a:lvl3pPr>
            <a:lvl4pPr algn="l">
              <a:defRPr sz="1425" b="1">
                <a:solidFill>
                  <a:srgbClr val="355E7B"/>
                </a:solidFill>
                <a:latin typeface="Liberation Sans"/>
                <a:ea typeface="Liberation Sans"/>
                <a:cs typeface="Liberation Sans"/>
              </a:defRPr>
            </a:lvl4pPr>
            <a:lvl5pPr algn="l">
              <a:defRPr sz="1425" b="1">
                <a:solidFill>
                  <a:srgbClr val="355E7B"/>
                </a:solidFill>
                <a:latin typeface="Liberation Sans"/>
                <a:ea typeface="Liberation Sans"/>
                <a:cs typeface="Liberation Sans"/>
              </a:defRPr>
            </a:lvl5pPr>
            <a:lvl6pPr algn="l">
              <a:defRPr sz="1425" b="1">
                <a:solidFill>
                  <a:srgbClr val="355E7B"/>
                </a:solidFill>
                <a:latin typeface="Liberation Sans"/>
                <a:ea typeface="Liberation Sans"/>
                <a:cs typeface="Liberation Sans"/>
              </a:defRPr>
            </a:lvl6pPr>
            <a:lvl7pPr algn="l">
              <a:defRPr sz="1425" b="1">
                <a:solidFill>
                  <a:srgbClr val="355E7B"/>
                </a:solidFill>
                <a:latin typeface="Liberation Sans"/>
                <a:ea typeface="Liberation Sans"/>
                <a:cs typeface="Liberation Sans"/>
              </a:defRPr>
            </a:lvl7pPr>
            <a:lvl8pPr algn="l">
              <a:defRPr sz="1425" b="1">
                <a:solidFill>
                  <a:srgbClr val="355E7B"/>
                </a:solidFill>
                <a:latin typeface="Liberation Sans"/>
                <a:ea typeface="Liberation Sans"/>
                <a:cs typeface="Liberation Sans"/>
              </a:defRPr>
            </a:lvl8pPr>
            <a:lvl9pPr algn="l">
              <a:defRPr sz="1425" b="1">
                <a:solidFill>
                  <a:srgbClr val="355E7B"/>
                </a:solidFill>
                <a:latin typeface="Liberation Sans"/>
                <a:ea typeface="Liberation Sans"/>
                <a:cs typeface="Liberation Sans"/>
              </a:defRPr>
            </a:lvl9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SCIENCE · AUTUMN 1 · Week 8</a:t>
            </a:r>
          </a:p>
        </p:txBody>
      </p:sp>
      <p:sp>
        <p:nvSpPr>
          <p:cNvPr id="2" name="stage-clock">
            <a:extLst xmlns:a="http://schemas.openxmlformats.org/drawingml/2006/main">
              <a:ext uri="{FF2B5EF4-FFF2-40B4-BE49-F238E27FC236}">
                <a16:creationId xmlns:a16="http://schemas.microsoft.com/office/drawing/2014/main" id="{D2D3A949-990A-4ED0-8EFB-563BDAD30963}"/>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vl1pPr algn="r">
              <a:defRPr sz="1425" b="1">
                <a:solidFill>
                  <a:srgbClr val="355E7B"/>
                </a:solidFill>
                <a:latin typeface="Liberation Sans"/>
                <a:ea typeface="Liberation Sans"/>
                <a:cs typeface="Liberation Sans"/>
              </a:defRPr>
            </a:lvl1pPr>
            <a:lvl2pPr algn="r">
              <a:defRPr sz="1425" b="1">
                <a:solidFill>
                  <a:srgbClr val="355E7B"/>
                </a:solidFill>
                <a:latin typeface="Liberation Sans"/>
                <a:ea typeface="Liberation Sans"/>
                <a:cs typeface="Liberation Sans"/>
              </a:defRPr>
            </a:lvl2pPr>
            <a:lvl3pPr algn="r">
              <a:defRPr sz="1425" b="1">
                <a:solidFill>
                  <a:srgbClr val="355E7B"/>
                </a:solidFill>
                <a:latin typeface="Liberation Sans"/>
                <a:ea typeface="Liberation Sans"/>
                <a:cs typeface="Liberation Sans"/>
              </a:defRPr>
            </a:lvl3pPr>
            <a:lvl4pPr algn="r">
              <a:defRPr sz="1425" b="1">
                <a:solidFill>
                  <a:srgbClr val="355E7B"/>
                </a:solidFill>
                <a:latin typeface="Liberation Sans"/>
                <a:ea typeface="Liberation Sans"/>
                <a:cs typeface="Liberation Sans"/>
              </a:defRPr>
            </a:lvl4pPr>
            <a:lvl5pPr algn="r">
              <a:defRPr sz="1425" b="1">
                <a:solidFill>
                  <a:srgbClr val="355E7B"/>
                </a:solidFill>
                <a:latin typeface="Liberation Sans"/>
                <a:ea typeface="Liberation Sans"/>
                <a:cs typeface="Liberation Sans"/>
              </a:defRPr>
            </a:lvl5pPr>
            <a:lvl6pPr algn="r">
              <a:defRPr sz="1425" b="1">
                <a:solidFill>
                  <a:srgbClr val="355E7B"/>
                </a:solidFill>
                <a:latin typeface="Liberation Sans"/>
                <a:ea typeface="Liberation Sans"/>
                <a:cs typeface="Liberation Sans"/>
              </a:defRPr>
            </a:lvl6pPr>
            <a:lvl7pPr algn="r">
              <a:defRPr sz="1425" b="1">
                <a:solidFill>
                  <a:srgbClr val="355E7B"/>
                </a:solidFill>
                <a:latin typeface="Liberation Sans"/>
                <a:ea typeface="Liberation Sans"/>
                <a:cs typeface="Liberation Sans"/>
              </a:defRPr>
            </a:lvl7pPr>
            <a:lvl8pPr algn="r">
              <a:defRPr sz="1425" b="1">
                <a:solidFill>
                  <a:srgbClr val="355E7B"/>
                </a:solidFill>
                <a:latin typeface="Liberation Sans"/>
                <a:ea typeface="Liberation Sans"/>
                <a:cs typeface="Liberation Sans"/>
              </a:defRPr>
            </a:lvl8pPr>
            <a:lvl9pPr algn="r">
              <a:defRPr sz="1425" b="1">
                <a:solidFill>
                  <a:srgbClr val="355E7B"/>
                </a:solidFill>
                <a:latin typeface="Liberation Sans"/>
                <a:ea typeface="Liberation Sans"/>
                <a:cs typeface="Liberation Sans"/>
              </a:defRPr>
            </a:lvl9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Check · repair the idea · 2 min · 21 to 23</a:t>
            </a:r>
          </a:p>
        </p:txBody>
      </p:sp>
      <p:sp>
        <p:nvSpPr>
          <p:cNvPr id="3" name="slide-title">
            <a:extLst xmlns:a="http://schemas.openxmlformats.org/drawingml/2006/main">
              <a:ext uri="{FF2B5EF4-FFF2-40B4-BE49-F238E27FC236}">
                <a16:creationId xmlns:a16="http://schemas.microsoft.com/office/drawing/2014/main" id="{901FAB97-4048-43AE-A1B1-ECAF8E42493F}"/>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vl1pPr algn="l">
              <a:defRPr sz="2700" b="1">
                <a:solidFill>
                  <a:srgbClr val="355E7B"/>
                </a:solidFill>
                <a:latin typeface="Liberation Sans"/>
                <a:ea typeface="Liberation Sans"/>
                <a:cs typeface="Liberation Sans"/>
              </a:defRPr>
            </a:lvl1pPr>
            <a:lvl2pPr algn="l">
              <a:defRPr sz="2700" b="1">
                <a:solidFill>
                  <a:srgbClr val="355E7B"/>
                </a:solidFill>
                <a:latin typeface="Liberation Sans"/>
                <a:ea typeface="Liberation Sans"/>
                <a:cs typeface="Liberation Sans"/>
              </a:defRPr>
            </a:lvl2pPr>
            <a:lvl3pPr algn="l">
              <a:defRPr sz="2700" b="1">
                <a:solidFill>
                  <a:srgbClr val="355E7B"/>
                </a:solidFill>
                <a:latin typeface="Liberation Sans"/>
                <a:ea typeface="Liberation Sans"/>
                <a:cs typeface="Liberation Sans"/>
              </a:defRPr>
            </a:lvl3pPr>
            <a:lvl4pPr algn="l">
              <a:defRPr sz="2700" b="1">
                <a:solidFill>
                  <a:srgbClr val="355E7B"/>
                </a:solidFill>
                <a:latin typeface="Liberation Sans"/>
                <a:ea typeface="Liberation Sans"/>
                <a:cs typeface="Liberation Sans"/>
              </a:defRPr>
            </a:lvl4pPr>
            <a:lvl5pPr algn="l">
              <a:defRPr sz="2700" b="1">
                <a:solidFill>
                  <a:srgbClr val="355E7B"/>
                </a:solidFill>
                <a:latin typeface="Liberation Sans"/>
                <a:ea typeface="Liberation Sans"/>
                <a:cs typeface="Liberation Sans"/>
              </a:defRPr>
            </a:lvl5pPr>
            <a:lvl6pPr algn="l">
              <a:defRPr sz="2700" b="1">
                <a:solidFill>
                  <a:srgbClr val="355E7B"/>
                </a:solidFill>
                <a:latin typeface="Liberation Sans"/>
                <a:ea typeface="Liberation Sans"/>
                <a:cs typeface="Liberation Sans"/>
              </a:defRPr>
            </a:lvl6pPr>
            <a:lvl7pPr algn="l">
              <a:defRPr sz="2700" b="1">
                <a:solidFill>
                  <a:srgbClr val="355E7B"/>
                </a:solidFill>
                <a:latin typeface="Liberation Sans"/>
                <a:ea typeface="Liberation Sans"/>
                <a:cs typeface="Liberation Sans"/>
              </a:defRPr>
            </a:lvl7pPr>
            <a:lvl8pPr algn="l">
              <a:defRPr sz="2700" b="1">
                <a:solidFill>
                  <a:srgbClr val="355E7B"/>
                </a:solidFill>
                <a:latin typeface="Liberation Sans"/>
                <a:ea typeface="Liberation Sans"/>
                <a:cs typeface="Liberation Sans"/>
              </a:defRPr>
            </a:lvl8pPr>
            <a:lvl9pPr algn="l">
              <a:defRPr sz="2700" b="1">
                <a:solidFill>
                  <a:srgbClr val="355E7B"/>
                </a:solidFill>
                <a:latin typeface="Liberation Sans"/>
                <a:ea typeface="Liberation Sans"/>
                <a:cs typeface="Liberation Sans"/>
              </a:defRPr>
            </a:lvl9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Check · repair the idea</a:t>
            </a:r>
          </a:p>
        </p:txBody>
      </p:sp>
      <p:sp>
        <p:nvSpPr>
          <p:cNvPr id="4" name="shape">
            <a:extLst xmlns:a="http://schemas.openxmlformats.org/drawingml/2006/main">
              <a:ext uri="{FF2B5EF4-FFF2-40B4-BE49-F238E27FC236}">
                <a16:creationId xmlns:a16="http://schemas.microsoft.com/office/drawing/2014/main" id="{1C200E6B-89A9-461A-A48E-366DB42BC6A0}"/>
              </a:ext>
            </a:extLst>
          </p:cNvPr>
          <p:cNvSpPr>
            <a:spLocks xmlns:a="http://schemas.openxmlformats.org/drawingml/2006/main" noGrp="1"/>
          </p:cNvSpPr>
          <p:nvPr/>
        </p:nvSpPr>
        <p:spPr>
          <a:xfrm xmlns:a="http://schemas.openxmlformats.org/drawingml/2006/main">
            <a:off x="381000"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E735E5B7-AC70-4492-B899-F28C7A15A362}"/>
              </a:ext>
            </a:extLst>
          </p:cNvPr>
          <p:cNvSpPr>
            <a:spLocks xmlns:a="http://schemas.openxmlformats.org/drawingml/2006/main" noGrp="1"/>
          </p:cNvSpPr>
          <p:nvPr/>
        </p:nvSpPr>
        <p:spPr>
          <a:xfrm xmlns:a="http://schemas.openxmlformats.org/drawingml/2006/main">
            <a:off x="1234678"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4272665C-6762-453D-976E-06C314B4C46D}"/>
              </a:ext>
            </a:extLst>
          </p:cNvPr>
          <p:cNvSpPr>
            <a:spLocks xmlns:a="http://schemas.openxmlformats.org/drawingml/2006/main" noGrp="1"/>
          </p:cNvSpPr>
          <p:nvPr/>
        </p:nvSpPr>
        <p:spPr>
          <a:xfrm xmlns:a="http://schemas.openxmlformats.org/drawingml/2006/main">
            <a:off x="2088356"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30DB7007-8861-4F11-85DF-2236060B1AA9}"/>
              </a:ext>
            </a:extLst>
          </p:cNvPr>
          <p:cNvSpPr>
            <a:spLocks xmlns:a="http://schemas.openxmlformats.org/drawingml/2006/main" noGrp="1"/>
          </p:cNvSpPr>
          <p:nvPr/>
        </p:nvSpPr>
        <p:spPr>
          <a:xfrm xmlns:a="http://schemas.openxmlformats.org/drawingml/2006/main">
            <a:off x="3226594"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F1534F9C-61CA-425F-AE5C-1C4F6BF1DFD4}"/>
              </a:ext>
            </a:extLst>
          </p:cNvPr>
          <p:cNvSpPr>
            <a:spLocks xmlns:a="http://schemas.openxmlformats.org/drawingml/2006/main" noGrp="1"/>
          </p:cNvSpPr>
          <p:nvPr/>
        </p:nvSpPr>
        <p:spPr>
          <a:xfrm xmlns:a="http://schemas.openxmlformats.org/drawingml/2006/main">
            <a:off x="4364831"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1EBEC6AB-5EF4-4111-8153-0C8B760DE9A9}"/>
              </a:ext>
            </a:extLst>
          </p:cNvPr>
          <p:cNvSpPr>
            <a:spLocks xmlns:a="http://schemas.openxmlformats.org/drawingml/2006/main" noGrp="1"/>
          </p:cNvSpPr>
          <p:nvPr/>
        </p:nvSpPr>
        <p:spPr>
          <a:xfrm xmlns:a="http://schemas.openxmlformats.org/drawingml/2006/main">
            <a:off x="5218509"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shape">
            <a:extLst xmlns:a="http://schemas.openxmlformats.org/drawingml/2006/main">
              <a:ext uri="{FF2B5EF4-FFF2-40B4-BE49-F238E27FC236}">
                <a16:creationId xmlns:a16="http://schemas.microsoft.com/office/drawing/2014/main" id="{0D975073-4F92-44C7-ADDA-53DEEC87C319}"/>
              </a:ext>
            </a:extLst>
          </p:cNvPr>
          <p:cNvSpPr>
            <a:spLocks xmlns:a="http://schemas.openxmlformats.org/drawingml/2006/main" noGrp="1"/>
          </p:cNvSpPr>
          <p:nvPr/>
        </p:nvSpPr>
        <p:spPr>
          <a:xfrm xmlns:a="http://schemas.openxmlformats.org/drawingml/2006/main">
            <a:off x="6356747" y="1381125"/>
            <a:ext cx="540544"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1" name="shape">
            <a:extLst xmlns:a="http://schemas.openxmlformats.org/drawingml/2006/main">
              <a:ext uri="{FF2B5EF4-FFF2-40B4-BE49-F238E27FC236}">
                <a16:creationId xmlns:a16="http://schemas.microsoft.com/office/drawing/2014/main" id="{CDF90137-B221-4EC6-B623-AB1394F0AB53}"/>
              </a:ext>
            </a:extLst>
          </p:cNvPr>
          <p:cNvSpPr>
            <a:spLocks xmlns:a="http://schemas.openxmlformats.org/drawingml/2006/main" noGrp="1"/>
          </p:cNvSpPr>
          <p:nvPr/>
        </p:nvSpPr>
        <p:spPr>
          <a:xfrm xmlns:a="http://schemas.openxmlformats.org/drawingml/2006/main">
            <a:off x="6925866" y="1381125"/>
            <a:ext cx="540544"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2" name="shape">
            <a:extLst xmlns:a="http://schemas.openxmlformats.org/drawingml/2006/main">
              <a:ext uri="{FF2B5EF4-FFF2-40B4-BE49-F238E27FC236}">
                <a16:creationId xmlns:a16="http://schemas.microsoft.com/office/drawing/2014/main" id="{89069546-6C19-474C-984F-E2DC160A3999}"/>
              </a:ext>
            </a:extLst>
          </p:cNvPr>
          <p:cNvSpPr>
            <a:spLocks xmlns:a="http://schemas.openxmlformats.org/drawingml/2006/main" noGrp="1"/>
          </p:cNvSpPr>
          <p:nvPr/>
        </p:nvSpPr>
        <p:spPr>
          <a:xfrm xmlns:a="http://schemas.openxmlformats.org/drawingml/2006/main">
            <a:off x="7494984"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3" name="shape">
            <a:extLst xmlns:a="http://schemas.openxmlformats.org/drawingml/2006/main">
              <a:ext uri="{FF2B5EF4-FFF2-40B4-BE49-F238E27FC236}">
                <a16:creationId xmlns:a16="http://schemas.microsoft.com/office/drawing/2014/main" id="{C9FE7F75-BEF0-42DF-95B1-380BEFA118D6}"/>
              </a:ext>
            </a:extLst>
          </p:cNvPr>
          <p:cNvSpPr>
            <a:spLocks xmlns:a="http://schemas.openxmlformats.org/drawingml/2006/main" noGrp="1"/>
          </p:cNvSpPr>
          <p:nvPr/>
        </p:nvSpPr>
        <p:spPr>
          <a:xfrm xmlns:a="http://schemas.openxmlformats.org/drawingml/2006/main">
            <a:off x="9771459"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4" name="shape">
            <a:extLst xmlns:a="http://schemas.openxmlformats.org/drawingml/2006/main">
              <a:ext uri="{FF2B5EF4-FFF2-40B4-BE49-F238E27FC236}">
                <a16:creationId xmlns:a16="http://schemas.microsoft.com/office/drawing/2014/main" id="{02B10821-1DB7-42A0-85D1-D1585B4C5187}"/>
              </a:ext>
            </a:extLst>
          </p:cNvPr>
          <p:cNvSpPr>
            <a:spLocks xmlns:a="http://schemas.openxmlformats.org/drawingml/2006/main" noGrp="1"/>
          </p:cNvSpPr>
          <p:nvPr/>
        </p:nvSpPr>
        <p:spPr>
          <a:xfrm xmlns:a="http://schemas.openxmlformats.org/drawingml/2006/main">
            <a:off x="10625138"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5" name="objective-footer">
            <a:extLst xmlns:a="http://schemas.openxmlformats.org/drawingml/2006/main">
              <a:ext uri="{FF2B5EF4-FFF2-40B4-BE49-F238E27FC236}">
                <a16:creationId xmlns:a16="http://schemas.microsoft.com/office/drawing/2014/main" id="{C44780DB-CE57-4ACF-A0F1-159D7316B324}"/>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vl1pPr algn="l">
              <a:defRPr sz="1425" b="0">
                <a:solidFill>
                  <a:srgbClr val="46586A"/>
                </a:solidFill>
                <a:latin typeface="Liberation Sans"/>
                <a:ea typeface="Liberation Sans"/>
                <a:cs typeface="Liberation Sans"/>
              </a:defRPr>
            </a:lvl1pPr>
            <a:lvl2pPr algn="l">
              <a:defRPr sz="1425" b="0">
                <a:solidFill>
                  <a:srgbClr val="46586A"/>
                </a:solidFill>
                <a:latin typeface="Liberation Sans"/>
                <a:ea typeface="Liberation Sans"/>
                <a:cs typeface="Liberation Sans"/>
              </a:defRPr>
            </a:lvl2pPr>
            <a:lvl3pPr algn="l">
              <a:defRPr sz="1425" b="0">
                <a:solidFill>
                  <a:srgbClr val="46586A"/>
                </a:solidFill>
                <a:latin typeface="Liberation Sans"/>
                <a:ea typeface="Liberation Sans"/>
                <a:cs typeface="Liberation Sans"/>
              </a:defRPr>
            </a:lvl3pPr>
            <a:lvl4pPr algn="l">
              <a:defRPr sz="1425" b="0">
                <a:solidFill>
                  <a:srgbClr val="46586A"/>
                </a:solidFill>
                <a:latin typeface="Liberation Sans"/>
                <a:ea typeface="Liberation Sans"/>
                <a:cs typeface="Liberation Sans"/>
              </a:defRPr>
            </a:lvl4pPr>
            <a:lvl5pPr algn="l">
              <a:defRPr sz="1425" b="0">
                <a:solidFill>
                  <a:srgbClr val="46586A"/>
                </a:solidFill>
                <a:latin typeface="Liberation Sans"/>
                <a:ea typeface="Liberation Sans"/>
                <a:cs typeface="Liberation Sans"/>
              </a:defRPr>
            </a:lvl5pPr>
            <a:lvl6pPr algn="l">
              <a:defRPr sz="1425" b="0">
                <a:solidFill>
                  <a:srgbClr val="46586A"/>
                </a:solidFill>
                <a:latin typeface="Liberation Sans"/>
                <a:ea typeface="Liberation Sans"/>
                <a:cs typeface="Liberation Sans"/>
              </a:defRPr>
            </a:lvl6pPr>
            <a:lvl7pPr algn="l">
              <a:defRPr sz="1425" b="0">
                <a:solidFill>
                  <a:srgbClr val="46586A"/>
                </a:solidFill>
                <a:latin typeface="Liberation Sans"/>
                <a:ea typeface="Liberation Sans"/>
                <a:cs typeface="Liberation Sans"/>
              </a:defRPr>
            </a:lvl7pPr>
            <a:lvl8pPr algn="l">
              <a:defRPr sz="1425" b="0">
                <a:solidFill>
                  <a:srgbClr val="46586A"/>
                </a:solidFill>
                <a:latin typeface="Liberation Sans"/>
                <a:ea typeface="Liberation Sans"/>
                <a:cs typeface="Liberation Sans"/>
              </a:defRPr>
            </a:lvl8pPr>
            <a:lvl9pPr algn="l">
              <a:defRPr sz="1425" b="0">
                <a:solidFill>
                  <a:srgbClr val="46586A"/>
                </a:solidFill>
                <a:latin typeface="Liberation Sans"/>
                <a:ea typeface="Liberation Sans"/>
                <a:cs typeface="Liberation Sans"/>
              </a:defRPr>
            </a:lvl9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I can explain that animals get food by eating, and plants can make their own food.</a:t>
            </a:r>
          </a:p>
        </p:txBody>
      </p:sp>
      <p:sp>
        <p:nvSpPr>
          <p:cNvPr id="16" name="blank-version-footer">
            <a:extLst xmlns:a="http://schemas.openxmlformats.org/drawingml/2006/main">
              <a:ext uri="{FF2B5EF4-FFF2-40B4-BE49-F238E27FC236}">
                <a16:creationId xmlns:a16="http://schemas.microsoft.com/office/drawing/2014/main" id="{367CA7A4-9999-4DC9-B68A-6276853E6849}"/>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vl1pPr algn="l">
              <a:defRPr sz="1425" b="0">
                <a:solidFill>
                  <a:srgbClr val="46586A"/>
                </a:solidFill>
                <a:latin typeface="Liberation Sans"/>
                <a:ea typeface="Liberation Sans"/>
                <a:cs typeface="Liberation Sans"/>
              </a:defRPr>
            </a:lvl1pPr>
            <a:lvl2pPr algn="l">
              <a:defRPr sz="1425" b="0">
                <a:solidFill>
                  <a:srgbClr val="46586A"/>
                </a:solidFill>
                <a:latin typeface="Liberation Sans"/>
                <a:ea typeface="Liberation Sans"/>
                <a:cs typeface="Liberation Sans"/>
              </a:defRPr>
            </a:lvl2pPr>
            <a:lvl3pPr algn="l">
              <a:defRPr sz="1425" b="0">
                <a:solidFill>
                  <a:srgbClr val="46586A"/>
                </a:solidFill>
                <a:latin typeface="Liberation Sans"/>
                <a:ea typeface="Liberation Sans"/>
                <a:cs typeface="Liberation Sans"/>
              </a:defRPr>
            </a:lvl3pPr>
            <a:lvl4pPr algn="l">
              <a:defRPr sz="1425" b="0">
                <a:solidFill>
                  <a:srgbClr val="46586A"/>
                </a:solidFill>
                <a:latin typeface="Liberation Sans"/>
                <a:ea typeface="Liberation Sans"/>
                <a:cs typeface="Liberation Sans"/>
              </a:defRPr>
            </a:lvl4pPr>
            <a:lvl5pPr algn="l">
              <a:defRPr sz="1425" b="0">
                <a:solidFill>
                  <a:srgbClr val="46586A"/>
                </a:solidFill>
                <a:latin typeface="Liberation Sans"/>
                <a:ea typeface="Liberation Sans"/>
                <a:cs typeface="Liberation Sans"/>
              </a:defRPr>
            </a:lvl5pPr>
            <a:lvl6pPr algn="l">
              <a:defRPr sz="1425" b="0">
                <a:solidFill>
                  <a:srgbClr val="46586A"/>
                </a:solidFill>
                <a:latin typeface="Liberation Sans"/>
                <a:ea typeface="Liberation Sans"/>
                <a:cs typeface="Liberation Sans"/>
              </a:defRPr>
            </a:lvl6pPr>
            <a:lvl7pPr algn="l">
              <a:defRPr sz="1425" b="0">
                <a:solidFill>
                  <a:srgbClr val="46586A"/>
                </a:solidFill>
                <a:latin typeface="Liberation Sans"/>
                <a:ea typeface="Liberation Sans"/>
                <a:cs typeface="Liberation Sans"/>
              </a:defRPr>
            </a:lvl7pPr>
            <a:lvl8pPr algn="l">
              <a:defRPr sz="1425" b="0">
                <a:solidFill>
                  <a:srgbClr val="46586A"/>
                </a:solidFill>
                <a:latin typeface="Liberation Sans"/>
                <a:ea typeface="Liberation Sans"/>
                <a:cs typeface="Liberation Sans"/>
              </a:defRPr>
            </a:lvl8pPr>
            <a:lvl9pPr algn="l">
              <a:defRPr sz="1425" b="0">
                <a:solidFill>
                  <a:srgbClr val="46586A"/>
                </a:solidFill>
                <a:latin typeface="Liberation Sans"/>
                <a:ea typeface="Liberation Sans"/>
                <a:cs typeface="Liberation Sans"/>
              </a:defRPr>
            </a:lvl9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SCI-BUILD-A1-W08-P1 · Version: ______ · Source page SHA-256: ______</a:t>
            </a:r>
          </a:p>
        </p:txBody>
      </p:sp>
      <p:sp>
        <p:nvSpPr>
          <p:cNvPr id="17" name="slide-progress">
            <a:extLst xmlns:a="http://schemas.openxmlformats.org/drawingml/2006/main">
              <a:ext uri="{FF2B5EF4-FFF2-40B4-BE49-F238E27FC236}">
                <a16:creationId xmlns:a16="http://schemas.microsoft.com/office/drawing/2014/main" id="{A667D5EA-ADD3-4760-B30E-4FF8F0B6834F}"/>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vl1pPr algn="r">
              <a:defRPr sz="1425" b="0">
                <a:solidFill>
                  <a:srgbClr val="46586A"/>
                </a:solidFill>
                <a:latin typeface="Liberation Sans"/>
                <a:ea typeface="Liberation Sans"/>
                <a:cs typeface="Liberation Sans"/>
              </a:defRPr>
            </a:lvl1pPr>
            <a:lvl2pPr algn="r">
              <a:defRPr sz="1425" b="0">
                <a:solidFill>
                  <a:srgbClr val="46586A"/>
                </a:solidFill>
                <a:latin typeface="Liberation Sans"/>
                <a:ea typeface="Liberation Sans"/>
                <a:cs typeface="Liberation Sans"/>
              </a:defRPr>
            </a:lvl2pPr>
            <a:lvl3pPr algn="r">
              <a:defRPr sz="1425" b="0">
                <a:solidFill>
                  <a:srgbClr val="46586A"/>
                </a:solidFill>
                <a:latin typeface="Liberation Sans"/>
                <a:ea typeface="Liberation Sans"/>
                <a:cs typeface="Liberation Sans"/>
              </a:defRPr>
            </a:lvl3pPr>
            <a:lvl4pPr algn="r">
              <a:defRPr sz="1425" b="0">
                <a:solidFill>
                  <a:srgbClr val="46586A"/>
                </a:solidFill>
                <a:latin typeface="Liberation Sans"/>
                <a:ea typeface="Liberation Sans"/>
                <a:cs typeface="Liberation Sans"/>
              </a:defRPr>
            </a:lvl4pPr>
            <a:lvl5pPr algn="r">
              <a:defRPr sz="1425" b="0">
                <a:solidFill>
                  <a:srgbClr val="46586A"/>
                </a:solidFill>
                <a:latin typeface="Liberation Sans"/>
                <a:ea typeface="Liberation Sans"/>
                <a:cs typeface="Liberation Sans"/>
              </a:defRPr>
            </a:lvl5pPr>
            <a:lvl6pPr algn="r">
              <a:defRPr sz="1425" b="0">
                <a:solidFill>
                  <a:srgbClr val="46586A"/>
                </a:solidFill>
                <a:latin typeface="Liberation Sans"/>
                <a:ea typeface="Liberation Sans"/>
                <a:cs typeface="Liberation Sans"/>
              </a:defRPr>
            </a:lvl6pPr>
            <a:lvl7pPr algn="r">
              <a:defRPr sz="1425" b="0">
                <a:solidFill>
                  <a:srgbClr val="46586A"/>
                </a:solidFill>
                <a:latin typeface="Liberation Sans"/>
                <a:ea typeface="Liberation Sans"/>
                <a:cs typeface="Liberation Sans"/>
              </a:defRPr>
            </a:lvl7pPr>
            <a:lvl8pPr algn="r">
              <a:defRPr sz="1425" b="0">
                <a:solidFill>
                  <a:srgbClr val="46586A"/>
                </a:solidFill>
                <a:latin typeface="Liberation Sans"/>
                <a:ea typeface="Liberation Sans"/>
                <a:cs typeface="Liberation Sans"/>
              </a:defRPr>
            </a:lvl8pPr>
            <a:lvl9pPr algn="r">
              <a:defRPr sz="1425" b="0">
                <a:solidFill>
                  <a:srgbClr val="46586A"/>
                </a:solidFill>
                <a:latin typeface="Liberation Sans"/>
                <a:ea typeface="Liberation Sans"/>
                <a:cs typeface="Liberation Sans"/>
              </a:defRPr>
            </a:lvl9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18 / 29</a:t>
            </a:r>
          </a:p>
        </p:txBody>
      </p:sp>
      <p:sp>
        <p:nvSpPr>
          <p:cNvPr id="18" name="licence-footer">
            <a:extLst xmlns:a="http://schemas.openxmlformats.org/drawingml/2006/main">
              <a:ext uri="{FF2B5EF4-FFF2-40B4-BE49-F238E27FC236}">
                <a16:creationId xmlns:a16="http://schemas.microsoft.com/office/drawing/2014/main" id="{E12255E9-CC35-4F8F-86D1-D2830BEA89E4}"/>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vl1pPr algn="l">
              <a:defRPr sz="1425" b="0">
                <a:solidFill>
                  <a:srgbClr val="46586A"/>
                </a:solidFill>
                <a:latin typeface="Liberation Sans"/>
                <a:ea typeface="Liberation Sans"/>
                <a:cs typeface="Liberation Sans"/>
              </a:defRPr>
            </a:lvl1pPr>
            <a:lvl2pPr algn="l">
              <a:defRPr sz="1425" b="0">
                <a:solidFill>
                  <a:srgbClr val="46586A"/>
                </a:solidFill>
                <a:latin typeface="Liberation Sans"/>
                <a:ea typeface="Liberation Sans"/>
                <a:cs typeface="Liberation Sans"/>
              </a:defRPr>
            </a:lvl2pPr>
            <a:lvl3pPr algn="l">
              <a:defRPr sz="1425" b="0">
                <a:solidFill>
                  <a:srgbClr val="46586A"/>
                </a:solidFill>
                <a:latin typeface="Liberation Sans"/>
                <a:ea typeface="Liberation Sans"/>
                <a:cs typeface="Liberation Sans"/>
              </a:defRPr>
            </a:lvl3pPr>
            <a:lvl4pPr algn="l">
              <a:defRPr sz="1425" b="0">
                <a:solidFill>
                  <a:srgbClr val="46586A"/>
                </a:solidFill>
                <a:latin typeface="Liberation Sans"/>
                <a:ea typeface="Liberation Sans"/>
                <a:cs typeface="Liberation Sans"/>
              </a:defRPr>
            </a:lvl4pPr>
            <a:lvl5pPr algn="l">
              <a:defRPr sz="1425" b="0">
                <a:solidFill>
                  <a:srgbClr val="46586A"/>
                </a:solidFill>
                <a:latin typeface="Liberation Sans"/>
                <a:ea typeface="Liberation Sans"/>
                <a:cs typeface="Liberation Sans"/>
              </a:defRPr>
            </a:lvl5pPr>
            <a:lvl6pPr algn="l">
              <a:defRPr sz="1425" b="0">
                <a:solidFill>
                  <a:srgbClr val="46586A"/>
                </a:solidFill>
                <a:latin typeface="Liberation Sans"/>
                <a:ea typeface="Liberation Sans"/>
                <a:cs typeface="Liberation Sans"/>
              </a:defRPr>
            </a:lvl6pPr>
            <a:lvl7pPr algn="l">
              <a:defRPr sz="1425" b="0">
                <a:solidFill>
                  <a:srgbClr val="46586A"/>
                </a:solidFill>
                <a:latin typeface="Liberation Sans"/>
                <a:ea typeface="Liberation Sans"/>
                <a:cs typeface="Liberation Sans"/>
              </a:defRPr>
            </a:lvl7pPr>
            <a:lvl8pPr algn="l">
              <a:defRPr sz="1425" b="0">
                <a:solidFill>
                  <a:srgbClr val="46586A"/>
                </a:solidFill>
                <a:latin typeface="Liberation Sans"/>
                <a:ea typeface="Liberation Sans"/>
                <a:cs typeface="Liberation Sans"/>
              </a:defRPr>
            </a:lvl8pPr>
            <a:lvl9pPr algn="l">
              <a:defRPr sz="1425" b="0">
                <a:solidFill>
                  <a:srgbClr val="46586A"/>
                </a:solidFill>
                <a:latin typeface="Liberation Sans"/>
                <a:ea typeface="Liberation Sans"/>
                <a:cs typeface="Liberation Sans"/>
              </a:defRPr>
            </a:lvl9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9" name="">
            <a:extLst xmlns:a="http://schemas.openxmlformats.org/drawingml/2006/main">
              <a:ext uri="{FF2B5EF4-FFF2-40B4-BE49-F238E27FC236}">
                <a16:creationId xmlns:a16="http://schemas.microsoft.com/office/drawing/2014/main" id="{D9A5D5B9-BF31-4292-A8EB-D3D546460A05}"/>
              </a:ext>
            </a:extLst>
          </p:cNvPr>
          <p:cNvPicPr>
            <a:picLocks xmlns:a="http://schemas.openxmlformats.org/drawingml/2006/main" noChangeAspect="1"/>
          </p:cNvPicPr>
          <p:nvPr/>
        </p:nvPicPr>
        <p:blipFill>
          <a:blip xmlns:r="http://schemas.openxmlformats.org/officeDocument/2006/relationships" xmlns:a="http://schemas.openxmlformats.org/drawingml/2006/main" r:embed="R329d9aea1bc84f0f"/>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20" name="pupil-text">
            <a:extLst xmlns:a="http://schemas.openxmlformats.org/drawingml/2006/main">
              <a:ext uri="{FF2B5EF4-FFF2-40B4-BE49-F238E27FC236}">
                <a16:creationId xmlns:a16="http://schemas.microsoft.com/office/drawing/2014/main" id="{561B62B6-56D7-45AF-AC26-43D016DC041C}"/>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Repair one idea; explain the change using because.</a:t>
            </a:r>
          </a:p>
        </p:txBody>
      </p:sp>
      <p:sp>
        <p:nvSpPr>
          <p:cNvPr id="21" name="pupil-text">
            <a:extLst xmlns:a="http://schemas.openxmlformats.org/drawingml/2006/main">
              <a:ext uri="{FF2B5EF4-FFF2-40B4-BE49-F238E27FC236}">
                <a16:creationId xmlns:a16="http://schemas.microsoft.com/office/drawing/2014/main" id="{205D9D66-96C2-4B86-A79F-5FA8EB1F7982}"/>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One simple chain tells us the exact number of animals that will live.</a:t>
            </a:r>
          </a:p>
        </p:txBody>
      </p:sp>
      <p:sp>
        <p:nvSpPr>
          <p:cNvPr id="22" name="pupil-text">
            <a:extLst xmlns:a="http://schemas.openxmlformats.org/drawingml/2006/main">
              <a:ext uri="{FF2B5EF4-FFF2-40B4-BE49-F238E27FC236}">
                <a16:creationId xmlns:a16="http://schemas.microsoft.com/office/drawing/2014/main" id="{8465DF2B-89CA-4E5B-826B-497316F22E82}"/>
              </a:ext>
            </a:extLst>
          </p:cNvPr>
          <p:cNvSpPr>
            <a:spLocks xmlns:a="http://schemas.openxmlformats.org/drawingml/2006/main" noGrp="1"/>
          </p:cNvSpPr>
          <p:nvPr/>
        </p:nvSpPr>
        <p:spPr>
          <a:xfrm xmlns:a="http://schemas.openxmlformats.org/drawingml/2006/main">
            <a:off x="457200" y="2533650"/>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 Keep the claim: it shows every link.</a:t>
            </a:r>
          </a:p>
        </p:txBody>
      </p:sp>
      <p:sp>
        <p:nvSpPr>
          <p:cNvPr id="23" name="pupil-text">
            <a:extLst xmlns:a="http://schemas.openxmlformats.org/drawingml/2006/main">
              <a:ext uri="{FF2B5EF4-FFF2-40B4-BE49-F238E27FC236}">
                <a16:creationId xmlns:a16="http://schemas.microsoft.com/office/drawing/2014/main" id="{102D7646-660E-4E95-A99F-CF68EE79A892}"/>
              </a:ext>
            </a:extLst>
          </p:cNvPr>
          <p:cNvSpPr>
            <a:spLocks xmlns:a="http://schemas.openxmlformats.org/drawingml/2006/main" noGrp="1"/>
          </p:cNvSpPr>
          <p:nvPr/>
        </p:nvSpPr>
        <p:spPr>
          <a:xfrm xmlns:a="http://schemas.openxmlformats.org/drawingml/2006/main">
            <a:off x="457200" y="2924175"/>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 Fix it: it shows some food links. It does not show every link in the food web.</a:t>
            </a:r>
          </a:p>
        </p:txBody>
      </p:sp>
    </p:spTree>
    <p:extLst>
      <p:ext uri="{BB962C8B-B14F-4D97-AF65-F5344CB8AC3E}">
        <p14:creationId xmlns:p14="http://schemas.microsoft.com/office/powerpoint/2010/main" val="136121069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35BC68D6-C7F6-4236-BE59-F257596B8919}"/>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vl1pPr algn="l">
              <a:defRPr sz="1425" b="1">
                <a:solidFill>
                  <a:srgbClr val="355E7B"/>
                </a:solidFill>
                <a:latin typeface="Liberation Sans"/>
                <a:ea typeface="Liberation Sans"/>
                <a:cs typeface="Liberation Sans"/>
              </a:defRPr>
            </a:lvl1pPr>
            <a:lvl2pPr algn="l">
              <a:defRPr sz="1425" b="1">
                <a:solidFill>
                  <a:srgbClr val="355E7B"/>
                </a:solidFill>
                <a:latin typeface="Liberation Sans"/>
                <a:ea typeface="Liberation Sans"/>
                <a:cs typeface="Liberation Sans"/>
              </a:defRPr>
            </a:lvl2pPr>
            <a:lvl3pPr algn="l">
              <a:defRPr sz="1425" b="1">
                <a:solidFill>
                  <a:srgbClr val="355E7B"/>
                </a:solidFill>
                <a:latin typeface="Liberation Sans"/>
                <a:ea typeface="Liberation Sans"/>
                <a:cs typeface="Liberation Sans"/>
              </a:defRPr>
            </a:lvl3pPr>
            <a:lvl4pPr algn="l">
              <a:defRPr sz="1425" b="1">
                <a:solidFill>
                  <a:srgbClr val="355E7B"/>
                </a:solidFill>
                <a:latin typeface="Liberation Sans"/>
                <a:ea typeface="Liberation Sans"/>
                <a:cs typeface="Liberation Sans"/>
              </a:defRPr>
            </a:lvl4pPr>
            <a:lvl5pPr algn="l">
              <a:defRPr sz="1425" b="1">
                <a:solidFill>
                  <a:srgbClr val="355E7B"/>
                </a:solidFill>
                <a:latin typeface="Liberation Sans"/>
                <a:ea typeface="Liberation Sans"/>
                <a:cs typeface="Liberation Sans"/>
              </a:defRPr>
            </a:lvl5pPr>
            <a:lvl6pPr algn="l">
              <a:defRPr sz="1425" b="1">
                <a:solidFill>
                  <a:srgbClr val="355E7B"/>
                </a:solidFill>
                <a:latin typeface="Liberation Sans"/>
                <a:ea typeface="Liberation Sans"/>
                <a:cs typeface="Liberation Sans"/>
              </a:defRPr>
            </a:lvl6pPr>
            <a:lvl7pPr algn="l">
              <a:defRPr sz="1425" b="1">
                <a:solidFill>
                  <a:srgbClr val="355E7B"/>
                </a:solidFill>
                <a:latin typeface="Liberation Sans"/>
                <a:ea typeface="Liberation Sans"/>
                <a:cs typeface="Liberation Sans"/>
              </a:defRPr>
            </a:lvl7pPr>
            <a:lvl8pPr algn="l">
              <a:defRPr sz="1425" b="1">
                <a:solidFill>
                  <a:srgbClr val="355E7B"/>
                </a:solidFill>
                <a:latin typeface="Liberation Sans"/>
                <a:ea typeface="Liberation Sans"/>
                <a:cs typeface="Liberation Sans"/>
              </a:defRPr>
            </a:lvl8pPr>
            <a:lvl9pPr algn="l">
              <a:defRPr sz="1425" b="1">
                <a:solidFill>
                  <a:srgbClr val="355E7B"/>
                </a:solidFill>
                <a:latin typeface="Liberation Sans"/>
                <a:ea typeface="Liberation Sans"/>
                <a:cs typeface="Liberation Sans"/>
              </a:defRPr>
            </a:lvl9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SCIENCE · AUTUMN 1 · Week 8</a:t>
            </a:r>
          </a:p>
        </p:txBody>
      </p:sp>
      <p:sp>
        <p:nvSpPr>
          <p:cNvPr id="2" name="stage-clock">
            <a:extLst xmlns:a="http://schemas.openxmlformats.org/drawingml/2006/main">
              <a:ext uri="{FF2B5EF4-FFF2-40B4-BE49-F238E27FC236}">
                <a16:creationId xmlns:a16="http://schemas.microsoft.com/office/drawing/2014/main" id="{D7B44CC3-9D59-44DF-8BE8-C7AFECDF3614}"/>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vl1pPr algn="r">
              <a:defRPr sz="1425" b="1">
                <a:solidFill>
                  <a:srgbClr val="355E7B"/>
                </a:solidFill>
                <a:latin typeface="Liberation Sans"/>
                <a:ea typeface="Liberation Sans"/>
                <a:cs typeface="Liberation Sans"/>
              </a:defRPr>
            </a:lvl1pPr>
            <a:lvl2pPr algn="r">
              <a:defRPr sz="1425" b="1">
                <a:solidFill>
                  <a:srgbClr val="355E7B"/>
                </a:solidFill>
                <a:latin typeface="Liberation Sans"/>
                <a:ea typeface="Liberation Sans"/>
                <a:cs typeface="Liberation Sans"/>
              </a:defRPr>
            </a:lvl2pPr>
            <a:lvl3pPr algn="r">
              <a:defRPr sz="1425" b="1">
                <a:solidFill>
                  <a:srgbClr val="355E7B"/>
                </a:solidFill>
                <a:latin typeface="Liberation Sans"/>
                <a:ea typeface="Liberation Sans"/>
                <a:cs typeface="Liberation Sans"/>
              </a:defRPr>
            </a:lvl3pPr>
            <a:lvl4pPr algn="r">
              <a:defRPr sz="1425" b="1">
                <a:solidFill>
                  <a:srgbClr val="355E7B"/>
                </a:solidFill>
                <a:latin typeface="Liberation Sans"/>
                <a:ea typeface="Liberation Sans"/>
                <a:cs typeface="Liberation Sans"/>
              </a:defRPr>
            </a:lvl4pPr>
            <a:lvl5pPr algn="r">
              <a:defRPr sz="1425" b="1">
                <a:solidFill>
                  <a:srgbClr val="355E7B"/>
                </a:solidFill>
                <a:latin typeface="Liberation Sans"/>
                <a:ea typeface="Liberation Sans"/>
                <a:cs typeface="Liberation Sans"/>
              </a:defRPr>
            </a:lvl5pPr>
            <a:lvl6pPr algn="r">
              <a:defRPr sz="1425" b="1">
                <a:solidFill>
                  <a:srgbClr val="355E7B"/>
                </a:solidFill>
                <a:latin typeface="Liberation Sans"/>
                <a:ea typeface="Liberation Sans"/>
                <a:cs typeface="Liberation Sans"/>
              </a:defRPr>
            </a:lvl6pPr>
            <a:lvl7pPr algn="r">
              <a:defRPr sz="1425" b="1">
                <a:solidFill>
                  <a:srgbClr val="355E7B"/>
                </a:solidFill>
                <a:latin typeface="Liberation Sans"/>
                <a:ea typeface="Liberation Sans"/>
                <a:cs typeface="Liberation Sans"/>
              </a:defRPr>
            </a:lvl7pPr>
            <a:lvl8pPr algn="r">
              <a:defRPr sz="1425" b="1">
                <a:solidFill>
                  <a:srgbClr val="355E7B"/>
                </a:solidFill>
                <a:latin typeface="Liberation Sans"/>
                <a:ea typeface="Liberation Sans"/>
                <a:cs typeface="Liberation Sans"/>
              </a:defRPr>
            </a:lvl8pPr>
            <a:lvl9pPr algn="r">
              <a:defRPr sz="1425" b="1">
                <a:solidFill>
                  <a:srgbClr val="355E7B"/>
                </a:solidFill>
                <a:latin typeface="Liberation Sans"/>
                <a:ea typeface="Liberation Sans"/>
                <a:cs typeface="Liberation Sans"/>
              </a:defRPr>
            </a:lvl9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Check · repair the idea · 2 min · 21 to 23</a:t>
            </a:r>
          </a:p>
        </p:txBody>
      </p:sp>
      <p:sp>
        <p:nvSpPr>
          <p:cNvPr id="3" name="slide-title">
            <a:extLst xmlns:a="http://schemas.openxmlformats.org/drawingml/2006/main">
              <a:ext uri="{FF2B5EF4-FFF2-40B4-BE49-F238E27FC236}">
                <a16:creationId xmlns:a16="http://schemas.microsoft.com/office/drawing/2014/main" id="{8BE53E44-B885-4F80-B926-C8D0F09E2987}"/>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vl1pPr algn="l">
              <a:defRPr sz="2700" b="1">
                <a:solidFill>
                  <a:srgbClr val="355E7B"/>
                </a:solidFill>
                <a:latin typeface="Liberation Sans"/>
                <a:ea typeface="Liberation Sans"/>
                <a:cs typeface="Liberation Sans"/>
              </a:defRPr>
            </a:lvl1pPr>
            <a:lvl2pPr algn="l">
              <a:defRPr sz="2700" b="1">
                <a:solidFill>
                  <a:srgbClr val="355E7B"/>
                </a:solidFill>
                <a:latin typeface="Liberation Sans"/>
                <a:ea typeface="Liberation Sans"/>
                <a:cs typeface="Liberation Sans"/>
              </a:defRPr>
            </a:lvl2pPr>
            <a:lvl3pPr algn="l">
              <a:defRPr sz="2700" b="1">
                <a:solidFill>
                  <a:srgbClr val="355E7B"/>
                </a:solidFill>
                <a:latin typeface="Liberation Sans"/>
                <a:ea typeface="Liberation Sans"/>
                <a:cs typeface="Liberation Sans"/>
              </a:defRPr>
            </a:lvl3pPr>
            <a:lvl4pPr algn="l">
              <a:defRPr sz="2700" b="1">
                <a:solidFill>
                  <a:srgbClr val="355E7B"/>
                </a:solidFill>
                <a:latin typeface="Liberation Sans"/>
                <a:ea typeface="Liberation Sans"/>
                <a:cs typeface="Liberation Sans"/>
              </a:defRPr>
            </a:lvl4pPr>
            <a:lvl5pPr algn="l">
              <a:defRPr sz="2700" b="1">
                <a:solidFill>
                  <a:srgbClr val="355E7B"/>
                </a:solidFill>
                <a:latin typeface="Liberation Sans"/>
                <a:ea typeface="Liberation Sans"/>
                <a:cs typeface="Liberation Sans"/>
              </a:defRPr>
            </a:lvl5pPr>
            <a:lvl6pPr algn="l">
              <a:defRPr sz="2700" b="1">
                <a:solidFill>
                  <a:srgbClr val="355E7B"/>
                </a:solidFill>
                <a:latin typeface="Liberation Sans"/>
                <a:ea typeface="Liberation Sans"/>
                <a:cs typeface="Liberation Sans"/>
              </a:defRPr>
            </a:lvl6pPr>
            <a:lvl7pPr algn="l">
              <a:defRPr sz="2700" b="1">
                <a:solidFill>
                  <a:srgbClr val="355E7B"/>
                </a:solidFill>
                <a:latin typeface="Liberation Sans"/>
                <a:ea typeface="Liberation Sans"/>
                <a:cs typeface="Liberation Sans"/>
              </a:defRPr>
            </a:lvl7pPr>
            <a:lvl8pPr algn="l">
              <a:defRPr sz="2700" b="1">
                <a:solidFill>
                  <a:srgbClr val="355E7B"/>
                </a:solidFill>
                <a:latin typeface="Liberation Sans"/>
                <a:ea typeface="Liberation Sans"/>
                <a:cs typeface="Liberation Sans"/>
              </a:defRPr>
            </a:lvl8pPr>
            <a:lvl9pPr algn="l">
              <a:defRPr sz="2700" b="1">
                <a:solidFill>
                  <a:srgbClr val="355E7B"/>
                </a:solidFill>
                <a:latin typeface="Liberation Sans"/>
                <a:ea typeface="Liberation Sans"/>
                <a:cs typeface="Liberation Sans"/>
              </a:defRPr>
            </a:lvl9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Check · repair the idea</a:t>
            </a:r>
          </a:p>
        </p:txBody>
      </p:sp>
      <p:sp>
        <p:nvSpPr>
          <p:cNvPr id="4" name="shape">
            <a:extLst xmlns:a="http://schemas.openxmlformats.org/drawingml/2006/main">
              <a:ext uri="{FF2B5EF4-FFF2-40B4-BE49-F238E27FC236}">
                <a16:creationId xmlns:a16="http://schemas.microsoft.com/office/drawing/2014/main" id="{1D791E58-D7D9-469A-B464-17A0DE86E9C1}"/>
              </a:ext>
            </a:extLst>
          </p:cNvPr>
          <p:cNvSpPr>
            <a:spLocks xmlns:a="http://schemas.openxmlformats.org/drawingml/2006/main" noGrp="1"/>
          </p:cNvSpPr>
          <p:nvPr/>
        </p:nvSpPr>
        <p:spPr>
          <a:xfrm xmlns:a="http://schemas.openxmlformats.org/drawingml/2006/main">
            <a:off x="381000"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4AB5C976-68DB-488D-9438-D4C68A23C9CA}"/>
              </a:ext>
            </a:extLst>
          </p:cNvPr>
          <p:cNvSpPr>
            <a:spLocks xmlns:a="http://schemas.openxmlformats.org/drawingml/2006/main" noGrp="1"/>
          </p:cNvSpPr>
          <p:nvPr/>
        </p:nvSpPr>
        <p:spPr>
          <a:xfrm xmlns:a="http://schemas.openxmlformats.org/drawingml/2006/main">
            <a:off x="1234678"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04BE82E3-6BB8-4E88-B09F-373C0CEE0F0A}"/>
              </a:ext>
            </a:extLst>
          </p:cNvPr>
          <p:cNvSpPr>
            <a:spLocks xmlns:a="http://schemas.openxmlformats.org/drawingml/2006/main" noGrp="1"/>
          </p:cNvSpPr>
          <p:nvPr/>
        </p:nvSpPr>
        <p:spPr>
          <a:xfrm xmlns:a="http://schemas.openxmlformats.org/drawingml/2006/main">
            <a:off x="2088356"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0A235803-1869-42F2-A309-A701030B754C}"/>
              </a:ext>
            </a:extLst>
          </p:cNvPr>
          <p:cNvSpPr>
            <a:spLocks xmlns:a="http://schemas.openxmlformats.org/drawingml/2006/main" noGrp="1"/>
          </p:cNvSpPr>
          <p:nvPr/>
        </p:nvSpPr>
        <p:spPr>
          <a:xfrm xmlns:a="http://schemas.openxmlformats.org/drawingml/2006/main">
            <a:off x="3226594"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240DCD0C-134F-45F6-A212-254EE79616AA}"/>
              </a:ext>
            </a:extLst>
          </p:cNvPr>
          <p:cNvSpPr>
            <a:spLocks xmlns:a="http://schemas.openxmlformats.org/drawingml/2006/main" noGrp="1"/>
          </p:cNvSpPr>
          <p:nvPr/>
        </p:nvSpPr>
        <p:spPr>
          <a:xfrm xmlns:a="http://schemas.openxmlformats.org/drawingml/2006/main">
            <a:off x="4364831"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F94629E7-AF9A-4A75-A567-802E868AD06D}"/>
              </a:ext>
            </a:extLst>
          </p:cNvPr>
          <p:cNvSpPr>
            <a:spLocks xmlns:a="http://schemas.openxmlformats.org/drawingml/2006/main" noGrp="1"/>
          </p:cNvSpPr>
          <p:nvPr/>
        </p:nvSpPr>
        <p:spPr>
          <a:xfrm xmlns:a="http://schemas.openxmlformats.org/drawingml/2006/main">
            <a:off x="5218509"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shape">
            <a:extLst xmlns:a="http://schemas.openxmlformats.org/drawingml/2006/main">
              <a:ext uri="{FF2B5EF4-FFF2-40B4-BE49-F238E27FC236}">
                <a16:creationId xmlns:a16="http://schemas.microsoft.com/office/drawing/2014/main" id="{96769FB5-37AE-4341-ADE3-A0B30F659883}"/>
              </a:ext>
            </a:extLst>
          </p:cNvPr>
          <p:cNvSpPr>
            <a:spLocks xmlns:a="http://schemas.openxmlformats.org/drawingml/2006/main" noGrp="1"/>
          </p:cNvSpPr>
          <p:nvPr/>
        </p:nvSpPr>
        <p:spPr>
          <a:xfrm xmlns:a="http://schemas.openxmlformats.org/drawingml/2006/main">
            <a:off x="6356747" y="1381125"/>
            <a:ext cx="540544"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1" name="shape">
            <a:extLst xmlns:a="http://schemas.openxmlformats.org/drawingml/2006/main">
              <a:ext uri="{FF2B5EF4-FFF2-40B4-BE49-F238E27FC236}">
                <a16:creationId xmlns:a16="http://schemas.microsoft.com/office/drawing/2014/main" id="{BFC59D03-1B82-47D5-ADB9-CE5D55975381}"/>
              </a:ext>
            </a:extLst>
          </p:cNvPr>
          <p:cNvSpPr>
            <a:spLocks xmlns:a="http://schemas.openxmlformats.org/drawingml/2006/main" noGrp="1"/>
          </p:cNvSpPr>
          <p:nvPr/>
        </p:nvSpPr>
        <p:spPr>
          <a:xfrm xmlns:a="http://schemas.openxmlformats.org/drawingml/2006/main">
            <a:off x="6925866" y="1381125"/>
            <a:ext cx="540544"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2" name="shape">
            <a:extLst xmlns:a="http://schemas.openxmlformats.org/drawingml/2006/main">
              <a:ext uri="{FF2B5EF4-FFF2-40B4-BE49-F238E27FC236}">
                <a16:creationId xmlns:a16="http://schemas.microsoft.com/office/drawing/2014/main" id="{0F13D132-0817-4E89-BDA0-55E4BF369778}"/>
              </a:ext>
            </a:extLst>
          </p:cNvPr>
          <p:cNvSpPr>
            <a:spLocks xmlns:a="http://schemas.openxmlformats.org/drawingml/2006/main" noGrp="1"/>
          </p:cNvSpPr>
          <p:nvPr/>
        </p:nvSpPr>
        <p:spPr>
          <a:xfrm xmlns:a="http://schemas.openxmlformats.org/drawingml/2006/main">
            <a:off x="7494984"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3" name="shape">
            <a:extLst xmlns:a="http://schemas.openxmlformats.org/drawingml/2006/main">
              <a:ext uri="{FF2B5EF4-FFF2-40B4-BE49-F238E27FC236}">
                <a16:creationId xmlns:a16="http://schemas.microsoft.com/office/drawing/2014/main" id="{8C9A2E8C-87B8-432D-8F34-0A4205697B2F}"/>
              </a:ext>
            </a:extLst>
          </p:cNvPr>
          <p:cNvSpPr>
            <a:spLocks xmlns:a="http://schemas.openxmlformats.org/drawingml/2006/main" noGrp="1"/>
          </p:cNvSpPr>
          <p:nvPr/>
        </p:nvSpPr>
        <p:spPr>
          <a:xfrm xmlns:a="http://schemas.openxmlformats.org/drawingml/2006/main">
            <a:off x="9771459"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4" name="shape">
            <a:extLst xmlns:a="http://schemas.openxmlformats.org/drawingml/2006/main">
              <a:ext uri="{FF2B5EF4-FFF2-40B4-BE49-F238E27FC236}">
                <a16:creationId xmlns:a16="http://schemas.microsoft.com/office/drawing/2014/main" id="{9BF30393-2E5F-4417-9AA0-E2BD0B83941F}"/>
              </a:ext>
            </a:extLst>
          </p:cNvPr>
          <p:cNvSpPr>
            <a:spLocks xmlns:a="http://schemas.openxmlformats.org/drawingml/2006/main" noGrp="1"/>
          </p:cNvSpPr>
          <p:nvPr/>
        </p:nvSpPr>
        <p:spPr>
          <a:xfrm xmlns:a="http://schemas.openxmlformats.org/drawingml/2006/main">
            <a:off x="10625138"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5" name="objective-footer">
            <a:extLst xmlns:a="http://schemas.openxmlformats.org/drawingml/2006/main">
              <a:ext uri="{FF2B5EF4-FFF2-40B4-BE49-F238E27FC236}">
                <a16:creationId xmlns:a16="http://schemas.microsoft.com/office/drawing/2014/main" id="{003C5BAE-18A3-4CC2-B1E6-DF21CB6F9171}"/>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vl1pPr algn="l">
              <a:defRPr sz="1425" b="0">
                <a:solidFill>
                  <a:srgbClr val="46586A"/>
                </a:solidFill>
                <a:latin typeface="Liberation Sans"/>
                <a:ea typeface="Liberation Sans"/>
                <a:cs typeface="Liberation Sans"/>
              </a:defRPr>
            </a:lvl1pPr>
            <a:lvl2pPr algn="l">
              <a:defRPr sz="1425" b="0">
                <a:solidFill>
                  <a:srgbClr val="46586A"/>
                </a:solidFill>
                <a:latin typeface="Liberation Sans"/>
                <a:ea typeface="Liberation Sans"/>
                <a:cs typeface="Liberation Sans"/>
              </a:defRPr>
            </a:lvl2pPr>
            <a:lvl3pPr algn="l">
              <a:defRPr sz="1425" b="0">
                <a:solidFill>
                  <a:srgbClr val="46586A"/>
                </a:solidFill>
                <a:latin typeface="Liberation Sans"/>
                <a:ea typeface="Liberation Sans"/>
                <a:cs typeface="Liberation Sans"/>
              </a:defRPr>
            </a:lvl3pPr>
            <a:lvl4pPr algn="l">
              <a:defRPr sz="1425" b="0">
                <a:solidFill>
                  <a:srgbClr val="46586A"/>
                </a:solidFill>
                <a:latin typeface="Liberation Sans"/>
                <a:ea typeface="Liberation Sans"/>
                <a:cs typeface="Liberation Sans"/>
              </a:defRPr>
            </a:lvl4pPr>
            <a:lvl5pPr algn="l">
              <a:defRPr sz="1425" b="0">
                <a:solidFill>
                  <a:srgbClr val="46586A"/>
                </a:solidFill>
                <a:latin typeface="Liberation Sans"/>
                <a:ea typeface="Liberation Sans"/>
                <a:cs typeface="Liberation Sans"/>
              </a:defRPr>
            </a:lvl5pPr>
            <a:lvl6pPr algn="l">
              <a:defRPr sz="1425" b="0">
                <a:solidFill>
                  <a:srgbClr val="46586A"/>
                </a:solidFill>
                <a:latin typeface="Liberation Sans"/>
                <a:ea typeface="Liberation Sans"/>
                <a:cs typeface="Liberation Sans"/>
              </a:defRPr>
            </a:lvl6pPr>
            <a:lvl7pPr algn="l">
              <a:defRPr sz="1425" b="0">
                <a:solidFill>
                  <a:srgbClr val="46586A"/>
                </a:solidFill>
                <a:latin typeface="Liberation Sans"/>
                <a:ea typeface="Liberation Sans"/>
                <a:cs typeface="Liberation Sans"/>
              </a:defRPr>
            </a:lvl7pPr>
            <a:lvl8pPr algn="l">
              <a:defRPr sz="1425" b="0">
                <a:solidFill>
                  <a:srgbClr val="46586A"/>
                </a:solidFill>
                <a:latin typeface="Liberation Sans"/>
                <a:ea typeface="Liberation Sans"/>
                <a:cs typeface="Liberation Sans"/>
              </a:defRPr>
            </a:lvl8pPr>
            <a:lvl9pPr algn="l">
              <a:defRPr sz="1425" b="0">
                <a:solidFill>
                  <a:srgbClr val="46586A"/>
                </a:solidFill>
                <a:latin typeface="Liberation Sans"/>
                <a:ea typeface="Liberation Sans"/>
                <a:cs typeface="Liberation Sans"/>
              </a:defRPr>
            </a:lvl9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I can explain that animals get food by eating, and plants can make their own food.</a:t>
            </a:r>
          </a:p>
        </p:txBody>
      </p:sp>
      <p:sp>
        <p:nvSpPr>
          <p:cNvPr id="16" name="blank-version-footer">
            <a:extLst xmlns:a="http://schemas.openxmlformats.org/drawingml/2006/main">
              <a:ext uri="{FF2B5EF4-FFF2-40B4-BE49-F238E27FC236}">
                <a16:creationId xmlns:a16="http://schemas.microsoft.com/office/drawing/2014/main" id="{E0F942B4-8E4C-4F16-8015-DA509C5DA929}"/>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vl1pPr algn="l">
              <a:defRPr sz="1425" b="0">
                <a:solidFill>
                  <a:srgbClr val="46586A"/>
                </a:solidFill>
                <a:latin typeface="Liberation Sans"/>
                <a:ea typeface="Liberation Sans"/>
                <a:cs typeface="Liberation Sans"/>
              </a:defRPr>
            </a:lvl1pPr>
            <a:lvl2pPr algn="l">
              <a:defRPr sz="1425" b="0">
                <a:solidFill>
                  <a:srgbClr val="46586A"/>
                </a:solidFill>
                <a:latin typeface="Liberation Sans"/>
                <a:ea typeface="Liberation Sans"/>
                <a:cs typeface="Liberation Sans"/>
              </a:defRPr>
            </a:lvl2pPr>
            <a:lvl3pPr algn="l">
              <a:defRPr sz="1425" b="0">
                <a:solidFill>
                  <a:srgbClr val="46586A"/>
                </a:solidFill>
                <a:latin typeface="Liberation Sans"/>
                <a:ea typeface="Liberation Sans"/>
                <a:cs typeface="Liberation Sans"/>
              </a:defRPr>
            </a:lvl3pPr>
            <a:lvl4pPr algn="l">
              <a:defRPr sz="1425" b="0">
                <a:solidFill>
                  <a:srgbClr val="46586A"/>
                </a:solidFill>
                <a:latin typeface="Liberation Sans"/>
                <a:ea typeface="Liberation Sans"/>
                <a:cs typeface="Liberation Sans"/>
              </a:defRPr>
            </a:lvl4pPr>
            <a:lvl5pPr algn="l">
              <a:defRPr sz="1425" b="0">
                <a:solidFill>
                  <a:srgbClr val="46586A"/>
                </a:solidFill>
                <a:latin typeface="Liberation Sans"/>
                <a:ea typeface="Liberation Sans"/>
                <a:cs typeface="Liberation Sans"/>
              </a:defRPr>
            </a:lvl5pPr>
            <a:lvl6pPr algn="l">
              <a:defRPr sz="1425" b="0">
                <a:solidFill>
                  <a:srgbClr val="46586A"/>
                </a:solidFill>
                <a:latin typeface="Liberation Sans"/>
                <a:ea typeface="Liberation Sans"/>
                <a:cs typeface="Liberation Sans"/>
              </a:defRPr>
            </a:lvl6pPr>
            <a:lvl7pPr algn="l">
              <a:defRPr sz="1425" b="0">
                <a:solidFill>
                  <a:srgbClr val="46586A"/>
                </a:solidFill>
                <a:latin typeface="Liberation Sans"/>
                <a:ea typeface="Liberation Sans"/>
                <a:cs typeface="Liberation Sans"/>
              </a:defRPr>
            </a:lvl7pPr>
            <a:lvl8pPr algn="l">
              <a:defRPr sz="1425" b="0">
                <a:solidFill>
                  <a:srgbClr val="46586A"/>
                </a:solidFill>
                <a:latin typeface="Liberation Sans"/>
                <a:ea typeface="Liberation Sans"/>
                <a:cs typeface="Liberation Sans"/>
              </a:defRPr>
            </a:lvl8pPr>
            <a:lvl9pPr algn="l">
              <a:defRPr sz="1425" b="0">
                <a:solidFill>
                  <a:srgbClr val="46586A"/>
                </a:solidFill>
                <a:latin typeface="Liberation Sans"/>
                <a:ea typeface="Liberation Sans"/>
                <a:cs typeface="Liberation Sans"/>
              </a:defRPr>
            </a:lvl9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SCI-BUILD-A1-W08-P1 · Version: ______ · Source page SHA-256: ______</a:t>
            </a:r>
          </a:p>
        </p:txBody>
      </p:sp>
      <p:sp>
        <p:nvSpPr>
          <p:cNvPr id="17" name="slide-progress">
            <a:extLst xmlns:a="http://schemas.openxmlformats.org/drawingml/2006/main">
              <a:ext uri="{FF2B5EF4-FFF2-40B4-BE49-F238E27FC236}">
                <a16:creationId xmlns:a16="http://schemas.microsoft.com/office/drawing/2014/main" id="{4ACB438B-E518-4C7A-91ED-98A2287F0E69}"/>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vl1pPr algn="r">
              <a:defRPr sz="1425" b="0">
                <a:solidFill>
                  <a:srgbClr val="46586A"/>
                </a:solidFill>
                <a:latin typeface="Liberation Sans"/>
                <a:ea typeface="Liberation Sans"/>
                <a:cs typeface="Liberation Sans"/>
              </a:defRPr>
            </a:lvl1pPr>
            <a:lvl2pPr algn="r">
              <a:defRPr sz="1425" b="0">
                <a:solidFill>
                  <a:srgbClr val="46586A"/>
                </a:solidFill>
                <a:latin typeface="Liberation Sans"/>
                <a:ea typeface="Liberation Sans"/>
                <a:cs typeface="Liberation Sans"/>
              </a:defRPr>
            </a:lvl2pPr>
            <a:lvl3pPr algn="r">
              <a:defRPr sz="1425" b="0">
                <a:solidFill>
                  <a:srgbClr val="46586A"/>
                </a:solidFill>
                <a:latin typeface="Liberation Sans"/>
                <a:ea typeface="Liberation Sans"/>
                <a:cs typeface="Liberation Sans"/>
              </a:defRPr>
            </a:lvl3pPr>
            <a:lvl4pPr algn="r">
              <a:defRPr sz="1425" b="0">
                <a:solidFill>
                  <a:srgbClr val="46586A"/>
                </a:solidFill>
                <a:latin typeface="Liberation Sans"/>
                <a:ea typeface="Liberation Sans"/>
                <a:cs typeface="Liberation Sans"/>
              </a:defRPr>
            </a:lvl4pPr>
            <a:lvl5pPr algn="r">
              <a:defRPr sz="1425" b="0">
                <a:solidFill>
                  <a:srgbClr val="46586A"/>
                </a:solidFill>
                <a:latin typeface="Liberation Sans"/>
                <a:ea typeface="Liberation Sans"/>
                <a:cs typeface="Liberation Sans"/>
              </a:defRPr>
            </a:lvl5pPr>
            <a:lvl6pPr algn="r">
              <a:defRPr sz="1425" b="0">
                <a:solidFill>
                  <a:srgbClr val="46586A"/>
                </a:solidFill>
                <a:latin typeface="Liberation Sans"/>
                <a:ea typeface="Liberation Sans"/>
                <a:cs typeface="Liberation Sans"/>
              </a:defRPr>
            </a:lvl6pPr>
            <a:lvl7pPr algn="r">
              <a:defRPr sz="1425" b="0">
                <a:solidFill>
                  <a:srgbClr val="46586A"/>
                </a:solidFill>
                <a:latin typeface="Liberation Sans"/>
                <a:ea typeface="Liberation Sans"/>
                <a:cs typeface="Liberation Sans"/>
              </a:defRPr>
            </a:lvl7pPr>
            <a:lvl8pPr algn="r">
              <a:defRPr sz="1425" b="0">
                <a:solidFill>
                  <a:srgbClr val="46586A"/>
                </a:solidFill>
                <a:latin typeface="Liberation Sans"/>
                <a:ea typeface="Liberation Sans"/>
                <a:cs typeface="Liberation Sans"/>
              </a:defRPr>
            </a:lvl8pPr>
            <a:lvl9pPr algn="r">
              <a:defRPr sz="1425" b="0">
                <a:solidFill>
                  <a:srgbClr val="46586A"/>
                </a:solidFill>
                <a:latin typeface="Liberation Sans"/>
                <a:ea typeface="Liberation Sans"/>
                <a:cs typeface="Liberation Sans"/>
              </a:defRPr>
            </a:lvl9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19 / 29</a:t>
            </a:r>
          </a:p>
        </p:txBody>
      </p:sp>
      <p:sp>
        <p:nvSpPr>
          <p:cNvPr id="18" name="licence-footer">
            <a:extLst xmlns:a="http://schemas.openxmlformats.org/drawingml/2006/main">
              <a:ext uri="{FF2B5EF4-FFF2-40B4-BE49-F238E27FC236}">
                <a16:creationId xmlns:a16="http://schemas.microsoft.com/office/drawing/2014/main" id="{F6A2AC1B-86F8-4CAC-9C87-91E045CA2C66}"/>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vl1pPr algn="l">
              <a:defRPr sz="1425" b="0">
                <a:solidFill>
                  <a:srgbClr val="46586A"/>
                </a:solidFill>
                <a:latin typeface="Liberation Sans"/>
                <a:ea typeface="Liberation Sans"/>
                <a:cs typeface="Liberation Sans"/>
              </a:defRPr>
            </a:lvl1pPr>
            <a:lvl2pPr algn="l">
              <a:defRPr sz="1425" b="0">
                <a:solidFill>
                  <a:srgbClr val="46586A"/>
                </a:solidFill>
                <a:latin typeface="Liberation Sans"/>
                <a:ea typeface="Liberation Sans"/>
                <a:cs typeface="Liberation Sans"/>
              </a:defRPr>
            </a:lvl2pPr>
            <a:lvl3pPr algn="l">
              <a:defRPr sz="1425" b="0">
                <a:solidFill>
                  <a:srgbClr val="46586A"/>
                </a:solidFill>
                <a:latin typeface="Liberation Sans"/>
                <a:ea typeface="Liberation Sans"/>
                <a:cs typeface="Liberation Sans"/>
              </a:defRPr>
            </a:lvl3pPr>
            <a:lvl4pPr algn="l">
              <a:defRPr sz="1425" b="0">
                <a:solidFill>
                  <a:srgbClr val="46586A"/>
                </a:solidFill>
                <a:latin typeface="Liberation Sans"/>
                <a:ea typeface="Liberation Sans"/>
                <a:cs typeface="Liberation Sans"/>
              </a:defRPr>
            </a:lvl4pPr>
            <a:lvl5pPr algn="l">
              <a:defRPr sz="1425" b="0">
                <a:solidFill>
                  <a:srgbClr val="46586A"/>
                </a:solidFill>
                <a:latin typeface="Liberation Sans"/>
                <a:ea typeface="Liberation Sans"/>
                <a:cs typeface="Liberation Sans"/>
              </a:defRPr>
            </a:lvl5pPr>
            <a:lvl6pPr algn="l">
              <a:defRPr sz="1425" b="0">
                <a:solidFill>
                  <a:srgbClr val="46586A"/>
                </a:solidFill>
                <a:latin typeface="Liberation Sans"/>
                <a:ea typeface="Liberation Sans"/>
                <a:cs typeface="Liberation Sans"/>
              </a:defRPr>
            </a:lvl6pPr>
            <a:lvl7pPr algn="l">
              <a:defRPr sz="1425" b="0">
                <a:solidFill>
                  <a:srgbClr val="46586A"/>
                </a:solidFill>
                <a:latin typeface="Liberation Sans"/>
                <a:ea typeface="Liberation Sans"/>
                <a:cs typeface="Liberation Sans"/>
              </a:defRPr>
            </a:lvl7pPr>
            <a:lvl8pPr algn="l">
              <a:defRPr sz="1425" b="0">
                <a:solidFill>
                  <a:srgbClr val="46586A"/>
                </a:solidFill>
                <a:latin typeface="Liberation Sans"/>
                <a:ea typeface="Liberation Sans"/>
                <a:cs typeface="Liberation Sans"/>
              </a:defRPr>
            </a:lvl8pPr>
            <a:lvl9pPr algn="l">
              <a:defRPr sz="1425" b="0">
                <a:solidFill>
                  <a:srgbClr val="46586A"/>
                </a:solidFill>
                <a:latin typeface="Liberation Sans"/>
                <a:ea typeface="Liberation Sans"/>
                <a:cs typeface="Liberation Sans"/>
              </a:defRPr>
            </a:lvl9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9" name="">
            <a:extLst xmlns:a="http://schemas.openxmlformats.org/drawingml/2006/main">
              <a:ext uri="{FF2B5EF4-FFF2-40B4-BE49-F238E27FC236}">
                <a16:creationId xmlns:a16="http://schemas.microsoft.com/office/drawing/2014/main" id="{D3060B31-C80A-4533-9E04-C38880A750EE}"/>
              </a:ext>
            </a:extLst>
          </p:cNvPr>
          <p:cNvPicPr>
            <a:picLocks xmlns:a="http://schemas.openxmlformats.org/drawingml/2006/main" noChangeAspect="1"/>
          </p:cNvPicPr>
          <p:nvPr/>
        </p:nvPicPr>
        <p:blipFill>
          <a:blip xmlns:r="http://schemas.openxmlformats.org/officeDocument/2006/relationships" xmlns:a="http://schemas.openxmlformats.org/drawingml/2006/main" r:embed="Rfb02421c80004730"/>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20" name="answer-text">
            <a:extLst xmlns:a="http://schemas.openxmlformats.org/drawingml/2006/main">
              <a:ext uri="{FF2B5EF4-FFF2-40B4-BE49-F238E27FC236}">
                <a16:creationId xmlns:a16="http://schemas.microsoft.com/office/drawing/2014/main" id="{2FE95E8C-CA72-41AB-AAD8-1DC700696446}"/>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 simple model shows what may change. Other food links can matter. An animal may have more than one</a:t>
            </a:r>
          </a:p>
        </p:txBody>
      </p:sp>
      <p:sp>
        <p:nvSpPr>
          <p:cNvPr id="21" name="answer-text">
            <a:extLst xmlns:a="http://schemas.openxmlformats.org/drawingml/2006/main">
              <a:ext uri="{FF2B5EF4-FFF2-40B4-BE49-F238E27FC236}">
                <a16:creationId xmlns:a16="http://schemas.microsoft.com/office/drawing/2014/main" id="{D7860CDA-9245-4230-81D3-1456B0B29C0C}"/>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food.</a:t>
            </a:r>
          </a:p>
        </p:txBody>
      </p:sp>
    </p:spTree>
    <p:extLst>
      <p:ext uri="{BB962C8B-B14F-4D97-AF65-F5344CB8AC3E}">
        <p14:creationId xmlns:p14="http://schemas.microsoft.com/office/powerpoint/2010/main" val="152404017"/>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lesson-header">
            <a:extLst xmlns:a="http://schemas.openxmlformats.org/drawingml/2006/main">
              <a:ext uri="{FF2B5EF4-FFF2-40B4-BE49-F238E27FC236}">
                <a16:creationId xmlns:a16="http://schemas.microsoft.com/office/drawing/2014/main" id="{A1F36FCC-B008-4179-906A-59FB10175F4F}"/>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vl1pPr algn="l">
              <a:defRPr sz="1425" b="1">
                <a:solidFill>
                  <a:srgbClr val="355E7B"/>
                </a:solidFill>
                <a:latin typeface="Liberation Sans"/>
                <a:ea typeface="Liberation Sans"/>
                <a:cs typeface="Liberation Sans"/>
              </a:defRPr>
            </a:lvl1pPr>
            <a:lvl2pPr algn="l">
              <a:defRPr sz="1425" b="1">
                <a:solidFill>
                  <a:srgbClr val="355E7B"/>
                </a:solidFill>
                <a:latin typeface="Liberation Sans"/>
                <a:ea typeface="Liberation Sans"/>
                <a:cs typeface="Liberation Sans"/>
              </a:defRPr>
            </a:lvl2pPr>
            <a:lvl3pPr algn="l">
              <a:defRPr sz="1425" b="1">
                <a:solidFill>
                  <a:srgbClr val="355E7B"/>
                </a:solidFill>
                <a:latin typeface="Liberation Sans"/>
                <a:ea typeface="Liberation Sans"/>
                <a:cs typeface="Liberation Sans"/>
              </a:defRPr>
            </a:lvl3pPr>
            <a:lvl4pPr algn="l">
              <a:defRPr sz="1425" b="1">
                <a:solidFill>
                  <a:srgbClr val="355E7B"/>
                </a:solidFill>
                <a:latin typeface="Liberation Sans"/>
                <a:ea typeface="Liberation Sans"/>
                <a:cs typeface="Liberation Sans"/>
              </a:defRPr>
            </a:lvl4pPr>
            <a:lvl5pPr algn="l">
              <a:defRPr sz="1425" b="1">
                <a:solidFill>
                  <a:srgbClr val="355E7B"/>
                </a:solidFill>
                <a:latin typeface="Liberation Sans"/>
                <a:ea typeface="Liberation Sans"/>
                <a:cs typeface="Liberation Sans"/>
              </a:defRPr>
            </a:lvl5pPr>
            <a:lvl6pPr algn="l">
              <a:defRPr sz="1425" b="1">
                <a:solidFill>
                  <a:srgbClr val="355E7B"/>
                </a:solidFill>
                <a:latin typeface="Liberation Sans"/>
                <a:ea typeface="Liberation Sans"/>
                <a:cs typeface="Liberation Sans"/>
              </a:defRPr>
            </a:lvl6pPr>
            <a:lvl7pPr algn="l">
              <a:defRPr sz="1425" b="1">
                <a:solidFill>
                  <a:srgbClr val="355E7B"/>
                </a:solidFill>
                <a:latin typeface="Liberation Sans"/>
                <a:ea typeface="Liberation Sans"/>
                <a:cs typeface="Liberation Sans"/>
              </a:defRPr>
            </a:lvl7pPr>
            <a:lvl8pPr algn="l">
              <a:defRPr sz="1425" b="1">
                <a:solidFill>
                  <a:srgbClr val="355E7B"/>
                </a:solidFill>
                <a:latin typeface="Liberation Sans"/>
                <a:ea typeface="Liberation Sans"/>
                <a:cs typeface="Liberation Sans"/>
              </a:defRPr>
            </a:lvl8pPr>
            <a:lvl9pPr algn="l">
              <a:defRPr sz="1425" b="1">
                <a:solidFill>
                  <a:srgbClr val="355E7B"/>
                </a:solidFill>
                <a:latin typeface="Liberation Sans"/>
                <a:ea typeface="Liberation Sans"/>
                <a:cs typeface="Liberation Sans"/>
              </a:defRPr>
            </a:lvl9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SCIENCE · AUTUMN 1 · Week 8</a:t>
            </a:r>
          </a:p>
        </p:txBody>
      </p:sp>
      <p:sp>
        <p:nvSpPr>
          <p:cNvPr id="2" name="stage-clock">
            <a:extLst xmlns:a="http://schemas.openxmlformats.org/drawingml/2006/main">
              <a:ext uri="{FF2B5EF4-FFF2-40B4-BE49-F238E27FC236}">
                <a16:creationId xmlns:a16="http://schemas.microsoft.com/office/drawing/2014/main" id="{B167EE0F-E256-4366-8329-6210135BB242}"/>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vl1pPr algn="r">
              <a:defRPr sz="1425" b="1">
                <a:solidFill>
                  <a:srgbClr val="355E7B"/>
                </a:solidFill>
                <a:latin typeface="Liberation Sans"/>
                <a:ea typeface="Liberation Sans"/>
                <a:cs typeface="Liberation Sans"/>
              </a:defRPr>
            </a:lvl1pPr>
            <a:lvl2pPr algn="r">
              <a:defRPr sz="1425" b="1">
                <a:solidFill>
                  <a:srgbClr val="355E7B"/>
                </a:solidFill>
                <a:latin typeface="Liberation Sans"/>
                <a:ea typeface="Liberation Sans"/>
                <a:cs typeface="Liberation Sans"/>
              </a:defRPr>
            </a:lvl2pPr>
            <a:lvl3pPr algn="r">
              <a:defRPr sz="1425" b="1">
                <a:solidFill>
                  <a:srgbClr val="355E7B"/>
                </a:solidFill>
                <a:latin typeface="Liberation Sans"/>
                <a:ea typeface="Liberation Sans"/>
                <a:cs typeface="Liberation Sans"/>
              </a:defRPr>
            </a:lvl3pPr>
            <a:lvl4pPr algn="r">
              <a:defRPr sz="1425" b="1">
                <a:solidFill>
                  <a:srgbClr val="355E7B"/>
                </a:solidFill>
                <a:latin typeface="Liberation Sans"/>
                <a:ea typeface="Liberation Sans"/>
                <a:cs typeface="Liberation Sans"/>
              </a:defRPr>
            </a:lvl4pPr>
            <a:lvl5pPr algn="r">
              <a:defRPr sz="1425" b="1">
                <a:solidFill>
                  <a:srgbClr val="355E7B"/>
                </a:solidFill>
                <a:latin typeface="Liberation Sans"/>
                <a:ea typeface="Liberation Sans"/>
                <a:cs typeface="Liberation Sans"/>
              </a:defRPr>
            </a:lvl5pPr>
            <a:lvl6pPr algn="r">
              <a:defRPr sz="1425" b="1">
                <a:solidFill>
                  <a:srgbClr val="355E7B"/>
                </a:solidFill>
                <a:latin typeface="Liberation Sans"/>
                <a:ea typeface="Liberation Sans"/>
                <a:cs typeface="Liberation Sans"/>
              </a:defRPr>
            </a:lvl6pPr>
            <a:lvl7pPr algn="r">
              <a:defRPr sz="1425" b="1">
                <a:solidFill>
                  <a:srgbClr val="355E7B"/>
                </a:solidFill>
                <a:latin typeface="Liberation Sans"/>
                <a:ea typeface="Liberation Sans"/>
                <a:cs typeface="Liberation Sans"/>
              </a:defRPr>
            </a:lvl7pPr>
            <a:lvl8pPr algn="r">
              <a:defRPr sz="1425" b="1">
                <a:solidFill>
                  <a:srgbClr val="355E7B"/>
                </a:solidFill>
                <a:latin typeface="Liberation Sans"/>
                <a:ea typeface="Liberation Sans"/>
                <a:cs typeface="Liberation Sans"/>
              </a:defRPr>
            </a:lvl8pPr>
            <a:lvl9pPr algn="r">
              <a:defRPr sz="1425" b="1">
                <a:solidFill>
                  <a:srgbClr val="355E7B"/>
                </a:solidFill>
                <a:latin typeface="Liberation Sans"/>
                <a:ea typeface="Liberation Sans"/>
                <a:cs typeface="Liberation Sans"/>
              </a:defRPr>
            </a:lvl9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prepare safely · 2 min · 23 to 25</a:t>
            </a:r>
          </a:p>
        </p:txBody>
      </p:sp>
      <p:sp>
        <p:nvSpPr>
          <p:cNvPr id="3" name="slide-title">
            <a:extLst xmlns:a="http://schemas.openxmlformats.org/drawingml/2006/main">
              <a:ext uri="{FF2B5EF4-FFF2-40B4-BE49-F238E27FC236}">
                <a16:creationId xmlns:a16="http://schemas.microsoft.com/office/drawing/2014/main" id="{983739D3-F1B8-43F1-9296-4DBDF78D834D}"/>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vl1pPr algn="l">
              <a:defRPr sz="2700" b="1">
                <a:solidFill>
                  <a:srgbClr val="355E7B"/>
                </a:solidFill>
                <a:latin typeface="Liberation Sans"/>
                <a:ea typeface="Liberation Sans"/>
                <a:cs typeface="Liberation Sans"/>
              </a:defRPr>
            </a:lvl1pPr>
            <a:lvl2pPr algn="l">
              <a:defRPr sz="2700" b="1">
                <a:solidFill>
                  <a:srgbClr val="355E7B"/>
                </a:solidFill>
                <a:latin typeface="Liberation Sans"/>
                <a:ea typeface="Liberation Sans"/>
                <a:cs typeface="Liberation Sans"/>
              </a:defRPr>
            </a:lvl2pPr>
            <a:lvl3pPr algn="l">
              <a:defRPr sz="2700" b="1">
                <a:solidFill>
                  <a:srgbClr val="355E7B"/>
                </a:solidFill>
                <a:latin typeface="Liberation Sans"/>
                <a:ea typeface="Liberation Sans"/>
                <a:cs typeface="Liberation Sans"/>
              </a:defRPr>
            </a:lvl3pPr>
            <a:lvl4pPr algn="l">
              <a:defRPr sz="2700" b="1">
                <a:solidFill>
                  <a:srgbClr val="355E7B"/>
                </a:solidFill>
                <a:latin typeface="Liberation Sans"/>
                <a:ea typeface="Liberation Sans"/>
                <a:cs typeface="Liberation Sans"/>
              </a:defRPr>
            </a:lvl4pPr>
            <a:lvl5pPr algn="l">
              <a:defRPr sz="2700" b="1">
                <a:solidFill>
                  <a:srgbClr val="355E7B"/>
                </a:solidFill>
                <a:latin typeface="Liberation Sans"/>
                <a:ea typeface="Liberation Sans"/>
                <a:cs typeface="Liberation Sans"/>
              </a:defRPr>
            </a:lvl5pPr>
            <a:lvl6pPr algn="l">
              <a:defRPr sz="2700" b="1">
                <a:solidFill>
                  <a:srgbClr val="355E7B"/>
                </a:solidFill>
                <a:latin typeface="Liberation Sans"/>
                <a:ea typeface="Liberation Sans"/>
                <a:cs typeface="Liberation Sans"/>
              </a:defRPr>
            </a:lvl6pPr>
            <a:lvl7pPr algn="l">
              <a:defRPr sz="2700" b="1">
                <a:solidFill>
                  <a:srgbClr val="355E7B"/>
                </a:solidFill>
                <a:latin typeface="Liberation Sans"/>
                <a:ea typeface="Liberation Sans"/>
                <a:cs typeface="Liberation Sans"/>
              </a:defRPr>
            </a:lvl7pPr>
            <a:lvl8pPr algn="l">
              <a:defRPr sz="2700" b="1">
                <a:solidFill>
                  <a:srgbClr val="355E7B"/>
                </a:solidFill>
                <a:latin typeface="Liberation Sans"/>
                <a:ea typeface="Liberation Sans"/>
                <a:cs typeface="Liberation Sans"/>
              </a:defRPr>
            </a:lvl8pPr>
            <a:lvl9pPr algn="l">
              <a:defRPr sz="2700" b="1">
                <a:solidFill>
                  <a:srgbClr val="355E7B"/>
                </a:solidFill>
                <a:latin typeface="Liberation Sans"/>
                <a:ea typeface="Liberation Sans"/>
                <a:cs typeface="Liberation Sans"/>
              </a:defRPr>
            </a:lvl9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prepare safely</a:t>
            </a:r>
          </a:p>
        </p:txBody>
      </p:sp>
      <p:sp>
        <p:nvSpPr>
          <p:cNvPr id="4" name="shape">
            <a:extLst xmlns:a="http://schemas.openxmlformats.org/drawingml/2006/main">
              <a:ext uri="{FF2B5EF4-FFF2-40B4-BE49-F238E27FC236}">
                <a16:creationId xmlns:a16="http://schemas.microsoft.com/office/drawing/2014/main" id="{2D8AB2BE-B3ED-4171-9AF1-F2E809E5124A}"/>
              </a:ext>
            </a:extLst>
          </p:cNvPr>
          <p:cNvSpPr>
            <a:spLocks xmlns:a="http://schemas.openxmlformats.org/drawingml/2006/main" noGrp="1"/>
          </p:cNvSpPr>
          <p:nvPr/>
        </p:nvSpPr>
        <p:spPr>
          <a:xfrm xmlns:a="http://schemas.openxmlformats.org/drawingml/2006/main">
            <a:off x="381000"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60075132-CA7F-4950-889F-DE8BDB219342}"/>
              </a:ext>
            </a:extLst>
          </p:cNvPr>
          <p:cNvSpPr>
            <a:spLocks xmlns:a="http://schemas.openxmlformats.org/drawingml/2006/main" noGrp="1"/>
          </p:cNvSpPr>
          <p:nvPr/>
        </p:nvSpPr>
        <p:spPr>
          <a:xfrm xmlns:a="http://schemas.openxmlformats.org/drawingml/2006/main">
            <a:off x="1234678"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1D9D832E-2E98-4CED-8C2E-A4AD72EDB0F1}"/>
              </a:ext>
            </a:extLst>
          </p:cNvPr>
          <p:cNvSpPr>
            <a:spLocks xmlns:a="http://schemas.openxmlformats.org/drawingml/2006/main" noGrp="1"/>
          </p:cNvSpPr>
          <p:nvPr/>
        </p:nvSpPr>
        <p:spPr>
          <a:xfrm xmlns:a="http://schemas.openxmlformats.org/drawingml/2006/main">
            <a:off x="2088356"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2492A77F-2A66-4E45-A9B5-191C78B56127}"/>
              </a:ext>
            </a:extLst>
          </p:cNvPr>
          <p:cNvSpPr>
            <a:spLocks xmlns:a="http://schemas.openxmlformats.org/drawingml/2006/main" noGrp="1"/>
          </p:cNvSpPr>
          <p:nvPr/>
        </p:nvSpPr>
        <p:spPr>
          <a:xfrm xmlns:a="http://schemas.openxmlformats.org/drawingml/2006/main">
            <a:off x="3226594"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C08081C3-B1A2-4DE4-AAAA-4BC24BFCD989}"/>
              </a:ext>
            </a:extLst>
          </p:cNvPr>
          <p:cNvSpPr>
            <a:spLocks xmlns:a="http://schemas.openxmlformats.org/drawingml/2006/main" noGrp="1"/>
          </p:cNvSpPr>
          <p:nvPr/>
        </p:nvSpPr>
        <p:spPr>
          <a:xfrm xmlns:a="http://schemas.openxmlformats.org/drawingml/2006/main">
            <a:off x="4364831"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777FCE04-3566-4A24-9FC6-B984BA0BC04F}"/>
              </a:ext>
            </a:extLst>
          </p:cNvPr>
          <p:cNvSpPr>
            <a:spLocks xmlns:a="http://schemas.openxmlformats.org/drawingml/2006/main" noGrp="1"/>
          </p:cNvSpPr>
          <p:nvPr/>
        </p:nvSpPr>
        <p:spPr>
          <a:xfrm xmlns:a="http://schemas.openxmlformats.org/drawingml/2006/main">
            <a:off x="5218509"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shape">
            <a:extLst xmlns:a="http://schemas.openxmlformats.org/drawingml/2006/main">
              <a:ext uri="{FF2B5EF4-FFF2-40B4-BE49-F238E27FC236}">
                <a16:creationId xmlns:a16="http://schemas.microsoft.com/office/drawing/2014/main" id="{89FEBC4D-1F22-4C88-891E-17CCF1C8F315}"/>
              </a:ext>
            </a:extLst>
          </p:cNvPr>
          <p:cNvSpPr>
            <a:spLocks xmlns:a="http://schemas.openxmlformats.org/drawingml/2006/main" noGrp="1"/>
          </p:cNvSpPr>
          <p:nvPr/>
        </p:nvSpPr>
        <p:spPr>
          <a:xfrm xmlns:a="http://schemas.openxmlformats.org/drawingml/2006/main">
            <a:off x="6356747" y="1381125"/>
            <a:ext cx="540544"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1" name="shape">
            <a:extLst xmlns:a="http://schemas.openxmlformats.org/drawingml/2006/main">
              <a:ext uri="{FF2B5EF4-FFF2-40B4-BE49-F238E27FC236}">
                <a16:creationId xmlns:a16="http://schemas.microsoft.com/office/drawing/2014/main" id="{413BC608-9780-4283-A086-A94096DF13B6}"/>
              </a:ext>
            </a:extLst>
          </p:cNvPr>
          <p:cNvSpPr>
            <a:spLocks xmlns:a="http://schemas.openxmlformats.org/drawingml/2006/main" noGrp="1"/>
          </p:cNvSpPr>
          <p:nvPr/>
        </p:nvSpPr>
        <p:spPr>
          <a:xfrm xmlns:a="http://schemas.openxmlformats.org/drawingml/2006/main">
            <a:off x="6925866" y="1381125"/>
            <a:ext cx="540544"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2" name="shape">
            <a:extLst xmlns:a="http://schemas.openxmlformats.org/drawingml/2006/main">
              <a:ext uri="{FF2B5EF4-FFF2-40B4-BE49-F238E27FC236}">
                <a16:creationId xmlns:a16="http://schemas.microsoft.com/office/drawing/2014/main" id="{4775B9E2-EAED-4E5B-92C2-2A599E9035AA}"/>
              </a:ext>
            </a:extLst>
          </p:cNvPr>
          <p:cNvSpPr>
            <a:spLocks xmlns:a="http://schemas.openxmlformats.org/drawingml/2006/main" noGrp="1"/>
          </p:cNvSpPr>
          <p:nvPr/>
        </p:nvSpPr>
        <p:spPr>
          <a:xfrm xmlns:a="http://schemas.openxmlformats.org/drawingml/2006/main">
            <a:off x="7494984"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3" name="shape">
            <a:extLst xmlns:a="http://schemas.openxmlformats.org/drawingml/2006/main">
              <a:ext uri="{FF2B5EF4-FFF2-40B4-BE49-F238E27FC236}">
                <a16:creationId xmlns:a16="http://schemas.microsoft.com/office/drawing/2014/main" id="{46498760-A15B-442D-BE03-114E9628442C}"/>
              </a:ext>
            </a:extLst>
          </p:cNvPr>
          <p:cNvSpPr>
            <a:spLocks xmlns:a="http://schemas.openxmlformats.org/drawingml/2006/main" noGrp="1"/>
          </p:cNvSpPr>
          <p:nvPr/>
        </p:nvSpPr>
        <p:spPr>
          <a:xfrm xmlns:a="http://schemas.openxmlformats.org/drawingml/2006/main">
            <a:off x="9771459"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4" name="shape">
            <a:extLst xmlns:a="http://schemas.openxmlformats.org/drawingml/2006/main">
              <a:ext uri="{FF2B5EF4-FFF2-40B4-BE49-F238E27FC236}">
                <a16:creationId xmlns:a16="http://schemas.microsoft.com/office/drawing/2014/main" id="{5A227A8C-8AE8-4119-91D2-B469EC1BD5A7}"/>
              </a:ext>
            </a:extLst>
          </p:cNvPr>
          <p:cNvSpPr>
            <a:spLocks xmlns:a="http://schemas.openxmlformats.org/drawingml/2006/main" noGrp="1"/>
          </p:cNvSpPr>
          <p:nvPr/>
        </p:nvSpPr>
        <p:spPr>
          <a:xfrm xmlns:a="http://schemas.openxmlformats.org/drawingml/2006/main">
            <a:off x="10625138"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5" name="objective-footer">
            <a:extLst xmlns:a="http://schemas.openxmlformats.org/drawingml/2006/main">
              <a:ext uri="{FF2B5EF4-FFF2-40B4-BE49-F238E27FC236}">
                <a16:creationId xmlns:a16="http://schemas.microsoft.com/office/drawing/2014/main" id="{B4E1A9A6-A63E-483D-959D-D33FAEFCD87B}"/>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vl1pPr algn="l">
              <a:defRPr sz="1425" b="0">
                <a:solidFill>
                  <a:srgbClr val="46586A"/>
                </a:solidFill>
                <a:latin typeface="Liberation Sans"/>
                <a:ea typeface="Liberation Sans"/>
                <a:cs typeface="Liberation Sans"/>
              </a:defRPr>
            </a:lvl1pPr>
            <a:lvl2pPr algn="l">
              <a:defRPr sz="1425" b="0">
                <a:solidFill>
                  <a:srgbClr val="46586A"/>
                </a:solidFill>
                <a:latin typeface="Liberation Sans"/>
                <a:ea typeface="Liberation Sans"/>
                <a:cs typeface="Liberation Sans"/>
              </a:defRPr>
            </a:lvl2pPr>
            <a:lvl3pPr algn="l">
              <a:defRPr sz="1425" b="0">
                <a:solidFill>
                  <a:srgbClr val="46586A"/>
                </a:solidFill>
                <a:latin typeface="Liberation Sans"/>
                <a:ea typeface="Liberation Sans"/>
                <a:cs typeface="Liberation Sans"/>
              </a:defRPr>
            </a:lvl3pPr>
            <a:lvl4pPr algn="l">
              <a:defRPr sz="1425" b="0">
                <a:solidFill>
                  <a:srgbClr val="46586A"/>
                </a:solidFill>
                <a:latin typeface="Liberation Sans"/>
                <a:ea typeface="Liberation Sans"/>
                <a:cs typeface="Liberation Sans"/>
              </a:defRPr>
            </a:lvl4pPr>
            <a:lvl5pPr algn="l">
              <a:defRPr sz="1425" b="0">
                <a:solidFill>
                  <a:srgbClr val="46586A"/>
                </a:solidFill>
                <a:latin typeface="Liberation Sans"/>
                <a:ea typeface="Liberation Sans"/>
                <a:cs typeface="Liberation Sans"/>
              </a:defRPr>
            </a:lvl5pPr>
            <a:lvl6pPr algn="l">
              <a:defRPr sz="1425" b="0">
                <a:solidFill>
                  <a:srgbClr val="46586A"/>
                </a:solidFill>
                <a:latin typeface="Liberation Sans"/>
                <a:ea typeface="Liberation Sans"/>
                <a:cs typeface="Liberation Sans"/>
              </a:defRPr>
            </a:lvl6pPr>
            <a:lvl7pPr algn="l">
              <a:defRPr sz="1425" b="0">
                <a:solidFill>
                  <a:srgbClr val="46586A"/>
                </a:solidFill>
                <a:latin typeface="Liberation Sans"/>
                <a:ea typeface="Liberation Sans"/>
                <a:cs typeface="Liberation Sans"/>
              </a:defRPr>
            </a:lvl7pPr>
            <a:lvl8pPr algn="l">
              <a:defRPr sz="1425" b="0">
                <a:solidFill>
                  <a:srgbClr val="46586A"/>
                </a:solidFill>
                <a:latin typeface="Liberation Sans"/>
                <a:ea typeface="Liberation Sans"/>
                <a:cs typeface="Liberation Sans"/>
              </a:defRPr>
            </a:lvl8pPr>
            <a:lvl9pPr algn="l">
              <a:defRPr sz="1425" b="0">
                <a:solidFill>
                  <a:srgbClr val="46586A"/>
                </a:solidFill>
                <a:latin typeface="Liberation Sans"/>
                <a:ea typeface="Liberation Sans"/>
                <a:cs typeface="Liberation Sans"/>
              </a:defRPr>
            </a:lvl9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I can explain that animals get food by eating, and plants can make their own food.</a:t>
            </a:r>
          </a:p>
        </p:txBody>
      </p:sp>
      <p:sp>
        <p:nvSpPr>
          <p:cNvPr id="16" name="blank-version-footer">
            <a:extLst xmlns:a="http://schemas.openxmlformats.org/drawingml/2006/main">
              <a:ext uri="{FF2B5EF4-FFF2-40B4-BE49-F238E27FC236}">
                <a16:creationId xmlns:a16="http://schemas.microsoft.com/office/drawing/2014/main" id="{F1C87B9C-C2FE-4487-8AB2-428418BB1A19}"/>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vl1pPr algn="l">
              <a:defRPr sz="1425" b="0">
                <a:solidFill>
                  <a:srgbClr val="46586A"/>
                </a:solidFill>
                <a:latin typeface="Liberation Sans"/>
                <a:ea typeface="Liberation Sans"/>
                <a:cs typeface="Liberation Sans"/>
              </a:defRPr>
            </a:lvl1pPr>
            <a:lvl2pPr algn="l">
              <a:defRPr sz="1425" b="0">
                <a:solidFill>
                  <a:srgbClr val="46586A"/>
                </a:solidFill>
                <a:latin typeface="Liberation Sans"/>
                <a:ea typeface="Liberation Sans"/>
                <a:cs typeface="Liberation Sans"/>
              </a:defRPr>
            </a:lvl2pPr>
            <a:lvl3pPr algn="l">
              <a:defRPr sz="1425" b="0">
                <a:solidFill>
                  <a:srgbClr val="46586A"/>
                </a:solidFill>
                <a:latin typeface="Liberation Sans"/>
                <a:ea typeface="Liberation Sans"/>
                <a:cs typeface="Liberation Sans"/>
              </a:defRPr>
            </a:lvl3pPr>
            <a:lvl4pPr algn="l">
              <a:defRPr sz="1425" b="0">
                <a:solidFill>
                  <a:srgbClr val="46586A"/>
                </a:solidFill>
                <a:latin typeface="Liberation Sans"/>
                <a:ea typeface="Liberation Sans"/>
                <a:cs typeface="Liberation Sans"/>
              </a:defRPr>
            </a:lvl4pPr>
            <a:lvl5pPr algn="l">
              <a:defRPr sz="1425" b="0">
                <a:solidFill>
                  <a:srgbClr val="46586A"/>
                </a:solidFill>
                <a:latin typeface="Liberation Sans"/>
                <a:ea typeface="Liberation Sans"/>
                <a:cs typeface="Liberation Sans"/>
              </a:defRPr>
            </a:lvl5pPr>
            <a:lvl6pPr algn="l">
              <a:defRPr sz="1425" b="0">
                <a:solidFill>
                  <a:srgbClr val="46586A"/>
                </a:solidFill>
                <a:latin typeface="Liberation Sans"/>
                <a:ea typeface="Liberation Sans"/>
                <a:cs typeface="Liberation Sans"/>
              </a:defRPr>
            </a:lvl6pPr>
            <a:lvl7pPr algn="l">
              <a:defRPr sz="1425" b="0">
                <a:solidFill>
                  <a:srgbClr val="46586A"/>
                </a:solidFill>
                <a:latin typeface="Liberation Sans"/>
                <a:ea typeface="Liberation Sans"/>
                <a:cs typeface="Liberation Sans"/>
              </a:defRPr>
            </a:lvl7pPr>
            <a:lvl8pPr algn="l">
              <a:defRPr sz="1425" b="0">
                <a:solidFill>
                  <a:srgbClr val="46586A"/>
                </a:solidFill>
                <a:latin typeface="Liberation Sans"/>
                <a:ea typeface="Liberation Sans"/>
                <a:cs typeface="Liberation Sans"/>
              </a:defRPr>
            </a:lvl8pPr>
            <a:lvl9pPr algn="l">
              <a:defRPr sz="1425" b="0">
                <a:solidFill>
                  <a:srgbClr val="46586A"/>
                </a:solidFill>
                <a:latin typeface="Liberation Sans"/>
                <a:ea typeface="Liberation Sans"/>
                <a:cs typeface="Liberation Sans"/>
              </a:defRPr>
            </a:lvl9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SCI-BUILD-A1-W08-P1 · Version: ______ · Source page SHA-256: ______</a:t>
            </a:r>
          </a:p>
        </p:txBody>
      </p:sp>
      <p:sp>
        <p:nvSpPr>
          <p:cNvPr id="17" name="slide-progress">
            <a:extLst xmlns:a="http://schemas.openxmlformats.org/drawingml/2006/main">
              <a:ext uri="{FF2B5EF4-FFF2-40B4-BE49-F238E27FC236}">
                <a16:creationId xmlns:a16="http://schemas.microsoft.com/office/drawing/2014/main" id="{61D50D6A-3CEF-4250-8B1A-F29546B54C1A}"/>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vl1pPr algn="r">
              <a:defRPr sz="1425" b="0">
                <a:solidFill>
                  <a:srgbClr val="46586A"/>
                </a:solidFill>
                <a:latin typeface="Liberation Sans"/>
                <a:ea typeface="Liberation Sans"/>
                <a:cs typeface="Liberation Sans"/>
              </a:defRPr>
            </a:lvl1pPr>
            <a:lvl2pPr algn="r">
              <a:defRPr sz="1425" b="0">
                <a:solidFill>
                  <a:srgbClr val="46586A"/>
                </a:solidFill>
                <a:latin typeface="Liberation Sans"/>
                <a:ea typeface="Liberation Sans"/>
                <a:cs typeface="Liberation Sans"/>
              </a:defRPr>
            </a:lvl2pPr>
            <a:lvl3pPr algn="r">
              <a:defRPr sz="1425" b="0">
                <a:solidFill>
                  <a:srgbClr val="46586A"/>
                </a:solidFill>
                <a:latin typeface="Liberation Sans"/>
                <a:ea typeface="Liberation Sans"/>
                <a:cs typeface="Liberation Sans"/>
              </a:defRPr>
            </a:lvl3pPr>
            <a:lvl4pPr algn="r">
              <a:defRPr sz="1425" b="0">
                <a:solidFill>
                  <a:srgbClr val="46586A"/>
                </a:solidFill>
                <a:latin typeface="Liberation Sans"/>
                <a:ea typeface="Liberation Sans"/>
                <a:cs typeface="Liberation Sans"/>
              </a:defRPr>
            </a:lvl4pPr>
            <a:lvl5pPr algn="r">
              <a:defRPr sz="1425" b="0">
                <a:solidFill>
                  <a:srgbClr val="46586A"/>
                </a:solidFill>
                <a:latin typeface="Liberation Sans"/>
                <a:ea typeface="Liberation Sans"/>
                <a:cs typeface="Liberation Sans"/>
              </a:defRPr>
            </a:lvl5pPr>
            <a:lvl6pPr algn="r">
              <a:defRPr sz="1425" b="0">
                <a:solidFill>
                  <a:srgbClr val="46586A"/>
                </a:solidFill>
                <a:latin typeface="Liberation Sans"/>
                <a:ea typeface="Liberation Sans"/>
                <a:cs typeface="Liberation Sans"/>
              </a:defRPr>
            </a:lvl6pPr>
            <a:lvl7pPr algn="r">
              <a:defRPr sz="1425" b="0">
                <a:solidFill>
                  <a:srgbClr val="46586A"/>
                </a:solidFill>
                <a:latin typeface="Liberation Sans"/>
                <a:ea typeface="Liberation Sans"/>
                <a:cs typeface="Liberation Sans"/>
              </a:defRPr>
            </a:lvl7pPr>
            <a:lvl8pPr algn="r">
              <a:defRPr sz="1425" b="0">
                <a:solidFill>
                  <a:srgbClr val="46586A"/>
                </a:solidFill>
                <a:latin typeface="Liberation Sans"/>
                <a:ea typeface="Liberation Sans"/>
                <a:cs typeface="Liberation Sans"/>
              </a:defRPr>
            </a:lvl8pPr>
            <a:lvl9pPr algn="r">
              <a:defRPr sz="1425" b="0">
                <a:solidFill>
                  <a:srgbClr val="46586A"/>
                </a:solidFill>
                <a:latin typeface="Liberation Sans"/>
                <a:ea typeface="Liberation Sans"/>
                <a:cs typeface="Liberation Sans"/>
              </a:defRPr>
            </a:lvl9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20 / 29</a:t>
            </a:r>
          </a:p>
        </p:txBody>
      </p:sp>
      <p:sp>
        <p:nvSpPr>
          <p:cNvPr id="18" name="licence-footer">
            <a:extLst xmlns:a="http://schemas.openxmlformats.org/drawingml/2006/main">
              <a:ext uri="{FF2B5EF4-FFF2-40B4-BE49-F238E27FC236}">
                <a16:creationId xmlns:a16="http://schemas.microsoft.com/office/drawing/2014/main" id="{F3735891-F01F-425C-945D-869028B42762}"/>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vl1pPr algn="l">
              <a:defRPr sz="1425" b="0">
                <a:solidFill>
                  <a:srgbClr val="46586A"/>
                </a:solidFill>
                <a:latin typeface="Liberation Sans"/>
                <a:ea typeface="Liberation Sans"/>
                <a:cs typeface="Liberation Sans"/>
              </a:defRPr>
            </a:lvl1pPr>
            <a:lvl2pPr algn="l">
              <a:defRPr sz="1425" b="0">
                <a:solidFill>
                  <a:srgbClr val="46586A"/>
                </a:solidFill>
                <a:latin typeface="Liberation Sans"/>
                <a:ea typeface="Liberation Sans"/>
                <a:cs typeface="Liberation Sans"/>
              </a:defRPr>
            </a:lvl2pPr>
            <a:lvl3pPr algn="l">
              <a:defRPr sz="1425" b="0">
                <a:solidFill>
                  <a:srgbClr val="46586A"/>
                </a:solidFill>
                <a:latin typeface="Liberation Sans"/>
                <a:ea typeface="Liberation Sans"/>
                <a:cs typeface="Liberation Sans"/>
              </a:defRPr>
            </a:lvl3pPr>
            <a:lvl4pPr algn="l">
              <a:defRPr sz="1425" b="0">
                <a:solidFill>
                  <a:srgbClr val="46586A"/>
                </a:solidFill>
                <a:latin typeface="Liberation Sans"/>
                <a:ea typeface="Liberation Sans"/>
                <a:cs typeface="Liberation Sans"/>
              </a:defRPr>
            </a:lvl4pPr>
            <a:lvl5pPr algn="l">
              <a:defRPr sz="1425" b="0">
                <a:solidFill>
                  <a:srgbClr val="46586A"/>
                </a:solidFill>
                <a:latin typeface="Liberation Sans"/>
                <a:ea typeface="Liberation Sans"/>
                <a:cs typeface="Liberation Sans"/>
              </a:defRPr>
            </a:lvl5pPr>
            <a:lvl6pPr algn="l">
              <a:defRPr sz="1425" b="0">
                <a:solidFill>
                  <a:srgbClr val="46586A"/>
                </a:solidFill>
                <a:latin typeface="Liberation Sans"/>
                <a:ea typeface="Liberation Sans"/>
                <a:cs typeface="Liberation Sans"/>
              </a:defRPr>
            </a:lvl6pPr>
            <a:lvl7pPr algn="l">
              <a:defRPr sz="1425" b="0">
                <a:solidFill>
                  <a:srgbClr val="46586A"/>
                </a:solidFill>
                <a:latin typeface="Liberation Sans"/>
                <a:ea typeface="Liberation Sans"/>
                <a:cs typeface="Liberation Sans"/>
              </a:defRPr>
            </a:lvl7pPr>
            <a:lvl8pPr algn="l">
              <a:defRPr sz="1425" b="0">
                <a:solidFill>
                  <a:srgbClr val="46586A"/>
                </a:solidFill>
                <a:latin typeface="Liberation Sans"/>
                <a:ea typeface="Liberation Sans"/>
                <a:cs typeface="Liberation Sans"/>
              </a:defRPr>
            </a:lvl8pPr>
            <a:lvl9pPr algn="l">
              <a:defRPr sz="1425" b="0">
                <a:solidFill>
                  <a:srgbClr val="46586A"/>
                </a:solidFill>
                <a:latin typeface="Liberation Sans"/>
                <a:ea typeface="Liberation Sans"/>
                <a:cs typeface="Liberation Sans"/>
              </a:defRPr>
            </a:lvl9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9" name="">
            <a:extLst xmlns:a="http://schemas.openxmlformats.org/drawingml/2006/main">
              <a:ext uri="{FF2B5EF4-FFF2-40B4-BE49-F238E27FC236}">
                <a16:creationId xmlns:a16="http://schemas.microsoft.com/office/drawing/2014/main" id="{9D38A2FA-0135-4DD8-BA06-C93D3487A450}"/>
              </a:ext>
            </a:extLst>
          </p:cNvPr>
          <p:cNvPicPr>
            <a:picLocks xmlns:a="http://schemas.openxmlformats.org/drawingml/2006/main" noChangeAspect="1"/>
          </p:cNvPicPr>
          <p:nvPr/>
        </p:nvPicPr>
        <p:blipFill>
          <a:blip xmlns:r="http://schemas.openxmlformats.org/officeDocument/2006/relationships" xmlns:a="http://schemas.openxmlformats.org/drawingml/2006/main" r:embed="R30947971751946f3"/>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20" name="pupil-text">
            <a:extLst xmlns:a="http://schemas.openxmlformats.org/drawingml/2006/main">
              <a:ext uri="{FF2B5EF4-FFF2-40B4-BE49-F238E27FC236}">
                <a16:creationId xmlns:a16="http://schemas.microsoft.com/office/drawing/2014/main" id="{168FB366-B935-489C-ADBC-987DEA2D090F}"/>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Prepare your evidence rows; choose a safe response route.</a:t>
            </a:r>
          </a:p>
        </p:txBody>
      </p:sp>
      <p:sp>
        <p:nvSpPr>
          <p:cNvPr id="21" name="pupil-text">
            <a:extLst xmlns:a="http://schemas.openxmlformats.org/drawingml/2006/main">
              <a:ext uri="{FF2B5EF4-FFF2-40B4-BE49-F238E27FC236}">
                <a16:creationId xmlns:a16="http://schemas.microsoft.com/office/drawing/2014/main" id="{46947B82-730B-4C63-A043-90EB053702CD}"/>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Make both chains with paper labels. Fix one arrow that points the wrong way. Cover a plant. Say</a:t>
            </a:r>
          </a:p>
        </p:txBody>
      </p:sp>
      <p:sp>
        <p:nvSpPr>
          <p:cNvPr id="22" name="pupil-text">
            <a:extLst xmlns:a="http://schemas.openxmlformats.org/drawingml/2006/main">
              <a:ext uri="{FF2B5EF4-FFF2-40B4-BE49-F238E27FC236}">
                <a16:creationId xmlns:a16="http://schemas.microsoft.com/office/drawing/2014/main" id="{24EBB8A0-BA11-49F4-9C3A-804E99D1BD74}"/>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what could change. Give one limit of the model.</a:t>
            </a:r>
          </a:p>
        </p:txBody>
      </p:sp>
      <p:sp>
        <p:nvSpPr>
          <p:cNvPr id="23" name="pupil-text">
            <a:extLst xmlns:a="http://schemas.openxmlformats.org/drawingml/2006/main">
              <a:ext uri="{FF2B5EF4-FFF2-40B4-BE49-F238E27FC236}">
                <a16:creationId xmlns:a16="http://schemas.microsoft.com/office/drawing/2014/main" id="{5D387348-37F6-49C5-ABE0-FA43D0894858}"/>
              </a:ext>
            </a:extLst>
          </p:cNvPr>
          <p:cNvSpPr>
            <a:spLocks xmlns:a="http://schemas.openxmlformats.org/drawingml/2006/main" noGrp="1"/>
          </p:cNvSpPr>
          <p:nvPr/>
        </p:nvSpPr>
        <p:spPr>
          <a:xfrm xmlns:a="http://schemas.openxmlformats.org/drawingml/2006/main">
            <a:off x="457200" y="2828925"/>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Kit: Plant and animal cards, paper arrows and a paper cover. You may use toy models too.</a:t>
            </a:r>
          </a:p>
        </p:txBody>
      </p:sp>
      <p:sp>
        <p:nvSpPr>
          <p:cNvPr id="24" name="pupil-text">
            <a:extLst xmlns:a="http://schemas.openxmlformats.org/drawingml/2006/main">
              <a:ext uri="{FF2B5EF4-FFF2-40B4-BE49-F238E27FC236}">
                <a16:creationId xmlns:a16="http://schemas.microsoft.com/office/drawing/2014/main" id="{62203D95-512C-456A-A3A8-87DA0392DA24}"/>
              </a:ext>
            </a:extLst>
          </p:cNvPr>
          <p:cNvSpPr>
            <a:spLocks xmlns:a="http://schemas.openxmlformats.org/drawingml/2006/main" noGrp="1"/>
          </p:cNvSpPr>
          <p:nvPr/>
        </p:nvSpPr>
        <p:spPr>
          <a:xfrm xmlns:a="http://schemas.openxmlformats.org/drawingml/2006/main">
            <a:off x="457200" y="3219450"/>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Do not pick up, touch or feed real plants or animals. Do not use gory examples. Do not talk about</a:t>
            </a:r>
          </a:p>
        </p:txBody>
      </p:sp>
      <p:sp>
        <p:nvSpPr>
          <p:cNvPr id="25" name="pupil-text">
            <a:extLst xmlns:a="http://schemas.openxmlformats.org/drawingml/2006/main">
              <a:ext uri="{FF2B5EF4-FFF2-40B4-BE49-F238E27FC236}">
                <a16:creationId xmlns:a16="http://schemas.microsoft.com/office/drawing/2014/main" id="{ED3CF884-24BC-4E77-92E4-5D37F6459175}"/>
              </a:ext>
            </a:extLst>
          </p:cNvPr>
          <p:cNvSpPr>
            <a:spLocks xmlns:a="http://schemas.openxmlformats.org/drawingml/2006/main" noGrp="1"/>
          </p:cNvSpPr>
          <p:nvPr/>
        </p:nvSpPr>
        <p:spPr>
          <a:xfrm xmlns:a="http://schemas.openxmlformats.org/drawingml/2006/main">
            <a:off x="457200" y="3514725"/>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what you or other pupils eat.</a:t>
            </a:r>
          </a:p>
        </p:txBody>
      </p:sp>
      <p:sp>
        <p:nvSpPr>
          <p:cNvPr id="26" name="pupil-text">
            <a:extLst xmlns:a="http://schemas.openxmlformats.org/drawingml/2006/main">
              <a:ext uri="{FF2B5EF4-FFF2-40B4-BE49-F238E27FC236}">
                <a16:creationId xmlns:a16="http://schemas.microsoft.com/office/drawing/2014/main" id="{25C337D0-68F8-48AE-86CA-3E6F87C16928}"/>
              </a:ext>
            </a:extLst>
          </p:cNvPr>
          <p:cNvSpPr>
            <a:spLocks xmlns:a="http://schemas.openxmlformats.org/drawingml/2006/main" noGrp="1"/>
          </p:cNvSpPr>
          <p:nvPr/>
        </p:nvSpPr>
        <p:spPr>
          <a:xfrm xmlns:a="http://schemas.openxmlformats.org/drawingml/2006/main">
            <a:off x="457200" y="3905250"/>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Use the chain desk. Or tell an adult how to move the same paper cards.</a:t>
            </a:r>
          </a:p>
        </p:txBody>
      </p:sp>
      <p:sp>
        <p:nvSpPr>
          <p:cNvPr id="27" name="pupil-text">
            <a:extLst xmlns:a="http://schemas.openxmlformats.org/drawingml/2006/main">
              <a:ext uri="{FF2B5EF4-FFF2-40B4-BE49-F238E27FC236}">
                <a16:creationId xmlns:a16="http://schemas.microsoft.com/office/drawing/2014/main" id="{6965191A-3BA7-4708-94AB-269CBE11F4C2}"/>
              </a:ext>
            </a:extLst>
          </p:cNvPr>
          <p:cNvSpPr>
            <a:spLocks xmlns:a="http://schemas.openxmlformats.org/drawingml/2006/main" noGrp="1"/>
          </p:cNvSpPr>
          <p:nvPr/>
        </p:nvSpPr>
        <p:spPr>
          <a:xfrm xmlns:a="http://schemas.openxmlformats.org/drawingml/2006/main">
            <a:off x="457200" y="4295775"/>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You can point, sign, speak, draw or write. Or tell an adult what to do. Keep your own choices and</a:t>
            </a:r>
          </a:p>
        </p:txBody>
      </p:sp>
      <p:sp>
        <p:nvSpPr>
          <p:cNvPr id="28" name="pupil-text">
            <a:extLst xmlns:a="http://schemas.openxmlformats.org/drawingml/2006/main">
              <a:ext uri="{FF2B5EF4-FFF2-40B4-BE49-F238E27FC236}">
                <a16:creationId xmlns:a16="http://schemas.microsoft.com/office/drawing/2014/main" id="{4C6DC8EC-8FC1-4254-8588-FE2EC7B2BD36}"/>
              </a:ext>
            </a:extLst>
          </p:cNvPr>
          <p:cNvSpPr>
            <a:spLocks xmlns:a="http://schemas.openxmlformats.org/drawingml/2006/main" noGrp="1"/>
          </p:cNvSpPr>
          <p:nvPr/>
        </p:nvSpPr>
        <p:spPr>
          <a:xfrm xmlns:a="http://schemas.openxmlformats.org/drawingml/2006/main">
            <a:off x="457200" y="4591050"/>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exact words.</a:t>
            </a:r>
          </a:p>
        </p:txBody>
      </p:sp>
    </p:spTree>
    <p:extLst>
      <p:ext uri="{BB962C8B-B14F-4D97-AF65-F5344CB8AC3E}">
        <p14:creationId xmlns:p14="http://schemas.microsoft.com/office/powerpoint/2010/main" val="201561811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lesson-header">
            <a:extLst xmlns:a="http://schemas.openxmlformats.org/drawingml/2006/main">
              <a:ext uri="{FF2B5EF4-FFF2-40B4-BE49-F238E27FC236}">
                <a16:creationId xmlns:a16="http://schemas.microsoft.com/office/drawing/2014/main" id="{03994FDD-AC47-49D3-AD8D-1B2CBAC205B7}"/>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vl1pPr algn="l">
              <a:defRPr sz="1425" b="1">
                <a:solidFill>
                  <a:srgbClr val="355E7B"/>
                </a:solidFill>
                <a:latin typeface="Liberation Sans"/>
                <a:ea typeface="Liberation Sans"/>
                <a:cs typeface="Liberation Sans"/>
              </a:defRPr>
            </a:lvl1pPr>
            <a:lvl2pPr algn="l">
              <a:defRPr sz="1425" b="1">
                <a:solidFill>
                  <a:srgbClr val="355E7B"/>
                </a:solidFill>
                <a:latin typeface="Liberation Sans"/>
                <a:ea typeface="Liberation Sans"/>
                <a:cs typeface="Liberation Sans"/>
              </a:defRPr>
            </a:lvl2pPr>
            <a:lvl3pPr algn="l">
              <a:defRPr sz="1425" b="1">
                <a:solidFill>
                  <a:srgbClr val="355E7B"/>
                </a:solidFill>
                <a:latin typeface="Liberation Sans"/>
                <a:ea typeface="Liberation Sans"/>
                <a:cs typeface="Liberation Sans"/>
              </a:defRPr>
            </a:lvl3pPr>
            <a:lvl4pPr algn="l">
              <a:defRPr sz="1425" b="1">
                <a:solidFill>
                  <a:srgbClr val="355E7B"/>
                </a:solidFill>
                <a:latin typeface="Liberation Sans"/>
                <a:ea typeface="Liberation Sans"/>
                <a:cs typeface="Liberation Sans"/>
              </a:defRPr>
            </a:lvl4pPr>
            <a:lvl5pPr algn="l">
              <a:defRPr sz="1425" b="1">
                <a:solidFill>
                  <a:srgbClr val="355E7B"/>
                </a:solidFill>
                <a:latin typeface="Liberation Sans"/>
                <a:ea typeface="Liberation Sans"/>
                <a:cs typeface="Liberation Sans"/>
              </a:defRPr>
            </a:lvl5pPr>
            <a:lvl6pPr algn="l">
              <a:defRPr sz="1425" b="1">
                <a:solidFill>
                  <a:srgbClr val="355E7B"/>
                </a:solidFill>
                <a:latin typeface="Liberation Sans"/>
                <a:ea typeface="Liberation Sans"/>
                <a:cs typeface="Liberation Sans"/>
              </a:defRPr>
            </a:lvl6pPr>
            <a:lvl7pPr algn="l">
              <a:defRPr sz="1425" b="1">
                <a:solidFill>
                  <a:srgbClr val="355E7B"/>
                </a:solidFill>
                <a:latin typeface="Liberation Sans"/>
                <a:ea typeface="Liberation Sans"/>
                <a:cs typeface="Liberation Sans"/>
              </a:defRPr>
            </a:lvl7pPr>
            <a:lvl8pPr algn="l">
              <a:defRPr sz="1425" b="1">
                <a:solidFill>
                  <a:srgbClr val="355E7B"/>
                </a:solidFill>
                <a:latin typeface="Liberation Sans"/>
                <a:ea typeface="Liberation Sans"/>
                <a:cs typeface="Liberation Sans"/>
              </a:defRPr>
            </a:lvl8pPr>
            <a:lvl9pPr algn="l">
              <a:defRPr sz="1425" b="1">
                <a:solidFill>
                  <a:srgbClr val="355E7B"/>
                </a:solidFill>
                <a:latin typeface="Liberation Sans"/>
                <a:ea typeface="Liberation Sans"/>
                <a:cs typeface="Liberation Sans"/>
              </a:defRPr>
            </a:lvl9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SCIENCE · AUTUMN 1 · Week 8</a:t>
            </a:r>
          </a:p>
        </p:txBody>
      </p:sp>
      <p:sp>
        <p:nvSpPr>
          <p:cNvPr id="2" name="stage-clock">
            <a:extLst xmlns:a="http://schemas.openxmlformats.org/drawingml/2006/main">
              <a:ext uri="{FF2B5EF4-FFF2-40B4-BE49-F238E27FC236}">
                <a16:creationId xmlns:a16="http://schemas.microsoft.com/office/drawing/2014/main" id="{3AEB8A55-F805-4877-BEAC-B3F50BDBA524}"/>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vl1pPr algn="r">
              <a:defRPr sz="1425" b="1">
                <a:solidFill>
                  <a:srgbClr val="355E7B"/>
                </a:solidFill>
                <a:latin typeface="Liberation Sans"/>
                <a:ea typeface="Liberation Sans"/>
                <a:cs typeface="Liberation Sans"/>
              </a:defRPr>
            </a:lvl1pPr>
            <a:lvl2pPr algn="r">
              <a:defRPr sz="1425" b="1">
                <a:solidFill>
                  <a:srgbClr val="355E7B"/>
                </a:solidFill>
                <a:latin typeface="Liberation Sans"/>
                <a:ea typeface="Liberation Sans"/>
                <a:cs typeface="Liberation Sans"/>
              </a:defRPr>
            </a:lvl2pPr>
            <a:lvl3pPr algn="r">
              <a:defRPr sz="1425" b="1">
                <a:solidFill>
                  <a:srgbClr val="355E7B"/>
                </a:solidFill>
                <a:latin typeface="Liberation Sans"/>
                <a:ea typeface="Liberation Sans"/>
                <a:cs typeface="Liberation Sans"/>
              </a:defRPr>
            </a:lvl3pPr>
            <a:lvl4pPr algn="r">
              <a:defRPr sz="1425" b="1">
                <a:solidFill>
                  <a:srgbClr val="355E7B"/>
                </a:solidFill>
                <a:latin typeface="Liberation Sans"/>
                <a:ea typeface="Liberation Sans"/>
                <a:cs typeface="Liberation Sans"/>
              </a:defRPr>
            </a:lvl4pPr>
            <a:lvl5pPr algn="r">
              <a:defRPr sz="1425" b="1">
                <a:solidFill>
                  <a:srgbClr val="355E7B"/>
                </a:solidFill>
                <a:latin typeface="Liberation Sans"/>
                <a:ea typeface="Liberation Sans"/>
                <a:cs typeface="Liberation Sans"/>
              </a:defRPr>
            </a:lvl5pPr>
            <a:lvl6pPr algn="r">
              <a:defRPr sz="1425" b="1">
                <a:solidFill>
                  <a:srgbClr val="355E7B"/>
                </a:solidFill>
                <a:latin typeface="Liberation Sans"/>
                <a:ea typeface="Liberation Sans"/>
                <a:cs typeface="Liberation Sans"/>
              </a:defRPr>
            </a:lvl6pPr>
            <a:lvl7pPr algn="r">
              <a:defRPr sz="1425" b="1">
                <a:solidFill>
                  <a:srgbClr val="355E7B"/>
                </a:solidFill>
                <a:latin typeface="Liberation Sans"/>
                <a:ea typeface="Liberation Sans"/>
                <a:cs typeface="Liberation Sans"/>
              </a:defRPr>
            </a:lvl7pPr>
            <a:lvl8pPr algn="r">
              <a:defRPr sz="1425" b="1">
                <a:solidFill>
                  <a:srgbClr val="355E7B"/>
                </a:solidFill>
                <a:latin typeface="Liberation Sans"/>
                <a:ea typeface="Liberation Sans"/>
                <a:cs typeface="Liberation Sans"/>
              </a:defRPr>
            </a:lvl8pPr>
            <a:lvl9pPr algn="r">
              <a:defRPr sz="1425" b="1">
                <a:solidFill>
                  <a:srgbClr val="355E7B"/>
                </a:solidFill>
                <a:latin typeface="Liberation Sans"/>
                <a:ea typeface="Liberation Sans"/>
                <a:cs typeface="Liberation Sans"/>
              </a:defRPr>
            </a:lvl9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prepare safely · 2 min · 23 to 25</a:t>
            </a:r>
          </a:p>
        </p:txBody>
      </p:sp>
      <p:sp>
        <p:nvSpPr>
          <p:cNvPr id="3" name="slide-title">
            <a:extLst xmlns:a="http://schemas.openxmlformats.org/drawingml/2006/main">
              <a:ext uri="{FF2B5EF4-FFF2-40B4-BE49-F238E27FC236}">
                <a16:creationId xmlns:a16="http://schemas.microsoft.com/office/drawing/2014/main" id="{0BEB0880-426E-4F0B-8C26-30838E7C85ED}"/>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vl1pPr algn="l">
              <a:defRPr sz="2700" b="1">
                <a:solidFill>
                  <a:srgbClr val="355E7B"/>
                </a:solidFill>
                <a:latin typeface="Liberation Sans"/>
                <a:ea typeface="Liberation Sans"/>
                <a:cs typeface="Liberation Sans"/>
              </a:defRPr>
            </a:lvl1pPr>
            <a:lvl2pPr algn="l">
              <a:defRPr sz="2700" b="1">
                <a:solidFill>
                  <a:srgbClr val="355E7B"/>
                </a:solidFill>
                <a:latin typeface="Liberation Sans"/>
                <a:ea typeface="Liberation Sans"/>
                <a:cs typeface="Liberation Sans"/>
              </a:defRPr>
            </a:lvl2pPr>
            <a:lvl3pPr algn="l">
              <a:defRPr sz="2700" b="1">
                <a:solidFill>
                  <a:srgbClr val="355E7B"/>
                </a:solidFill>
                <a:latin typeface="Liberation Sans"/>
                <a:ea typeface="Liberation Sans"/>
                <a:cs typeface="Liberation Sans"/>
              </a:defRPr>
            </a:lvl3pPr>
            <a:lvl4pPr algn="l">
              <a:defRPr sz="2700" b="1">
                <a:solidFill>
                  <a:srgbClr val="355E7B"/>
                </a:solidFill>
                <a:latin typeface="Liberation Sans"/>
                <a:ea typeface="Liberation Sans"/>
                <a:cs typeface="Liberation Sans"/>
              </a:defRPr>
            </a:lvl4pPr>
            <a:lvl5pPr algn="l">
              <a:defRPr sz="2700" b="1">
                <a:solidFill>
                  <a:srgbClr val="355E7B"/>
                </a:solidFill>
                <a:latin typeface="Liberation Sans"/>
                <a:ea typeface="Liberation Sans"/>
                <a:cs typeface="Liberation Sans"/>
              </a:defRPr>
            </a:lvl5pPr>
            <a:lvl6pPr algn="l">
              <a:defRPr sz="2700" b="1">
                <a:solidFill>
                  <a:srgbClr val="355E7B"/>
                </a:solidFill>
                <a:latin typeface="Liberation Sans"/>
                <a:ea typeface="Liberation Sans"/>
                <a:cs typeface="Liberation Sans"/>
              </a:defRPr>
            </a:lvl6pPr>
            <a:lvl7pPr algn="l">
              <a:defRPr sz="2700" b="1">
                <a:solidFill>
                  <a:srgbClr val="355E7B"/>
                </a:solidFill>
                <a:latin typeface="Liberation Sans"/>
                <a:ea typeface="Liberation Sans"/>
                <a:cs typeface="Liberation Sans"/>
              </a:defRPr>
            </a:lvl7pPr>
            <a:lvl8pPr algn="l">
              <a:defRPr sz="2700" b="1">
                <a:solidFill>
                  <a:srgbClr val="355E7B"/>
                </a:solidFill>
                <a:latin typeface="Liberation Sans"/>
                <a:ea typeface="Liberation Sans"/>
                <a:cs typeface="Liberation Sans"/>
              </a:defRPr>
            </a:lvl8pPr>
            <a:lvl9pPr algn="l">
              <a:defRPr sz="2700" b="1">
                <a:solidFill>
                  <a:srgbClr val="355E7B"/>
                </a:solidFill>
                <a:latin typeface="Liberation Sans"/>
                <a:ea typeface="Liberation Sans"/>
                <a:cs typeface="Liberation Sans"/>
              </a:defRPr>
            </a:lvl9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prepare safely · continued</a:t>
            </a:r>
          </a:p>
        </p:txBody>
      </p:sp>
      <p:sp>
        <p:nvSpPr>
          <p:cNvPr id="4" name="shape">
            <a:extLst xmlns:a="http://schemas.openxmlformats.org/drawingml/2006/main">
              <a:ext uri="{FF2B5EF4-FFF2-40B4-BE49-F238E27FC236}">
                <a16:creationId xmlns:a16="http://schemas.microsoft.com/office/drawing/2014/main" id="{896A0DBD-AEA2-4C45-8F29-26EBD34E0544}"/>
              </a:ext>
            </a:extLst>
          </p:cNvPr>
          <p:cNvSpPr>
            <a:spLocks xmlns:a="http://schemas.openxmlformats.org/drawingml/2006/main" noGrp="1"/>
          </p:cNvSpPr>
          <p:nvPr/>
        </p:nvSpPr>
        <p:spPr>
          <a:xfrm xmlns:a="http://schemas.openxmlformats.org/drawingml/2006/main">
            <a:off x="381000"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5DC45D1D-576D-4EFD-AEE9-9A0B55C7ADB9}"/>
              </a:ext>
            </a:extLst>
          </p:cNvPr>
          <p:cNvSpPr>
            <a:spLocks xmlns:a="http://schemas.openxmlformats.org/drawingml/2006/main" noGrp="1"/>
          </p:cNvSpPr>
          <p:nvPr/>
        </p:nvSpPr>
        <p:spPr>
          <a:xfrm xmlns:a="http://schemas.openxmlformats.org/drawingml/2006/main">
            <a:off x="1234678"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82C9D733-164A-49BB-A6AE-A697C17C1C45}"/>
              </a:ext>
            </a:extLst>
          </p:cNvPr>
          <p:cNvSpPr>
            <a:spLocks xmlns:a="http://schemas.openxmlformats.org/drawingml/2006/main" noGrp="1"/>
          </p:cNvSpPr>
          <p:nvPr/>
        </p:nvSpPr>
        <p:spPr>
          <a:xfrm xmlns:a="http://schemas.openxmlformats.org/drawingml/2006/main">
            <a:off x="2088356"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180DC267-393B-4A61-B552-7757A823DB09}"/>
              </a:ext>
            </a:extLst>
          </p:cNvPr>
          <p:cNvSpPr>
            <a:spLocks xmlns:a="http://schemas.openxmlformats.org/drawingml/2006/main" noGrp="1"/>
          </p:cNvSpPr>
          <p:nvPr/>
        </p:nvSpPr>
        <p:spPr>
          <a:xfrm xmlns:a="http://schemas.openxmlformats.org/drawingml/2006/main">
            <a:off x="3226594"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06F780ED-9C07-4B68-8FB4-6F7D18DE7A13}"/>
              </a:ext>
            </a:extLst>
          </p:cNvPr>
          <p:cNvSpPr>
            <a:spLocks xmlns:a="http://schemas.openxmlformats.org/drawingml/2006/main" noGrp="1"/>
          </p:cNvSpPr>
          <p:nvPr/>
        </p:nvSpPr>
        <p:spPr>
          <a:xfrm xmlns:a="http://schemas.openxmlformats.org/drawingml/2006/main">
            <a:off x="4364831"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7F1B108C-40BB-4933-A117-034A15D692FA}"/>
              </a:ext>
            </a:extLst>
          </p:cNvPr>
          <p:cNvSpPr>
            <a:spLocks xmlns:a="http://schemas.openxmlformats.org/drawingml/2006/main" noGrp="1"/>
          </p:cNvSpPr>
          <p:nvPr/>
        </p:nvSpPr>
        <p:spPr>
          <a:xfrm xmlns:a="http://schemas.openxmlformats.org/drawingml/2006/main">
            <a:off x="5218509"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shape">
            <a:extLst xmlns:a="http://schemas.openxmlformats.org/drawingml/2006/main">
              <a:ext uri="{FF2B5EF4-FFF2-40B4-BE49-F238E27FC236}">
                <a16:creationId xmlns:a16="http://schemas.microsoft.com/office/drawing/2014/main" id="{9D411B2D-2048-4E85-917A-8DBD4588B772}"/>
              </a:ext>
            </a:extLst>
          </p:cNvPr>
          <p:cNvSpPr>
            <a:spLocks xmlns:a="http://schemas.openxmlformats.org/drawingml/2006/main" noGrp="1"/>
          </p:cNvSpPr>
          <p:nvPr/>
        </p:nvSpPr>
        <p:spPr>
          <a:xfrm xmlns:a="http://schemas.openxmlformats.org/drawingml/2006/main">
            <a:off x="6356747" y="1381125"/>
            <a:ext cx="540544"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1" name="shape">
            <a:extLst xmlns:a="http://schemas.openxmlformats.org/drawingml/2006/main">
              <a:ext uri="{FF2B5EF4-FFF2-40B4-BE49-F238E27FC236}">
                <a16:creationId xmlns:a16="http://schemas.microsoft.com/office/drawing/2014/main" id="{48877B06-A645-4DA1-A9F3-FF8F5002C2B5}"/>
              </a:ext>
            </a:extLst>
          </p:cNvPr>
          <p:cNvSpPr>
            <a:spLocks xmlns:a="http://schemas.openxmlformats.org/drawingml/2006/main" noGrp="1"/>
          </p:cNvSpPr>
          <p:nvPr/>
        </p:nvSpPr>
        <p:spPr>
          <a:xfrm xmlns:a="http://schemas.openxmlformats.org/drawingml/2006/main">
            <a:off x="6925866" y="1381125"/>
            <a:ext cx="540544"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2" name="shape">
            <a:extLst xmlns:a="http://schemas.openxmlformats.org/drawingml/2006/main">
              <a:ext uri="{FF2B5EF4-FFF2-40B4-BE49-F238E27FC236}">
                <a16:creationId xmlns:a16="http://schemas.microsoft.com/office/drawing/2014/main" id="{C296B3B1-B1F1-44DA-86D1-169933F00471}"/>
              </a:ext>
            </a:extLst>
          </p:cNvPr>
          <p:cNvSpPr>
            <a:spLocks xmlns:a="http://schemas.openxmlformats.org/drawingml/2006/main" noGrp="1"/>
          </p:cNvSpPr>
          <p:nvPr/>
        </p:nvSpPr>
        <p:spPr>
          <a:xfrm xmlns:a="http://schemas.openxmlformats.org/drawingml/2006/main">
            <a:off x="7494984"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3" name="shape">
            <a:extLst xmlns:a="http://schemas.openxmlformats.org/drawingml/2006/main">
              <a:ext uri="{FF2B5EF4-FFF2-40B4-BE49-F238E27FC236}">
                <a16:creationId xmlns:a16="http://schemas.microsoft.com/office/drawing/2014/main" id="{3D55661F-1BB6-40CD-86B1-C3A0D1C41CC3}"/>
              </a:ext>
            </a:extLst>
          </p:cNvPr>
          <p:cNvSpPr>
            <a:spLocks xmlns:a="http://schemas.openxmlformats.org/drawingml/2006/main" noGrp="1"/>
          </p:cNvSpPr>
          <p:nvPr/>
        </p:nvSpPr>
        <p:spPr>
          <a:xfrm xmlns:a="http://schemas.openxmlformats.org/drawingml/2006/main">
            <a:off x="9771459"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4" name="shape">
            <a:extLst xmlns:a="http://schemas.openxmlformats.org/drawingml/2006/main">
              <a:ext uri="{FF2B5EF4-FFF2-40B4-BE49-F238E27FC236}">
                <a16:creationId xmlns:a16="http://schemas.microsoft.com/office/drawing/2014/main" id="{07C7FA36-1197-4DA0-8F72-CE71D7C23C2C}"/>
              </a:ext>
            </a:extLst>
          </p:cNvPr>
          <p:cNvSpPr>
            <a:spLocks xmlns:a="http://schemas.openxmlformats.org/drawingml/2006/main" noGrp="1"/>
          </p:cNvSpPr>
          <p:nvPr/>
        </p:nvSpPr>
        <p:spPr>
          <a:xfrm xmlns:a="http://schemas.openxmlformats.org/drawingml/2006/main">
            <a:off x="10625138"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5" name="objective-footer">
            <a:extLst xmlns:a="http://schemas.openxmlformats.org/drawingml/2006/main">
              <a:ext uri="{FF2B5EF4-FFF2-40B4-BE49-F238E27FC236}">
                <a16:creationId xmlns:a16="http://schemas.microsoft.com/office/drawing/2014/main" id="{000DF866-0711-43F3-A5BB-BE82E09B3FBF}"/>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vl1pPr algn="l">
              <a:defRPr sz="1425" b="0">
                <a:solidFill>
                  <a:srgbClr val="46586A"/>
                </a:solidFill>
                <a:latin typeface="Liberation Sans"/>
                <a:ea typeface="Liberation Sans"/>
                <a:cs typeface="Liberation Sans"/>
              </a:defRPr>
            </a:lvl1pPr>
            <a:lvl2pPr algn="l">
              <a:defRPr sz="1425" b="0">
                <a:solidFill>
                  <a:srgbClr val="46586A"/>
                </a:solidFill>
                <a:latin typeface="Liberation Sans"/>
                <a:ea typeface="Liberation Sans"/>
                <a:cs typeface="Liberation Sans"/>
              </a:defRPr>
            </a:lvl2pPr>
            <a:lvl3pPr algn="l">
              <a:defRPr sz="1425" b="0">
                <a:solidFill>
                  <a:srgbClr val="46586A"/>
                </a:solidFill>
                <a:latin typeface="Liberation Sans"/>
                <a:ea typeface="Liberation Sans"/>
                <a:cs typeface="Liberation Sans"/>
              </a:defRPr>
            </a:lvl3pPr>
            <a:lvl4pPr algn="l">
              <a:defRPr sz="1425" b="0">
                <a:solidFill>
                  <a:srgbClr val="46586A"/>
                </a:solidFill>
                <a:latin typeface="Liberation Sans"/>
                <a:ea typeface="Liberation Sans"/>
                <a:cs typeface="Liberation Sans"/>
              </a:defRPr>
            </a:lvl4pPr>
            <a:lvl5pPr algn="l">
              <a:defRPr sz="1425" b="0">
                <a:solidFill>
                  <a:srgbClr val="46586A"/>
                </a:solidFill>
                <a:latin typeface="Liberation Sans"/>
                <a:ea typeface="Liberation Sans"/>
                <a:cs typeface="Liberation Sans"/>
              </a:defRPr>
            </a:lvl5pPr>
            <a:lvl6pPr algn="l">
              <a:defRPr sz="1425" b="0">
                <a:solidFill>
                  <a:srgbClr val="46586A"/>
                </a:solidFill>
                <a:latin typeface="Liberation Sans"/>
                <a:ea typeface="Liberation Sans"/>
                <a:cs typeface="Liberation Sans"/>
              </a:defRPr>
            </a:lvl6pPr>
            <a:lvl7pPr algn="l">
              <a:defRPr sz="1425" b="0">
                <a:solidFill>
                  <a:srgbClr val="46586A"/>
                </a:solidFill>
                <a:latin typeface="Liberation Sans"/>
                <a:ea typeface="Liberation Sans"/>
                <a:cs typeface="Liberation Sans"/>
              </a:defRPr>
            </a:lvl7pPr>
            <a:lvl8pPr algn="l">
              <a:defRPr sz="1425" b="0">
                <a:solidFill>
                  <a:srgbClr val="46586A"/>
                </a:solidFill>
                <a:latin typeface="Liberation Sans"/>
                <a:ea typeface="Liberation Sans"/>
                <a:cs typeface="Liberation Sans"/>
              </a:defRPr>
            </a:lvl8pPr>
            <a:lvl9pPr algn="l">
              <a:defRPr sz="1425" b="0">
                <a:solidFill>
                  <a:srgbClr val="46586A"/>
                </a:solidFill>
                <a:latin typeface="Liberation Sans"/>
                <a:ea typeface="Liberation Sans"/>
                <a:cs typeface="Liberation Sans"/>
              </a:defRPr>
            </a:lvl9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I can explain that animals get food by eating, and plants can make their own food.</a:t>
            </a:r>
          </a:p>
        </p:txBody>
      </p:sp>
      <p:sp>
        <p:nvSpPr>
          <p:cNvPr id="16" name="blank-version-footer">
            <a:extLst xmlns:a="http://schemas.openxmlformats.org/drawingml/2006/main">
              <a:ext uri="{FF2B5EF4-FFF2-40B4-BE49-F238E27FC236}">
                <a16:creationId xmlns:a16="http://schemas.microsoft.com/office/drawing/2014/main" id="{2B71FDDF-E0DD-4A37-B153-6C1B8B51F981}"/>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vl1pPr algn="l">
              <a:defRPr sz="1425" b="0">
                <a:solidFill>
                  <a:srgbClr val="46586A"/>
                </a:solidFill>
                <a:latin typeface="Liberation Sans"/>
                <a:ea typeface="Liberation Sans"/>
                <a:cs typeface="Liberation Sans"/>
              </a:defRPr>
            </a:lvl1pPr>
            <a:lvl2pPr algn="l">
              <a:defRPr sz="1425" b="0">
                <a:solidFill>
                  <a:srgbClr val="46586A"/>
                </a:solidFill>
                <a:latin typeface="Liberation Sans"/>
                <a:ea typeface="Liberation Sans"/>
                <a:cs typeface="Liberation Sans"/>
              </a:defRPr>
            </a:lvl2pPr>
            <a:lvl3pPr algn="l">
              <a:defRPr sz="1425" b="0">
                <a:solidFill>
                  <a:srgbClr val="46586A"/>
                </a:solidFill>
                <a:latin typeface="Liberation Sans"/>
                <a:ea typeface="Liberation Sans"/>
                <a:cs typeface="Liberation Sans"/>
              </a:defRPr>
            </a:lvl3pPr>
            <a:lvl4pPr algn="l">
              <a:defRPr sz="1425" b="0">
                <a:solidFill>
                  <a:srgbClr val="46586A"/>
                </a:solidFill>
                <a:latin typeface="Liberation Sans"/>
                <a:ea typeface="Liberation Sans"/>
                <a:cs typeface="Liberation Sans"/>
              </a:defRPr>
            </a:lvl4pPr>
            <a:lvl5pPr algn="l">
              <a:defRPr sz="1425" b="0">
                <a:solidFill>
                  <a:srgbClr val="46586A"/>
                </a:solidFill>
                <a:latin typeface="Liberation Sans"/>
                <a:ea typeface="Liberation Sans"/>
                <a:cs typeface="Liberation Sans"/>
              </a:defRPr>
            </a:lvl5pPr>
            <a:lvl6pPr algn="l">
              <a:defRPr sz="1425" b="0">
                <a:solidFill>
                  <a:srgbClr val="46586A"/>
                </a:solidFill>
                <a:latin typeface="Liberation Sans"/>
                <a:ea typeface="Liberation Sans"/>
                <a:cs typeface="Liberation Sans"/>
              </a:defRPr>
            </a:lvl6pPr>
            <a:lvl7pPr algn="l">
              <a:defRPr sz="1425" b="0">
                <a:solidFill>
                  <a:srgbClr val="46586A"/>
                </a:solidFill>
                <a:latin typeface="Liberation Sans"/>
                <a:ea typeface="Liberation Sans"/>
                <a:cs typeface="Liberation Sans"/>
              </a:defRPr>
            </a:lvl7pPr>
            <a:lvl8pPr algn="l">
              <a:defRPr sz="1425" b="0">
                <a:solidFill>
                  <a:srgbClr val="46586A"/>
                </a:solidFill>
                <a:latin typeface="Liberation Sans"/>
                <a:ea typeface="Liberation Sans"/>
                <a:cs typeface="Liberation Sans"/>
              </a:defRPr>
            </a:lvl8pPr>
            <a:lvl9pPr algn="l">
              <a:defRPr sz="1425" b="0">
                <a:solidFill>
                  <a:srgbClr val="46586A"/>
                </a:solidFill>
                <a:latin typeface="Liberation Sans"/>
                <a:ea typeface="Liberation Sans"/>
                <a:cs typeface="Liberation Sans"/>
              </a:defRPr>
            </a:lvl9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SCI-BUILD-A1-W08-P1 · Version: ______ · Source page SHA-256: ______</a:t>
            </a:r>
          </a:p>
        </p:txBody>
      </p:sp>
      <p:sp>
        <p:nvSpPr>
          <p:cNvPr id="17" name="slide-progress">
            <a:extLst xmlns:a="http://schemas.openxmlformats.org/drawingml/2006/main">
              <a:ext uri="{FF2B5EF4-FFF2-40B4-BE49-F238E27FC236}">
                <a16:creationId xmlns:a16="http://schemas.microsoft.com/office/drawing/2014/main" id="{E90031BD-1191-4812-9352-148CAB2F665F}"/>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vl1pPr algn="r">
              <a:defRPr sz="1425" b="0">
                <a:solidFill>
                  <a:srgbClr val="46586A"/>
                </a:solidFill>
                <a:latin typeface="Liberation Sans"/>
                <a:ea typeface="Liberation Sans"/>
                <a:cs typeface="Liberation Sans"/>
              </a:defRPr>
            </a:lvl1pPr>
            <a:lvl2pPr algn="r">
              <a:defRPr sz="1425" b="0">
                <a:solidFill>
                  <a:srgbClr val="46586A"/>
                </a:solidFill>
                <a:latin typeface="Liberation Sans"/>
                <a:ea typeface="Liberation Sans"/>
                <a:cs typeface="Liberation Sans"/>
              </a:defRPr>
            </a:lvl2pPr>
            <a:lvl3pPr algn="r">
              <a:defRPr sz="1425" b="0">
                <a:solidFill>
                  <a:srgbClr val="46586A"/>
                </a:solidFill>
                <a:latin typeface="Liberation Sans"/>
                <a:ea typeface="Liberation Sans"/>
                <a:cs typeface="Liberation Sans"/>
              </a:defRPr>
            </a:lvl3pPr>
            <a:lvl4pPr algn="r">
              <a:defRPr sz="1425" b="0">
                <a:solidFill>
                  <a:srgbClr val="46586A"/>
                </a:solidFill>
                <a:latin typeface="Liberation Sans"/>
                <a:ea typeface="Liberation Sans"/>
                <a:cs typeface="Liberation Sans"/>
              </a:defRPr>
            </a:lvl4pPr>
            <a:lvl5pPr algn="r">
              <a:defRPr sz="1425" b="0">
                <a:solidFill>
                  <a:srgbClr val="46586A"/>
                </a:solidFill>
                <a:latin typeface="Liberation Sans"/>
                <a:ea typeface="Liberation Sans"/>
                <a:cs typeface="Liberation Sans"/>
              </a:defRPr>
            </a:lvl5pPr>
            <a:lvl6pPr algn="r">
              <a:defRPr sz="1425" b="0">
                <a:solidFill>
                  <a:srgbClr val="46586A"/>
                </a:solidFill>
                <a:latin typeface="Liberation Sans"/>
                <a:ea typeface="Liberation Sans"/>
                <a:cs typeface="Liberation Sans"/>
              </a:defRPr>
            </a:lvl6pPr>
            <a:lvl7pPr algn="r">
              <a:defRPr sz="1425" b="0">
                <a:solidFill>
                  <a:srgbClr val="46586A"/>
                </a:solidFill>
                <a:latin typeface="Liberation Sans"/>
                <a:ea typeface="Liberation Sans"/>
                <a:cs typeface="Liberation Sans"/>
              </a:defRPr>
            </a:lvl7pPr>
            <a:lvl8pPr algn="r">
              <a:defRPr sz="1425" b="0">
                <a:solidFill>
                  <a:srgbClr val="46586A"/>
                </a:solidFill>
                <a:latin typeface="Liberation Sans"/>
                <a:ea typeface="Liberation Sans"/>
                <a:cs typeface="Liberation Sans"/>
              </a:defRPr>
            </a:lvl8pPr>
            <a:lvl9pPr algn="r">
              <a:defRPr sz="1425" b="0">
                <a:solidFill>
                  <a:srgbClr val="46586A"/>
                </a:solidFill>
                <a:latin typeface="Liberation Sans"/>
                <a:ea typeface="Liberation Sans"/>
                <a:cs typeface="Liberation Sans"/>
              </a:defRPr>
            </a:lvl9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21 / 29</a:t>
            </a:r>
          </a:p>
        </p:txBody>
      </p:sp>
      <p:sp>
        <p:nvSpPr>
          <p:cNvPr id="18" name="licence-footer">
            <a:extLst xmlns:a="http://schemas.openxmlformats.org/drawingml/2006/main">
              <a:ext uri="{FF2B5EF4-FFF2-40B4-BE49-F238E27FC236}">
                <a16:creationId xmlns:a16="http://schemas.microsoft.com/office/drawing/2014/main" id="{7F67C04D-9E92-49AA-82A5-84B07FB9A07F}"/>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vl1pPr algn="l">
              <a:defRPr sz="1425" b="0">
                <a:solidFill>
                  <a:srgbClr val="46586A"/>
                </a:solidFill>
                <a:latin typeface="Liberation Sans"/>
                <a:ea typeface="Liberation Sans"/>
                <a:cs typeface="Liberation Sans"/>
              </a:defRPr>
            </a:lvl1pPr>
            <a:lvl2pPr algn="l">
              <a:defRPr sz="1425" b="0">
                <a:solidFill>
                  <a:srgbClr val="46586A"/>
                </a:solidFill>
                <a:latin typeface="Liberation Sans"/>
                <a:ea typeface="Liberation Sans"/>
                <a:cs typeface="Liberation Sans"/>
              </a:defRPr>
            </a:lvl2pPr>
            <a:lvl3pPr algn="l">
              <a:defRPr sz="1425" b="0">
                <a:solidFill>
                  <a:srgbClr val="46586A"/>
                </a:solidFill>
                <a:latin typeface="Liberation Sans"/>
                <a:ea typeface="Liberation Sans"/>
                <a:cs typeface="Liberation Sans"/>
              </a:defRPr>
            </a:lvl3pPr>
            <a:lvl4pPr algn="l">
              <a:defRPr sz="1425" b="0">
                <a:solidFill>
                  <a:srgbClr val="46586A"/>
                </a:solidFill>
                <a:latin typeface="Liberation Sans"/>
                <a:ea typeface="Liberation Sans"/>
                <a:cs typeface="Liberation Sans"/>
              </a:defRPr>
            </a:lvl4pPr>
            <a:lvl5pPr algn="l">
              <a:defRPr sz="1425" b="0">
                <a:solidFill>
                  <a:srgbClr val="46586A"/>
                </a:solidFill>
                <a:latin typeface="Liberation Sans"/>
                <a:ea typeface="Liberation Sans"/>
                <a:cs typeface="Liberation Sans"/>
              </a:defRPr>
            </a:lvl5pPr>
            <a:lvl6pPr algn="l">
              <a:defRPr sz="1425" b="0">
                <a:solidFill>
                  <a:srgbClr val="46586A"/>
                </a:solidFill>
                <a:latin typeface="Liberation Sans"/>
                <a:ea typeface="Liberation Sans"/>
                <a:cs typeface="Liberation Sans"/>
              </a:defRPr>
            </a:lvl6pPr>
            <a:lvl7pPr algn="l">
              <a:defRPr sz="1425" b="0">
                <a:solidFill>
                  <a:srgbClr val="46586A"/>
                </a:solidFill>
                <a:latin typeface="Liberation Sans"/>
                <a:ea typeface="Liberation Sans"/>
                <a:cs typeface="Liberation Sans"/>
              </a:defRPr>
            </a:lvl7pPr>
            <a:lvl8pPr algn="l">
              <a:defRPr sz="1425" b="0">
                <a:solidFill>
                  <a:srgbClr val="46586A"/>
                </a:solidFill>
                <a:latin typeface="Liberation Sans"/>
                <a:ea typeface="Liberation Sans"/>
                <a:cs typeface="Liberation Sans"/>
              </a:defRPr>
            </a:lvl8pPr>
            <a:lvl9pPr algn="l">
              <a:defRPr sz="1425" b="0">
                <a:solidFill>
                  <a:srgbClr val="46586A"/>
                </a:solidFill>
                <a:latin typeface="Liberation Sans"/>
                <a:ea typeface="Liberation Sans"/>
                <a:cs typeface="Liberation Sans"/>
              </a:defRPr>
            </a:lvl9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9" name="">
            <a:extLst xmlns:a="http://schemas.openxmlformats.org/drawingml/2006/main">
              <a:ext uri="{FF2B5EF4-FFF2-40B4-BE49-F238E27FC236}">
                <a16:creationId xmlns:a16="http://schemas.microsoft.com/office/drawing/2014/main" id="{AD1DD3EA-2569-4CF9-8853-C7853779B772}"/>
              </a:ext>
            </a:extLst>
          </p:cNvPr>
          <p:cNvPicPr>
            <a:picLocks xmlns:a="http://schemas.openxmlformats.org/drawingml/2006/main" noChangeAspect="1"/>
          </p:cNvPicPr>
          <p:nvPr/>
        </p:nvPicPr>
        <p:blipFill>
          <a:blip xmlns:r="http://schemas.openxmlformats.org/officeDocument/2006/relationships" xmlns:a="http://schemas.openxmlformats.org/drawingml/2006/main" r:embed="R61772905b2934a70"/>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20" name="pupil-text">
            <a:extLst xmlns:a="http://schemas.openxmlformats.org/drawingml/2006/main">
              <a:ext uri="{FF2B5EF4-FFF2-40B4-BE49-F238E27FC236}">
                <a16:creationId xmlns:a16="http://schemas.microsoft.com/office/drawing/2014/main" id="{A3FF754B-E16F-4784-916D-5D5EDACC70D4}"/>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Set out just the plant and animal cards and paper arrows. Do not touch or feed real plants or</a:t>
            </a:r>
          </a:p>
        </p:txBody>
      </p:sp>
      <p:sp>
        <p:nvSpPr>
          <p:cNvPr id="21" name="pupil-text">
            <a:extLst xmlns:a="http://schemas.openxmlformats.org/drawingml/2006/main">
              <a:ext uri="{FF2B5EF4-FFF2-40B4-BE49-F238E27FC236}">
                <a16:creationId xmlns:a16="http://schemas.microsoft.com/office/drawing/2014/main" id="{CF654168-32E8-416B-AA15-D31DDCEEB3CF}"/>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animals.</a:t>
            </a:r>
          </a:p>
        </p:txBody>
      </p:sp>
      <p:sp>
        <p:nvSpPr>
          <p:cNvPr id="22" name="pupil-text">
            <a:extLst xmlns:a="http://schemas.openxmlformats.org/drawingml/2006/main">
              <a:ext uri="{FF2B5EF4-FFF2-40B4-BE49-F238E27FC236}">
                <a16:creationId xmlns:a16="http://schemas.microsoft.com/office/drawing/2014/main" id="{57FAEC23-23AD-4F28-9B3A-FE3237A0B4B4}"/>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Match each animal to its food. Ask the adult to check your cards. STOP AND CHECK with the adult.</a:t>
            </a:r>
          </a:p>
        </p:txBody>
      </p:sp>
      <p:sp>
        <p:nvSpPr>
          <p:cNvPr id="23" name="pupil-text">
            <a:extLst xmlns:a="http://schemas.openxmlformats.org/drawingml/2006/main">
              <a:ext uri="{FF2B5EF4-FFF2-40B4-BE49-F238E27FC236}">
                <a16:creationId xmlns:a16="http://schemas.microsoft.com/office/drawing/2014/main" id="{948831C8-A44C-43FD-B519-8A9D644BF954}"/>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Then go on.</a:t>
            </a:r>
          </a:p>
        </p:txBody>
      </p:sp>
      <p:sp>
        <p:nvSpPr>
          <p:cNvPr id="24" name="pupil-text">
            <a:extLst xmlns:a="http://schemas.openxmlformats.org/drawingml/2006/main">
              <a:ext uri="{FF2B5EF4-FFF2-40B4-BE49-F238E27FC236}">
                <a16:creationId xmlns:a16="http://schemas.microsoft.com/office/drawing/2014/main" id="{26A36E2B-2DE6-486B-852F-1B07E26835F7}"/>
              </a:ext>
            </a:extLst>
          </p:cNvPr>
          <p:cNvSpPr>
            <a:spLocks xmlns:a="http://schemas.openxmlformats.org/drawingml/2006/main" noGrp="1"/>
          </p:cNvSpPr>
          <p:nvPr/>
        </p:nvSpPr>
        <p:spPr>
          <a:xfrm xmlns:a="http://schemas.openxmlformats.org/drawingml/2006/main">
            <a:off x="457200" y="3124200"/>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Make both chains from the cards you have. Point each arrow from the food to its eater.</a:t>
            </a:r>
          </a:p>
        </p:txBody>
      </p:sp>
      <p:sp>
        <p:nvSpPr>
          <p:cNvPr id="25" name="pupil-text">
            <a:extLst xmlns:a="http://schemas.openxmlformats.org/drawingml/2006/main">
              <a:ext uri="{FF2B5EF4-FFF2-40B4-BE49-F238E27FC236}">
                <a16:creationId xmlns:a16="http://schemas.microsoft.com/office/drawing/2014/main" id="{815EDFC9-9714-4587-BFF0-AA29777F1492}"/>
              </a:ext>
            </a:extLst>
          </p:cNvPr>
          <p:cNvSpPr>
            <a:spLocks xmlns:a="http://schemas.openxmlformats.org/drawingml/2006/main" noGrp="1"/>
          </p:cNvSpPr>
          <p:nvPr/>
        </p:nvSpPr>
        <p:spPr>
          <a:xfrm xmlns:a="http://schemas.openxmlformats.org/drawingml/2006/main">
            <a:off x="457200" y="3514725"/>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Fix the arrow that points the wrong way. Then cover one plant card.</a:t>
            </a:r>
          </a:p>
        </p:txBody>
      </p:sp>
      <p:sp>
        <p:nvSpPr>
          <p:cNvPr id="26" name="pupil-text">
            <a:extLst xmlns:a="http://schemas.openxmlformats.org/drawingml/2006/main">
              <a:ext uri="{FF2B5EF4-FFF2-40B4-BE49-F238E27FC236}">
                <a16:creationId xmlns:a16="http://schemas.microsoft.com/office/drawing/2014/main" id="{0610D52E-1C56-4B62-8C60-BCB60675E903}"/>
              </a:ext>
            </a:extLst>
          </p:cNvPr>
          <p:cNvSpPr>
            <a:spLocks xmlns:a="http://schemas.openxmlformats.org/drawingml/2006/main" noGrp="1"/>
          </p:cNvSpPr>
          <p:nvPr/>
        </p:nvSpPr>
        <p:spPr>
          <a:xfrm xmlns:a="http://schemas.openxmlformats.org/drawingml/2006/main">
            <a:off x="457200" y="3905250"/>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Write one food link you saw. Say what might change if there were fewer plants. Give one limit of this</a:t>
            </a:r>
          </a:p>
        </p:txBody>
      </p:sp>
      <p:sp>
        <p:nvSpPr>
          <p:cNvPr id="27" name="pupil-text">
            <a:extLst xmlns:a="http://schemas.openxmlformats.org/drawingml/2006/main">
              <a:ext uri="{FF2B5EF4-FFF2-40B4-BE49-F238E27FC236}">
                <a16:creationId xmlns:a16="http://schemas.microsoft.com/office/drawing/2014/main" id="{3B12E382-3FC3-492E-8777-2BFAFF89D966}"/>
              </a:ext>
            </a:extLst>
          </p:cNvPr>
          <p:cNvSpPr>
            <a:spLocks xmlns:a="http://schemas.openxmlformats.org/drawingml/2006/main" noGrp="1"/>
          </p:cNvSpPr>
          <p:nvPr/>
        </p:nvSpPr>
        <p:spPr>
          <a:xfrm xmlns:a="http://schemas.openxmlformats.org/drawingml/2006/main">
            <a:off x="457200" y="4200525"/>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model.</a:t>
            </a:r>
          </a:p>
        </p:txBody>
      </p:sp>
      <p:sp>
        <p:nvSpPr>
          <p:cNvPr id="28" name="pupil-text">
            <a:extLst xmlns:a="http://schemas.openxmlformats.org/drawingml/2006/main">
              <a:ext uri="{FF2B5EF4-FFF2-40B4-BE49-F238E27FC236}">
                <a16:creationId xmlns:a16="http://schemas.microsoft.com/office/drawing/2014/main" id="{8FD73391-2534-4B77-86E2-AA39A5728A67}"/>
              </a:ext>
            </a:extLst>
          </p:cNvPr>
          <p:cNvSpPr>
            <a:spLocks xmlns:a="http://schemas.openxmlformats.org/drawingml/2006/main" noGrp="1"/>
          </p:cNvSpPr>
          <p:nvPr/>
        </p:nvSpPr>
        <p:spPr>
          <a:xfrm xmlns:a="http://schemas.openxmlformats.org/drawingml/2006/main">
            <a:off x="457200" y="4591050"/>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Put out just the kit for this stage. If you cannot take part safely, watch the teacher show it. In</a:t>
            </a:r>
          </a:p>
        </p:txBody>
      </p:sp>
      <p:sp>
        <p:nvSpPr>
          <p:cNvPr id="29" name="pupil-text">
            <a:extLst xmlns:a="http://schemas.openxmlformats.org/drawingml/2006/main">
              <a:ext uri="{FF2B5EF4-FFF2-40B4-BE49-F238E27FC236}">
                <a16:creationId xmlns:a16="http://schemas.microsoft.com/office/drawing/2014/main" id="{17E38CA4-DC52-4140-89B2-AD1EED763C8D}"/>
              </a:ext>
            </a:extLst>
          </p:cNvPr>
          <p:cNvSpPr>
            <a:spLocks xmlns:a="http://schemas.openxmlformats.org/drawingml/2006/main" noGrp="1"/>
          </p:cNvSpPr>
          <p:nvPr/>
        </p:nvSpPr>
        <p:spPr>
          <a:xfrm xmlns:a="http://schemas.openxmlformats.org/drawingml/2006/main">
            <a:off x="457200" y="4886325"/>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your book, write what you saw. Say what you can tell from it.</a:t>
            </a:r>
          </a:p>
        </p:txBody>
      </p:sp>
    </p:spTree>
    <p:extLst>
      <p:ext uri="{BB962C8B-B14F-4D97-AF65-F5344CB8AC3E}">
        <p14:creationId xmlns:p14="http://schemas.microsoft.com/office/powerpoint/2010/main" val="1649195814"/>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746B8D09-D5B0-4EA9-A3F2-75B27D7CAF57}"/>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vl1pPr algn="l">
              <a:defRPr sz="1425" b="1">
                <a:solidFill>
                  <a:srgbClr val="355E7B"/>
                </a:solidFill>
                <a:latin typeface="Liberation Sans"/>
                <a:ea typeface="Liberation Sans"/>
                <a:cs typeface="Liberation Sans"/>
              </a:defRPr>
            </a:lvl1pPr>
            <a:lvl2pPr algn="l">
              <a:defRPr sz="1425" b="1">
                <a:solidFill>
                  <a:srgbClr val="355E7B"/>
                </a:solidFill>
                <a:latin typeface="Liberation Sans"/>
                <a:ea typeface="Liberation Sans"/>
                <a:cs typeface="Liberation Sans"/>
              </a:defRPr>
            </a:lvl2pPr>
            <a:lvl3pPr algn="l">
              <a:defRPr sz="1425" b="1">
                <a:solidFill>
                  <a:srgbClr val="355E7B"/>
                </a:solidFill>
                <a:latin typeface="Liberation Sans"/>
                <a:ea typeface="Liberation Sans"/>
                <a:cs typeface="Liberation Sans"/>
              </a:defRPr>
            </a:lvl3pPr>
            <a:lvl4pPr algn="l">
              <a:defRPr sz="1425" b="1">
                <a:solidFill>
                  <a:srgbClr val="355E7B"/>
                </a:solidFill>
                <a:latin typeface="Liberation Sans"/>
                <a:ea typeface="Liberation Sans"/>
                <a:cs typeface="Liberation Sans"/>
              </a:defRPr>
            </a:lvl4pPr>
            <a:lvl5pPr algn="l">
              <a:defRPr sz="1425" b="1">
                <a:solidFill>
                  <a:srgbClr val="355E7B"/>
                </a:solidFill>
                <a:latin typeface="Liberation Sans"/>
                <a:ea typeface="Liberation Sans"/>
                <a:cs typeface="Liberation Sans"/>
              </a:defRPr>
            </a:lvl5pPr>
            <a:lvl6pPr algn="l">
              <a:defRPr sz="1425" b="1">
                <a:solidFill>
                  <a:srgbClr val="355E7B"/>
                </a:solidFill>
                <a:latin typeface="Liberation Sans"/>
                <a:ea typeface="Liberation Sans"/>
                <a:cs typeface="Liberation Sans"/>
              </a:defRPr>
            </a:lvl6pPr>
            <a:lvl7pPr algn="l">
              <a:defRPr sz="1425" b="1">
                <a:solidFill>
                  <a:srgbClr val="355E7B"/>
                </a:solidFill>
                <a:latin typeface="Liberation Sans"/>
                <a:ea typeface="Liberation Sans"/>
                <a:cs typeface="Liberation Sans"/>
              </a:defRPr>
            </a:lvl7pPr>
            <a:lvl8pPr algn="l">
              <a:defRPr sz="1425" b="1">
                <a:solidFill>
                  <a:srgbClr val="355E7B"/>
                </a:solidFill>
                <a:latin typeface="Liberation Sans"/>
                <a:ea typeface="Liberation Sans"/>
                <a:cs typeface="Liberation Sans"/>
              </a:defRPr>
            </a:lvl8pPr>
            <a:lvl9pPr algn="l">
              <a:defRPr sz="1425" b="1">
                <a:solidFill>
                  <a:srgbClr val="355E7B"/>
                </a:solidFill>
                <a:latin typeface="Liberation Sans"/>
                <a:ea typeface="Liberation Sans"/>
                <a:cs typeface="Liberation Sans"/>
              </a:defRPr>
            </a:lvl9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SCIENCE · AUTUMN 1 · Week 8</a:t>
            </a:r>
          </a:p>
        </p:txBody>
      </p:sp>
      <p:sp>
        <p:nvSpPr>
          <p:cNvPr id="2" name="stage-clock">
            <a:extLst xmlns:a="http://schemas.openxmlformats.org/drawingml/2006/main">
              <a:ext uri="{FF2B5EF4-FFF2-40B4-BE49-F238E27FC236}">
                <a16:creationId xmlns:a16="http://schemas.microsoft.com/office/drawing/2014/main" id="{A1AF1707-BF2C-412F-9E6A-D9853D04B5A3}"/>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vl1pPr algn="r">
              <a:defRPr sz="1425" b="1">
                <a:solidFill>
                  <a:srgbClr val="355E7B"/>
                </a:solidFill>
                <a:latin typeface="Liberation Sans"/>
                <a:ea typeface="Liberation Sans"/>
                <a:cs typeface="Liberation Sans"/>
              </a:defRPr>
            </a:lvl1pPr>
            <a:lvl2pPr algn="r">
              <a:defRPr sz="1425" b="1">
                <a:solidFill>
                  <a:srgbClr val="355E7B"/>
                </a:solidFill>
                <a:latin typeface="Liberation Sans"/>
                <a:ea typeface="Liberation Sans"/>
                <a:cs typeface="Liberation Sans"/>
              </a:defRPr>
            </a:lvl2pPr>
            <a:lvl3pPr algn="r">
              <a:defRPr sz="1425" b="1">
                <a:solidFill>
                  <a:srgbClr val="355E7B"/>
                </a:solidFill>
                <a:latin typeface="Liberation Sans"/>
                <a:ea typeface="Liberation Sans"/>
                <a:cs typeface="Liberation Sans"/>
              </a:defRPr>
            </a:lvl3pPr>
            <a:lvl4pPr algn="r">
              <a:defRPr sz="1425" b="1">
                <a:solidFill>
                  <a:srgbClr val="355E7B"/>
                </a:solidFill>
                <a:latin typeface="Liberation Sans"/>
                <a:ea typeface="Liberation Sans"/>
                <a:cs typeface="Liberation Sans"/>
              </a:defRPr>
            </a:lvl4pPr>
            <a:lvl5pPr algn="r">
              <a:defRPr sz="1425" b="1">
                <a:solidFill>
                  <a:srgbClr val="355E7B"/>
                </a:solidFill>
                <a:latin typeface="Liberation Sans"/>
                <a:ea typeface="Liberation Sans"/>
                <a:cs typeface="Liberation Sans"/>
              </a:defRPr>
            </a:lvl5pPr>
            <a:lvl6pPr algn="r">
              <a:defRPr sz="1425" b="1">
                <a:solidFill>
                  <a:srgbClr val="355E7B"/>
                </a:solidFill>
                <a:latin typeface="Liberation Sans"/>
                <a:ea typeface="Liberation Sans"/>
                <a:cs typeface="Liberation Sans"/>
              </a:defRPr>
            </a:lvl6pPr>
            <a:lvl7pPr algn="r">
              <a:defRPr sz="1425" b="1">
                <a:solidFill>
                  <a:srgbClr val="355E7B"/>
                </a:solidFill>
                <a:latin typeface="Liberation Sans"/>
                <a:ea typeface="Liberation Sans"/>
                <a:cs typeface="Liberation Sans"/>
              </a:defRPr>
            </a:lvl7pPr>
            <a:lvl8pPr algn="r">
              <a:defRPr sz="1425" b="1">
                <a:solidFill>
                  <a:srgbClr val="355E7B"/>
                </a:solidFill>
                <a:latin typeface="Liberation Sans"/>
                <a:ea typeface="Liberation Sans"/>
                <a:cs typeface="Liberation Sans"/>
              </a:defRPr>
            </a:lvl8pPr>
            <a:lvl9pPr algn="r">
              <a:defRPr sz="1425" b="1">
                <a:solidFill>
                  <a:srgbClr val="355E7B"/>
                </a:solidFill>
                <a:latin typeface="Liberation Sans"/>
                <a:ea typeface="Liberation Sans"/>
                <a:cs typeface="Liberation Sans"/>
              </a:defRPr>
            </a:lvl9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prepare safely · 2 min · 23 to 25</a:t>
            </a:r>
          </a:p>
        </p:txBody>
      </p:sp>
      <p:sp>
        <p:nvSpPr>
          <p:cNvPr id="3" name="slide-title">
            <a:extLst xmlns:a="http://schemas.openxmlformats.org/drawingml/2006/main">
              <a:ext uri="{FF2B5EF4-FFF2-40B4-BE49-F238E27FC236}">
                <a16:creationId xmlns:a16="http://schemas.microsoft.com/office/drawing/2014/main" id="{B8280EA6-1AC6-4FA2-849B-B079FF5BCCA4}"/>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vl1pPr algn="l">
              <a:defRPr sz="2700" b="1">
                <a:solidFill>
                  <a:srgbClr val="355E7B"/>
                </a:solidFill>
                <a:latin typeface="Liberation Sans"/>
                <a:ea typeface="Liberation Sans"/>
                <a:cs typeface="Liberation Sans"/>
              </a:defRPr>
            </a:lvl1pPr>
            <a:lvl2pPr algn="l">
              <a:defRPr sz="2700" b="1">
                <a:solidFill>
                  <a:srgbClr val="355E7B"/>
                </a:solidFill>
                <a:latin typeface="Liberation Sans"/>
                <a:ea typeface="Liberation Sans"/>
                <a:cs typeface="Liberation Sans"/>
              </a:defRPr>
            </a:lvl2pPr>
            <a:lvl3pPr algn="l">
              <a:defRPr sz="2700" b="1">
                <a:solidFill>
                  <a:srgbClr val="355E7B"/>
                </a:solidFill>
                <a:latin typeface="Liberation Sans"/>
                <a:ea typeface="Liberation Sans"/>
                <a:cs typeface="Liberation Sans"/>
              </a:defRPr>
            </a:lvl3pPr>
            <a:lvl4pPr algn="l">
              <a:defRPr sz="2700" b="1">
                <a:solidFill>
                  <a:srgbClr val="355E7B"/>
                </a:solidFill>
                <a:latin typeface="Liberation Sans"/>
                <a:ea typeface="Liberation Sans"/>
                <a:cs typeface="Liberation Sans"/>
              </a:defRPr>
            </a:lvl4pPr>
            <a:lvl5pPr algn="l">
              <a:defRPr sz="2700" b="1">
                <a:solidFill>
                  <a:srgbClr val="355E7B"/>
                </a:solidFill>
                <a:latin typeface="Liberation Sans"/>
                <a:ea typeface="Liberation Sans"/>
                <a:cs typeface="Liberation Sans"/>
              </a:defRPr>
            </a:lvl5pPr>
            <a:lvl6pPr algn="l">
              <a:defRPr sz="2700" b="1">
                <a:solidFill>
                  <a:srgbClr val="355E7B"/>
                </a:solidFill>
                <a:latin typeface="Liberation Sans"/>
                <a:ea typeface="Liberation Sans"/>
                <a:cs typeface="Liberation Sans"/>
              </a:defRPr>
            </a:lvl6pPr>
            <a:lvl7pPr algn="l">
              <a:defRPr sz="2700" b="1">
                <a:solidFill>
                  <a:srgbClr val="355E7B"/>
                </a:solidFill>
                <a:latin typeface="Liberation Sans"/>
                <a:ea typeface="Liberation Sans"/>
                <a:cs typeface="Liberation Sans"/>
              </a:defRPr>
            </a:lvl7pPr>
            <a:lvl8pPr algn="l">
              <a:defRPr sz="2700" b="1">
                <a:solidFill>
                  <a:srgbClr val="355E7B"/>
                </a:solidFill>
                <a:latin typeface="Liberation Sans"/>
                <a:ea typeface="Liberation Sans"/>
                <a:cs typeface="Liberation Sans"/>
              </a:defRPr>
            </a:lvl8pPr>
            <a:lvl9pPr algn="l">
              <a:defRPr sz="2700" b="1">
                <a:solidFill>
                  <a:srgbClr val="355E7B"/>
                </a:solidFill>
                <a:latin typeface="Liberation Sans"/>
                <a:ea typeface="Liberation Sans"/>
                <a:cs typeface="Liberation Sans"/>
              </a:defRPr>
            </a:lvl9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prepare safely · continued</a:t>
            </a:r>
          </a:p>
        </p:txBody>
      </p:sp>
      <p:sp>
        <p:nvSpPr>
          <p:cNvPr id="4" name="shape">
            <a:extLst xmlns:a="http://schemas.openxmlformats.org/drawingml/2006/main">
              <a:ext uri="{FF2B5EF4-FFF2-40B4-BE49-F238E27FC236}">
                <a16:creationId xmlns:a16="http://schemas.microsoft.com/office/drawing/2014/main" id="{65E3A5DC-A7F5-44E9-85E6-180176F7D72C}"/>
              </a:ext>
            </a:extLst>
          </p:cNvPr>
          <p:cNvSpPr>
            <a:spLocks xmlns:a="http://schemas.openxmlformats.org/drawingml/2006/main" noGrp="1"/>
          </p:cNvSpPr>
          <p:nvPr/>
        </p:nvSpPr>
        <p:spPr>
          <a:xfrm xmlns:a="http://schemas.openxmlformats.org/drawingml/2006/main">
            <a:off x="381000"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C3038422-A76A-4C79-8B2F-AB5350D2F9FD}"/>
              </a:ext>
            </a:extLst>
          </p:cNvPr>
          <p:cNvSpPr>
            <a:spLocks xmlns:a="http://schemas.openxmlformats.org/drawingml/2006/main" noGrp="1"/>
          </p:cNvSpPr>
          <p:nvPr/>
        </p:nvSpPr>
        <p:spPr>
          <a:xfrm xmlns:a="http://schemas.openxmlformats.org/drawingml/2006/main">
            <a:off x="1234678"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83DABFC3-6938-4A3D-A1AE-D107AFBCB6F9}"/>
              </a:ext>
            </a:extLst>
          </p:cNvPr>
          <p:cNvSpPr>
            <a:spLocks xmlns:a="http://schemas.openxmlformats.org/drawingml/2006/main" noGrp="1"/>
          </p:cNvSpPr>
          <p:nvPr/>
        </p:nvSpPr>
        <p:spPr>
          <a:xfrm xmlns:a="http://schemas.openxmlformats.org/drawingml/2006/main">
            <a:off x="2088356"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F7820BBC-05C1-48E5-B77B-43A97AA695BE}"/>
              </a:ext>
            </a:extLst>
          </p:cNvPr>
          <p:cNvSpPr>
            <a:spLocks xmlns:a="http://schemas.openxmlformats.org/drawingml/2006/main" noGrp="1"/>
          </p:cNvSpPr>
          <p:nvPr/>
        </p:nvSpPr>
        <p:spPr>
          <a:xfrm xmlns:a="http://schemas.openxmlformats.org/drawingml/2006/main">
            <a:off x="3226594"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D0307E9A-4BBE-4444-B058-B91F134B2FBF}"/>
              </a:ext>
            </a:extLst>
          </p:cNvPr>
          <p:cNvSpPr>
            <a:spLocks xmlns:a="http://schemas.openxmlformats.org/drawingml/2006/main" noGrp="1"/>
          </p:cNvSpPr>
          <p:nvPr/>
        </p:nvSpPr>
        <p:spPr>
          <a:xfrm xmlns:a="http://schemas.openxmlformats.org/drawingml/2006/main">
            <a:off x="4364831"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F3B53B53-415B-4527-B241-584700ED0FFB}"/>
              </a:ext>
            </a:extLst>
          </p:cNvPr>
          <p:cNvSpPr>
            <a:spLocks xmlns:a="http://schemas.openxmlformats.org/drawingml/2006/main" noGrp="1"/>
          </p:cNvSpPr>
          <p:nvPr/>
        </p:nvSpPr>
        <p:spPr>
          <a:xfrm xmlns:a="http://schemas.openxmlformats.org/drawingml/2006/main">
            <a:off x="5218509"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shape">
            <a:extLst xmlns:a="http://schemas.openxmlformats.org/drawingml/2006/main">
              <a:ext uri="{FF2B5EF4-FFF2-40B4-BE49-F238E27FC236}">
                <a16:creationId xmlns:a16="http://schemas.microsoft.com/office/drawing/2014/main" id="{51A2A726-6371-4407-9552-C1704261EE66}"/>
              </a:ext>
            </a:extLst>
          </p:cNvPr>
          <p:cNvSpPr>
            <a:spLocks xmlns:a="http://schemas.openxmlformats.org/drawingml/2006/main" noGrp="1"/>
          </p:cNvSpPr>
          <p:nvPr/>
        </p:nvSpPr>
        <p:spPr>
          <a:xfrm xmlns:a="http://schemas.openxmlformats.org/drawingml/2006/main">
            <a:off x="6356747" y="1381125"/>
            <a:ext cx="540544"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1" name="shape">
            <a:extLst xmlns:a="http://schemas.openxmlformats.org/drawingml/2006/main">
              <a:ext uri="{FF2B5EF4-FFF2-40B4-BE49-F238E27FC236}">
                <a16:creationId xmlns:a16="http://schemas.microsoft.com/office/drawing/2014/main" id="{CA50502F-3BD1-4BF9-B972-3A9FD1489C51}"/>
              </a:ext>
            </a:extLst>
          </p:cNvPr>
          <p:cNvSpPr>
            <a:spLocks xmlns:a="http://schemas.openxmlformats.org/drawingml/2006/main" noGrp="1"/>
          </p:cNvSpPr>
          <p:nvPr/>
        </p:nvSpPr>
        <p:spPr>
          <a:xfrm xmlns:a="http://schemas.openxmlformats.org/drawingml/2006/main">
            <a:off x="6925866" y="1381125"/>
            <a:ext cx="540544"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2" name="shape">
            <a:extLst xmlns:a="http://schemas.openxmlformats.org/drawingml/2006/main">
              <a:ext uri="{FF2B5EF4-FFF2-40B4-BE49-F238E27FC236}">
                <a16:creationId xmlns:a16="http://schemas.microsoft.com/office/drawing/2014/main" id="{62A8DD2E-A488-4CC8-9C43-93628AB033F3}"/>
              </a:ext>
            </a:extLst>
          </p:cNvPr>
          <p:cNvSpPr>
            <a:spLocks xmlns:a="http://schemas.openxmlformats.org/drawingml/2006/main" noGrp="1"/>
          </p:cNvSpPr>
          <p:nvPr/>
        </p:nvSpPr>
        <p:spPr>
          <a:xfrm xmlns:a="http://schemas.openxmlformats.org/drawingml/2006/main">
            <a:off x="7494984"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3" name="shape">
            <a:extLst xmlns:a="http://schemas.openxmlformats.org/drawingml/2006/main">
              <a:ext uri="{FF2B5EF4-FFF2-40B4-BE49-F238E27FC236}">
                <a16:creationId xmlns:a16="http://schemas.microsoft.com/office/drawing/2014/main" id="{58A7F43D-11BE-443B-877F-BB79BB0258B3}"/>
              </a:ext>
            </a:extLst>
          </p:cNvPr>
          <p:cNvSpPr>
            <a:spLocks xmlns:a="http://schemas.openxmlformats.org/drawingml/2006/main" noGrp="1"/>
          </p:cNvSpPr>
          <p:nvPr/>
        </p:nvSpPr>
        <p:spPr>
          <a:xfrm xmlns:a="http://schemas.openxmlformats.org/drawingml/2006/main">
            <a:off x="9771459"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4" name="shape">
            <a:extLst xmlns:a="http://schemas.openxmlformats.org/drawingml/2006/main">
              <a:ext uri="{FF2B5EF4-FFF2-40B4-BE49-F238E27FC236}">
                <a16:creationId xmlns:a16="http://schemas.microsoft.com/office/drawing/2014/main" id="{16CE218D-E818-4445-A9D9-250A60264699}"/>
              </a:ext>
            </a:extLst>
          </p:cNvPr>
          <p:cNvSpPr>
            <a:spLocks xmlns:a="http://schemas.openxmlformats.org/drawingml/2006/main" noGrp="1"/>
          </p:cNvSpPr>
          <p:nvPr/>
        </p:nvSpPr>
        <p:spPr>
          <a:xfrm xmlns:a="http://schemas.openxmlformats.org/drawingml/2006/main">
            <a:off x="10625138"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5" name="objective-footer">
            <a:extLst xmlns:a="http://schemas.openxmlformats.org/drawingml/2006/main">
              <a:ext uri="{FF2B5EF4-FFF2-40B4-BE49-F238E27FC236}">
                <a16:creationId xmlns:a16="http://schemas.microsoft.com/office/drawing/2014/main" id="{A2356800-B387-4F58-B5A4-45996FC371DF}"/>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vl1pPr algn="l">
              <a:defRPr sz="1425" b="0">
                <a:solidFill>
                  <a:srgbClr val="46586A"/>
                </a:solidFill>
                <a:latin typeface="Liberation Sans"/>
                <a:ea typeface="Liberation Sans"/>
                <a:cs typeface="Liberation Sans"/>
              </a:defRPr>
            </a:lvl1pPr>
            <a:lvl2pPr algn="l">
              <a:defRPr sz="1425" b="0">
                <a:solidFill>
                  <a:srgbClr val="46586A"/>
                </a:solidFill>
                <a:latin typeface="Liberation Sans"/>
                <a:ea typeface="Liberation Sans"/>
                <a:cs typeface="Liberation Sans"/>
              </a:defRPr>
            </a:lvl2pPr>
            <a:lvl3pPr algn="l">
              <a:defRPr sz="1425" b="0">
                <a:solidFill>
                  <a:srgbClr val="46586A"/>
                </a:solidFill>
                <a:latin typeface="Liberation Sans"/>
                <a:ea typeface="Liberation Sans"/>
                <a:cs typeface="Liberation Sans"/>
              </a:defRPr>
            </a:lvl3pPr>
            <a:lvl4pPr algn="l">
              <a:defRPr sz="1425" b="0">
                <a:solidFill>
                  <a:srgbClr val="46586A"/>
                </a:solidFill>
                <a:latin typeface="Liberation Sans"/>
                <a:ea typeface="Liberation Sans"/>
                <a:cs typeface="Liberation Sans"/>
              </a:defRPr>
            </a:lvl4pPr>
            <a:lvl5pPr algn="l">
              <a:defRPr sz="1425" b="0">
                <a:solidFill>
                  <a:srgbClr val="46586A"/>
                </a:solidFill>
                <a:latin typeface="Liberation Sans"/>
                <a:ea typeface="Liberation Sans"/>
                <a:cs typeface="Liberation Sans"/>
              </a:defRPr>
            </a:lvl5pPr>
            <a:lvl6pPr algn="l">
              <a:defRPr sz="1425" b="0">
                <a:solidFill>
                  <a:srgbClr val="46586A"/>
                </a:solidFill>
                <a:latin typeface="Liberation Sans"/>
                <a:ea typeface="Liberation Sans"/>
                <a:cs typeface="Liberation Sans"/>
              </a:defRPr>
            </a:lvl6pPr>
            <a:lvl7pPr algn="l">
              <a:defRPr sz="1425" b="0">
                <a:solidFill>
                  <a:srgbClr val="46586A"/>
                </a:solidFill>
                <a:latin typeface="Liberation Sans"/>
                <a:ea typeface="Liberation Sans"/>
                <a:cs typeface="Liberation Sans"/>
              </a:defRPr>
            </a:lvl7pPr>
            <a:lvl8pPr algn="l">
              <a:defRPr sz="1425" b="0">
                <a:solidFill>
                  <a:srgbClr val="46586A"/>
                </a:solidFill>
                <a:latin typeface="Liberation Sans"/>
                <a:ea typeface="Liberation Sans"/>
                <a:cs typeface="Liberation Sans"/>
              </a:defRPr>
            </a:lvl8pPr>
            <a:lvl9pPr algn="l">
              <a:defRPr sz="1425" b="0">
                <a:solidFill>
                  <a:srgbClr val="46586A"/>
                </a:solidFill>
                <a:latin typeface="Liberation Sans"/>
                <a:ea typeface="Liberation Sans"/>
                <a:cs typeface="Liberation Sans"/>
              </a:defRPr>
            </a:lvl9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I can explain that animals get food by eating, and plants can make their own food.</a:t>
            </a:r>
          </a:p>
        </p:txBody>
      </p:sp>
      <p:sp>
        <p:nvSpPr>
          <p:cNvPr id="16" name="blank-version-footer">
            <a:extLst xmlns:a="http://schemas.openxmlformats.org/drawingml/2006/main">
              <a:ext uri="{FF2B5EF4-FFF2-40B4-BE49-F238E27FC236}">
                <a16:creationId xmlns:a16="http://schemas.microsoft.com/office/drawing/2014/main" id="{B6E6459E-B656-4013-80E8-AAD923AAD53C}"/>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vl1pPr algn="l">
              <a:defRPr sz="1425" b="0">
                <a:solidFill>
                  <a:srgbClr val="46586A"/>
                </a:solidFill>
                <a:latin typeface="Liberation Sans"/>
                <a:ea typeface="Liberation Sans"/>
                <a:cs typeface="Liberation Sans"/>
              </a:defRPr>
            </a:lvl1pPr>
            <a:lvl2pPr algn="l">
              <a:defRPr sz="1425" b="0">
                <a:solidFill>
                  <a:srgbClr val="46586A"/>
                </a:solidFill>
                <a:latin typeface="Liberation Sans"/>
                <a:ea typeface="Liberation Sans"/>
                <a:cs typeface="Liberation Sans"/>
              </a:defRPr>
            </a:lvl2pPr>
            <a:lvl3pPr algn="l">
              <a:defRPr sz="1425" b="0">
                <a:solidFill>
                  <a:srgbClr val="46586A"/>
                </a:solidFill>
                <a:latin typeface="Liberation Sans"/>
                <a:ea typeface="Liberation Sans"/>
                <a:cs typeface="Liberation Sans"/>
              </a:defRPr>
            </a:lvl3pPr>
            <a:lvl4pPr algn="l">
              <a:defRPr sz="1425" b="0">
                <a:solidFill>
                  <a:srgbClr val="46586A"/>
                </a:solidFill>
                <a:latin typeface="Liberation Sans"/>
                <a:ea typeface="Liberation Sans"/>
                <a:cs typeface="Liberation Sans"/>
              </a:defRPr>
            </a:lvl4pPr>
            <a:lvl5pPr algn="l">
              <a:defRPr sz="1425" b="0">
                <a:solidFill>
                  <a:srgbClr val="46586A"/>
                </a:solidFill>
                <a:latin typeface="Liberation Sans"/>
                <a:ea typeface="Liberation Sans"/>
                <a:cs typeface="Liberation Sans"/>
              </a:defRPr>
            </a:lvl5pPr>
            <a:lvl6pPr algn="l">
              <a:defRPr sz="1425" b="0">
                <a:solidFill>
                  <a:srgbClr val="46586A"/>
                </a:solidFill>
                <a:latin typeface="Liberation Sans"/>
                <a:ea typeface="Liberation Sans"/>
                <a:cs typeface="Liberation Sans"/>
              </a:defRPr>
            </a:lvl6pPr>
            <a:lvl7pPr algn="l">
              <a:defRPr sz="1425" b="0">
                <a:solidFill>
                  <a:srgbClr val="46586A"/>
                </a:solidFill>
                <a:latin typeface="Liberation Sans"/>
                <a:ea typeface="Liberation Sans"/>
                <a:cs typeface="Liberation Sans"/>
              </a:defRPr>
            </a:lvl7pPr>
            <a:lvl8pPr algn="l">
              <a:defRPr sz="1425" b="0">
                <a:solidFill>
                  <a:srgbClr val="46586A"/>
                </a:solidFill>
                <a:latin typeface="Liberation Sans"/>
                <a:ea typeface="Liberation Sans"/>
                <a:cs typeface="Liberation Sans"/>
              </a:defRPr>
            </a:lvl8pPr>
            <a:lvl9pPr algn="l">
              <a:defRPr sz="1425" b="0">
                <a:solidFill>
                  <a:srgbClr val="46586A"/>
                </a:solidFill>
                <a:latin typeface="Liberation Sans"/>
                <a:ea typeface="Liberation Sans"/>
                <a:cs typeface="Liberation Sans"/>
              </a:defRPr>
            </a:lvl9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SCI-BUILD-A1-W08-P1 · Version: ______ · Source page SHA-256: ______</a:t>
            </a:r>
          </a:p>
        </p:txBody>
      </p:sp>
      <p:sp>
        <p:nvSpPr>
          <p:cNvPr id="17" name="slide-progress">
            <a:extLst xmlns:a="http://schemas.openxmlformats.org/drawingml/2006/main">
              <a:ext uri="{FF2B5EF4-FFF2-40B4-BE49-F238E27FC236}">
                <a16:creationId xmlns:a16="http://schemas.microsoft.com/office/drawing/2014/main" id="{ACB2086B-8D4F-4889-906E-3DD8C4D29B45}"/>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vl1pPr algn="r">
              <a:defRPr sz="1425" b="0">
                <a:solidFill>
                  <a:srgbClr val="46586A"/>
                </a:solidFill>
                <a:latin typeface="Liberation Sans"/>
                <a:ea typeface="Liberation Sans"/>
                <a:cs typeface="Liberation Sans"/>
              </a:defRPr>
            </a:lvl1pPr>
            <a:lvl2pPr algn="r">
              <a:defRPr sz="1425" b="0">
                <a:solidFill>
                  <a:srgbClr val="46586A"/>
                </a:solidFill>
                <a:latin typeface="Liberation Sans"/>
                <a:ea typeface="Liberation Sans"/>
                <a:cs typeface="Liberation Sans"/>
              </a:defRPr>
            </a:lvl2pPr>
            <a:lvl3pPr algn="r">
              <a:defRPr sz="1425" b="0">
                <a:solidFill>
                  <a:srgbClr val="46586A"/>
                </a:solidFill>
                <a:latin typeface="Liberation Sans"/>
                <a:ea typeface="Liberation Sans"/>
                <a:cs typeface="Liberation Sans"/>
              </a:defRPr>
            </a:lvl3pPr>
            <a:lvl4pPr algn="r">
              <a:defRPr sz="1425" b="0">
                <a:solidFill>
                  <a:srgbClr val="46586A"/>
                </a:solidFill>
                <a:latin typeface="Liberation Sans"/>
                <a:ea typeface="Liberation Sans"/>
                <a:cs typeface="Liberation Sans"/>
              </a:defRPr>
            </a:lvl4pPr>
            <a:lvl5pPr algn="r">
              <a:defRPr sz="1425" b="0">
                <a:solidFill>
                  <a:srgbClr val="46586A"/>
                </a:solidFill>
                <a:latin typeface="Liberation Sans"/>
                <a:ea typeface="Liberation Sans"/>
                <a:cs typeface="Liberation Sans"/>
              </a:defRPr>
            </a:lvl5pPr>
            <a:lvl6pPr algn="r">
              <a:defRPr sz="1425" b="0">
                <a:solidFill>
                  <a:srgbClr val="46586A"/>
                </a:solidFill>
                <a:latin typeface="Liberation Sans"/>
                <a:ea typeface="Liberation Sans"/>
                <a:cs typeface="Liberation Sans"/>
              </a:defRPr>
            </a:lvl6pPr>
            <a:lvl7pPr algn="r">
              <a:defRPr sz="1425" b="0">
                <a:solidFill>
                  <a:srgbClr val="46586A"/>
                </a:solidFill>
                <a:latin typeface="Liberation Sans"/>
                <a:ea typeface="Liberation Sans"/>
                <a:cs typeface="Liberation Sans"/>
              </a:defRPr>
            </a:lvl7pPr>
            <a:lvl8pPr algn="r">
              <a:defRPr sz="1425" b="0">
                <a:solidFill>
                  <a:srgbClr val="46586A"/>
                </a:solidFill>
                <a:latin typeface="Liberation Sans"/>
                <a:ea typeface="Liberation Sans"/>
                <a:cs typeface="Liberation Sans"/>
              </a:defRPr>
            </a:lvl8pPr>
            <a:lvl9pPr algn="r">
              <a:defRPr sz="1425" b="0">
                <a:solidFill>
                  <a:srgbClr val="46586A"/>
                </a:solidFill>
                <a:latin typeface="Liberation Sans"/>
                <a:ea typeface="Liberation Sans"/>
                <a:cs typeface="Liberation Sans"/>
              </a:defRPr>
            </a:lvl9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22 / 29</a:t>
            </a:r>
          </a:p>
        </p:txBody>
      </p:sp>
      <p:sp>
        <p:nvSpPr>
          <p:cNvPr id="18" name="licence-footer">
            <a:extLst xmlns:a="http://schemas.openxmlformats.org/drawingml/2006/main">
              <a:ext uri="{FF2B5EF4-FFF2-40B4-BE49-F238E27FC236}">
                <a16:creationId xmlns:a16="http://schemas.microsoft.com/office/drawing/2014/main" id="{E195B1E1-5575-4BC7-A3B8-9B3CE6722001}"/>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vl1pPr algn="l">
              <a:defRPr sz="1425" b="0">
                <a:solidFill>
                  <a:srgbClr val="46586A"/>
                </a:solidFill>
                <a:latin typeface="Liberation Sans"/>
                <a:ea typeface="Liberation Sans"/>
                <a:cs typeface="Liberation Sans"/>
              </a:defRPr>
            </a:lvl1pPr>
            <a:lvl2pPr algn="l">
              <a:defRPr sz="1425" b="0">
                <a:solidFill>
                  <a:srgbClr val="46586A"/>
                </a:solidFill>
                <a:latin typeface="Liberation Sans"/>
                <a:ea typeface="Liberation Sans"/>
                <a:cs typeface="Liberation Sans"/>
              </a:defRPr>
            </a:lvl2pPr>
            <a:lvl3pPr algn="l">
              <a:defRPr sz="1425" b="0">
                <a:solidFill>
                  <a:srgbClr val="46586A"/>
                </a:solidFill>
                <a:latin typeface="Liberation Sans"/>
                <a:ea typeface="Liberation Sans"/>
                <a:cs typeface="Liberation Sans"/>
              </a:defRPr>
            </a:lvl3pPr>
            <a:lvl4pPr algn="l">
              <a:defRPr sz="1425" b="0">
                <a:solidFill>
                  <a:srgbClr val="46586A"/>
                </a:solidFill>
                <a:latin typeface="Liberation Sans"/>
                <a:ea typeface="Liberation Sans"/>
                <a:cs typeface="Liberation Sans"/>
              </a:defRPr>
            </a:lvl4pPr>
            <a:lvl5pPr algn="l">
              <a:defRPr sz="1425" b="0">
                <a:solidFill>
                  <a:srgbClr val="46586A"/>
                </a:solidFill>
                <a:latin typeface="Liberation Sans"/>
                <a:ea typeface="Liberation Sans"/>
                <a:cs typeface="Liberation Sans"/>
              </a:defRPr>
            </a:lvl5pPr>
            <a:lvl6pPr algn="l">
              <a:defRPr sz="1425" b="0">
                <a:solidFill>
                  <a:srgbClr val="46586A"/>
                </a:solidFill>
                <a:latin typeface="Liberation Sans"/>
                <a:ea typeface="Liberation Sans"/>
                <a:cs typeface="Liberation Sans"/>
              </a:defRPr>
            </a:lvl6pPr>
            <a:lvl7pPr algn="l">
              <a:defRPr sz="1425" b="0">
                <a:solidFill>
                  <a:srgbClr val="46586A"/>
                </a:solidFill>
                <a:latin typeface="Liberation Sans"/>
                <a:ea typeface="Liberation Sans"/>
                <a:cs typeface="Liberation Sans"/>
              </a:defRPr>
            </a:lvl7pPr>
            <a:lvl8pPr algn="l">
              <a:defRPr sz="1425" b="0">
                <a:solidFill>
                  <a:srgbClr val="46586A"/>
                </a:solidFill>
                <a:latin typeface="Liberation Sans"/>
                <a:ea typeface="Liberation Sans"/>
                <a:cs typeface="Liberation Sans"/>
              </a:defRPr>
            </a:lvl8pPr>
            <a:lvl9pPr algn="l">
              <a:defRPr sz="1425" b="0">
                <a:solidFill>
                  <a:srgbClr val="46586A"/>
                </a:solidFill>
                <a:latin typeface="Liberation Sans"/>
                <a:ea typeface="Liberation Sans"/>
                <a:cs typeface="Liberation Sans"/>
              </a:defRPr>
            </a:lvl9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9" name="">
            <a:extLst xmlns:a="http://schemas.openxmlformats.org/drawingml/2006/main">
              <a:ext uri="{FF2B5EF4-FFF2-40B4-BE49-F238E27FC236}">
                <a16:creationId xmlns:a16="http://schemas.microsoft.com/office/drawing/2014/main" id="{AA305215-21A8-4994-A32A-E735791F0C08}"/>
              </a:ext>
            </a:extLst>
          </p:cNvPr>
          <p:cNvPicPr>
            <a:picLocks xmlns:a="http://schemas.openxmlformats.org/drawingml/2006/main" noChangeAspect="1"/>
          </p:cNvPicPr>
          <p:nvPr/>
        </p:nvPicPr>
        <p:blipFill>
          <a:blip xmlns:r="http://schemas.openxmlformats.org/officeDocument/2006/relationships" xmlns:a="http://schemas.openxmlformats.org/drawingml/2006/main" r:embed="Rfa6648acc2a14747"/>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20" name="pupil-text">
            <a:extLst xmlns:a="http://schemas.openxmlformats.org/drawingml/2006/main">
              <a:ext uri="{FF2B5EF4-FFF2-40B4-BE49-F238E27FC236}">
                <a16:creationId xmlns:a16="http://schemas.microsoft.com/office/drawing/2014/main" id="{0D407EA6-74E0-45FA-9BAD-DC639BD0B7F8}"/>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After the task, write what you saw. Say what it tells you about today's goal. Add the steps or a</a:t>
            </a:r>
          </a:p>
        </p:txBody>
      </p:sp>
      <p:sp>
        <p:nvSpPr>
          <p:cNvPr id="21" name="pupil-text">
            <a:extLst xmlns:a="http://schemas.openxmlformats.org/drawingml/2006/main">
              <a:ext uri="{FF2B5EF4-FFF2-40B4-BE49-F238E27FC236}">
                <a16:creationId xmlns:a16="http://schemas.microsoft.com/office/drawing/2014/main" id="{4ED9BA3A-61F2-4306-9F3E-32168E90533B}"/>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diagram only if they are part of the task.</a:t>
            </a:r>
          </a:p>
        </p:txBody>
      </p:sp>
    </p:spTree>
    <p:extLst>
      <p:ext uri="{BB962C8B-B14F-4D97-AF65-F5344CB8AC3E}">
        <p14:creationId xmlns:p14="http://schemas.microsoft.com/office/powerpoint/2010/main" val="1339692458"/>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lesson-header">
            <a:extLst xmlns:a="http://schemas.openxmlformats.org/drawingml/2006/main">
              <a:ext uri="{FF2B5EF4-FFF2-40B4-BE49-F238E27FC236}">
                <a16:creationId xmlns:a16="http://schemas.microsoft.com/office/drawing/2014/main" id="{9713C543-99DB-43EA-A217-1CD6407BD709}"/>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vl1pPr algn="l">
              <a:defRPr sz="1425" b="1">
                <a:solidFill>
                  <a:srgbClr val="355E7B"/>
                </a:solidFill>
                <a:latin typeface="Liberation Sans"/>
                <a:ea typeface="Liberation Sans"/>
                <a:cs typeface="Liberation Sans"/>
              </a:defRPr>
            </a:lvl1pPr>
            <a:lvl2pPr algn="l">
              <a:defRPr sz="1425" b="1">
                <a:solidFill>
                  <a:srgbClr val="355E7B"/>
                </a:solidFill>
                <a:latin typeface="Liberation Sans"/>
                <a:ea typeface="Liberation Sans"/>
                <a:cs typeface="Liberation Sans"/>
              </a:defRPr>
            </a:lvl2pPr>
            <a:lvl3pPr algn="l">
              <a:defRPr sz="1425" b="1">
                <a:solidFill>
                  <a:srgbClr val="355E7B"/>
                </a:solidFill>
                <a:latin typeface="Liberation Sans"/>
                <a:ea typeface="Liberation Sans"/>
                <a:cs typeface="Liberation Sans"/>
              </a:defRPr>
            </a:lvl3pPr>
            <a:lvl4pPr algn="l">
              <a:defRPr sz="1425" b="1">
                <a:solidFill>
                  <a:srgbClr val="355E7B"/>
                </a:solidFill>
                <a:latin typeface="Liberation Sans"/>
                <a:ea typeface="Liberation Sans"/>
                <a:cs typeface="Liberation Sans"/>
              </a:defRPr>
            </a:lvl4pPr>
            <a:lvl5pPr algn="l">
              <a:defRPr sz="1425" b="1">
                <a:solidFill>
                  <a:srgbClr val="355E7B"/>
                </a:solidFill>
                <a:latin typeface="Liberation Sans"/>
                <a:ea typeface="Liberation Sans"/>
                <a:cs typeface="Liberation Sans"/>
              </a:defRPr>
            </a:lvl5pPr>
            <a:lvl6pPr algn="l">
              <a:defRPr sz="1425" b="1">
                <a:solidFill>
                  <a:srgbClr val="355E7B"/>
                </a:solidFill>
                <a:latin typeface="Liberation Sans"/>
                <a:ea typeface="Liberation Sans"/>
                <a:cs typeface="Liberation Sans"/>
              </a:defRPr>
            </a:lvl6pPr>
            <a:lvl7pPr algn="l">
              <a:defRPr sz="1425" b="1">
                <a:solidFill>
                  <a:srgbClr val="355E7B"/>
                </a:solidFill>
                <a:latin typeface="Liberation Sans"/>
                <a:ea typeface="Liberation Sans"/>
                <a:cs typeface="Liberation Sans"/>
              </a:defRPr>
            </a:lvl7pPr>
            <a:lvl8pPr algn="l">
              <a:defRPr sz="1425" b="1">
                <a:solidFill>
                  <a:srgbClr val="355E7B"/>
                </a:solidFill>
                <a:latin typeface="Liberation Sans"/>
                <a:ea typeface="Liberation Sans"/>
                <a:cs typeface="Liberation Sans"/>
              </a:defRPr>
            </a:lvl8pPr>
            <a:lvl9pPr algn="l">
              <a:defRPr sz="1425" b="1">
                <a:solidFill>
                  <a:srgbClr val="355E7B"/>
                </a:solidFill>
                <a:latin typeface="Liberation Sans"/>
                <a:ea typeface="Liberation Sans"/>
                <a:cs typeface="Liberation Sans"/>
              </a:defRPr>
            </a:lvl9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SCIENCE · AUTUMN 1 · Week 8</a:t>
            </a:r>
          </a:p>
        </p:txBody>
      </p:sp>
      <p:sp>
        <p:nvSpPr>
          <p:cNvPr id="2" name="stage-clock">
            <a:extLst xmlns:a="http://schemas.openxmlformats.org/drawingml/2006/main">
              <a:ext uri="{FF2B5EF4-FFF2-40B4-BE49-F238E27FC236}">
                <a16:creationId xmlns:a16="http://schemas.microsoft.com/office/drawing/2014/main" id="{6114FCC4-4AE9-4CA7-AC87-E5AEEBDE417E}"/>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vl1pPr algn="r">
              <a:defRPr sz="1425" b="1">
                <a:solidFill>
                  <a:srgbClr val="355E7B"/>
                </a:solidFill>
                <a:latin typeface="Liberation Sans"/>
                <a:ea typeface="Liberation Sans"/>
                <a:cs typeface="Liberation Sans"/>
              </a:defRPr>
            </a:lvl1pPr>
            <a:lvl2pPr algn="r">
              <a:defRPr sz="1425" b="1">
                <a:solidFill>
                  <a:srgbClr val="355E7B"/>
                </a:solidFill>
                <a:latin typeface="Liberation Sans"/>
                <a:ea typeface="Liberation Sans"/>
                <a:cs typeface="Liberation Sans"/>
              </a:defRPr>
            </a:lvl2pPr>
            <a:lvl3pPr algn="r">
              <a:defRPr sz="1425" b="1">
                <a:solidFill>
                  <a:srgbClr val="355E7B"/>
                </a:solidFill>
                <a:latin typeface="Liberation Sans"/>
                <a:ea typeface="Liberation Sans"/>
                <a:cs typeface="Liberation Sans"/>
              </a:defRPr>
            </a:lvl3pPr>
            <a:lvl4pPr algn="r">
              <a:defRPr sz="1425" b="1">
                <a:solidFill>
                  <a:srgbClr val="355E7B"/>
                </a:solidFill>
                <a:latin typeface="Liberation Sans"/>
                <a:ea typeface="Liberation Sans"/>
                <a:cs typeface="Liberation Sans"/>
              </a:defRPr>
            </a:lvl4pPr>
            <a:lvl5pPr algn="r">
              <a:defRPr sz="1425" b="1">
                <a:solidFill>
                  <a:srgbClr val="355E7B"/>
                </a:solidFill>
                <a:latin typeface="Liberation Sans"/>
                <a:ea typeface="Liberation Sans"/>
                <a:cs typeface="Liberation Sans"/>
              </a:defRPr>
            </a:lvl5pPr>
            <a:lvl6pPr algn="r">
              <a:defRPr sz="1425" b="1">
                <a:solidFill>
                  <a:srgbClr val="355E7B"/>
                </a:solidFill>
                <a:latin typeface="Liberation Sans"/>
                <a:ea typeface="Liberation Sans"/>
                <a:cs typeface="Liberation Sans"/>
              </a:defRPr>
            </a:lvl6pPr>
            <a:lvl7pPr algn="r">
              <a:defRPr sz="1425" b="1">
                <a:solidFill>
                  <a:srgbClr val="355E7B"/>
                </a:solidFill>
                <a:latin typeface="Liberation Sans"/>
                <a:ea typeface="Liberation Sans"/>
                <a:cs typeface="Liberation Sans"/>
              </a:defRPr>
            </a:lvl7pPr>
            <a:lvl8pPr algn="r">
              <a:defRPr sz="1425" b="1">
                <a:solidFill>
                  <a:srgbClr val="355E7B"/>
                </a:solidFill>
                <a:latin typeface="Liberation Sans"/>
                <a:ea typeface="Liberation Sans"/>
                <a:cs typeface="Liberation Sans"/>
              </a:defRPr>
            </a:lvl8pPr>
            <a:lvl9pPr algn="r">
              <a:defRPr sz="1425" b="1">
                <a:solidFill>
                  <a:srgbClr val="355E7B"/>
                </a:solidFill>
                <a:latin typeface="Liberation Sans"/>
                <a:ea typeface="Liberation Sans"/>
                <a:cs typeface="Liberation Sans"/>
              </a:defRPr>
            </a:lvl9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make your evidence · 8 min · 25 to 33</a:t>
            </a:r>
          </a:p>
        </p:txBody>
      </p:sp>
      <p:sp>
        <p:nvSpPr>
          <p:cNvPr id="3" name="slide-title">
            <a:extLst xmlns:a="http://schemas.openxmlformats.org/drawingml/2006/main">
              <a:ext uri="{FF2B5EF4-FFF2-40B4-BE49-F238E27FC236}">
                <a16:creationId xmlns:a16="http://schemas.microsoft.com/office/drawing/2014/main" id="{97C3ACE6-7023-4FB5-8FB2-593606CC3DF0}"/>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vl1pPr algn="l">
              <a:defRPr sz="2700" b="1">
                <a:solidFill>
                  <a:srgbClr val="355E7B"/>
                </a:solidFill>
                <a:latin typeface="Liberation Sans"/>
                <a:ea typeface="Liberation Sans"/>
                <a:cs typeface="Liberation Sans"/>
              </a:defRPr>
            </a:lvl1pPr>
            <a:lvl2pPr algn="l">
              <a:defRPr sz="2700" b="1">
                <a:solidFill>
                  <a:srgbClr val="355E7B"/>
                </a:solidFill>
                <a:latin typeface="Liberation Sans"/>
                <a:ea typeface="Liberation Sans"/>
                <a:cs typeface="Liberation Sans"/>
              </a:defRPr>
            </a:lvl2pPr>
            <a:lvl3pPr algn="l">
              <a:defRPr sz="2700" b="1">
                <a:solidFill>
                  <a:srgbClr val="355E7B"/>
                </a:solidFill>
                <a:latin typeface="Liberation Sans"/>
                <a:ea typeface="Liberation Sans"/>
                <a:cs typeface="Liberation Sans"/>
              </a:defRPr>
            </a:lvl3pPr>
            <a:lvl4pPr algn="l">
              <a:defRPr sz="2700" b="1">
                <a:solidFill>
                  <a:srgbClr val="355E7B"/>
                </a:solidFill>
                <a:latin typeface="Liberation Sans"/>
                <a:ea typeface="Liberation Sans"/>
                <a:cs typeface="Liberation Sans"/>
              </a:defRPr>
            </a:lvl4pPr>
            <a:lvl5pPr algn="l">
              <a:defRPr sz="2700" b="1">
                <a:solidFill>
                  <a:srgbClr val="355E7B"/>
                </a:solidFill>
                <a:latin typeface="Liberation Sans"/>
                <a:ea typeface="Liberation Sans"/>
                <a:cs typeface="Liberation Sans"/>
              </a:defRPr>
            </a:lvl5pPr>
            <a:lvl6pPr algn="l">
              <a:defRPr sz="2700" b="1">
                <a:solidFill>
                  <a:srgbClr val="355E7B"/>
                </a:solidFill>
                <a:latin typeface="Liberation Sans"/>
                <a:ea typeface="Liberation Sans"/>
                <a:cs typeface="Liberation Sans"/>
              </a:defRPr>
            </a:lvl6pPr>
            <a:lvl7pPr algn="l">
              <a:defRPr sz="2700" b="1">
                <a:solidFill>
                  <a:srgbClr val="355E7B"/>
                </a:solidFill>
                <a:latin typeface="Liberation Sans"/>
                <a:ea typeface="Liberation Sans"/>
                <a:cs typeface="Liberation Sans"/>
              </a:defRPr>
            </a:lvl7pPr>
            <a:lvl8pPr algn="l">
              <a:defRPr sz="2700" b="1">
                <a:solidFill>
                  <a:srgbClr val="355E7B"/>
                </a:solidFill>
                <a:latin typeface="Liberation Sans"/>
                <a:ea typeface="Liberation Sans"/>
                <a:cs typeface="Liberation Sans"/>
              </a:defRPr>
            </a:lvl8pPr>
            <a:lvl9pPr algn="l">
              <a:defRPr sz="2700" b="1">
                <a:solidFill>
                  <a:srgbClr val="355E7B"/>
                </a:solidFill>
                <a:latin typeface="Liberation Sans"/>
                <a:ea typeface="Liberation Sans"/>
                <a:cs typeface="Liberation Sans"/>
              </a:defRPr>
            </a:lvl9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make your evidence</a:t>
            </a:r>
          </a:p>
        </p:txBody>
      </p:sp>
      <p:sp>
        <p:nvSpPr>
          <p:cNvPr id="4" name="shape">
            <a:extLst xmlns:a="http://schemas.openxmlformats.org/drawingml/2006/main">
              <a:ext uri="{FF2B5EF4-FFF2-40B4-BE49-F238E27FC236}">
                <a16:creationId xmlns:a16="http://schemas.microsoft.com/office/drawing/2014/main" id="{C65EC715-AE8B-4534-90D3-0387074BE59B}"/>
              </a:ext>
            </a:extLst>
          </p:cNvPr>
          <p:cNvSpPr>
            <a:spLocks xmlns:a="http://schemas.openxmlformats.org/drawingml/2006/main" noGrp="1"/>
          </p:cNvSpPr>
          <p:nvPr/>
        </p:nvSpPr>
        <p:spPr>
          <a:xfrm xmlns:a="http://schemas.openxmlformats.org/drawingml/2006/main">
            <a:off x="381000"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748D7495-2E92-40B7-A96B-F825BCF33F0B}"/>
              </a:ext>
            </a:extLst>
          </p:cNvPr>
          <p:cNvSpPr>
            <a:spLocks xmlns:a="http://schemas.openxmlformats.org/drawingml/2006/main" noGrp="1"/>
          </p:cNvSpPr>
          <p:nvPr/>
        </p:nvSpPr>
        <p:spPr>
          <a:xfrm xmlns:a="http://schemas.openxmlformats.org/drawingml/2006/main">
            <a:off x="1234678"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A82D5F7A-37F0-4B63-B4D2-B72AD94A2CC6}"/>
              </a:ext>
            </a:extLst>
          </p:cNvPr>
          <p:cNvSpPr>
            <a:spLocks xmlns:a="http://schemas.openxmlformats.org/drawingml/2006/main" noGrp="1"/>
          </p:cNvSpPr>
          <p:nvPr/>
        </p:nvSpPr>
        <p:spPr>
          <a:xfrm xmlns:a="http://schemas.openxmlformats.org/drawingml/2006/main">
            <a:off x="2088356"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42E51CC0-0423-4B88-97ED-E8B3AE2F68FA}"/>
              </a:ext>
            </a:extLst>
          </p:cNvPr>
          <p:cNvSpPr>
            <a:spLocks xmlns:a="http://schemas.openxmlformats.org/drawingml/2006/main" noGrp="1"/>
          </p:cNvSpPr>
          <p:nvPr/>
        </p:nvSpPr>
        <p:spPr>
          <a:xfrm xmlns:a="http://schemas.openxmlformats.org/drawingml/2006/main">
            <a:off x="3226594"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3D4BECCB-E17E-41C1-8F92-E1C5AB887C39}"/>
              </a:ext>
            </a:extLst>
          </p:cNvPr>
          <p:cNvSpPr>
            <a:spLocks xmlns:a="http://schemas.openxmlformats.org/drawingml/2006/main" noGrp="1"/>
          </p:cNvSpPr>
          <p:nvPr/>
        </p:nvSpPr>
        <p:spPr>
          <a:xfrm xmlns:a="http://schemas.openxmlformats.org/drawingml/2006/main">
            <a:off x="4364831"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C98CF7F7-62A2-4105-BEC3-0771EB9219E4}"/>
              </a:ext>
            </a:extLst>
          </p:cNvPr>
          <p:cNvSpPr>
            <a:spLocks xmlns:a="http://schemas.openxmlformats.org/drawingml/2006/main" noGrp="1"/>
          </p:cNvSpPr>
          <p:nvPr/>
        </p:nvSpPr>
        <p:spPr>
          <a:xfrm xmlns:a="http://schemas.openxmlformats.org/drawingml/2006/main">
            <a:off x="5218509"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shape">
            <a:extLst xmlns:a="http://schemas.openxmlformats.org/drawingml/2006/main">
              <a:ext uri="{FF2B5EF4-FFF2-40B4-BE49-F238E27FC236}">
                <a16:creationId xmlns:a16="http://schemas.microsoft.com/office/drawing/2014/main" id="{97A54BB7-0532-4164-99A8-B8D6447F86CE}"/>
              </a:ext>
            </a:extLst>
          </p:cNvPr>
          <p:cNvSpPr>
            <a:spLocks xmlns:a="http://schemas.openxmlformats.org/drawingml/2006/main" noGrp="1"/>
          </p:cNvSpPr>
          <p:nvPr/>
        </p:nvSpPr>
        <p:spPr>
          <a:xfrm xmlns:a="http://schemas.openxmlformats.org/drawingml/2006/main">
            <a:off x="6356747" y="1381125"/>
            <a:ext cx="540544"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1" name="shape">
            <a:extLst xmlns:a="http://schemas.openxmlformats.org/drawingml/2006/main">
              <a:ext uri="{FF2B5EF4-FFF2-40B4-BE49-F238E27FC236}">
                <a16:creationId xmlns:a16="http://schemas.microsoft.com/office/drawing/2014/main" id="{B26BA3A7-F9EC-4CF6-A90E-08343EBCEF1F}"/>
              </a:ext>
            </a:extLst>
          </p:cNvPr>
          <p:cNvSpPr>
            <a:spLocks xmlns:a="http://schemas.openxmlformats.org/drawingml/2006/main" noGrp="1"/>
          </p:cNvSpPr>
          <p:nvPr/>
        </p:nvSpPr>
        <p:spPr>
          <a:xfrm xmlns:a="http://schemas.openxmlformats.org/drawingml/2006/main">
            <a:off x="6925866" y="1381125"/>
            <a:ext cx="540544"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2" name="shape">
            <a:extLst xmlns:a="http://schemas.openxmlformats.org/drawingml/2006/main">
              <a:ext uri="{FF2B5EF4-FFF2-40B4-BE49-F238E27FC236}">
                <a16:creationId xmlns:a16="http://schemas.microsoft.com/office/drawing/2014/main" id="{6E380DB1-6CC8-455B-8223-3C20BE83C328}"/>
              </a:ext>
            </a:extLst>
          </p:cNvPr>
          <p:cNvSpPr>
            <a:spLocks xmlns:a="http://schemas.openxmlformats.org/drawingml/2006/main" noGrp="1"/>
          </p:cNvSpPr>
          <p:nvPr/>
        </p:nvSpPr>
        <p:spPr>
          <a:xfrm xmlns:a="http://schemas.openxmlformats.org/drawingml/2006/main">
            <a:off x="7494984" y="1381125"/>
            <a:ext cx="2247900"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3" name="shape">
            <a:extLst xmlns:a="http://schemas.openxmlformats.org/drawingml/2006/main">
              <a:ext uri="{FF2B5EF4-FFF2-40B4-BE49-F238E27FC236}">
                <a16:creationId xmlns:a16="http://schemas.microsoft.com/office/drawing/2014/main" id="{556CC787-628C-4CD6-A9ED-088199753518}"/>
              </a:ext>
            </a:extLst>
          </p:cNvPr>
          <p:cNvSpPr>
            <a:spLocks xmlns:a="http://schemas.openxmlformats.org/drawingml/2006/main" noGrp="1"/>
          </p:cNvSpPr>
          <p:nvPr/>
        </p:nvSpPr>
        <p:spPr>
          <a:xfrm xmlns:a="http://schemas.openxmlformats.org/drawingml/2006/main">
            <a:off x="9771459"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4" name="shape">
            <a:extLst xmlns:a="http://schemas.openxmlformats.org/drawingml/2006/main">
              <a:ext uri="{FF2B5EF4-FFF2-40B4-BE49-F238E27FC236}">
                <a16:creationId xmlns:a16="http://schemas.microsoft.com/office/drawing/2014/main" id="{812DE2BA-C20F-4B26-8B3E-920292FDE108}"/>
              </a:ext>
            </a:extLst>
          </p:cNvPr>
          <p:cNvSpPr>
            <a:spLocks xmlns:a="http://schemas.openxmlformats.org/drawingml/2006/main" noGrp="1"/>
          </p:cNvSpPr>
          <p:nvPr/>
        </p:nvSpPr>
        <p:spPr>
          <a:xfrm xmlns:a="http://schemas.openxmlformats.org/drawingml/2006/main">
            <a:off x="10625138"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5" name="objective-footer">
            <a:extLst xmlns:a="http://schemas.openxmlformats.org/drawingml/2006/main">
              <a:ext uri="{FF2B5EF4-FFF2-40B4-BE49-F238E27FC236}">
                <a16:creationId xmlns:a16="http://schemas.microsoft.com/office/drawing/2014/main" id="{AC70AC1F-5FDD-4EB6-8C07-B6BEB8070398}"/>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vl1pPr algn="l">
              <a:defRPr sz="1425" b="0">
                <a:solidFill>
                  <a:srgbClr val="46586A"/>
                </a:solidFill>
                <a:latin typeface="Liberation Sans"/>
                <a:ea typeface="Liberation Sans"/>
                <a:cs typeface="Liberation Sans"/>
              </a:defRPr>
            </a:lvl1pPr>
            <a:lvl2pPr algn="l">
              <a:defRPr sz="1425" b="0">
                <a:solidFill>
                  <a:srgbClr val="46586A"/>
                </a:solidFill>
                <a:latin typeface="Liberation Sans"/>
                <a:ea typeface="Liberation Sans"/>
                <a:cs typeface="Liberation Sans"/>
              </a:defRPr>
            </a:lvl2pPr>
            <a:lvl3pPr algn="l">
              <a:defRPr sz="1425" b="0">
                <a:solidFill>
                  <a:srgbClr val="46586A"/>
                </a:solidFill>
                <a:latin typeface="Liberation Sans"/>
                <a:ea typeface="Liberation Sans"/>
                <a:cs typeface="Liberation Sans"/>
              </a:defRPr>
            </a:lvl3pPr>
            <a:lvl4pPr algn="l">
              <a:defRPr sz="1425" b="0">
                <a:solidFill>
                  <a:srgbClr val="46586A"/>
                </a:solidFill>
                <a:latin typeface="Liberation Sans"/>
                <a:ea typeface="Liberation Sans"/>
                <a:cs typeface="Liberation Sans"/>
              </a:defRPr>
            </a:lvl4pPr>
            <a:lvl5pPr algn="l">
              <a:defRPr sz="1425" b="0">
                <a:solidFill>
                  <a:srgbClr val="46586A"/>
                </a:solidFill>
                <a:latin typeface="Liberation Sans"/>
                <a:ea typeface="Liberation Sans"/>
                <a:cs typeface="Liberation Sans"/>
              </a:defRPr>
            </a:lvl5pPr>
            <a:lvl6pPr algn="l">
              <a:defRPr sz="1425" b="0">
                <a:solidFill>
                  <a:srgbClr val="46586A"/>
                </a:solidFill>
                <a:latin typeface="Liberation Sans"/>
                <a:ea typeface="Liberation Sans"/>
                <a:cs typeface="Liberation Sans"/>
              </a:defRPr>
            </a:lvl6pPr>
            <a:lvl7pPr algn="l">
              <a:defRPr sz="1425" b="0">
                <a:solidFill>
                  <a:srgbClr val="46586A"/>
                </a:solidFill>
                <a:latin typeface="Liberation Sans"/>
                <a:ea typeface="Liberation Sans"/>
                <a:cs typeface="Liberation Sans"/>
              </a:defRPr>
            </a:lvl7pPr>
            <a:lvl8pPr algn="l">
              <a:defRPr sz="1425" b="0">
                <a:solidFill>
                  <a:srgbClr val="46586A"/>
                </a:solidFill>
                <a:latin typeface="Liberation Sans"/>
                <a:ea typeface="Liberation Sans"/>
                <a:cs typeface="Liberation Sans"/>
              </a:defRPr>
            </a:lvl8pPr>
            <a:lvl9pPr algn="l">
              <a:defRPr sz="1425" b="0">
                <a:solidFill>
                  <a:srgbClr val="46586A"/>
                </a:solidFill>
                <a:latin typeface="Liberation Sans"/>
                <a:ea typeface="Liberation Sans"/>
                <a:cs typeface="Liberation Sans"/>
              </a:defRPr>
            </a:lvl9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I can explain that animals get food by eating, and plants can make their own food.</a:t>
            </a:r>
          </a:p>
        </p:txBody>
      </p:sp>
      <p:sp>
        <p:nvSpPr>
          <p:cNvPr id="16" name="blank-version-footer">
            <a:extLst xmlns:a="http://schemas.openxmlformats.org/drawingml/2006/main">
              <a:ext uri="{FF2B5EF4-FFF2-40B4-BE49-F238E27FC236}">
                <a16:creationId xmlns:a16="http://schemas.microsoft.com/office/drawing/2014/main" id="{FA7AC42C-4C3F-431C-90B5-41FF654A1D16}"/>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vl1pPr algn="l">
              <a:defRPr sz="1425" b="0">
                <a:solidFill>
                  <a:srgbClr val="46586A"/>
                </a:solidFill>
                <a:latin typeface="Liberation Sans"/>
                <a:ea typeface="Liberation Sans"/>
                <a:cs typeface="Liberation Sans"/>
              </a:defRPr>
            </a:lvl1pPr>
            <a:lvl2pPr algn="l">
              <a:defRPr sz="1425" b="0">
                <a:solidFill>
                  <a:srgbClr val="46586A"/>
                </a:solidFill>
                <a:latin typeface="Liberation Sans"/>
                <a:ea typeface="Liberation Sans"/>
                <a:cs typeface="Liberation Sans"/>
              </a:defRPr>
            </a:lvl2pPr>
            <a:lvl3pPr algn="l">
              <a:defRPr sz="1425" b="0">
                <a:solidFill>
                  <a:srgbClr val="46586A"/>
                </a:solidFill>
                <a:latin typeface="Liberation Sans"/>
                <a:ea typeface="Liberation Sans"/>
                <a:cs typeface="Liberation Sans"/>
              </a:defRPr>
            </a:lvl3pPr>
            <a:lvl4pPr algn="l">
              <a:defRPr sz="1425" b="0">
                <a:solidFill>
                  <a:srgbClr val="46586A"/>
                </a:solidFill>
                <a:latin typeface="Liberation Sans"/>
                <a:ea typeface="Liberation Sans"/>
                <a:cs typeface="Liberation Sans"/>
              </a:defRPr>
            </a:lvl4pPr>
            <a:lvl5pPr algn="l">
              <a:defRPr sz="1425" b="0">
                <a:solidFill>
                  <a:srgbClr val="46586A"/>
                </a:solidFill>
                <a:latin typeface="Liberation Sans"/>
                <a:ea typeface="Liberation Sans"/>
                <a:cs typeface="Liberation Sans"/>
              </a:defRPr>
            </a:lvl5pPr>
            <a:lvl6pPr algn="l">
              <a:defRPr sz="1425" b="0">
                <a:solidFill>
                  <a:srgbClr val="46586A"/>
                </a:solidFill>
                <a:latin typeface="Liberation Sans"/>
                <a:ea typeface="Liberation Sans"/>
                <a:cs typeface="Liberation Sans"/>
              </a:defRPr>
            </a:lvl6pPr>
            <a:lvl7pPr algn="l">
              <a:defRPr sz="1425" b="0">
                <a:solidFill>
                  <a:srgbClr val="46586A"/>
                </a:solidFill>
                <a:latin typeface="Liberation Sans"/>
                <a:ea typeface="Liberation Sans"/>
                <a:cs typeface="Liberation Sans"/>
              </a:defRPr>
            </a:lvl7pPr>
            <a:lvl8pPr algn="l">
              <a:defRPr sz="1425" b="0">
                <a:solidFill>
                  <a:srgbClr val="46586A"/>
                </a:solidFill>
                <a:latin typeface="Liberation Sans"/>
                <a:ea typeface="Liberation Sans"/>
                <a:cs typeface="Liberation Sans"/>
              </a:defRPr>
            </a:lvl8pPr>
            <a:lvl9pPr algn="l">
              <a:defRPr sz="1425" b="0">
                <a:solidFill>
                  <a:srgbClr val="46586A"/>
                </a:solidFill>
                <a:latin typeface="Liberation Sans"/>
                <a:ea typeface="Liberation Sans"/>
                <a:cs typeface="Liberation Sans"/>
              </a:defRPr>
            </a:lvl9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SCI-BUILD-A1-W08-P1 · Version: ______ · Source page SHA-256: ______</a:t>
            </a:r>
          </a:p>
        </p:txBody>
      </p:sp>
      <p:sp>
        <p:nvSpPr>
          <p:cNvPr id="17" name="slide-progress">
            <a:extLst xmlns:a="http://schemas.openxmlformats.org/drawingml/2006/main">
              <a:ext uri="{FF2B5EF4-FFF2-40B4-BE49-F238E27FC236}">
                <a16:creationId xmlns:a16="http://schemas.microsoft.com/office/drawing/2014/main" id="{6269698F-B38C-46C4-BEA9-8DEC30EBB1D6}"/>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vl1pPr algn="r">
              <a:defRPr sz="1425" b="0">
                <a:solidFill>
                  <a:srgbClr val="46586A"/>
                </a:solidFill>
                <a:latin typeface="Liberation Sans"/>
                <a:ea typeface="Liberation Sans"/>
                <a:cs typeface="Liberation Sans"/>
              </a:defRPr>
            </a:lvl1pPr>
            <a:lvl2pPr algn="r">
              <a:defRPr sz="1425" b="0">
                <a:solidFill>
                  <a:srgbClr val="46586A"/>
                </a:solidFill>
                <a:latin typeface="Liberation Sans"/>
                <a:ea typeface="Liberation Sans"/>
                <a:cs typeface="Liberation Sans"/>
              </a:defRPr>
            </a:lvl2pPr>
            <a:lvl3pPr algn="r">
              <a:defRPr sz="1425" b="0">
                <a:solidFill>
                  <a:srgbClr val="46586A"/>
                </a:solidFill>
                <a:latin typeface="Liberation Sans"/>
                <a:ea typeface="Liberation Sans"/>
                <a:cs typeface="Liberation Sans"/>
              </a:defRPr>
            </a:lvl3pPr>
            <a:lvl4pPr algn="r">
              <a:defRPr sz="1425" b="0">
                <a:solidFill>
                  <a:srgbClr val="46586A"/>
                </a:solidFill>
                <a:latin typeface="Liberation Sans"/>
                <a:ea typeface="Liberation Sans"/>
                <a:cs typeface="Liberation Sans"/>
              </a:defRPr>
            </a:lvl4pPr>
            <a:lvl5pPr algn="r">
              <a:defRPr sz="1425" b="0">
                <a:solidFill>
                  <a:srgbClr val="46586A"/>
                </a:solidFill>
                <a:latin typeface="Liberation Sans"/>
                <a:ea typeface="Liberation Sans"/>
                <a:cs typeface="Liberation Sans"/>
              </a:defRPr>
            </a:lvl5pPr>
            <a:lvl6pPr algn="r">
              <a:defRPr sz="1425" b="0">
                <a:solidFill>
                  <a:srgbClr val="46586A"/>
                </a:solidFill>
                <a:latin typeface="Liberation Sans"/>
                <a:ea typeface="Liberation Sans"/>
                <a:cs typeface="Liberation Sans"/>
              </a:defRPr>
            </a:lvl6pPr>
            <a:lvl7pPr algn="r">
              <a:defRPr sz="1425" b="0">
                <a:solidFill>
                  <a:srgbClr val="46586A"/>
                </a:solidFill>
                <a:latin typeface="Liberation Sans"/>
                <a:ea typeface="Liberation Sans"/>
                <a:cs typeface="Liberation Sans"/>
              </a:defRPr>
            </a:lvl7pPr>
            <a:lvl8pPr algn="r">
              <a:defRPr sz="1425" b="0">
                <a:solidFill>
                  <a:srgbClr val="46586A"/>
                </a:solidFill>
                <a:latin typeface="Liberation Sans"/>
                <a:ea typeface="Liberation Sans"/>
                <a:cs typeface="Liberation Sans"/>
              </a:defRPr>
            </a:lvl8pPr>
            <a:lvl9pPr algn="r">
              <a:defRPr sz="1425" b="0">
                <a:solidFill>
                  <a:srgbClr val="46586A"/>
                </a:solidFill>
                <a:latin typeface="Liberation Sans"/>
                <a:ea typeface="Liberation Sans"/>
                <a:cs typeface="Liberation Sans"/>
              </a:defRPr>
            </a:lvl9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23 / 29</a:t>
            </a:r>
          </a:p>
        </p:txBody>
      </p:sp>
      <p:sp>
        <p:nvSpPr>
          <p:cNvPr id="18" name="licence-footer">
            <a:extLst xmlns:a="http://schemas.openxmlformats.org/drawingml/2006/main">
              <a:ext uri="{FF2B5EF4-FFF2-40B4-BE49-F238E27FC236}">
                <a16:creationId xmlns:a16="http://schemas.microsoft.com/office/drawing/2014/main" id="{3E7DC826-AB1D-4D1F-81AD-A5A8C0411CA7}"/>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vl1pPr algn="l">
              <a:defRPr sz="1425" b="0">
                <a:solidFill>
                  <a:srgbClr val="46586A"/>
                </a:solidFill>
                <a:latin typeface="Liberation Sans"/>
                <a:ea typeface="Liberation Sans"/>
                <a:cs typeface="Liberation Sans"/>
              </a:defRPr>
            </a:lvl1pPr>
            <a:lvl2pPr algn="l">
              <a:defRPr sz="1425" b="0">
                <a:solidFill>
                  <a:srgbClr val="46586A"/>
                </a:solidFill>
                <a:latin typeface="Liberation Sans"/>
                <a:ea typeface="Liberation Sans"/>
                <a:cs typeface="Liberation Sans"/>
              </a:defRPr>
            </a:lvl2pPr>
            <a:lvl3pPr algn="l">
              <a:defRPr sz="1425" b="0">
                <a:solidFill>
                  <a:srgbClr val="46586A"/>
                </a:solidFill>
                <a:latin typeface="Liberation Sans"/>
                <a:ea typeface="Liberation Sans"/>
                <a:cs typeface="Liberation Sans"/>
              </a:defRPr>
            </a:lvl3pPr>
            <a:lvl4pPr algn="l">
              <a:defRPr sz="1425" b="0">
                <a:solidFill>
                  <a:srgbClr val="46586A"/>
                </a:solidFill>
                <a:latin typeface="Liberation Sans"/>
                <a:ea typeface="Liberation Sans"/>
                <a:cs typeface="Liberation Sans"/>
              </a:defRPr>
            </a:lvl4pPr>
            <a:lvl5pPr algn="l">
              <a:defRPr sz="1425" b="0">
                <a:solidFill>
                  <a:srgbClr val="46586A"/>
                </a:solidFill>
                <a:latin typeface="Liberation Sans"/>
                <a:ea typeface="Liberation Sans"/>
                <a:cs typeface="Liberation Sans"/>
              </a:defRPr>
            </a:lvl5pPr>
            <a:lvl6pPr algn="l">
              <a:defRPr sz="1425" b="0">
                <a:solidFill>
                  <a:srgbClr val="46586A"/>
                </a:solidFill>
                <a:latin typeface="Liberation Sans"/>
                <a:ea typeface="Liberation Sans"/>
                <a:cs typeface="Liberation Sans"/>
              </a:defRPr>
            </a:lvl6pPr>
            <a:lvl7pPr algn="l">
              <a:defRPr sz="1425" b="0">
                <a:solidFill>
                  <a:srgbClr val="46586A"/>
                </a:solidFill>
                <a:latin typeface="Liberation Sans"/>
                <a:ea typeface="Liberation Sans"/>
                <a:cs typeface="Liberation Sans"/>
              </a:defRPr>
            </a:lvl7pPr>
            <a:lvl8pPr algn="l">
              <a:defRPr sz="1425" b="0">
                <a:solidFill>
                  <a:srgbClr val="46586A"/>
                </a:solidFill>
                <a:latin typeface="Liberation Sans"/>
                <a:ea typeface="Liberation Sans"/>
                <a:cs typeface="Liberation Sans"/>
              </a:defRPr>
            </a:lvl8pPr>
            <a:lvl9pPr algn="l">
              <a:defRPr sz="1425" b="0">
                <a:solidFill>
                  <a:srgbClr val="46586A"/>
                </a:solidFill>
                <a:latin typeface="Liberation Sans"/>
                <a:ea typeface="Liberation Sans"/>
                <a:cs typeface="Liberation Sans"/>
              </a:defRPr>
            </a:lvl9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9" name="">
            <a:extLst xmlns:a="http://schemas.openxmlformats.org/drawingml/2006/main">
              <a:ext uri="{FF2B5EF4-FFF2-40B4-BE49-F238E27FC236}">
                <a16:creationId xmlns:a16="http://schemas.microsoft.com/office/drawing/2014/main" id="{8F655EDD-39C8-47B6-85E9-51F87C2E070B}"/>
              </a:ext>
            </a:extLst>
          </p:cNvPr>
          <p:cNvPicPr>
            <a:picLocks xmlns:a="http://schemas.openxmlformats.org/drawingml/2006/main" noChangeAspect="1"/>
          </p:cNvPicPr>
          <p:nvPr/>
        </p:nvPicPr>
        <p:blipFill>
          <a:blip xmlns:r="http://schemas.openxmlformats.org/officeDocument/2006/relationships" xmlns:a="http://schemas.openxmlformats.org/drawingml/2006/main" r:embed="R6c1b3aa278254a63"/>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20" name="pupil-text">
            <a:extLst xmlns:a="http://schemas.openxmlformats.org/drawingml/2006/main">
              <a:ext uri="{FF2B5EF4-FFF2-40B4-BE49-F238E27FC236}">
                <a16:creationId xmlns:a16="http://schemas.microsoft.com/office/drawing/2014/main" id="{213FFEB3-A58A-477F-A97C-9FAB3A7CB9D0}"/>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vl1pPr algn="l">
              <a:defRPr sz="1950" b="1">
                <a:solidFill>
                  <a:srgbClr val="355E7B"/>
                </a:solidFill>
                <a:latin typeface="Liberation Sans"/>
                <a:ea typeface="Liberation Sans"/>
                <a:cs typeface="Liberation Sans"/>
              </a:defRPr>
            </a:lvl1pPr>
            <a:lvl2pPr algn="l">
              <a:defRPr sz="1950" b="1">
                <a:solidFill>
                  <a:srgbClr val="355E7B"/>
                </a:solidFill>
                <a:latin typeface="Liberation Sans"/>
                <a:ea typeface="Liberation Sans"/>
                <a:cs typeface="Liberation Sans"/>
              </a:defRPr>
            </a:lvl2pPr>
            <a:lvl3pPr algn="l">
              <a:defRPr sz="1950" b="1">
                <a:solidFill>
                  <a:srgbClr val="355E7B"/>
                </a:solidFill>
                <a:latin typeface="Liberation Sans"/>
                <a:ea typeface="Liberation Sans"/>
                <a:cs typeface="Liberation Sans"/>
              </a:defRPr>
            </a:lvl3pPr>
            <a:lvl4pPr algn="l">
              <a:defRPr sz="1950" b="1">
                <a:solidFill>
                  <a:srgbClr val="355E7B"/>
                </a:solidFill>
                <a:latin typeface="Liberation Sans"/>
                <a:ea typeface="Liberation Sans"/>
                <a:cs typeface="Liberation Sans"/>
              </a:defRPr>
            </a:lvl4pPr>
            <a:lvl5pPr algn="l">
              <a:defRPr sz="1950" b="1">
                <a:solidFill>
                  <a:srgbClr val="355E7B"/>
                </a:solidFill>
                <a:latin typeface="Liberation Sans"/>
                <a:ea typeface="Liberation Sans"/>
                <a:cs typeface="Liberation Sans"/>
              </a:defRPr>
            </a:lvl5pPr>
            <a:lvl6pPr algn="l">
              <a:defRPr sz="1950" b="1">
                <a:solidFill>
                  <a:srgbClr val="355E7B"/>
                </a:solidFill>
                <a:latin typeface="Liberation Sans"/>
                <a:ea typeface="Liberation Sans"/>
                <a:cs typeface="Liberation Sans"/>
              </a:defRPr>
            </a:lvl6pPr>
            <a:lvl7pPr algn="l">
              <a:defRPr sz="1950" b="1">
                <a:solidFill>
                  <a:srgbClr val="355E7B"/>
                </a:solidFill>
                <a:latin typeface="Liberation Sans"/>
                <a:ea typeface="Liberation Sans"/>
                <a:cs typeface="Liberation Sans"/>
              </a:defRPr>
            </a:lvl7pPr>
            <a:lvl8pPr algn="l">
              <a:defRPr sz="1950" b="1">
                <a:solidFill>
                  <a:srgbClr val="355E7B"/>
                </a:solidFill>
                <a:latin typeface="Liberation Sans"/>
                <a:ea typeface="Liberation Sans"/>
                <a:cs typeface="Liberation Sans"/>
              </a:defRPr>
            </a:lvl8pPr>
            <a:lvl9pPr algn="l">
              <a:defRPr sz="1950" b="1">
                <a:solidFill>
                  <a:srgbClr val="355E7B"/>
                </a:solidFill>
                <a:latin typeface="Liberation Sans"/>
                <a:ea typeface="Liberation Sans"/>
                <a:cs typeface="Liberation Sans"/>
              </a:defRPr>
            </a:lvl9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Independent</a:t>
            </a:r>
          </a:p>
        </p:txBody>
      </p:sp>
      <p:sp>
        <p:nvSpPr>
          <p:cNvPr id="21" name="shape">
            <a:extLst xmlns:a="http://schemas.openxmlformats.org/drawingml/2006/main">
              <a:ext uri="{FF2B5EF4-FFF2-40B4-BE49-F238E27FC236}">
                <a16:creationId xmlns:a16="http://schemas.microsoft.com/office/drawing/2014/main" id="{2728FE63-D174-414F-92C1-D0D0E3F0EA37}"/>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2" name="pupil-text">
            <a:extLst xmlns:a="http://schemas.openxmlformats.org/drawingml/2006/main">
              <a:ext uri="{FF2B5EF4-FFF2-40B4-BE49-F238E27FC236}">
                <a16:creationId xmlns:a16="http://schemas.microsoft.com/office/drawing/2014/main" id="{17181AE0-8EBB-43E6-BC8C-DC6112451A2D}"/>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Match the six animal-food pairs you have. Make both chains. Add the labels producer and consumer.</a:t>
            </a:r>
          </a:p>
        </p:txBody>
      </p:sp>
      <p:sp>
        <p:nvSpPr>
          <p:cNvPr id="23" name="shape">
            <a:extLst xmlns:a="http://schemas.openxmlformats.org/drawingml/2006/main">
              <a:ext uri="{FF2B5EF4-FFF2-40B4-BE49-F238E27FC236}">
                <a16:creationId xmlns:a16="http://schemas.microsoft.com/office/drawing/2014/main" id="{4B79CB00-10A0-46BF-B9C6-E96202BF3B1D}"/>
              </a:ext>
            </a:extLst>
          </p:cNvPr>
          <p:cNvSpPr>
            <a:spLocks xmlns:a="http://schemas.openxmlformats.org/drawingml/2006/main" noGrp="1"/>
          </p:cNvSpPr>
          <p:nvPr/>
        </p:nvSpPr>
        <p:spPr>
          <a:xfrm xmlns:a="http://schemas.openxmlformats.org/drawingml/2006/main">
            <a:off x="409575" y="24574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4" name="pupil-text">
            <a:extLst xmlns:a="http://schemas.openxmlformats.org/drawingml/2006/main">
              <a:ext uri="{FF2B5EF4-FFF2-40B4-BE49-F238E27FC236}">
                <a16:creationId xmlns:a16="http://schemas.microsoft.com/office/drawing/2014/main" id="{200925D6-BC2D-4A3E-BB03-7283800D9731}"/>
              </a:ext>
            </a:extLst>
          </p:cNvPr>
          <p:cNvSpPr>
            <a:spLocks xmlns:a="http://schemas.openxmlformats.org/drawingml/2006/main" noGrp="1"/>
          </p:cNvSpPr>
          <p:nvPr/>
        </p:nvSpPr>
        <p:spPr>
          <a:xfrm xmlns:a="http://schemas.openxmlformats.org/drawingml/2006/main">
            <a:off x="457200" y="2466975"/>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Fix one arrow. Say what might change if there were fewer plants. Say why.</a:t>
            </a:r>
          </a:p>
        </p:txBody>
      </p:sp>
      <p:sp>
        <p:nvSpPr>
          <p:cNvPr id="25" name="shape">
            <a:extLst xmlns:a="http://schemas.openxmlformats.org/drawingml/2006/main">
              <a:ext uri="{FF2B5EF4-FFF2-40B4-BE49-F238E27FC236}">
                <a16:creationId xmlns:a16="http://schemas.microsoft.com/office/drawing/2014/main" id="{A2D86310-B986-4838-834E-2CCE036A0A2B}"/>
              </a:ext>
            </a:extLst>
          </p:cNvPr>
          <p:cNvSpPr>
            <a:spLocks xmlns:a="http://schemas.openxmlformats.org/drawingml/2006/main" noGrp="1"/>
          </p:cNvSpPr>
          <p:nvPr/>
        </p:nvSpPr>
        <p:spPr>
          <a:xfrm xmlns:a="http://schemas.openxmlformats.org/drawingml/2006/main">
            <a:off x="409575" y="28479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6" name="pupil-text">
            <a:extLst xmlns:a="http://schemas.openxmlformats.org/drawingml/2006/main">
              <a:ext uri="{FF2B5EF4-FFF2-40B4-BE49-F238E27FC236}">
                <a16:creationId xmlns:a16="http://schemas.microsoft.com/office/drawing/2014/main" id="{8232668C-3032-4299-B088-76F3712424F1}"/>
              </a:ext>
            </a:extLst>
          </p:cNvPr>
          <p:cNvSpPr>
            <a:spLocks xmlns:a="http://schemas.openxmlformats.org/drawingml/2006/main" noGrp="1"/>
          </p:cNvSpPr>
          <p:nvPr/>
        </p:nvSpPr>
        <p:spPr>
          <a:xfrm xmlns:a="http://schemas.openxmlformats.org/drawingml/2006/main">
            <a:off x="457200" y="2857500"/>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Help: The __ gets food by eating __. Fewer __ could mean __ because __.</a:t>
            </a:r>
          </a:p>
        </p:txBody>
      </p:sp>
    </p:spTree>
    <p:extLst>
      <p:ext uri="{BB962C8B-B14F-4D97-AF65-F5344CB8AC3E}">
        <p14:creationId xmlns:p14="http://schemas.microsoft.com/office/powerpoint/2010/main" val="1661972380"/>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lesson-header">
            <a:extLst xmlns:a="http://schemas.openxmlformats.org/drawingml/2006/main">
              <a:ext uri="{FF2B5EF4-FFF2-40B4-BE49-F238E27FC236}">
                <a16:creationId xmlns:a16="http://schemas.microsoft.com/office/drawing/2014/main" id="{EB3D6A05-FD4B-4F83-BC4D-A9CCF1099FBC}"/>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vl1pPr algn="l">
              <a:defRPr sz="1425" b="1">
                <a:solidFill>
                  <a:srgbClr val="355E7B"/>
                </a:solidFill>
                <a:latin typeface="Liberation Sans"/>
                <a:ea typeface="Liberation Sans"/>
                <a:cs typeface="Liberation Sans"/>
              </a:defRPr>
            </a:lvl1pPr>
            <a:lvl2pPr algn="l">
              <a:defRPr sz="1425" b="1">
                <a:solidFill>
                  <a:srgbClr val="355E7B"/>
                </a:solidFill>
                <a:latin typeface="Liberation Sans"/>
                <a:ea typeface="Liberation Sans"/>
                <a:cs typeface="Liberation Sans"/>
              </a:defRPr>
            </a:lvl2pPr>
            <a:lvl3pPr algn="l">
              <a:defRPr sz="1425" b="1">
                <a:solidFill>
                  <a:srgbClr val="355E7B"/>
                </a:solidFill>
                <a:latin typeface="Liberation Sans"/>
                <a:ea typeface="Liberation Sans"/>
                <a:cs typeface="Liberation Sans"/>
              </a:defRPr>
            </a:lvl3pPr>
            <a:lvl4pPr algn="l">
              <a:defRPr sz="1425" b="1">
                <a:solidFill>
                  <a:srgbClr val="355E7B"/>
                </a:solidFill>
                <a:latin typeface="Liberation Sans"/>
                <a:ea typeface="Liberation Sans"/>
                <a:cs typeface="Liberation Sans"/>
              </a:defRPr>
            </a:lvl4pPr>
            <a:lvl5pPr algn="l">
              <a:defRPr sz="1425" b="1">
                <a:solidFill>
                  <a:srgbClr val="355E7B"/>
                </a:solidFill>
                <a:latin typeface="Liberation Sans"/>
                <a:ea typeface="Liberation Sans"/>
                <a:cs typeface="Liberation Sans"/>
              </a:defRPr>
            </a:lvl5pPr>
            <a:lvl6pPr algn="l">
              <a:defRPr sz="1425" b="1">
                <a:solidFill>
                  <a:srgbClr val="355E7B"/>
                </a:solidFill>
                <a:latin typeface="Liberation Sans"/>
                <a:ea typeface="Liberation Sans"/>
                <a:cs typeface="Liberation Sans"/>
              </a:defRPr>
            </a:lvl6pPr>
            <a:lvl7pPr algn="l">
              <a:defRPr sz="1425" b="1">
                <a:solidFill>
                  <a:srgbClr val="355E7B"/>
                </a:solidFill>
                <a:latin typeface="Liberation Sans"/>
                <a:ea typeface="Liberation Sans"/>
                <a:cs typeface="Liberation Sans"/>
              </a:defRPr>
            </a:lvl7pPr>
            <a:lvl8pPr algn="l">
              <a:defRPr sz="1425" b="1">
                <a:solidFill>
                  <a:srgbClr val="355E7B"/>
                </a:solidFill>
                <a:latin typeface="Liberation Sans"/>
                <a:ea typeface="Liberation Sans"/>
                <a:cs typeface="Liberation Sans"/>
              </a:defRPr>
            </a:lvl8pPr>
            <a:lvl9pPr algn="l">
              <a:defRPr sz="1425" b="1">
                <a:solidFill>
                  <a:srgbClr val="355E7B"/>
                </a:solidFill>
                <a:latin typeface="Liberation Sans"/>
                <a:ea typeface="Liberation Sans"/>
                <a:cs typeface="Liberation Sans"/>
              </a:defRPr>
            </a:lvl9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SCIENCE · AUTUMN 1 · Week 8</a:t>
            </a:r>
          </a:p>
        </p:txBody>
      </p:sp>
      <p:sp>
        <p:nvSpPr>
          <p:cNvPr id="2" name="stage-clock">
            <a:extLst xmlns:a="http://schemas.openxmlformats.org/drawingml/2006/main">
              <a:ext uri="{FF2B5EF4-FFF2-40B4-BE49-F238E27FC236}">
                <a16:creationId xmlns:a16="http://schemas.microsoft.com/office/drawing/2014/main" id="{3A051B85-8117-4842-8343-FC45D5C6C554}"/>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vl1pPr algn="r">
              <a:defRPr sz="1425" b="1">
                <a:solidFill>
                  <a:srgbClr val="355E7B"/>
                </a:solidFill>
                <a:latin typeface="Liberation Sans"/>
                <a:ea typeface="Liberation Sans"/>
                <a:cs typeface="Liberation Sans"/>
              </a:defRPr>
            </a:lvl1pPr>
            <a:lvl2pPr algn="r">
              <a:defRPr sz="1425" b="1">
                <a:solidFill>
                  <a:srgbClr val="355E7B"/>
                </a:solidFill>
                <a:latin typeface="Liberation Sans"/>
                <a:ea typeface="Liberation Sans"/>
                <a:cs typeface="Liberation Sans"/>
              </a:defRPr>
            </a:lvl2pPr>
            <a:lvl3pPr algn="r">
              <a:defRPr sz="1425" b="1">
                <a:solidFill>
                  <a:srgbClr val="355E7B"/>
                </a:solidFill>
                <a:latin typeface="Liberation Sans"/>
                <a:ea typeface="Liberation Sans"/>
                <a:cs typeface="Liberation Sans"/>
              </a:defRPr>
            </a:lvl3pPr>
            <a:lvl4pPr algn="r">
              <a:defRPr sz="1425" b="1">
                <a:solidFill>
                  <a:srgbClr val="355E7B"/>
                </a:solidFill>
                <a:latin typeface="Liberation Sans"/>
                <a:ea typeface="Liberation Sans"/>
                <a:cs typeface="Liberation Sans"/>
              </a:defRPr>
            </a:lvl4pPr>
            <a:lvl5pPr algn="r">
              <a:defRPr sz="1425" b="1">
                <a:solidFill>
                  <a:srgbClr val="355E7B"/>
                </a:solidFill>
                <a:latin typeface="Liberation Sans"/>
                <a:ea typeface="Liberation Sans"/>
                <a:cs typeface="Liberation Sans"/>
              </a:defRPr>
            </a:lvl5pPr>
            <a:lvl6pPr algn="r">
              <a:defRPr sz="1425" b="1">
                <a:solidFill>
                  <a:srgbClr val="355E7B"/>
                </a:solidFill>
                <a:latin typeface="Liberation Sans"/>
                <a:ea typeface="Liberation Sans"/>
                <a:cs typeface="Liberation Sans"/>
              </a:defRPr>
            </a:lvl6pPr>
            <a:lvl7pPr algn="r">
              <a:defRPr sz="1425" b="1">
                <a:solidFill>
                  <a:srgbClr val="355E7B"/>
                </a:solidFill>
                <a:latin typeface="Liberation Sans"/>
                <a:ea typeface="Liberation Sans"/>
                <a:cs typeface="Liberation Sans"/>
              </a:defRPr>
            </a:lvl7pPr>
            <a:lvl8pPr algn="r">
              <a:defRPr sz="1425" b="1">
                <a:solidFill>
                  <a:srgbClr val="355E7B"/>
                </a:solidFill>
                <a:latin typeface="Liberation Sans"/>
                <a:ea typeface="Liberation Sans"/>
                <a:cs typeface="Liberation Sans"/>
              </a:defRPr>
            </a:lvl8pPr>
            <a:lvl9pPr algn="r">
              <a:defRPr sz="1425" b="1">
                <a:solidFill>
                  <a:srgbClr val="355E7B"/>
                </a:solidFill>
                <a:latin typeface="Liberation Sans"/>
                <a:ea typeface="Liberation Sans"/>
                <a:cs typeface="Liberation Sans"/>
              </a:defRPr>
            </a:lvl9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make your evidence · 8 min · 25 to 33</a:t>
            </a:r>
          </a:p>
        </p:txBody>
      </p:sp>
      <p:sp>
        <p:nvSpPr>
          <p:cNvPr id="3" name="slide-title">
            <a:extLst xmlns:a="http://schemas.openxmlformats.org/drawingml/2006/main">
              <a:ext uri="{FF2B5EF4-FFF2-40B4-BE49-F238E27FC236}">
                <a16:creationId xmlns:a16="http://schemas.microsoft.com/office/drawing/2014/main" id="{3FA102F5-F8A3-4FB8-98D8-9F267C27BCAB}"/>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vl1pPr algn="l">
              <a:defRPr sz="2700" b="1">
                <a:solidFill>
                  <a:srgbClr val="355E7B"/>
                </a:solidFill>
                <a:latin typeface="Liberation Sans"/>
                <a:ea typeface="Liberation Sans"/>
                <a:cs typeface="Liberation Sans"/>
              </a:defRPr>
            </a:lvl1pPr>
            <a:lvl2pPr algn="l">
              <a:defRPr sz="2700" b="1">
                <a:solidFill>
                  <a:srgbClr val="355E7B"/>
                </a:solidFill>
                <a:latin typeface="Liberation Sans"/>
                <a:ea typeface="Liberation Sans"/>
                <a:cs typeface="Liberation Sans"/>
              </a:defRPr>
            </a:lvl2pPr>
            <a:lvl3pPr algn="l">
              <a:defRPr sz="2700" b="1">
                <a:solidFill>
                  <a:srgbClr val="355E7B"/>
                </a:solidFill>
                <a:latin typeface="Liberation Sans"/>
                <a:ea typeface="Liberation Sans"/>
                <a:cs typeface="Liberation Sans"/>
              </a:defRPr>
            </a:lvl3pPr>
            <a:lvl4pPr algn="l">
              <a:defRPr sz="2700" b="1">
                <a:solidFill>
                  <a:srgbClr val="355E7B"/>
                </a:solidFill>
                <a:latin typeface="Liberation Sans"/>
                <a:ea typeface="Liberation Sans"/>
                <a:cs typeface="Liberation Sans"/>
              </a:defRPr>
            </a:lvl4pPr>
            <a:lvl5pPr algn="l">
              <a:defRPr sz="2700" b="1">
                <a:solidFill>
                  <a:srgbClr val="355E7B"/>
                </a:solidFill>
                <a:latin typeface="Liberation Sans"/>
                <a:ea typeface="Liberation Sans"/>
                <a:cs typeface="Liberation Sans"/>
              </a:defRPr>
            </a:lvl5pPr>
            <a:lvl6pPr algn="l">
              <a:defRPr sz="2700" b="1">
                <a:solidFill>
                  <a:srgbClr val="355E7B"/>
                </a:solidFill>
                <a:latin typeface="Liberation Sans"/>
                <a:ea typeface="Liberation Sans"/>
                <a:cs typeface="Liberation Sans"/>
              </a:defRPr>
            </a:lvl6pPr>
            <a:lvl7pPr algn="l">
              <a:defRPr sz="2700" b="1">
                <a:solidFill>
                  <a:srgbClr val="355E7B"/>
                </a:solidFill>
                <a:latin typeface="Liberation Sans"/>
                <a:ea typeface="Liberation Sans"/>
                <a:cs typeface="Liberation Sans"/>
              </a:defRPr>
            </a:lvl7pPr>
            <a:lvl8pPr algn="l">
              <a:defRPr sz="2700" b="1">
                <a:solidFill>
                  <a:srgbClr val="355E7B"/>
                </a:solidFill>
                <a:latin typeface="Liberation Sans"/>
                <a:ea typeface="Liberation Sans"/>
                <a:cs typeface="Liberation Sans"/>
              </a:defRPr>
            </a:lvl8pPr>
            <a:lvl9pPr algn="l">
              <a:defRPr sz="2700" b="1">
                <a:solidFill>
                  <a:srgbClr val="355E7B"/>
                </a:solidFill>
                <a:latin typeface="Liberation Sans"/>
                <a:ea typeface="Liberation Sans"/>
                <a:cs typeface="Liberation Sans"/>
              </a:defRPr>
            </a:lvl9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make your evidence · continued</a:t>
            </a:r>
          </a:p>
        </p:txBody>
      </p:sp>
      <p:sp>
        <p:nvSpPr>
          <p:cNvPr id="4" name="shape">
            <a:extLst xmlns:a="http://schemas.openxmlformats.org/drawingml/2006/main">
              <a:ext uri="{FF2B5EF4-FFF2-40B4-BE49-F238E27FC236}">
                <a16:creationId xmlns:a16="http://schemas.microsoft.com/office/drawing/2014/main" id="{D75C5070-9FAD-40D4-806C-D66CB52B0873}"/>
              </a:ext>
            </a:extLst>
          </p:cNvPr>
          <p:cNvSpPr>
            <a:spLocks xmlns:a="http://schemas.openxmlformats.org/drawingml/2006/main" noGrp="1"/>
          </p:cNvSpPr>
          <p:nvPr/>
        </p:nvSpPr>
        <p:spPr>
          <a:xfrm xmlns:a="http://schemas.openxmlformats.org/drawingml/2006/main">
            <a:off x="381000"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9C2F6712-229B-441B-A84D-4BD7D982CC0F}"/>
              </a:ext>
            </a:extLst>
          </p:cNvPr>
          <p:cNvSpPr>
            <a:spLocks xmlns:a="http://schemas.openxmlformats.org/drawingml/2006/main" noGrp="1"/>
          </p:cNvSpPr>
          <p:nvPr/>
        </p:nvSpPr>
        <p:spPr>
          <a:xfrm xmlns:a="http://schemas.openxmlformats.org/drawingml/2006/main">
            <a:off x="1234678"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BB60D71E-3C34-4AFB-936D-417F83F7D423}"/>
              </a:ext>
            </a:extLst>
          </p:cNvPr>
          <p:cNvSpPr>
            <a:spLocks xmlns:a="http://schemas.openxmlformats.org/drawingml/2006/main" noGrp="1"/>
          </p:cNvSpPr>
          <p:nvPr/>
        </p:nvSpPr>
        <p:spPr>
          <a:xfrm xmlns:a="http://schemas.openxmlformats.org/drawingml/2006/main">
            <a:off x="2088356"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67B03425-4272-4DBC-8838-CAA3B2ED8604}"/>
              </a:ext>
            </a:extLst>
          </p:cNvPr>
          <p:cNvSpPr>
            <a:spLocks xmlns:a="http://schemas.openxmlformats.org/drawingml/2006/main" noGrp="1"/>
          </p:cNvSpPr>
          <p:nvPr/>
        </p:nvSpPr>
        <p:spPr>
          <a:xfrm xmlns:a="http://schemas.openxmlformats.org/drawingml/2006/main">
            <a:off x="3226594"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75291E6D-C0C7-43B9-B5DF-388B476CAEC5}"/>
              </a:ext>
            </a:extLst>
          </p:cNvPr>
          <p:cNvSpPr>
            <a:spLocks xmlns:a="http://schemas.openxmlformats.org/drawingml/2006/main" noGrp="1"/>
          </p:cNvSpPr>
          <p:nvPr/>
        </p:nvSpPr>
        <p:spPr>
          <a:xfrm xmlns:a="http://schemas.openxmlformats.org/drawingml/2006/main">
            <a:off x="4364831"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DF1D3D25-607C-4835-911D-62951B498EE2}"/>
              </a:ext>
            </a:extLst>
          </p:cNvPr>
          <p:cNvSpPr>
            <a:spLocks xmlns:a="http://schemas.openxmlformats.org/drawingml/2006/main" noGrp="1"/>
          </p:cNvSpPr>
          <p:nvPr/>
        </p:nvSpPr>
        <p:spPr>
          <a:xfrm xmlns:a="http://schemas.openxmlformats.org/drawingml/2006/main">
            <a:off x="5218509"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shape">
            <a:extLst xmlns:a="http://schemas.openxmlformats.org/drawingml/2006/main">
              <a:ext uri="{FF2B5EF4-FFF2-40B4-BE49-F238E27FC236}">
                <a16:creationId xmlns:a16="http://schemas.microsoft.com/office/drawing/2014/main" id="{5518B34F-A245-4539-910E-15BD1DE4A695}"/>
              </a:ext>
            </a:extLst>
          </p:cNvPr>
          <p:cNvSpPr>
            <a:spLocks xmlns:a="http://schemas.openxmlformats.org/drawingml/2006/main" noGrp="1"/>
          </p:cNvSpPr>
          <p:nvPr/>
        </p:nvSpPr>
        <p:spPr>
          <a:xfrm xmlns:a="http://schemas.openxmlformats.org/drawingml/2006/main">
            <a:off x="6356747" y="1381125"/>
            <a:ext cx="540544"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1" name="shape">
            <a:extLst xmlns:a="http://schemas.openxmlformats.org/drawingml/2006/main">
              <a:ext uri="{FF2B5EF4-FFF2-40B4-BE49-F238E27FC236}">
                <a16:creationId xmlns:a16="http://schemas.microsoft.com/office/drawing/2014/main" id="{1D743604-CCA9-4BF2-9BBF-F343D842CF17}"/>
              </a:ext>
            </a:extLst>
          </p:cNvPr>
          <p:cNvSpPr>
            <a:spLocks xmlns:a="http://schemas.openxmlformats.org/drawingml/2006/main" noGrp="1"/>
          </p:cNvSpPr>
          <p:nvPr/>
        </p:nvSpPr>
        <p:spPr>
          <a:xfrm xmlns:a="http://schemas.openxmlformats.org/drawingml/2006/main">
            <a:off x="6925866" y="1381125"/>
            <a:ext cx="540544"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2" name="shape">
            <a:extLst xmlns:a="http://schemas.openxmlformats.org/drawingml/2006/main">
              <a:ext uri="{FF2B5EF4-FFF2-40B4-BE49-F238E27FC236}">
                <a16:creationId xmlns:a16="http://schemas.microsoft.com/office/drawing/2014/main" id="{3B0F3EBC-F090-4335-86BA-63C89D2F1FCA}"/>
              </a:ext>
            </a:extLst>
          </p:cNvPr>
          <p:cNvSpPr>
            <a:spLocks xmlns:a="http://schemas.openxmlformats.org/drawingml/2006/main" noGrp="1"/>
          </p:cNvSpPr>
          <p:nvPr/>
        </p:nvSpPr>
        <p:spPr>
          <a:xfrm xmlns:a="http://schemas.openxmlformats.org/drawingml/2006/main">
            <a:off x="7494984" y="1381125"/>
            <a:ext cx="2247900"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3" name="shape">
            <a:extLst xmlns:a="http://schemas.openxmlformats.org/drawingml/2006/main">
              <a:ext uri="{FF2B5EF4-FFF2-40B4-BE49-F238E27FC236}">
                <a16:creationId xmlns:a16="http://schemas.microsoft.com/office/drawing/2014/main" id="{9BCEFE9C-7637-40DA-B2B9-5D6CCA2B3458}"/>
              </a:ext>
            </a:extLst>
          </p:cNvPr>
          <p:cNvSpPr>
            <a:spLocks xmlns:a="http://schemas.openxmlformats.org/drawingml/2006/main" noGrp="1"/>
          </p:cNvSpPr>
          <p:nvPr/>
        </p:nvSpPr>
        <p:spPr>
          <a:xfrm xmlns:a="http://schemas.openxmlformats.org/drawingml/2006/main">
            <a:off x="9771459"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4" name="shape">
            <a:extLst xmlns:a="http://schemas.openxmlformats.org/drawingml/2006/main">
              <a:ext uri="{FF2B5EF4-FFF2-40B4-BE49-F238E27FC236}">
                <a16:creationId xmlns:a16="http://schemas.microsoft.com/office/drawing/2014/main" id="{04AF1CAA-EC6B-48E3-B5CA-146EFC2E550A}"/>
              </a:ext>
            </a:extLst>
          </p:cNvPr>
          <p:cNvSpPr>
            <a:spLocks xmlns:a="http://schemas.openxmlformats.org/drawingml/2006/main" noGrp="1"/>
          </p:cNvSpPr>
          <p:nvPr/>
        </p:nvSpPr>
        <p:spPr>
          <a:xfrm xmlns:a="http://schemas.openxmlformats.org/drawingml/2006/main">
            <a:off x="10625138"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5" name="objective-footer">
            <a:extLst xmlns:a="http://schemas.openxmlformats.org/drawingml/2006/main">
              <a:ext uri="{FF2B5EF4-FFF2-40B4-BE49-F238E27FC236}">
                <a16:creationId xmlns:a16="http://schemas.microsoft.com/office/drawing/2014/main" id="{49A92583-0860-4BFE-89E4-F2C76C0C806E}"/>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vl1pPr algn="l">
              <a:defRPr sz="1425" b="0">
                <a:solidFill>
                  <a:srgbClr val="46586A"/>
                </a:solidFill>
                <a:latin typeface="Liberation Sans"/>
                <a:ea typeface="Liberation Sans"/>
                <a:cs typeface="Liberation Sans"/>
              </a:defRPr>
            </a:lvl1pPr>
            <a:lvl2pPr algn="l">
              <a:defRPr sz="1425" b="0">
                <a:solidFill>
                  <a:srgbClr val="46586A"/>
                </a:solidFill>
                <a:latin typeface="Liberation Sans"/>
                <a:ea typeface="Liberation Sans"/>
                <a:cs typeface="Liberation Sans"/>
              </a:defRPr>
            </a:lvl2pPr>
            <a:lvl3pPr algn="l">
              <a:defRPr sz="1425" b="0">
                <a:solidFill>
                  <a:srgbClr val="46586A"/>
                </a:solidFill>
                <a:latin typeface="Liberation Sans"/>
                <a:ea typeface="Liberation Sans"/>
                <a:cs typeface="Liberation Sans"/>
              </a:defRPr>
            </a:lvl3pPr>
            <a:lvl4pPr algn="l">
              <a:defRPr sz="1425" b="0">
                <a:solidFill>
                  <a:srgbClr val="46586A"/>
                </a:solidFill>
                <a:latin typeface="Liberation Sans"/>
                <a:ea typeface="Liberation Sans"/>
                <a:cs typeface="Liberation Sans"/>
              </a:defRPr>
            </a:lvl4pPr>
            <a:lvl5pPr algn="l">
              <a:defRPr sz="1425" b="0">
                <a:solidFill>
                  <a:srgbClr val="46586A"/>
                </a:solidFill>
                <a:latin typeface="Liberation Sans"/>
                <a:ea typeface="Liberation Sans"/>
                <a:cs typeface="Liberation Sans"/>
              </a:defRPr>
            </a:lvl5pPr>
            <a:lvl6pPr algn="l">
              <a:defRPr sz="1425" b="0">
                <a:solidFill>
                  <a:srgbClr val="46586A"/>
                </a:solidFill>
                <a:latin typeface="Liberation Sans"/>
                <a:ea typeface="Liberation Sans"/>
                <a:cs typeface="Liberation Sans"/>
              </a:defRPr>
            </a:lvl6pPr>
            <a:lvl7pPr algn="l">
              <a:defRPr sz="1425" b="0">
                <a:solidFill>
                  <a:srgbClr val="46586A"/>
                </a:solidFill>
                <a:latin typeface="Liberation Sans"/>
                <a:ea typeface="Liberation Sans"/>
                <a:cs typeface="Liberation Sans"/>
              </a:defRPr>
            </a:lvl7pPr>
            <a:lvl8pPr algn="l">
              <a:defRPr sz="1425" b="0">
                <a:solidFill>
                  <a:srgbClr val="46586A"/>
                </a:solidFill>
                <a:latin typeface="Liberation Sans"/>
                <a:ea typeface="Liberation Sans"/>
                <a:cs typeface="Liberation Sans"/>
              </a:defRPr>
            </a:lvl8pPr>
            <a:lvl9pPr algn="l">
              <a:defRPr sz="1425" b="0">
                <a:solidFill>
                  <a:srgbClr val="46586A"/>
                </a:solidFill>
                <a:latin typeface="Liberation Sans"/>
                <a:ea typeface="Liberation Sans"/>
                <a:cs typeface="Liberation Sans"/>
              </a:defRPr>
            </a:lvl9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I can explain that animals get food by eating, and plants can make their own food.</a:t>
            </a:r>
          </a:p>
        </p:txBody>
      </p:sp>
      <p:sp>
        <p:nvSpPr>
          <p:cNvPr id="16" name="blank-version-footer">
            <a:extLst xmlns:a="http://schemas.openxmlformats.org/drawingml/2006/main">
              <a:ext uri="{FF2B5EF4-FFF2-40B4-BE49-F238E27FC236}">
                <a16:creationId xmlns:a16="http://schemas.microsoft.com/office/drawing/2014/main" id="{EE9A5F18-BE6B-4A42-9835-4A2B98CF7509}"/>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vl1pPr algn="l">
              <a:defRPr sz="1425" b="0">
                <a:solidFill>
                  <a:srgbClr val="46586A"/>
                </a:solidFill>
                <a:latin typeface="Liberation Sans"/>
                <a:ea typeface="Liberation Sans"/>
                <a:cs typeface="Liberation Sans"/>
              </a:defRPr>
            </a:lvl1pPr>
            <a:lvl2pPr algn="l">
              <a:defRPr sz="1425" b="0">
                <a:solidFill>
                  <a:srgbClr val="46586A"/>
                </a:solidFill>
                <a:latin typeface="Liberation Sans"/>
                <a:ea typeface="Liberation Sans"/>
                <a:cs typeface="Liberation Sans"/>
              </a:defRPr>
            </a:lvl2pPr>
            <a:lvl3pPr algn="l">
              <a:defRPr sz="1425" b="0">
                <a:solidFill>
                  <a:srgbClr val="46586A"/>
                </a:solidFill>
                <a:latin typeface="Liberation Sans"/>
                <a:ea typeface="Liberation Sans"/>
                <a:cs typeface="Liberation Sans"/>
              </a:defRPr>
            </a:lvl3pPr>
            <a:lvl4pPr algn="l">
              <a:defRPr sz="1425" b="0">
                <a:solidFill>
                  <a:srgbClr val="46586A"/>
                </a:solidFill>
                <a:latin typeface="Liberation Sans"/>
                <a:ea typeface="Liberation Sans"/>
                <a:cs typeface="Liberation Sans"/>
              </a:defRPr>
            </a:lvl4pPr>
            <a:lvl5pPr algn="l">
              <a:defRPr sz="1425" b="0">
                <a:solidFill>
                  <a:srgbClr val="46586A"/>
                </a:solidFill>
                <a:latin typeface="Liberation Sans"/>
                <a:ea typeface="Liberation Sans"/>
                <a:cs typeface="Liberation Sans"/>
              </a:defRPr>
            </a:lvl5pPr>
            <a:lvl6pPr algn="l">
              <a:defRPr sz="1425" b="0">
                <a:solidFill>
                  <a:srgbClr val="46586A"/>
                </a:solidFill>
                <a:latin typeface="Liberation Sans"/>
                <a:ea typeface="Liberation Sans"/>
                <a:cs typeface="Liberation Sans"/>
              </a:defRPr>
            </a:lvl6pPr>
            <a:lvl7pPr algn="l">
              <a:defRPr sz="1425" b="0">
                <a:solidFill>
                  <a:srgbClr val="46586A"/>
                </a:solidFill>
                <a:latin typeface="Liberation Sans"/>
                <a:ea typeface="Liberation Sans"/>
                <a:cs typeface="Liberation Sans"/>
              </a:defRPr>
            </a:lvl7pPr>
            <a:lvl8pPr algn="l">
              <a:defRPr sz="1425" b="0">
                <a:solidFill>
                  <a:srgbClr val="46586A"/>
                </a:solidFill>
                <a:latin typeface="Liberation Sans"/>
                <a:ea typeface="Liberation Sans"/>
                <a:cs typeface="Liberation Sans"/>
              </a:defRPr>
            </a:lvl8pPr>
            <a:lvl9pPr algn="l">
              <a:defRPr sz="1425" b="0">
                <a:solidFill>
                  <a:srgbClr val="46586A"/>
                </a:solidFill>
                <a:latin typeface="Liberation Sans"/>
                <a:ea typeface="Liberation Sans"/>
                <a:cs typeface="Liberation Sans"/>
              </a:defRPr>
            </a:lvl9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SCI-BUILD-A1-W08-P1 · Version: ______ · Source page SHA-256: ______</a:t>
            </a:r>
          </a:p>
        </p:txBody>
      </p:sp>
      <p:sp>
        <p:nvSpPr>
          <p:cNvPr id="17" name="slide-progress">
            <a:extLst xmlns:a="http://schemas.openxmlformats.org/drawingml/2006/main">
              <a:ext uri="{FF2B5EF4-FFF2-40B4-BE49-F238E27FC236}">
                <a16:creationId xmlns:a16="http://schemas.microsoft.com/office/drawing/2014/main" id="{3403A5D9-0E15-4757-9DA3-3C44263B5E0B}"/>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vl1pPr algn="r">
              <a:defRPr sz="1425" b="0">
                <a:solidFill>
                  <a:srgbClr val="46586A"/>
                </a:solidFill>
                <a:latin typeface="Liberation Sans"/>
                <a:ea typeface="Liberation Sans"/>
                <a:cs typeface="Liberation Sans"/>
              </a:defRPr>
            </a:lvl1pPr>
            <a:lvl2pPr algn="r">
              <a:defRPr sz="1425" b="0">
                <a:solidFill>
                  <a:srgbClr val="46586A"/>
                </a:solidFill>
                <a:latin typeface="Liberation Sans"/>
                <a:ea typeface="Liberation Sans"/>
                <a:cs typeface="Liberation Sans"/>
              </a:defRPr>
            </a:lvl2pPr>
            <a:lvl3pPr algn="r">
              <a:defRPr sz="1425" b="0">
                <a:solidFill>
                  <a:srgbClr val="46586A"/>
                </a:solidFill>
                <a:latin typeface="Liberation Sans"/>
                <a:ea typeface="Liberation Sans"/>
                <a:cs typeface="Liberation Sans"/>
              </a:defRPr>
            </a:lvl3pPr>
            <a:lvl4pPr algn="r">
              <a:defRPr sz="1425" b="0">
                <a:solidFill>
                  <a:srgbClr val="46586A"/>
                </a:solidFill>
                <a:latin typeface="Liberation Sans"/>
                <a:ea typeface="Liberation Sans"/>
                <a:cs typeface="Liberation Sans"/>
              </a:defRPr>
            </a:lvl4pPr>
            <a:lvl5pPr algn="r">
              <a:defRPr sz="1425" b="0">
                <a:solidFill>
                  <a:srgbClr val="46586A"/>
                </a:solidFill>
                <a:latin typeface="Liberation Sans"/>
                <a:ea typeface="Liberation Sans"/>
                <a:cs typeface="Liberation Sans"/>
              </a:defRPr>
            </a:lvl5pPr>
            <a:lvl6pPr algn="r">
              <a:defRPr sz="1425" b="0">
                <a:solidFill>
                  <a:srgbClr val="46586A"/>
                </a:solidFill>
                <a:latin typeface="Liberation Sans"/>
                <a:ea typeface="Liberation Sans"/>
                <a:cs typeface="Liberation Sans"/>
              </a:defRPr>
            </a:lvl6pPr>
            <a:lvl7pPr algn="r">
              <a:defRPr sz="1425" b="0">
                <a:solidFill>
                  <a:srgbClr val="46586A"/>
                </a:solidFill>
                <a:latin typeface="Liberation Sans"/>
                <a:ea typeface="Liberation Sans"/>
                <a:cs typeface="Liberation Sans"/>
              </a:defRPr>
            </a:lvl7pPr>
            <a:lvl8pPr algn="r">
              <a:defRPr sz="1425" b="0">
                <a:solidFill>
                  <a:srgbClr val="46586A"/>
                </a:solidFill>
                <a:latin typeface="Liberation Sans"/>
                <a:ea typeface="Liberation Sans"/>
                <a:cs typeface="Liberation Sans"/>
              </a:defRPr>
            </a:lvl8pPr>
            <a:lvl9pPr algn="r">
              <a:defRPr sz="1425" b="0">
                <a:solidFill>
                  <a:srgbClr val="46586A"/>
                </a:solidFill>
                <a:latin typeface="Liberation Sans"/>
                <a:ea typeface="Liberation Sans"/>
                <a:cs typeface="Liberation Sans"/>
              </a:defRPr>
            </a:lvl9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24 / 29</a:t>
            </a:r>
          </a:p>
        </p:txBody>
      </p:sp>
      <p:sp>
        <p:nvSpPr>
          <p:cNvPr id="18" name="licence-footer">
            <a:extLst xmlns:a="http://schemas.openxmlformats.org/drawingml/2006/main">
              <a:ext uri="{FF2B5EF4-FFF2-40B4-BE49-F238E27FC236}">
                <a16:creationId xmlns:a16="http://schemas.microsoft.com/office/drawing/2014/main" id="{16160F68-3AA2-40F0-B12D-FE59F4CD35BE}"/>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vl1pPr algn="l">
              <a:defRPr sz="1425" b="0">
                <a:solidFill>
                  <a:srgbClr val="46586A"/>
                </a:solidFill>
                <a:latin typeface="Liberation Sans"/>
                <a:ea typeface="Liberation Sans"/>
                <a:cs typeface="Liberation Sans"/>
              </a:defRPr>
            </a:lvl1pPr>
            <a:lvl2pPr algn="l">
              <a:defRPr sz="1425" b="0">
                <a:solidFill>
                  <a:srgbClr val="46586A"/>
                </a:solidFill>
                <a:latin typeface="Liberation Sans"/>
                <a:ea typeface="Liberation Sans"/>
                <a:cs typeface="Liberation Sans"/>
              </a:defRPr>
            </a:lvl2pPr>
            <a:lvl3pPr algn="l">
              <a:defRPr sz="1425" b="0">
                <a:solidFill>
                  <a:srgbClr val="46586A"/>
                </a:solidFill>
                <a:latin typeface="Liberation Sans"/>
                <a:ea typeface="Liberation Sans"/>
                <a:cs typeface="Liberation Sans"/>
              </a:defRPr>
            </a:lvl3pPr>
            <a:lvl4pPr algn="l">
              <a:defRPr sz="1425" b="0">
                <a:solidFill>
                  <a:srgbClr val="46586A"/>
                </a:solidFill>
                <a:latin typeface="Liberation Sans"/>
                <a:ea typeface="Liberation Sans"/>
                <a:cs typeface="Liberation Sans"/>
              </a:defRPr>
            </a:lvl4pPr>
            <a:lvl5pPr algn="l">
              <a:defRPr sz="1425" b="0">
                <a:solidFill>
                  <a:srgbClr val="46586A"/>
                </a:solidFill>
                <a:latin typeface="Liberation Sans"/>
                <a:ea typeface="Liberation Sans"/>
                <a:cs typeface="Liberation Sans"/>
              </a:defRPr>
            </a:lvl5pPr>
            <a:lvl6pPr algn="l">
              <a:defRPr sz="1425" b="0">
                <a:solidFill>
                  <a:srgbClr val="46586A"/>
                </a:solidFill>
                <a:latin typeface="Liberation Sans"/>
                <a:ea typeface="Liberation Sans"/>
                <a:cs typeface="Liberation Sans"/>
              </a:defRPr>
            </a:lvl6pPr>
            <a:lvl7pPr algn="l">
              <a:defRPr sz="1425" b="0">
                <a:solidFill>
                  <a:srgbClr val="46586A"/>
                </a:solidFill>
                <a:latin typeface="Liberation Sans"/>
                <a:ea typeface="Liberation Sans"/>
                <a:cs typeface="Liberation Sans"/>
              </a:defRPr>
            </a:lvl7pPr>
            <a:lvl8pPr algn="l">
              <a:defRPr sz="1425" b="0">
                <a:solidFill>
                  <a:srgbClr val="46586A"/>
                </a:solidFill>
                <a:latin typeface="Liberation Sans"/>
                <a:ea typeface="Liberation Sans"/>
                <a:cs typeface="Liberation Sans"/>
              </a:defRPr>
            </a:lvl8pPr>
            <a:lvl9pPr algn="l">
              <a:defRPr sz="1425" b="0">
                <a:solidFill>
                  <a:srgbClr val="46586A"/>
                </a:solidFill>
                <a:latin typeface="Liberation Sans"/>
                <a:ea typeface="Liberation Sans"/>
                <a:cs typeface="Liberation Sans"/>
              </a:defRPr>
            </a:lvl9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9" name="">
            <a:extLst xmlns:a="http://schemas.openxmlformats.org/drawingml/2006/main">
              <a:ext uri="{FF2B5EF4-FFF2-40B4-BE49-F238E27FC236}">
                <a16:creationId xmlns:a16="http://schemas.microsoft.com/office/drawing/2014/main" id="{589D48B9-8732-4785-B253-1773CDCAEAB0}"/>
              </a:ext>
            </a:extLst>
          </p:cNvPr>
          <p:cNvPicPr>
            <a:picLocks xmlns:a="http://schemas.openxmlformats.org/drawingml/2006/main" noChangeAspect="1"/>
          </p:cNvPicPr>
          <p:nvPr/>
        </p:nvPicPr>
        <p:blipFill>
          <a:blip xmlns:r="http://schemas.openxmlformats.org/officeDocument/2006/relationships" xmlns:a="http://schemas.openxmlformats.org/drawingml/2006/main" r:embed="R6697468a2b7047b9"/>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20" name="pupil-text">
            <a:extLst xmlns:a="http://schemas.openxmlformats.org/drawingml/2006/main">
              <a:ext uri="{FF2B5EF4-FFF2-40B4-BE49-F238E27FC236}">
                <a16:creationId xmlns:a16="http://schemas.microsoft.com/office/drawing/2014/main" id="{23A9D319-4F4B-4361-A39A-C00EC7666BD4}"/>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vl1pPr algn="l">
              <a:defRPr sz="1950" b="1">
                <a:solidFill>
                  <a:srgbClr val="355E7B"/>
                </a:solidFill>
                <a:latin typeface="Liberation Sans"/>
                <a:ea typeface="Liberation Sans"/>
                <a:cs typeface="Liberation Sans"/>
              </a:defRPr>
            </a:lvl1pPr>
            <a:lvl2pPr algn="l">
              <a:defRPr sz="1950" b="1">
                <a:solidFill>
                  <a:srgbClr val="355E7B"/>
                </a:solidFill>
                <a:latin typeface="Liberation Sans"/>
                <a:ea typeface="Liberation Sans"/>
                <a:cs typeface="Liberation Sans"/>
              </a:defRPr>
            </a:lvl2pPr>
            <a:lvl3pPr algn="l">
              <a:defRPr sz="1950" b="1">
                <a:solidFill>
                  <a:srgbClr val="355E7B"/>
                </a:solidFill>
                <a:latin typeface="Liberation Sans"/>
                <a:ea typeface="Liberation Sans"/>
                <a:cs typeface="Liberation Sans"/>
              </a:defRPr>
            </a:lvl3pPr>
            <a:lvl4pPr algn="l">
              <a:defRPr sz="1950" b="1">
                <a:solidFill>
                  <a:srgbClr val="355E7B"/>
                </a:solidFill>
                <a:latin typeface="Liberation Sans"/>
                <a:ea typeface="Liberation Sans"/>
                <a:cs typeface="Liberation Sans"/>
              </a:defRPr>
            </a:lvl4pPr>
            <a:lvl5pPr algn="l">
              <a:defRPr sz="1950" b="1">
                <a:solidFill>
                  <a:srgbClr val="355E7B"/>
                </a:solidFill>
                <a:latin typeface="Liberation Sans"/>
                <a:ea typeface="Liberation Sans"/>
                <a:cs typeface="Liberation Sans"/>
              </a:defRPr>
            </a:lvl5pPr>
            <a:lvl6pPr algn="l">
              <a:defRPr sz="1950" b="1">
                <a:solidFill>
                  <a:srgbClr val="355E7B"/>
                </a:solidFill>
                <a:latin typeface="Liberation Sans"/>
                <a:ea typeface="Liberation Sans"/>
                <a:cs typeface="Liberation Sans"/>
              </a:defRPr>
            </a:lvl6pPr>
            <a:lvl7pPr algn="l">
              <a:defRPr sz="1950" b="1">
                <a:solidFill>
                  <a:srgbClr val="355E7B"/>
                </a:solidFill>
                <a:latin typeface="Liberation Sans"/>
                <a:ea typeface="Liberation Sans"/>
                <a:cs typeface="Liberation Sans"/>
              </a:defRPr>
            </a:lvl7pPr>
            <a:lvl8pPr algn="l">
              <a:defRPr sz="1950" b="1">
                <a:solidFill>
                  <a:srgbClr val="355E7B"/>
                </a:solidFill>
                <a:latin typeface="Liberation Sans"/>
                <a:ea typeface="Liberation Sans"/>
                <a:cs typeface="Liberation Sans"/>
              </a:defRPr>
            </a:lvl8pPr>
            <a:lvl9pPr algn="l">
              <a:defRPr sz="1950" b="1">
                <a:solidFill>
                  <a:srgbClr val="355E7B"/>
                </a:solidFill>
                <a:latin typeface="Liberation Sans"/>
                <a:ea typeface="Liberation Sans"/>
                <a:cs typeface="Liberation Sans"/>
              </a:defRPr>
            </a:lvl9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Supported</a:t>
            </a:r>
          </a:p>
        </p:txBody>
      </p:sp>
      <p:sp>
        <p:nvSpPr>
          <p:cNvPr id="21" name="shape">
            <a:extLst xmlns:a="http://schemas.openxmlformats.org/drawingml/2006/main">
              <a:ext uri="{FF2B5EF4-FFF2-40B4-BE49-F238E27FC236}">
                <a16:creationId xmlns:a16="http://schemas.microsoft.com/office/drawing/2014/main" id="{F98F457C-BAFE-40BB-9A37-4024421B93BA}"/>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2" name="pupil-text">
            <a:extLst xmlns:a="http://schemas.openxmlformats.org/drawingml/2006/main">
              <a:ext uri="{FF2B5EF4-FFF2-40B4-BE49-F238E27FC236}">
                <a16:creationId xmlns:a16="http://schemas.microsoft.com/office/drawing/2014/main" id="{E430ED3F-639B-4B42-9E5E-24D12C2AA144}"/>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First match four animal-food pairs using the clues. Then build the grass and leaf chains with two</a:t>
            </a:r>
          </a:p>
        </p:txBody>
      </p:sp>
      <p:sp>
        <p:nvSpPr>
          <p:cNvPr id="23" name="shape">
            <a:extLst xmlns:a="http://schemas.openxmlformats.org/drawingml/2006/main">
              <a:ext uri="{FF2B5EF4-FFF2-40B4-BE49-F238E27FC236}">
                <a16:creationId xmlns:a16="http://schemas.microsoft.com/office/drawing/2014/main" id="{8589F96D-CF3F-4553-AEEE-767937368852}"/>
              </a:ext>
            </a:extLst>
          </p:cNvPr>
          <p:cNvSpPr>
            <a:spLocks xmlns:a="http://schemas.openxmlformats.org/drawingml/2006/main" noGrp="1"/>
          </p:cNvSpPr>
          <p:nvPr/>
        </p:nvSpPr>
        <p:spPr>
          <a:xfrm xmlns:a="http://schemas.openxmlformats.org/drawingml/2006/main">
            <a:off x="409575" y="24574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4" name="pupil-text">
            <a:extLst xmlns:a="http://schemas.openxmlformats.org/drawingml/2006/main">
              <a:ext uri="{FF2B5EF4-FFF2-40B4-BE49-F238E27FC236}">
                <a16:creationId xmlns:a16="http://schemas.microsoft.com/office/drawing/2014/main" id="{0A703846-36F8-4DFE-ABCD-2A10DB76CD0E}"/>
              </a:ext>
            </a:extLst>
          </p:cNvPr>
          <p:cNvSpPr>
            <a:spLocks xmlns:a="http://schemas.openxmlformats.org/drawingml/2006/main" noGrp="1"/>
          </p:cNvSpPr>
          <p:nvPr/>
        </p:nvSpPr>
        <p:spPr>
          <a:xfrm xmlns:a="http://schemas.openxmlformats.org/drawingml/2006/main">
            <a:off x="457200" y="2466975"/>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choices at a time; fix a wrong arrow.</a:t>
            </a:r>
          </a:p>
        </p:txBody>
      </p:sp>
      <p:sp>
        <p:nvSpPr>
          <p:cNvPr id="25" name="shape">
            <a:extLst xmlns:a="http://schemas.openxmlformats.org/drawingml/2006/main">
              <a:ext uri="{FF2B5EF4-FFF2-40B4-BE49-F238E27FC236}">
                <a16:creationId xmlns:a16="http://schemas.microsoft.com/office/drawing/2014/main" id="{A040D6AF-C731-4C92-B49A-4DCB04DB1A56}"/>
              </a:ext>
            </a:extLst>
          </p:cNvPr>
          <p:cNvSpPr>
            <a:spLocks xmlns:a="http://schemas.openxmlformats.org/drawingml/2006/main" noGrp="1"/>
          </p:cNvSpPr>
          <p:nvPr/>
        </p:nvSpPr>
        <p:spPr>
          <a:xfrm xmlns:a="http://schemas.openxmlformats.org/drawingml/2006/main">
            <a:off x="409575" y="28479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6" name="pupil-text">
            <a:extLst xmlns:a="http://schemas.openxmlformats.org/drawingml/2006/main">
              <a:ext uri="{FF2B5EF4-FFF2-40B4-BE49-F238E27FC236}">
                <a16:creationId xmlns:a16="http://schemas.microsoft.com/office/drawing/2014/main" id="{6F4C9938-244A-4406-9701-DAA53C681EE2}"/>
              </a:ext>
            </a:extLst>
          </p:cNvPr>
          <p:cNvSpPr>
            <a:spLocks xmlns:a="http://schemas.openxmlformats.org/drawingml/2006/main" noGrp="1"/>
          </p:cNvSpPr>
          <p:nvPr/>
        </p:nvSpPr>
        <p:spPr>
          <a:xfrm xmlns:a="http://schemas.openxmlformats.org/drawingml/2006/main">
            <a:off x="457200" y="2857500"/>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Help: Read each worded arrow: __ is eaten by __.</a:t>
            </a:r>
          </a:p>
        </p:txBody>
      </p:sp>
    </p:spTree>
    <p:extLst>
      <p:ext uri="{BB962C8B-B14F-4D97-AF65-F5344CB8AC3E}">
        <p14:creationId xmlns:p14="http://schemas.microsoft.com/office/powerpoint/2010/main" val="1808300173"/>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lesson-header">
            <a:extLst xmlns:a="http://schemas.openxmlformats.org/drawingml/2006/main">
              <a:ext uri="{FF2B5EF4-FFF2-40B4-BE49-F238E27FC236}">
                <a16:creationId xmlns:a16="http://schemas.microsoft.com/office/drawing/2014/main" id="{274BB9BF-28AE-4497-A34B-20EF7DC08E8B}"/>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vl1pPr algn="l">
              <a:defRPr sz="1425" b="1">
                <a:solidFill>
                  <a:srgbClr val="355E7B"/>
                </a:solidFill>
                <a:latin typeface="Liberation Sans"/>
                <a:ea typeface="Liberation Sans"/>
                <a:cs typeface="Liberation Sans"/>
              </a:defRPr>
            </a:lvl1pPr>
            <a:lvl2pPr algn="l">
              <a:defRPr sz="1425" b="1">
                <a:solidFill>
                  <a:srgbClr val="355E7B"/>
                </a:solidFill>
                <a:latin typeface="Liberation Sans"/>
                <a:ea typeface="Liberation Sans"/>
                <a:cs typeface="Liberation Sans"/>
              </a:defRPr>
            </a:lvl2pPr>
            <a:lvl3pPr algn="l">
              <a:defRPr sz="1425" b="1">
                <a:solidFill>
                  <a:srgbClr val="355E7B"/>
                </a:solidFill>
                <a:latin typeface="Liberation Sans"/>
                <a:ea typeface="Liberation Sans"/>
                <a:cs typeface="Liberation Sans"/>
              </a:defRPr>
            </a:lvl3pPr>
            <a:lvl4pPr algn="l">
              <a:defRPr sz="1425" b="1">
                <a:solidFill>
                  <a:srgbClr val="355E7B"/>
                </a:solidFill>
                <a:latin typeface="Liberation Sans"/>
                <a:ea typeface="Liberation Sans"/>
                <a:cs typeface="Liberation Sans"/>
              </a:defRPr>
            </a:lvl4pPr>
            <a:lvl5pPr algn="l">
              <a:defRPr sz="1425" b="1">
                <a:solidFill>
                  <a:srgbClr val="355E7B"/>
                </a:solidFill>
                <a:latin typeface="Liberation Sans"/>
                <a:ea typeface="Liberation Sans"/>
                <a:cs typeface="Liberation Sans"/>
              </a:defRPr>
            </a:lvl5pPr>
            <a:lvl6pPr algn="l">
              <a:defRPr sz="1425" b="1">
                <a:solidFill>
                  <a:srgbClr val="355E7B"/>
                </a:solidFill>
                <a:latin typeface="Liberation Sans"/>
                <a:ea typeface="Liberation Sans"/>
                <a:cs typeface="Liberation Sans"/>
              </a:defRPr>
            </a:lvl6pPr>
            <a:lvl7pPr algn="l">
              <a:defRPr sz="1425" b="1">
                <a:solidFill>
                  <a:srgbClr val="355E7B"/>
                </a:solidFill>
                <a:latin typeface="Liberation Sans"/>
                <a:ea typeface="Liberation Sans"/>
                <a:cs typeface="Liberation Sans"/>
              </a:defRPr>
            </a:lvl7pPr>
            <a:lvl8pPr algn="l">
              <a:defRPr sz="1425" b="1">
                <a:solidFill>
                  <a:srgbClr val="355E7B"/>
                </a:solidFill>
                <a:latin typeface="Liberation Sans"/>
                <a:ea typeface="Liberation Sans"/>
                <a:cs typeface="Liberation Sans"/>
              </a:defRPr>
            </a:lvl8pPr>
            <a:lvl9pPr algn="l">
              <a:defRPr sz="1425" b="1">
                <a:solidFill>
                  <a:srgbClr val="355E7B"/>
                </a:solidFill>
                <a:latin typeface="Liberation Sans"/>
                <a:ea typeface="Liberation Sans"/>
                <a:cs typeface="Liberation Sans"/>
              </a:defRPr>
            </a:lvl9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SCIENCE · AUTUMN 1 · Week 8</a:t>
            </a:r>
          </a:p>
        </p:txBody>
      </p:sp>
      <p:sp>
        <p:nvSpPr>
          <p:cNvPr id="2" name="stage-clock">
            <a:extLst xmlns:a="http://schemas.openxmlformats.org/drawingml/2006/main">
              <a:ext uri="{FF2B5EF4-FFF2-40B4-BE49-F238E27FC236}">
                <a16:creationId xmlns:a16="http://schemas.microsoft.com/office/drawing/2014/main" id="{B812A8AF-9979-4D25-83D8-3305BC38885D}"/>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vl1pPr algn="r">
              <a:defRPr sz="1425" b="1">
                <a:solidFill>
                  <a:srgbClr val="355E7B"/>
                </a:solidFill>
                <a:latin typeface="Liberation Sans"/>
                <a:ea typeface="Liberation Sans"/>
                <a:cs typeface="Liberation Sans"/>
              </a:defRPr>
            </a:lvl1pPr>
            <a:lvl2pPr algn="r">
              <a:defRPr sz="1425" b="1">
                <a:solidFill>
                  <a:srgbClr val="355E7B"/>
                </a:solidFill>
                <a:latin typeface="Liberation Sans"/>
                <a:ea typeface="Liberation Sans"/>
                <a:cs typeface="Liberation Sans"/>
              </a:defRPr>
            </a:lvl2pPr>
            <a:lvl3pPr algn="r">
              <a:defRPr sz="1425" b="1">
                <a:solidFill>
                  <a:srgbClr val="355E7B"/>
                </a:solidFill>
                <a:latin typeface="Liberation Sans"/>
                <a:ea typeface="Liberation Sans"/>
                <a:cs typeface="Liberation Sans"/>
              </a:defRPr>
            </a:lvl3pPr>
            <a:lvl4pPr algn="r">
              <a:defRPr sz="1425" b="1">
                <a:solidFill>
                  <a:srgbClr val="355E7B"/>
                </a:solidFill>
                <a:latin typeface="Liberation Sans"/>
                <a:ea typeface="Liberation Sans"/>
                <a:cs typeface="Liberation Sans"/>
              </a:defRPr>
            </a:lvl4pPr>
            <a:lvl5pPr algn="r">
              <a:defRPr sz="1425" b="1">
                <a:solidFill>
                  <a:srgbClr val="355E7B"/>
                </a:solidFill>
                <a:latin typeface="Liberation Sans"/>
                <a:ea typeface="Liberation Sans"/>
                <a:cs typeface="Liberation Sans"/>
              </a:defRPr>
            </a:lvl5pPr>
            <a:lvl6pPr algn="r">
              <a:defRPr sz="1425" b="1">
                <a:solidFill>
                  <a:srgbClr val="355E7B"/>
                </a:solidFill>
                <a:latin typeface="Liberation Sans"/>
                <a:ea typeface="Liberation Sans"/>
                <a:cs typeface="Liberation Sans"/>
              </a:defRPr>
            </a:lvl6pPr>
            <a:lvl7pPr algn="r">
              <a:defRPr sz="1425" b="1">
                <a:solidFill>
                  <a:srgbClr val="355E7B"/>
                </a:solidFill>
                <a:latin typeface="Liberation Sans"/>
                <a:ea typeface="Liberation Sans"/>
                <a:cs typeface="Liberation Sans"/>
              </a:defRPr>
            </a:lvl7pPr>
            <a:lvl8pPr algn="r">
              <a:defRPr sz="1425" b="1">
                <a:solidFill>
                  <a:srgbClr val="355E7B"/>
                </a:solidFill>
                <a:latin typeface="Liberation Sans"/>
                <a:ea typeface="Liberation Sans"/>
                <a:cs typeface="Liberation Sans"/>
              </a:defRPr>
            </a:lvl8pPr>
            <a:lvl9pPr algn="r">
              <a:defRPr sz="1425" b="1">
                <a:solidFill>
                  <a:srgbClr val="355E7B"/>
                </a:solidFill>
                <a:latin typeface="Liberation Sans"/>
                <a:ea typeface="Liberation Sans"/>
                <a:cs typeface="Liberation Sans"/>
              </a:defRPr>
            </a:lvl9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make your evidence · 8 min · 25 to 33</a:t>
            </a:r>
          </a:p>
        </p:txBody>
      </p:sp>
      <p:sp>
        <p:nvSpPr>
          <p:cNvPr id="3" name="slide-title">
            <a:extLst xmlns:a="http://schemas.openxmlformats.org/drawingml/2006/main">
              <a:ext uri="{FF2B5EF4-FFF2-40B4-BE49-F238E27FC236}">
                <a16:creationId xmlns:a16="http://schemas.microsoft.com/office/drawing/2014/main" id="{E2E60D21-F525-4242-BCB9-89DB07499F49}"/>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vl1pPr algn="l">
              <a:defRPr sz="2700" b="1">
                <a:solidFill>
                  <a:srgbClr val="355E7B"/>
                </a:solidFill>
                <a:latin typeface="Liberation Sans"/>
                <a:ea typeface="Liberation Sans"/>
                <a:cs typeface="Liberation Sans"/>
              </a:defRPr>
            </a:lvl1pPr>
            <a:lvl2pPr algn="l">
              <a:defRPr sz="2700" b="1">
                <a:solidFill>
                  <a:srgbClr val="355E7B"/>
                </a:solidFill>
                <a:latin typeface="Liberation Sans"/>
                <a:ea typeface="Liberation Sans"/>
                <a:cs typeface="Liberation Sans"/>
              </a:defRPr>
            </a:lvl2pPr>
            <a:lvl3pPr algn="l">
              <a:defRPr sz="2700" b="1">
                <a:solidFill>
                  <a:srgbClr val="355E7B"/>
                </a:solidFill>
                <a:latin typeface="Liberation Sans"/>
                <a:ea typeface="Liberation Sans"/>
                <a:cs typeface="Liberation Sans"/>
              </a:defRPr>
            </a:lvl3pPr>
            <a:lvl4pPr algn="l">
              <a:defRPr sz="2700" b="1">
                <a:solidFill>
                  <a:srgbClr val="355E7B"/>
                </a:solidFill>
                <a:latin typeface="Liberation Sans"/>
                <a:ea typeface="Liberation Sans"/>
                <a:cs typeface="Liberation Sans"/>
              </a:defRPr>
            </a:lvl4pPr>
            <a:lvl5pPr algn="l">
              <a:defRPr sz="2700" b="1">
                <a:solidFill>
                  <a:srgbClr val="355E7B"/>
                </a:solidFill>
                <a:latin typeface="Liberation Sans"/>
                <a:ea typeface="Liberation Sans"/>
                <a:cs typeface="Liberation Sans"/>
              </a:defRPr>
            </a:lvl5pPr>
            <a:lvl6pPr algn="l">
              <a:defRPr sz="2700" b="1">
                <a:solidFill>
                  <a:srgbClr val="355E7B"/>
                </a:solidFill>
                <a:latin typeface="Liberation Sans"/>
                <a:ea typeface="Liberation Sans"/>
                <a:cs typeface="Liberation Sans"/>
              </a:defRPr>
            </a:lvl6pPr>
            <a:lvl7pPr algn="l">
              <a:defRPr sz="2700" b="1">
                <a:solidFill>
                  <a:srgbClr val="355E7B"/>
                </a:solidFill>
                <a:latin typeface="Liberation Sans"/>
                <a:ea typeface="Liberation Sans"/>
                <a:cs typeface="Liberation Sans"/>
              </a:defRPr>
            </a:lvl7pPr>
            <a:lvl8pPr algn="l">
              <a:defRPr sz="2700" b="1">
                <a:solidFill>
                  <a:srgbClr val="355E7B"/>
                </a:solidFill>
                <a:latin typeface="Liberation Sans"/>
                <a:ea typeface="Liberation Sans"/>
                <a:cs typeface="Liberation Sans"/>
              </a:defRPr>
            </a:lvl8pPr>
            <a:lvl9pPr algn="l">
              <a:defRPr sz="2700" b="1">
                <a:solidFill>
                  <a:srgbClr val="355E7B"/>
                </a:solidFill>
                <a:latin typeface="Liberation Sans"/>
                <a:ea typeface="Liberation Sans"/>
                <a:cs typeface="Liberation Sans"/>
              </a:defRPr>
            </a:lvl9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make your evidence · continued</a:t>
            </a:r>
          </a:p>
        </p:txBody>
      </p:sp>
      <p:sp>
        <p:nvSpPr>
          <p:cNvPr id="4" name="shape">
            <a:extLst xmlns:a="http://schemas.openxmlformats.org/drawingml/2006/main">
              <a:ext uri="{FF2B5EF4-FFF2-40B4-BE49-F238E27FC236}">
                <a16:creationId xmlns:a16="http://schemas.microsoft.com/office/drawing/2014/main" id="{2C14CCB6-D362-4602-8F43-95D9103E01D8}"/>
              </a:ext>
            </a:extLst>
          </p:cNvPr>
          <p:cNvSpPr>
            <a:spLocks xmlns:a="http://schemas.openxmlformats.org/drawingml/2006/main" noGrp="1"/>
          </p:cNvSpPr>
          <p:nvPr/>
        </p:nvSpPr>
        <p:spPr>
          <a:xfrm xmlns:a="http://schemas.openxmlformats.org/drawingml/2006/main">
            <a:off x="381000"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F70528B4-99B1-4107-A0FA-659AD781F47A}"/>
              </a:ext>
            </a:extLst>
          </p:cNvPr>
          <p:cNvSpPr>
            <a:spLocks xmlns:a="http://schemas.openxmlformats.org/drawingml/2006/main" noGrp="1"/>
          </p:cNvSpPr>
          <p:nvPr/>
        </p:nvSpPr>
        <p:spPr>
          <a:xfrm xmlns:a="http://schemas.openxmlformats.org/drawingml/2006/main">
            <a:off x="1234678"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424B537D-0D67-4659-98C0-952916134F78}"/>
              </a:ext>
            </a:extLst>
          </p:cNvPr>
          <p:cNvSpPr>
            <a:spLocks xmlns:a="http://schemas.openxmlformats.org/drawingml/2006/main" noGrp="1"/>
          </p:cNvSpPr>
          <p:nvPr/>
        </p:nvSpPr>
        <p:spPr>
          <a:xfrm xmlns:a="http://schemas.openxmlformats.org/drawingml/2006/main">
            <a:off x="2088356"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1835F6ED-9768-4A22-96BD-8ABC4E532BAD}"/>
              </a:ext>
            </a:extLst>
          </p:cNvPr>
          <p:cNvSpPr>
            <a:spLocks xmlns:a="http://schemas.openxmlformats.org/drawingml/2006/main" noGrp="1"/>
          </p:cNvSpPr>
          <p:nvPr/>
        </p:nvSpPr>
        <p:spPr>
          <a:xfrm xmlns:a="http://schemas.openxmlformats.org/drawingml/2006/main">
            <a:off x="3226594"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D239129D-0557-4E44-968D-11D3A1898057}"/>
              </a:ext>
            </a:extLst>
          </p:cNvPr>
          <p:cNvSpPr>
            <a:spLocks xmlns:a="http://schemas.openxmlformats.org/drawingml/2006/main" noGrp="1"/>
          </p:cNvSpPr>
          <p:nvPr/>
        </p:nvSpPr>
        <p:spPr>
          <a:xfrm xmlns:a="http://schemas.openxmlformats.org/drawingml/2006/main">
            <a:off x="4364831"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7FF2CF7D-9639-4B6E-B5CB-10A8CD3EEDCD}"/>
              </a:ext>
            </a:extLst>
          </p:cNvPr>
          <p:cNvSpPr>
            <a:spLocks xmlns:a="http://schemas.openxmlformats.org/drawingml/2006/main" noGrp="1"/>
          </p:cNvSpPr>
          <p:nvPr/>
        </p:nvSpPr>
        <p:spPr>
          <a:xfrm xmlns:a="http://schemas.openxmlformats.org/drawingml/2006/main">
            <a:off x="5218509"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shape">
            <a:extLst xmlns:a="http://schemas.openxmlformats.org/drawingml/2006/main">
              <a:ext uri="{FF2B5EF4-FFF2-40B4-BE49-F238E27FC236}">
                <a16:creationId xmlns:a16="http://schemas.microsoft.com/office/drawing/2014/main" id="{44259CF2-46FD-4A8A-BA21-741FCDC3997D}"/>
              </a:ext>
            </a:extLst>
          </p:cNvPr>
          <p:cNvSpPr>
            <a:spLocks xmlns:a="http://schemas.openxmlformats.org/drawingml/2006/main" noGrp="1"/>
          </p:cNvSpPr>
          <p:nvPr/>
        </p:nvSpPr>
        <p:spPr>
          <a:xfrm xmlns:a="http://schemas.openxmlformats.org/drawingml/2006/main">
            <a:off x="6356747" y="1381125"/>
            <a:ext cx="540544"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1" name="shape">
            <a:extLst xmlns:a="http://schemas.openxmlformats.org/drawingml/2006/main">
              <a:ext uri="{FF2B5EF4-FFF2-40B4-BE49-F238E27FC236}">
                <a16:creationId xmlns:a16="http://schemas.microsoft.com/office/drawing/2014/main" id="{90A942DF-57E4-4B39-A16B-2BAFA59A71F9}"/>
              </a:ext>
            </a:extLst>
          </p:cNvPr>
          <p:cNvSpPr>
            <a:spLocks xmlns:a="http://schemas.openxmlformats.org/drawingml/2006/main" noGrp="1"/>
          </p:cNvSpPr>
          <p:nvPr/>
        </p:nvSpPr>
        <p:spPr>
          <a:xfrm xmlns:a="http://schemas.openxmlformats.org/drawingml/2006/main">
            <a:off x="6925866" y="1381125"/>
            <a:ext cx="540544"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2" name="shape">
            <a:extLst xmlns:a="http://schemas.openxmlformats.org/drawingml/2006/main">
              <a:ext uri="{FF2B5EF4-FFF2-40B4-BE49-F238E27FC236}">
                <a16:creationId xmlns:a16="http://schemas.microsoft.com/office/drawing/2014/main" id="{2354D4B1-E280-4610-8B8E-96E8012A9D1D}"/>
              </a:ext>
            </a:extLst>
          </p:cNvPr>
          <p:cNvSpPr>
            <a:spLocks xmlns:a="http://schemas.openxmlformats.org/drawingml/2006/main" noGrp="1"/>
          </p:cNvSpPr>
          <p:nvPr/>
        </p:nvSpPr>
        <p:spPr>
          <a:xfrm xmlns:a="http://schemas.openxmlformats.org/drawingml/2006/main">
            <a:off x="7494984" y="1381125"/>
            <a:ext cx="2247900"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3" name="shape">
            <a:extLst xmlns:a="http://schemas.openxmlformats.org/drawingml/2006/main">
              <a:ext uri="{FF2B5EF4-FFF2-40B4-BE49-F238E27FC236}">
                <a16:creationId xmlns:a16="http://schemas.microsoft.com/office/drawing/2014/main" id="{4F6617BA-5CAE-4D0E-8C21-96B1D92F708E}"/>
              </a:ext>
            </a:extLst>
          </p:cNvPr>
          <p:cNvSpPr>
            <a:spLocks xmlns:a="http://schemas.openxmlformats.org/drawingml/2006/main" noGrp="1"/>
          </p:cNvSpPr>
          <p:nvPr/>
        </p:nvSpPr>
        <p:spPr>
          <a:xfrm xmlns:a="http://schemas.openxmlformats.org/drawingml/2006/main">
            <a:off x="9771459"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4" name="shape">
            <a:extLst xmlns:a="http://schemas.openxmlformats.org/drawingml/2006/main">
              <a:ext uri="{FF2B5EF4-FFF2-40B4-BE49-F238E27FC236}">
                <a16:creationId xmlns:a16="http://schemas.microsoft.com/office/drawing/2014/main" id="{35A467D1-90AB-4A22-BF15-12C6C8244950}"/>
              </a:ext>
            </a:extLst>
          </p:cNvPr>
          <p:cNvSpPr>
            <a:spLocks xmlns:a="http://schemas.openxmlformats.org/drawingml/2006/main" noGrp="1"/>
          </p:cNvSpPr>
          <p:nvPr/>
        </p:nvSpPr>
        <p:spPr>
          <a:xfrm xmlns:a="http://schemas.openxmlformats.org/drawingml/2006/main">
            <a:off x="10625138"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5" name="objective-footer">
            <a:extLst xmlns:a="http://schemas.openxmlformats.org/drawingml/2006/main">
              <a:ext uri="{FF2B5EF4-FFF2-40B4-BE49-F238E27FC236}">
                <a16:creationId xmlns:a16="http://schemas.microsoft.com/office/drawing/2014/main" id="{C52E9971-2D58-4652-884B-F4BD4EFC2D1B}"/>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vl1pPr algn="l">
              <a:defRPr sz="1425" b="0">
                <a:solidFill>
                  <a:srgbClr val="46586A"/>
                </a:solidFill>
                <a:latin typeface="Liberation Sans"/>
                <a:ea typeface="Liberation Sans"/>
                <a:cs typeface="Liberation Sans"/>
              </a:defRPr>
            </a:lvl1pPr>
            <a:lvl2pPr algn="l">
              <a:defRPr sz="1425" b="0">
                <a:solidFill>
                  <a:srgbClr val="46586A"/>
                </a:solidFill>
                <a:latin typeface="Liberation Sans"/>
                <a:ea typeface="Liberation Sans"/>
                <a:cs typeface="Liberation Sans"/>
              </a:defRPr>
            </a:lvl2pPr>
            <a:lvl3pPr algn="l">
              <a:defRPr sz="1425" b="0">
                <a:solidFill>
                  <a:srgbClr val="46586A"/>
                </a:solidFill>
                <a:latin typeface="Liberation Sans"/>
                <a:ea typeface="Liberation Sans"/>
                <a:cs typeface="Liberation Sans"/>
              </a:defRPr>
            </a:lvl3pPr>
            <a:lvl4pPr algn="l">
              <a:defRPr sz="1425" b="0">
                <a:solidFill>
                  <a:srgbClr val="46586A"/>
                </a:solidFill>
                <a:latin typeface="Liberation Sans"/>
                <a:ea typeface="Liberation Sans"/>
                <a:cs typeface="Liberation Sans"/>
              </a:defRPr>
            </a:lvl4pPr>
            <a:lvl5pPr algn="l">
              <a:defRPr sz="1425" b="0">
                <a:solidFill>
                  <a:srgbClr val="46586A"/>
                </a:solidFill>
                <a:latin typeface="Liberation Sans"/>
                <a:ea typeface="Liberation Sans"/>
                <a:cs typeface="Liberation Sans"/>
              </a:defRPr>
            </a:lvl5pPr>
            <a:lvl6pPr algn="l">
              <a:defRPr sz="1425" b="0">
                <a:solidFill>
                  <a:srgbClr val="46586A"/>
                </a:solidFill>
                <a:latin typeface="Liberation Sans"/>
                <a:ea typeface="Liberation Sans"/>
                <a:cs typeface="Liberation Sans"/>
              </a:defRPr>
            </a:lvl6pPr>
            <a:lvl7pPr algn="l">
              <a:defRPr sz="1425" b="0">
                <a:solidFill>
                  <a:srgbClr val="46586A"/>
                </a:solidFill>
                <a:latin typeface="Liberation Sans"/>
                <a:ea typeface="Liberation Sans"/>
                <a:cs typeface="Liberation Sans"/>
              </a:defRPr>
            </a:lvl7pPr>
            <a:lvl8pPr algn="l">
              <a:defRPr sz="1425" b="0">
                <a:solidFill>
                  <a:srgbClr val="46586A"/>
                </a:solidFill>
                <a:latin typeface="Liberation Sans"/>
                <a:ea typeface="Liberation Sans"/>
                <a:cs typeface="Liberation Sans"/>
              </a:defRPr>
            </a:lvl8pPr>
            <a:lvl9pPr algn="l">
              <a:defRPr sz="1425" b="0">
                <a:solidFill>
                  <a:srgbClr val="46586A"/>
                </a:solidFill>
                <a:latin typeface="Liberation Sans"/>
                <a:ea typeface="Liberation Sans"/>
                <a:cs typeface="Liberation Sans"/>
              </a:defRPr>
            </a:lvl9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I can explain that animals get food by eating, and plants can make their own food.</a:t>
            </a:r>
          </a:p>
        </p:txBody>
      </p:sp>
      <p:sp>
        <p:nvSpPr>
          <p:cNvPr id="16" name="blank-version-footer">
            <a:extLst xmlns:a="http://schemas.openxmlformats.org/drawingml/2006/main">
              <a:ext uri="{FF2B5EF4-FFF2-40B4-BE49-F238E27FC236}">
                <a16:creationId xmlns:a16="http://schemas.microsoft.com/office/drawing/2014/main" id="{75A34454-A26F-4852-922A-D6B4C1153761}"/>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vl1pPr algn="l">
              <a:defRPr sz="1425" b="0">
                <a:solidFill>
                  <a:srgbClr val="46586A"/>
                </a:solidFill>
                <a:latin typeface="Liberation Sans"/>
                <a:ea typeface="Liberation Sans"/>
                <a:cs typeface="Liberation Sans"/>
              </a:defRPr>
            </a:lvl1pPr>
            <a:lvl2pPr algn="l">
              <a:defRPr sz="1425" b="0">
                <a:solidFill>
                  <a:srgbClr val="46586A"/>
                </a:solidFill>
                <a:latin typeface="Liberation Sans"/>
                <a:ea typeface="Liberation Sans"/>
                <a:cs typeface="Liberation Sans"/>
              </a:defRPr>
            </a:lvl2pPr>
            <a:lvl3pPr algn="l">
              <a:defRPr sz="1425" b="0">
                <a:solidFill>
                  <a:srgbClr val="46586A"/>
                </a:solidFill>
                <a:latin typeface="Liberation Sans"/>
                <a:ea typeface="Liberation Sans"/>
                <a:cs typeface="Liberation Sans"/>
              </a:defRPr>
            </a:lvl3pPr>
            <a:lvl4pPr algn="l">
              <a:defRPr sz="1425" b="0">
                <a:solidFill>
                  <a:srgbClr val="46586A"/>
                </a:solidFill>
                <a:latin typeface="Liberation Sans"/>
                <a:ea typeface="Liberation Sans"/>
                <a:cs typeface="Liberation Sans"/>
              </a:defRPr>
            </a:lvl4pPr>
            <a:lvl5pPr algn="l">
              <a:defRPr sz="1425" b="0">
                <a:solidFill>
                  <a:srgbClr val="46586A"/>
                </a:solidFill>
                <a:latin typeface="Liberation Sans"/>
                <a:ea typeface="Liberation Sans"/>
                <a:cs typeface="Liberation Sans"/>
              </a:defRPr>
            </a:lvl5pPr>
            <a:lvl6pPr algn="l">
              <a:defRPr sz="1425" b="0">
                <a:solidFill>
                  <a:srgbClr val="46586A"/>
                </a:solidFill>
                <a:latin typeface="Liberation Sans"/>
                <a:ea typeface="Liberation Sans"/>
                <a:cs typeface="Liberation Sans"/>
              </a:defRPr>
            </a:lvl6pPr>
            <a:lvl7pPr algn="l">
              <a:defRPr sz="1425" b="0">
                <a:solidFill>
                  <a:srgbClr val="46586A"/>
                </a:solidFill>
                <a:latin typeface="Liberation Sans"/>
                <a:ea typeface="Liberation Sans"/>
                <a:cs typeface="Liberation Sans"/>
              </a:defRPr>
            </a:lvl7pPr>
            <a:lvl8pPr algn="l">
              <a:defRPr sz="1425" b="0">
                <a:solidFill>
                  <a:srgbClr val="46586A"/>
                </a:solidFill>
                <a:latin typeface="Liberation Sans"/>
                <a:ea typeface="Liberation Sans"/>
                <a:cs typeface="Liberation Sans"/>
              </a:defRPr>
            </a:lvl8pPr>
            <a:lvl9pPr algn="l">
              <a:defRPr sz="1425" b="0">
                <a:solidFill>
                  <a:srgbClr val="46586A"/>
                </a:solidFill>
                <a:latin typeface="Liberation Sans"/>
                <a:ea typeface="Liberation Sans"/>
                <a:cs typeface="Liberation Sans"/>
              </a:defRPr>
            </a:lvl9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SCI-BUILD-A1-W08-P1 · Version: ______ · Source page SHA-256: ______</a:t>
            </a:r>
          </a:p>
        </p:txBody>
      </p:sp>
      <p:sp>
        <p:nvSpPr>
          <p:cNvPr id="17" name="slide-progress">
            <a:extLst xmlns:a="http://schemas.openxmlformats.org/drawingml/2006/main">
              <a:ext uri="{FF2B5EF4-FFF2-40B4-BE49-F238E27FC236}">
                <a16:creationId xmlns:a16="http://schemas.microsoft.com/office/drawing/2014/main" id="{7952E419-1571-4AE5-9A46-2C003530A38B}"/>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vl1pPr algn="r">
              <a:defRPr sz="1425" b="0">
                <a:solidFill>
                  <a:srgbClr val="46586A"/>
                </a:solidFill>
                <a:latin typeface="Liberation Sans"/>
                <a:ea typeface="Liberation Sans"/>
                <a:cs typeface="Liberation Sans"/>
              </a:defRPr>
            </a:lvl1pPr>
            <a:lvl2pPr algn="r">
              <a:defRPr sz="1425" b="0">
                <a:solidFill>
                  <a:srgbClr val="46586A"/>
                </a:solidFill>
                <a:latin typeface="Liberation Sans"/>
                <a:ea typeface="Liberation Sans"/>
                <a:cs typeface="Liberation Sans"/>
              </a:defRPr>
            </a:lvl2pPr>
            <a:lvl3pPr algn="r">
              <a:defRPr sz="1425" b="0">
                <a:solidFill>
                  <a:srgbClr val="46586A"/>
                </a:solidFill>
                <a:latin typeface="Liberation Sans"/>
                <a:ea typeface="Liberation Sans"/>
                <a:cs typeface="Liberation Sans"/>
              </a:defRPr>
            </a:lvl3pPr>
            <a:lvl4pPr algn="r">
              <a:defRPr sz="1425" b="0">
                <a:solidFill>
                  <a:srgbClr val="46586A"/>
                </a:solidFill>
                <a:latin typeface="Liberation Sans"/>
                <a:ea typeface="Liberation Sans"/>
                <a:cs typeface="Liberation Sans"/>
              </a:defRPr>
            </a:lvl4pPr>
            <a:lvl5pPr algn="r">
              <a:defRPr sz="1425" b="0">
                <a:solidFill>
                  <a:srgbClr val="46586A"/>
                </a:solidFill>
                <a:latin typeface="Liberation Sans"/>
                <a:ea typeface="Liberation Sans"/>
                <a:cs typeface="Liberation Sans"/>
              </a:defRPr>
            </a:lvl5pPr>
            <a:lvl6pPr algn="r">
              <a:defRPr sz="1425" b="0">
                <a:solidFill>
                  <a:srgbClr val="46586A"/>
                </a:solidFill>
                <a:latin typeface="Liberation Sans"/>
                <a:ea typeface="Liberation Sans"/>
                <a:cs typeface="Liberation Sans"/>
              </a:defRPr>
            </a:lvl6pPr>
            <a:lvl7pPr algn="r">
              <a:defRPr sz="1425" b="0">
                <a:solidFill>
                  <a:srgbClr val="46586A"/>
                </a:solidFill>
                <a:latin typeface="Liberation Sans"/>
                <a:ea typeface="Liberation Sans"/>
                <a:cs typeface="Liberation Sans"/>
              </a:defRPr>
            </a:lvl7pPr>
            <a:lvl8pPr algn="r">
              <a:defRPr sz="1425" b="0">
                <a:solidFill>
                  <a:srgbClr val="46586A"/>
                </a:solidFill>
                <a:latin typeface="Liberation Sans"/>
                <a:ea typeface="Liberation Sans"/>
                <a:cs typeface="Liberation Sans"/>
              </a:defRPr>
            </a:lvl8pPr>
            <a:lvl9pPr algn="r">
              <a:defRPr sz="1425" b="0">
                <a:solidFill>
                  <a:srgbClr val="46586A"/>
                </a:solidFill>
                <a:latin typeface="Liberation Sans"/>
                <a:ea typeface="Liberation Sans"/>
                <a:cs typeface="Liberation Sans"/>
              </a:defRPr>
            </a:lvl9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25 / 29</a:t>
            </a:r>
          </a:p>
        </p:txBody>
      </p:sp>
      <p:sp>
        <p:nvSpPr>
          <p:cNvPr id="18" name="licence-footer">
            <a:extLst xmlns:a="http://schemas.openxmlformats.org/drawingml/2006/main">
              <a:ext uri="{FF2B5EF4-FFF2-40B4-BE49-F238E27FC236}">
                <a16:creationId xmlns:a16="http://schemas.microsoft.com/office/drawing/2014/main" id="{C398F36C-7CFC-4866-833A-D77F73B94292}"/>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vl1pPr algn="l">
              <a:defRPr sz="1425" b="0">
                <a:solidFill>
                  <a:srgbClr val="46586A"/>
                </a:solidFill>
                <a:latin typeface="Liberation Sans"/>
                <a:ea typeface="Liberation Sans"/>
                <a:cs typeface="Liberation Sans"/>
              </a:defRPr>
            </a:lvl1pPr>
            <a:lvl2pPr algn="l">
              <a:defRPr sz="1425" b="0">
                <a:solidFill>
                  <a:srgbClr val="46586A"/>
                </a:solidFill>
                <a:latin typeface="Liberation Sans"/>
                <a:ea typeface="Liberation Sans"/>
                <a:cs typeface="Liberation Sans"/>
              </a:defRPr>
            </a:lvl2pPr>
            <a:lvl3pPr algn="l">
              <a:defRPr sz="1425" b="0">
                <a:solidFill>
                  <a:srgbClr val="46586A"/>
                </a:solidFill>
                <a:latin typeface="Liberation Sans"/>
                <a:ea typeface="Liberation Sans"/>
                <a:cs typeface="Liberation Sans"/>
              </a:defRPr>
            </a:lvl3pPr>
            <a:lvl4pPr algn="l">
              <a:defRPr sz="1425" b="0">
                <a:solidFill>
                  <a:srgbClr val="46586A"/>
                </a:solidFill>
                <a:latin typeface="Liberation Sans"/>
                <a:ea typeface="Liberation Sans"/>
                <a:cs typeface="Liberation Sans"/>
              </a:defRPr>
            </a:lvl4pPr>
            <a:lvl5pPr algn="l">
              <a:defRPr sz="1425" b="0">
                <a:solidFill>
                  <a:srgbClr val="46586A"/>
                </a:solidFill>
                <a:latin typeface="Liberation Sans"/>
                <a:ea typeface="Liberation Sans"/>
                <a:cs typeface="Liberation Sans"/>
              </a:defRPr>
            </a:lvl5pPr>
            <a:lvl6pPr algn="l">
              <a:defRPr sz="1425" b="0">
                <a:solidFill>
                  <a:srgbClr val="46586A"/>
                </a:solidFill>
                <a:latin typeface="Liberation Sans"/>
                <a:ea typeface="Liberation Sans"/>
                <a:cs typeface="Liberation Sans"/>
              </a:defRPr>
            </a:lvl6pPr>
            <a:lvl7pPr algn="l">
              <a:defRPr sz="1425" b="0">
                <a:solidFill>
                  <a:srgbClr val="46586A"/>
                </a:solidFill>
                <a:latin typeface="Liberation Sans"/>
                <a:ea typeface="Liberation Sans"/>
                <a:cs typeface="Liberation Sans"/>
              </a:defRPr>
            </a:lvl7pPr>
            <a:lvl8pPr algn="l">
              <a:defRPr sz="1425" b="0">
                <a:solidFill>
                  <a:srgbClr val="46586A"/>
                </a:solidFill>
                <a:latin typeface="Liberation Sans"/>
                <a:ea typeface="Liberation Sans"/>
                <a:cs typeface="Liberation Sans"/>
              </a:defRPr>
            </a:lvl8pPr>
            <a:lvl9pPr algn="l">
              <a:defRPr sz="1425" b="0">
                <a:solidFill>
                  <a:srgbClr val="46586A"/>
                </a:solidFill>
                <a:latin typeface="Liberation Sans"/>
                <a:ea typeface="Liberation Sans"/>
                <a:cs typeface="Liberation Sans"/>
              </a:defRPr>
            </a:lvl9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9" name="">
            <a:extLst xmlns:a="http://schemas.openxmlformats.org/drawingml/2006/main">
              <a:ext uri="{FF2B5EF4-FFF2-40B4-BE49-F238E27FC236}">
                <a16:creationId xmlns:a16="http://schemas.microsoft.com/office/drawing/2014/main" id="{2A4AFAED-E68A-45ED-BF56-5429CA14F667}"/>
              </a:ext>
            </a:extLst>
          </p:cNvPr>
          <p:cNvPicPr>
            <a:picLocks xmlns:a="http://schemas.openxmlformats.org/drawingml/2006/main" noChangeAspect="1"/>
          </p:cNvPicPr>
          <p:nvPr/>
        </p:nvPicPr>
        <p:blipFill>
          <a:blip xmlns:r="http://schemas.openxmlformats.org/officeDocument/2006/relationships" xmlns:a="http://schemas.openxmlformats.org/drawingml/2006/main" r:embed="R77607d8b77b74816"/>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20" name="pupil-text">
            <a:extLst xmlns:a="http://schemas.openxmlformats.org/drawingml/2006/main">
              <a:ext uri="{FF2B5EF4-FFF2-40B4-BE49-F238E27FC236}">
                <a16:creationId xmlns:a16="http://schemas.microsoft.com/office/drawing/2014/main" id="{03963DB5-54AD-43B5-AB95-7F9FB25E67BE}"/>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vl1pPr algn="l">
              <a:defRPr sz="1950" b="1">
                <a:solidFill>
                  <a:srgbClr val="355E7B"/>
                </a:solidFill>
                <a:latin typeface="Liberation Sans"/>
                <a:ea typeface="Liberation Sans"/>
                <a:cs typeface="Liberation Sans"/>
              </a:defRPr>
            </a:lvl1pPr>
            <a:lvl2pPr algn="l">
              <a:defRPr sz="1950" b="1">
                <a:solidFill>
                  <a:srgbClr val="355E7B"/>
                </a:solidFill>
                <a:latin typeface="Liberation Sans"/>
                <a:ea typeface="Liberation Sans"/>
                <a:cs typeface="Liberation Sans"/>
              </a:defRPr>
            </a:lvl2pPr>
            <a:lvl3pPr algn="l">
              <a:defRPr sz="1950" b="1">
                <a:solidFill>
                  <a:srgbClr val="355E7B"/>
                </a:solidFill>
                <a:latin typeface="Liberation Sans"/>
                <a:ea typeface="Liberation Sans"/>
                <a:cs typeface="Liberation Sans"/>
              </a:defRPr>
            </a:lvl3pPr>
            <a:lvl4pPr algn="l">
              <a:defRPr sz="1950" b="1">
                <a:solidFill>
                  <a:srgbClr val="355E7B"/>
                </a:solidFill>
                <a:latin typeface="Liberation Sans"/>
                <a:ea typeface="Liberation Sans"/>
                <a:cs typeface="Liberation Sans"/>
              </a:defRPr>
            </a:lvl4pPr>
            <a:lvl5pPr algn="l">
              <a:defRPr sz="1950" b="1">
                <a:solidFill>
                  <a:srgbClr val="355E7B"/>
                </a:solidFill>
                <a:latin typeface="Liberation Sans"/>
                <a:ea typeface="Liberation Sans"/>
                <a:cs typeface="Liberation Sans"/>
              </a:defRPr>
            </a:lvl5pPr>
            <a:lvl6pPr algn="l">
              <a:defRPr sz="1950" b="1">
                <a:solidFill>
                  <a:srgbClr val="355E7B"/>
                </a:solidFill>
                <a:latin typeface="Liberation Sans"/>
                <a:ea typeface="Liberation Sans"/>
                <a:cs typeface="Liberation Sans"/>
              </a:defRPr>
            </a:lvl6pPr>
            <a:lvl7pPr algn="l">
              <a:defRPr sz="1950" b="1">
                <a:solidFill>
                  <a:srgbClr val="355E7B"/>
                </a:solidFill>
                <a:latin typeface="Liberation Sans"/>
                <a:ea typeface="Liberation Sans"/>
                <a:cs typeface="Liberation Sans"/>
              </a:defRPr>
            </a:lvl7pPr>
            <a:lvl8pPr algn="l">
              <a:defRPr sz="1950" b="1">
                <a:solidFill>
                  <a:srgbClr val="355E7B"/>
                </a:solidFill>
                <a:latin typeface="Liberation Sans"/>
                <a:ea typeface="Liberation Sans"/>
                <a:cs typeface="Liberation Sans"/>
              </a:defRPr>
            </a:lvl8pPr>
            <a:lvl9pPr algn="l">
              <a:defRPr sz="1950" b="1">
                <a:solidFill>
                  <a:srgbClr val="355E7B"/>
                </a:solidFill>
                <a:latin typeface="Liberation Sans"/>
                <a:ea typeface="Liberation Sans"/>
                <a:cs typeface="Liberation Sans"/>
              </a:defRPr>
            </a:lvl9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Choice</a:t>
            </a:r>
          </a:p>
        </p:txBody>
      </p:sp>
      <p:sp>
        <p:nvSpPr>
          <p:cNvPr id="21" name="shape">
            <a:extLst xmlns:a="http://schemas.openxmlformats.org/drawingml/2006/main">
              <a:ext uri="{FF2B5EF4-FFF2-40B4-BE49-F238E27FC236}">
                <a16:creationId xmlns:a16="http://schemas.microsoft.com/office/drawing/2014/main" id="{E42F6025-DABD-42D7-921B-20672C2D0C0B}"/>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2" name="pupil-text">
            <a:extLst xmlns:a="http://schemas.openxmlformats.org/drawingml/2006/main">
              <a:ext uri="{FF2B5EF4-FFF2-40B4-BE49-F238E27FC236}">
                <a16:creationId xmlns:a16="http://schemas.microsoft.com/office/drawing/2014/main" id="{201033BC-5BF8-492E-966B-75F2602627F1}"/>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Match each animal to its food. For rabbit, choose grass / stone. For fox, choose rabbit / leaves.</a:t>
            </a:r>
          </a:p>
        </p:txBody>
      </p:sp>
      <p:sp>
        <p:nvSpPr>
          <p:cNvPr id="23" name="shape">
            <a:extLst xmlns:a="http://schemas.openxmlformats.org/drawingml/2006/main">
              <a:ext uri="{FF2B5EF4-FFF2-40B4-BE49-F238E27FC236}">
                <a16:creationId xmlns:a16="http://schemas.microsoft.com/office/drawing/2014/main" id="{98D80C0F-8285-49B3-A1A3-F1BC3A7AA125}"/>
              </a:ext>
            </a:extLst>
          </p:cNvPr>
          <p:cNvSpPr>
            <a:spLocks xmlns:a="http://schemas.openxmlformats.org/drawingml/2006/main" noGrp="1"/>
          </p:cNvSpPr>
          <p:nvPr/>
        </p:nvSpPr>
        <p:spPr>
          <a:xfrm xmlns:a="http://schemas.openxmlformats.org/drawingml/2006/main">
            <a:off x="409575" y="24574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4" name="pupil-text">
            <a:extLst xmlns:a="http://schemas.openxmlformats.org/drawingml/2006/main">
              <a:ext uri="{FF2B5EF4-FFF2-40B4-BE49-F238E27FC236}">
                <a16:creationId xmlns:a16="http://schemas.microsoft.com/office/drawing/2014/main" id="{EE0D4AD1-5B79-419C-BC8C-5AD3A96F8E45}"/>
              </a:ext>
            </a:extLst>
          </p:cNvPr>
          <p:cNvSpPr>
            <a:spLocks xmlns:a="http://schemas.openxmlformats.org/drawingml/2006/main" noGrp="1"/>
          </p:cNvSpPr>
          <p:nvPr/>
        </p:nvSpPr>
        <p:spPr>
          <a:xfrm xmlns:a="http://schemas.openxmlformats.org/drawingml/2006/main">
            <a:off x="457200" y="2466975"/>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For caterpillar, choose leaves / stone. For robin, choose caterpillar / leaves. Use two sets of</a:t>
            </a:r>
          </a:p>
        </p:txBody>
      </p:sp>
      <p:sp>
        <p:nvSpPr>
          <p:cNvPr id="25" name="shape">
            <a:extLst xmlns:a="http://schemas.openxmlformats.org/drawingml/2006/main">
              <a:ext uri="{FF2B5EF4-FFF2-40B4-BE49-F238E27FC236}">
                <a16:creationId xmlns:a16="http://schemas.microsoft.com/office/drawing/2014/main" id="{E9FD83FD-556B-4399-852D-39768A0329EC}"/>
              </a:ext>
            </a:extLst>
          </p:cNvPr>
          <p:cNvSpPr>
            <a:spLocks xmlns:a="http://schemas.openxmlformats.org/drawingml/2006/main" noGrp="1"/>
          </p:cNvSpPr>
          <p:nvPr/>
        </p:nvSpPr>
        <p:spPr>
          <a:xfrm xmlns:a="http://schemas.openxmlformats.org/drawingml/2006/main">
            <a:off x="409575" y="27527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6" name="pupil-text">
            <a:extLst xmlns:a="http://schemas.openxmlformats.org/drawingml/2006/main">
              <a:ext uri="{FF2B5EF4-FFF2-40B4-BE49-F238E27FC236}">
                <a16:creationId xmlns:a16="http://schemas.microsoft.com/office/drawing/2014/main" id="{7F5695C2-F538-40FE-AAF1-4BD147B55380}"/>
              </a:ext>
            </a:extLst>
          </p:cNvPr>
          <p:cNvSpPr>
            <a:spLocks xmlns:a="http://schemas.openxmlformats.org/drawingml/2006/main" noGrp="1"/>
          </p:cNvSpPr>
          <p:nvPr/>
        </p:nvSpPr>
        <p:spPr>
          <a:xfrm xmlns:a="http://schemas.openxmlformats.org/drawingml/2006/main">
            <a:off x="457200" y="2762250"/>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cards. Make the first chain. Put fox, grass, rabbit in the right order. Make the next chain. Put</a:t>
            </a:r>
          </a:p>
        </p:txBody>
      </p:sp>
      <p:sp>
        <p:nvSpPr>
          <p:cNvPr id="27" name="shape">
            <a:extLst xmlns:a="http://schemas.openxmlformats.org/drawingml/2006/main">
              <a:ext uri="{FF2B5EF4-FFF2-40B4-BE49-F238E27FC236}">
                <a16:creationId xmlns:a16="http://schemas.microsoft.com/office/drawing/2014/main" id="{65959753-CCDF-4F6C-9C1E-4991CFACA990}"/>
              </a:ext>
            </a:extLst>
          </p:cNvPr>
          <p:cNvSpPr>
            <a:spLocks xmlns:a="http://schemas.openxmlformats.org/drawingml/2006/main" noGrp="1"/>
          </p:cNvSpPr>
          <p:nvPr/>
        </p:nvSpPr>
        <p:spPr>
          <a:xfrm xmlns:a="http://schemas.openxmlformats.org/drawingml/2006/main">
            <a:off x="409575" y="30480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8" name="pupil-text">
            <a:extLst xmlns:a="http://schemas.openxmlformats.org/drawingml/2006/main">
              <a:ext uri="{FF2B5EF4-FFF2-40B4-BE49-F238E27FC236}">
                <a16:creationId xmlns:a16="http://schemas.microsoft.com/office/drawing/2014/main" id="{714AA7F2-94B2-478D-B689-79EE1458833F}"/>
              </a:ext>
            </a:extLst>
          </p:cNvPr>
          <p:cNvSpPr>
            <a:spLocks xmlns:a="http://schemas.openxmlformats.org/drawingml/2006/main" noGrp="1"/>
          </p:cNvSpPr>
          <p:nvPr/>
        </p:nvSpPr>
        <p:spPr>
          <a:xfrm xmlns:a="http://schemas.openxmlformats.org/drawingml/2006/main">
            <a:off x="457200" y="3057525"/>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robin, leaves, caterpillar in the right order. Which ones are the producers? Choose plants / animals.</a:t>
            </a:r>
          </a:p>
        </p:txBody>
      </p:sp>
      <p:sp>
        <p:nvSpPr>
          <p:cNvPr id="29" name="shape">
            <a:extLst xmlns:a="http://schemas.openxmlformats.org/drawingml/2006/main">
              <a:ext uri="{FF2B5EF4-FFF2-40B4-BE49-F238E27FC236}">
                <a16:creationId xmlns:a16="http://schemas.microsoft.com/office/drawing/2014/main" id="{DD3D70A3-BC92-4215-AF67-DD650D92181D}"/>
              </a:ext>
            </a:extLst>
          </p:cNvPr>
          <p:cNvSpPr>
            <a:spLocks xmlns:a="http://schemas.openxmlformats.org/drawingml/2006/main" noGrp="1"/>
          </p:cNvSpPr>
          <p:nvPr/>
        </p:nvSpPr>
        <p:spPr>
          <a:xfrm xmlns:a="http://schemas.openxmlformats.org/drawingml/2006/main">
            <a:off x="409575" y="33432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30" name="pupil-text">
            <a:extLst xmlns:a="http://schemas.openxmlformats.org/drawingml/2006/main">
              <a:ext uri="{FF2B5EF4-FFF2-40B4-BE49-F238E27FC236}">
                <a16:creationId xmlns:a16="http://schemas.microsoft.com/office/drawing/2014/main" id="{98935F80-071A-44FE-A780-5CFDD01D66A2}"/>
              </a:ext>
            </a:extLst>
          </p:cNvPr>
          <p:cNvSpPr>
            <a:spLocks xmlns:a="http://schemas.openxmlformats.org/drawingml/2006/main" noGrp="1"/>
          </p:cNvSpPr>
          <p:nvPr/>
        </p:nvSpPr>
        <p:spPr>
          <a:xfrm xmlns:a="http://schemas.openxmlformats.org/drawingml/2006/main">
            <a:off x="457200" y="3352800"/>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Fix the arrow that points the wrong way. Choose food to eater / eater to food. Think of fewer</a:t>
            </a:r>
          </a:p>
        </p:txBody>
      </p:sp>
      <p:sp>
        <p:nvSpPr>
          <p:cNvPr id="31" name="shape">
            <a:extLst xmlns:a="http://schemas.openxmlformats.org/drawingml/2006/main">
              <a:ext uri="{FF2B5EF4-FFF2-40B4-BE49-F238E27FC236}">
                <a16:creationId xmlns:a16="http://schemas.microsoft.com/office/drawing/2014/main" id="{22CCFA92-6E9A-4AB5-BC2C-67B6B0EB4C96}"/>
              </a:ext>
            </a:extLst>
          </p:cNvPr>
          <p:cNvSpPr>
            <a:spLocks xmlns:a="http://schemas.openxmlformats.org/drawingml/2006/main" noGrp="1"/>
          </p:cNvSpPr>
          <p:nvPr/>
        </p:nvSpPr>
        <p:spPr>
          <a:xfrm xmlns:a="http://schemas.openxmlformats.org/drawingml/2006/main">
            <a:off x="409575" y="36385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32" name="pupil-text">
            <a:extLst xmlns:a="http://schemas.openxmlformats.org/drawingml/2006/main">
              <a:ext uri="{FF2B5EF4-FFF2-40B4-BE49-F238E27FC236}">
                <a16:creationId xmlns:a16="http://schemas.microsoft.com/office/drawing/2014/main" id="{E9359AFF-4259-44D2-8DC6-D9E5F2894D9C}"/>
              </a:ext>
            </a:extLst>
          </p:cNvPr>
          <p:cNvSpPr>
            <a:spLocks xmlns:a="http://schemas.openxmlformats.org/drawingml/2006/main" noGrp="1"/>
          </p:cNvSpPr>
          <p:nvPr/>
        </p:nvSpPr>
        <p:spPr>
          <a:xfrm xmlns:a="http://schemas.openxmlformats.org/drawingml/2006/main">
            <a:off x="457200" y="3648075"/>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plants. Who might have less food? Choose only plant-eaters / animals farther along too. Give one</a:t>
            </a:r>
          </a:p>
        </p:txBody>
      </p:sp>
      <p:sp>
        <p:nvSpPr>
          <p:cNvPr id="33" name="shape">
            <a:extLst xmlns:a="http://schemas.openxmlformats.org/drawingml/2006/main">
              <a:ext uri="{FF2B5EF4-FFF2-40B4-BE49-F238E27FC236}">
                <a16:creationId xmlns:a16="http://schemas.microsoft.com/office/drawing/2014/main" id="{CCEC1BE4-D2E7-4BFA-8A0F-A970B9E7C74D}"/>
              </a:ext>
            </a:extLst>
          </p:cNvPr>
          <p:cNvSpPr>
            <a:spLocks xmlns:a="http://schemas.openxmlformats.org/drawingml/2006/main" noGrp="1"/>
          </p:cNvSpPr>
          <p:nvPr/>
        </p:nvSpPr>
        <p:spPr>
          <a:xfrm xmlns:a="http://schemas.openxmlformats.org/drawingml/2006/main">
            <a:off x="409575" y="39338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34" name="pupil-text">
            <a:extLst xmlns:a="http://schemas.openxmlformats.org/drawingml/2006/main">
              <a:ext uri="{FF2B5EF4-FFF2-40B4-BE49-F238E27FC236}">
                <a16:creationId xmlns:a16="http://schemas.microsoft.com/office/drawing/2014/main" id="{54CA7740-EAF2-419D-8AFE-A08505631447}"/>
              </a:ext>
            </a:extLst>
          </p:cNvPr>
          <p:cNvSpPr>
            <a:spLocks xmlns:a="http://schemas.openxmlformats.org/drawingml/2006/main" noGrp="1"/>
          </p:cNvSpPr>
          <p:nvPr/>
        </p:nvSpPr>
        <p:spPr>
          <a:xfrm xmlns:a="http://schemas.openxmlformats.org/drawingml/2006/main">
            <a:off x="457200" y="3943350"/>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reason. What is one limit of the chain? Choose selected links / exact animal numbers. Record C</a:t>
            </a:r>
          </a:p>
        </p:txBody>
      </p:sp>
      <p:sp>
        <p:nvSpPr>
          <p:cNvPr id="35" name="shape">
            <a:extLst xmlns:a="http://schemas.openxmlformats.org/drawingml/2006/main">
              <a:ext uri="{FF2B5EF4-FFF2-40B4-BE49-F238E27FC236}">
                <a16:creationId xmlns:a16="http://schemas.microsoft.com/office/drawing/2014/main" id="{011C052C-FC16-4265-A9C3-FF9E540B7EC7}"/>
              </a:ext>
            </a:extLst>
          </p:cNvPr>
          <p:cNvSpPr>
            <a:spLocks xmlns:a="http://schemas.openxmlformats.org/drawingml/2006/main" noGrp="1"/>
          </p:cNvSpPr>
          <p:nvPr/>
        </p:nvSpPr>
        <p:spPr>
          <a:xfrm xmlns:a="http://schemas.openxmlformats.org/drawingml/2006/main">
            <a:off x="409575" y="42291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36" name="pupil-text">
            <a:extLst xmlns:a="http://schemas.openxmlformats.org/drawingml/2006/main">
              <a:ext uri="{FF2B5EF4-FFF2-40B4-BE49-F238E27FC236}">
                <a16:creationId xmlns:a16="http://schemas.microsoft.com/office/drawing/2014/main" id="{1AFC15FC-9AE0-45FD-B1D6-06871740AD68}"/>
              </a:ext>
            </a:extLst>
          </p:cNvPr>
          <p:cNvSpPr>
            <a:spLocks xmlns:a="http://schemas.openxmlformats.org/drawingml/2006/main" noGrp="1"/>
          </p:cNvSpPr>
          <p:nvPr/>
        </p:nvSpPr>
        <p:spPr>
          <a:xfrm xmlns:a="http://schemas.openxmlformats.org/drawingml/2006/main">
            <a:off x="457200" y="4238625"/>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beside your book response.</a:t>
            </a:r>
          </a:p>
        </p:txBody>
      </p:sp>
    </p:spTree>
    <p:extLst>
      <p:ext uri="{BB962C8B-B14F-4D97-AF65-F5344CB8AC3E}">
        <p14:creationId xmlns:p14="http://schemas.microsoft.com/office/powerpoint/2010/main" val="1984972284"/>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lesson-header">
            <a:extLst xmlns:a="http://schemas.openxmlformats.org/drawingml/2006/main">
              <a:ext uri="{FF2B5EF4-FFF2-40B4-BE49-F238E27FC236}">
                <a16:creationId xmlns:a16="http://schemas.microsoft.com/office/drawing/2014/main" id="{446BBE6B-DF7E-4F64-8F04-2630C5943119}"/>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vl1pPr algn="l">
              <a:defRPr sz="1425" b="1">
                <a:solidFill>
                  <a:srgbClr val="355E7B"/>
                </a:solidFill>
                <a:latin typeface="Liberation Sans"/>
                <a:ea typeface="Liberation Sans"/>
                <a:cs typeface="Liberation Sans"/>
              </a:defRPr>
            </a:lvl1pPr>
            <a:lvl2pPr algn="l">
              <a:defRPr sz="1425" b="1">
                <a:solidFill>
                  <a:srgbClr val="355E7B"/>
                </a:solidFill>
                <a:latin typeface="Liberation Sans"/>
                <a:ea typeface="Liberation Sans"/>
                <a:cs typeface="Liberation Sans"/>
              </a:defRPr>
            </a:lvl2pPr>
            <a:lvl3pPr algn="l">
              <a:defRPr sz="1425" b="1">
                <a:solidFill>
                  <a:srgbClr val="355E7B"/>
                </a:solidFill>
                <a:latin typeface="Liberation Sans"/>
                <a:ea typeface="Liberation Sans"/>
                <a:cs typeface="Liberation Sans"/>
              </a:defRPr>
            </a:lvl3pPr>
            <a:lvl4pPr algn="l">
              <a:defRPr sz="1425" b="1">
                <a:solidFill>
                  <a:srgbClr val="355E7B"/>
                </a:solidFill>
                <a:latin typeface="Liberation Sans"/>
                <a:ea typeface="Liberation Sans"/>
                <a:cs typeface="Liberation Sans"/>
              </a:defRPr>
            </a:lvl4pPr>
            <a:lvl5pPr algn="l">
              <a:defRPr sz="1425" b="1">
                <a:solidFill>
                  <a:srgbClr val="355E7B"/>
                </a:solidFill>
                <a:latin typeface="Liberation Sans"/>
                <a:ea typeface="Liberation Sans"/>
                <a:cs typeface="Liberation Sans"/>
              </a:defRPr>
            </a:lvl5pPr>
            <a:lvl6pPr algn="l">
              <a:defRPr sz="1425" b="1">
                <a:solidFill>
                  <a:srgbClr val="355E7B"/>
                </a:solidFill>
                <a:latin typeface="Liberation Sans"/>
                <a:ea typeface="Liberation Sans"/>
                <a:cs typeface="Liberation Sans"/>
              </a:defRPr>
            </a:lvl6pPr>
            <a:lvl7pPr algn="l">
              <a:defRPr sz="1425" b="1">
                <a:solidFill>
                  <a:srgbClr val="355E7B"/>
                </a:solidFill>
                <a:latin typeface="Liberation Sans"/>
                <a:ea typeface="Liberation Sans"/>
                <a:cs typeface="Liberation Sans"/>
              </a:defRPr>
            </a:lvl7pPr>
            <a:lvl8pPr algn="l">
              <a:defRPr sz="1425" b="1">
                <a:solidFill>
                  <a:srgbClr val="355E7B"/>
                </a:solidFill>
                <a:latin typeface="Liberation Sans"/>
                <a:ea typeface="Liberation Sans"/>
                <a:cs typeface="Liberation Sans"/>
              </a:defRPr>
            </a:lvl8pPr>
            <a:lvl9pPr algn="l">
              <a:defRPr sz="1425" b="1">
                <a:solidFill>
                  <a:srgbClr val="355E7B"/>
                </a:solidFill>
                <a:latin typeface="Liberation Sans"/>
                <a:ea typeface="Liberation Sans"/>
                <a:cs typeface="Liberation Sans"/>
              </a:defRPr>
            </a:lvl9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SCIENCE · AUTUMN 1 · Week 8</a:t>
            </a:r>
          </a:p>
        </p:txBody>
      </p:sp>
      <p:sp>
        <p:nvSpPr>
          <p:cNvPr id="2" name="stage-clock">
            <a:extLst xmlns:a="http://schemas.openxmlformats.org/drawingml/2006/main">
              <a:ext uri="{FF2B5EF4-FFF2-40B4-BE49-F238E27FC236}">
                <a16:creationId xmlns:a16="http://schemas.microsoft.com/office/drawing/2014/main" id="{FE40D7B3-3A3C-4B6B-A6C2-AABC0DB065B3}"/>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vl1pPr algn="r">
              <a:defRPr sz="1425" b="1">
                <a:solidFill>
                  <a:srgbClr val="355E7B"/>
                </a:solidFill>
                <a:latin typeface="Liberation Sans"/>
                <a:ea typeface="Liberation Sans"/>
                <a:cs typeface="Liberation Sans"/>
              </a:defRPr>
            </a:lvl1pPr>
            <a:lvl2pPr algn="r">
              <a:defRPr sz="1425" b="1">
                <a:solidFill>
                  <a:srgbClr val="355E7B"/>
                </a:solidFill>
                <a:latin typeface="Liberation Sans"/>
                <a:ea typeface="Liberation Sans"/>
                <a:cs typeface="Liberation Sans"/>
              </a:defRPr>
            </a:lvl2pPr>
            <a:lvl3pPr algn="r">
              <a:defRPr sz="1425" b="1">
                <a:solidFill>
                  <a:srgbClr val="355E7B"/>
                </a:solidFill>
                <a:latin typeface="Liberation Sans"/>
                <a:ea typeface="Liberation Sans"/>
                <a:cs typeface="Liberation Sans"/>
              </a:defRPr>
            </a:lvl3pPr>
            <a:lvl4pPr algn="r">
              <a:defRPr sz="1425" b="1">
                <a:solidFill>
                  <a:srgbClr val="355E7B"/>
                </a:solidFill>
                <a:latin typeface="Liberation Sans"/>
                <a:ea typeface="Liberation Sans"/>
                <a:cs typeface="Liberation Sans"/>
              </a:defRPr>
            </a:lvl4pPr>
            <a:lvl5pPr algn="r">
              <a:defRPr sz="1425" b="1">
                <a:solidFill>
                  <a:srgbClr val="355E7B"/>
                </a:solidFill>
                <a:latin typeface="Liberation Sans"/>
                <a:ea typeface="Liberation Sans"/>
                <a:cs typeface="Liberation Sans"/>
              </a:defRPr>
            </a:lvl5pPr>
            <a:lvl6pPr algn="r">
              <a:defRPr sz="1425" b="1">
                <a:solidFill>
                  <a:srgbClr val="355E7B"/>
                </a:solidFill>
                <a:latin typeface="Liberation Sans"/>
                <a:ea typeface="Liberation Sans"/>
                <a:cs typeface="Liberation Sans"/>
              </a:defRPr>
            </a:lvl6pPr>
            <a:lvl7pPr algn="r">
              <a:defRPr sz="1425" b="1">
                <a:solidFill>
                  <a:srgbClr val="355E7B"/>
                </a:solidFill>
                <a:latin typeface="Liberation Sans"/>
                <a:ea typeface="Liberation Sans"/>
                <a:cs typeface="Liberation Sans"/>
              </a:defRPr>
            </a:lvl7pPr>
            <a:lvl8pPr algn="r">
              <a:defRPr sz="1425" b="1">
                <a:solidFill>
                  <a:srgbClr val="355E7B"/>
                </a:solidFill>
                <a:latin typeface="Liberation Sans"/>
                <a:ea typeface="Liberation Sans"/>
                <a:cs typeface="Liberation Sans"/>
              </a:defRPr>
            </a:lvl8pPr>
            <a:lvl9pPr algn="r">
              <a:defRPr sz="1425" b="1">
                <a:solidFill>
                  <a:srgbClr val="355E7B"/>
                </a:solidFill>
                <a:latin typeface="Liberation Sans"/>
                <a:ea typeface="Liberation Sans"/>
                <a:cs typeface="Liberation Sans"/>
              </a:defRPr>
            </a:lvl9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make your evidence · 8 min · 25 to 33</a:t>
            </a:r>
          </a:p>
        </p:txBody>
      </p:sp>
      <p:sp>
        <p:nvSpPr>
          <p:cNvPr id="3" name="slide-title">
            <a:extLst xmlns:a="http://schemas.openxmlformats.org/drawingml/2006/main">
              <a:ext uri="{FF2B5EF4-FFF2-40B4-BE49-F238E27FC236}">
                <a16:creationId xmlns:a16="http://schemas.microsoft.com/office/drawing/2014/main" id="{EEEAFAE2-F98F-4040-A76C-7C4F6BC15C6D}"/>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vl1pPr algn="l">
              <a:defRPr sz="2700" b="1">
                <a:solidFill>
                  <a:srgbClr val="355E7B"/>
                </a:solidFill>
                <a:latin typeface="Liberation Sans"/>
                <a:ea typeface="Liberation Sans"/>
                <a:cs typeface="Liberation Sans"/>
              </a:defRPr>
            </a:lvl1pPr>
            <a:lvl2pPr algn="l">
              <a:defRPr sz="2700" b="1">
                <a:solidFill>
                  <a:srgbClr val="355E7B"/>
                </a:solidFill>
                <a:latin typeface="Liberation Sans"/>
                <a:ea typeface="Liberation Sans"/>
                <a:cs typeface="Liberation Sans"/>
              </a:defRPr>
            </a:lvl2pPr>
            <a:lvl3pPr algn="l">
              <a:defRPr sz="2700" b="1">
                <a:solidFill>
                  <a:srgbClr val="355E7B"/>
                </a:solidFill>
                <a:latin typeface="Liberation Sans"/>
                <a:ea typeface="Liberation Sans"/>
                <a:cs typeface="Liberation Sans"/>
              </a:defRPr>
            </a:lvl3pPr>
            <a:lvl4pPr algn="l">
              <a:defRPr sz="2700" b="1">
                <a:solidFill>
                  <a:srgbClr val="355E7B"/>
                </a:solidFill>
                <a:latin typeface="Liberation Sans"/>
                <a:ea typeface="Liberation Sans"/>
                <a:cs typeface="Liberation Sans"/>
              </a:defRPr>
            </a:lvl4pPr>
            <a:lvl5pPr algn="l">
              <a:defRPr sz="2700" b="1">
                <a:solidFill>
                  <a:srgbClr val="355E7B"/>
                </a:solidFill>
                <a:latin typeface="Liberation Sans"/>
                <a:ea typeface="Liberation Sans"/>
                <a:cs typeface="Liberation Sans"/>
              </a:defRPr>
            </a:lvl5pPr>
            <a:lvl6pPr algn="l">
              <a:defRPr sz="2700" b="1">
                <a:solidFill>
                  <a:srgbClr val="355E7B"/>
                </a:solidFill>
                <a:latin typeface="Liberation Sans"/>
                <a:ea typeface="Liberation Sans"/>
                <a:cs typeface="Liberation Sans"/>
              </a:defRPr>
            </a:lvl6pPr>
            <a:lvl7pPr algn="l">
              <a:defRPr sz="2700" b="1">
                <a:solidFill>
                  <a:srgbClr val="355E7B"/>
                </a:solidFill>
                <a:latin typeface="Liberation Sans"/>
                <a:ea typeface="Liberation Sans"/>
                <a:cs typeface="Liberation Sans"/>
              </a:defRPr>
            </a:lvl7pPr>
            <a:lvl8pPr algn="l">
              <a:defRPr sz="2700" b="1">
                <a:solidFill>
                  <a:srgbClr val="355E7B"/>
                </a:solidFill>
                <a:latin typeface="Liberation Sans"/>
                <a:ea typeface="Liberation Sans"/>
                <a:cs typeface="Liberation Sans"/>
              </a:defRPr>
            </a:lvl8pPr>
            <a:lvl9pPr algn="l">
              <a:defRPr sz="2700" b="1">
                <a:solidFill>
                  <a:srgbClr val="355E7B"/>
                </a:solidFill>
                <a:latin typeface="Liberation Sans"/>
                <a:ea typeface="Liberation Sans"/>
                <a:cs typeface="Liberation Sans"/>
              </a:defRPr>
            </a:lvl9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make your evidence · continued</a:t>
            </a:r>
          </a:p>
        </p:txBody>
      </p:sp>
      <p:sp>
        <p:nvSpPr>
          <p:cNvPr id="4" name="shape">
            <a:extLst xmlns:a="http://schemas.openxmlformats.org/drawingml/2006/main">
              <a:ext uri="{FF2B5EF4-FFF2-40B4-BE49-F238E27FC236}">
                <a16:creationId xmlns:a16="http://schemas.microsoft.com/office/drawing/2014/main" id="{3FF8D389-1B9D-451A-A0EB-5E48D05E0D72}"/>
              </a:ext>
            </a:extLst>
          </p:cNvPr>
          <p:cNvSpPr>
            <a:spLocks xmlns:a="http://schemas.openxmlformats.org/drawingml/2006/main" noGrp="1"/>
          </p:cNvSpPr>
          <p:nvPr/>
        </p:nvSpPr>
        <p:spPr>
          <a:xfrm xmlns:a="http://schemas.openxmlformats.org/drawingml/2006/main">
            <a:off x="381000"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9AA9AFF7-1813-4649-A88B-1CFB2EFD21D8}"/>
              </a:ext>
            </a:extLst>
          </p:cNvPr>
          <p:cNvSpPr>
            <a:spLocks xmlns:a="http://schemas.openxmlformats.org/drawingml/2006/main" noGrp="1"/>
          </p:cNvSpPr>
          <p:nvPr/>
        </p:nvSpPr>
        <p:spPr>
          <a:xfrm xmlns:a="http://schemas.openxmlformats.org/drawingml/2006/main">
            <a:off x="1234678"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EEACD509-144A-465B-85A3-74DCE6B3C70C}"/>
              </a:ext>
            </a:extLst>
          </p:cNvPr>
          <p:cNvSpPr>
            <a:spLocks xmlns:a="http://schemas.openxmlformats.org/drawingml/2006/main" noGrp="1"/>
          </p:cNvSpPr>
          <p:nvPr/>
        </p:nvSpPr>
        <p:spPr>
          <a:xfrm xmlns:a="http://schemas.openxmlformats.org/drawingml/2006/main">
            <a:off x="2088356"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034C8246-7A03-493E-B26C-56A1CF7FA4F7}"/>
              </a:ext>
            </a:extLst>
          </p:cNvPr>
          <p:cNvSpPr>
            <a:spLocks xmlns:a="http://schemas.openxmlformats.org/drawingml/2006/main" noGrp="1"/>
          </p:cNvSpPr>
          <p:nvPr/>
        </p:nvSpPr>
        <p:spPr>
          <a:xfrm xmlns:a="http://schemas.openxmlformats.org/drawingml/2006/main">
            <a:off x="3226594"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4CF3DF0E-1C83-48D3-93C9-3B47215ED3C0}"/>
              </a:ext>
            </a:extLst>
          </p:cNvPr>
          <p:cNvSpPr>
            <a:spLocks xmlns:a="http://schemas.openxmlformats.org/drawingml/2006/main" noGrp="1"/>
          </p:cNvSpPr>
          <p:nvPr/>
        </p:nvSpPr>
        <p:spPr>
          <a:xfrm xmlns:a="http://schemas.openxmlformats.org/drawingml/2006/main">
            <a:off x="4364831"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1CBCF678-C0D6-452B-AF10-F21F462A63E5}"/>
              </a:ext>
            </a:extLst>
          </p:cNvPr>
          <p:cNvSpPr>
            <a:spLocks xmlns:a="http://schemas.openxmlformats.org/drawingml/2006/main" noGrp="1"/>
          </p:cNvSpPr>
          <p:nvPr/>
        </p:nvSpPr>
        <p:spPr>
          <a:xfrm xmlns:a="http://schemas.openxmlformats.org/drawingml/2006/main">
            <a:off x="5218509"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shape">
            <a:extLst xmlns:a="http://schemas.openxmlformats.org/drawingml/2006/main">
              <a:ext uri="{FF2B5EF4-FFF2-40B4-BE49-F238E27FC236}">
                <a16:creationId xmlns:a16="http://schemas.microsoft.com/office/drawing/2014/main" id="{E959A125-0346-4ECE-903C-36F558271D8A}"/>
              </a:ext>
            </a:extLst>
          </p:cNvPr>
          <p:cNvSpPr>
            <a:spLocks xmlns:a="http://schemas.openxmlformats.org/drawingml/2006/main" noGrp="1"/>
          </p:cNvSpPr>
          <p:nvPr/>
        </p:nvSpPr>
        <p:spPr>
          <a:xfrm xmlns:a="http://schemas.openxmlformats.org/drawingml/2006/main">
            <a:off x="6356747" y="1381125"/>
            <a:ext cx="540544"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1" name="shape">
            <a:extLst xmlns:a="http://schemas.openxmlformats.org/drawingml/2006/main">
              <a:ext uri="{FF2B5EF4-FFF2-40B4-BE49-F238E27FC236}">
                <a16:creationId xmlns:a16="http://schemas.microsoft.com/office/drawing/2014/main" id="{E7C79CB2-3618-4E10-B213-3450F434CF09}"/>
              </a:ext>
            </a:extLst>
          </p:cNvPr>
          <p:cNvSpPr>
            <a:spLocks xmlns:a="http://schemas.openxmlformats.org/drawingml/2006/main" noGrp="1"/>
          </p:cNvSpPr>
          <p:nvPr/>
        </p:nvSpPr>
        <p:spPr>
          <a:xfrm xmlns:a="http://schemas.openxmlformats.org/drawingml/2006/main">
            <a:off x="6925866" y="1381125"/>
            <a:ext cx="540544"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2" name="shape">
            <a:extLst xmlns:a="http://schemas.openxmlformats.org/drawingml/2006/main">
              <a:ext uri="{FF2B5EF4-FFF2-40B4-BE49-F238E27FC236}">
                <a16:creationId xmlns:a16="http://schemas.microsoft.com/office/drawing/2014/main" id="{EC0CF994-E098-431A-BD05-D56735A75AA7}"/>
              </a:ext>
            </a:extLst>
          </p:cNvPr>
          <p:cNvSpPr>
            <a:spLocks xmlns:a="http://schemas.openxmlformats.org/drawingml/2006/main" noGrp="1"/>
          </p:cNvSpPr>
          <p:nvPr/>
        </p:nvSpPr>
        <p:spPr>
          <a:xfrm xmlns:a="http://schemas.openxmlformats.org/drawingml/2006/main">
            <a:off x="7494984" y="1381125"/>
            <a:ext cx="2247900"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3" name="shape">
            <a:extLst xmlns:a="http://schemas.openxmlformats.org/drawingml/2006/main">
              <a:ext uri="{FF2B5EF4-FFF2-40B4-BE49-F238E27FC236}">
                <a16:creationId xmlns:a16="http://schemas.microsoft.com/office/drawing/2014/main" id="{9DF435BA-8612-4C22-9A60-D6F53DFD1A55}"/>
              </a:ext>
            </a:extLst>
          </p:cNvPr>
          <p:cNvSpPr>
            <a:spLocks xmlns:a="http://schemas.openxmlformats.org/drawingml/2006/main" noGrp="1"/>
          </p:cNvSpPr>
          <p:nvPr/>
        </p:nvSpPr>
        <p:spPr>
          <a:xfrm xmlns:a="http://schemas.openxmlformats.org/drawingml/2006/main">
            <a:off x="9771459"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4" name="shape">
            <a:extLst xmlns:a="http://schemas.openxmlformats.org/drawingml/2006/main">
              <a:ext uri="{FF2B5EF4-FFF2-40B4-BE49-F238E27FC236}">
                <a16:creationId xmlns:a16="http://schemas.microsoft.com/office/drawing/2014/main" id="{B111D255-2C78-4385-B255-014320B797D4}"/>
              </a:ext>
            </a:extLst>
          </p:cNvPr>
          <p:cNvSpPr>
            <a:spLocks xmlns:a="http://schemas.openxmlformats.org/drawingml/2006/main" noGrp="1"/>
          </p:cNvSpPr>
          <p:nvPr/>
        </p:nvSpPr>
        <p:spPr>
          <a:xfrm xmlns:a="http://schemas.openxmlformats.org/drawingml/2006/main">
            <a:off x="10625138"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5" name="objective-footer">
            <a:extLst xmlns:a="http://schemas.openxmlformats.org/drawingml/2006/main">
              <a:ext uri="{FF2B5EF4-FFF2-40B4-BE49-F238E27FC236}">
                <a16:creationId xmlns:a16="http://schemas.microsoft.com/office/drawing/2014/main" id="{58BBD2C4-8913-4882-BC88-5190EC3B0BCC}"/>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vl1pPr algn="l">
              <a:defRPr sz="1425" b="0">
                <a:solidFill>
                  <a:srgbClr val="46586A"/>
                </a:solidFill>
                <a:latin typeface="Liberation Sans"/>
                <a:ea typeface="Liberation Sans"/>
                <a:cs typeface="Liberation Sans"/>
              </a:defRPr>
            </a:lvl1pPr>
            <a:lvl2pPr algn="l">
              <a:defRPr sz="1425" b="0">
                <a:solidFill>
                  <a:srgbClr val="46586A"/>
                </a:solidFill>
                <a:latin typeface="Liberation Sans"/>
                <a:ea typeface="Liberation Sans"/>
                <a:cs typeface="Liberation Sans"/>
              </a:defRPr>
            </a:lvl2pPr>
            <a:lvl3pPr algn="l">
              <a:defRPr sz="1425" b="0">
                <a:solidFill>
                  <a:srgbClr val="46586A"/>
                </a:solidFill>
                <a:latin typeface="Liberation Sans"/>
                <a:ea typeface="Liberation Sans"/>
                <a:cs typeface="Liberation Sans"/>
              </a:defRPr>
            </a:lvl3pPr>
            <a:lvl4pPr algn="l">
              <a:defRPr sz="1425" b="0">
                <a:solidFill>
                  <a:srgbClr val="46586A"/>
                </a:solidFill>
                <a:latin typeface="Liberation Sans"/>
                <a:ea typeface="Liberation Sans"/>
                <a:cs typeface="Liberation Sans"/>
              </a:defRPr>
            </a:lvl4pPr>
            <a:lvl5pPr algn="l">
              <a:defRPr sz="1425" b="0">
                <a:solidFill>
                  <a:srgbClr val="46586A"/>
                </a:solidFill>
                <a:latin typeface="Liberation Sans"/>
                <a:ea typeface="Liberation Sans"/>
                <a:cs typeface="Liberation Sans"/>
              </a:defRPr>
            </a:lvl5pPr>
            <a:lvl6pPr algn="l">
              <a:defRPr sz="1425" b="0">
                <a:solidFill>
                  <a:srgbClr val="46586A"/>
                </a:solidFill>
                <a:latin typeface="Liberation Sans"/>
                <a:ea typeface="Liberation Sans"/>
                <a:cs typeface="Liberation Sans"/>
              </a:defRPr>
            </a:lvl6pPr>
            <a:lvl7pPr algn="l">
              <a:defRPr sz="1425" b="0">
                <a:solidFill>
                  <a:srgbClr val="46586A"/>
                </a:solidFill>
                <a:latin typeface="Liberation Sans"/>
                <a:ea typeface="Liberation Sans"/>
                <a:cs typeface="Liberation Sans"/>
              </a:defRPr>
            </a:lvl7pPr>
            <a:lvl8pPr algn="l">
              <a:defRPr sz="1425" b="0">
                <a:solidFill>
                  <a:srgbClr val="46586A"/>
                </a:solidFill>
                <a:latin typeface="Liberation Sans"/>
                <a:ea typeface="Liberation Sans"/>
                <a:cs typeface="Liberation Sans"/>
              </a:defRPr>
            </a:lvl8pPr>
            <a:lvl9pPr algn="l">
              <a:defRPr sz="1425" b="0">
                <a:solidFill>
                  <a:srgbClr val="46586A"/>
                </a:solidFill>
                <a:latin typeface="Liberation Sans"/>
                <a:ea typeface="Liberation Sans"/>
                <a:cs typeface="Liberation Sans"/>
              </a:defRPr>
            </a:lvl9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I can explain that animals get food by eating, and plants can make their own food.</a:t>
            </a:r>
          </a:p>
        </p:txBody>
      </p:sp>
      <p:sp>
        <p:nvSpPr>
          <p:cNvPr id="16" name="blank-version-footer">
            <a:extLst xmlns:a="http://schemas.openxmlformats.org/drawingml/2006/main">
              <a:ext uri="{FF2B5EF4-FFF2-40B4-BE49-F238E27FC236}">
                <a16:creationId xmlns:a16="http://schemas.microsoft.com/office/drawing/2014/main" id="{CD0A6295-C608-44E5-951D-3614DE9D63AA}"/>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vl1pPr algn="l">
              <a:defRPr sz="1425" b="0">
                <a:solidFill>
                  <a:srgbClr val="46586A"/>
                </a:solidFill>
                <a:latin typeface="Liberation Sans"/>
                <a:ea typeface="Liberation Sans"/>
                <a:cs typeface="Liberation Sans"/>
              </a:defRPr>
            </a:lvl1pPr>
            <a:lvl2pPr algn="l">
              <a:defRPr sz="1425" b="0">
                <a:solidFill>
                  <a:srgbClr val="46586A"/>
                </a:solidFill>
                <a:latin typeface="Liberation Sans"/>
                <a:ea typeface="Liberation Sans"/>
                <a:cs typeface="Liberation Sans"/>
              </a:defRPr>
            </a:lvl2pPr>
            <a:lvl3pPr algn="l">
              <a:defRPr sz="1425" b="0">
                <a:solidFill>
                  <a:srgbClr val="46586A"/>
                </a:solidFill>
                <a:latin typeface="Liberation Sans"/>
                <a:ea typeface="Liberation Sans"/>
                <a:cs typeface="Liberation Sans"/>
              </a:defRPr>
            </a:lvl3pPr>
            <a:lvl4pPr algn="l">
              <a:defRPr sz="1425" b="0">
                <a:solidFill>
                  <a:srgbClr val="46586A"/>
                </a:solidFill>
                <a:latin typeface="Liberation Sans"/>
                <a:ea typeface="Liberation Sans"/>
                <a:cs typeface="Liberation Sans"/>
              </a:defRPr>
            </a:lvl4pPr>
            <a:lvl5pPr algn="l">
              <a:defRPr sz="1425" b="0">
                <a:solidFill>
                  <a:srgbClr val="46586A"/>
                </a:solidFill>
                <a:latin typeface="Liberation Sans"/>
                <a:ea typeface="Liberation Sans"/>
                <a:cs typeface="Liberation Sans"/>
              </a:defRPr>
            </a:lvl5pPr>
            <a:lvl6pPr algn="l">
              <a:defRPr sz="1425" b="0">
                <a:solidFill>
                  <a:srgbClr val="46586A"/>
                </a:solidFill>
                <a:latin typeface="Liberation Sans"/>
                <a:ea typeface="Liberation Sans"/>
                <a:cs typeface="Liberation Sans"/>
              </a:defRPr>
            </a:lvl6pPr>
            <a:lvl7pPr algn="l">
              <a:defRPr sz="1425" b="0">
                <a:solidFill>
                  <a:srgbClr val="46586A"/>
                </a:solidFill>
                <a:latin typeface="Liberation Sans"/>
                <a:ea typeface="Liberation Sans"/>
                <a:cs typeface="Liberation Sans"/>
              </a:defRPr>
            </a:lvl7pPr>
            <a:lvl8pPr algn="l">
              <a:defRPr sz="1425" b="0">
                <a:solidFill>
                  <a:srgbClr val="46586A"/>
                </a:solidFill>
                <a:latin typeface="Liberation Sans"/>
                <a:ea typeface="Liberation Sans"/>
                <a:cs typeface="Liberation Sans"/>
              </a:defRPr>
            </a:lvl8pPr>
            <a:lvl9pPr algn="l">
              <a:defRPr sz="1425" b="0">
                <a:solidFill>
                  <a:srgbClr val="46586A"/>
                </a:solidFill>
                <a:latin typeface="Liberation Sans"/>
                <a:ea typeface="Liberation Sans"/>
                <a:cs typeface="Liberation Sans"/>
              </a:defRPr>
            </a:lvl9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SCI-BUILD-A1-W08-P1 · Version: ______ · Source page SHA-256: ______</a:t>
            </a:r>
          </a:p>
        </p:txBody>
      </p:sp>
      <p:sp>
        <p:nvSpPr>
          <p:cNvPr id="17" name="slide-progress">
            <a:extLst xmlns:a="http://schemas.openxmlformats.org/drawingml/2006/main">
              <a:ext uri="{FF2B5EF4-FFF2-40B4-BE49-F238E27FC236}">
                <a16:creationId xmlns:a16="http://schemas.microsoft.com/office/drawing/2014/main" id="{4A8E5DF2-036D-4B36-8F27-4C88900CA0C4}"/>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vl1pPr algn="r">
              <a:defRPr sz="1425" b="0">
                <a:solidFill>
                  <a:srgbClr val="46586A"/>
                </a:solidFill>
                <a:latin typeface="Liberation Sans"/>
                <a:ea typeface="Liberation Sans"/>
                <a:cs typeface="Liberation Sans"/>
              </a:defRPr>
            </a:lvl1pPr>
            <a:lvl2pPr algn="r">
              <a:defRPr sz="1425" b="0">
                <a:solidFill>
                  <a:srgbClr val="46586A"/>
                </a:solidFill>
                <a:latin typeface="Liberation Sans"/>
                <a:ea typeface="Liberation Sans"/>
                <a:cs typeface="Liberation Sans"/>
              </a:defRPr>
            </a:lvl2pPr>
            <a:lvl3pPr algn="r">
              <a:defRPr sz="1425" b="0">
                <a:solidFill>
                  <a:srgbClr val="46586A"/>
                </a:solidFill>
                <a:latin typeface="Liberation Sans"/>
                <a:ea typeface="Liberation Sans"/>
                <a:cs typeface="Liberation Sans"/>
              </a:defRPr>
            </a:lvl3pPr>
            <a:lvl4pPr algn="r">
              <a:defRPr sz="1425" b="0">
                <a:solidFill>
                  <a:srgbClr val="46586A"/>
                </a:solidFill>
                <a:latin typeface="Liberation Sans"/>
                <a:ea typeface="Liberation Sans"/>
                <a:cs typeface="Liberation Sans"/>
              </a:defRPr>
            </a:lvl4pPr>
            <a:lvl5pPr algn="r">
              <a:defRPr sz="1425" b="0">
                <a:solidFill>
                  <a:srgbClr val="46586A"/>
                </a:solidFill>
                <a:latin typeface="Liberation Sans"/>
                <a:ea typeface="Liberation Sans"/>
                <a:cs typeface="Liberation Sans"/>
              </a:defRPr>
            </a:lvl5pPr>
            <a:lvl6pPr algn="r">
              <a:defRPr sz="1425" b="0">
                <a:solidFill>
                  <a:srgbClr val="46586A"/>
                </a:solidFill>
                <a:latin typeface="Liberation Sans"/>
                <a:ea typeface="Liberation Sans"/>
                <a:cs typeface="Liberation Sans"/>
              </a:defRPr>
            </a:lvl6pPr>
            <a:lvl7pPr algn="r">
              <a:defRPr sz="1425" b="0">
                <a:solidFill>
                  <a:srgbClr val="46586A"/>
                </a:solidFill>
                <a:latin typeface="Liberation Sans"/>
                <a:ea typeface="Liberation Sans"/>
                <a:cs typeface="Liberation Sans"/>
              </a:defRPr>
            </a:lvl7pPr>
            <a:lvl8pPr algn="r">
              <a:defRPr sz="1425" b="0">
                <a:solidFill>
                  <a:srgbClr val="46586A"/>
                </a:solidFill>
                <a:latin typeface="Liberation Sans"/>
                <a:ea typeface="Liberation Sans"/>
                <a:cs typeface="Liberation Sans"/>
              </a:defRPr>
            </a:lvl8pPr>
            <a:lvl9pPr algn="r">
              <a:defRPr sz="1425" b="0">
                <a:solidFill>
                  <a:srgbClr val="46586A"/>
                </a:solidFill>
                <a:latin typeface="Liberation Sans"/>
                <a:ea typeface="Liberation Sans"/>
                <a:cs typeface="Liberation Sans"/>
              </a:defRPr>
            </a:lvl9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26 / 29</a:t>
            </a:r>
          </a:p>
        </p:txBody>
      </p:sp>
      <p:sp>
        <p:nvSpPr>
          <p:cNvPr id="18" name="licence-footer">
            <a:extLst xmlns:a="http://schemas.openxmlformats.org/drawingml/2006/main">
              <a:ext uri="{FF2B5EF4-FFF2-40B4-BE49-F238E27FC236}">
                <a16:creationId xmlns:a16="http://schemas.microsoft.com/office/drawing/2014/main" id="{EC9071D0-450E-4B14-9AE6-8457F70B8AD7}"/>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vl1pPr algn="l">
              <a:defRPr sz="1425" b="0">
                <a:solidFill>
                  <a:srgbClr val="46586A"/>
                </a:solidFill>
                <a:latin typeface="Liberation Sans"/>
                <a:ea typeface="Liberation Sans"/>
                <a:cs typeface="Liberation Sans"/>
              </a:defRPr>
            </a:lvl1pPr>
            <a:lvl2pPr algn="l">
              <a:defRPr sz="1425" b="0">
                <a:solidFill>
                  <a:srgbClr val="46586A"/>
                </a:solidFill>
                <a:latin typeface="Liberation Sans"/>
                <a:ea typeface="Liberation Sans"/>
                <a:cs typeface="Liberation Sans"/>
              </a:defRPr>
            </a:lvl2pPr>
            <a:lvl3pPr algn="l">
              <a:defRPr sz="1425" b="0">
                <a:solidFill>
                  <a:srgbClr val="46586A"/>
                </a:solidFill>
                <a:latin typeface="Liberation Sans"/>
                <a:ea typeface="Liberation Sans"/>
                <a:cs typeface="Liberation Sans"/>
              </a:defRPr>
            </a:lvl3pPr>
            <a:lvl4pPr algn="l">
              <a:defRPr sz="1425" b="0">
                <a:solidFill>
                  <a:srgbClr val="46586A"/>
                </a:solidFill>
                <a:latin typeface="Liberation Sans"/>
                <a:ea typeface="Liberation Sans"/>
                <a:cs typeface="Liberation Sans"/>
              </a:defRPr>
            </a:lvl4pPr>
            <a:lvl5pPr algn="l">
              <a:defRPr sz="1425" b="0">
                <a:solidFill>
                  <a:srgbClr val="46586A"/>
                </a:solidFill>
                <a:latin typeface="Liberation Sans"/>
                <a:ea typeface="Liberation Sans"/>
                <a:cs typeface="Liberation Sans"/>
              </a:defRPr>
            </a:lvl5pPr>
            <a:lvl6pPr algn="l">
              <a:defRPr sz="1425" b="0">
                <a:solidFill>
                  <a:srgbClr val="46586A"/>
                </a:solidFill>
                <a:latin typeface="Liberation Sans"/>
                <a:ea typeface="Liberation Sans"/>
                <a:cs typeface="Liberation Sans"/>
              </a:defRPr>
            </a:lvl6pPr>
            <a:lvl7pPr algn="l">
              <a:defRPr sz="1425" b="0">
                <a:solidFill>
                  <a:srgbClr val="46586A"/>
                </a:solidFill>
                <a:latin typeface="Liberation Sans"/>
                <a:ea typeface="Liberation Sans"/>
                <a:cs typeface="Liberation Sans"/>
              </a:defRPr>
            </a:lvl7pPr>
            <a:lvl8pPr algn="l">
              <a:defRPr sz="1425" b="0">
                <a:solidFill>
                  <a:srgbClr val="46586A"/>
                </a:solidFill>
                <a:latin typeface="Liberation Sans"/>
                <a:ea typeface="Liberation Sans"/>
                <a:cs typeface="Liberation Sans"/>
              </a:defRPr>
            </a:lvl8pPr>
            <a:lvl9pPr algn="l">
              <a:defRPr sz="1425" b="0">
                <a:solidFill>
                  <a:srgbClr val="46586A"/>
                </a:solidFill>
                <a:latin typeface="Liberation Sans"/>
                <a:ea typeface="Liberation Sans"/>
                <a:cs typeface="Liberation Sans"/>
              </a:defRPr>
            </a:lvl9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9" name="">
            <a:extLst xmlns:a="http://schemas.openxmlformats.org/drawingml/2006/main">
              <a:ext uri="{FF2B5EF4-FFF2-40B4-BE49-F238E27FC236}">
                <a16:creationId xmlns:a16="http://schemas.microsoft.com/office/drawing/2014/main" id="{691F9525-2676-4529-B39A-9ACAC54F78CD}"/>
              </a:ext>
            </a:extLst>
          </p:cNvPr>
          <p:cNvPicPr>
            <a:picLocks xmlns:a="http://schemas.openxmlformats.org/drawingml/2006/main" noChangeAspect="1"/>
          </p:cNvPicPr>
          <p:nvPr/>
        </p:nvPicPr>
        <p:blipFill>
          <a:blip xmlns:r="http://schemas.openxmlformats.org/officeDocument/2006/relationships" xmlns:a="http://schemas.openxmlformats.org/drawingml/2006/main" r:embed="R40bda5dade654015"/>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20" name="pupil-text">
            <a:extLst xmlns:a="http://schemas.openxmlformats.org/drawingml/2006/main">
              <a:ext uri="{FF2B5EF4-FFF2-40B4-BE49-F238E27FC236}">
                <a16:creationId xmlns:a16="http://schemas.microsoft.com/office/drawing/2014/main" id="{03CAF22F-9B80-43E1-8B2B-DAD18E9CDC86}"/>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vl1pPr algn="l">
              <a:defRPr sz="1950" b="1">
                <a:solidFill>
                  <a:srgbClr val="355E7B"/>
                </a:solidFill>
                <a:latin typeface="Liberation Sans"/>
                <a:ea typeface="Liberation Sans"/>
                <a:cs typeface="Liberation Sans"/>
              </a:defRPr>
            </a:lvl1pPr>
            <a:lvl2pPr algn="l">
              <a:defRPr sz="1950" b="1">
                <a:solidFill>
                  <a:srgbClr val="355E7B"/>
                </a:solidFill>
                <a:latin typeface="Liberation Sans"/>
                <a:ea typeface="Liberation Sans"/>
                <a:cs typeface="Liberation Sans"/>
              </a:defRPr>
            </a:lvl2pPr>
            <a:lvl3pPr algn="l">
              <a:defRPr sz="1950" b="1">
                <a:solidFill>
                  <a:srgbClr val="355E7B"/>
                </a:solidFill>
                <a:latin typeface="Liberation Sans"/>
                <a:ea typeface="Liberation Sans"/>
                <a:cs typeface="Liberation Sans"/>
              </a:defRPr>
            </a:lvl3pPr>
            <a:lvl4pPr algn="l">
              <a:defRPr sz="1950" b="1">
                <a:solidFill>
                  <a:srgbClr val="355E7B"/>
                </a:solidFill>
                <a:latin typeface="Liberation Sans"/>
                <a:ea typeface="Liberation Sans"/>
                <a:cs typeface="Liberation Sans"/>
              </a:defRPr>
            </a:lvl4pPr>
            <a:lvl5pPr algn="l">
              <a:defRPr sz="1950" b="1">
                <a:solidFill>
                  <a:srgbClr val="355E7B"/>
                </a:solidFill>
                <a:latin typeface="Liberation Sans"/>
                <a:ea typeface="Liberation Sans"/>
                <a:cs typeface="Liberation Sans"/>
              </a:defRPr>
            </a:lvl5pPr>
            <a:lvl6pPr algn="l">
              <a:defRPr sz="1950" b="1">
                <a:solidFill>
                  <a:srgbClr val="355E7B"/>
                </a:solidFill>
                <a:latin typeface="Liberation Sans"/>
                <a:ea typeface="Liberation Sans"/>
                <a:cs typeface="Liberation Sans"/>
              </a:defRPr>
            </a:lvl6pPr>
            <a:lvl7pPr algn="l">
              <a:defRPr sz="1950" b="1">
                <a:solidFill>
                  <a:srgbClr val="355E7B"/>
                </a:solidFill>
                <a:latin typeface="Liberation Sans"/>
                <a:ea typeface="Liberation Sans"/>
                <a:cs typeface="Liberation Sans"/>
              </a:defRPr>
            </a:lvl7pPr>
            <a:lvl8pPr algn="l">
              <a:defRPr sz="1950" b="1">
                <a:solidFill>
                  <a:srgbClr val="355E7B"/>
                </a:solidFill>
                <a:latin typeface="Liberation Sans"/>
                <a:ea typeface="Liberation Sans"/>
                <a:cs typeface="Liberation Sans"/>
              </a:defRPr>
            </a:lvl8pPr>
            <a:lvl9pPr algn="l">
              <a:defRPr sz="1950" b="1">
                <a:solidFill>
                  <a:srgbClr val="355E7B"/>
                </a:solidFill>
                <a:latin typeface="Liberation Sans"/>
                <a:ea typeface="Liberation Sans"/>
                <a:cs typeface="Liberation Sans"/>
              </a:defRPr>
            </a:lvl9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Aspire</a:t>
            </a:r>
          </a:p>
        </p:txBody>
      </p:sp>
      <p:sp>
        <p:nvSpPr>
          <p:cNvPr id="21" name="shape">
            <a:extLst xmlns:a="http://schemas.openxmlformats.org/drawingml/2006/main">
              <a:ext uri="{FF2B5EF4-FFF2-40B4-BE49-F238E27FC236}">
                <a16:creationId xmlns:a16="http://schemas.microsoft.com/office/drawing/2014/main" id="{51FEE41E-D5FB-4B75-93C2-5DE65AA51B43}"/>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2" name="pupil-text">
            <a:extLst xmlns:a="http://schemas.openxmlformats.org/drawingml/2006/main">
              <a:ext uri="{FF2B5EF4-FFF2-40B4-BE49-F238E27FC236}">
                <a16:creationId xmlns:a16="http://schemas.microsoft.com/office/drawing/2014/main" id="{B8E48B0A-36BD-4214-92FB-D244DB2AF0EA}"/>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Compare the chains. Say what might change for an animal that does not eat plants. Say why these</a:t>
            </a:r>
          </a:p>
        </p:txBody>
      </p:sp>
      <p:sp>
        <p:nvSpPr>
          <p:cNvPr id="23" name="shape">
            <a:extLst xmlns:a="http://schemas.openxmlformats.org/drawingml/2006/main">
              <a:ext uri="{FF2B5EF4-FFF2-40B4-BE49-F238E27FC236}">
                <a16:creationId xmlns:a16="http://schemas.microsoft.com/office/drawing/2014/main" id="{9E81FE2C-BB16-4760-8C8A-A336EE49B7C9}"/>
              </a:ext>
            </a:extLst>
          </p:cNvPr>
          <p:cNvSpPr>
            <a:spLocks xmlns:a="http://schemas.openxmlformats.org/drawingml/2006/main" noGrp="1"/>
          </p:cNvSpPr>
          <p:nvPr/>
        </p:nvSpPr>
        <p:spPr>
          <a:xfrm xmlns:a="http://schemas.openxmlformats.org/drawingml/2006/main">
            <a:off x="409575" y="245745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4" name="pupil-text">
            <a:extLst xmlns:a="http://schemas.openxmlformats.org/drawingml/2006/main">
              <a:ext uri="{FF2B5EF4-FFF2-40B4-BE49-F238E27FC236}">
                <a16:creationId xmlns:a16="http://schemas.microsoft.com/office/drawing/2014/main" id="{D6D8699A-29E9-4FF8-99EE-343623F1AE86}"/>
              </a:ext>
            </a:extLst>
          </p:cNvPr>
          <p:cNvSpPr>
            <a:spLocks xmlns:a="http://schemas.openxmlformats.org/drawingml/2006/main" noGrp="1"/>
          </p:cNvSpPr>
          <p:nvPr/>
        </p:nvSpPr>
        <p:spPr>
          <a:xfrm xmlns:a="http://schemas.openxmlformats.org/drawingml/2006/main">
            <a:off x="457200" y="2466975"/>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chains cannot tell us the exact numbers.</a:t>
            </a:r>
          </a:p>
        </p:txBody>
      </p:sp>
      <p:sp>
        <p:nvSpPr>
          <p:cNvPr id="25" name="shape">
            <a:extLst xmlns:a="http://schemas.openxmlformats.org/drawingml/2006/main">
              <a:ext uri="{FF2B5EF4-FFF2-40B4-BE49-F238E27FC236}">
                <a16:creationId xmlns:a16="http://schemas.microsoft.com/office/drawing/2014/main" id="{47D85D16-3616-4FEB-8E4E-CAB8D6C84928}"/>
              </a:ext>
            </a:extLst>
          </p:cNvPr>
          <p:cNvSpPr>
            <a:spLocks xmlns:a="http://schemas.openxmlformats.org/drawingml/2006/main" noGrp="1"/>
          </p:cNvSpPr>
          <p:nvPr/>
        </p:nvSpPr>
        <p:spPr>
          <a:xfrm xmlns:a="http://schemas.openxmlformats.org/drawingml/2006/main">
            <a:off x="409575" y="28479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6" name="pupil-text">
            <a:extLst xmlns:a="http://schemas.openxmlformats.org/drawingml/2006/main">
              <a:ext uri="{FF2B5EF4-FFF2-40B4-BE49-F238E27FC236}">
                <a16:creationId xmlns:a16="http://schemas.microsoft.com/office/drawing/2014/main" id="{6702D9E4-F878-40FD-8FF1-C3D022199870}"/>
              </a:ext>
            </a:extLst>
          </p:cNvPr>
          <p:cNvSpPr>
            <a:spLocks xmlns:a="http://schemas.openxmlformats.org/drawingml/2006/main" noGrp="1"/>
          </p:cNvSpPr>
          <p:nvPr/>
        </p:nvSpPr>
        <p:spPr>
          <a:xfrm xmlns:a="http://schemas.openxmlformats.org/drawingml/2006/main">
            <a:off x="457200" y="2857500"/>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Help: Follow each food link. Name one other food the animal could eat.</a:t>
            </a:r>
          </a:p>
        </p:txBody>
      </p:sp>
    </p:spTree>
    <p:extLst>
      <p:ext uri="{BB962C8B-B14F-4D97-AF65-F5344CB8AC3E}">
        <p14:creationId xmlns:p14="http://schemas.microsoft.com/office/powerpoint/2010/main" val="1854607845"/>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lesson-header">
            <a:extLst xmlns:a="http://schemas.openxmlformats.org/drawingml/2006/main">
              <a:ext uri="{FF2B5EF4-FFF2-40B4-BE49-F238E27FC236}">
                <a16:creationId xmlns:a16="http://schemas.microsoft.com/office/drawing/2014/main" id="{8CC7BA77-9F87-4886-80D8-E4805484B3EB}"/>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vl1pPr algn="l">
              <a:defRPr sz="1425" b="1">
                <a:solidFill>
                  <a:srgbClr val="355E7B"/>
                </a:solidFill>
                <a:latin typeface="Liberation Sans"/>
                <a:ea typeface="Liberation Sans"/>
                <a:cs typeface="Liberation Sans"/>
              </a:defRPr>
            </a:lvl1pPr>
            <a:lvl2pPr algn="l">
              <a:defRPr sz="1425" b="1">
                <a:solidFill>
                  <a:srgbClr val="355E7B"/>
                </a:solidFill>
                <a:latin typeface="Liberation Sans"/>
                <a:ea typeface="Liberation Sans"/>
                <a:cs typeface="Liberation Sans"/>
              </a:defRPr>
            </a:lvl2pPr>
            <a:lvl3pPr algn="l">
              <a:defRPr sz="1425" b="1">
                <a:solidFill>
                  <a:srgbClr val="355E7B"/>
                </a:solidFill>
                <a:latin typeface="Liberation Sans"/>
                <a:ea typeface="Liberation Sans"/>
                <a:cs typeface="Liberation Sans"/>
              </a:defRPr>
            </a:lvl3pPr>
            <a:lvl4pPr algn="l">
              <a:defRPr sz="1425" b="1">
                <a:solidFill>
                  <a:srgbClr val="355E7B"/>
                </a:solidFill>
                <a:latin typeface="Liberation Sans"/>
                <a:ea typeface="Liberation Sans"/>
                <a:cs typeface="Liberation Sans"/>
              </a:defRPr>
            </a:lvl4pPr>
            <a:lvl5pPr algn="l">
              <a:defRPr sz="1425" b="1">
                <a:solidFill>
                  <a:srgbClr val="355E7B"/>
                </a:solidFill>
                <a:latin typeface="Liberation Sans"/>
                <a:ea typeface="Liberation Sans"/>
                <a:cs typeface="Liberation Sans"/>
              </a:defRPr>
            </a:lvl5pPr>
            <a:lvl6pPr algn="l">
              <a:defRPr sz="1425" b="1">
                <a:solidFill>
                  <a:srgbClr val="355E7B"/>
                </a:solidFill>
                <a:latin typeface="Liberation Sans"/>
                <a:ea typeface="Liberation Sans"/>
                <a:cs typeface="Liberation Sans"/>
              </a:defRPr>
            </a:lvl6pPr>
            <a:lvl7pPr algn="l">
              <a:defRPr sz="1425" b="1">
                <a:solidFill>
                  <a:srgbClr val="355E7B"/>
                </a:solidFill>
                <a:latin typeface="Liberation Sans"/>
                <a:ea typeface="Liberation Sans"/>
                <a:cs typeface="Liberation Sans"/>
              </a:defRPr>
            </a:lvl7pPr>
            <a:lvl8pPr algn="l">
              <a:defRPr sz="1425" b="1">
                <a:solidFill>
                  <a:srgbClr val="355E7B"/>
                </a:solidFill>
                <a:latin typeface="Liberation Sans"/>
                <a:ea typeface="Liberation Sans"/>
                <a:cs typeface="Liberation Sans"/>
              </a:defRPr>
            </a:lvl8pPr>
            <a:lvl9pPr algn="l">
              <a:defRPr sz="1425" b="1">
                <a:solidFill>
                  <a:srgbClr val="355E7B"/>
                </a:solidFill>
                <a:latin typeface="Liberation Sans"/>
                <a:ea typeface="Liberation Sans"/>
                <a:cs typeface="Liberation Sans"/>
              </a:defRPr>
            </a:lvl9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SCIENCE · AUTUMN 1 · Week 8</a:t>
            </a:r>
          </a:p>
        </p:txBody>
      </p:sp>
      <p:sp>
        <p:nvSpPr>
          <p:cNvPr id="2" name="stage-clock">
            <a:extLst xmlns:a="http://schemas.openxmlformats.org/drawingml/2006/main">
              <a:ext uri="{FF2B5EF4-FFF2-40B4-BE49-F238E27FC236}">
                <a16:creationId xmlns:a16="http://schemas.microsoft.com/office/drawing/2014/main" id="{2A536D7F-E98D-409F-99C9-BFBCDA632C17}"/>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vl1pPr algn="r">
              <a:defRPr sz="1425" b="1">
                <a:solidFill>
                  <a:srgbClr val="355E7B"/>
                </a:solidFill>
                <a:latin typeface="Liberation Sans"/>
                <a:ea typeface="Liberation Sans"/>
                <a:cs typeface="Liberation Sans"/>
              </a:defRPr>
            </a:lvl1pPr>
            <a:lvl2pPr algn="r">
              <a:defRPr sz="1425" b="1">
                <a:solidFill>
                  <a:srgbClr val="355E7B"/>
                </a:solidFill>
                <a:latin typeface="Liberation Sans"/>
                <a:ea typeface="Liberation Sans"/>
                <a:cs typeface="Liberation Sans"/>
              </a:defRPr>
            </a:lvl2pPr>
            <a:lvl3pPr algn="r">
              <a:defRPr sz="1425" b="1">
                <a:solidFill>
                  <a:srgbClr val="355E7B"/>
                </a:solidFill>
                <a:latin typeface="Liberation Sans"/>
                <a:ea typeface="Liberation Sans"/>
                <a:cs typeface="Liberation Sans"/>
              </a:defRPr>
            </a:lvl3pPr>
            <a:lvl4pPr algn="r">
              <a:defRPr sz="1425" b="1">
                <a:solidFill>
                  <a:srgbClr val="355E7B"/>
                </a:solidFill>
                <a:latin typeface="Liberation Sans"/>
                <a:ea typeface="Liberation Sans"/>
                <a:cs typeface="Liberation Sans"/>
              </a:defRPr>
            </a:lvl4pPr>
            <a:lvl5pPr algn="r">
              <a:defRPr sz="1425" b="1">
                <a:solidFill>
                  <a:srgbClr val="355E7B"/>
                </a:solidFill>
                <a:latin typeface="Liberation Sans"/>
                <a:ea typeface="Liberation Sans"/>
                <a:cs typeface="Liberation Sans"/>
              </a:defRPr>
            </a:lvl5pPr>
            <a:lvl6pPr algn="r">
              <a:defRPr sz="1425" b="1">
                <a:solidFill>
                  <a:srgbClr val="355E7B"/>
                </a:solidFill>
                <a:latin typeface="Liberation Sans"/>
                <a:ea typeface="Liberation Sans"/>
                <a:cs typeface="Liberation Sans"/>
              </a:defRPr>
            </a:lvl6pPr>
            <a:lvl7pPr algn="r">
              <a:defRPr sz="1425" b="1">
                <a:solidFill>
                  <a:srgbClr val="355E7B"/>
                </a:solidFill>
                <a:latin typeface="Liberation Sans"/>
                <a:ea typeface="Liberation Sans"/>
                <a:cs typeface="Liberation Sans"/>
              </a:defRPr>
            </a:lvl7pPr>
            <a:lvl8pPr algn="r">
              <a:defRPr sz="1425" b="1">
                <a:solidFill>
                  <a:srgbClr val="355E7B"/>
                </a:solidFill>
                <a:latin typeface="Liberation Sans"/>
                <a:ea typeface="Liberation Sans"/>
                <a:cs typeface="Liberation Sans"/>
              </a:defRPr>
            </a:lvl8pPr>
            <a:lvl9pPr algn="r">
              <a:defRPr sz="1425" b="1">
                <a:solidFill>
                  <a:srgbClr val="355E7B"/>
                </a:solidFill>
                <a:latin typeface="Liberation Sans"/>
                <a:ea typeface="Liberation Sans"/>
                <a:cs typeface="Liberation Sans"/>
              </a:defRPr>
            </a:lvl9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Review and improve · 3 min · 33 to 36</a:t>
            </a:r>
          </a:p>
        </p:txBody>
      </p:sp>
      <p:sp>
        <p:nvSpPr>
          <p:cNvPr id="3" name="slide-title">
            <a:extLst xmlns:a="http://schemas.openxmlformats.org/drawingml/2006/main">
              <a:ext uri="{FF2B5EF4-FFF2-40B4-BE49-F238E27FC236}">
                <a16:creationId xmlns:a16="http://schemas.microsoft.com/office/drawing/2014/main" id="{77A63237-55DB-4CB4-A649-1DC288D052CA}"/>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vl1pPr algn="l">
              <a:defRPr sz="2700" b="1">
                <a:solidFill>
                  <a:srgbClr val="355E7B"/>
                </a:solidFill>
                <a:latin typeface="Liberation Sans"/>
                <a:ea typeface="Liberation Sans"/>
                <a:cs typeface="Liberation Sans"/>
              </a:defRPr>
            </a:lvl1pPr>
            <a:lvl2pPr algn="l">
              <a:defRPr sz="2700" b="1">
                <a:solidFill>
                  <a:srgbClr val="355E7B"/>
                </a:solidFill>
                <a:latin typeface="Liberation Sans"/>
                <a:ea typeface="Liberation Sans"/>
                <a:cs typeface="Liberation Sans"/>
              </a:defRPr>
            </a:lvl2pPr>
            <a:lvl3pPr algn="l">
              <a:defRPr sz="2700" b="1">
                <a:solidFill>
                  <a:srgbClr val="355E7B"/>
                </a:solidFill>
                <a:latin typeface="Liberation Sans"/>
                <a:ea typeface="Liberation Sans"/>
                <a:cs typeface="Liberation Sans"/>
              </a:defRPr>
            </a:lvl3pPr>
            <a:lvl4pPr algn="l">
              <a:defRPr sz="2700" b="1">
                <a:solidFill>
                  <a:srgbClr val="355E7B"/>
                </a:solidFill>
                <a:latin typeface="Liberation Sans"/>
                <a:ea typeface="Liberation Sans"/>
                <a:cs typeface="Liberation Sans"/>
              </a:defRPr>
            </a:lvl4pPr>
            <a:lvl5pPr algn="l">
              <a:defRPr sz="2700" b="1">
                <a:solidFill>
                  <a:srgbClr val="355E7B"/>
                </a:solidFill>
                <a:latin typeface="Liberation Sans"/>
                <a:ea typeface="Liberation Sans"/>
                <a:cs typeface="Liberation Sans"/>
              </a:defRPr>
            </a:lvl5pPr>
            <a:lvl6pPr algn="l">
              <a:defRPr sz="2700" b="1">
                <a:solidFill>
                  <a:srgbClr val="355E7B"/>
                </a:solidFill>
                <a:latin typeface="Liberation Sans"/>
                <a:ea typeface="Liberation Sans"/>
                <a:cs typeface="Liberation Sans"/>
              </a:defRPr>
            </a:lvl6pPr>
            <a:lvl7pPr algn="l">
              <a:defRPr sz="2700" b="1">
                <a:solidFill>
                  <a:srgbClr val="355E7B"/>
                </a:solidFill>
                <a:latin typeface="Liberation Sans"/>
                <a:ea typeface="Liberation Sans"/>
                <a:cs typeface="Liberation Sans"/>
              </a:defRPr>
            </a:lvl7pPr>
            <a:lvl8pPr algn="l">
              <a:defRPr sz="2700" b="1">
                <a:solidFill>
                  <a:srgbClr val="355E7B"/>
                </a:solidFill>
                <a:latin typeface="Liberation Sans"/>
                <a:ea typeface="Liberation Sans"/>
                <a:cs typeface="Liberation Sans"/>
              </a:defRPr>
            </a:lvl8pPr>
            <a:lvl9pPr algn="l">
              <a:defRPr sz="2700" b="1">
                <a:solidFill>
                  <a:srgbClr val="355E7B"/>
                </a:solidFill>
                <a:latin typeface="Liberation Sans"/>
                <a:ea typeface="Liberation Sans"/>
                <a:cs typeface="Liberation Sans"/>
              </a:defRPr>
            </a:lvl9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Review and improve</a:t>
            </a:r>
          </a:p>
        </p:txBody>
      </p:sp>
      <p:sp>
        <p:nvSpPr>
          <p:cNvPr id="4" name="shape">
            <a:extLst xmlns:a="http://schemas.openxmlformats.org/drawingml/2006/main">
              <a:ext uri="{FF2B5EF4-FFF2-40B4-BE49-F238E27FC236}">
                <a16:creationId xmlns:a16="http://schemas.microsoft.com/office/drawing/2014/main" id="{282B826E-FAAC-4080-99DC-E69422EC377E}"/>
              </a:ext>
            </a:extLst>
          </p:cNvPr>
          <p:cNvSpPr>
            <a:spLocks xmlns:a="http://schemas.openxmlformats.org/drawingml/2006/main" noGrp="1"/>
          </p:cNvSpPr>
          <p:nvPr/>
        </p:nvSpPr>
        <p:spPr>
          <a:xfrm xmlns:a="http://schemas.openxmlformats.org/drawingml/2006/main">
            <a:off x="381000"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DC76F055-CD94-4F3D-BBC4-60FD159F242A}"/>
              </a:ext>
            </a:extLst>
          </p:cNvPr>
          <p:cNvSpPr>
            <a:spLocks xmlns:a="http://schemas.openxmlformats.org/drawingml/2006/main" noGrp="1"/>
          </p:cNvSpPr>
          <p:nvPr/>
        </p:nvSpPr>
        <p:spPr>
          <a:xfrm xmlns:a="http://schemas.openxmlformats.org/drawingml/2006/main">
            <a:off x="1234678"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C6E2301B-3328-4919-8F14-C1BC93F0FC47}"/>
              </a:ext>
            </a:extLst>
          </p:cNvPr>
          <p:cNvSpPr>
            <a:spLocks xmlns:a="http://schemas.openxmlformats.org/drawingml/2006/main" noGrp="1"/>
          </p:cNvSpPr>
          <p:nvPr/>
        </p:nvSpPr>
        <p:spPr>
          <a:xfrm xmlns:a="http://schemas.openxmlformats.org/drawingml/2006/main">
            <a:off x="2088356"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DCD3131F-FE5A-4A20-86EC-F408D7685985}"/>
              </a:ext>
            </a:extLst>
          </p:cNvPr>
          <p:cNvSpPr>
            <a:spLocks xmlns:a="http://schemas.openxmlformats.org/drawingml/2006/main" noGrp="1"/>
          </p:cNvSpPr>
          <p:nvPr/>
        </p:nvSpPr>
        <p:spPr>
          <a:xfrm xmlns:a="http://schemas.openxmlformats.org/drawingml/2006/main">
            <a:off x="3226594"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80842301-38FB-4DA6-8DF3-D2DC1D5AA2D9}"/>
              </a:ext>
            </a:extLst>
          </p:cNvPr>
          <p:cNvSpPr>
            <a:spLocks xmlns:a="http://schemas.openxmlformats.org/drawingml/2006/main" noGrp="1"/>
          </p:cNvSpPr>
          <p:nvPr/>
        </p:nvSpPr>
        <p:spPr>
          <a:xfrm xmlns:a="http://schemas.openxmlformats.org/drawingml/2006/main">
            <a:off x="4364831"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04FC12CB-9EA5-497F-94A2-412947E2C42E}"/>
              </a:ext>
            </a:extLst>
          </p:cNvPr>
          <p:cNvSpPr>
            <a:spLocks xmlns:a="http://schemas.openxmlformats.org/drawingml/2006/main" noGrp="1"/>
          </p:cNvSpPr>
          <p:nvPr/>
        </p:nvSpPr>
        <p:spPr>
          <a:xfrm xmlns:a="http://schemas.openxmlformats.org/drawingml/2006/main">
            <a:off x="5218509"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shape">
            <a:extLst xmlns:a="http://schemas.openxmlformats.org/drawingml/2006/main">
              <a:ext uri="{FF2B5EF4-FFF2-40B4-BE49-F238E27FC236}">
                <a16:creationId xmlns:a16="http://schemas.microsoft.com/office/drawing/2014/main" id="{96298C35-126E-49EC-89C7-9AED6AAD5C48}"/>
              </a:ext>
            </a:extLst>
          </p:cNvPr>
          <p:cNvSpPr>
            <a:spLocks xmlns:a="http://schemas.openxmlformats.org/drawingml/2006/main" noGrp="1"/>
          </p:cNvSpPr>
          <p:nvPr/>
        </p:nvSpPr>
        <p:spPr>
          <a:xfrm xmlns:a="http://schemas.openxmlformats.org/drawingml/2006/main">
            <a:off x="6356747" y="1381125"/>
            <a:ext cx="540544"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1" name="shape">
            <a:extLst xmlns:a="http://schemas.openxmlformats.org/drawingml/2006/main">
              <a:ext uri="{FF2B5EF4-FFF2-40B4-BE49-F238E27FC236}">
                <a16:creationId xmlns:a16="http://schemas.microsoft.com/office/drawing/2014/main" id="{BCC5FF97-AC64-45F3-90E2-3E8603C64669}"/>
              </a:ext>
            </a:extLst>
          </p:cNvPr>
          <p:cNvSpPr>
            <a:spLocks xmlns:a="http://schemas.openxmlformats.org/drawingml/2006/main" noGrp="1"/>
          </p:cNvSpPr>
          <p:nvPr/>
        </p:nvSpPr>
        <p:spPr>
          <a:xfrm xmlns:a="http://schemas.openxmlformats.org/drawingml/2006/main">
            <a:off x="6925866" y="1381125"/>
            <a:ext cx="540544"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2" name="shape">
            <a:extLst xmlns:a="http://schemas.openxmlformats.org/drawingml/2006/main">
              <a:ext uri="{FF2B5EF4-FFF2-40B4-BE49-F238E27FC236}">
                <a16:creationId xmlns:a16="http://schemas.microsoft.com/office/drawing/2014/main" id="{FE58A7AB-B67A-4DF3-A6A2-AD949EEE3F59}"/>
              </a:ext>
            </a:extLst>
          </p:cNvPr>
          <p:cNvSpPr>
            <a:spLocks xmlns:a="http://schemas.openxmlformats.org/drawingml/2006/main" noGrp="1"/>
          </p:cNvSpPr>
          <p:nvPr/>
        </p:nvSpPr>
        <p:spPr>
          <a:xfrm xmlns:a="http://schemas.openxmlformats.org/drawingml/2006/main">
            <a:off x="7494984"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3" name="shape">
            <a:extLst xmlns:a="http://schemas.openxmlformats.org/drawingml/2006/main">
              <a:ext uri="{FF2B5EF4-FFF2-40B4-BE49-F238E27FC236}">
                <a16:creationId xmlns:a16="http://schemas.microsoft.com/office/drawing/2014/main" id="{06F99D76-DAE3-4E7B-B687-B2B71B785BEA}"/>
              </a:ext>
            </a:extLst>
          </p:cNvPr>
          <p:cNvSpPr>
            <a:spLocks xmlns:a="http://schemas.openxmlformats.org/drawingml/2006/main" noGrp="1"/>
          </p:cNvSpPr>
          <p:nvPr/>
        </p:nvSpPr>
        <p:spPr>
          <a:xfrm xmlns:a="http://schemas.openxmlformats.org/drawingml/2006/main">
            <a:off x="9771459"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4" name="shape">
            <a:extLst xmlns:a="http://schemas.openxmlformats.org/drawingml/2006/main">
              <a:ext uri="{FF2B5EF4-FFF2-40B4-BE49-F238E27FC236}">
                <a16:creationId xmlns:a16="http://schemas.microsoft.com/office/drawing/2014/main" id="{45E12860-D95A-480B-86AD-84346045E4EF}"/>
              </a:ext>
            </a:extLst>
          </p:cNvPr>
          <p:cNvSpPr>
            <a:spLocks xmlns:a="http://schemas.openxmlformats.org/drawingml/2006/main" noGrp="1"/>
          </p:cNvSpPr>
          <p:nvPr/>
        </p:nvSpPr>
        <p:spPr>
          <a:xfrm xmlns:a="http://schemas.openxmlformats.org/drawingml/2006/main">
            <a:off x="10625138"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5" name="objective-footer">
            <a:extLst xmlns:a="http://schemas.openxmlformats.org/drawingml/2006/main">
              <a:ext uri="{FF2B5EF4-FFF2-40B4-BE49-F238E27FC236}">
                <a16:creationId xmlns:a16="http://schemas.microsoft.com/office/drawing/2014/main" id="{04B04EF5-57B8-46FF-86A4-F8FDCD55E931}"/>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vl1pPr algn="l">
              <a:defRPr sz="1425" b="0">
                <a:solidFill>
                  <a:srgbClr val="46586A"/>
                </a:solidFill>
                <a:latin typeface="Liberation Sans"/>
                <a:ea typeface="Liberation Sans"/>
                <a:cs typeface="Liberation Sans"/>
              </a:defRPr>
            </a:lvl1pPr>
            <a:lvl2pPr algn="l">
              <a:defRPr sz="1425" b="0">
                <a:solidFill>
                  <a:srgbClr val="46586A"/>
                </a:solidFill>
                <a:latin typeface="Liberation Sans"/>
                <a:ea typeface="Liberation Sans"/>
                <a:cs typeface="Liberation Sans"/>
              </a:defRPr>
            </a:lvl2pPr>
            <a:lvl3pPr algn="l">
              <a:defRPr sz="1425" b="0">
                <a:solidFill>
                  <a:srgbClr val="46586A"/>
                </a:solidFill>
                <a:latin typeface="Liberation Sans"/>
                <a:ea typeface="Liberation Sans"/>
                <a:cs typeface="Liberation Sans"/>
              </a:defRPr>
            </a:lvl3pPr>
            <a:lvl4pPr algn="l">
              <a:defRPr sz="1425" b="0">
                <a:solidFill>
                  <a:srgbClr val="46586A"/>
                </a:solidFill>
                <a:latin typeface="Liberation Sans"/>
                <a:ea typeface="Liberation Sans"/>
                <a:cs typeface="Liberation Sans"/>
              </a:defRPr>
            </a:lvl4pPr>
            <a:lvl5pPr algn="l">
              <a:defRPr sz="1425" b="0">
                <a:solidFill>
                  <a:srgbClr val="46586A"/>
                </a:solidFill>
                <a:latin typeface="Liberation Sans"/>
                <a:ea typeface="Liberation Sans"/>
                <a:cs typeface="Liberation Sans"/>
              </a:defRPr>
            </a:lvl5pPr>
            <a:lvl6pPr algn="l">
              <a:defRPr sz="1425" b="0">
                <a:solidFill>
                  <a:srgbClr val="46586A"/>
                </a:solidFill>
                <a:latin typeface="Liberation Sans"/>
                <a:ea typeface="Liberation Sans"/>
                <a:cs typeface="Liberation Sans"/>
              </a:defRPr>
            </a:lvl6pPr>
            <a:lvl7pPr algn="l">
              <a:defRPr sz="1425" b="0">
                <a:solidFill>
                  <a:srgbClr val="46586A"/>
                </a:solidFill>
                <a:latin typeface="Liberation Sans"/>
                <a:ea typeface="Liberation Sans"/>
                <a:cs typeface="Liberation Sans"/>
              </a:defRPr>
            </a:lvl7pPr>
            <a:lvl8pPr algn="l">
              <a:defRPr sz="1425" b="0">
                <a:solidFill>
                  <a:srgbClr val="46586A"/>
                </a:solidFill>
                <a:latin typeface="Liberation Sans"/>
                <a:ea typeface="Liberation Sans"/>
                <a:cs typeface="Liberation Sans"/>
              </a:defRPr>
            </a:lvl8pPr>
            <a:lvl9pPr algn="l">
              <a:defRPr sz="1425" b="0">
                <a:solidFill>
                  <a:srgbClr val="46586A"/>
                </a:solidFill>
                <a:latin typeface="Liberation Sans"/>
                <a:ea typeface="Liberation Sans"/>
                <a:cs typeface="Liberation Sans"/>
              </a:defRPr>
            </a:lvl9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I can explain that animals get food by eating, and plants can make their own food.</a:t>
            </a:r>
          </a:p>
        </p:txBody>
      </p:sp>
      <p:sp>
        <p:nvSpPr>
          <p:cNvPr id="16" name="blank-version-footer">
            <a:extLst xmlns:a="http://schemas.openxmlformats.org/drawingml/2006/main">
              <a:ext uri="{FF2B5EF4-FFF2-40B4-BE49-F238E27FC236}">
                <a16:creationId xmlns:a16="http://schemas.microsoft.com/office/drawing/2014/main" id="{1FFC9301-3FAA-49F6-8C0E-C611723EC3BE}"/>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vl1pPr algn="l">
              <a:defRPr sz="1425" b="0">
                <a:solidFill>
                  <a:srgbClr val="46586A"/>
                </a:solidFill>
                <a:latin typeface="Liberation Sans"/>
                <a:ea typeface="Liberation Sans"/>
                <a:cs typeface="Liberation Sans"/>
              </a:defRPr>
            </a:lvl1pPr>
            <a:lvl2pPr algn="l">
              <a:defRPr sz="1425" b="0">
                <a:solidFill>
                  <a:srgbClr val="46586A"/>
                </a:solidFill>
                <a:latin typeface="Liberation Sans"/>
                <a:ea typeface="Liberation Sans"/>
                <a:cs typeface="Liberation Sans"/>
              </a:defRPr>
            </a:lvl2pPr>
            <a:lvl3pPr algn="l">
              <a:defRPr sz="1425" b="0">
                <a:solidFill>
                  <a:srgbClr val="46586A"/>
                </a:solidFill>
                <a:latin typeface="Liberation Sans"/>
                <a:ea typeface="Liberation Sans"/>
                <a:cs typeface="Liberation Sans"/>
              </a:defRPr>
            </a:lvl3pPr>
            <a:lvl4pPr algn="l">
              <a:defRPr sz="1425" b="0">
                <a:solidFill>
                  <a:srgbClr val="46586A"/>
                </a:solidFill>
                <a:latin typeface="Liberation Sans"/>
                <a:ea typeface="Liberation Sans"/>
                <a:cs typeface="Liberation Sans"/>
              </a:defRPr>
            </a:lvl4pPr>
            <a:lvl5pPr algn="l">
              <a:defRPr sz="1425" b="0">
                <a:solidFill>
                  <a:srgbClr val="46586A"/>
                </a:solidFill>
                <a:latin typeface="Liberation Sans"/>
                <a:ea typeface="Liberation Sans"/>
                <a:cs typeface="Liberation Sans"/>
              </a:defRPr>
            </a:lvl5pPr>
            <a:lvl6pPr algn="l">
              <a:defRPr sz="1425" b="0">
                <a:solidFill>
                  <a:srgbClr val="46586A"/>
                </a:solidFill>
                <a:latin typeface="Liberation Sans"/>
                <a:ea typeface="Liberation Sans"/>
                <a:cs typeface="Liberation Sans"/>
              </a:defRPr>
            </a:lvl6pPr>
            <a:lvl7pPr algn="l">
              <a:defRPr sz="1425" b="0">
                <a:solidFill>
                  <a:srgbClr val="46586A"/>
                </a:solidFill>
                <a:latin typeface="Liberation Sans"/>
                <a:ea typeface="Liberation Sans"/>
                <a:cs typeface="Liberation Sans"/>
              </a:defRPr>
            </a:lvl7pPr>
            <a:lvl8pPr algn="l">
              <a:defRPr sz="1425" b="0">
                <a:solidFill>
                  <a:srgbClr val="46586A"/>
                </a:solidFill>
                <a:latin typeface="Liberation Sans"/>
                <a:ea typeface="Liberation Sans"/>
                <a:cs typeface="Liberation Sans"/>
              </a:defRPr>
            </a:lvl8pPr>
            <a:lvl9pPr algn="l">
              <a:defRPr sz="1425" b="0">
                <a:solidFill>
                  <a:srgbClr val="46586A"/>
                </a:solidFill>
                <a:latin typeface="Liberation Sans"/>
                <a:ea typeface="Liberation Sans"/>
                <a:cs typeface="Liberation Sans"/>
              </a:defRPr>
            </a:lvl9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SCI-BUILD-A1-W08-P1 · Version: ______ · Source page SHA-256: ______</a:t>
            </a:r>
          </a:p>
        </p:txBody>
      </p:sp>
      <p:sp>
        <p:nvSpPr>
          <p:cNvPr id="17" name="slide-progress">
            <a:extLst xmlns:a="http://schemas.openxmlformats.org/drawingml/2006/main">
              <a:ext uri="{FF2B5EF4-FFF2-40B4-BE49-F238E27FC236}">
                <a16:creationId xmlns:a16="http://schemas.microsoft.com/office/drawing/2014/main" id="{34560504-D566-46DA-9796-A3B17E0D6ED4}"/>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vl1pPr algn="r">
              <a:defRPr sz="1425" b="0">
                <a:solidFill>
                  <a:srgbClr val="46586A"/>
                </a:solidFill>
                <a:latin typeface="Liberation Sans"/>
                <a:ea typeface="Liberation Sans"/>
                <a:cs typeface="Liberation Sans"/>
              </a:defRPr>
            </a:lvl1pPr>
            <a:lvl2pPr algn="r">
              <a:defRPr sz="1425" b="0">
                <a:solidFill>
                  <a:srgbClr val="46586A"/>
                </a:solidFill>
                <a:latin typeface="Liberation Sans"/>
                <a:ea typeface="Liberation Sans"/>
                <a:cs typeface="Liberation Sans"/>
              </a:defRPr>
            </a:lvl2pPr>
            <a:lvl3pPr algn="r">
              <a:defRPr sz="1425" b="0">
                <a:solidFill>
                  <a:srgbClr val="46586A"/>
                </a:solidFill>
                <a:latin typeface="Liberation Sans"/>
                <a:ea typeface="Liberation Sans"/>
                <a:cs typeface="Liberation Sans"/>
              </a:defRPr>
            </a:lvl3pPr>
            <a:lvl4pPr algn="r">
              <a:defRPr sz="1425" b="0">
                <a:solidFill>
                  <a:srgbClr val="46586A"/>
                </a:solidFill>
                <a:latin typeface="Liberation Sans"/>
                <a:ea typeface="Liberation Sans"/>
                <a:cs typeface="Liberation Sans"/>
              </a:defRPr>
            </a:lvl4pPr>
            <a:lvl5pPr algn="r">
              <a:defRPr sz="1425" b="0">
                <a:solidFill>
                  <a:srgbClr val="46586A"/>
                </a:solidFill>
                <a:latin typeface="Liberation Sans"/>
                <a:ea typeface="Liberation Sans"/>
                <a:cs typeface="Liberation Sans"/>
              </a:defRPr>
            </a:lvl5pPr>
            <a:lvl6pPr algn="r">
              <a:defRPr sz="1425" b="0">
                <a:solidFill>
                  <a:srgbClr val="46586A"/>
                </a:solidFill>
                <a:latin typeface="Liberation Sans"/>
                <a:ea typeface="Liberation Sans"/>
                <a:cs typeface="Liberation Sans"/>
              </a:defRPr>
            </a:lvl6pPr>
            <a:lvl7pPr algn="r">
              <a:defRPr sz="1425" b="0">
                <a:solidFill>
                  <a:srgbClr val="46586A"/>
                </a:solidFill>
                <a:latin typeface="Liberation Sans"/>
                <a:ea typeface="Liberation Sans"/>
                <a:cs typeface="Liberation Sans"/>
              </a:defRPr>
            </a:lvl7pPr>
            <a:lvl8pPr algn="r">
              <a:defRPr sz="1425" b="0">
                <a:solidFill>
                  <a:srgbClr val="46586A"/>
                </a:solidFill>
                <a:latin typeface="Liberation Sans"/>
                <a:ea typeface="Liberation Sans"/>
                <a:cs typeface="Liberation Sans"/>
              </a:defRPr>
            </a:lvl8pPr>
            <a:lvl9pPr algn="r">
              <a:defRPr sz="1425" b="0">
                <a:solidFill>
                  <a:srgbClr val="46586A"/>
                </a:solidFill>
                <a:latin typeface="Liberation Sans"/>
                <a:ea typeface="Liberation Sans"/>
                <a:cs typeface="Liberation Sans"/>
              </a:defRPr>
            </a:lvl9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27 / 29</a:t>
            </a:r>
          </a:p>
        </p:txBody>
      </p:sp>
      <p:sp>
        <p:nvSpPr>
          <p:cNvPr id="18" name="licence-footer">
            <a:extLst xmlns:a="http://schemas.openxmlformats.org/drawingml/2006/main">
              <a:ext uri="{FF2B5EF4-FFF2-40B4-BE49-F238E27FC236}">
                <a16:creationId xmlns:a16="http://schemas.microsoft.com/office/drawing/2014/main" id="{2FC201CF-2C38-4DD6-9BF7-516E40779DEC}"/>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vl1pPr algn="l">
              <a:defRPr sz="1425" b="0">
                <a:solidFill>
                  <a:srgbClr val="46586A"/>
                </a:solidFill>
                <a:latin typeface="Liberation Sans"/>
                <a:ea typeface="Liberation Sans"/>
                <a:cs typeface="Liberation Sans"/>
              </a:defRPr>
            </a:lvl1pPr>
            <a:lvl2pPr algn="l">
              <a:defRPr sz="1425" b="0">
                <a:solidFill>
                  <a:srgbClr val="46586A"/>
                </a:solidFill>
                <a:latin typeface="Liberation Sans"/>
                <a:ea typeface="Liberation Sans"/>
                <a:cs typeface="Liberation Sans"/>
              </a:defRPr>
            </a:lvl2pPr>
            <a:lvl3pPr algn="l">
              <a:defRPr sz="1425" b="0">
                <a:solidFill>
                  <a:srgbClr val="46586A"/>
                </a:solidFill>
                <a:latin typeface="Liberation Sans"/>
                <a:ea typeface="Liberation Sans"/>
                <a:cs typeface="Liberation Sans"/>
              </a:defRPr>
            </a:lvl3pPr>
            <a:lvl4pPr algn="l">
              <a:defRPr sz="1425" b="0">
                <a:solidFill>
                  <a:srgbClr val="46586A"/>
                </a:solidFill>
                <a:latin typeface="Liberation Sans"/>
                <a:ea typeface="Liberation Sans"/>
                <a:cs typeface="Liberation Sans"/>
              </a:defRPr>
            </a:lvl4pPr>
            <a:lvl5pPr algn="l">
              <a:defRPr sz="1425" b="0">
                <a:solidFill>
                  <a:srgbClr val="46586A"/>
                </a:solidFill>
                <a:latin typeface="Liberation Sans"/>
                <a:ea typeface="Liberation Sans"/>
                <a:cs typeface="Liberation Sans"/>
              </a:defRPr>
            </a:lvl5pPr>
            <a:lvl6pPr algn="l">
              <a:defRPr sz="1425" b="0">
                <a:solidFill>
                  <a:srgbClr val="46586A"/>
                </a:solidFill>
                <a:latin typeface="Liberation Sans"/>
                <a:ea typeface="Liberation Sans"/>
                <a:cs typeface="Liberation Sans"/>
              </a:defRPr>
            </a:lvl6pPr>
            <a:lvl7pPr algn="l">
              <a:defRPr sz="1425" b="0">
                <a:solidFill>
                  <a:srgbClr val="46586A"/>
                </a:solidFill>
                <a:latin typeface="Liberation Sans"/>
                <a:ea typeface="Liberation Sans"/>
                <a:cs typeface="Liberation Sans"/>
              </a:defRPr>
            </a:lvl7pPr>
            <a:lvl8pPr algn="l">
              <a:defRPr sz="1425" b="0">
                <a:solidFill>
                  <a:srgbClr val="46586A"/>
                </a:solidFill>
                <a:latin typeface="Liberation Sans"/>
                <a:ea typeface="Liberation Sans"/>
                <a:cs typeface="Liberation Sans"/>
              </a:defRPr>
            </a:lvl8pPr>
            <a:lvl9pPr algn="l">
              <a:defRPr sz="1425" b="0">
                <a:solidFill>
                  <a:srgbClr val="46586A"/>
                </a:solidFill>
                <a:latin typeface="Liberation Sans"/>
                <a:ea typeface="Liberation Sans"/>
                <a:cs typeface="Liberation Sans"/>
              </a:defRPr>
            </a:lvl9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9" name="">
            <a:extLst xmlns:a="http://schemas.openxmlformats.org/drawingml/2006/main">
              <a:ext uri="{FF2B5EF4-FFF2-40B4-BE49-F238E27FC236}">
                <a16:creationId xmlns:a16="http://schemas.microsoft.com/office/drawing/2014/main" id="{06215735-06BA-4AB4-846C-A49A8989D4A6}"/>
              </a:ext>
            </a:extLst>
          </p:cNvPr>
          <p:cNvPicPr>
            <a:picLocks xmlns:a="http://schemas.openxmlformats.org/drawingml/2006/main" noChangeAspect="1"/>
          </p:cNvPicPr>
          <p:nvPr/>
        </p:nvPicPr>
        <p:blipFill>
          <a:blip xmlns:r="http://schemas.openxmlformats.org/officeDocument/2006/relationships" xmlns:a="http://schemas.openxmlformats.org/drawingml/2006/main" r:embed="Rf16685ba99ba4b97"/>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20" name="pupil-text">
            <a:extLst xmlns:a="http://schemas.openxmlformats.org/drawingml/2006/main">
              <a:ext uri="{FF2B5EF4-FFF2-40B4-BE49-F238E27FC236}">
                <a16:creationId xmlns:a16="http://schemas.microsoft.com/office/drawing/2014/main" id="{AE2A6BFE-08EB-4399-8C57-E1E0E750EF20}"/>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Change one part; mark the change //.</a:t>
            </a:r>
          </a:p>
        </p:txBody>
      </p:sp>
      <p:sp>
        <p:nvSpPr>
          <p:cNvPr id="21" name="pupil-text">
            <a:extLst xmlns:a="http://schemas.openxmlformats.org/drawingml/2006/main">
              <a:ext uri="{FF2B5EF4-FFF2-40B4-BE49-F238E27FC236}">
                <a16:creationId xmlns:a16="http://schemas.microsoft.com/office/drawing/2014/main" id="{F82324BA-7D36-4172-A5B5-E145F27C9A56}"/>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Show one piece of evidence to an adult. Hear what worked and one next step. Make a change or</a:t>
            </a:r>
          </a:p>
        </p:txBody>
      </p:sp>
      <p:sp>
        <p:nvSpPr>
          <p:cNvPr id="22" name="pupil-text">
            <a:extLst xmlns:a="http://schemas.openxmlformats.org/drawingml/2006/main">
              <a:ext uri="{FF2B5EF4-FFF2-40B4-BE49-F238E27FC236}">
                <a16:creationId xmlns:a16="http://schemas.microsoft.com/office/drawing/2014/main" id="{539433F0-7A0F-4A71-B64A-5C73495699F7}"/>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explain your decision.</a:t>
            </a:r>
          </a:p>
        </p:txBody>
      </p:sp>
      <p:sp>
        <p:nvSpPr>
          <p:cNvPr id="23" name="pupil-text">
            <a:extLst xmlns:a="http://schemas.openxmlformats.org/drawingml/2006/main">
              <a:ext uri="{FF2B5EF4-FFF2-40B4-BE49-F238E27FC236}">
                <a16:creationId xmlns:a16="http://schemas.microsoft.com/office/drawing/2014/main" id="{010C2851-9618-4D37-BDEC-7D2E4070B00B}"/>
              </a:ext>
            </a:extLst>
          </p:cNvPr>
          <p:cNvSpPr>
            <a:spLocks xmlns:a="http://schemas.openxmlformats.org/drawingml/2006/main" noGrp="1"/>
          </p:cNvSpPr>
          <p:nvPr/>
        </p:nvSpPr>
        <p:spPr>
          <a:xfrm xmlns:a="http://schemas.openxmlformats.org/drawingml/2006/main">
            <a:off x="457200" y="2828925"/>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Your adult says back the science they heard. Confirm or correct it.</a:t>
            </a:r>
          </a:p>
        </p:txBody>
      </p:sp>
    </p:spTree>
    <p:extLst>
      <p:ext uri="{BB962C8B-B14F-4D97-AF65-F5344CB8AC3E}">
        <p14:creationId xmlns:p14="http://schemas.microsoft.com/office/powerpoint/2010/main" val="2030605762"/>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lesson-header">
            <a:extLst xmlns:a="http://schemas.openxmlformats.org/drawingml/2006/main">
              <a:ext uri="{FF2B5EF4-FFF2-40B4-BE49-F238E27FC236}">
                <a16:creationId xmlns:a16="http://schemas.microsoft.com/office/drawing/2014/main" id="{EABA271B-7B43-4792-9F86-B4D1F8AE9E7F}"/>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vl1pPr algn="l">
              <a:defRPr sz="1425" b="1">
                <a:solidFill>
                  <a:srgbClr val="355E7B"/>
                </a:solidFill>
                <a:latin typeface="Liberation Sans"/>
                <a:ea typeface="Liberation Sans"/>
                <a:cs typeface="Liberation Sans"/>
              </a:defRPr>
            </a:lvl1pPr>
            <a:lvl2pPr algn="l">
              <a:defRPr sz="1425" b="1">
                <a:solidFill>
                  <a:srgbClr val="355E7B"/>
                </a:solidFill>
                <a:latin typeface="Liberation Sans"/>
                <a:ea typeface="Liberation Sans"/>
                <a:cs typeface="Liberation Sans"/>
              </a:defRPr>
            </a:lvl2pPr>
            <a:lvl3pPr algn="l">
              <a:defRPr sz="1425" b="1">
                <a:solidFill>
                  <a:srgbClr val="355E7B"/>
                </a:solidFill>
                <a:latin typeface="Liberation Sans"/>
                <a:ea typeface="Liberation Sans"/>
                <a:cs typeface="Liberation Sans"/>
              </a:defRPr>
            </a:lvl3pPr>
            <a:lvl4pPr algn="l">
              <a:defRPr sz="1425" b="1">
                <a:solidFill>
                  <a:srgbClr val="355E7B"/>
                </a:solidFill>
                <a:latin typeface="Liberation Sans"/>
                <a:ea typeface="Liberation Sans"/>
                <a:cs typeface="Liberation Sans"/>
              </a:defRPr>
            </a:lvl4pPr>
            <a:lvl5pPr algn="l">
              <a:defRPr sz="1425" b="1">
                <a:solidFill>
                  <a:srgbClr val="355E7B"/>
                </a:solidFill>
                <a:latin typeface="Liberation Sans"/>
                <a:ea typeface="Liberation Sans"/>
                <a:cs typeface="Liberation Sans"/>
              </a:defRPr>
            </a:lvl5pPr>
            <a:lvl6pPr algn="l">
              <a:defRPr sz="1425" b="1">
                <a:solidFill>
                  <a:srgbClr val="355E7B"/>
                </a:solidFill>
                <a:latin typeface="Liberation Sans"/>
                <a:ea typeface="Liberation Sans"/>
                <a:cs typeface="Liberation Sans"/>
              </a:defRPr>
            </a:lvl6pPr>
            <a:lvl7pPr algn="l">
              <a:defRPr sz="1425" b="1">
                <a:solidFill>
                  <a:srgbClr val="355E7B"/>
                </a:solidFill>
                <a:latin typeface="Liberation Sans"/>
                <a:ea typeface="Liberation Sans"/>
                <a:cs typeface="Liberation Sans"/>
              </a:defRPr>
            </a:lvl7pPr>
            <a:lvl8pPr algn="l">
              <a:defRPr sz="1425" b="1">
                <a:solidFill>
                  <a:srgbClr val="355E7B"/>
                </a:solidFill>
                <a:latin typeface="Liberation Sans"/>
                <a:ea typeface="Liberation Sans"/>
                <a:cs typeface="Liberation Sans"/>
              </a:defRPr>
            </a:lvl8pPr>
            <a:lvl9pPr algn="l">
              <a:defRPr sz="1425" b="1">
                <a:solidFill>
                  <a:srgbClr val="355E7B"/>
                </a:solidFill>
                <a:latin typeface="Liberation Sans"/>
                <a:ea typeface="Liberation Sans"/>
                <a:cs typeface="Liberation Sans"/>
              </a:defRPr>
            </a:lvl9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SCIENCE · AUTUMN 1 · Week 8</a:t>
            </a:r>
          </a:p>
        </p:txBody>
      </p:sp>
      <p:sp>
        <p:nvSpPr>
          <p:cNvPr id="2" name="stage-clock">
            <a:extLst xmlns:a="http://schemas.openxmlformats.org/drawingml/2006/main">
              <a:ext uri="{FF2B5EF4-FFF2-40B4-BE49-F238E27FC236}">
                <a16:creationId xmlns:a16="http://schemas.microsoft.com/office/drawing/2014/main" id="{798F8704-7FFF-4497-AA5B-470BAED87217}"/>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vl1pPr algn="r">
              <a:defRPr sz="1425" b="1">
                <a:solidFill>
                  <a:srgbClr val="355E7B"/>
                </a:solidFill>
                <a:latin typeface="Liberation Sans"/>
                <a:ea typeface="Liberation Sans"/>
                <a:cs typeface="Liberation Sans"/>
              </a:defRPr>
            </a:lvl1pPr>
            <a:lvl2pPr algn="r">
              <a:defRPr sz="1425" b="1">
                <a:solidFill>
                  <a:srgbClr val="355E7B"/>
                </a:solidFill>
                <a:latin typeface="Liberation Sans"/>
                <a:ea typeface="Liberation Sans"/>
                <a:cs typeface="Liberation Sans"/>
              </a:defRPr>
            </a:lvl2pPr>
            <a:lvl3pPr algn="r">
              <a:defRPr sz="1425" b="1">
                <a:solidFill>
                  <a:srgbClr val="355E7B"/>
                </a:solidFill>
                <a:latin typeface="Liberation Sans"/>
                <a:ea typeface="Liberation Sans"/>
                <a:cs typeface="Liberation Sans"/>
              </a:defRPr>
            </a:lvl3pPr>
            <a:lvl4pPr algn="r">
              <a:defRPr sz="1425" b="1">
                <a:solidFill>
                  <a:srgbClr val="355E7B"/>
                </a:solidFill>
                <a:latin typeface="Liberation Sans"/>
                <a:ea typeface="Liberation Sans"/>
                <a:cs typeface="Liberation Sans"/>
              </a:defRPr>
            </a:lvl4pPr>
            <a:lvl5pPr algn="r">
              <a:defRPr sz="1425" b="1">
                <a:solidFill>
                  <a:srgbClr val="355E7B"/>
                </a:solidFill>
                <a:latin typeface="Liberation Sans"/>
                <a:ea typeface="Liberation Sans"/>
                <a:cs typeface="Liberation Sans"/>
              </a:defRPr>
            </a:lvl5pPr>
            <a:lvl6pPr algn="r">
              <a:defRPr sz="1425" b="1">
                <a:solidFill>
                  <a:srgbClr val="355E7B"/>
                </a:solidFill>
                <a:latin typeface="Liberation Sans"/>
                <a:ea typeface="Liberation Sans"/>
                <a:cs typeface="Liberation Sans"/>
              </a:defRPr>
            </a:lvl6pPr>
            <a:lvl7pPr algn="r">
              <a:defRPr sz="1425" b="1">
                <a:solidFill>
                  <a:srgbClr val="355E7B"/>
                </a:solidFill>
                <a:latin typeface="Liberation Sans"/>
                <a:ea typeface="Liberation Sans"/>
                <a:cs typeface="Liberation Sans"/>
              </a:defRPr>
            </a:lvl7pPr>
            <a:lvl8pPr algn="r">
              <a:defRPr sz="1425" b="1">
                <a:solidFill>
                  <a:srgbClr val="355E7B"/>
                </a:solidFill>
                <a:latin typeface="Liberation Sans"/>
                <a:ea typeface="Liberation Sans"/>
                <a:cs typeface="Liberation Sans"/>
              </a:defRPr>
            </a:lvl8pPr>
            <a:lvl9pPr algn="r">
              <a:defRPr sz="1425" b="1">
                <a:solidFill>
                  <a:srgbClr val="355E7B"/>
                </a:solidFill>
                <a:latin typeface="Liberation Sans"/>
                <a:ea typeface="Liberation Sans"/>
                <a:cs typeface="Liberation Sans"/>
              </a:defRPr>
            </a:lvl9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Exit ticket · 4 min · 36 to 40</a:t>
            </a:r>
          </a:p>
        </p:txBody>
      </p:sp>
      <p:sp>
        <p:nvSpPr>
          <p:cNvPr id="3" name="slide-title">
            <a:extLst xmlns:a="http://schemas.openxmlformats.org/drawingml/2006/main">
              <a:ext uri="{FF2B5EF4-FFF2-40B4-BE49-F238E27FC236}">
                <a16:creationId xmlns:a16="http://schemas.microsoft.com/office/drawing/2014/main" id="{53DC8118-524F-448E-A384-33B46343B793}"/>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vl1pPr algn="l">
              <a:defRPr sz="2700" b="1">
                <a:solidFill>
                  <a:srgbClr val="355E7B"/>
                </a:solidFill>
                <a:latin typeface="Liberation Sans"/>
                <a:ea typeface="Liberation Sans"/>
                <a:cs typeface="Liberation Sans"/>
              </a:defRPr>
            </a:lvl1pPr>
            <a:lvl2pPr algn="l">
              <a:defRPr sz="2700" b="1">
                <a:solidFill>
                  <a:srgbClr val="355E7B"/>
                </a:solidFill>
                <a:latin typeface="Liberation Sans"/>
                <a:ea typeface="Liberation Sans"/>
                <a:cs typeface="Liberation Sans"/>
              </a:defRPr>
            </a:lvl2pPr>
            <a:lvl3pPr algn="l">
              <a:defRPr sz="2700" b="1">
                <a:solidFill>
                  <a:srgbClr val="355E7B"/>
                </a:solidFill>
                <a:latin typeface="Liberation Sans"/>
                <a:ea typeface="Liberation Sans"/>
                <a:cs typeface="Liberation Sans"/>
              </a:defRPr>
            </a:lvl3pPr>
            <a:lvl4pPr algn="l">
              <a:defRPr sz="2700" b="1">
                <a:solidFill>
                  <a:srgbClr val="355E7B"/>
                </a:solidFill>
                <a:latin typeface="Liberation Sans"/>
                <a:ea typeface="Liberation Sans"/>
                <a:cs typeface="Liberation Sans"/>
              </a:defRPr>
            </a:lvl4pPr>
            <a:lvl5pPr algn="l">
              <a:defRPr sz="2700" b="1">
                <a:solidFill>
                  <a:srgbClr val="355E7B"/>
                </a:solidFill>
                <a:latin typeface="Liberation Sans"/>
                <a:ea typeface="Liberation Sans"/>
                <a:cs typeface="Liberation Sans"/>
              </a:defRPr>
            </a:lvl5pPr>
            <a:lvl6pPr algn="l">
              <a:defRPr sz="2700" b="1">
                <a:solidFill>
                  <a:srgbClr val="355E7B"/>
                </a:solidFill>
                <a:latin typeface="Liberation Sans"/>
                <a:ea typeface="Liberation Sans"/>
                <a:cs typeface="Liberation Sans"/>
              </a:defRPr>
            </a:lvl6pPr>
            <a:lvl7pPr algn="l">
              <a:defRPr sz="2700" b="1">
                <a:solidFill>
                  <a:srgbClr val="355E7B"/>
                </a:solidFill>
                <a:latin typeface="Liberation Sans"/>
                <a:ea typeface="Liberation Sans"/>
                <a:cs typeface="Liberation Sans"/>
              </a:defRPr>
            </a:lvl7pPr>
            <a:lvl8pPr algn="l">
              <a:defRPr sz="2700" b="1">
                <a:solidFill>
                  <a:srgbClr val="355E7B"/>
                </a:solidFill>
                <a:latin typeface="Liberation Sans"/>
                <a:ea typeface="Liberation Sans"/>
                <a:cs typeface="Liberation Sans"/>
              </a:defRPr>
            </a:lvl8pPr>
            <a:lvl9pPr algn="l">
              <a:defRPr sz="2700" b="1">
                <a:solidFill>
                  <a:srgbClr val="355E7B"/>
                </a:solidFill>
                <a:latin typeface="Liberation Sans"/>
                <a:ea typeface="Liberation Sans"/>
                <a:cs typeface="Liberation Sans"/>
              </a:defRPr>
            </a:lvl9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Exit ticket</a:t>
            </a:r>
          </a:p>
        </p:txBody>
      </p:sp>
      <p:sp>
        <p:nvSpPr>
          <p:cNvPr id="4" name="shape">
            <a:extLst xmlns:a="http://schemas.openxmlformats.org/drawingml/2006/main">
              <a:ext uri="{FF2B5EF4-FFF2-40B4-BE49-F238E27FC236}">
                <a16:creationId xmlns:a16="http://schemas.microsoft.com/office/drawing/2014/main" id="{DEAAAAC2-0369-4E44-A295-F73E2875AEEE}"/>
              </a:ext>
            </a:extLst>
          </p:cNvPr>
          <p:cNvSpPr>
            <a:spLocks xmlns:a="http://schemas.openxmlformats.org/drawingml/2006/main" noGrp="1"/>
          </p:cNvSpPr>
          <p:nvPr/>
        </p:nvSpPr>
        <p:spPr>
          <a:xfrm xmlns:a="http://schemas.openxmlformats.org/drawingml/2006/main">
            <a:off x="381000"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00964134-7D0E-446B-BEE7-76263201E73F}"/>
              </a:ext>
            </a:extLst>
          </p:cNvPr>
          <p:cNvSpPr>
            <a:spLocks xmlns:a="http://schemas.openxmlformats.org/drawingml/2006/main" noGrp="1"/>
          </p:cNvSpPr>
          <p:nvPr/>
        </p:nvSpPr>
        <p:spPr>
          <a:xfrm xmlns:a="http://schemas.openxmlformats.org/drawingml/2006/main">
            <a:off x="1234678"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76891A72-6DC1-4856-B896-E84C0F24FB7E}"/>
              </a:ext>
            </a:extLst>
          </p:cNvPr>
          <p:cNvSpPr>
            <a:spLocks xmlns:a="http://schemas.openxmlformats.org/drawingml/2006/main" noGrp="1"/>
          </p:cNvSpPr>
          <p:nvPr/>
        </p:nvSpPr>
        <p:spPr>
          <a:xfrm xmlns:a="http://schemas.openxmlformats.org/drawingml/2006/main">
            <a:off x="2088356"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29399DEF-4D9F-4231-B52D-CBAF7B11E110}"/>
              </a:ext>
            </a:extLst>
          </p:cNvPr>
          <p:cNvSpPr>
            <a:spLocks xmlns:a="http://schemas.openxmlformats.org/drawingml/2006/main" noGrp="1"/>
          </p:cNvSpPr>
          <p:nvPr/>
        </p:nvSpPr>
        <p:spPr>
          <a:xfrm xmlns:a="http://schemas.openxmlformats.org/drawingml/2006/main">
            <a:off x="3226594"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40772639-9F99-4C9E-B336-53C3BD8B3ABB}"/>
              </a:ext>
            </a:extLst>
          </p:cNvPr>
          <p:cNvSpPr>
            <a:spLocks xmlns:a="http://schemas.openxmlformats.org/drawingml/2006/main" noGrp="1"/>
          </p:cNvSpPr>
          <p:nvPr/>
        </p:nvSpPr>
        <p:spPr>
          <a:xfrm xmlns:a="http://schemas.openxmlformats.org/drawingml/2006/main">
            <a:off x="4364831"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6422F5AF-EA2F-42DE-B872-A94014536AC5}"/>
              </a:ext>
            </a:extLst>
          </p:cNvPr>
          <p:cNvSpPr>
            <a:spLocks xmlns:a="http://schemas.openxmlformats.org/drawingml/2006/main" noGrp="1"/>
          </p:cNvSpPr>
          <p:nvPr/>
        </p:nvSpPr>
        <p:spPr>
          <a:xfrm xmlns:a="http://schemas.openxmlformats.org/drawingml/2006/main">
            <a:off x="5218509"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shape">
            <a:extLst xmlns:a="http://schemas.openxmlformats.org/drawingml/2006/main">
              <a:ext uri="{FF2B5EF4-FFF2-40B4-BE49-F238E27FC236}">
                <a16:creationId xmlns:a16="http://schemas.microsoft.com/office/drawing/2014/main" id="{4468136D-FEC0-4A45-95BC-228334BBCD7D}"/>
              </a:ext>
            </a:extLst>
          </p:cNvPr>
          <p:cNvSpPr>
            <a:spLocks xmlns:a="http://schemas.openxmlformats.org/drawingml/2006/main" noGrp="1"/>
          </p:cNvSpPr>
          <p:nvPr/>
        </p:nvSpPr>
        <p:spPr>
          <a:xfrm xmlns:a="http://schemas.openxmlformats.org/drawingml/2006/main">
            <a:off x="6356747" y="1381125"/>
            <a:ext cx="540544"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1" name="shape">
            <a:extLst xmlns:a="http://schemas.openxmlformats.org/drawingml/2006/main">
              <a:ext uri="{FF2B5EF4-FFF2-40B4-BE49-F238E27FC236}">
                <a16:creationId xmlns:a16="http://schemas.microsoft.com/office/drawing/2014/main" id="{2C693BB3-73AB-4F32-8CD9-57557E893834}"/>
              </a:ext>
            </a:extLst>
          </p:cNvPr>
          <p:cNvSpPr>
            <a:spLocks xmlns:a="http://schemas.openxmlformats.org/drawingml/2006/main" noGrp="1"/>
          </p:cNvSpPr>
          <p:nvPr/>
        </p:nvSpPr>
        <p:spPr>
          <a:xfrm xmlns:a="http://schemas.openxmlformats.org/drawingml/2006/main">
            <a:off x="6925866" y="1381125"/>
            <a:ext cx="540544"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2" name="shape">
            <a:extLst xmlns:a="http://schemas.openxmlformats.org/drawingml/2006/main">
              <a:ext uri="{FF2B5EF4-FFF2-40B4-BE49-F238E27FC236}">
                <a16:creationId xmlns:a16="http://schemas.microsoft.com/office/drawing/2014/main" id="{AF8CA015-9610-47B3-AACF-81614953B46E}"/>
              </a:ext>
            </a:extLst>
          </p:cNvPr>
          <p:cNvSpPr>
            <a:spLocks xmlns:a="http://schemas.openxmlformats.org/drawingml/2006/main" noGrp="1"/>
          </p:cNvSpPr>
          <p:nvPr/>
        </p:nvSpPr>
        <p:spPr>
          <a:xfrm xmlns:a="http://schemas.openxmlformats.org/drawingml/2006/main">
            <a:off x="7494984"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3" name="shape">
            <a:extLst xmlns:a="http://schemas.openxmlformats.org/drawingml/2006/main">
              <a:ext uri="{FF2B5EF4-FFF2-40B4-BE49-F238E27FC236}">
                <a16:creationId xmlns:a16="http://schemas.microsoft.com/office/drawing/2014/main" id="{CD1C35AD-CBC2-4BFA-9700-F4A755D7826B}"/>
              </a:ext>
            </a:extLst>
          </p:cNvPr>
          <p:cNvSpPr>
            <a:spLocks xmlns:a="http://schemas.openxmlformats.org/drawingml/2006/main" noGrp="1"/>
          </p:cNvSpPr>
          <p:nvPr/>
        </p:nvSpPr>
        <p:spPr>
          <a:xfrm xmlns:a="http://schemas.openxmlformats.org/drawingml/2006/main">
            <a:off x="9771459"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4" name="shape">
            <a:extLst xmlns:a="http://schemas.openxmlformats.org/drawingml/2006/main">
              <a:ext uri="{FF2B5EF4-FFF2-40B4-BE49-F238E27FC236}">
                <a16:creationId xmlns:a16="http://schemas.microsoft.com/office/drawing/2014/main" id="{9329DD13-D6AF-48CE-8F62-B4F339AE187B}"/>
              </a:ext>
            </a:extLst>
          </p:cNvPr>
          <p:cNvSpPr>
            <a:spLocks xmlns:a="http://schemas.openxmlformats.org/drawingml/2006/main" noGrp="1"/>
          </p:cNvSpPr>
          <p:nvPr/>
        </p:nvSpPr>
        <p:spPr>
          <a:xfrm xmlns:a="http://schemas.openxmlformats.org/drawingml/2006/main">
            <a:off x="10625138" y="1381125"/>
            <a:ext cx="110966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5" name="objective-footer">
            <a:extLst xmlns:a="http://schemas.openxmlformats.org/drawingml/2006/main">
              <a:ext uri="{FF2B5EF4-FFF2-40B4-BE49-F238E27FC236}">
                <a16:creationId xmlns:a16="http://schemas.microsoft.com/office/drawing/2014/main" id="{064CE5E4-C6AC-4E42-964F-CFBEB64826D9}"/>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vl1pPr algn="l">
              <a:defRPr sz="1425" b="0">
                <a:solidFill>
                  <a:srgbClr val="46586A"/>
                </a:solidFill>
                <a:latin typeface="Liberation Sans"/>
                <a:ea typeface="Liberation Sans"/>
                <a:cs typeface="Liberation Sans"/>
              </a:defRPr>
            </a:lvl1pPr>
            <a:lvl2pPr algn="l">
              <a:defRPr sz="1425" b="0">
                <a:solidFill>
                  <a:srgbClr val="46586A"/>
                </a:solidFill>
                <a:latin typeface="Liberation Sans"/>
                <a:ea typeface="Liberation Sans"/>
                <a:cs typeface="Liberation Sans"/>
              </a:defRPr>
            </a:lvl2pPr>
            <a:lvl3pPr algn="l">
              <a:defRPr sz="1425" b="0">
                <a:solidFill>
                  <a:srgbClr val="46586A"/>
                </a:solidFill>
                <a:latin typeface="Liberation Sans"/>
                <a:ea typeface="Liberation Sans"/>
                <a:cs typeface="Liberation Sans"/>
              </a:defRPr>
            </a:lvl3pPr>
            <a:lvl4pPr algn="l">
              <a:defRPr sz="1425" b="0">
                <a:solidFill>
                  <a:srgbClr val="46586A"/>
                </a:solidFill>
                <a:latin typeface="Liberation Sans"/>
                <a:ea typeface="Liberation Sans"/>
                <a:cs typeface="Liberation Sans"/>
              </a:defRPr>
            </a:lvl4pPr>
            <a:lvl5pPr algn="l">
              <a:defRPr sz="1425" b="0">
                <a:solidFill>
                  <a:srgbClr val="46586A"/>
                </a:solidFill>
                <a:latin typeface="Liberation Sans"/>
                <a:ea typeface="Liberation Sans"/>
                <a:cs typeface="Liberation Sans"/>
              </a:defRPr>
            </a:lvl5pPr>
            <a:lvl6pPr algn="l">
              <a:defRPr sz="1425" b="0">
                <a:solidFill>
                  <a:srgbClr val="46586A"/>
                </a:solidFill>
                <a:latin typeface="Liberation Sans"/>
                <a:ea typeface="Liberation Sans"/>
                <a:cs typeface="Liberation Sans"/>
              </a:defRPr>
            </a:lvl6pPr>
            <a:lvl7pPr algn="l">
              <a:defRPr sz="1425" b="0">
                <a:solidFill>
                  <a:srgbClr val="46586A"/>
                </a:solidFill>
                <a:latin typeface="Liberation Sans"/>
                <a:ea typeface="Liberation Sans"/>
                <a:cs typeface="Liberation Sans"/>
              </a:defRPr>
            </a:lvl7pPr>
            <a:lvl8pPr algn="l">
              <a:defRPr sz="1425" b="0">
                <a:solidFill>
                  <a:srgbClr val="46586A"/>
                </a:solidFill>
                <a:latin typeface="Liberation Sans"/>
                <a:ea typeface="Liberation Sans"/>
                <a:cs typeface="Liberation Sans"/>
              </a:defRPr>
            </a:lvl8pPr>
            <a:lvl9pPr algn="l">
              <a:defRPr sz="1425" b="0">
                <a:solidFill>
                  <a:srgbClr val="46586A"/>
                </a:solidFill>
                <a:latin typeface="Liberation Sans"/>
                <a:ea typeface="Liberation Sans"/>
                <a:cs typeface="Liberation Sans"/>
              </a:defRPr>
            </a:lvl9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I can explain that animals get food by eating, and plants can make their own food.</a:t>
            </a:r>
          </a:p>
        </p:txBody>
      </p:sp>
      <p:sp>
        <p:nvSpPr>
          <p:cNvPr id="16" name="blank-version-footer">
            <a:extLst xmlns:a="http://schemas.openxmlformats.org/drawingml/2006/main">
              <a:ext uri="{FF2B5EF4-FFF2-40B4-BE49-F238E27FC236}">
                <a16:creationId xmlns:a16="http://schemas.microsoft.com/office/drawing/2014/main" id="{8941F8E9-0C33-430A-9F1F-4FC29936AE10}"/>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vl1pPr algn="l">
              <a:defRPr sz="1425" b="0">
                <a:solidFill>
                  <a:srgbClr val="46586A"/>
                </a:solidFill>
                <a:latin typeface="Liberation Sans"/>
                <a:ea typeface="Liberation Sans"/>
                <a:cs typeface="Liberation Sans"/>
              </a:defRPr>
            </a:lvl1pPr>
            <a:lvl2pPr algn="l">
              <a:defRPr sz="1425" b="0">
                <a:solidFill>
                  <a:srgbClr val="46586A"/>
                </a:solidFill>
                <a:latin typeface="Liberation Sans"/>
                <a:ea typeface="Liberation Sans"/>
                <a:cs typeface="Liberation Sans"/>
              </a:defRPr>
            </a:lvl2pPr>
            <a:lvl3pPr algn="l">
              <a:defRPr sz="1425" b="0">
                <a:solidFill>
                  <a:srgbClr val="46586A"/>
                </a:solidFill>
                <a:latin typeface="Liberation Sans"/>
                <a:ea typeface="Liberation Sans"/>
                <a:cs typeface="Liberation Sans"/>
              </a:defRPr>
            </a:lvl3pPr>
            <a:lvl4pPr algn="l">
              <a:defRPr sz="1425" b="0">
                <a:solidFill>
                  <a:srgbClr val="46586A"/>
                </a:solidFill>
                <a:latin typeface="Liberation Sans"/>
                <a:ea typeface="Liberation Sans"/>
                <a:cs typeface="Liberation Sans"/>
              </a:defRPr>
            </a:lvl4pPr>
            <a:lvl5pPr algn="l">
              <a:defRPr sz="1425" b="0">
                <a:solidFill>
                  <a:srgbClr val="46586A"/>
                </a:solidFill>
                <a:latin typeface="Liberation Sans"/>
                <a:ea typeface="Liberation Sans"/>
                <a:cs typeface="Liberation Sans"/>
              </a:defRPr>
            </a:lvl5pPr>
            <a:lvl6pPr algn="l">
              <a:defRPr sz="1425" b="0">
                <a:solidFill>
                  <a:srgbClr val="46586A"/>
                </a:solidFill>
                <a:latin typeface="Liberation Sans"/>
                <a:ea typeface="Liberation Sans"/>
                <a:cs typeface="Liberation Sans"/>
              </a:defRPr>
            </a:lvl6pPr>
            <a:lvl7pPr algn="l">
              <a:defRPr sz="1425" b="0">
                <a:solidFill>
                  <a:srgbClr val="46586A"/>
                </a:solidFill>
                <a:latin typeface="Liberation Sans"/>
                <a:ea typeface="Liberation Sans"/>
                <a:cs typeface="Liberation Sans"/>
              </a:defRPr>
            </a:lvl7pPr>
            <a:lvl8pPr algn="l">
              <a:defRPr sz="1425" b="0">
                <a:solidFill>
                  <a:srgbClr val="46586A"/>
                </a:solidFill>
                <a:latin typeface="Liberation Sans"/>
                <a:ea typeface="Liberation Sans"/>
                <a:cs typeface="Liberation Sans"/>
              </a:defRPr>
            </a:lvl8pPr>
            <a:lvl9pPr algn="l">
              <a:defRPr sz="1425" b="0">
                <a:solidFill>
                  <a:srgbClr val="46586A"/>
                </a:solidFill>
                <a:latin typeface="Liberation Sans"/>
                <a:ea typeface="Liberation Sans"/>
                <a:cs typeface="Liberation Sans"/>
              </a:defRPr>
            </a:lvl9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SCI-BUILD-A1-W08-P1 · Version: ______ · Source page SHA-256: ______</a:t>
            </a:r>
          </a:p>
        </p:txBody>
      </p:sp>
      <p:sp>
        <p:nvSpPr>
          <p:cNvPr id="17" name="slide-progress">
            <a:extLst xmlns:a="http://schemas.openxmlformats.org/drawingml/2006/main">
              <a:ext uri="{FF2B5EF4-FFF2-40B4-BE49-F238E27FC236}">
                <a16:creationId xmlns:a16="http://schemas.microsoft.com/office/drawing/2014/main" id="{F1C05E67-CC0C-4A95-AD6E-D3B3A8C11A27}"/>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vl1pPr algn="r">
              <a:defRPr sz="1425" b="0">
                <a:solidFill>
                  <a:srgbClr val="46586A"/>
                </a:solidFill>
                <a:latin typeface="Liberation Sans"/>
                <a:ea typeface="Liberation Sans"/>
                <a:cs typeface="Liberation Sans"/>
              </a:defRPr>
            </a:lvl1pPr>
            <a:lvl2pPr algn="r">
              <a:defRPr sz="1425" b="0">
                <a:solidFill>
                  <a:srgbClr val="46586A"/>
                </a:solidFill>
                <a:latin typeface="Liberation Sans"/>
                <a:ea typeface="Liberation Sans"/>
                <a:cs typeface="Liberation Sans"/>
              </a:defRPr>
            </a:lvl2pPr>
            <a:lvl3pPr algn="r">
              <a:defRPr sz="1425" b="0">
                <a:solidFill>
                  <a:srgbClr val="46586A"/>
                </a:solidFill>
                <a:latin typeface="Liberation Sans"/>
                <a:ea typeface="Liberation Sans"/>
                <a:cs typeface="Liberation Sans"/>
              </a:defRPr>
            </a:lvl3pPr>
            <a:lvl4pPr algn="r">
              <a:defRPr sz="1425" b="0">
                <a:solidFill>
                  <a:srgbClr val="46586A"/>
                </a:solidFill>
                <a:latin typeface="Liberation Sans"/>
                <a:ea typeface="Liberation Sans"/>
                <a:cs typeface="Liberation Sans"/>
              </a:defRPr>
            </a:lvl4pPr>
            <a:lvl5pPr algn="r">
              <a:defRPr sz="1425" b="0">
                <a:solidFill>
                  <a:srgbClr val="46586A"/>
                </a:solidFill>
                <a:latin typeface="Liberation Sans"/>
                <a:ea typeface="Liberation Sans"/>
                <a:cs typeface="Liberation Sans"/>
              </a:defRPr>
            </a:lvl5pPr>
            <a:lvl6pPr algn="r">
              <a:defRPr sz="1425" b="0">
                <a:solidFill>
                  <a:srgbClr val="46586A"/>
                </a:solidFill>
                <a:latin typeface="Liberation Sans"/>
                <a:ea typeface="Liberation Sans"/>
                <a:cs typeface="Liberation Sans"/>
              </a:defRPr>
            </a:lvl6pPr>
            <a:lvl7pPr algn="r">
              <a:defRPr sz="1425" b="0">
                <a:solidFill>
                  <a:srgbClr val="46586A"/>
                </a:solidFill>
                <a:latin typeface="Liberation Sans"/>
                <a:ea typeface="Liberation Sans"/>
                <a:cs typeface="Liberation Sans"/>
              </a:defRPr>
            </a:lvl7pPr>
            <a:lvl8pPr algn="r">
              <a:defRPr sz="1425" b="0">
                <a:solidFill>
                  <a:srgbClr val="46586A"/>
                </a:solidFill>
                <a:latin typeface="Liberation Sans"/>
                <a:ea typeface="Liberation Sans"/>
                <a:cs typeface="Liberation Sans"/>
              </a:defRPr>
            </a:lvl8pPr>
            <a:lvl9pPr algn="r">
              <a:defRPr sz="1425" b="0">
                <a:solidFill>
                  <a:srgbClr val="46586A"/>
                </a:solidFill>
                <a:latin typeface="Liberation Sans"/>
                <a:ea typeface="Liberation Sans"/>
                <a:cs typeface="Liberation Sans"/>
              </a:defRPr>
            </a:lvl9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28 / 29</a:t>
            </a:r>
          </a:p>
        </p:txBody>
      </p:sp>
      <p:sp>
        <p:nvSpPr>
          <p:cNvPr id="18" name="licence-footer">
            <a:extLst xmlns:a="http://schemas.openxmlformats.org/drawingml/2006/main">
              <a:ext uri="{FF2B5EF4-FFF2-40B4-BE49-F238E27FC236}">
                <a16:creationId xmlns:a16="http://schemas.microsoft.com/office/drawing/2014/main" id="{355DE551-15EF-4FA9-9F29-226FF613EDF6}"/>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vl1pPr algn="l">
              <a:defRPr sz="1425" b="0">
                <a:solidFill>
                  <a:srgbClr val="46586A"/>
                </a:solidFill>
                <a:latin typeface="Liberation Sans"/>
                <a:ea typeface="Liberation Sans"/>
                <a:cs typeface="Liberation Sans"/>
              </a:defRPr>
            </a:lvl1pPr>
            <a:lvl2pPr algn="l">
              <a:defRPr sz="1425" b="0">
                <a:solidFill>
                  <a:srgbClr val="46586A"/>
                </a:solidFill>
                <a:latin typeface="Liberation Sans"/>
                <a:ea typeface="Liberation Sans"/>
                <a:cs typeface="Liberation Sans"/>
              </a:defRPr>
            </a:lvl2pPr>
            <a:lvl3pPr algn="l">
              <a:defRPr sz="1425" b="0">
                <a:solidFill>
                  <a:srgbClr val="46586A"/>
                </a:solidFill>
                <a:latin typeface="Liberation Sans"/>
                <a:ea typeface="Liberation Sans"/>
                <a:cs typeface="Liberation Sans"/>
              </a:defRPr>
            </a:lvl3pPr>
            <a:lvl4pPr algn="l">
              <a:defRPr sz="1425" b="0">
                <a:solidFill>
                  <a:srgbClr val="46586A"/>
                </a:solidFill>
                <a:latin typeface="Liberation Sans"/>
                <a:ea typeface="Liberation Sans"/>
                <a:cs typeface="Liberation Sans"/>
              </a:defRPr>
            </a:lvl4pPr>
            <a:lvl5pPr algn="l">
              <a:defRPr sz="1425" b="0">
                <a:solidFill>
                  <a:srgbClr val="46586A"/>
                </a:solidFill>
                <a:latin typeface="Liberation Sans"/>
                <a:ea typeface="Liberation Sans"/>
                <a:cs typeface="Liberation Sans"/>
              </a:defRPr>
            </a:lvl5pPr>
            <a:lvl6pPr algn="l">
              <a:defRPr sz="1425" b="0">
                <a:solidFill>
                  <a:srgbClr val="46586A"/>
                </a:solidFill>
                <a:latin typeface="Liberation Sans"/>
                <a:ea typeface="Liberation Sans"/>
                <a:cs typeface="Liberation Sans"/>
              </a:defRPr>
            </a:lvl6pPr>
            <a:lvl7pPr algn="l">
              <a:defRPr sz="1425" b="0">
                <a:solidFill>
                  <a:srgbClr val="46586A"/>
                </a:solidFill>
                <a:latin typeface="Liberation Sans"/>
                <a:ea typeface="Liberation Sans"/>
                <a:cs typeface="Liberation Sans"/>
              </a:defRPr>
            </a:lvl7pPr>
            <a:lvl8pPr algn="l">
              <a:defRPr sz="1425" b="0">
                <a:solidFill>
                  <a:srgbClr val="46586A"/>
                </a:solidFill>
                <a:latin typeface="Liberation Sans"/>
                <a:ea typeface="Liberation Sans"/>
                <a:cs typeface="Liberation Sans"/>
              </a:defRPr>
            </a:lvl8pPr>
            <a:lvl9pPr algn="l">
              <a:defRPr sz="1425" b="0">
                <a:solidFill>
                  <a:srgbClr val="46586A"/>
                </a:solidFill>
                <a:latin typeface="Liberation Sans"/>
                <a:ea typeface="Liberation Sans"/>
                <a:cs typeface="Liberation Sans"/>
              </a:defRPr>
            </a:lvl9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9" name="">
            <a:extLst xmlns:a="http://schemas.openxmlformats.org/drawingml/2006/main">
              <a:ext uri="{FF2B5EF4-FFF2-40B4-BE49-F238E27FC236}">
                <a16:creationId xmlns:a16="http://schemas.microsoft.com/office/drawing/2014/main" id="{2B420BF8-77E0-444C-A198-8A653320A9FD}"/>
              </a:ext>
            </a:extLst>
          </p:cNvPr>
          <p:cNvPicPr>
            <a:picLocks xmlns:a="http://schemas.openxmlformats.org/drawingml/2006/main" noChangeAspect="1"/>
          </p:cNvPicPr>
          <p:nvPr/>
        </p:nvPicPr>
        <p:blipFill>
          <a:blip xmlns:r="http://schemas.openxmlformats.org/officeDocument/2006/relationships" xmlns:a="http://schemas.openxmlformats.org/drawingml/2006/main" r:embed="R66855b037155452b"/>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20" name="pupil-text">
            <a:extLst xmlns:a="http://schemas.openxmlformats.org/drawingml/2006/main">
              <a:ext uri="{FF2B5EF4-FFF2-40B4-BE49-F238E27FC236}">
                <a16:creationId xmlns:a16="http://schemas.microsoft.com/office/drawing/2014/main" id="{DB995A5B-085E-4428-8956-9AB556978ED7}"/>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Under the heading Exit ticket: answer the short questions below.</a:t>
            </a:r>
          </a:p>
        </p:txBody>
      </p:sp>
      <p:sp>
        <p:nvSpPr>
          <p:cNvPr id="21" name="pupil-text">
            <a:extLst xmlns:a="http://schemas.openxmlformats.org/drawingml/2006/main">
              <a:ext uri="{FF2B5EF4-FFF2-40B4-BE49-F238E27FC236}">
                <a16:creationId xmlns:a16="http://schemas.microsoft.com/office/drawing/2014/main" id="{B8CF095D-0A3D-431C-8DBB-AA74EAAF3ECE}"/>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Point to the producer in grass → rabbit → fox.</a:t>
            </a:r>
          </a:p>
        </p:txBody>
      </p:sp>
      <p:sp>
        <p:nvSpPr>
          <p:cNvPr id="22" name="pupil-text">
            <a:extLst xmlns:a="http://schemas.openxmlformats.org/drawingml/2006/main">
              <a:ext uri="{FF2B5EF4-FFF2-40B4-BE49-F238E27FC236}">
                <a16:creationId xmlns:a16="http://schemas.microsoft.com/office/drawing/2014/main" id="{CE868599-3372-49C4-BEAE-FBA10F55814C}"/>
              </a:ext>
            </a:extLst>
          </p:cNvPr>
          <p:cNvSpPr>
            <a:spLocks xmlns:a="http://schemas.openxmlformats.org/drawingml/2006/main" noGrp="1"/>
          </p:cNvSpPr>
          <p:nvPr/>
        </p:nvSpPr>
        <p:spPr>
          <a:xfrm xmlns:a="http://schemas.openxmlformats.org/drawingml/2006/main">
            <a:off x="457200" y="2533650"/>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Explain what one arrow means.</a:t>
            </a:r>
          </a:p>
        </p:txBody>
      </p:sp>
      <p:sp>
        <p:nvSpPr>
          <p:cNvPr id="23" name="pupil-text">
            <a:extLst xmlns:a="http://schemas.openxmlformats.org/drawingml/2006/main">
              <a:ext uri="{FF2B5EF4-FFF2-40B4-BE49-F238E27FC236}">
                <a16:creationId xmlns:a16="http://schemas.microsoft.com/office/drawing/2014/main" id="{1BB359E4-09B4-42F5-9C75-8E782D1AC5D7}"/>
              </a:ext>
            </a:extLst>
          </p:cNvPr>
          <p:cNvSpPr>
            <a:spLocks xmlns:a="http://schemas.openxmlformats.org/drawingml/2006/main" noGrp="1"/>
          </p:cNvSpPr>
          <p:nvPr/>
        </p:nvSpPr>
        <p:spPr>
          <a:xfrm xmlns:a="http://schemas.openxmlformats.org/drawingml/2006/main">
            <a:off x="457200" y="2924175"/>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Why do our chains start with a plant? Say why. Give one limit of the model.</a:t>
            </a:r>
          </a:p>
        </p:txBody>
      </p:sp>
      <p:sp>
        <p:nvSpPr>
          <p:cNvPr id="24" name="pupil-text">
            <a:extLst xmlns:a="http://schemas.openxmlformats.org/drawingml/2006/main">
              <a:ext uri="{FF2B5EF4-FFF2-40B4-BE49-F238E27FC236}">
                <a16:creationId xmlns:a16="http://schemas.microsoft.com/office/drawing/2014/main" id="{E3235258-5D40-4809-B8D9-E4CE80FCC140}"/>
              </a:ext>
            </a:extLst>
          </p:cNvPr>
          <p:cNvSpPr>
            <a:spLocks xmlns:a="http://schemas.openxmlformats.org/drawingml/2006/main" noGrp="1"/>
          </p:cNvSpPr>
          <p:nvPr/>
        </p:nvSpPr>
        <p:spPr>
          <a:xfrm xmlns:a="http://schemas.openxmlformats.org/drawingml/2006/main">
            <a:off x="457200" y="3314700"/>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Show or tell your adult. Your response helps choose the next starting point.</a:t>
            </a:r>
          </a:p>
        </p:txBody>
      </p:sp>
    </p:spTree>
    <p:extLst>
      <p:ext uri="{BB962C8B-B14F-4D97-AF65-F5344CB8AC3E}">
        <p14:creationId xmlns:p14="http://schemas.microsoft.com/office/powerpoint/2010/main" val="53775401"/>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lesson-header">
            <a:extLst xmlns:a="http://schemas.openxmlformats.org/drawingml/2006/main">
              <a:ext uri="{FF2B5EF4-FFF2-40B4-BE49-F238E27FC236}">
                <a16:creationId xmlns:a16="http://schemas.microsoft.com/office/drawing/2014/main" id="{800322F3-90F5-4AB1-AF65-38A59771DD77}"/>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vl1pPr algn="l">
              <a:defRPr sz="1425" b="1">
                <a:solidFill>
                  <a:srgbClr val="355E7B"/>
                </a:solidFill>
                <a:latin typeface="Liberation Sans"/>
                <a:ea typeface="Liberation Sans"/>
                <a:cs typeface="Liberation Sans"/>
              </a:defRPr>
            </a:lvl1pPr>
            <a:lvl2pPr algn="l">
              <a:defRPr sz="1425" b="1">
                <a:solidFill>
                  <a:srgbClr val="355E7B"/>
                </a:solidFill>
                <a:latin typeface="Liberation Sans"/>
                <a:ea typeface="Liberation Sans"/>
                <a:cs typeface="Liberation Sans"/>
              </a:defRPr>
            </a:lvl2pPr>
            <a:lvl3pPr algn="l">
              <a:defRPr sz="1425" b="1">
                <a:solidFill>
                  <a:srgbClr val="355E7B"/>
                </a:solidFill>
                <a:latin typeface="Liberation Sans"/>
                <a:ea typeface="Liberation Sans"/>
                <a:cs typeface="Liberation Sans"/>
              </a:defRPr>
            </a:lvl3pPr>
            <a:lvl4pPr algn="l">
              <a:defRPr sz="1425" b="1">
                <a:solidFill>
                  <a:srgbClr val="355E7B"/>
                </a:solidFill>
                <a:latin typeface="Liberation Sans"/>
                <a:ea typeface="Liberation Sans"/>
                <a:cs typeface="Liberation Sans"/>
              </a:defRPr>
            </a:lvl4pPr>
            <a:lvl5pPr algn="l">
              <a:defRPr sz="1425" b="1">
                <a:solidFill>
                  <a:srgbClr val="355E7B"/>
                </a:solidFill>
                <a:latin typeface="Liberation Sans"/>
                <a:ea typeface="Liberation Sans"/>
                <a:cs typeface="Liberation Sans"/>
              </a:defRPr>
            </a:lvl5pPr>
            <a:lvl6pPr algn="l">
              <a:defRPr sz="1425" b="1">
                <a:solidFill>
                  <a:srgbClr val="355E7B"/>
                </a:solidFill>
                <a:latin typeface="Liberation Sans"/>
                <a:ea typeface="Liberation Sans"/>
                <a:cs typeface="Liberation Sans"/>
              </a:defRPr>
            </a:lvl6pPr>
            <a:lvl7pPr algn="l">
              <a:defRPr sz="1425" b="1">
                <a:solidFill>
                  <a:srgbClr val="355E7B"/>
                </a:solidFill>
                <a:latin typeface="Liberation Sans"/>
                <a:ea typeface="Liberation Sans"/>
                <a:cs typeface="Liberation Sans"/>
              </a:defRPr>
            </a:lvl7pPr>
            <a:lvl8pPr algn="l">
              <a:defRPr sz="1425" b="1">
                <a:solidFill>
                  <a:srgbClr val="355E7B"/>
                </a:solidFill>
                <a:latin typeface="Liberation Sans"/>
                <a:ea typeface="Liberation Sans"/>
                <a:cs typeface="Liberation Sans"/>
              </a:defRPr>
            </a:lvl8pPr>
            <a:lvl9pPr algn="l">
              <a:defRPr sz="1425" b="1">
                <a:solidFill>
                  <a:srgbClr val="355E7B"/>
                </a:solidFill>
                <a:latin typeface="Liberation Sans"/>
                <a:ea typeface="Liberation Sans"/>
                <a:cs typeface="Liberation Sans"/>
              </a:defRPr>
            </a:lvl9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SCIENCE · AUTUMN 1 · Week 8</a:t>
            </a:r>
          </a:p>
        </p:txBody>
      </p:sp>
      <p:sp>
        <p:nvSpPr>
          <p:cNvPr id="2" name="stage-clock">
            <a:extLst xmlns:a="http://schemas.openxmlformats.org/drawingml/2006/main">
              <a:ext uri="{FF2B5EF4-FFF2-40B4-BE49-F238E27FC236}">
                <a16:creationId xmlns:a16="http://schemas.microsoft.com/office/drawing/2014/main" id="{3415E6F1-B47F-4A6C-B070-1BBE720DA824}"/>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vl1pPr algn="r">
              <a:defRPr sz="1425" b="1">
                <a:solidFill>
                  <a:srgbClr val="355E7B"/>
                </a:solidFill>
                <a:latin typeface="Liberation Sans"/>
                <a:ea typeface="Liberation Sans"/>
                <a:cs typeface="Liberation Sans"/>
              </a:defRPr>
            </a:lvl1pPr>
            <a:lvl2pPr algn="r">
              <a:defRPr sz="1425" b="1">
                <a:solidFill>
                  <a:srgbClr val="355E7B"/>
                </a:solidFill>
                <a:latin typeface="Liberation Sans"/>
                <a:ea typeface="Liberation Sans"/>
                <a:cs typeface="Liberation Sans"/>
              </a:defRPr>
            </a:lvl2pPr>
            <a:lvl3pPr algn="r">
              <a:defRPr sz="1425" b="1">
                <a:solidFill>
                  <a:srgbClr val="355E7B"/>
                </a:solidFill>
                <a:latin typeface="Liberation Sans"/>
                <a:ea typeface="Liberation Sans"/>
                <a:cs typeface="Liberation Sans"/>
              </a:defRPr>
            </a:lvl3pPr>
            <a:lvl4pPr algn="r">
              <a:defRPr sz="1425" b="1">
                <a:solidFill>
                  <a:srgbClr val="355E7B"/>
                </a:solidFill>
                <a:latin typeface="Liberation Sans"/>
                <a:ea typeface="Liberation Sans"/>
                <a:cs typeface="Liberation Sans"/>
              </a:defRPr>
            </a:lvl4pPr>
            <a:lvl5pPr algn="r">
              <a:defRPr sz="1425" b="1">
                <a:solidFill>
                  <a:srgbClr val="355E7B"/>
                </a:solidFill>
                <a:latin typeface="Liberation Sans"/>
                <a:ea typeface="Liberation Sans"/>
                <a:cs typeface="Liberation Sans"/>
              </a:defRPr>
            </a:lvl5pPr>
            <a:lvl6pPr algn="r">
              <a:defRPr sz="1425" b="1">
                <a:solidFill>
                  <a:srgbClr val="355E7B"/>
                </a:solidFill>
                <a:latin typeface="Liberation Sans"/>
                <a:ea typeface="Liberation Sans"/>
                <a:cs typeface="Liberation Sans"/>
              </a:defRPr>
            </a:lvl6pPr>
            <a:lvl7pPr algn="r">
              <a:defRPr sz="1425" b="1">
                <a:solidFill>
                  <a:srgbClr val="355E7B"/>
                </a:solidFill>
                <a:latin typeface="Liberation Sans"/>
                <a:ea typeface="Liberation Sans"/>
                <a:cs typeface="Liberation Sans"/>
              </a:defRPr>
            </a:lvl7pPr>
            <a:lvl8pPr algn="r">
              <a:defRPr sz="1425" b="1">
                <a:solidFill>
                  <a:srgbClr val="355E7B"/>
                </a:solidFill>
                <a:latin typeface="Liberation Sans"/>
                <a:ea typeface="Liberation Sans"/>
                <a:cs typeface="Liberation Sans"/>
              </a:defRPr>
            </a:lvl8pPr>
            <a:lvl9pPr algn="r">
              <a:defRPr sz="1425" b="1">
                <a:solidFill>
                  <a:srgbClr val="355E7B"/>
                </a:solidFill>
                <a:latin typeface="Liberation Sans"/>
                <a:ea typeface="Liberation Sans"/>
                <a:cs typeface="Liberation Sans"/>
              </a:defRPr>
            </a:lvl9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Exit ticket · 4 min · 36 to 40</a:t>
            </a:r>
          </a:p>
        </p:txBody>
      </p:sp>
      <p:sp>
        <p:nvSpPr>
          <p:cNvPr id="3" name="slide-title">
            <a:extLst xmlns:a="http://schemas.openxmlformats.org/drawingml/2006/main">
              <a:ext uri="{FF2B5EF4-FFF2-40B4-BE49-F238E27FC236}">
                <a16:creationId xmlns:a16="http://schemas.microsoft.com/office/drawing/2014/main" id="{E1D8D3AB-EF39-4629-8BE8-70277772A098}"/>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vl1pPr algn="l">
              <a:defRPr sz="2700" b="1">
                <a:solidFill>
                  <a:srgbClr val="355E7B"/>
                </a:solidFill>
                <a:latin typeface="Liberation Sans"/>
                <a:ea typeface="Liberation Sans"/>
                <a:cs typeface="Liberation Sans"/>
              </a:defRPr>
            </a:lvl1pPr>
            <a:lvl2pPr algn="l">
              <a:defRPr sz="2700" b="1">
                <a:solidFill>
                  <a:srgbClr val="355E7B"/>
                </a:solidFill>
                <a:latin typeface="Liberation Sans"/>
                <a:ea typeface="Liberation Sans"/>
                <a:cs typeface="Liberation Sans"/>
              </a:defRPr>
            </a:lvl2pPr>
            <a:lvl3pPr algn="l">
              <a:defRPr sz="2700" b="1">
                <a:solidFill>
                  <a:srgbClr val="355E7B"/>
                </a:solidFill>
                <a:latin typeface="Liberation Sans"/>
                <a:ea typeface="Liberation Sans"/>
                <a:cs typeface="Liberation Sans"/>
              </a:defRPr>
            </a:lvl3pPr>
            <a:lvl4pPr algn="l">
              <a:defRPr sz="2700" b="1">
                <a:solidFill>
                  <a:srgbClr val="355E7B"/>
                </a:solidFill>
                <a:latin typeface="Liberation Sans"/>
                <a:ea typeface="Liberation Sans"/>
                <a:cs typeface="Liberation Sans"/>
              </a:defRPr>
            </a:lvl4pPr>
            <a:lvl5pPr algn="l">
              <a:defRPr sz="2700" b="1">
                <a:solidFill>
                  <a:srgbClr val="355E7B"/>
                </a:solidFill>
                <a:latin typeface="Liberation Sans"/>
                <a:ea typeface="Liberation Sans"/>
                <a:cs typeface="Liberation Sans"/>
              </a:defRPr>
            </a:lvl5pPr>
            <a:lvl6pPr algn="l">
              <a:defRPr sz="2700" b="1">
                <a:solidFill>
                  <a:srgbClr val="355E7B"/>
                </a:solidFill>
                <a:latin typeface="Liberation Sans"/>
                <a:ea typeface="Liberation Sans"/>
                <a:cs typeface="Liberation Sans"/>
              </a:defRPr>
            </a:lvl6pPr>
            <a:lvl7pPr algn="l">
              <a:defRPr sz="2700" b="1">
                <a:solidFill>
                  <a:srgbClr val="355E7B"/>
                </a:solidFill>
                <a:latin typeface="Liberation Sans"/>
                <a:ea typeface="Liberation Sans"/>
                <a:cs typeface="Liberation Sans"/>
              </a:defRPr>
            </a:lvl7pPr>
            <a:lvl8pPr algn="l">
              <a:defRPr sz="2700" b="1">
                <a:solidFill>
                  <a:srgbClr val="355E7B"/>
                </a:solidFill>
                <a:latin typeface="Liberation Sans"/>
                <a:ea typeface="Liberation Sans"/>
                <a:cs typeface="Liberation Sans"/>
              </a:defRPr>
            </a:lvl8pPr>
            <a:lvl9pPr algn="l">
              <a:defRPr sz="2700" b="1">
                <a:solidFill>
                  <a:srgbClr val="355E7B"/>
                </a:solidFill>
                <a:latin typeface="Liberation Sans"/>
                <a:ea typeface="Liberation Sans"/>
                <a:cs typeface="Liberation Sans"/>
              </a:defRPr>
            </a:lvl9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Exit ticket</a:t>
            </a:r>
          </a:p>
        </p:txBody>
      </p:sp>
      <p:sp>
        <p:nvSpPr>
          <p:cNvPr id="4" name="shape">
            <a:extLst xmlns:a="http://schemas.openxmlformats.org/drawingml/2006/main">
              <a:ext uri="{FF2B5EF4-FFF2-40B4-BE49-F238E27FC236}">
                <a16:creationId xmlns:a16="http://schemas.microsoft.com/office/drawing/2014/main" id="{C6CB3207-CB88-42F1-80D0-9BBE24240132}"/>
              </a:ext>
            </a:extLst>
          </p:cNvPr>
          <p:cNvSpPr>
            <a:spLocks xmlns:a="http://schemas.openxmlformats.org/drawingml/2006/main" noGrp="1"/>
          </p:cNvSpPr>
          <p:nvPr/>
        </p:nvSpPr>
        <p:spPr>
          <a:xfrm xmlns:a="http://schemas.openxmlformats.org/drawingml/2006/main">
            <a:off x="381000"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3ADBB01D-6C65-4082-8611-AD077BAC21AE}"/>
              </a:ext>
            </a:extLst>
          </p:cNvPr>
          <p:cNvSpPr>
            <a:spLocks xmlns:a="http://schemas.openxmlformats.org/drawingml/2006/main" noGrp="1"/>
          </p:cNvSpPr>
          <p:nvPr/>
        </p:nvSpPr>
        <p:spPr>
          <a:xfrm xmlns:a="http://schemas.openxmlformats.org/drawingml/2006/main">
            <a:off x="1234678"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B1931D64-5AC1-4C14-96E4-1B0807EBF0B0}"/>
              </a:ext>
            </a:extLst>
          </p:cNvPr>
          <p:cNvSpPr>
            <a:spLocks xmlns:a="http://schemas.openxmlformats.org/drawingml/2006/main" noGrp="1"/>
          </p:cNvSpPr>
          <p:nvPr/>
        </p:nvSpPr>
        <p:spPr>
          <a:xfrm xmlns:a="http://schemas.openxmlformats.org/drawingml/2006/main">
            <a:off x="2088356"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A3363341-AFEA-442E-8048-0B1707E9BB4C}"/>
              </a:ext>
            </a:extLst>
          </p:cNvPr>
          <p:cNvSpPr>
            <a:spLocks xmlns:a="http://schemas.openxmlformats.org/drawingml/2006/main" noGrp="1"/>
          </p:cNvSpPr>
          <p:nvPr/>
        </p:nvSpPr>
        <p:spPr>
          <a:xfrm xmlns:a="http://schemas.openxmlformats.org/drawingml/2006/main">
            <a:off x="3226594"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06C6B39C-047F-4771-B16F-83021843331C}"/>
              </a:ext>
            </a:extLst>
          </p:cNvPr>
          <p:cNvSpPr>
            <a:spLocks xmlns:a="http://schemas.openxmlformats.org/drawingml/2006/main" noGrp="1"/>
          </p:cNvSpPr>
          <p:nvPr/>
        </p:nvSpPr>
        <p:spPr>
          <a:xfrm xmlns:a="http://schemas.openxmlformats.org/drawingml/2006/main">
            <a:off x="4364831"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287145C8-D947-48AA-B1E4-ABB0F29255BC}"/>
              </a:ext>
            </a:extLst>
          </p:cNvPr>
          <p:cNvSpPr>
            <a:spLocks xmlns:a="http://schemas.openxmlformats.org/drawingml/2006/main" noGrp="1"/>
          </p:cNvSpPr>
          <p:nvPr/>
        </p:nvSpPr>
        <p:spPr>
          <a:xfrm xmlns:a="http://schemas.openxmlformats.org/drawingml/2006/main">
            <a:off x="5218509" y="1381125"/>
            <a:ext cx="110966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shape">
            <a:extLst xmlns:a="http://schemas.openxmlformats.org/drawingml/2006/main">
              <a:ext uri="{FF2B5EF4-FFF2-40B4-BE49-F238E27FC236}">
                <a16:creationId xmlns:a16="http://schemas.microsoft.com/office/drawing/2014/main" id="{AB5A8F79-65E2-48D1-8099-22C12BAC2CF4}"/>
              </a:ext>
            </a:extLst>
          </p:cNvPr>
          <p:cNvSpPr>
            <a:spLocks xmlns:a="http://schemas.openxmlformats.org/drawingml/2006/main" noGrp="1"/>
          </p:cNvSpPr>
          <p:nvPr/>
        </p:nvSpPr>
        <p:spPr>
          <a:xfrm xmlns:a="http://schemas.openxmlformats.org/drawingml/2006/main">
            <a:off x="6356747" y="1381125"/>
            <a:ext cx="540544"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1" name="shape">
            <a:extLst xmlns:a="http://schemas.openxmlformats.org/drawingml/2006/main">
              <a:ext uri="{FF2B5EF4-FFF2-40B4-BE49-F238E27FC236}">
                <a16:creationId xmlns:a16="http://schemas.microsoft.com/office/drawing/2014/main" id="{696E06FF-A534-4DFD-9977-D37FAD6DAA61}"/>
              </a:ext>
            </a:extLst>
          </p:cNvPr>
          <p:cNvSpPr>
            <a:spLocks xmlns:a="http://schemas.openxmlformats.org/drawingml/2006/main" noGrp="1"/>
          </p:cNvSpPr>
          <p:nvPr/>
        </p:nvSpPr>
        <p:spPr>
          <a:xfrm xmlns:a="http://schemas.openxmlformats.org/drawingml/2006/main">
            <a:off x="6925866" y="1381125"/>
            <a:ext cx="540544"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2" name="shape">
            <a:extLst xmlns:a="http://schemas.openxmlformats.org/drawingml/2006/main">
              <a:ext uri="{FF2B5EF4-FFF2-40B4-BE49-F238E27FC236}">
                <a16:creationId xmlns:a16="http://schemas.microsoft.com/office/drawing/2014/main" id="{BAF8850C-B962-4E17-B0B3-22BD6951EFA8}"/>
              </a:ext>
            </a:extLst>
          </p:cNvPr>
          <p:cNvSpPr>
            <a:spLocks xmlns:a="http://schemas.openxmlformats.org/drawingml/2006/main" noGrp="1"/>
          </p:cNvSpPr>
          <p:nvPr/>
        </p:nvSpPr>
        <p:spPr>
          <a:xfrm xmlns:a="http://schemas.openxmlformats.org/drawingml/2006/main">
            <a:off x="7494984"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3" name="shape">
            <a:extLst xmlns:a="http://schemas.openxmlformats.org/drawingml/2006/main">
              <a:ext uri="{FF2B5EF4-FFF2-40B4-BE49-F238E27FC236}">
                <a16:creationId xmlns:a16="http://schemas.microsoft.com/office/drawing/2014/main" id="{84640550-8AAF-435E-BC23-894A7AB54897}"/>
              </a:ext>
            </a:extLst>
          </p:cNvPr>
          <p:cNvSpPr>
            <a:spLocks xmlns:a="http://schemas.openxmlformats.org/drawingml/2006/main" noGrp="1"/>
          </p:cNvSpPr>
          <p:nvPr/>
        </p:nvSpPr>
        <p:spPr>
          <a:xfrm xmlns:a="http://schemas.openxmlformats.org/drawingml/2006/main">
            <a:off x="9771459"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4" name="shape">
            <a:extLst xmlns:a="http://schemas.openxmlformats.org/drawingml/2006/main">
              <a:ext uri="{FF2B5EF4-FFF2-40B4-BE49-F238E27FC236}">
                <a16:creationId xmlns:a16="http://schemas.microsoft.com/office/drawing/2014/main" id="{E8FE2A5E-FED7-41E8-82E6-3237B4C63657}"/>
              </a:ext>
            </a:extLst>
          </p:cNvPr>
          <p:cNvSpPr>
            <a:spLocks xmlns:a="http://schemas.openxmlformats.org/drawingml/2006/main" noGrp="1"/>
          </p:cNvSpPr>
          <p:nvPr/>
        </p:nvSpPr>
        <p:spPr>
          <a:xfrm xmlns:a="http://schemas.openxmlformats.org/drawingml/2006/main">
            <a:off x="10625138" y="1381125"/>
            <a:ext cx="110966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5" name="objective-footer">
            <a:extLst xmlns:a="http://schemas.openxmlformats.org/drawingml/2006/main">
              <a:ext uri="{FF2B5EF4-FFF2-40B4-BE49-F238E27FC236}">
                <a16:creationId xmlns:a16="http://schemas.microsoft.com/office/drawing/2014/main" id="{98CCDAD4-357F-42CB-B051-9434057B5777}"/>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vl1pPr algn="l">
              <a:defRPr sz="1425" b="0">
                <a:solidFill>
                  <a:srgbClr val="46586A"/>
                </a:solidFill>
                <a:latin typeface="Liberation Sans"/>
                <a:ea typeface="Liberation Sans"/>
                <a:cs typeface="Liberation Sans"/>
              </a:defRPr>
            </a:lvl1pPr>
            <a:lvl2pPr algn="l">
              <a:defRPr sz="1425" b="0">
                <a:solidFill>
                  <a:srgbClr val="46586A"/>
                </a:solidFill>
                <a:latin typeface="Liberation Sans"/>
                <a:ea typeface="Liberation Sans"/>
                <a:cs typeface="Liberation Sans"/>
              </a:defRPr>
            </a:lvl2pPr>
            <a:lvl3pPr algn="l">
              <a:defRPr sz="1425" b="0">
                <a:solidFill>
                  <a:srgbClr val="46586A"/>
                </a:solidFill>
                <a:latin typeface="Liberation Sans"/>
                <a:ea typeface="Liberation Sans"/>
                <a:cs typeface="Liberation Sans"/>
              </a:defRPr>
            </a:lvl3pPr>
            <a:lvl4pPr algn="l">
              <a:defRPr sz="1425" b="0">
                <a:solidFill>
                  <a:srgbClr val="46586A"/>
                </a:solidFill>
                <a:latin typeface="Liberation Sans"/>
                <a:ea typeface="Liberation Sans"/>
                <a:cs typeface="Liberation Sans"/>
              </a:defRPr>
            </a:lvl4pPr>
            <a:lvl5pPr algn="l">
              <a:defRPr sz="1425" b="0">
                <a:solidFill>
                  <a:srgbClr val="46586A"/>
                </a:solidFill>
                <a:latin typeface="Liberation Sans"/>
                <a:ea typeface="Liberation Sans"/>
                <a:cs typeface="Liberation Sans"/>
              </a:defRPr>
            </a:lvl5pPr>
            <a:lvl6pPr algn="l">
              <a:defRPr sz="1425" b="0">
                <a:solidFill>
                  <a:srgbClr val="46586A"/>
                </a:solidFill>
                <a:latin typeface="Liberation Sans"/>
                <a:ea typeface="Liberation Sans"/>
                <a:cs typeface="Liberation Sans"/>
              </a:defRPr>
            </a:lvl6pPr>
            <a:lvl7pPr algn="l">
              <a:defRPr sz="1425" b="0">
                <a:solidFill>
                  <a:srgbClr val="46586A"/>
                </a:solidFill>
                <a:latin typeface="Liberation Sans"/>
                <a:ea typeface="Liberation Sans"/>
                <a:cs typeface="Liberation Sans"/>
              </a:defRPr>
            </a:lvl7pPr>
            <a:lvl8pPr algn="l">
              <a:defRPr sz="1425" b="0">
                <a:solidFill>
                  <a:srgbClr val="46586A"/>
                </a:solidFill>
                <a:latin typeface="Liberation Sans"/>
                <a:ea typeface="Liberation Sans"/>
                <a:cs typeface="Liberation Sans"/>
              </a:defRPr>
            </a:lvl8pPr>
            <a:lvl9pPr algn="l">
              <a:defRPr sz="1425" b="0">
                <a:solidFill>
                  <a:srgbClr val="46586A"/>
                </a:solidFill>
                <a:latin typeface="Liberation Sans"/>
                <a:ea typeface="Liberation Sans"/>
                <a:cs typeface="Liberation Sans"/>
              </a:defRPr>
            </a:lvl9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I can explain that animals get food by eating, and plants can make their own food.</a:t>
            </a:r>
          </a:p>
        </p:txBody>
      </p:sp>
      <p:sp>
        <p:nvSpPr>
          <p:cNvPr id="16" name="blank-version-footer">
            <a:extLst xmlns:a="http://schemas.openxmlformats.org/drawingml/2006/main">
              <a:ext uri="{FF2B5EF4-FFF2-40B4-BE49-F238E27FC236}">
                <a16:creationId xmlns:a16="http://schemas.microsoft.com/office/drawing/2014/main" id="{2FFE631C-8B21-4E94-BFA9-7E065B561F9A}"/>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vl1pPr algn="l">
              <a:defRPr sz="1425" b="0">
                <a:solidFill>
                  <a:srgbClr val="46586A"/>
                </a:solidFill>
                <a:latin typeface="Liberation Sans"/>
                <a:ea typeface="Liberation Sans"/>
                <a:cs typeface="Liberation Sans"/>
              </a:defRPr>
            </a:lvl1pPr>
            <a:lvl2pPr algn="l">
              <a:defRPr sz="1425" b="0">
                <a:solidFill>
                  <a:srgbClr val="46586A"/>
                </a:solidFill>
                <a:latin typeface="Liberation Sans"/>
                <a:ea typeface="Liberation Sans"/>
                <a:cs typeface="Liberation Sans"/>
              </a:defRPr>
            </a:lvl2pPr>
            <a:lvl3pPr algn="l">
              <a:defRPr sz="1425" b="0">
                <a:solidFill>
                  <a:srgbClr val="46586A"/>
                </a:solidFill>
                <a:latin typeface="Liberation Sans"/>
                <a:ea typeface="Liberation Sans"/>
                <a:cs typeface="Liberation Sans"/>
              </a:defRPr>
            </a:lvl3pPr>
            <a:lvl4pPr algn="l">
              <a:defRPr sz="1425" b="0">
                <a:solidFill>
                  <a:srgbClr val="46586A"/>
                </a:solidFill>
                <a:latin typeface="Liberation Sans"/>
                <a:ea typeface="Liberation Sans"/>
                <a:cs typeface="Liberation Sans"/>
              </a:defRPr>
            </a:lvl4pPr>
            <a:lvl5pPr algn="l">
              <a:defRPr sz="1425" b="0">
                <a:solidFill>
                  <a:srgbClr val="46586A"/>
                </a:solidFill>
                <a:latin typeface="Liberation Sans"/>
                <a:ea typeface="Liberation Sans"/>
                <a:cs typeface="Liberation Sans"/>
              </a:defRPr>
            </a:lvl5pPr>
            <a:lvl6pPr algn="l">
              <a:defRPr sz="1425" b="0">
                <a:solidFill>
                  <a:srgbClr val="46586A"/>
                </a:solidFill>
                <a:latin typeface="Liberation Sans"/>
                <a:ea typeface="Liberation Sans"/>
                <a:cs typeface="Liberation Sans"/>
              </a:defRPr>
            </a:lvl6pPr>
            <a:lvl7pPr algn="l">
              <a:defRPr sz="1425" b="0">
                <a:solidFill>
                  <a:srgbClr val="46586A"/>
                </a:solidFill>
                <a:latin typeface="Liberation Sans"/>
                <a:ea typeface="Liberation Sans"/>
                <a:cs typeface="Liberation Sans"/>
              </a:defRPr>
            </a:lvl7pPr>
            <a:lvl8pPr algn="l">
              <a:defRPr sz="1425" b="0">
                <a:solidFill>
                  <a:srgbClr val="46586A"/>
                </a:solidFill>
                <a:latin typeface="Liberation Sans"/>
                <a:ea typeface="Liberation Sans"/>
                <a:cs typeface="Liberation Sans"/>
              </a:defRPr>
            </a:lvl8pPr>
            <a:lvl9pPr algn="l">
              <a:defRPr sz="1425" b="0">
                <a:solidFill>
                  <a:srgbClr val="46586A"/>
                </a:solidFill>
                <a:latin typeface="Liberation Sans"/>
                <a:ea typeface="Liberation Sans"/>
                <a:cs typeface="Liberation Sans"/>
              </a:defRPr>
            </a:lvl9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SCI-BUILD-A1-W08-P1 · Version: ______ · Source page SHA-256: ______</a:t>
            </a:r>
          </a:p>
        </p:txBody>
      </p:sp>
      <p:sp>
        <p:nvSpPr>
          <p:cNvPr id="17" name="slide-progress">
            <a:extLst xmlns:a="http://schemas.openxmlformats.org/drawingml/2006/main">
              <a:ext uri="{FF2B5EF4-FFF2-40B4-BE49-F238E27FC236}">
                <a16:creationId xmlns:a16="http://schemas.microsoft.com/office/drawing/2014/main" id="{FBC19925-AF9E-4EA4-AA95-14E0490888AD}"/>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vl1pPr algn="r">
              <a:defRPr sz="1425" b="0">
                <a:solidFill>
                  <a:srgbClr val="46586A"/>
                </a:solidFill>
                <a:latin typeface="Liberation Sans"/>
                <a:ea typeface="Liberation Sans"/>
                <a:cs typeface="Liberation Sans"/>
              </a:defRPr>
            </a:lvl1pPr>
            <a:lvl2pPr algn="r">
              <a:defRPr sz="1425" b="0">
                <a:solidFill>
                  <a:srgbClr val="46586A"/>
                </a:solidFill>
                <a:latin typeface="Liberation Sans"/>
                <a:ea typeface="Liberation Sans"/>
                <a:cs typeface="Liberation Sans"/>
              </a:defRPr>
            </a:lvl2pPr>
            <a:lvl3pPr algn="r">
              <a:defRPr sz="1425" b="0">
                <a:solidFill>
                  <a:srgbClr val="46586A"/>
                </a:solidFill>
                <a:latin typeface="Liberation Sans"/>
                <a:ea typeface="Liberation Sans"/>
                <a:cs typeface="Liberation Sans"/>
              </a:defRPr>
            </a:lvl3pPr>
            <a:lvl4pPr algn="r">
              <a:defRPr sz="1425" b="0">
                <a:solidFill>
                  <a:srgbClr val="46586A"/>
                </a:solidFill>
                <a:latin typeface="Liberation Sans"/>
                <a:ea typeface="Liberation Sans"/>
                <a:cs typeface="Liberation Sans"/>
              </a:defRPr>
            </a:lvl4pPr>
            <a:lvl5pPr algn="r">
              <a:defRPr sz="1425" b="0">
                <a:solidFill>
                  <a:srgbClr val="46586A"/>
                </a:solidFill>
                <a:latin typeface="Liberation Sans"/>
                <a:ea typeface="Liberation Sans"/>
                <a:cs typeface="Liberation Sans"/>
              </a:defRPr>
            </a:lvl5pPr>
            <a:lvl6pPr algn="r">
              <a:defRPr sz="1425" b="0">
                <a:solidFill>
                  <a:srgbClr val="46586A"/>
                </a:solidFill>
                <a:latin typeface="Liberation Sans"/>
                <a:ea typeface="Liberation Sans"/>
                <a:cs typeface="Liberation Sans"/>
              </a:defRPr>
            </a:lvl6pPr>
            <a:lvl7pPr algn="r">
              <a:defRPr sz="1425" b="0">
                <a:solidFill>
                  <a:srgbClr val="46586A"/>
                </a:solidFill>
                <a:latin typeface="Liberation Sans"/>
                <a:ea typeface="Liberation Sans"/>
                <a:cs typeface="Liberation Sans"/>
              </a:defRPr>
            </a:lvl7pPr>
            <a:lvl8pPr algn="r">
              <a:defRPr sz="1425" b="0">
                <a:solidFill>
                  <a:srgbClr val="46586A"/>
                </a:solidFill>
                <a:latin typeface="Liberation Sans"/>
                <a:ea typeface="Liberation Sans"/>
                <a:cs typeface="Liberation Sans"/>
              </a:defRPr>
            </a:lvl8pPr>
            <a:lvl9pPr algn="r">
              <a:defRPr sz="1425" b="0">
                <a:solidFill>
                  <a:srgbClr val="46586A"/>
                </a:solidFill>
                <a:latin typeface="Liberation Sans"/>
                <a:ea typeface="Liberation Sans"/>
                <a:cs typeface="Liberation Sans"/>
              </a:defRPr>
            </a:lvl9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29 / 29</a:t>
            </a:r>
          </a:p>
        </p:txBody>
      </p:sp>
      <p:sp>
        <p:nvSpPr>
          <p:cNvPr id="18" name="licence-footer">
            <a:extLst xmlns:a="http://schemas.openxmlformats.org/drawingml/2006/main">
              <a:ext uri="{FF2B5EF4-FFF2-40B4-BE49-F238E27FC236}">
                <a16:creationId xmlns:a16="http://schemas.microsoft.com/office/drawing/2014/main" id="{C970D013-831C-4999-8984-079B52A9DA11}"/>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vl1pPr algn="l">
              <a:defRPr sz="1425" b="0">
                <a:solidFill>
                  <a:srgbClr val="46586A"/>
                </a:solidFill>
                <a:latin typeface="Liberation Sans"/>
                <a:ea typeface="Liberation Sans"/>
                <a:cs typeface="Liberation Sans"/>
              </a:defRPr>
            </a:lvl1pPr>
            <a:lvl2pPr algn="l">
              <a:defRPr sz="1425" b="0">
                <a:solidFill>
                  <a:srgbClr val="46586A"/>
                </a:solidFill>
                <a:latin typeface="Liberation Sans"/>
                <a:ea typeface="Liberation Sans"/>
                <a:cs typeface="Liberation Sans"/>
              </a:defRPr>
            </a:lvl2pPr>
            <a:lvl3pPr algn="l">
              <a:defRPr sz="1425" b="0">
                <a:solidFill>
                  <a:srgbClr val="46586A"/>
                </a:solidFill>
                <a:latin typeface="Liberation Sans"/>
                <a:ea typeface="Liberation Sans"/>
                <a:cs typeface="Liberation Sans"/>
              </a:defRPr>
            </a:lvl3pPr>
            <a:lvl4pPr algn="l">
              <a:defRPr sz="1425" b="0">
                <a:solidFill>
                  <a:srgbClr val="46586A"/>
                </a:solidFill>
                <a:latin typeface="Liberation Sans"/>
                <a:ea typeface="Liberation Sans"/>
                <a:cs typeface="Liberation Sans"/>
              </a:defRPr>
            </a:lvl4pPr>
            <a:lvl5pPr algn="l">
              <a:defRPr sz="1425" b="0">
                <a:solidFill>
                  <a:srgbClr val="46586A"/>
                </a:solidFill>
                <a:latin typeface="Liberation Sans"/>
                <a:ea typeface="Liberation Sans"/>
                <a:cs typeface="Liberation Sans"/>
              </a:defRPr>
            </a:lvl5pPr>
            <a:lvl6pPr algn="l">
              <a:defRPr sz="1425" b="0">
                <a:solidFill>
                  <a:srgbClr val="46586A"/>
                </a:solidFill>
                <a:latin typeface="Liberation Sans"/>
                <a:ea typeface="Liberation Sans"/>
                <a:cs typeface="Liberation Sans"/>
              </a:defRPr>
            </a:lvl6pPr>
            <a:lvl7pPr algn="l">
              <a:defRPr sz="1425" b="0">
                <a:solidFill>
                  <a:srgbClr val="46586A"/>
                </a:solidFill>
                <a:latin typeface="Liberation Sans"/>
                <a:ea typeface="Liberation Sans"/>
                <a:cs typeface="Liberation Sans"/>
              </a:defRPr>
            </a:lvl7pPr>
            <a:lvl8pPr algn="l">
              <a:defRPr sz="1425" b="0">
                <a:solidFill>
                  <a:srgbClr val="46586A"/>
                </a:solidFill>
                <a:latin typeface="Liberation Sans"/>
                <a:ea typeface="Liberation Sans"/>
                <a:cs typeface="Liberation Sans"/>
              </a:defRPr>
            </a:lvl8pPr>
            <a:lvl9pPr algn="l">
              <a:defRPr sz="1425" b="0">
                <a:solidFill>
                  <a:srgbClr val="46586A"/>
                </a:solidFill>
                <a:latin typeface="Liberation Sans"/>
                <a:ea typeface="Liberation Sans"/>
                <a:cs typeface="Liberation Sans"/>
              </a:defRPr>
            </a:lvl9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9" name="">
            <a:extLst xmlns:a="http://schemas.openxmlformats.org/drawingml/2006/main">
              <a:ext uri="{FF2B5EF4-FFF2-40B4-BE49-F238E27FC236}">
                <a16:creationId xmlns:a16="http://schemas.microsoft.com/office/drawing/2014/main" id="{5AFC27E2-6169-4CDF-9381-0AEBCF534C59}"/>
              </a:ext>
            </a:extLst>
          </p:cNvPr>
          <p:cNvPicPr>
            <a:picLocks xmlns:a="http://schemas.openxmlformats.org/drawingml/2006/main" noChangeAspect="1"/>
          </p:cNvPicPr>
          <p:nvPr/>
        </p:nvPicPr>
        <p:blipFill>
          <a:blip xmlns:r="http://schemas.openxmlformats.org/officeDocument/2006/relationships" xmlns:a="http://schemas.openxmlformats.org/drawingml/2006/main" r:embed="R183ac301f9344d34"/>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20" name="answer-text">
            <a:extLst xmlns:a="http://schemas.openxmlformats.org/drawingml/2006/main">
              <a:ext uri="{FF2B5EF4-FFF2-40B4-BE49-F238E27FC236}">
                <a16:creationId xmlns:a16="http://schemas.microsoft.com/office/drawing/2014/main" id="{42F969F0-BBCD-4E46-93AF-8FEDC2696D65}"/>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1. Grass. </a:t>
            </a:r>
          </a:p>
        </p:txBody>
      </p:sp>
      <p:sp>
        <p:nvSpPr>
          <p:cNvPr id="21" name="answer-text">
            <a:extLst xmlns:a="http://schemas.openxmlformats.org/drawingml/2006/main">
              <a:ext uri="{FF2B5EF4-FFF2-40B4-BE49-F238E27FC236}">
                <a16:creationId xmlns:a16="http://schemas.microsoft.com/office/drawing/2014/main" id="{AF6967DD-4C9D-4EB3-B550-0DF3FD98894E}"/>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2. Food and energy pass from the food to its eater. </a:t>
            </a:r>
          </a:p>
        </p:txBody>
      </p:sp>
      <p:sp>
        <p:nvSpPr>
          <p:cNvPr id="22" name="answer-text">
            <a:extLst xmlns:a="http://schemas.openxmlformats.org/drawingml/2006/main">
              <a:ext uri="{FF2B5EF4-FFF2-40B4-BE49-F238E27FC236}">
                <a16:creationId xmlns:a16="http://schemas.microsoft.com/office/drawing/2014/main" id="{861E0AE5-A185-4030-97F9-032F266F1542}"/>
              </a:ext>
            </a:extLst>
          </p:cNvPr>
          <p:cNvSpPr>
            <a:spLocks xmlns:a="http://schemas.openxmlformats.org/drawingml/2006/main" noGrp="1"/>
          </p:cNvSpPr>
          <p:nvPr/>
        </p:nvSpPr>
        <p:spPr>
          <a:xfrm xmlns:a="http://schemas.openxmlformats.org/drawingml/2006/main">
            <a:off x="457200" y="2533650"/>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3. The plant uses light to make food. The chain shows some food links. It cannot tell us the exact</a:t>
            </a:r>
          </a:p>
        </p:txBody>
      </p:sp>
      <p:sp>
        <p:nvSpPr>
          <p:cNvPr id="23" name="answer-text">
            <a:extLst xmlns:a="http://schemas.openxmlformats.org/drawingml/2006/main">
              <a:ext uri="{FF2B5EF4-FFF2-40B4-BE49-F238E27FC236}">
                <a16:creationId xmlns:a16="http://schemas.microsoft.com/office/drawing/2014/main" id="{2B4A4E49-9F7C-4354-8296-6D4568370329}"/>
              </a:ext>
            </a:extLst>
          </p:cNvPr>
          <p:cNvSpPr>
            <a:spLocks xmlns:a="http://schemas.openxmlformats.org/drawingml/2006/main" noGrp="1"/>
          </p:cNvSpPr>
          <p:nvPr/>
        </p:nvSpPr>
        <p:spPr>
          <a:xfrm xmlns:a="http://schemas.openxmlformats.org/drawingml/2006/main">
            <a:off x="457200" y="2828925"/>
            <a:ext cx="11277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vl1pPr algn="l">
              <a:defRPr sz="1800" b="0">
                <a:solidFill>
                  <a:srgbClr val="172536"/>
                </a:solidFill>
                <a:latin typeface="Liberation Sans"/>
                <a:ea typeface="Liberation Sans"/>
                <a:cs typeface="Liberation Sans"/>
              </a:defRPr>
            </a:lvl1pPr>
            <a:lvl2pPr algn="l">
              <a:defRPr sz="1800" b="0">
                <a:solidFill>
                  <a:srgbClr val="172536"/>
                </a:solidFill>
                <a:latin typeface="Liberation Sans"/>
                <a:ea typeface="Liberation Sans"/>
                <a:cs typeface="Liberation Sans"/>
              </a:defRPr>
            </a:lvl2pPr>
            <a:lvl3pPr algn="l">
              <a:defRPr sz="1800" b="0">
                <a:solidFill>
                  <a:srgbClr val="172536"/>
                </a:solidFill>
                <a:latin typeface="Liberation Sans"/>
                <a:ea typeface="Liberation Sans"/>
                <a:cs typeface="Liberation Sans"/>
              </a:defRPr>
            </a:lvl3pPr>
            <a:lvl4pPr algn="l">
              <a:defRPr sz="1800" b="0">
                <a:solidFill>
                  <a:srgbClr val="172536"/>
                </a:solidFill>
                <a:latin typeface="Liberation Sans"/>
                <a:ea typeface="Liberation Sans"/>
                <a:cs typeface="Liberation Sans"/>
              </a:defRPr>
            </a:lvl4pPr>
            <a:lvl5pPr algn="l">
              <a:defRPr sz="1800" b="0">
                <a:solidFill>
                  <a:srgbClr val="172536"/>
                </a:solidFill>
                <a:latin typeface="Liberation Sans"/>
                <a:ea typeface="Liberation Sans"/>
                <a:cs typeface="Liberation Sans"/>
              </a:defRPr>
            </a:lvl5pPr>
            <a:lvl6pPr algn="l">
              <a:defRPr sz="1800" b="0">
                <a:solidFill>
                  <a:srgbClr val="172536"/>
                </a:solidFill>
                <a:latin typeface="Liberation Sans"/>
                <a:ea typeface="Liberation Sans"/>
                <a:cs typeface="Liberation Sans"/>
              </a:defRPr>
            </a:lvl6pPr>
            <a:lvl7pPr algn="l">
              <a:defRPr sz="1800" b="0">
                <a:solidFill>
                  <a:srgbClr val="172536"/>
                </a:solidFill>
                <a:latin typeface="Liberation Sans"/>
                <a:ea typeface="Liberation Sans"/>
                <a:cs typeface="Liberation Sans"/>
              </a:defRPr>
            </a:lvl7pPr>
            <a:lvl8pPr algn="l">
              <a:defRPr sz="1800" b="0">
                <a:solidFill>
                  <a:srgbClr val="172536"/>
                </a:solidFill>
                <a:latin typeface="Liberation Sans"/>
                <a:ea typeface="Liberation Sans"/>
                <a:cs typeface="Liberation Sans"/>
              </a:defRPr>
            </a:lvl8pPr>
            <a:lvl9pPr algn="l">
              <a:defRPr sz="1800" b="0">
                <a:solidFill>
                  <a:srgbClr val="172536"/>
                </a:solidFill>
                <a:latin typeface="Liberation Sans"/>
                <a:ea typeface="Liberation Sans"/>
                <a:cs typeface="Liberation Sans"/>
              </a:defRPr>
            </a:lvl9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number of animals.</a:t>
            </a:r>
          </a:p>
        </p:txBody>
      </p:sp>
    </p:spTree>
    <p:extLst>
      <p:ext uri="{BB962C8B-B14F-4D97-AF65-F5344CB8AC3E}">
        <p14:creationId xmlns:p14="http://schemas.microsoft.com/office/powerpoint/2010/main" val="2124154376"/>
      </p:ext>
    </p:extLst>
  </p:cSld>
</p:sld>
</file>

<file path=ppt/theme/theme1.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Lesson theme">
      <a:majorFont>
        <a:latin typeface="Liberation Sans"/>
        <a:ea typeface="Liberation Sans"/>
        <a:cs typeface="Liberation Sans"/>
      </a:majorFont>
      <a:minorFont>
        <a:latin typeface="Liberation Sans"/>
        <a:ea typeface="Liberation Sans"/>
        <a:cs typeface="Liberation Sans"/>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Lesson resource</dc:creator>
  <lastModifiedBy>Lesson resource</lastModifiedBy>
  <dc:title>Discover: Animals get food by eating</dc:title>
  <dcterms:created xsi:type="dcterms:W3CDTF">2026-10-18T09:38:37.8420000Z</dcterms:created>
  <dcterms:modified xsi:type="dcterms:W3CDTF">2026-10-18T09:38:37.8420000Z</dcterms:modified>
  <dc:subject>SCI-BUILD-A1-W08-P1</dc:subject>
</coreProperties>
</file>

<file path=docProps/custom.xml><?xml version="1.0" encoding="utf-8"?>
<Properties xmlns="http://schemas.openxmlformats.org/officeDocument/2006/custom-properties" xmlns:vt="http://schemas.openxmlformats.org/officeDocument/2006/docPropsVTypes">
  <property fmtid="{D5CDD505-2E9C-101B-9397-08002B2CF9AE}" pid="2" name="source_page_sha256">
    <vt:lpwstr/>
  </property>
</Properties>
</file>