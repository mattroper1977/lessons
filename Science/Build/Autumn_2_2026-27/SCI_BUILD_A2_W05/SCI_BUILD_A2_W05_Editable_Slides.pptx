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61dea12a1194594" Type="http://schemas.openxmlformats.org/officeDocument/2006/relationships/officeDocument" Target="ppt/presentation.xml"/><Relationship Id="R39f3330d57ef4019" Type="http://schemas.openxmlformats.org/package/2006/relationships/metadata/core-properties" Target="docProps/core.xml"/><Relationship Id="R7bb9d456b82e400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626c4579ca4960"/>
  </p:sldMasterIdLst>
  <p:notesMasterIdLst>
    <p:notesMasterId xmlns:r="http://schemas.openxmlformats.org/officeDocument/2006/relationships" r:id="Rcbd90123e4b44fa3"/>
  </p:notesMasterIdLst>
  <p:sldIdLst>
    <p:sldId xmlns:r="http://schemas.openxmlformats.org/officeDocument/2006/relationships" id="256" r:id="Rdf1a6d733370477b"/>
    <p:sldId xmlns:r="http://schemas.openxmlformats.org/officeDocument/2006/relationships" id="257" r:id="R377ba476edea40dc"/>
    <p:sldId xmlns:r="http://schemas.openxmlformats.org/officeDocument/2006/relationships" id="258" r:id="R5be5c546a19a45e5"/>
    <p:sldId xmlns:r="http://schemas.openxmlformats.org/officeDocument/2006/relationships" id="259" r:id="R3b6e1a518c554fad"/>
    <p:sldId xmlns:r="http://schemas.openxmlformats.org/officeDocument/2006/relationships" id="260" r:id="R7c93907cdbc34b1a"/>
    <p:sldId xmlns:r="http://schemas.openxmlformats.org/officeDocument/2006/relationships" id="261" r:id="R6fde65df0e5e4f5b"/>
    <p:sldId xmlns:r="http://schemas.openxmlformats.org/officeDocument/2006/relationships" id="262" r:id="R4f6d9d840d384119"/>
    <p:sldId xmlns:r="http://schemas.openxmlformats.org/officeDocument/2006/relationships" id="263" r:id="R91505f962c814aae"/>
    <p:sldId xmlns:r="http://schemas.openxmlformats.org/officeDocument/2006/relationships" id="264" r:id="R819f55d5e12d4224"/>
    <p:sldId xmlns:r="http://schemas.openxmlformats.org/officeDocument/2006/relationships" id="265" r:id="Ra0e49b9a94a046ea"/>
    <p:sldId xmlns:r="http://schemas.openxmlformats.org/officeDocument/2006/relationships" id="266" r:id="R13ee7e88321a42f5"/>
    <p:sldId xmlns:r="http://schemas.openxmlformats.org/officeDocument/2006/relationships" id="267" r:id="R17c8c88825ad4442"/>
    <p:sldId xmlns:r="http://schemas.openxmlformats.org/officeDocument/2006/relationships" id="268" r:id="R33bbd32cc2e544c7"/>
    <p:sldId xmlns:r="http://schemas.openxmlformats.org/officeDocument/2006/relationships" id="269" r:id="Reb136b65f5b242ce"/>
    <p:sldId xmlns:r="http://schemas.openxmlformats.org/officeDocument/2006/relationships" id="270" r:id="Ra2e741cbc6724484"/>
    <p:sldId xmlns:r="http://schemas.openxmlformats.org/officeDocument/2006/relationships" id="271" r:id="R5c94682f8ea3449f"/>
    <p:sldId xmlns:r="http://schemas.openxmlformats.org/officeDocument/2006/relationships" id="272" r:id="R9b6f5bcccf7c493b"/>
    <p:sldId xmlns:r="http://schemas.openxmlformats.org/officeDocument/2006/relationships" id="273" r:id="Rec7ccccb72f64f4f"/>
    <p:sldId xmlns:r="http://schemas.openxmlformats.org/officeDocument/2006/relationships" id="274" r:id="Rd3108645a44846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1943fcbc3e54c45" Type="http://schemas.openxmlformats.org/officeDocument/2006/relationships/theme" Target="theme/theme1.xml"/><Relationship Id="R13ee7e88321a42f5" Type="http://schemas.openxmlformats.org/officeDocument/2006/relationships/slide" Target="slides/slide11.xml"/><Relationship Id="R17c8c88825ad4442" Type="http://schemas.openxmlformats.org/officeDocument/2006/relationships/slide" Target="slides/slide12.xml"/><Relationship Id="R29b090dedbb74bb5" Type="http://schemas.openxmlformats.org/officeDocument/2006/relationships/presProps" Target="presProps.xml"/><Relationship Id="R33bbd32cc2e544c7" Type="http://schemas.openxmlformats.org/officeDocument/2006/relationships/slide" Target="slides/slide13.xml"/><Relationship Id="R377ba476edea40dc" Type="http://schemas.openxmlformats.org/officeDocument/2006/relationships/slide" Target="slides/slide2.xml"/><Relationship Id="R3b6e1a518c554fad" Type="http://schemas.openxmlformats.org/officeDocument/2006/relationships/slide" Target="slides/slide4.xml"/><Relationship Id="R4f6d9d840d384119" Type="http://schemas.openxmlformats.org/officeDocument/2006/relationships/slide" Target="slides/slide7.xml"/><Relationship Id="R5be5c546a19a45e5" Type="http://schemas.openxmlformats.org/officeDocument/2006/relationships/slide" Target="slides/slide3.xml"/><Relationship Id="R5c94682f8ea3449f" Type="http://schemas.openxmlformats.org/officeDocument/2006/relationships/slide" Target="slides/slide16.xml"/><Relationship Id="R6fde65df0e5e4f5b" Type="http://schemas.openxmlformats.org/officeDocument/2006/relationships/slide" Target="slides/slide6.xml"/><Relationship Id="R7b626c4579ca4960" Type="http://schemas.openxmlformats.org/officeDocument/2006/relationships/slideMaster" Target="slideMasters/slideMaster1.xml"/><Relationship Id="R7c93907cdbc34b1a" Type="http://schemas.openxmlformats.org/officeDocument/2006/relationships/slide" Target="slides/slide5.xml"/><Relationship Id="R819f55d5e12d4224" Type="http://schemas.openxmlformats.org/officeDocument/2006/relationships/slide" Target="slides/slide9.xml"/><Relationship Id="R91505f962c814aae" Type="http://schemas.openxmlformats.org/officeDocument/2006/relationships/slide" Target="slides/slide8.xml"/><Relationship Id="R9b6f5bcccf7c493b" Type="http://schemas.openxmlformats.org/officeDocument/2006/relationships/slide" Target="slides/slide17.xml"/><Relationship Id="Ra0e49b9a94a046ea" Type="http://schemas.openxmlformats.org/officeDocument/2006/relationships/slide" Target="slides/slide10.xml"/><Relationship Id="Ra2e741cbc6724484" Type="http://schemas.openxmlformats.org/officeDocument/2006/relationships/slide" Target="slides/slide15.xml"/><Relationship Id="Ra420d5ef256b42b7" Type="http://schemas.openxmlformats.org/officeDocument/2006/relationships/tableStyles" Target="tableStyles.xml"/><Relationship Id="Rcbd90123e4b44fa3" Type="http://schemas.openxmlformats.org/officeDocument/2006/relationships/notesMaster" Target="notesMasters/notesMaster1.xml"/><Relationship Id="Rd3108645a448465a" Type="http://schemas.openxmlformats.org/officeDocument/2006/relationships/slide" Target="slides/slide19.xml"/><Relationship Id="Rdf1a6d733370477b" Type="http://schemas.openxmlformats.org/officeDocument/2006/relationships/slide" Target="slides/slide1.xml"/><Relationship Id="Reb136b65f5b242ce" Type="http://schemas.openxmlformats.org/officeDocument/2006/relationships/slide" Target="slides/slide14.xml"/><Relationship Id="Rec7ccccb72f64f4f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e403a84fe0fb44b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9ee91e445ea44ed" Type="http://schemas.openxmlformats.org/officeDocument/2006/relationships/notesMaster" Target="../notesMasters/notesMaster1.xml"/><Relationship Id="R4924f41ed14a47d4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578859181523430a" Type="http://schemas.openxmlformats.org/officeDocument/2006/relationships/slide" Target="../slides/slide2.xml"/><Relationship Id="R605732c3954541b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47c6f76c5af4f67" Type="http://schemas.openxmlformats.org/officeDocument/2006/relationships/notesMaster" Target="../notesMasters/notesMaster1.xml"/><Relationship Id="Re1f69361b5ed48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940c23e9499497e" Type="http://schemas.openxmlformats.org/officeDocument/2006/relationships/slide" Target="../slides/slide4.xml"/><Relationship Id="Rec18dbff917b4ff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735160caed84d09" Type="http://schemas.openxmlformats.org/officeDocument/2006/relationships/slide" Target="../slides/slide5.xml"/><Relationship Id="R9c408f0d0b5544d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1fd61ba17824594" Type="http://schemas.openxmlformats.org/officeDocument/2006/relationships/slide" Target="../slides/slide6.xml"/><Relationship Id="Rb1d2d4760be441a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65d3eb03ef64c59" Type="http://schemas.openxmlformats.org/officeDocument/2006/relationships/slide" Target="../slides/slide7.xml"/><Relationship Id="Rc5417559307640c5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b99d7ca4b1c843bd" Type="http://schemas.openxmlformats.org/officeDocument/2006/relationships/notesMaster" Target="../notesMasters/notesMaster1.xml"/><Relationship Id="Rd5f9c4f317a047a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8609a5eb9f404338" Type="http://schemas.openxmlformats.org/officeDocument/2006/relationships/notesMaster" Target="../notesMasters/notesMaster1.xml"/><Relationship Id="R91c8efac52cc4735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c4ec513409940ef" Type="http://schemas.openxmlformats.org/officeDocument/2006/relationships/notesMaster" Target="../notesMasters/notesMaster1.xml"/><Relationship Id="R60867a3404fd4169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116ebcf3829446e8" Type="http://schemas.openxmlformats.org/officeDocument/2006/relationships/notesMaster" Target="../notesMasters/notesMaster1.xml"/><Relationship Id="R1af221dac99b4da1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10f9fdb37d84e5c" Type="http://schemas.openxmlformats.org/officeDocument/2006/relationships/notesMaster" Target="../notesMasters/notesMaster1.xml"/><Relationship Id="R824477175e55467f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572ba6d9e6994621" Type="http://schemas.openxmlformats.org/officeDocument/2006/relationships/notesMaster" Target="../notesMasters/notesMaster1.xml"/><Relationship Id="R9a670ef66b4c43f1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8858fef3415a4495" Type="http://schemas.openxmlformats.org/officeDocument/2006/relationships/slide" Target="../slides/slide14.xml"/><Relationship Id="Re550422d0aca4bdc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d94a809dc7de438d" Type="http://schemas.openxmlformats.org/officeDocument/2006/relationships/notesMaster" Target="../notesMasters/notesMaster1.xml"/><Relationship Id="Rff1ff00944ea4a1a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d5149544b5d44b85" Type="http://schemas.openxmlformats.org/officeDocument/2006/relationships/notesMaster" Target="../notesMasters/notesMaster1.xml"/><Relationship Id="Rdb267ba59bdd4afb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134ff3b3fb04dcb" Type="http://schemas.openxmlformats.org/officeDocument/2006/relationships/notesMaster" Target="../notesMasters/notesMaster1.xml"/><Relationship Id="Rf43d699e371c4b49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92740d0eb17c4a3e" Type="http://schemas.openxmlformats.org/officeDocument/2006/relationships/notesMaster" Target="../notesMasters/notesMaster1.xml"/><Relationship Id="Rc8ee32c6a3074c3a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9a2117a1ae14cba" Type="http://schemas.openxmlformats.org/officeDocument/2006/relationships/slide" Target="../slides/slide19.xml"/><Relationship Id="R8de68b0f8e044c88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SCI-BUILD-A2-W05</a:t>
            </a:r>
          </a:p>
          <a:p xmlns:a="http://schemas.openxmlformats.org/drawingml/2006/main">
            <a:r>
              <a:t>SoW objective: Group natural and human-made materials; record results in a table (ICT).</a:t>
            </a:r>
          </a:p>
          <a:p xmlns:a="http://schemas.openxmlformats.org/drawingml/2006/main">
            <a:r>
              <a:t>Reading band: BUILD below age 8</a:t>
            </a:r>
          </a:p>
          <a:p xmlns:a="http://schemas.openxmlformats.org/drawingml/2006/main">
            <a:r>
              <a:t>Staff focus: {'i_do': 'Watch my first step. What do you see?', 'we_do': 'What step is missing? Show it with the kit.', 'independent': 'What can you do first on your own?'}</a:t>
            </a:r>
          </a:p>
          <a:p xmlns:a="http://schemas.openxmlformats.org/drawingml/2006/main">
            <a:r>
              <a:t>Prompt ladder: ['Wait and count to 5.', 'Point to the object or model.', 'Ask: What will you check next?', 'Model one step and give the next turn back.', 'Finish one example together, then let the pupil try.']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https://www.brick.org.uk/better-with-brick/quality/natural-raw-materials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 ; https://www.brick.org.uk/better-with-brick/quality/natural-raw-materials</a:t>
            </a:r>
          </a:p>
          <a:p xmlns:a="http://schemas.openxmlformats.org/drawingml/2006/main">
            <a:r>
              <a:t>BUILD scheme of work, Autumn 2 week 4</a:t>
            </a:r>
          </a:p>
          <a:p xmlns:a="http://schemas.openxmlformats.org/drawingml/2006/main">
            <a:r>
              <a:t>BUILD scheme of work, Autumn 2 week 3</a:t>
            </a:r>
          </a:p>
          <a:p xmlns:a="http://schemas.openxmlformats.org/drawingml/2006/main">
            <a:r>
              <a:t>BUILD scheme of work, Autumn 1 week 5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safe kit choice and short first–then cue.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prior questions; answers in note.</a:t>
            </a:r>
          </a:p>
          <a:p xmlns:a="http://schemas.openxmlformats.org/drawingml/2006/main">
            <a:r>
              <a:t>Name one use of a rock. → Slate can cover roofs, where suitable.</a:t>
            </a:r>
          </a:p>
          <a:p xmlns:a="http://schemas.openxmlformats.org/drawingml/2006/main">
            <a:r>
              <a:t>What does a water test check? → Whether water passes through the sample.</a:t>
            </a:r>
          </a:p>
          <a:p xmlns:a="http://schemas.openxmlformats.org/drawingml/2006/main">
            <a:r>
              <a:t>What do people and animals get from food? → Nutrition.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Pre-teach words; show the full model; ask the show-me check.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People shape and fire natural clay to make a brick. Simplified;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It is made by people from clay.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Hand over the missing step; offer F or H route. Reset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Choose Human-made as the group for the finished brick.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Raw rock → Natural raw item</a:t>
            </a:r>
          </a:p>
          <a:p xmlns:a="http://schemas.openxmlformats.org/drawingml/2006/main">
            <a:r>
              <a:t>Leaf on a branch → Natural raw item</a:t>
            </a:r>
          </a:p>
          <a:p xmlns:a="http://schemas.openxmlformats.org/drawingml/2006/main">
            <a:r>
              <a:t>Finished clay brick → Human-made item</a:t>
            </a:r>
          </a:p>
          <a:p xmlns:a="http://schemas.openxmlformats.org/drawingml/2006/main">
            <a:r>
              <a:t>Glass bottle → Human-made item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all pupil responses at once; use decision rule and parallel hinge.</a:t>
            </a:r>
          </a:p>
          <a:p xmlns:a="http://schemas.openxmlformats.org/drawingml/2006/main">
            <a:r>
              <a:t>A. A raw, natural sand sample. | Not correct | Confuses the source material with the finished object.</a:t>
            </a:r>
          </a:p>
          <a:p xmlns:a="http://schemas.openxmlformats.org/drawingml/2006/main">
            <a:r>
              <a:t>B. A raw and finished rock. | Not correct | Calls a finished item raw at the same time.</a:t>
            </a:r>
          </a:p>
          <a:p xmlns:a="http://schemas.openxmlformats.org/drawingml/2006/main">
            <a:r>
              <a:t>C. A human-made glass item. | Correct | Names the finished object as made by people.</a:t>
            </a:r>
          </a:p>
          <a:p xmlns:a="http://schemas.openxmlformats.org/drawingml/2006/main">
            <a:r>
              <a:t>D. A thing outside all groups. | Not correct | Misses the natural or human-made grouping.</a:t>
            </a:r>
          </a:p>
          <a:p xmlns:a="http://schemas.openxmlformats.org/drawingml/2006/main">
            <a:r>
              <a:t>About 3 in 4 or more right → move on; otherwise re-model This raw rock is from nature. I write raw rock in the Natural row. Ask the parallel hinge. No scores or answers saved.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VF and one NS(+); invite one self-edit. Reset once.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feedback and next step, choose next start, then one-minute reset.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21720ceb032487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9dc7fa9987842d7" Type="http://schemas.openxmlformats.org/officeDocument/2006/relationships/slideLayout" Target="../slideLayouts/slideLayout1.xml"/><Relationship Id="Rf4e23c0cf9294d2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c7fa9987842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b4083a3bd7c44c5" Type="http://schemas.openxmlformats.org/officeDocument/2006/relationships/notesSlide" Target="../notesSlides/notesSlide1.xml"/><Relationship Id="Rcee6cb6650d644f9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25223d304784463a" Type="http://schemas.openxmlformats.org/officeDocument/2006/relationships/slideLayout" Target="../slideLayouts/slideLayout1.xml"/><Relationship Id="R59d36f8493ca41e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e2676dacd084424" Type="http://schemas.openxmlformats.org/officeDocument/2006/relationships/notesSlide" Target="../notesSlides/notesSlide3.xml"/><Relationship Id="Rf0b1629437524e3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dab9723c2f5e4fa4" Type="http://schemas.openxmlformats.org/officeDocument/2006/relationships/notesSlide" Target="../notesSlides/notesSlide4.xml"/><Relationship Id="Reb889ea5e1b4412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cdc9df5e43043d6" Type="http://schemas.openxmlformats.org/officeDocument/2006/relationships/slideLayout" Target="../slideLayouts/slideLayout1.xml"/><Relationship Id="R4c050a979f8649d7" Type="http://schemas.openxmlformats.org/officeDocument/2006/relationships/image" Target="../media/image.png"/><Relationship Id="R84755ad3265f419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50f134f6cfb54cfc" Type="http://schemas.openxmlformats.org/officeDocument/2006/relationships/slideLayout" Target="../slideLayouts/slideLayout1.xml"/><Relationship Id="Ra45c8d19f6dc48b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ee3027ceee94d36" Type="http://schemas.openxmlformats.org/officeDocument/2006/relationships/slideLayout" Target="../slideLayouts/slideLayout1.xml"/><Relationship Id="Ra12913b33806490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84419418387b45ea" Type="http://schemas.openxmlformats.org/officeDocument/2006/relationships/notesSlide" Target="../notesSlides/notesSlide8.xml"/><Relationship Id="R8a8e75aaf6844ee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980cc0ad68ae40bb" Type="http://schemas.openxmlformats.org/officeDocument/2006/relationships/notesSlide" Target="../notesSlides/notesSlide9.xml"/><Relationship Id="Rcb9a2aab12814cb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f06fa2e7fd84122" Type="http://schemas.openxmlformats.org/officeDocument/2006/relationships/slideLayout" Target="../slideLayouts/slideLayout1.xml"/><Relationship Id="Rc1b58151ae2f4a2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18f2bb429acf49b1" Type="http://schemas.openxmlformats.org/officeDocument/2006/relationships/slideLayout" Target="../slideLayouts/slideLayout1.xml"/><Relationship Id="R36b68758c133410d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9559c7ce5c84750" Type="http://schemas.openxmlformats.org/officeDocument/2006/relationships/slideLayout" Target="../slideLayouts/slideLayout1.xml"/><Relationship Id="Rf023a973a2824ae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dd78dbac51f4474" Type="http://schemas.openxmlformats.org/officeDocument/2006/relationships/notesSlide" Target="../notesSlides/notesSlide13.xml"/><Relationship Id="Ra13ec6cc025646c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f40a2763568492f" Type="http://schemas.openxmlformats.org/officeDocument/2006/relationships/slideLayout" Target="../slideLayouts/slideLayout1.xml"/><Relationship Id="Ra861c299d78840fa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1d9efc89695144b3" Type="http://schemas.openxmlformats.org/officeDocument/2006/relationships/slideLayout" Target="../slideLayouts/slideLayout1.xml"/><Relationship Id="R442e0c5d540b485f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903478d8aa142be" Type="http://schemas.openxmlformats.org/officeDocument/2006/relationships/notesSlide" Target="../notesSlides/notesSlide16.xml"/><Relationship Id="R7e65e1e25e964cdb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23ca87caa59d462a" Type="http://schemas.openxmlformats.org/officeDocument/2006/relationships/notesSlide" Target="../notesSlides/notesSlide17.xml"/><Relationship Id="R8ba14a87d603419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823d706b2914e2c" Type="http://schemas.openxmlformats.org/officeDocument/2006/relationships/notesSlide" Target="../notesSlides/notesSlide18.xml"/><Relationship Id="Re0cd912f13ea4038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18e5a8af40bf4c00" Type="http://schemas.openxmlformats.org/officeDocument/2006/relationships/notesSlide" Target="../notesSlides/notesSlide19.xml"/><Relationship Id="Rc3b81abe393240a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AFAF7-F986-4C75-BC22-1B08B825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Natural and made materials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1E87F-D9F7-49BB-B2D3-CB9C3140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5AFED-8980-4C16-9FAD-4B9C24A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1ECF5-C606-4065-B0AA-EADEFEE4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sort things from nature and things people make.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77CDA-ABB3-4F65-ABB7-97DD3961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sort one raw item.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64A1F-55C4-4051-A80F-6B256809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sort one made item.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C14AF-00A0-4718-B6B6-476935EE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add a row to a table.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63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AAA67-4A93-4E6D-AF06-F42D82B6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8F151-4C20-45FD-9868-19B85D1F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BAF81-07B6-4024-9ED6-0BB624F0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2C6D3-20C8-44B8-A9F7-B8B932D7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Hold a safe raw rock. Look at a brick card.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67329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86A90-1432-4D5D-8833-F7BABEF0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18371-F11A-4799-8B12-597F61FF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124A6-317D-496D-9A3F-11791F7C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B89DE-0F1A-40A1-AE56-92784E2A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sign or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7167E-D5A2-46AC-B8C2-C1EF4BB2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use of a rock.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E2B19-75CB-44D8-8688-1C26D506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does a water test check?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6C903-018A-4D3F-8A2E-E15BB5EA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do people and animals get from food?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1393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FD468-4DA7-4748-B788-68D98B35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1C7DD-80F4-443C-B00A-AE42DBDD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35142-7FF0-4D9F-9C0B-D8D61A56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408FC-8AB0-410D-8AE9-CF59C93E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a row go in a 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CC9F8-0889-4418-BA78-B587F123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raw rock is from nature. I write raw rock in the Natural row.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78000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C6AAA-ACE4-48CF-8472-2D8592EF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6162B-3A22-42DC-9A41-F135F504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6174F-C63F-47C6-8107-F3DA90D2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A drawn lump of raw clay is shaped and fired to make a rectangular brick; the arrow shows the real making proces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50a979f8649d7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54595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BAB6A-27F4-46E3-A86B-AD88B913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47D94-38C4-40D0-9891-DE5F040F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95564-AA34-4D84-BCDF-5156110F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65653-55FD-4C51-89FF-909695A7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Is a finished brick raw clay, or an item made by people?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93217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CAC4D-EDFC-4F67-9A2D-F011C636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D3E21-6E6C-43F7-B18A-E982A4C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0994F-9B0A-43E5-A5C3-3537DF03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D01CE-8DF6-4367-8951-386B98EB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safe samples and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6422D-1538-489C-A50F-372428B2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People shape and fire clay to make a brick. I write brick in the ____ row.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11411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BF0A8-C18B-4E77-917C-AE7E7F21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0DCCF-2909-4AF0-8698-BDA48DF8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1C87E-E9E8-4390-B428-36E022C8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72ED1-966C-4EB1-8546-DF0B6986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Natural raw item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3796D-DA16-4520-ACE4-8AA1B757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Human-made item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09F8C-099C-4B1A-9285-1E383D78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Raw rock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C386C-DD5D-4A11-A206-8043F5DA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Leaf on a 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EFBD0-89EE-4EE7-9DD8-1906E7F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Finished clay brick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4F3B7-7793-4EFC-9F3D-AE275444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Glass bottle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44497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1E7EF-6C73-4A91-A01E-A38554D3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B4343-7BD5-4610-83E8-819A2B38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4F374-2A16-46C5-AA39-B5B8DF39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AAC79-CC14-423A-890C-FB6F88FF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People shape sand into a glass bottle. What is the finished bottle?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99E28-C7B4-4D17-A375-FA474287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raw, natural sand sample.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87315-EA18-4A57-97C0-9FDBE526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raw and finished rock.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4675C-F136-4A28-BC6D-E2AC0512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human-made glass item.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0362D-575D-429E-AF5C-B461FE9A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thing outside all groups.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987342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CADB4-A267-48AE-9AC4-573FE1C5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1FA4D-486D-471D-B5E5-996B847F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89C77-085D-4277-92ED-5F5155C9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53F40-69EF-42DF-AC10-F9DC3A3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Make a row for raw and made items.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598E3-2E55-4171-B483-48103A44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Put one raw and one made item in groups. Fill one row.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2062E-C77A-4028-BC40-6B591178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____ goes in the ____ group.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359876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01EE1-6CD9-4FF8-806C-64E9BA9C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098EC-21E7-4009-8BC6-9EA93DC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AC238-5C4B-4564-99CF-F0134B01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9962C-B5A6-4FA9-96F0-C8FAA285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Make a row for raw and made items.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EAE6D-D55B-4C8E-B8D2-DD04EF4A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four items. Add two rows to a 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47EC5-CDC6-4758-8A52-8DB85C25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put ____ in the table as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535887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550B8-7EB8-4798-82BE-5D0D4F98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BE7E5-11EE-43FA-8036-9E8A3A89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5B39B-5542-4D7D-A404-3BA3DD1A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1E113-C147-4EA2-9FB8-29515920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Make a row for raw and made items.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0EAC5-E37F-4B0A-9EC4-6A81010E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is clay natural but a brick made?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ABF9C-91F8-4A5E-A06E-B905C515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raw ____ is ____, but the finished ____ is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443356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D69D0-8306-4208-B739-15D8271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A333D-545E-4E9F-995D-F35697AB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82030-3494-44FE-A306-3BA483A4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E24E4-D3BE-446B-AE4C-D40A3E4B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An object has two materials. How can your table show both?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1948B-852B-47DA-A39D-60922482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made item with two raw materials. Plan a fair row.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008992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90853-3DA7-4573-BDEA-227925EC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6C363-B252-435B-90A4-7AC13043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B57C0-A041-4389-A494-5C42FFD6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8D7CE-4C97-4C3A-A841-9E54DFA2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one row. Hear one next step.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049409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A7665-0CB2-4786-BDD8-C61285A6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F8C10-2569-440E-A4FA-6ADE4231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3A81C-06F9-40F2-A64A-7134A582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3BB6E-0404-4932-AFA4-090F8D72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your row to an adult.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6CC3B-F847-4902-A92D-E1601FB6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Read it back: I am learning to sort things from nature and things people make.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9C00D-62D0-44D0-BD9F-D85EED03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I showed…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F1E09-9BC8-4101-8B9A-31C226D8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to… try one small fix.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39D30-5247-4F57-BB94-509655EF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0945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sort one raw item. I can sort one made item. I can add a row to a 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50CAE-5980-494F-829F-567979C6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534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your teacher. They will pick our next start.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99B71-A543-4C82-8B77-764D9425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969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Take one quiet minute before the next lesson.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172665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1A9E2-88C8-4D72-B85A-353C14BA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natural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164C5-2D68-45C7-99FE-0A0AF8DA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DEC30-BD38-4EAF-8708-DB435C8C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348E5-4AB5-4186-B92E-E3E4BDB3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from nature, not made into a new item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FDA14-34E0-4B4C-B96E-24799D2F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raw rock is natural.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273589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8505A-7E17-4FD9-AC09-A1E0FB49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human-made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551AF-282D-4D24-B41E-8A79EEAA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F0434-26ED-4A17-BB84-206AC468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909D2-A5E2-4686-B03F-42B6CA2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made or changed by people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728DE-AB6C-4588-9800-2BCCB204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People make a brick from clay.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683538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74E45-7E24-43D3-BA2F-5EB0212A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material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CAAB8-78B1-4FC8-A3DD-E77692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7BC0D-6E11-41BE-9E71-4027F2DC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12422-AC12-4E65-9F25-FF59417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a thing is made 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13698-7A09-433A-90EE-4CA38F43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brick has clay in it.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945727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C64E1-9DDA-489B-90A5-11D8FAC4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C7583-50E9-400E-AFFA-36C2661D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SCI-BUILD-A2-W05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8D845-AF3B-454D-9A2F-9448C838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67933-2B28-4D78-AD0B-0B519DCA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rows and columns for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F7D41-46F7-4305-B68F-E0DCEDF5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row says brick: made.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47760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2026-09-25T12:28:51.0730000Z</dcterms:created>
  <dcterms:modified xsi:type="dcterms:W3CDTF">2026-09-25T12:28:51.0730000Z</dcterms:modified>
</coreProperties>
</file>