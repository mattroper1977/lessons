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538caadf8a7c4676" Type="http://schemas.openxmlformats.org/officeDocument/2006/relationships/officeDocument" Target="ppt/presentation.xml"/><Relationship Id="R64e660aed19c41f2" Type="http://schemas.openxmlformats.org/package/2006/relationships/metadata/core-properties" Target="docProps/core.xml"/><Relationship Id="Rcd7d5ba04c884fb3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87e64776b0b4b6b"/>
  </p:sldMasterIdLst>
  <p:notesMasterIdLst>
    <p:notesMasterId xmlns:r="http://schemas.openxmlformats.org/officeDocument/2006/relationships" r:id="Rcfa746b7f9a34872"/>
  </p:notesMasterIdLst>
  <p:sldIdLst>
    <p:sldId xmlns:r="http://schemas.openxmlformats.org/officeDocument/2006/relationships" id="256" r:id="R2f7a849156414ab6"/>
    <p:sldId xmlns:r="http://schemas.openxmlformats.org/officeDocument/2006/relationships" id="257" r:id="R430d98d4949041f6"/>
    <p:sldId xmlns:r="http://schemas.openxmlformats.org/officeDocument/2006/relationships" id="258" r:id="Rae07eafd19994f47"/>
    <p:sldId xmlns:r="http://schemas.openxmlformats.org/officeDocument/2006/relationships" id="259" r:id="R0d5546fe8a2e4617"/>
    <p:sldId xmlns:r="http://schemas.openxmlformats.org/officeDocument/2006/relationships" id="260" r:id="Rcc59867a59dd47f6"/>
    <p:sldId xmlns:r="http://schemas.openxmlformats.org/officeDocument/2006/relationships" id="261" r:id="Rdd325476eb214874"/>
    <p:sldId xmlns:r="http://schemas.openxmlformats.org/officeDocument/2006/relationships" id="262" r:id="R61aaaba7bc904b4a"/>
    <p:sldId xmlns:r="http://schemas.openxmlformats.org/officeDocument/2006/relationships" id="263" r:id="R3f11a77778c043c9"/>
    <p:sldId xmlns:r="http://schemas.openxmlformats.org/officeDocument/2006/relationships" id="264" r:id="R0bfb2e666337483a"/>
    <p:sldId xmlns:r="http://schemas.openxmlformats.org/officeDocument/2006/relationships" id="265" r:id="Rcb3a90f1cd0449f4"/>
    <p:sldId xmlns:r="http://schemas.openxmlformats.org/officeDocument/2006/relationships" id="266" r:id="R2b25dc9831994fa6"/>
    <p:sldId xmlns:r="http://schemas.openxmlformats.org/officeDocument/2006/relationships" id="267" r:id="Rff95bac71fd54c87"/>
    <p:sldId xmlns:r="http://schemas.openxmlformats.org/officeDocument/2006/relationships" id="268" r:id="R9eb0b1931f2b4084"/>
    <p:sldId xmlns:r="http://schemas.openxmlformats.org/officeDocument/2006/relationships" id="269" r:id="Re700237919c94c30"/>
    <p:sldId xmlns:r="http://schemas.openxmlformats.org/officeDocument/2006/relationships" id="270" r:id="R432afa0263a549ab"/>
    <p:sldId xmlns:r="http://schemas.openxmlformats.org/officeDocument/2006/relationships" id="271" r:id="R36b8c28c6c34462a"/>
    <p:sldId xmlns:r="http://schemas.openxmlformats.org/officeDocument/2006/relationships" id="272" r:id="R86281ce227014709"/>
    <p:sldId xmlns:r="http://schemas.openxmlformats.org/officeDocument/2006/relationships" id="273" r:id="R8f640647d4804076"/>
    <p:sldId xmlns:r="http://schemas.openxmlformats.org/officeDocument/2006/relationships" id="274" r:id="R4b5fc56f7a3c4cc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bfb2e666337483a" Type="http://schemas.openxmlformats.org/officeDocument/2006/relationships/slide" Target="slides/slide9.xml"/><Relationship Id="R0d5546fe8a2e4617" Type="http://schemas.openxmlformats.org/officeDocument/2006/relationships/slide" Target="slides/slide4.xml"/><Relationship Id="R2b25dc9831994fa6" Type="http://schemas.openxmlformats.org/officeDocument/2006/relationships/slide" Target="slides/slide11.xml"/><Relationship Id="R2f7a849156414ab6" Type="http://schemas.openxmlformats.org/officeDocument/2006/relationships/slide" Target="slides/slide1.xml"/><Relationship Id="R36b8c28c6c34462a" Type="http://schemas.openxmlformats.org/officeDocument/2006/relationships/slide" Target="slides/slide16.xml"/><Relationship Id="R3f11a77778c043c9" Type="http://schemas.openxmlformats.org/officeDocument/2006/relationships/slide" Target="slides/slide8.xml"/><Relationship Id="R430d98d4949041f6" Type="http://schemas.openxmlformats.org/officeDocument/2006/relationships/slide" Target="slides/slide2.xml"/><Relationship Id="R432afa0263a549ab" Type="http://schemas.openxmlformats.org/officeDocument/2006/relationships/slide" Target="slides/slide15.xml"/><Relationship Id="R487e64776b0b4b6b" Type="http://schemas.openxmlformats.org/officeDocument/2006/relationships/slideMaster" Target="slideMasters/slideMaster1.xml"/><Relationship Id="R4adc01bd7da94d5a" Type="http://schemas.openxmlformats.org/officeDocument/2006/relationships/theme" Target="theme/theme1.xml"/><Relationship Id="R4b5fc56f7a3c4ccb" Type="http://schemas.openxmlformats.org/officeDocument/2006/relationships/slide" Target="slides/slide19.xml"/><Relationship Id="R610882122cc04ac9" Type="http://schemas.openxmlformats.org/officeDocument/2006/relationships/tableStyles" Target="tableStyles.xml"/><Relationship Id="R61aaaba7bc904b4a" Type="http://schemas.openxmlformats.org/officeDocument/2006/relationships/slide" Target="slides/slide7.xml"/><Relationship Id="R86281ce227014709" Type="http://schemas.openxmlformats.org/officeDocument/2006/relationships/slide" Target="slides/slide17.xml"/><Relationship Id="R8f640647d4804076" Type="http://schemas.openxmlformats.org/officeDocument/2006/relationships/slide" Target="slides/slide18.xml"/><Relationship Id="R9eb0b1931f2b4084" Type="http://schemas.openxmlformats.org/officeDocument/2006/relationships/slide" Target="slides/slide13.xml"/><Relationship Id="Ra091d3049b71442e" Type="http://schemas.openxmlformats.org/officeDocument/2006/relationships/presProps" Target="presProps.xml"/><Relationship Id="Rae07eafd19994f47" Type="http://schemas.openxmlformats.org/officeDocument/2006/relationships/slide" Target="slides/slide3.xml"/><Relationship Id="Rcb3a90f1cd0449f4" Type="http://schemas.openxmlformats.org/officeDocument/2006/relationships/slide" Target="slides/slide10.xml"/><Relationship Id="Rcc59867a59dd47f6" Type="http://schemas.openxmlformats.org/officeDocument/2006/relationships/slide" Target="slides/slide5.xml"/><Relationship Id="Rcfa746b7f9a34872" Type="http://schemas.openxmlformats.org/officeDocument/2006/relationships/notesMaster" Target="notesMasters/notesMaster1.xml"/><Relationship Id="Rdd325476eb214874" Type="http://schemas.openxmlformats.org/officeDocument/2006/relationships/slide" Target="slides/slide6.xml"/><Relationship Id="Re700237919c94c30" Type="http://schemas.openxmlformats.org/officeDocument/2006/relationships/slide" Target="slides/slide14.xml"/><Relationship Id="Rff95bac71fd54c87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7dddd4541d914027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51f3690671674af9" Type="http://schemas.openxmlformats.org/officeDocument/2006/relationships/slide" Target="../slides/slide1.xml"/><Relationship Id="Rf6a72c99f6a04ff8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137e687e9f074244" Type="http://schemas.openxmlformats.org/officeDocument/2006/relationships/notesMaster" Target="../notesMasters/notesMaster1.xml"/><Relationship Id="R501ebadf5c7d42e1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1d0249bf71db49a0" Type="http://schemas.openxmlformats.org/officeDocument/2006/relationships/slide" Target="../slides/slide3.xml"/><Relationship Id="Rc87fee4ede7e4d8d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9136a27f1bca4846" Type="http://schemas.openxmlformats.org/officeDocument/2006/relationships/notesMaster" Target="../notesMasters/notesMaster1.xml"/><Relationship Id="Rd460848685364e47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26047a0d5e304fc9" Type="http://schemas.openxmlformats.org/officeDocument/2006/relationships/notesMaster" Target="../notesMasters/notesMaster1.xml"/><Relationship Id="Ra42af47093de45da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93a7c167ca5445f3" Type="http://schemas.openxmlformats.org/officeDocument/2006/relationships/slide" Target="../slides/slide6.xml"/><Relationship Id="Rd6e4511103034bf4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550f34ba58424d9c" Type="http://schemas.openxmlformats.org/officeDocument/2006/relationships/notesMaster" Target="../notesMasters/notesMaster1.xml"/><Relationship Id="Rf97a04048bb749ef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1ff156128c574279" Type="http://schemas.openxmlformats.org/officeDocument/2006/relationships/notesMaster" Target="../notesMasters/notesMaster1.xml"/><Relationship Id="R852fb75991a9465f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0a19d2ebb5ef4af4" Type="http://schemas.openxmlformats.org/officeDocument/2006/relationships/slide" Target="../slides/slide9.xml"/><Relationship Id="R7ee3a47a70fb411c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78ad16f1604b4860" Type="http://schemas.openxmlformats.org/officeDocument/2006/relationships/slide" Target="../slides/slide10.xml"/><Relationship Id="Rf1c089b8ba0a4cb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26ae7cf7aff7481f" Type="http://schemas.openxmlformats.org/officeDocument/2006/relationships/notesMaster" Target="../notesMasters/notesMaster1.xml"/><Relationship Id="Rcdcb0ce0128044e6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8407ff92fcd74656" Type="http://schemas.openxmlformats.org/officeDocument/2006/relationships/notesMaster" Target="../notesMasters/notesMaster1.xml"/><Relationship Id="Rb5e24ee714bf4a88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01d88dd628614387" Type="http://schemas.openxmlformats.org/officeDocument/2006/relationships/slide" Target="../slides/slide13.xml"/><Relationship Id="Re3c7e6d209df4889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7e2b4be3aa414c52" Type="http://schemas.openxmlformats.org/officeDocument/2006/relationships/slide" Target="../slides/slide14.xml"/><Relationship Id="R9fe37b1feebf45ba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579d63c4ba5a4f4a" Type="http://schemas.openxmlformats.org/officeDocument/2006/relationships/notesMaster" Target="../notesMasters/notesMaster1.xml"/><Relationship Id="Rb0047a43992b473c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09a154bdac5a4bb3" Type="http://schemas.openxmlformats.org/officeDocument/2006/relationships/notesMaster" Target="../notesMasters/notesMaster1.xml"/><Relationship Id="R3cb0df6482444506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192f75e2dc9942e5" Type="http://schemas.openxmlformats.org/officeDocument/2006/relationships/slide" Target="../slides/slide17.xml"/><Relationship Id="Rdae4002a838946fa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319a6aaaaa5a4a39" Type="http://schemas.openxmlformats.org/officeDocument/2006/relationships/slide" Target="../slides/slide18.xml"/><Relationship Id="R4c64682dac9745f3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c3684fa4f3614749" Type="http://schemas.openxmlformats.org/officeDocument/2006/relationships/slide" Target="../slides/slide19.xml"/><Relationship Id="Rc9db48c044224a30" Type="http://schemas.openxmlformats.org/officeDocument/2006/relationships/notesMaster" Target="../notesMasters/notesMaster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Lesson code: SCI-BUILD-A2-W04</a:t>
            </a:r>
          </a:p>
          <a:p xmlns:a="http://schemas.openxmlformats.org/drawingml/2006/main">
            <a:r>
              <a:t>SoW objective: Identify everyday uses of different rocks (links D&amp;T / Construction).</a:t>
            </a:r>
          </a:p>
          <a:p xmlns:a="http://schemas.openxmlformats.org/drawingml/2006/main">
            <a:r>
              <a:t>Reading band: BUILD below age 8</a:t>
            </a:r>
          </a:p>
          <a:p xmlns:a="http://schemas.openxmlformats.org/drawingml/2006/main">
            <a:r>
              <a:t>Staff focus: {'i_do': 'Watch my first step. What do you see?', 'we_do': 'What step is missing? Show it with the kit.', 'independent': 'What can you do first on your own?'}</a:t>
            </a:r>
          </a:p>
          <a:p xmlns:a="http://schemas.openxmlformats.org/drawingml/2006/main">
            <a:r>
              <a:t>Prompt ladder: ['Wait and count to 5.', 'Point to the object or model.', 'Ask: What will you check next?', 'Model one step and give the next turn back.', 'Finish one example together, then let the pupil try.']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https://www.gov.uk/government/publications/national-curriculum-in-england-science-programmes-of-study/national-curriculum-in-england-science-programmes-of-study</a:t>
            </a:r>
          </a:p>
          <a:p xmlns:a="http://schemas.openxmlformats.org/drawingml/2006/main">
            <a:r>
              <a:t>https://historicengland.org.uk/advice/technical-advice/buildings/building-materials-for-historic-buildings/stone-slate-roofing</a:t>
            </a:r>
          </a:p>
          <a:p xmlns:a="http://schemas.openxmlformats.org/drawingml/2006/main">
            <a:r>
              <a:t>https://www.gov.uk/government/publications/national-curriculum-in-england-science-programmes-of-study/national-curriculum-in-england-science-programmes-of-study ; https://www.bgs.ac.uk/?wpdmdl=102317</a:t>
            </a:r>
          </a:p>
          <a:p xmlns:a="http://schemas.openxmlformats.org/drawingml/2006/main">
            <a:r>
              <a:t>https://webapps.bgs.ac.uk/bgsrcs/rcs_details.cfm?code=SLTE</a:t>
            </a:r>
          </a:p>
          <a:p xmlns:a="http://schemas.openxmlformats.org/drawingml/2006/main">
            <a:r>
              <a:t>BUILD scheme of work, Autumn 2 week 3</a:t>
            </a:r>
          </a:p>
          <a:p xmlns:a="http://schemas.openxmlformats.org/drawingml/2006/main">
            <a:r>
              <a:t>BUILD scheme of work, Autumn 2 week 2</a:t>
            </a:r>
          </a:p>
          <a:p xmlns:a="http://schemas.openxmlformats.org/drawingml/2006/main">
            <a:r>
              <a:t>BUILD scheme of work, Autumn 1 week 4</a:t>
            </a:r>
          </a:p>
          <a:p xmlns:a="http://schemas.openxmlformats.org/drawingml/2006/main">
            <a:r>
              <a:t>Local school risk assessment and exact prepared kit; staff confirm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Offer a safe kit choice and short first–then cue.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three low-stakes prior questions; answers in note.</a:t>
            </a:r>
          </a:p>
          <a:p xmlns:a="http://schemas.openxmlformats.org/drawingml/2006/main">
            <a:r>
              <a:t>What two checks did we use on rocks? → Mark and water-through tests.</a:t>
            </a:r>
          </a:p>
          <a:p xmlns:a="http://schemas.openxmlformats.org/drawingml/2006/main">
            <a:r>
              <a:t>Name one way to sort rocks. → By what they look or feel like.</a:t>
            </a:r>
          </a:p>
          <a:p xmlns:a="http://schemas.openxmlformats.org/drawingml/2006/main">
            <a:r>
              <a:t>What helps bones move? → Muscles.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Pre-teach words; show the full model; ask the show-me check.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A slate tile can cover a roof; a suitable chalk piece can mark a board. Check actual samples. Simplified; not to scale.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It is thin and can be made into a roofing slate.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Hand over the missing step; offer F or H route. Reset once.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Missing step: Name the job based on the observed mark.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Thin slate tile → Roof</a:t>
            </a:r>
          </a:p>
          <a:p xmlns:a="http://schemas.openxmlformats.org/drawingml/2006/main">
            <a:r>
              <a:t>Safe sample that leaves a mark → Marking</a:t>
            </a:r>
          </a:p>
          <a:p xmlns:a="http://schemas.openxmlformats.org/drawingml/2006/main">
            <a:r>
              <a:t>Small firm stone pieces → Path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Take all pupil responses at once; use decision rule and parallel hinge.</a:t>
            </a:r>
          </a:p>
          <a:p xmlns:a="http://schemas.openxmlformats.org/drawingml/2006/main">
            <a:r>
              <a:t>A. A writing stick if it leaves a mark. | Not correct | A mark was not observed in this test.</a:t>
            </a:r>
          </a:p>
          <a:p xmlns:a="http://schemas.openxmlformats.org/drawingml/2006/main">
            <a:r>
              <a:t>B. A path stone if it stays firm. | Correct | Uses the observed firmness for a possible job, subject to more checks.</a:t>
            </a:r>
          </a:p>
          <a:p xmlns:a="http://schemas.openxmlformats.org/drawingml/2006/main">
            <a:r>
              <a:t>C. A sponge if it soaks up water. | Not correct | Water uptake was not observed in this test.</a:t>
            </a:r>
          </a:p>
          <a:p xmlns:a="http://schemas.openxmlformats.org/drawingml/2006/main">
            <a:r>
              <a:t>D. A window if it lets through light. | Not correct | Light transmission was not observed in this test.</a:t>
            </a:r>
          </a:p>
          <a:p xmlns:a="http://schemas.openxmlformats.org/drawingml/2006/main">
            <a:r>
              <a:t>About 3 in 4 or more right → move on; otherwise re-model This slate sample is thin. Slate can make a roof tile. I match it to a roof. Ask the parallel hinge. No scores or answers saved.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Choose one adult for supported pupils, one for group; swap across the week.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Choose one adult for supported pupils, one for group; swap across the week.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Choose one adult for supported pupils, one for group; swap across the week.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Give VF and one NS(+); invite one self-edit. Reset once.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Hear feedback and next step, choose next start, then one-minute reset.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3f5e93915a26452e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8e45bd7a961a488e" Type="http://schemas.openxmlformats.org/officeDocument/2006/relationships/theme" Target="theme/theme2.xml"/><Relationship Id="Rd2e784a06f3a42d8" Type="http://schemas.openxmlformats.org/officeDocument/2006/relationships/slideLayout" Target="../slideLayouts/slideLayout1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2e784a06f3a42d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87a90bed87b24483" Type="http://schemas.openxmlformats.org/officeDocument/2006/relationships/notesSlide" Target="../notesSlides/notesSlide1.xml"/><Relationship Id="R950687eff57b48bf" Type="http://schemas.openxmlformats.org/officeDocument/2006/relationships/slideLayout" Target="../slideLayouts/slideLayout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4486bca217f74acb" Type="http://schemas.openxmlformats.org/officeDocument/2006/relationships/slideLayout" Target="../slideLayouts/slideLayout1.xml"/><Relationship Id="R7d2fd2711a994cad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07feeb40e9d8435d" Type="http://schemas.openxmlformats.org/officeDocument/2006/relationships/slideLayout" Target="../slideLayouts/slideLayout1.xml"/><Relationship Id="Rd66fd3bfc800435e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605616d3c5e94c97" Type="http://schemas.openxmlformats.org/officeDocument/2006/relationships/notesSlide" Target="../notesSlides/notesSlide4.xml"/><Relationship Id="R8c48fcf9c0f54ce4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0a751c6301cf4332" Type="http://schemas.openxmlformats.org/officeDocument/2006/relationships/slideLayout" Target="../slideLayouts/slideLayout1.xml"/><Relationship Id="R851781f5798a4957" Type="http://schemas.openxmlformats.org/officeDocument/2006/relationships/notesSlide" Target="../notesSlides/notesSlide5.xml"/><Relationship Id="Rd88a8fa9769c43d4" Type="http://schemas.openxmlformats.org/officeDocument/2006/relationships/image" Target="../media/image.png"/></Relationships>
</file>

<file path=ppt/slides/_rels/slide6.xml.rels><?xml version='1.0' encoding='UTF-8' standalone='yes'?>
<Relationships xmlns="http://schemas.openxmlformats.org/package/2006/relationships"><Relationship Id="R3942be99f89b4193" Type="http://schemas.openxmlformats.org/officeDocument/2006/relationships/notesSlide" Target="../notesSlides/notesSlide6.xml"/><Relationship Id="Rf474a705e2004194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59429ebbf1144ed2" Type="http://schemas.openxmlformats.org/officeDocument/2006/relationships/notesSlide" Target="../notesSlides/notesSlide7.xml"/><Relationship Id="Ra946be49b43e4148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4159aa24c61b4b7c" Type="http://schemas.openxmlformats.org/officeDocument/2006/relationships/notesSlide" Target="../notesSlides/notesSlide8.xml"/><Relationship Id="Rd3fa1560d07b4eb6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439e6ff1733c450e" Type="http://schemas.openxmlformats.org/officeDocument/2006/relationships/notesSlide" Target="../notesSlides/notesSlide9.xml"/><Relationship Id="Rb9aa103ec7c84698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78ea8a730cb748ad" Type="http://schemas.openxmlformats.org/officeDocument/2006/relationships/notesSlide" Target="../notesSlides/notesSlide10.xml"/><Relationship Id="R79a5917bff82485e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171b93611bbf4b22" Type="http://schemas.openxmlformats.org/officeDocument/2006/relationships/slideLayout" Target="../slideLayouts/slideLayout1.xml"/><Relationship Id="Re24e140388134a31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1eebe51b6b3e490d" Type="http://schemas.openxmlformats.org/officeDocument/2006/relationships/slideLayout" Target="../slideLayouts/slideLayout1.xml"/><Relationship Id="R530a9af9c9b24ed0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60cfb7f16254405c" Type="http://schemas.openxmlformats.org/officeDocument/2006/relationships/slideLayout" Target="../slideLayouts/slideLayout1.xml"/><Relationship Id="Rc0cc1f21f2cc47ac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1d5dd156c300461d" Type="http://schemas.openxmlformats.org/officeDocument/2006/relationships/slideLayout" Target="../slideLayouts/slideLayout1.xml"/><Relationship Id="R497b82b59e5e4854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f0524dcd14e04568" Type="http://schemas.openxmlformats.org/officeDocument/2006/relationships/notesSlide" Target="../notesSlides/notesSlide15.xml"/><Relationship Id="Rfaa61362439d4fd7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69c21403899747b9" Type="http://schemas.openxmlformats.org/officeDocument/2006/relationships/notesSlide" Target="../notesSlides/notesSlide16.xml"/><Relationship Id="Rad0a285dd86a4b34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3100c69c014b4714" Type="http://schemas.openxmlformats.org/officeDocument/2006/relationships/notesSlide" Target="../notesSlides/notesSlide17.xml"/><Relationship Id="Rc4357c819c694850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1733783e8f4947bb" Type="http://schemas.openxmlformats.org/officeDocument/2006/relationships/notesSlide" Target="../notesSlides/notesSlide18.xml"/><Relationship Id="Red05512fa3eb448e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917767afff59418b" Type="http://schemas.openxmlformats.org/officeDocument/2006/relationships/notesSlide" Target="../notesSlides/notesSlide19.xml"/><Relationship Id="Rb73631cdf37e4fa3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5B3EFD-2E44-4627-8960-3CEBAF4A6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Choose a rock for a job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C8545A-27E6-4AD8-912D-61A30E0C8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SCI-BUILD-A2-W04  •  BUILD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1B507D-2FE6-4D7B-8445-F1640A892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099195-EA82-4DEA-A918-998382B84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I am learning to match a rock to a job.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B78FA0-9C6C-4753-B234-58AF3DC67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9738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I can name one rock use.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FFEC7F-16CD-408C-BEB6-369906BE1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6126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I can check one rock feature.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2C1D28-591C-47E5-817D-A41EE21EF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2514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I can say why the feature helps.</a:t>
            </a:r>
          </a:p>
        </p:txBody>
      </p:sp>
      <p:sp xmlns:a="http://schemas.openxmlformats.org/drawingml/2006/main">
        <p:nvSpPr>
          <p:cNvPr id="9" name="TextBox 8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  <p:pic xmlns:a="http://schemas.openxmlformats.org/drawingml/2006/main" xmlns:r="http://schemas.openxmlformats.org/officeDocument/2006/relationships">
        <p:nvPicPr>
          <p:cNvPr id="10" name="Picture 9" descr="Made by Mat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0816" y="5833872"/>
            <a:ext cx="475488" cy="475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256228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BE7866-8A7B-49C8-998D-381AEDEEA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Arrival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52CE6C-206E-4B9D-A3AD-02E13A691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SCI-BUILD-A2-W04  •  BUILD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557B02-57EE-4262-AD04-C12C0C1ED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63F93E-5231-4FBA-904D-A1AE0A8DF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Look at a safe sample or roof card.</a:t>
            </a:r>
          </a:p>
        </p:txBody>
      </p:sp>
      <p:sp xmlns:a="http://schemas.openxmlformats.org/drawingml/2006/main">
        <p:nvSpPr>
          <p:cNvPr id="6" name="TextBox 5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119705428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DA2044-4A73-4175-9755-7B4EF9E33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2134D6-8590-48E2-B916-5E2D0F030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SCI-BUILD-A2-W04  •  BUILD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5428AD-F803-4FEF-A9A0-1790CCBD8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FBD24A-1689-44F9-BBEC-694EA574E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Think back. Say, sign or point.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19BB10-D7F9-453B-875A-24D9A2D77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9738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What two checks did we use on rocks?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6D6D33-3207-4A48-817D-13A21B0FE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6126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Name one way to sort rocks.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D0AF9F-5FC0-4A98-A944-2FCC34FF3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2514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What helps bones move?</a:t>
            </a:r>
          </a:p>
        </p:txBody>
      </p:sp>
      <p:sp xmlns:a="http://schemas.openxmlformats.org/drawingml/2006/main">
        <p:nvSpPr>
          <p:cNvPr id="9" name="TextBox 8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85425784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433200-5D9C-49F5-AAD6-05E402DB7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8385F0-32BF-426C-B22E-F6561E006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SCI-BUILD-A2-W04  •  BUILD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712559-F4A6-423C-BCC1-809609D82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DD9D63-F55D-4D59-8295-DBCA2F90E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Watch one match: feature to job.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C8D16E-59BA-461C-9DC2-E50B71C44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97380"/>
            <a:ext cx="11087100" cy="97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This slate sample is thin. Slate can make a roof tile. I match it to a roof.</a:t>
            </a:r>
          </a:p>
        </p:txBody>
      </p:sp>
      <p:sp xmlns:a="http://schemas.openxmlformats.org/drawingml/2006/main">
        <p:nvSpPr>
          <p:cNvPr id="7" name="TextBox 6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199890560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7FA8B5-B70D-49C8-B85C-8FAAC4F89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Picture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846C5B-FF7D-482B-A972-2E41FD77D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SCI-BUILD-A2-W04  •  BUILD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A1FF32-AC8B-41FB-8434-F9344E4D3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pic>
        <p:nvPicPr>
          <p:cNvPr id="8" name="" descr="A roof with overlapping slate tiles beside a chalk piece leaving a visible mark on a board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8a8fa9769c43d4"/>
          <a:stretch xmlns:a="http://schemas.openxmlformats.org/drawingml/2006/main"/>
        </p:blipFill>
        <p:spPr>
          <a:xfrm xmlns:a="http://schemas.openxmlformats.org/drawingml/2006/main">
            <a:off x="4366347" y="1409700"/>
            <a:ext cx="3459307" cy="4476750"/>
          </a:xfrm>
          <a:prstGeom xmlns:a="http://schemas.openxmlformats.org/drawingml/2006/main" prst="rect">
            <a:avLst/>
          </a:prstGeom>
        </p:spPr>
      </p:pic>
      <p:sp xmlns:a="http://schemas.openxmlformats.org/drawingml/2006/main">
        <p:nvSpPr>
          <p:cNvPr id="9" name="TextBox 8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187180705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C9E0FA-42CD-48C2-B505-F3CF07134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Show 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CE103E-803B-4B84-9FAD-51CFD50C4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SCI-BUILD-A2-W04  •  BUILD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862540-4B40-40F1-823C-F29BDC7D5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1F04A7-912A-491C-BC76-72CD6AD6C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What feature of the slate helped our roof example?</a:t>
            </a:r>
          </a:p>
        </p:txBody>
      </p:sp>
      <p:sp xmlns:a="http://schemas.openxmlformats.org/drawingml/2006/main">
        <p:nvSpPr>
          <p:cNvPr id="6" name="TextBox 5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91647804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00BC29-B4C7-427E-911F-27CE66165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Our turn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789BDF-BDE9-4B5D-9D2A-94F82AA74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SCI-BUILD-A2-W04  •  BUILD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BE0503-1E2C-4466-A871-335A7A577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770FBA-F69F-4F04-99DD-40B06ADF0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Match each sample to a possible job.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721F05-C3AB-4536-A4A8-503E6E194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97380"/>
            <a:ext cx="11087100" cy="97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This sample leaves a mark on the small board. I match it to ____.</a:t>
            </a:r>
          </a:p>
        </p:txBody>
      </p:sp>
      <p:sp xmlns:a="http://schemas.openxmlformats.org/drawingml/2006/main">
        <p:nvSpPr>
          <p:cNvPr id="7" name="TextBox 6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669201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66D113-3746-4D2D-A29C-2ADBC3A9E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Talk, then sort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86D081-3180-4F17-9EFC-E67A0A4C4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SCI-BUILD-A2-W04  •  BUILD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E08428-56CB-4F2A-A2B1-CB2A7412D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D528EB-F765-493F-80E5-06FB086BC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Roof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56D49A-8597-4ED6-BFB6-C52C12F43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9738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Marking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5A689C-5F07-4A43-90E3-E2A386570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6126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Path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F6DFF4-0C73-4546-8AC9-114EADB47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2514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Thin slate tile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B8D920-8FFC-4B0E-A3C8-F3792E3FA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8902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Safe sample that leaves a mark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083333-72A3-461B-9FBB-5C1B2531A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5290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Small firm stone pieces</a:t>
            </a:r>
          </a:p>
        </p:txBody>
      </p:sp>
      <p:sp xmlns:a="http://schemas.openxmlformats.org/drawingml/2006/main">
        <p:nvSpPr>
          <p:cNvPr id="11" name="TextBox 10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101568565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19C08C-59C9-4753-90C6-B7F52AF6C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08A309-4450-42E1-BE08-1A95E04B9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SCI-BUILD-A2-W04  •  BUILD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073912-1831-4D9F-A388-49454B56C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4F66AA-9E35-4568-93AC-AA4E9388F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97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A new sample stays firm in a safe pressure test. Which possible job fits that clue?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E05B0B-B2A2-46EF-9C4C-ED4EC89CE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05431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 xml:space="preserve">A. </a:t>
            </a: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A writing stick if it leaves a mark.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85E1B8-054C-4159-8735-A32EA5A92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69311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 xml:space="preserve">B. </a:t>
            </a: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A path stone if it stays firm.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20558D-CBB6-419C-A306-ABC0FF1C1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33191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 xml:space="preserve">C. </a:t>
            </a: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A sponge if it soaks up water.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B1E6B0-2787-4C9D-BD37-7907B8F45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97071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 xml:space="preserve">D. </a:t>
            </a: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A window if it lets through light.</a:t>
            </a:r>
          </a:p>
        </p:txBody>
      </p:sp>
      <p:sp xmlns:a="http://schemas.openxmlformats.org/drawingml/2006/main">
        <p:nvSpPr>
          <p:cNvPr id="10" name="TextBox 9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123725540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5547FF-726A-470A-8298-EA246A299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Independent · 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30DFA7-45C5-43B8-8140-F502DFEDA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SCI-BUILD-A2-W04  •  BUILD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9541A1-B69E-488E-B240-5AD462894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16717C-E741-4367-87DA-D7D9C61FE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Choose a sample and show its use.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3C9728-EDC9-4F32-8CC7-7D0514107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9738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Match one sample to one job.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3F6E3A-B46C-455E-A619-CE7CE6AF9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6126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I match ____ with ____.</a:t>
            </a:r>
          </a:p>
        </p:txBody>
      </p:sp>
      <p:sp xmlns:a="http://schemas.openxmlformats.org/drawingml/2006/main">
        <p:nvSpPr>
          <p:cNvPr id="8" name="TextBox 7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22424600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D4C1E3-920F-4F7A-BF42-49C70334D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Independent · 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FD27A2-6D28-4841-8246-F8ED60C60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SCI-BUILD-A2-W04  •  BUILD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CA5D11-ACD8-46A8-89B5-E7A230A10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94743C-A2A2-4566-BEAC-45B93A5D3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Choose a sample and show its use.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D90369-5C6B-40D7-AB44-CE8944161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9738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Choose a rock and say what feature helps.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B58E0F-9407-4AFF-BC0F-B09909801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6126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This ____ can do the job as it is ____.</a:t>
            </a:r>
          </a:p>
        </p:txBody>
      </p:sp>
      <p:sp xmlns:a="http://schemas.openxmlformats.org/drawingml/2006/main">
        <p:nvSpPr>
          <p:cNvPr id="8" name="TextBox 7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73646588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731880-7959-4792-9916-747575A43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Independent · 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FDCF2F-341B-4267-B386-E83537C94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SCI-BUILD-A2-W04  •  BUILD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F29752-FFE0-4CBC-8C8B-1E22B8C03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4FC945-C425-450A-BF4F-DD7FB5830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Choose a sample and show its use.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313C4D-730B-4ED8-86BE-E419FFFCC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9738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Why could a soft rock fail on a busy path?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087FB3-FC2C-458E-ADEE-A75011C16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6126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For a ____, I choose ____ as ____.</a:t>
            </a:r>
          </a:p>
        </p:txBody>
      </p:sp>
      <p:sp xmlns:a="http://schemas.openxmlformats.org/drawingml/2006/main">
        <p:nvSpPr>
          <p:cNvPr id="8" name="TextBox 7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94288210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A5C7E5-1A6C-4573-A62F-AD2AFD198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Go deeper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022ADC-E255-4780-B304-30BE79D11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SCI-BUILD-A2-W04  •  BUILD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930A52-80D0-4CCE-9806-48F1F72DB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EF809B-31F5-4A98-B0AC-ADFAA47E5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Can one rock suit two jobs? Show the need for each job.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10703A-5B0D-4337-81F2-0659D9A03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9738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Choose a sample for a roof and a mark. Test each reason.</a:t>
            </a:r>
          </a:p>
        </p:txBody>
      </p:sp>
      <p:sp xmlns:a="http://schemas.openxmlformats.org/drawingml/2006/main">
        <p:nvSpPr>
          <p:cNvPr id="7" name="TextBox 6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191951097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99B8EE-F2FB-4350-9FA9-273D698B4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372FD9-1F35-4F28-A04B-E146A243C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SCI-BUILD-A2-W04  •  BUILD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4F3C77-C8F1-4C3D-9D55-C16A9D051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060545-46E4-42DA-BC45-DE27475DA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Check your reason. Hear one next step.</a:t>
            </a:r>
          </a:p>
        </p:txBody>
      </p:sp>
      <p:sp xmlns:a="http://schemas.openxmlformats.org/drawingml/2006/main">
        <p:nvSpPr>
          <p:cNvPr id="6" name="TextBox 5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14936589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FD453A-0FE5-4FB3-BC25-B08A005DB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Exit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F04EAF-EB27-44C9-8CE8-B02FC1225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SCI-BUILD-A2-W04  •  BUILD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E88B6C-ABF5-45D7-AC81-6E830B411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D446AB-7327-487F-A3C2-200455BEB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Tell an adult why your match fits.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0821BB-A737-4205-9277-2DC45ACCC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47850"/>
            <a:ext cx="11087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Read it back: I am learning to match a rock to a job.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C47C67-E54C-4A1E-AC47-058A2A529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62200"/>
            <a:ext cx="11087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My feedback was… I showed…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19CADA-CCBF-477B-87C5-E1D72A7DC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76550"/>
            <a:ext cx="11087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Next I need to… try one small fix.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07B5A5-CDD6-4E70-9B41-27B6A8B1B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90900"/>
            <a:ext cx="11087100" cy="8743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How I know: I can name one rock use. I can check one rock feature. I can say why the feature helps.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F79278-5F30-422A-83A9-03E161B04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65295"/>
            <a:ext cx="11087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Tell your teacher. They will pick our next start.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3A067C-9915-4390-8816-A3437EACB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79645"/>
            <a:ext cx="11087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Take one quiet minute before the next lesson.</a:t>
            </a:r>
          </a:p>
        </p:txBody>
      </p:sp>
      <p:sp xmlns:a="http://schemas.openxmlformats.org/drawingml/2006/main">
        <p:nvSpPr>
          <p:cNvPr id="12" name="TextBox 11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33560572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C2FCD9-89D2-4996-AB90-943CAE611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Word help · rock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7258B4-2796-4254-80EC-94B3A5F94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SCI-BUILD-A2-W04  •  BUILD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2AE97E-B6E8-4609-BC5A-2266ACFFB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B61DF5-EE34-49DD-80FD-50AFE70BF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a solid thing from the ground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150A6F-5856-4CC9-BBEB-87EBD1B55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9738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This is a safe rock sample.</a:t>
            </a:r>
          </a:p>
        </p:txBody>
      </p:sp>
      <p:sp xmlns:a="http://schemas.openxmlformats.org/drawingml/2006/main">
        <p:nvSpPr>
          <p:cNvPr id="7" name="TextBox 6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182082607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50729F-1C5E-4A11-B6BE-43BBCEC1A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Word help · hard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6B1B5C-4A73-4092-AA0A-BBEF4389E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SCI-BUILD-A2-W04  •  BUILD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D7E0BA-2FD5-48AD-B6DC-4CE1DB270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6E646B-A565-41E3-877D-3AF87C059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not easy to mark or change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D95BE7-C38F-48E6-9850-B19B34F8B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9738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This hard rock takes little mark.</a:t>
            </a:r>
          </a:p>
        </p:txBody>
      </p:sp>
      <p:sp xmlns:a="http://schemas.openxmlformats.org/drawingml/2006/main">
        <p:nvSpPr>
          <p:cNvPr id="7" name="TextBox 6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199881603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37C1C0-8003-4791-86CF-DC8BD2E6A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Word help · slate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A9781A-5BE6-4B4C-A6F8-665E8ABA2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SCI-BUILD-A2-W04  •  BUILD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FFA694-EB83-4A79-9122-58E511A6C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CD742E-7A5B-446A-9696-24ED582C4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a rock that can split into thin sheets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55864B-DEB9-4346-9FFF-A49F6A78A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9738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A slate tile can cover a roof.</a:t>
            </a:r>
          </a:p>
        </p:txBody>
      </p:sp>
      <p:sp xmlns:a="http://schemas.openxmlformats.org/drawingml/2006/main">
        <p:nvSpPr>
          <p:cNvPr id="7" name="TextBox 6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162879870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EB8F05-8D9B-4DDD-A7FA-72B93EFB0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Word help · property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00CC22-9D93-4DC1-9D1A-49A002191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SCI-BUILD-A2-W04  •  BUILD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EF079F-4F8F-4883-A416-BC9705EDA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699DEA-484E-4BC1-B6E7-45CB5B8EC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a thing you can check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C44F49-5F14-4F80-9117-D7296C2F5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9738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This slate is thin.</a:t>
            </a:r>
          </a:p>
        </p:txBody>
      </p:sp>
      <p:sp xmlns:a="http://schemas.openxmlformats.org/drawingml/2006/main">
        <p:nvSpPr>
          <p:cNvPr id="7" name="TextBox 6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189340154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2026-09-25T12:28:47.5030000Z</dcterms:created>
  <dcterms:modified xsi:type="dcterms:W3CDTF">2026-09-25T12:28:47.5030000Z</dcterms:modified>
</coreProperties>
</file>