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da8701d70c64d26" Type="http://schemas.openxmlformats.org/officeDocument/2006/relationships/extended-properties" Target="docProps/app.xml"/><Relationship Id="R2a0389abfb864a8c" Type="http://schemas.openxmlformats.org/officeDocument/2006/relationships/officeDocument" Target="ppt/presentation.xml"/><Relationship Id="Rfa53542819564fd7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b139d85e4b458a"/>
  </p:sldMasterIdLst>
  <p:notesMasterIdLst>
    <p:notesMasterId xmlns:r="http://schemas.openxmlformats.org/officeDocument/2006/relationships" r:id="Rb3b5a3eae2484392"/>
  </p:notesMasterIdLst>
  <p:sldIdLst>
    <p:sldId xmlns:r="http://schemas.openxmlformats.org/officeDocument/2006/relationships" id="256" r:id="Rf057c4b90d274227"/>
    <p:sldId xmlns:r="http://schemas.openxmlformats.org/officeDocument/2006/relationships" id="257" r:id="Rd496f5a96c284e83"/>
    <p:sldId xmlns:r="http://schemas.openxmlformats.org/officeDocument/2006/relationships" id="258" r:id="R3ba00ebcbbe64b9a"/>
    <p:sldId xmlns:r="http://schemas.openxmlformats.org/officeDocument/2006/relationships" id="259" r:id="Ra6bc35cdb3c246be"/>
    <p:sldId xmlns:r="http://schemas.openxmlformats.org/officeDocument/2006/relationships" id="260" r:id="R55d37e8d5c464d55"/>
    <p:sldId xmlns:r="http://schemas.openxmlformats.org/officeDocument/2006/relationships" id="261" r:id="R90021a640a704f28"/>
    <p:sldId xmlns:r="http://schemas.openxmlformats.org/officeDocument/2006/relationships" id="262" r:id="Rd8183b43f1c140f9"/>
    <p:sldId xmlns:r="http://schemas.openxmlformats.org/officeDocument/2006/relationships" id="263" r:id="Ra51144f7e3854962"/>
    <p:sldId xmlns:r="http://schemas.openxmlformats.org/officeDocument/2006/relationships" id="264" r:id="Rd4cc098ebc2e45a4"/>
    <p:sldId xmlns:r="http://schemas.openxmlformats.org/officeDocument/2006/relationships" id="265" r:id="R972cfe35c49b4185"/>
    <p:sldId xmlns:r="http://schemas.openxmlformats.org/officeDocument/2006/relationships" id="266" r:id="Rb6b8434d8e814cce"/>
    <p:sldId xmlns:r="http://schemas.openxmlformats.org/officeDocument/2006/relationships" id="267" r:id="R0c8759945c024112"/>
    <p:sldId xmlns:r="http://schemas.openxmlformats.org/officeDocument/2006/relationships" id="268" r:id="Rbb7e2572363d4d36"/>
    <p:sldId xmlns:r="http://schemas.openxmlformats.org/officeDocument/2006/relationships" id="269" r:id="R75c7584dba7b49cf"/>
    <p:sldId xmlns:r="http://schemas.openxmlformats.org/officeDocument/2006/relationships" id="270" r:id="Ra3c1d0d311fe4ea6"/>
    <p:sldId xmlns:r="http://schemas.openxmlformats.org/officeDocument/2006/relationships" id="271" r:id="R051f7eb0aab34b35"/>
    <p:sldId xmlns:r="http://schemas.openxmlformats.org/officeDocument/2006/relationships" id="272" r:id="Rfef2959c8bcb4489"/>
    <p:sldId xmlns:r="http://schemas.openxmlformats.org/officeDocument/2006/relationships" id="273" r:id="R1b693b0feb9d453d"/>
    <p:sldId xmlns:r="http://schemas.openxmlformats.org/officeDocument/2006/relationships" id="274" r:id="R7ee8a6dd5dda43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1f7eb0aab34b35" Type="http://schemas.openxmlformats.org/officeDocument/2006/relationships/slide" Target="slides/slide16.xml"/><Relationship Id="R0c8759945c024112" Type="http://schemas.openxmlformats.org/officeDocument/2006/relationships/slide" Target="slides/slide12.xml"/><Relationship Id="R1b693b0feb9d453d" Type="http://schemas.openxmlformats.org/officeDocument/2006/relationships/slide" Target="slides/slide18.xml"/><Relationship Id="R3ba00ebcbbe64b9a" Type="http://schemas.openxmlformats.org/officeDocument/2006/relationships/slide" Target="slides/slide3.xml"/><Relationship Id="R55d37e8d5c464d55" Type="http://schemas.openxmlformats.org/officeDocument/2006/relationships/slide" Target="slides/slide5.xml"/><Relationship Id="R57b991e2defe44eb" Type="http://schemas.openxmlformats.org/officeDocument/2006/relationships/presProps" Target="presProps.xml"/><Relationship Id="R6223cc7092ab4a2a" Type="http://schemas.openxmlformats.org/officeDocument/2006/relationships/tableStyles" Target="tableStyles.xml"/><Relationship Id="R75c7584dba7b49cf" Type="http://schemas.openxmlformats.org/officeDocument/2006/relationships/slide" Target="slides/slide14.xml"/><Relationship Id="R7ee8a6dd5dda4364" Type="http://schemas.openxmlformats.org/officeDocument/2006/relationships/slide" Target="slides/slide19.xml"/><Relationship Id="R90021a640a704f28" Type="http://schemas.openxmlformats.org/officeDocument/2006/relationships/slide" Target="slides/slide6.xml"/><Relationship Id="R972cfe35c49b4185" Type="http://schemas.openxmlformats.org/officeDocument/2006/relationships/slide" Target="slides/slide10.xml"/><Relationship Id="Ra3c1d0d311fe4ea6" Type="http://schemas.openxmlformats.org/officeDocument/2006/relationships/slide" Target="slides/slide15.xml"/><Relationship Id="Ra51144f7e3854962" Type="http://schemas.openxmlformats.org/officeDocument/2006/relationships/slide" Target="slides/slide8.xml"/><Relationship Id="Ra6bc35cdb3c246be" Type="http://schemas.openxmlformats.org/officeDocument/2006/relationships/slide" Target="slides/slide4.xml"/><Relationship Id="Raecb37ce6a22439c" Type="http://schemas.openxmlformats.org/officeDocument/2006/relationships/theme" Target="theme/theme1.xml"/><Relationship Id="Rb3b5a3eae2484392" Type="http://schemas.openxmlformats.org/officeDocument/2006/relationships/notesMaster" Target="notesMasters/notesMaster1.xml"/><Relationship Id="Rb6b8434d8e814cce" Type="http://schemas.openxmlformats.org/officeDocument/2006/relationships/slide" Target="slides/slide11.xml"/><Relationship Id="Rbab139d85e4b458a" Type="http://schemas.openxmlformats.org/officeDocument/2006/relationships/slideMaster" Target="slideMasters/slideMaster1.xml"/><Relationship Id="Rbb7e2572363d4d36" Type="http://schemas.openxmlformats.org/officeDocument/2006/relationships/slide" Target="slides/slide13.xml"/><Relationship Id="Rd496f5a96c284e83" Type="http://schemas.openxmlformats.org/officeDocument/2006/relationships/slide" Target="slides/slide2.xml"/><Relationship Id="Rd4cc098ebc2e45a4" Type="http://schemas.openxmlformats.org/officeDocument/2006/relationships/slide" Target="slides/slide9.xml"/><Relationship Id="Rd8183b43f1c140f9" Type="http://schemas.openxmlformats.org/officeDocument/2006/relationships/slide" Target="slides/slide7.xml"/><Relationship Id="Rf057c4b90d274227" Type="http://schemas.openxmlformats.org/officeDocument/2006/relationships/slide" Target="slides/slide1.xml"/><Relationship Id="Rfef2959c8bcb4489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5431889331af464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ef714eaa2a04988" Type="http://schemas.openxmlformats.org/officeDocument/2006/relationships/slide" Target="../slides/slide1.xml"/><Relationship Id="R5f12afaf6ab341ef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ead5fc99c9c4102" Type="http://schemas.openxmlformats.org/officeDocument/2006/relationships/notesMaster" Target="../notesMasters/notesMaster1.xml"/><Relationship Id="R665dca980b4e46ac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afdc3f7bfd254a3c" Type="http://schemas.openxmlformats.org/officeDocument/2006/relationships/slide" Target="../slides/slide3.xml"/><Relationship Id="Rf35d341a7e484c2b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e14f5a9dcf2f4d4f" Type="http://schemas.openxmlformats.org/officeDocument/2006/relationships/notesMaster" Target="../notesMasters/notesMaster1.xml"/><Relationship Id="Rfc31dabd885e4660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95bf15168ac4933" Type="http://schemas.openxmlformats.org/officeDocument/2006/relationships/slide" Target="../slides/slide5.xml"/><Relationship Id="Rf4be253d84bf40e3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65de355f90c4861" Type="http://schemas.openxmlformats.org/officeDocument/2006/relationships/notesMaster" Target="../notesMasters/notesMaster1.xml"/><Relationship Id="R83a7261226ed4e03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1b5d7509b784db2" Type="http://schemas.openxmlformats.org/officeDocument/2006/relationships/slide" Target="../slides/slide7.xml"/><Relationship Id="R55e7bb3a838c479c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9fbdae13b5bc4cc6" Type="http://schemas.openxmlformats.org/officeDocument/2006/relationships/slide" Target="../slides/slide8.xml"/><Relationship Id="Rebb356598de64885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6fdb07f2a8154c99" Type="http://schemas.openxmlformats.org/officeDocument/2006/relationships/notesMaster" Target="../notesMasters/notesMaster1.xml"/><Relationship Id="Rba081de19590497d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887460c760e41d8" Type="http://schemas.openxmlformats.org/officeDocument/2006/relationships/notesMaster" Target="../notesMasters/notesMaster1.xml"/><Relationship Id="R27f83c20b7874156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c94664bb868a4d9b" Type="http://schemas.openxmlformats.org/officeDocument/2006/relationships/slide" Target="../slides/slide11.xml"/><Relationship Id="Rfccefa1f7ad0498a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1ee00a2977b44bc9" Type="http://schemas.openxmlformats.org/officeDocument/2006/relationships/slide" Target="../slides/slide12.xml"/><Relationship Id="Ra9f1e64a67c44025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793c51f818134c70" Type="http://schemas.openxmlformats.org/officeDocument/2006/relationships/slide" Target="../slides/slide13.xml"/><Relationship Id="Rca188223920345bb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548050c52b2447c2" Type="http://schemas.openxmlformats.org/officeDocument/2006/relationships/notesMaster" Target="../notesMasters/notesMaster1.xml"/><Relationship Id="R5f5130af6477431a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2825584df374336" Type="http://schemas.openxmlformats.org/officeDocument/2006/relationships/slide" Target="../slides/slide15.xml"/><Relationship Id="R86713683e1c640c7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84cae40d5b2742dc" Type="http://schemas.openxmlformats.org/officeDocument/2006/relationships/slide" Target="../slides/slide16.xml"/><Relationship Id="Rcd154765ff064cba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216c975911da470d" Type="http://schemas.openxmlformats.org/officeDocument/2006/relationships/notesMaster" Target="../notesMasters/notesMaster1.xml"/><Relationship Id="Rff8bd68f15b2460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78bf151a17334110" Type="http://schemas.openxmlformats.org/officeDocument/2006/relationships/slide" Target="../slides/slide18.xml"/><Relationship Id="Rc8f436fa0ccd4e5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0b3de8cd08be4fe7" Type="http://schemas.openxmlformats.org/officeDocument/2006/relationships/notesMaster" Target="../notesMasters/notesMaster1.xml"/><Relationship Id="R9b008c1ac1e4467e" Type="http://schemas.openxmlformats.org/officeDocument/2006/relationships/slide" Target="../slides/slide1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SCI-BUILD-A2-W06</a:t>
            </a:r>
          </a:p>
          <a:p xmlns:a="http://schemas.openxmlformats.org/drawingml/2006/main">
            <a:r>
              <a:t>SoW objective: Plan and carry out a simple fair test on rocks.</a:t>
            </a:r>
          </a:p>
          <a:p xmlns:a="http://schemas.openxmlformats.org/drawingml/2006/main">
            <a:r>
              <a:t>Reading band: BUILD below age 8</a:t>
            </a:r>
          </a:p>
          <a:p xmlns:a="http://schemas.openxmlformats.org/drawingml/2006/main">
            <a:r>
              <a:t>Staff focus: {'i_do': 'Watch my first step. What do you see?', 'we_do': 'What step is missing? Show it with the kit.', 'independent': 'What can you do first on your own?'}</a:t>
            </a:r>
          </a:p>
          <a:p xmlns:a="http://schemas.openxmlformats.org/drawingml/2006/main">
            <a:r>
              <a:t>Prompt ladder: ['Wait and count to 5.', 'Point to the object or model.', 'Ask: What will you check next?', 'Model one step and give the next turn back.', 'Finish one example together, then let the pupil try.']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https://www.usgs.gov/water-science-school/science/aquifers-and-groundwater</a:t>
            </a:r>
          </a:p>
          <a:p xmlns:a="http://schemas.openxmlformats.org/drawingml/2006/main">
            <a:r>
              <a:t>BUILD scheme of work, Autumn 2 week 5</a:t>
            </a:r>
          </a:p>
          <a:p xmlns:a="http://schemas.openxmlformats.org/drawingml/2006/main">
            <a:r>
              <a:t>BUILD scheme of work, Autumn 2 week 4</a:t>
            </a:r>
          </a:p>
          <a:p xmlns:a="http://schemas.openxmlformats.org/drawingml/2006/main">
            <a:r>
              <a:t>BUILD scheme of work, Autumn 1 week 6</a:t>
            </a:r>
          </a:p>
          <a:p xmlns:a="http://schemas.openxmlformats.org/drawingml/2006/main">
            <a:r>
              <a:t>Local school risk assessment and CLEAPSS guidance; staff confirm exact kit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safe kit choice and short first–then cue.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three low-stakes prior questions; answers in note.</a:t>
            </a:r>
          </a:p>
          <a:p xmlns:a="http://schemas.openxmlformats.org/drawingml/2006/main">
            <a:r>
              <a:t>Name one raw and one made item. → Raw rock and finished brick.</a:t>
            </a:r>
          </a:p>
          <a:p xmlns:a="http://schemas.openxmlformats.org/drawingml/2006/main">
            <a:r>
              <a:t>Why can slate suit a roof? → A suitable slate can form thin roof pieces.</a:t>
            </a:r>
          </a:p>
          <a:p xmlns:a="http://schemas.openxmlformats.org/drawingml/2006/main">
            <a:r>
              <a:t>How can food help a body? → It gives nutrition.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Pre-teach words; show the full model; ask the show-me check.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Fair check: same drops and wait; inspect top, through and edge routes. No result is assumed. Simplified;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No. Use the same amount for both.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Hand over the missing step; offer F or H route. Reset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Fill three as the water amount for rock 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three drops each time → Keep the same</a:t>
            </a:r>
          </a:p>
          <a:p xmlns:a="http://schemas.openxmlformats.org/drawingml/2006/main">
            <a:r>
              <a:t>Wait for the same count → Keep the same</a:t>
            </a:r>
          </a:p>
          <a:p xmlns:a="http://schemas.openxmlformats.org/drawingml/2006/main">
            <a:r>
              <a:t>Test a second rock → Change</a:t>
            </a:r>
          </a:p>
          <a:p xmlns:a="http://schemas.openxmlformats.org/drawingml/2006/main">
            <a:r>
              <a:t>Use the same tray each time → Keep the same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Take all pupil responses at once; use decision rule and parallel hinge.</a:t>
            </a:r>
          </a:p>
          <a:p xmlns:a="http://schemas.openxmlformats.org/drawingml/2006/main">
            <a:r>
              <a:t>A. No. Give each four drops. | Correct | Keeps the water amount equal across samples.</a:t>
            </a:r>
          </a:p>
          <a:p xmlns:a="http://schemas.openxmlformats.org/drawingml/2006/main">
            <a:r>
              <a:t>B. Yes. Both got some water. | Not correct | Ignores the different amounts.</a:t>
            </a:r>
          </a:p>
          <a:p xmlns:a="http://schemas.openxmlformats.org/drawingml/2006/main">
            <a:r>
              <a:t>C. No. Use the same rock. | Not correct | Removes the changed sample from the comparison.</a:t>
            </a:r>
          </a:p>
          <a:p xmlns:a="http://schemas.openxmlformats.org/drawingml/2006/main">
            <a:r>
              <a:t>D. Yes. D could be bigger. | Not correct | Adds an unsupported reason for unequal amounts.</a:t>
            </a:r>
          </a:p>
          <a:p xmlns:a="http://schemas.openxmlformats.org/drawingml/2006/main">
            <a:r>
              <a:t>About 3 in 4 or more right → move on; otherwise re-model A gets three drops. I wait one count. B gets the same. Ask the parallel hinge. No scores or answers saved.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VF and one NS(+); invite one self-edit. Reset once.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feedback and next step, choose next start, then one-minute reset.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bf5c0ea3946469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86d89f6a6174fd8" Type="http://schemas.openxmlformats.org/officeDocument/2006/relationships/theme" Target="theme/theme2.xml"/><Relationship Id="Rc170c8ee3070464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70c8ee307046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27cc21851634ecb" Type="http://schemas.openxmlformats.org/officeDocument/2006/relationships/slideLayout" Target="../slideLayouts/slideLayout1.xml"/><Relationship Id="Re20d5c5eb2b94229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070ee74ff38d465a" Type="http://schemas.openxmlformats.org/officeDocument/2006/relationships/notesSlide" Target="../notesSlides/notesSlide2.xml"/><Relationship Id="R8824afc4f4e549f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b4d0ec0aa2c14124" Type="http://schemas.openxmlformats.org/officeDocument/2006/relationships/notesSlide" Target="../notesSlides/notesSlide3.xml"/><Relationship Id="Rc6ff8abc42524cb0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0b378d35a3b4f53" Type="http://schemas.openxmlformats.org/officeDocument/2006/relationships/slideLayout" Target="../slideLayouts/slideLayout1.xml"/><Relationship Id="R6bf3ab17f64b495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e80b137a2964162" Type="http://schemas.openxmlformats.org/officeDocument/2006/relationships/slideLayout" Target="../slideLayouts/slideLayout1.xml"/><Relationship Id="R6c66c2e2c7cc4916" Type="http://schemas.openxmlformats.org/officeDocument/2006/relationships/image" Target="../media/image.png"/><Relationship Id="Ra96f1b977b59426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8ed0671febc44a01" Type="http://schemas.openxmlformats.org/officeDocument/2006/relationships/slideLayout" Target="../slideLayouts/slideLayout1.xml"/><Relationship Id="R8fe8ed8ba2f34b2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6de136fc550e4fd0" Type="http://schemas.openxmlformats.org/officeDocument/2006/relationships/notesSlide" Target="../notesSlides/notesSlide7.xml"/><Relationship Id="Ra19aec5946f74305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2fe0380b943f4ec6" Type="http://schemas.openxmlformats.org/officeDocument/2006/relationships/slideLayout" Target="../slideLayouts/slideLayout1.xml"/><Relationship Id="R5d84d64313564b0e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4945b24989a045c0" Type="http://schemas.openxmlformats.org/officeDocument/2006/relationships/slideLayout" Target="../slideLayouts/slideLayout1.xml"/><Relationship Id="Rc1ea5fefea6a40f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baff3bbeae874f34" Type="http://schemas.openxmlformats.org/officeDocument/2006/relationships/slideLayout" Target="../slideLayouts/slideLayout1.xml"/><Relationship Id="Rcb164c3ccd86449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b56491d88a9a4054" Type="http://schemas.openxmlformats.org/officeDocument/2006/relationships/slideLayout" Target="../slideLayouts/slideLayout1.xml"/><Relationship Id="Rd2c58777c4b640da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693177efa436413a" Type="http://schemas.openxmlformats.org/officeDocument/2006/relationships/slideLayout" Target="../slideLayouts/slideLayout1.xml"/><Relationship Id="Ra94bb102b4e3489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51a9fd8899f14df7" Type="http://schemas.openxmlformats.org/officeDocument/2006/relationships/slideLayout" Target="../slideLayouts/slideLayout1.xml"/><Relationship Id="R54ee2f0ee3964e6e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5055372e7074f70" Type="http://schemas.openxmlformats.org/officeDocument/2006/relationships/slideLayout" Target="../slideLayouts/slideLayout1.xml"/><Relationship Id="R31614a6abe0d45f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07bf8a9e439c4386" Type="http://schemas.openxmlformats.org/officeDocument/2006/relationships/notesSlide" Target="../notesSlides/notesSlide15.xml"/><Relationship Id="R741f66325d154d0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6f41e1951d324525" Type="http://schemas.openxmlformats.org/officeDocument/2006/relationships/slideLayout" Target="../slideLayouts/slideLayout1.xml"/><Relationship Id="Rd7d26e86ca4b460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6dc4e416b65745ef" Type="http://schemas.openxmlformats.org/officeDocument/2006/relationships/slideLayout" Target="../slideLayouts/slideLayout1.xml"/><Relationship Id="Re0d9784dfa43429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36f27daa42af485e" Type="http://schemas.openxmlformats.org/officeDocument/2006/relationships/slideLayout" Target="../slideLayouts/slideLayout1.xml"/><Relationship Id="R390b20c6d9304ce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592be61878d463e" Type="http://schemas.openxmlformats.org/officeDocument/2006/relationships/notesSlide" Target="../notesSlides/notesSlide19.xml"/><Relationship Id="R4428bce43f3543f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FCA3D-CA26-4DF2-BFD6-CD0C38A9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Keep a rock test fair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6E2D2-6AD4-4555-956E-31225A98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797A8-AC47-4146-BF7A-0C15E138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A7B36-A1F9-4E63-BB66-3EE1222A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am learning to keep a rock test the same each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47DC8-4480-41C8-8605-AFC6DC06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name what we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D6E48-DD53-4A13-B53B-E238C45A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name what stays the same.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A0A65-24E8-47EC-A0C0-02F03EBF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record what I see.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68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BC3A1-37AB-4CC7-A2CF-3EE541AE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0EA4C-3AF5-469A-BD88-3EC41392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D2367-C925-4AAC-A305-B91D1B50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057F3-C10C-4D22-8380-DCF50464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See two rocks and a dropper.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498068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CA652-3568-4664-B771-9A365C73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22796-8749-4316-B3E6-F30EEE78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4BF7C-F27A-49AB-9C36-41E7E4EE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BA178-50A6-430A-A4DB-446A3779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Think back. Say, sign or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3D743-B6B4-40BA-B089-1C1AA2F6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one raw and one made item.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4C6C5-D9B1-4B84-95A5-9142747F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Why can slate suit a roof?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8DD8C-6E42-4FCA-BF53-9EE7F880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can food help a body?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426503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2C900-F851-44C7-B6CF-49EDF9F6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25A4F-92E3-47FB-A968-91D44EEC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463B5-7992-46ED-BE99-34121617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8E8E4-6331-457F-9538-23A7FBE9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Watch a fair water check.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541D1-7435-4A04-9CC6-CE86789C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gets three drops. I wait one count. B gets the same.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973209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40758-F112-44D0-9798-20E64FD5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835F9-DAD1-4F18-8FC8-CCA3E170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C7F8D-4B1B-41D6-83F4-4A9E54EC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Two rock samples A and B on separate trays receive the same three drops; pictures show top, through and edge routes to inspect, not actual result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6c2e2c7cc4916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348661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A37B4-ADCB-4EB7-AD64-70FFDE3A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AE413-B8AF-415C-9C81-98BD46C5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B26B1-C9F4-41F1-8084-238C38AC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DEA2E-66B9-4348-814E-3C829EE2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Do three drops on A and ten on B keep the water amount the same?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653458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2C1B7-2E0E-40E7-860F-E1BC308C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F37C3-FD9C-4527-AA17-2D91F402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65776-659F-48E6-9950-A7E7FC26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EB5E8-9493-49D1-A50B-DA3DD78B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Plan and run the same steps.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4A9A2-7F41-484D-96B9-FF3293A7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gets three drops. B gets ____ drops. I wait the same time.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510767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8854C-6709-49D5-A92F-2DD679B4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533FF-6AAF-4ED3-ACFC-1D2143BC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3AB3F-97DF-46F8-AE83-5C84B6A9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9DCC3-28A2-47D2-B986-F631F394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Keep the same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8D214-5249-457B-B5DF-8D78F1B3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F23C1-E0AB-4910-A8E6-B7C46D33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three drops each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D716A-F2E3-4BD1-B1F3-B5676E5C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Wait for the same 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FACDB-3139-4CB3-A335-DD1A73E1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Test a second rock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6DEB3-965A-47E3-8E47-C72A55CD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the same tray each time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090693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A20DD-8365-4248-A74A-0C7ABB7E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3E101-F7C9-408F-BA42-EBDCF500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345C2-BE46-404A-BD8E-AB9F5F0F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881E0-EA77-4CD4-84C2-DC47E19F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New samples C and D get four and nine drops. Is the water amount controlled?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5A0BE-C008-45AB-B0B5-3895CC7D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No. Give each four drops.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09733-721C-4A1E-A44A-0398DCFC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Yes. Both got some water.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9D7D9-AE94-4BDA-8F1A-F4307D95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No. Use the same rock.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81613-5720-4050-BE0E-479E64D8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9707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Yes. D could be bigger.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378428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C765A-0AAC-4208-998A-8230A8A6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CC19B-2B59-4285-B243-D5638F0A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C59C3-6EE9-4195-8384-F0B36BF1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B0A46-0A2E-4767-BBC0-B22321B1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Test two rocks. Record what you see.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80C75-C73A-41C2-90B3-5B344490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Point to what stays the same.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9886C-FD1B-480A-B0C2-91E200CD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keep ____ the same.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612256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46059-6B30-47B9-97E9-A99FBC9F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DB74A-9197-4915-B273-0C58E691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57656-CBDD-4C0E-9A25-4485F9DD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7BC62-7D6F-4783-852E-2AB62A7E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Test two rocks. Record what you see.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35C37-3D42-4DEF-889D-519F7260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Plan one fair water check.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A095F-DAFE-4C47-8762-C1AA4943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change ____ and keep ____ the same.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7731586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BB73C-2213-408F-BE35-DED1A4BE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EDCD6-20FD-44CD-A344-26A810F3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BCABD-E173-4E30-B01C-B7F33E50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ADE96-4930-43FB-8AF4-4EA30ECE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Test two rocks. Record what you see.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66364-618D-47A7-AD93-8AE5FDD7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One rock is much larger. How could you compare?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7DCD7-099D-4DB4-BB1E-3F16D2D8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check may fail if ____; I will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996713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A42E7-5F23-4D61-AC21-13F62FB5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91622-221C-4132-805B-2F42EA84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D510F-5CD9-4E4C-9932-BE0F6CA7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3AF91-5224-49C3-AFE6-F08276A4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Drops run off an edge. Did water pass through? Fix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87CBD-DFFF-46A2-BE40-48451B0A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Find two unfair steps. Fix them.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9551846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6497F-4390-4698-9046-DBBCB200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047D4-BB0D-46DC-A857-32DDD49B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93BFA-18D3-43AE-ABE1-8D0ADD28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CC0CD-5EFF-49F6-AA36-F6C9E51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Check two rows. Hear a next step.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375712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BC4E7-7400-4666-B741-15DADD0D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5DF9D-97D3-4FEC-84A5-3872C9C0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6486C-78E2-49C2-814B-A1F19516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B76F1-4B2D-4510-95B6-583E9CA5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Say what stayed the same.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A0A8F-DC93-4A82-843A-54123CD3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Read it back: I am learning to keep a rock test the same each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0C4BE-E03B-41C7-BF35-84A9DD96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was… I showed…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F9DAB-E1AF-4BC4-A1F5-39E430D3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Next I need to… try one small fix.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1BEB5-3102-46BF-B07B-6E7FBBF6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name what we change. I can name what stays the same. I can record what I see.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73C59-2256-4DF4-9F21-193808C3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52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your teacher. They will pick our next start.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C7539-203D-4A8D-B06F-33F9463D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96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Take one quiet minute before the next lesson.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176461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2D783-8E72-42C4-924F-018B20E3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fair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24220-924D-414B-A133-EF0692D0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0C493-48A7-40F2-BC0D-93D32A3C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505AD-4EAC-4577-9AA4-4077FB53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check with one planned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BEC77-9815-45F3-A3C5-27044412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use three drops each time.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4960400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98C9F-4B9C-4DA2-8559-9DC9837C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same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D6CD0-30FD-45B5-A6ED-EF1CC783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4139C-41C4-4AAA-BC12-A018AE18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C2384-DFA3-4112-87E5-7CEDB099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not changed in each 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CD117-71C6-448A-9F43-B0DD2707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use the same water.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342157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FD0E2-033C-4A72-B2E4-3F7EB610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B88EA-FF26-4048-9460-F6820935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925F4-6032-4BC7-95FD-1807571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88A2A-9B75-4437-935F-7F9C5CEF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make one thing different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C83BB-D7D2-4FE0-B148-1907AB3E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change the rock.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447586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0A620-0392-44B9-83ED-D01CA642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48F57-3C04-4CBC-B4C8-CEE8D7E7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SCI-BUILD-A2-W06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E7024-504E-4B1E-B9FF-B1C4CE5D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817DC-01F6-45A9-8DA5-9661E531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the check showed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B6A77-5C65-4723-8031-5CB665A0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drop stayed on top.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59807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2026-09-25T12:28:54.8230000Z</dcterms:created>
  <dcterms:modified xsi:type="dcterms:W3CDTF">2026-09-25T12:28:54.8230000Z</dcterms:modified>
</coreProperties>
</file>