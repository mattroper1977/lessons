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docProps/custom.xml" ContentType="application/vnd.openxmlformats-officedocument.custom-properties+xml"/>
</Types>
</file>

<file path=_rels/.rels><Relationships xmlns="http://schemas.openxmlformats.org/package/2006/relationships"><Relationship Type="http://schemas.openxmlformats.org/package/2006/relationships/metadata/core-properties" Target="/docProps/core.xml" Id="R1cd789115d074f16"/><Relationship Type="http://schemas.openxmlformats.org/officeDocument/2006/relationships/extended-properties" Target="/docProps/app.xml" Id="R11d27e4bd0334f41"/><Relationship Type="http://schemas.openxmlformats.org/officeDocument/2006/relationships/officeDocument" Target="/ppt/presentation.xml" Id="R1268762d6f1a4302"/><Relationship Id="rIdCustom" Type="http://schemas.openxmlformats.org/officeDocument/2006/relationships/custom-properties" Target="docProps/custom.xml"/></Relationships>
</file>

<file path=ppt/presentation.xml><?xml version="1.0" encoding="utf-8"?>
<p:presentation xmlns:p="http://schemas.openxmlformats.org/presentationml/2006/main">
  <p:sldMasterIdLst>
    <p:sldMasterId xmlns:r="http://schemas.openxmlformats.org/officeDocument/2006/relationships" id="2147483648" r:id="R39a8127985d74db8"/>
  </p:sldMasterIdLst>
  <p:notesMasterIdLst>
    <p:notesMasterId xmlns:r="http://schemas.openxmlformats.org/officeDocument/2006/relationships" r:id="Ree428554e9414e95"/>
  </p:notesMasterIdLst>
  <p:sldIdLst>
    <p:sldId xmlns:r="http://schemas.openxmlformats.org/officeDocument/2006/relationships" id="256" r:id="R7fc023df8ca743d2"/>
    <p:sldId xmlns:r="http://schemas.openxmlformats.org/officeDocument/2006/relationships" id="257" r:id="Reeb3b06225ba4816"/>
    <p:sldId xmlns:r="http://schemas.openxmlformats.org/officeDocument/2006/relationships" id="258" r:id="R4cff926d777744a9"/>
    <p:sldId xmlns:r="http://schemas.openxmlformats.org/officeDocument/2006/relationships" id="259" r:id="R346773f86a5143e9"/>
    <p:sldId xmlns:r="http://schemas.openxmlformats.org/officeDocument/2006/relationships" id="260" r:id="R23048d3c076b4b90"/>
    <p:sldId xmlns:r="http://schemas.openxmlformats.org/officeDocument/2006/relationships" id="261" r:id="R7b256d4caf6b4078"/>
    <p:sldId xmlns:r="http://schemas.openxmlformats.org/officeDocument/2006/relationships" id="262" r:id="R9b68cb9cc5104762"/>
    <p:sldId xmlns:r="http://schemas.openxmlformats.org/officeDocument/2006/relationships" id="263" r:id="Racf69e8b97a74c56"/>
    <p:sldId xmlns:r="http://schemas.openxmlformats.org/officeDocument/2006/relationships" id="264" r:id="Re221c1697aa84309"/>
    <p:sldId xmlns:r="http://schemas.openxmlformats.org/officeDocument/2006/relationships" id="265" r:id="R21524cc7db9f4333"/>
    <p:sldId xmlns:r="http://schemas.openxmlformats.org/officeDocument/2006/relationships" id="266" r:id="Rb09dff64f9564855"/>
    <p:sldId xmlns:r="http://schemas.openxmlformats.org/officeDocument/2006/relationships" id="267" r:id="Ra5498f617145489f"/>
    <p:sldId xmlns:r="http://schemas.openxmlformats.org/officeDocument/2006/relationships" id="268" r:id="R9dcccc1418714190"/>
    <p:sldId xmlns:r="http://schemas.openxmlformats.org/officeDocument/2006/relationships" id="269" r:id="Rf773bcdfb257419a"/>
    <p:sldId xmlns:r="http://schemas.openxmlformats.org/officeDocument/2006/relationships" id="270" r:id="R9d52726e9efa46fd"/>
    <p:sldId xmlns:r="http://schemas.openxmlformats.org/officeDocument/2006/relationships" id="271" r:id="Rac21f7ebe0bc4522"/>
    <p:sldId xmlns:r="http://schemas.openxmlformats.org/officeDocument/2006/relationships" id="272" r:id="R243328190276473b"/>
    <p:sldId xmlns:r="http://schemas.openxmlformats.org/officeDocument/2006/relationships" id="273" r:id="R7fcb975676ef4412"/>
    <p:sldId xmlns:r="http://schemas.openxmlformats.org/officeDocument/2006/relationships" id="274" r:id="R8bd99c3aa6604296"/>
    <p:sldId xmlns:r="http://schemas.openxmlformats.org/officeDocument/2006/relationships" id="275" r:id="Rbf3c3adb16fc45ac"/>
    <p:sldId xmlns:r="http://schemas.openxmlformats.org/officeDocument/2006/relationships" id="276" r:id="Rcb164a3981f2478c"/>
    <p:sldId xmlns:r="http://schemas.openxmlformats.org/officeDocument/2006/relationships" id="277" r:id="R0286b864601e4aba"/>
    <p:sldId xmlns:r="http://schemas.openxmlformats.org/officeDocument/2006/relationships" id="278" r:id="Rbac0bfcd8a4f4648"/>
    <p:sldId xmlns:r="http://schemas.openxmlformats.org/officeDocument/2006/relationships" id="279" r:id="Rd4b4c1a435c24ebf"/>
    <p:sldId xmlns:r="http://schemas.openxmlformats.org/officeDocument/2006/relationships" id="280" r:id="Rb60bc73e20174121"/>
    <p:sldId xmlns:r="http://schemas.openxmlformats.org/officeDocument/2006/relationships" id="281" r:id="R1ed08de1340e4e66"/>
    <p:sldId xmlns:r="http://schemas.openxmlformats.org/officeDocument/2006/relationships" id="282" r:id="Re243944e897d42b4"/>
    <p:sldId xmlns:r="http://schemas.openxmlformats.org/officeDocument/2006/relationships" id="283" r:id="Rcffb2989c2e343a9"/>
    <p:sldId xmlns:r="http://schemas.openxmlformats.org/officeDocument/2006/relationships" id="284" r:id="R5bd7b95e6e5542b0"/>
    <p:sldId xmlns:r="http://schemas.openxmlformats.org/officeDocument/2006/relationships" id="285" r:id="R0084747c15aa4d90"/>
    <p:sldId xmlns:r="http://schemas.openxmlformats.org/officeDocument/2006/relationships" id="286" r:id="R3d64feb5e3db4899"/>
    <p:sldId xmlns:r="http://schemas.openxmlformats.org/officeDocument/2006/relationships" id="287" r:id="Rc584f8e166e54424"/>
    <p:sldId xmlns:r="http://schemas.openxmlformats.org/officeDocument/2006/relationships" id="288" r:id="R5d0054a2985446b2"/>
    <p:sldId xmlns:r="http://schemas.openxmlformats.org/officeDocument/2006/relationships" id="289" r:id="R6832b9e8af194518"/>
    <p:sldId xmlns:r="http://schemas.openxmlformats.org/officeDocument/2006/relationships" id="290" r:id="R7e4eecda14d44381"/>
    <p:sldId xmlns:r="http://schemas.openxmlformats.org/officeDocument/2006/relationships" id="291" r:id="R05aca071382844ac"/>
    <p:sldId xmlns:r="http://schemas.openxmlformats.org/officeDocument/2006/relationships" id="292" r:id="R6c7ad46f0c9f4f4c"/>
    <p:sldId xmlns:r="http://schemas.openxmlformats.org/officeDocument/2006/relationships" id="293" r:id="Ra8d97859b2e745ce"/>
    <p:sldId xmlns:r="http://schemas.openxmlformats.org/officeDocument/2006/relationships" id="294" r:id="Rd5657ef64fbd433a"/>
    <p:sldId xmlns:r="http://schemas.openxmlformats.org/officeDocument/2006/relationships" id="295" r:id="Rf52ceeee21534e7b"/>
    <p:sldId xmlns:r="http://schemas.openxmlformats.org/officeDocument/2006/relationships" id="296" r:id="Rbd2ce4dd80954242"/>
    <p:sldId xmlns:r="http://schemas.openxmlformats.org/officeDocument/2006/relationships" id="297" r:id="Rd4f1e4d4374f4182"/>
    <p:sldId xmlns:r="http://schemas.openxmlformats.org/officeDocument/2006/relationships" id="298" r:id="R21913eb625e64ec0"/>
    <p:sldId xmlns:r="http://schemas.openxmlformats.org/officeDocument/2006/relationships" id="299" r:id="R7910b527d2034c73"/>
    <p:sldId xmlns:r="http://schemas.openxmlformats.org/officeDocument/2006/relationships" id="300" r:id="Rc86d2b796b80411e"/>
    <p:sldId xmlns:r="http://schemas.openxmlformats.org/officeDocument/2006/relationships" id="301" r:id="R07884a4f3f1f4c14"/>
    <p:sldId xmlns:r="http://schemas.openxmlformats.org/officeDocument/2006/relationships" id="302" r:id="R3a440f1962344c1c"/>
    <p:sldId xmlns:r="http://schemas.openxmlformats.org/officeDocument/2006/relationships" id="303" r:id="R47611b6ed68349ab"/>
    <p:sldId xmlns:r="http://schemas.openxmlformats.org/officeDocument/2006/relationships" id="304" r:id="R67fe68533d444cad"/>
    <p:sldId xmlns:r="http://schemas.openxmlformats.org/officeDocument/2006/relationships" id="305" r:id="R18344556b37d4bb0"/>
    <p:sldId xmlns:r="http://schemas.openxmlformats.org/officeDocument/2006/relationships" id="306" r:id="R46e453384ca745af"/>
    <p:sldId xmlns:r="http://schemas.openxmlformats.org/officeDocument/2006/relationships" id="307" r:id="Re4ac81bf0a9c477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b1f4d66c98477e" /><Relationship Type="http://schemas.openxmlformats.org/officeDocument/2006/relationships/slideMaster" Target="/ppt/slideMasters/slideMaster1.xml" Id="R39a8127985d74db8" /><Relationship Type="http://schemas.openxmlformats.org/officeDocument/2006/relationships/notesMaster" Target="/ppt/notesMasters/notesMaster1.xml" Id="Ree428554e9414e95" /><Relationship Type="http://schemas.openxmlformats.org/officeDocument/2006/relationships/presProps" Target="/ppt/presProps.xml" Id="R187cb72ddc594e19" /><Relationship Type="http://schemas.openxmlformats.org/officeDocument/2006/relationships/tableStyles" Target="/ppt/tableStyles.xml" Id="R3e855930e63f4fb4" /><Relationship Type="http://schemas.openxmlformats.org/officeDocument/2006/relationships/slide" Target="/ppt/slides/slide1.xml" Id="R7fc023df8ca743d2" /><Relationship Type="http://schemas.openxmlformats.org/officeDocument/2006/relationships/slide" Target="/ppt/slides/slide2.xml" Id="Reeb3b06225ba4816" /><Relationship Type="http://schemas.openxmlformats.org/officeDocument/2006/relationships/slide" Target="/ppt/slides/slide3.xml" Id="R4cff926d777744a9" /><Relationship Type="http://schemas.openxmlformats.org/officeDocument/2006/relationships/slide" Target="/ppt/slides/slide4.xml" Id="R346773f86a5143e9" /><Relationship Type="http://schemas.openxmlformats.org/officeDocument/2006/relationships/slide" Target="/ppt/slides/slide5.xml" Id="R23048d3c076b4b90" /><Relationship Type="http://schemas.openxmlformats.org/officeDocument/2006/relationships/slide" Target="/ppt/slides/slide6.xml" Id="R7b256d4caf6b4078" /><Relationship Type="http://schemas.openxmlformats.org/officeDocument/2006/relationships/slide" Target="/ppt/slides/slide7.xml" Id="R9b68cb9cc5104762" /><Relationship Type="http://schemas.openxmlformats.org/officeDocument/2006/relationships/slide" Target="/ppt/slides/slide8.xml" Id="Racf69e8b97a74c56" /><Relationship Type="http://schemas.openxmlformats.org/officeDocument/2006/relationships/slide" Target="/ppt/slides/slide9.xml" Id="Re221c1697aa84309" /><Relationship Type="http://schemas.openxmlformats.org/officeDocument/2006/relationships/slide" Target="/ppt/slides/slide10.xml" Id="R21524cc7db9f4333" /><Relationship Type="http://schemas.openxmlformats.org/officeDocument/2006/relationships/slide" Target="/ppt/slides/slide11.xml" Id="Rb09dff64f9564855" /><Relationship Type="http://schemas.openxmlformats.org/officeDocument/2006/relationships/slide" Target="/ppt/slides/slide12.xml" Id="Ra5498f617145489f" /><Relationship Type="http://schemas.openxmlformats.org/officeDocument/2006/relationships/slide" Target="/ppt/slides/slide13.xml" Id="R9dcccc1418714190" /><Relationship Type="http://schemas.openxmlformats.org/officeDocument/2006/relationships/slide" Target="/ppt/slides/slide14.xml" Id="Rf773bcdfb257419a" /><Relationship Type="http://schemas.openxmlformats.org/officeDocument/2006/relationships/slide" Target="/ppt/slides/slide15.xml" Id="R9d52726e9efa46fd" /><Relationship Type="http://schemas.openxmlformats.org/officeDocument/2006/relationships/slide" Target="/ppt/slides/slide16.xml" Id="Rac21f7ebe0bc4522" /><Relationship Type="http://schemas.openxmlformats.org/officeDocument/2006/relationships/slide" Target="/ppt/slides/slide17.xml" Id="R243328190276473b" /><Relationship Type="http://schemas.openxmlformats.org/officeDocument/2006/relationships/slide" Target="/ppt/slides/slide18.xml" Id="R7fcb975676ef4412" /><Relationship Type="http://schemas.openxmlformats.org/officeDocument/2006/relationships/slide" Target="/ppt/slides/slide19.xml" Id="R8bd99c3aa6604296" /><Relationship Type="http://schemas.openxmlformats.org/officeDocument/2006/relationships/slide" Target="/ppt/slides/slide20.xml" Id="Rbf3c3adb16fc45ac" /><Relationship Type="http://schemas.openxmlformats.org/officeDocument/2006/relationships/slide" Target="/ppt/slides/slide21.xml" Id="Rcb164a3981f2478c" /><Relationship Type="http://schemas.openxmlformats.org/officeDocument/2006/relationships/slide" Target="/ppt/slides/slide22.xml" Id="R0286b864601e4aba" /><Relationship Type="http://schemas.openxmlformats.org/officeDocument/2006/relationships/slide" Target="/ppt/slides/slide23.xml" Id="Rbac0bfcd8a4f4648" /><Relationship Type="http://schemas.openxmlformats.org/officeDocument/2006/relationships/slide" Target="/ppt/slides/slide24.xml" Id="Rd4b4c1a435c24ebf" /><Relationship Type="http://schemas.openxmlformats.org/officeDocument/2006/relationships/slide" Target="/ppt/slides/slide25.xml" Id="Rb60bc73e20174121" /><Relationship Type="http://schemas.openxmlformats.org/officeDocument/2006/relationships/slide" Target="/ppt/slides/slide26.xml" Id="R1ed08de1340e4e66" /><Relationship Type="http://schemas.openxmlformats.org/officeDocument/2006/relationships/slide" Target="/ppt/slides/slide27.xml" Id="Re243944e897d42b4" /><Relationship Type="http://schemas.openxmlformats.org/officeDocument/2006/relationships/slide" Target="/ppt/slides/slide28.xml" Id="Rcffb2989c2e343a9" /><Relationship Type="http://schemas.openxmlformats.org/officeDocument/2006/relationships/slide" Target="/ppt/slides/slide29.xml" Id="R5bd7b95e6e5542b0" /><Relationship Type="http://schemas.openxmlformats.org/officeDocument/2006/relationships/slide" Target="/ppt/slides/slide30.xml" Id="R0084747c15aa4d90" /><Relationship Type="http://schemas.openxmlformats.org/officeDocument/2006/relationships/slide" Target="/ppt/slides/slide31.xml" Id="R3d64feb5e3db4899" /><Relationship Type="http://schemas.openxmlformats.org/officeDocument/2006/relationships/slide" Target="/ppt/slides/slide32.xml" Id="Rc584f8e166e54424" /><Relationship Type="http://schemas.openxmlformats.org/officeDocument/2006/relationships/slide" Target="/ppt/slides/slide33.xml" Id="R5d0054a2985446b2" /><Relationship Type="http://schemas.openxmlformats.org/officeDocument/2006/relationships/slide" Target="/ppt/slides/slide34.xml" Id="R6832b9e8af194518" /><Relationship Type="http://schemas.openxmlformats.org/officeDocument/2006/relationships/slide" Target="/ppt/slides/slide35.xml" Id="R7e4eecda14d44381" /><Relationship Type="http://schemas.openxmlformats.org/officeDocument/2006/relationships/slide" Target="/ppt/slides/slide36.xml" Id="R05aca071382844ac" /><Relationship Type="http://schemas.openxmlformats.org/officeDocument/2006/relationships/slide" Target="/ppt/slides/slide37.xml" Id="R6c7ad46f0c9f4f4c" /><Relationship Type="http://schemas.openxmlformats.org/officeDocument/2006/relationships/slide" Target="/ppt/slides/slide38.xml" Id="Ra8d97859b2e745ce" /><Relationship Type="http://schemas.openxmlformats.org/officeDocument/2006/relationships/slide" Target="/ppt/slides/slide39.xml" Id="Rd5657ef64fbd433a" /><Relationship Type="http://schemas.openxmlformats.org/officeDocument/2006/relationships/slide" Target="/ppt/slides/slide40.xml" Id="Rf52ceeee21534e7b" /><Relationship Type="http://schemas.openxmlformats.org/officeDocument/2006/relationships/slide" Target="/ppt/slides/slide41.xml" Id="Rbd2ce4dd80954242" /><Relationship Type="http://schemas.openxmlformats.org/officeDocument/2006/relationships/slide" Target="/ppt/slides/slide42.xml" Id="Rd4f1e4d4374f4182" /><Relationship Type="http://schemas.openxmlformats.org/officeDocument/2006/relationships/slide" Target="/ppt/slides/slide43.xml" Id="R21913eb625e64ec0" /><Relationship Type="http://schemas.openxmlformats.org/officeDocument/2006/relationships/slide" Target="/ppt/slides/slide44.xml" Id="R7910b527d2034c73" /><Relationship Type="http://schemas.openxmlformats.org/officeDocument/2006/relationships/slide" Target="/ppt/slides/slide45.xml" Id="Rc86d2b796b80411e" /><Relationship Type="http://schemas.openxmlformats.org/officeDocument/2006/relationships/slide" Target="/ppt/slides/slide46.xml" Id="R07884a4f3f1f4c14" /><Relationship Type="http://schemas.openxmlformats.org/officeDocument/2006/relationships/slide" Target="/ppt/slides/slide47.xml" Id="R3a440f1962344c1c" /><Relationship Type="http://schemas.openxmlformats.org/officeDocument/2006/relationships/slide" Target="/ppt/slides/slide48.xml" Id="R47611b6ed68349ab" /><Relationship Type="http://schemas.openxmlformats.org/officeDocument/2006/relationships/slide" Target="/ppt/slides/slide49.xml" Id="R67fe68533d444cad" /><Relationship Type="http://schemas.openxmlformats.org/officeDocument/2006/relationships/slide" Target="/ppt/slides/slide50.xml" Id="R18344556b37d4bb0" /><Relationship Type="http://schemas.openxmlformats.org/officeDocument/2006/relationships/slide" Target="/ppt/slides/slide51.xml" Id="R46e453384ca745af" /><Relationship Type="http://schemas.openxmlformats.org/officeDocument/2006/relationships/slide" Target="/ppt/slides/slide52.xml" Id="Re4ac81bf0a9c47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4a393035e742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Liberation Sans"/>
        <a:ea typeface="Liberation Sans"/>
        <a:cs typeface="Liberation Sans"/>
      </a:majorFont>
      <a:minorFont>
        <a:latin typeface="Liberation Sans"/>
        <a:ea typeface="Liberation Sans"/>
        <a:cs typeface="Liberation Sans"/>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bc7b3f4a40040b9" /><Relationship Type="http://schemas.openxmlformats.org/officeDocument/2006/relationships/notesMaster" Target="/ppt/notesMasters/notesMaster1.xml" Id="R60cae09eb56f4513"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7b4c25f2b94cf0" /><Relationship Type="http://schemas.openxmlformats.org/officeDocument/2006/relationships/notesMaster" Target="/ppt/notesMasters/notesMaster1.xml" Id="R2343f84271ec4d13" /></Relationships>
</file>

<file path=ppt/notesSlides/_rels/notesSlide3.xml.rels>&#65279;<?xml version="1.0" encoding="utf-8"?><Relationships xmlns="http://schemas.openxmlformats.org/package/2006/relationships"><Relationship Type="http://schemas.openxmlformats.org/officeDocument/2006/relationships/slide" Target="/ppt/slides/slide3.xml" Id="R83654df1434a40e1" /><Relationship Type="http://schemas.openxmlformats.org/officeDocument/2006/relationships/notesMaster" Target="/ppt/notesMasters/notesMaster1.xml" Id="R10b520436ea444c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4543a1ea25c4b41" /><Relationship Type="http://schemas.openxmlformats.org/officeDocument/2006/relationships/notesMaster" Target="/ppt/notesMasters/notesMaster1.xml" Id="Rb1fca61e62a04ef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7f68de7a96e43c8" /><Relationship Type="http://schemas.openxmlformats.org/officeDocument/2006/relationships/notesMaster" Target="/ppt/notesMasters/notesMaster1.xml" Id="Rce16b08ae25b472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4de6964c9244a8" /><Relationship Type="http://schemas.openxmlformats.org/officeDocument/2006/relationships/notesMaster" Target="/ppt/notesMasters/notesMaster1.xml" Id="Rf499ca63c96a44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d93c4fb479c412a" /><Relationship Type="http://schemas.openxmlformats.org/officeDocument/2006/relationships/notesMaster" Target="/ppt/notesMasters/notesMaster1.xml" Id="R12ef190905fa4a6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2294d47608549ed" /><Relationship Type="http://schemas.openxmlformats.org/officeDocument/2006/relationships/notesMaster" Target="/ppt/notesMasters/notesMaster1.xml" Id="Rd0f46a9b39e1477c"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63a6af2c8f4b23" /><Relationship Type="http://schemas.openxmlformats.org/officeDocument/2006/relationships/notesMaster" Target="/ppt/notesMasters/notesMaster1.xml" Id="Rcb040ed446ad4b2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dcc3dee06d841fc" /><Relationship Type="http://schemas.openxmlformats.org/officeDocument/2006/relationships/notesMaster" Target="/ppt/notesMasters/notesMaster1.xml" Id="R3d85d2bc0e3a4a8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b82bd1ea6b94c44" /><Relationship Type="http://schemas.openxmlformats.org/officeDocument/2006/relationships/notesMaster" Target="/ppt/notesMasters/notesMaster1.xml" Id="R5d055546d8ba429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fb64082343246f3" /><Relationship Type="http://schemas.openxmlformats.org/officeDocument/2006/relationships/notesMaster" Target="/ppt/notesMasters/notesMaster1.xml" Id="R650c21472c8a489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97f81c0fd4b4594" /><Relationship Type="http://schemas.openxmlformats.org/officeDocument/2006/relationships/notesMaster" Target="/ppt/notesMasters/notesMaster1.xml" Id="Raa5f82a6fa7f405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90f4b98c07a455d" /><Relationship Type="http://schemas.openxmlformats.org/officeDocument/2006/relationships/notesMaster" Target="/ppt/notesMasters/notesMaster1.xml" Id="Rd37c50e258f54a8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93cf59e5084485a" /><Relationship Type="http://schemas.openxmlformats.org/officeDocument/2006/relationships/notesMaster" Target="/ppt/notesMasters/notesMaster1.xml" Id="R7121f83640924e0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93230a045d04866" /><Relationship Type="http://schemas.openxmlformats.org/officeDocument/2006/relationships/notesMaster" Target="/ppt/notesMasters/notesMaster1.xml" Id="Rf2e7631728354d4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f60a88712ce48f1" /><Relationship Type="http://schemas.openxmlformats.org/officeDocument/2006/relationships/notesMaster" Target="/ppt/notesMasters/notesMaster1.xml" Id="Rdaf4feb4d4704c7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fc46e7487374470" /><Relationship Type="http://schemas.openxmlformats.org/officeDocument/2006/relationships/notesMaster" Target="/ppt/notesMasters/notesMaster1.xml" Id="R9d0b16f18518448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7f470696b0d44c7" /><Relationship Type="http://schemas.openxmlformats.org/officeDocument/2006/relationships/notesMaster" Target="/ppt/notesMasters/notesMaster1.xml" Id="R507ce755add541e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eb0e42daf50415a" /><Relationship Type="http://schemas.openxmlformats.org/officeDocument/2006/relationships/notesMaster" Target="/ppt/notesMasters/notesMaster1.xml" Id="R61a6a51d8dee45e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ff79672615d4111" /><Relationship Type="http://schemas.openxmlformats.org/officeDocument/2006/relationships/notesMaster" Target="/ppt/notesMasters/notesMaster1.xml" Id="R9f6dafbbdb8e4c2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947977139334a16" /><Relationship Type="http://schemas.openxmlformats.org/officeDocument/2006/relationships/notesMaster" Target="/ppt/notesMasters/notesMaster1.xml" Id="Rbceeb13f5f46485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71fb69426614883" /><Relationship Type="http://schemas.openxmlformats.org/officeDocument/2006/relationships/notesMaster" Target="/ppt/notesMasters/notesMaster1.xml" Id="R4e96b045f0924ff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384006a74e749bf" /><Relationship Type="http://schemas.openxmlformats.org/officeDocument/2006/relationships/notesMaster" Target="/ppt/notesMasters/notesMaster1.xml" Id="R201567f29434480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d1e8ade767c482d" /><Relationship Type="http://schemas.openxmlformats.org/officeDocument/2006/relationships/notesMaster" Target="/ppt/notesMasters/notesMaster1.xml" Id="R8dae0c8a5384434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2cc533b3a904191" /><Relationship Type="http://schemas.openxmlformats.org/officeDocument/2006/relationships/notesMaster" Target="/ppt/notesMasters/notesMaster1.xml" Id="Rf299a73a96ae44a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7d4b94e77c14eea" /><Relationship Type="http://schemas.openxmlformats.org/officeDocument/2006/relationships/notesMaster" Target="/ppt/notesMasters/notesMaster1.xml" Id="Rf9dd4ecdfbb2413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716e917f0244420" /><Relationship Type="http://schemas.openxmlformats.org/officeDocument/2006/relationships/notesMaster" Target="/ppt/notesMasters/notesMaster1.xml" Id="R73093d33be304a7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753bf8fb474415c" /><Relationship Type="http://schemas.openxmlformats.org/officeDocument/2006/relationships/notesMaster" Target="/ppt/notesMasters/notesMaster1.xml" Id="R7d8669933f67459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d3e111a34fb41d9" /><Relationship Type="http://schemas.openxmlformats.org/officeDocument/2006/relationships/notesMaster" Target="/ppt/notesMasters/notesMaster1.xml" Id="Rcc34e637a56f4c6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89a450700d244e4" /><Relationship Type="http://schemas.openxmlformats.org/officeDocument/2006/relationships/notesMaster" Target="/ppt/notesMasters/notesMaster1.xml" Id="R199f61f1200944a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ec98c057dbd4683" /><Relationship Type="http://schemas.openxmlformats.org/officeDocument/2006/relationships/notesMaster" Target="/ppt/notesMasters/notesMaster1.xml" Id="R0bd4c2d53904407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37819e3f5fd45fe" /><Relationship Type="http://schemas.openxmlformats.org/officeDocument/2006/relationships/notesMaster" Target="/ppt/notesMasters/notesMaster1.xml" Id="R3d5b306b23494613"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34485c1dbfc472b" /><Relationship Type="http://schemas.openxmlformats.org/officeDocument/2006/relationships/notesMaster" Target="/ppt/notesMasters/notesMaster1.xml" Id="Rf1c59a3ca4be433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11764f6c72946b7" /><Relationship Type="http://schemas.openxmlformats.org/officeDocument/2006/relationships/notesMaster" Target="/ppt/notesMasters/notesMaster1.xml" Id="R68d1c4e70f28404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c0d3ea85a61413d" /><Relationship Type="http://schemas.openxmlformats.org/officeDocument/2006/relationships/notesMaster" Target="/ppt/notesMasters/notesMaster1.xml" Id="R5e3d3ce6bddb4371"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57fd2d64fb2f4997" /><Relationship Type="http://schemas.openxmlformats.org/officeDocument/2006/relationships/notesMaster" Target="/ppt/notesMasters/notesMaster1.xml" Id="R7ae4331ddc6042f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f9ded166edc4720" /><Relationship Type="http://schemas.openxmlformats.org/officeDocument/2006/relationships/notesMaster" Target="/ppt/notesMasters/notesMaster1.xml" Id="R5187746fbaef499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1096f51752448a5" /><Relationship Type="http://schemas.openxmlformats.org/officeDocument/2006/relationships/notesMaster" Target="/ppt/notesMasters/notesMaster1.xml" Id="Re3987c6a6c544ec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7752cf70ac046fd" /><Relationship Type="http://schemas.openxmlformats.org/officeDocument/2006/relationships/notesMaster" Target="/ppt/notesMasters/notesMaster1.xml" Id="R34da7ae6c70c495e"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1ff31f40bff0471b" /><Relationship Type="http://schemas.openxmlformats.org/officeDocument/2006/relationships/notesMaster" Target="/ppt/notesMasters/notesMaster1.xml" Id="Re09133dc4bd74ba2"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29e8556c235e4239" /><Relationship Type="http://schemas.openxmlformats.org/officeDocument/2006/relationships/notesMaster" Target="/ppt/notesMasters/notesMaster1.xml" Id="Ra2dd4b4b02464581"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129e1e809a914eb2" /><Relationship Type="http://schemas.openxmlformats.org/officeDocument/2006/relationships/notesMaster" Target="/ppt/notesMasters/notesMaster1.xml" Id="Rbcc27c9f4bb544c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805de42c5c74b95" /><Relationship Type="http://schemas.openxmlformats.org/officeDocument/2006/relationships/notesMaster" Target="/ppt/notesMasters/notesMaster1.xml" Id="R4c76940555a846eb"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56387ad784d4fde" /><Relationship Type="http://schemas.openxmlformats.org/officeDocument/2006/relationships/notesMaster" Target="/ppt/notesMasters/notesMaster1.xml" Id="R6ff2d523b5a8446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c993dc0efab494a" /><Relationship Type="http://schemas.openxmlformats.org/officeDocument/2006/relationships/notesMaster" Target="/ppt/notesMasters/notesMaster1.xml" Id="R23cb95ab3caa460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80984fe64b7d443c" /><Relationship Type="http://schemas.openxmlformats.org/officeDocument/2006/relationships/notesMaster" Target="/ppt/notesMasters/notesMaster1.xml" Id="R55d4ae5fac5b4442"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491606799204dbf" /><Relationship Type="http://schemas.openxmlformats.org/officeDocument/2006/relationships/notesMaster" Target="/ppt/notesMasters/notesMaster1.xml" Id="R6632dc997a59452b"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9e58feb4587d4d09" /><Relationship Type="http://schemas.openxmlformats.org/officeDocument/2006/relationships/notesMaster" Target="/ppt/notesMasters/notesMaster1.xml" Id="R59a4d1136e7f4b61"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31ea2aeba15f4c66" /><Relationship Type="http://schemas.openxmlformats.org/officeDocument/2006/relationships/notesMaster" Target="/ppt/notesMasters/notesMaster1.xml" Id="R0ecc842ccec3474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6ec2f29f7c14499" /><Relationship Type="http://schemas.openxmlformats.org/officeDocument/2006/relationships/notesMaster" Target="/ppt/notesMasters/notesMaster1.xml" Id="Rd81c3f9e64ff4c5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686c79f42c434f6e" /><Relationship Type="http://schemas.openxmlformats.org/officeDocument/2006/relationships/notesMaster" Target="/ppt/notesMasters/notesMaster1.xml" Id="R287b20fb41344c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1.</a:t>
            </a:r>
          </a:p>
          <a:p xmlns:a="http://schemas.openxmlformats.org/drawingml/2006/main">
            <a:r>
              <a:t>Start from the shared science objective; no assumptions about previous attendance.</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2.</a:t>
            </a:r>
          </a:p>
          <a:p xmlns:a="http://schemas.openxmlformats.org/drawingml/2006/main">
            <a:r>
              <a:t>At arrival, say the spoken line on the marking card once. Use genuine last lesson evidence for the spoken inheritance. This arrival is the only calibration; no separate pre-check or recovery task. IF NEW — 0.5 min read clues; 1.5 min respond; 1 min sample and reveal. IF REVISION — 0.5 min orient; 1.5 min respond; 1 min sample and reveal.</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2.</a:t>
            </a:r>
          </a:p>
          <a:p xmlns:a="http://schemas.openxmlformats.org/drawingml/2006/main">
            <a:r>
              <a:t>At arrival, say the spoken line on the marking card once. Use genuine last lesson evidence for the spoken inheritance. This arrival is the only calibration; no separate pre-check or recovery task. IF NEW — 0.5 min read clues; 1.5 min respond; 1 min sample and reveal. IF REVISION — 0.5 min orient; 1.5 min respond; 1 min sample and reveal.</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2.</a:t>
            </a:r>
          </a:p>
          <a:p xmlns:a="http://schemas.openxmlformats.org/drawingml/2006/main">
            <a:r>
              <a:t>At arrival, say the spoken line on the marking card once. Use genuine last lesson evidence for the spoken inheritance. This arrival is the only calibration; no separate pre-check or recovery task. IF NEW — 0.5 min read clues; 1.5 min respond; 1 min sample and reveal. IF REVISION — 0.5 min orient; 1.5 min respond; 1 min sample and reveal.</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2.</a:t>
            </a:r>
          </a:p>
          <a:p xmlns:a="http://schemas.openxmlformats.org/drawingml/2006/main">
            <a:r>
              <a:t>At arrival, say the spoken line on the marking card once. Use genuine last lesson evidence for the spoken inheritance. This arrival is the only calibration; no separate pre-check or recovery task. IF NEW — 0.5 min read clues; 1.5 min respond; 1 min sample and reveal. IF REVISION — 0.5 min orient; 1.5 min respond; 1 min sample and reveal.</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2.</a:t>
            </a:r>
          </a:p>
          <a:p xmlns:a="http://schemas.openxmlformats.org/drawingml/2006/main">
            <a:r>
              <a:t>At arrival, say the spoken line on the marking card once. Use genuine last lesson evidence for the spoken inheritance. This arrival is the only calibration; no separate pre-check or recovery task. IF NEW — 0.5 min read clues; 1.5 min respond; 1 min sample and reveal. IF REVISION — 0.5 min orient; 1.5 min respond; 1 min sample and reveal.</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2.</a:t>
            </a:r>
          </a:p>
          <a:p xmlns:a="http://schemas.openxmlformats.org/drawingml/2006/main">
            <a:r>
              <a:t>At arrival, say the spoken line on the marking card once. Use genuine last lesson evidence for the spoken inheritance. This arrival is the only calibration; no separate pre-check or recovery task. IF NEW — 0.5 min read clues; 1.5 min respond; 1 min sample and reveal. IF REVISION — 0.5 min orient; 1.5 min respond; 1 min sample and reveal.</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2.</a:t>
            </a:r>
          </a:p>
          <a:p xmlns:a="http://schemas.openxmlformats.org/drawingml/2006/main">
            <a:r>
              <a:t>At arrival, say the spoken line on the marking card once. Use genuine last lesson evidence for the spoken inheritance. This arrival is the only calibration; no separate pre-check or recovery task. IF NEW — 0.5 min read clues; 1.5 min respond; 1 min sample and reveal. IF REVISION — 0.5 min orient; 1.5 min respond; 1 min sample and reveal.</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2.</a:t>
            </a:r>
          </a:p>
          <a:p xmlns:a="http://schemas.openxmlformats.org/drawingml/2006/main">
            <a:r>
              <a:t>At arrival, say the spoken line on the marking card once. Use genuine last lesson evidence for the spoken inheritance. This arrival is the only calibration; no separate pre-check or recovery task. IF NEW — 0.5 min read clues; 1.5 min respond; 1 min sample and reveal. IF REVISION — 0.5 min orient; 1.5 min respond; 1 min sample and reveal.</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2.</a:t>
            </a:r>
          </a:p>
          <a:p xmlns:a="http://schemas.openxmlformats.org/drawingml/2006/main">
            <a:r>
              <a:t>At arrival, say the spoken line on the marking card once. Use genuine last lesson evidence for the spoken inheritance. This arrival is the only calibration; no separate pre-check or recovery task. IF NEW — 0.5 min read clues; 1.5 min respond; 1 min sample and reveal. IF REVISION — 0.5 min orient; 1.5 min respond; 1 min sample and reveal.</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2.</a:t>
            </a:r>
          </a:p>
          <a:p xmlns:a="http://schemas.openxmlformats.org/drawingml/2006/main">
            <a:r>
              <a:t>At arrival, say the spoken line on the marking card once. Use genuine last lesson evidence for the spoken inheritance. This arrival is the only calibration; no separate pre-check or recovery task. IF NEW — 0.5 min read clues; 1.5 min respond; 1 min sample and reveal. IF REVISION — 0.5 min orient; 1.5 min respond; 1 min sample and reveal.</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2.</a:t>
            </a:r>
          </a:p>
          <a:p xmlns:a="http://schemas.openxmlformats.org/drawingml/2006/main">
            <a:r>
              <a:t>At arrival, say the spoken line on the marking card once. Use genuine last lesson evidence for the spoken inheritance. This arrival is the only calibration; no separate pre-check or recovery task. IF NEW — 0.5 min read clues; 1.5 min respond; 1 min sample and reveal. IF REVISION — 0.5 min orient; 1.5 min respond; 1 min sample and reveal.</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2.</a:t>
            </a:r>
          </a:p>
          <a:p xmlns:a="http://schemas.openxmlformats.org/drawingml/2006/main">
            <a:r>
              <a:t>At arrival, say the spoken line on the marking card once. Use genuine last lesson evidence for the spoken inheritance. This arrival is the only calibration; no separate pre-check or recovery task. IF NEW — 0.5 min read clues; 1.5 min respond; 1 min sample and reveal. IF REVISION — 0.5 min orient; 1.5 min respond; 1 min sample and reveal.</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3.</a:t>
            </a:r>
          </a:p>
          <a:p xmlns:a="http://schemas.openxmlformats.org/drawingml/2006/main">
            <a:r>
              <a:t>At about minute eight, choose one same-lesson adjustment from the arrival: hold calculator modelling longer, use supported graph placement, switch the current task route or add the repeat-evidence stretch card. IF NEW — 0.5 min compare times; 1 min predict rates; 1.5 min explain direction. IF REVISION — 0.5 min predict; 1.5 min justify using reciprocals; 1 min check conditions.</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3.</a:t>
            </a:r>
          </a:p>
          <a:p xmlns:a="http://schemas.openxmlformats.org/drawingml/2006/main">
            <a:r>
              <a:t>At about minute eight, choose one same-lesson adjustment from the arrival: hold calculator modelling longer, use supported graph placement, switch the current task route or add the repeat-evidence stretch card. IF NEW — 0.5 min compare times; 1 min predict rates; 1.5 min explain direction. IF REVISION — 0.5 min predict; 1.5 min justify using reciprocals; 1 min check conditions.</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4.</a:t>
            </a:r>
          </a:p>
          <a:p xmlns:a="http://schemas.openxmlformats.org/drawingml/2006/main">
            <a:r>
              <a:t>Use 1/t only. Show 1/120 = 0.00833 s</a:t>
            </a:r>
            <a:r>
              <a:rPr baseline="30000"/>
              <a:t>−1</a:t>
            </a:r>
            <a:r>
              <a:t>; discuss sufficient rounding without pretending interval-based observations are exact instantaneous rates. IF NEW — 2.5 min model formula, substitution and unit; 1.5 min connect the result to its graph point. IF REVISION — 0.5 min orient; 2.5 min pupils predict and check calculations; 1 min compare direction.</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4.</a:t>
            </a:r>
          </a:p>
          <a:p xmlns:a="http://schemas.openxmlformats.org/drawingml/2006/main">
            <a:r>
              <a:t>Use 1/t only. Show 1/120 = 0.00833 s</a:t>
            </a:r>
            <a:r>
              <a:rPr baseline="30000"/>
              <a:t>−1</a:t>
            </a:r>
            <a:r>
              <a:t>; discuss sufficient rounding without pretending interval-based observations are exact instantaneous rates. IF NEW — 2.5 min model formula, substitution and unit; 1.5 min connect the result to its graph point. IF REVISION — 0.5 min orient; 2.5 min pupils predict and check calculations; 1 min compare direction.</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4.</a:t>
            </a:r>
          </a:p>
          <a:p xmlns:a="http://schemas.openxmlformats.org/drawingml/2006/main">
            <a:r>
              <a:t>Use 1/t only. Show 1/120 = 0.00833 s</a:t>
            </a:r>
            <a:r>
              <a:rPr baseline="30000"/>
              <a:t>−1</a:t>
            </a:r>
            <a:r>
              <a:t>; discuss sufficient rounding without pretending interval-based observations are exact instantaneous rates. IF NEW — 2.5 min model formula, substitution and unit; 1.5 min connect the result to its graph point. IF REVISION — 0.5 min orient; 2.5 min pupils predict and check calculations; 1 min compare direction.</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4.</a:t>
            </a:r>
          </a:p>
          <a:p xmlns:a="http://schemas.openxmlformats.org/drawingml/2006/main">
            <a:r>
              <a:t>Use 1/t only. Show 1/120 = 0.00833 s</a:t>
            </a:r>
            <a:r>
              <a:rPr baseline="30000"/>
              <a:t>−1</a:t>
            </a:r>
            <a:r>
              <a:t>; discuss sufficient rounding without pretending interval-based observations are exact instantaneous rates. IF NEW — 2.5 min model formula, substitution and unit; 1.5 min connect the result to its graph point. IF REVISION — 0.5 min orient; 2.5 min pupils predict and check calculations; 1 min compare direction.</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4.</a:t>
            </a:r>
          </a:p>
          <a:p xmlns:a="http://schemas.openxmlformats.org/drawingml/2006/main">
            <a:r>
              <a:t>Use 1/t only. Show 1/120 = 0.00833 s</a:t>
            </a:r>
            <a:r>
              <a:rPr baseline="30000"/>
              <a:t>−1</a:t>
            </a:r>
            <a:r>
              <a:t>; discuss sufficient rounding without pretending interval-based observations are exact instantaneous rates. IF NEW — 2.5 min model formula, substitution and unit; 1.5 min connect the result to its graph point. IF REVISION — 0.5 min orient; 2.5 min pupils predict and check calculations; 1 min compare direction.</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5.</a:t>
            </a:r>
          </a:p>
          <a:p xmlns:a="http://schemas.openxmlformats.org/drawingml/2006/main">
            <a:r>
              <a:t>Named involvement opportunity. Card-then-destination works by keyboard and touch. Ask whether each statement comes from data, biological knowledge or a judgement of the method. IF NEW — 1 min read categories; 2 min classify and justify; 1 min respond to a pupil’s reasoning. IF REVISION — 0.5 min orient; 2.5 min classify with evidence; 1 min compare the claim boundary.</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5.</a:t>
            </a:r>
          </a:p>
          <a:p xmlns:a="http://schemas.openxmlformats.org/drawingml/2006/main">
            <a:r>
              <a:t>Named involvement opportunity. Card-then-destination works by keyboard and touch. Ask whether each statement comes from data, biological knowledge or a judgement of the method. IF NEW — 1 min read categories; 2 min classify and justify; 1 min respond to a pupil’s reasoning. IF REVISION — 0.5 min orient; 2.5 min classify with evidence; 1 min compare the claim boundary.</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5.</a:t>
            </a:r>
          </a:p>
          <a:p xmlns:a="http://schemas.openxmlformats.org/drawingml/2006/main">
            <a:r>
              <a:t>Named involvement opportunity. Card-then-destination works by keyboard and touch. Ask whether each statement comes from data, biological knowledge or a judgement of the method. IF NEW — 1 min read categories; 2 min classify and justify; 1 min respond to a pupil’s reasoning. IF REVISION — 0.5 min orient; 2.5 min classify with evidence; 1 min compare the claim boundary.</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5.</a:t>
            </a:r>
          </a:p>
          <a:p xmlns:a="http://schemas.openxmlformats.org/drawingml/2006/main">
            <a:r>
              <a:t>Named involvement opportunity. Card-then-destination works by keyboard and touch. Ask whether each statement comes from data, biological knowledge or a judgement of the method. IF NEW — 1 min read categories; 2 min classify and justify; 1 min respond to a pupil’s reasoning. IF REVISION — 0.5 min orient; 2.5 min classify with evidence; 1 min compare the claim boundary.</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5.</a:t>
            </a:r>
          </a:p>
          <a:p xmlns:a="http://schemas.openxmlformats.org/drawingml/2006/main">
            <a:r>
              <a:t>Named involvement opportunity. Card-then-destination works by keyboard and touch. Ask whether each statement comes from data, biological knowledge or a judgement of the method. IF NEW — 1 min read categories; 2 min classify and justify; 1 min respond to a pupil’s reasoning. IF REVISION — 0.5 min orient; 2.5 min classify with evidence; 1 min compare the claim boundary.</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6.</a:t>
            </a:r>
          </a:p>
          <a:p xmlns:a="http://schemas.openxmlformats.org/drawingml/2006/main">
            <a:r>
              <a:t>Label pH 7 as highest in the first series, among values tested. Do not silently average the repeat, impose a universal pH 7 optimum or treat a fall in activity as proof of irreversible denaturation. IF NEW — 1.5 min reveal the five-point pattern; 0.5 min add the separate repeat; 1 min distinguish data from explanation. IF REVISION — 0.5 min inspect; 1.5 min qualify the peak with the repeat; 1 min compare scope and uncertainty.</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6.</a:t>
            </a:r>
          </a:p>
          <a:p xmlns:a="http://schemas.openxmlformats.org/drawingml/2006/main">
            <a:r>
              <a:t>Label pH 7 as highest in the first series, among values tested. Do not silently average the repeat, impose a universal pH 7 optimum or treat a fall in activity as proof of irreversible denaturation. IF NEW — 1.5 min reveal the five-point pattern; 0.5 min add the separate repeat; 1 min distinguish data from explanation. IF REVISION — 0.5 min inspect; 1.5 min qualify the peak with the repeat; 1 min compare scope and uncertainty.</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6.</a:t>
            </a:r>
          </a:p>
          <a:p xmlns:a="http://schemas.openxmlformats.org/drawingml/2006/main">
            <a:r>
              <a:t>Label pH 7 as highest in the first series, among values tested. Do not silently average the repeat, impose a universal pH 7 optimum or treat a fall in activity as proof of irreversible denaturation. IF NEW — 1.5 min reveal the five-point pattern; 0.5 min add the separate repeat; 1 min distinguish data from explanation. IF REVISION — 0.5 min inspect; 1.5 min qualify the peak with the repeat; 1 min compare scope and uncertainty.</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7.</a:t>
            </a:r>
          </a:p>
          <a:p xmlns:a="http://schemas.openxmlformats.org/drawingml/2006/main">
            <a:r>
              <a:t>Model one concise repair, then name the two processes. This supplies the Topic 1 transfer before independent work, so a missed earlier topic is not a barrier. IF NEW — 1 min inspect the claim and process definitions; 2 min repair and label; 1 min check. IF REVISION — 0.5 min inspect; 2.5 min repair with a reason; 1 min check the transfer.</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7.</a:t>
            </a:r>
          </a:p>
          <a:p xmlns:a="http://schemas.openxmlformats.org/drawingml/2006/main">
            <a:r>
              <a:t>Model one concise repair, then name the two processes. This supplies the Topic 1 transfer before independent work, so a missed earlier topic is not a barrier. IF NEW — 1 min inspect the claim and process definitions; 2 min repair and label; 1 min check. IF REVISION — 0.5 min inspect; 2.5 min repair with a reason; 1 min check the transfer.</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7.</a:t>
            </a:r>
          </a:p>
          <a:p xmlns:a="http://schemas.openxmlformats.org/drawingml/2006/main">
            <a:r>
              <a:t>Model one concise repair, then name the two processes. This supplies the Topic 1 transfer before independent work, so a missed earlier topic is not a barrier. IF NEW — 1 min inspect the claim and process definitions; 2 min repair and label; 1 min check. IF REVISION — 0.5 min inspect; 2.5 min repair with a reason; 1 min check the transfer.</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7.</a:t>
            </a:r>
          </a:p>
          <a:p xmlns:a="http://schemas.openxmlformats.org/drawingml/2006/main">
            <a:r>
              <a:t>Model one concise repair, then name the two processes. This supplies the Topic 1 transfer before independent work, so a missed earlier topic is not a barrier. IF NEW — 1 min inspect the claim and process definitions; 2 min repair and label; 1 min check. IF REVISION — 0.5 min inspect; 2.5 min repair with a reason; 1 min check the transfer.</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8.</a:t>
            </a:r>
          </a:p>
          <a:p xmlns:a="http://schemas.openxmlformats.org/drawingml/2006/main">
            <a:r>
              <a:t>Use pre-scaled axes with three points already shown and two points to add; do not spend the block redrawing axes or copying the full table. Five short responses retain calculation, graph, explanation, evaluation and transfer within fifteen minutes. Supported pupils may direct plotting and dictate the same reasoning. IF NEW — 2 min orient the calculations and graph; 11 min complete the five responses; 2 min use one precise feedback point. IF REVISION — 1 min orient; 12 min complete the five responses; 2 min use one precise feedback point.</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8.</a:t>
            </a:r>
          </a:p>
          <a:p xmlns:a="http://schemas.openxmlformats.org/drawingml/2006/main">
            <a:r>
              <a:t>Use pre-scaled axes with three points already shown and two points to add; do not spend the block redrawing axes or copying the full table. Five short responses retain calculation, graph, explanation, evaluation and transfer within fifteen minutes. Supported pupils may direct plotting and dictate the same reasoning. IF NEW — 2 min orient the calculations and graph; 11 min complete the five responses; 2 min use one precise feedback point. IF REVISION — 1 min orient; 12 min complete the five responses; 2 min use one precise feedback point.</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8.</a:t>
            </a:r>
          </a:p>
          <a:p xmlns:a="http://schemas.openxmlformats.org/drawingml/2006/main">
            <a:r>
              <a:t>Use pre-scaled axes with three points already shown and two points to add; do not spend the block redrawing axes or copying the full table. Five short responses retain calculation, graph, explanation, evaluation and transfer within fifteen minutes. Supported pupils may direct plotting and dictate the same reasoning. IF NEW — 2 min orient the calculations and graph; 11 min complete the five responses; 2 min use one precise feedback point. IF REVISION — 1 min orient; 12 min complete the five responses; 2 min use one precise feedback point.</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8.</a:t>
            </a:r>
          </a:p>
          <a:p xmlns:a="http://schemas.openxmlformats.org/drawingml/2006/main">
            <a:r>
              <a:t>Use pre-scaled axes with three points already shown and two points to add; do not spend the block redrawing axes or copying the full table. Five short responses retain calculation, graph, explanation, evaluation and transfer within fifteen minutes. Supported pupils may direct plotting and dictate the same reasoning. IF NEW — 2 min orient the calculations and graph; 11 min complete the five responses; 2 min use one precise feedback point. IF REVISION — 1 min orient; 12 min complete the five responses; 2 min use one precise feedback point.</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8.</a:t>
            </a:r>
          </a:p>
          <a:p xmlns:a="http://schemas.openxmlformats.org/drawingml/2006/main">
            <a:r>
              <a:t>Use pre-scaled axes with three points already shown and two points to add; do not spend the block redrawing axes or copying the full table. Five short responses retain calculation, graph, explanation, evaluation and transfer within fifteen minutes. Supported pupils may direct plotting and dictate the same reasoning. IF NEW — 2 min orient the calculations and graph; 11 min complete the five responses; 2 min use one precise feedback point. IF REVISION — 1 min orient; 12 min complete the five responses; 2 min use one precise feedback point.</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8.</a:t>
            </a:r>
          </a:p>
          <a:p xmlns:a="http://schemas.openxmlformats.org/drawingml/2006/main">
            <a:r>
              <a:t>Use pre-scaled axes with three points already shown and two points to add; do not spend the block redrawing axes or copying the full table. Five short responses retain calculation, graph, explanation, evaluation and transfer within fifteen minutes. Supported pupils may direct plotting and dictate the same reasoning. IF NEW — 2 min orient the calculations and graph; 11 min complete the five responses; 2 min use one precise feedback point. IF REVISION — 1 min orient; 12 min complete the five responses; 2 min use one precise feedback point.</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8.</a:t>
            </a:r>
          </a:p>
          <a:p xmlns:a="http://schemas.openxmlformats.org/drawingml/2006/main">
            <a:r>
              <a:t>Use pre-scaled axes with three points already shown and two points to add; do not spend the block redrawing axes or copying the full table. Five short responses retain calculation, graph, explanation, evaluation and transfer within fifteen minutes. Supported pupils may direct plotting and dictate the same reasoning. IF NEW — 2 min orient the calculations and graph; 11 min complete the five responses; 2 min use one precise feedback point. IF REVISION — 1 min orient; 12 min complete the five responses; 2 min use one precise feedback point.</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8.</a:t>
            </a:r>
          </a:p>
          <a:p xmlns:a="http://schemas.openxmlformats.org/drawingml/2006/main">
            <a:r>
              <a:t>Use pre-scaled axes with three points already shown and two points to add; do not spend the block redrawing axes or copying the full table. Five short responses retain calculation, graph, explanation, evaluation and transfer within fifteen minutes. Supported pupils may direct plotting and dictate the same reasoning. IF NEW — 2 min orient the calculations and graph; 11 min complete the five responses; 2 min use one precise feedback point. IF REVISION — 1 min orient; 12 min complete the five responses; 2 min use one precise feedback point.</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8.</a:t>
            </a:r>
          </a:p>
          <a:p xmlns:a="http://schemas.openxmlformats.org/drawingml/2006/main">
            <a:r>
              <a:t>Use pre-scaled axes with three points already shown and two points to add; do not spend the block redrawing axes or copying the full table. Five short responses retain calculation, graph, explanation, evaluation and transfer within fifteen minutes. Supported pupils may direct plotting and dictate the same reasoning. IF NEW — 2 min orient the calculations and graph; 11 min complete the five responses; 2 min use one precise feedback point. IF REVISION — 1 min orient; 12 min complete the five responses; 2 min use one precise feedback point.</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8.</a:t>
            </a:r>
          </a:p>
          <a:p xmlns:a="http://schemas.openxmlformats.org/drawingml/2006/main">
            <a:r>
              <a:t>Use pre-scaled axes with three points already shown and two points to add; do not spend the block redrawing axes or copying the full table. Five short responses retain calculation, graph, explanation, evaluation and transfer within fifteen minutes. Supported pupils may direct plotting and dictate the same reasoning. IF NEW — 2 min orient the calculations and graph; 11 min complete the five responses; 2 min use one precise feedback point. IF REVISION — 1 min orient; 12 min complete the five responses; 2 min use one precise feedback point.</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8.</a:t>
            </a:r>
          </a:p>
          <a:p xmlns:a="http://schemas.openxmlformats.org/drawingml/2006/main">
            <a:r>
              <a:t>Use pre-scaled axes with three points already shown and two points to add; do not spend the block redrawing axes or copying the full table. Five short responses retain calculation, graph, explanation, evaluation and transfer within fifteen minutes. Supported pupils may direct plotting and dictate the same reasoning. IF NEW — 2 min orient the calculations and graph; 11 min complete the five responses; 2 min use one precise feedback point. IF REVISION — 1 min orient; 12 min complete the five responses; 2 min use one precise feedback point.</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8.</a:t>
            </a:r>
          </a:p>
          <a:p xmlns:a="http://schemas.openxmlformats.org/drawingml/2006/main">
            <a:r>
              <a:t>Use pre-scaled axes with three points already shown and two points to add; do not spend the block redrawing axes or copying the full table. Five short responses retain calculation, graph, explanation, evaluation and transfer within fifteen minutes. Supported pupils may direct plotting and dictate the same reasoning. IF NEW — 2 min orient the calculations and graph; 11 min complete the five responses; 2 min use one precise feedback point. IF REVISION — 1 min orient; 12 min complete the five responses; 2 min use one precise feedback point.</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8.</a:t>
            </a:r>
          </a:p>
          <a:p xmlns:a="http://schemas.openxmlformats.org/drawingml/2006/main">
            <a:r>
              <a:t>Use pre-scaled axes with three points already shown and two points to add; do not spend the block redrawing axes or copying the full table. Five short responses retain calculation, graph, explanation, evaluation and transfer within fifteen minutes. Supported pupils may direct plotting and dictate the same reasoning. IF NEW — 2 min orient the calculations and graph; 11 min complete the five responses; 2 min use one precise feedback point. IF REVISION — 1 min orient; 12 min complete the five responses; 2 min use one precise feedback point.</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9.</a:t>
            </a:r>
          </a:p>
          <a:p xmlns:a="http://schemas.openxmlformats.org/drawingml/2006/main">
            <a:r>
              <a:t>Give one specific VF and one NS+; wait for a real // edit and hear the pupil explain the change.</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10.</a:t>
            </a:r>
          </a:p>
          <a:p xmlns:a="http://schemas.openxmlformats.org/drawingml/2006/main">
            <a:r>
              <a:t>Use one book response OR one ticket. Read once after last lesson to shape the plan for Autumn 2, since half term follows. No retrospective closure or additional pupil recording. IF NEW — 1 min read evidence; 2 min respond; 1 min pupil finishes the same response. IF REVISION — 0.5 min orient; 2.5 min respond; 1 min pupil finishes the same response.</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10.</a:t>
            </a:r>
          </a:p>
          <a:p xmlns:a="http://schemas.openxmlformats.org/drawingml/2006/main">
            <a:r>
              <a:t>Use one book response OR one ticket. Read once after last lesson to shape the plan for Autumn 2, since half term follows. No retrospective closure or additional pupil recording. IF NEW — 1 min read evidence; 2 min respond; 1 min pupil finishes the same response. IF REVISION — 0.5 min orient; 2.5 min respond; 1 min pupil finishes the same response.</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10.</a:t>
            </a:r>
          </a:p>
          <a:p xmlns:a="http://schemas.openxmlformats.org/drawingml/2006/main">
            <a:r>
              <a:t>Use one book response OR one ticket. Read once after last lesson to shape the plan for Autumn 2, since half term follows. No retrospective closure or additional pupil recording. IF NEW — 1 min read evidence; 2 min respond; 1 min pupil finishes the same response. IF REVISION — 0.5 min orient; 2.5 min respond; 1 min pupil finishes the same response.</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10.</a:t>
            </a:r>
          </a:p>
          <a:p xmlns:a="http://schemas.openxmlformats.org/drawingml/2006/main">
            <a:r>
              <a:t>Use one book response OR one ticket. Read once after last lesson to shape the plan for Autumn 2, since half term follows. No retrospective closure or additional pupil recording. IF NEW — 1 min read evidence; 2 min respond; 1 min pupil finishes the same response. IF REVISION — 0.5 min orient; 2.5 min respond; 1 min pupil finishes the same response.</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10.</a:t>
            </a:r>
          </a:p>
          <a:p xmlns:a="http://schemas.openxmlformats.org/drawingml/2006/main">
            <a:r>
              <a:t>Use one book response OR one ticket. Read once after last lesson to shape the plan for Autumn 2, since half term follows. No retrospective closure or additional pupil recording. IF NEW — 1 min read evidence; 2 min respond; 1 min pupil finishes the same response. IF REVISION — 0.5 min orient; 2.5 min respond; 1 min pupil finishes the same response.</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SCI_LAUNCH_A1_W08_L3.html; page slide 10.</a:t>
            </a:r>
          </a:p>
          <a:p xmlns:a="http://schemas.openxmlformats.org/drawingml/2006/main">
            <a:r>
              <a:t>Use one book response OR one ticket. Read once after last lesson to shape the plan for Autumn 2, since half term follows. No retrospective closure or additional pupil recording. IF NEW — 1 min read evidence; 2 min respond; 1 min pupil finishes the same response. IF REVISION — 0.5 min orient; 2.5 min respond; 1 min pupil finishes the same response.</a:t>
            </a:r>
          </a:p>
          <a:p xmlns:a="http://schemas.openxmlformats.org/drawingml/2006/main">
            <a:r>
              <a:t>Source page SHA-256: 66f94869a80918a1b406d402ea7ae74b75fd3350bd65cab90006fc3284542922.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a98a16f5f7468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dc1101b0b4c4b4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7f334903def473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dcb5ea29e7c4c4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6e434d07b064f4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87cc13979c346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250158-5FCA-43F2-9BE0-E85CBF6C406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Liberation Sans"/>
                <a:ea typeface="Liberation Sans"/>
                <a:cs typeface="Liberation Sans"/>
              </a:defRPr>
            </a:defPPr>
            <a:lvl1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1pPr>
            <a:lvl2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2pPr>
            <a:lvl3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3pPr>
            <a:lvl4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4pPr>
            <a:lvl5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5pPr>
            <a:lvl6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6pPr>
            <a:lvl7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7pPr>
            <a:lvl8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8pPr>
            <a:lvl9pPr marL="0" indent="0" algn="ctr">
              <a:lnSpc>
                <a:spcPct val="110000"/>
              </a:lnSpc>
              <a:spcBef>
                <a:spcPts val="0"/>
              </a:spcBef>
              <a:spcAft>
                <a:spcPts val="0"/>
              </a:spcAft>
              <a:buNone/>
              <a:defRPr sz="4800" b="1">
                <a:solidFill>
                  <a:schemeClr val="tx1"/>
                </a:solidFill>
                <a:latin typeface="Liberation Sans"/>
                <a:ea typeface="Liberation Sans"/>
                <a:cs typeface="Liberation Sans"/>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BE4D4BF-2D94-4FFC-A14F-EEBB6E719D1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Liberation Sans"/>
                <a:ea typeface="Liberation Sans"/>
                <a:cs typeface="Liberation Sans"/>
              </a:defRPr>
            </a:defPPr>
            <a:lvl1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1pPr>
            <a:lvl2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2pPr>
            <a:lvl3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3pPr>
            <a:lvl4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4pPr>
            <a:lvl5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5pPr>
            <a:lvl6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6pPr>
            <a:lvl7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7pPr>
            <a:lvl8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8pPr>
            <a:lvl9pPr marL="0" indent="0" algn="ctr">
              <a:lnSpc>
                <a:spcPct val="110000"/>
              </a:lnSpc>
              <a:spcBef>
                <a:spcPts val="0"/>
              </a:spcBef>
              <a:spcAft>
                <a:spcPts val="0"/>
              </a:spcAft>
              <a:buNone/>
              <a:defRPr sz="2100" b="0">
                <a:solidFill>
                  <a:schemeClr val="tx1"/>
                </a:solidFill>
                <a:latin typeface="Liberation Sans"/>
                <a:ea typeface="Liberation Sans"/>
                <a:cs typeface="Liberation Sans"/>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EA856E-774C-43DA-9108-39D7933EBEB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Liberation Sans"/>
                <a:ea typeface="Liberation Sans"/>
                <a:cs typeface="Liberation Sans"/>
              </a:defRPr>
            </a:defPPr>
            <a:lvl1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1pPr>
            <a:lvl2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2pPr>
            <a:lvl3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3pPr>
            <a:lvl4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4pPr>
            <a:lvl5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5pPr>
            <a:lvl6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6pPr>
            <a:lvl7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7pPr>
            <a:lvl8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8pPr>
            <a:lvl9pPr marL="0" indent="0" algn="ctr">
              <a:lnSpc>
                <a:spcPct val="110000"/>
              </a:lnSpc>
              <a:spcBef>
                <a:spcPts val="0"/>
              </a:spcBef>
              <a:spcAft>
                <a:spcPts val="0"/>
              </a:spcAft>
              <a:buNone/>
              <a:defRPr sz="4200" b="1">
                <a:solidFill>
                  <a:schemeClr val="tx1"/>
                </a:solidFill>
                <a:latin typeface="Liberation Sans"/>
                <a:ea typeface="Liberation Sans"/>
                <a:cs typeface="Liberation Sans"/>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E446DBB-4A7C-4BAD-9877-B3E17FF681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gn="l">
              <a:lnSpc>
                <a:spcPct val="110000"/>
              </a:lnSpc>
              <a:spcBef>
                <a:spcPts val="0"/>
              </a:spcBef>
              <a:spcAft>
                <a:spcPts val="0"/>
              </a:spcAft>
              <a:buNone/>
              <a:defRPr sz="3300" b="1">
                <a:solidFill>
                  <a:schemeClr val="tx1"/>
                </a:solidFill>
                <a:latin typeface="Liberation Sans"/>
                <a:ea typeface="Liberation Sans"/>
                <a:cs typeface="Liberation Sans"/>
              </a:defRPr>
            </a:lvl1pPr>
            <a:lvl2pPr marL="0" indent="0" algn="l">
              <a:lnSpc>
                <a:spcPct val="110000"/>
              </a:lnSpc>
              <a:spcBef>
                <a:spcPts val="0"/>
              </a:spcBef>
              <a:spcAft>
                <a:spcPts val="0"/>
              </a:spcAft>
              <a:buNone/>
              <a:defRPr sz="3300" b="1">
                <a:solidFill>
                  <a:schemeClr val="tx1"/>
                </a:solidFill>
                <a:latin typeface="Liberation Sans"/>
                <a:ea typeface="Liberation Sans"/>
                <a:cs typeface="Liberation Sans"/>
              </a:defRPr>
            </a:lvl2pPr>
            <a:lvl3pPr marL="0" indent="0" algn="l">
              <a:lnSpc>
                <a:spcPct val="110000"/>
              </a:lnSpc>
              <a:spcBef>
                <a:spcPts val="0"/>
              </a:spcBef>
              <a:spcAft>
                <a:spcPts val="0"/>
              </a:spcAft>
              <a:buNone/>
              <a:defRPr sz="3300" b="1">
                <a:solidFill>
                  <a:schemeClr val="tx1"/>
                </a:solidFill>
                <a:latin typeface="Liberation Sans"/>
                <a:ea typeface="Liberation Sans"/>
                <a:cs typeface="Liberation Sans"/>
              </a:defRPr>
            </a:lvl3pPr>
            <a:lvl4pPr marL="0" indent="0" algn="l">
              <a:lnSpc>
                <a:spcPct val="110000"/>
              </a:lnSpc>
              <a:spcBef>
                <a:spcPts val="0"/>
              </a:spcBef>
              <a:spcAft>
                <a:spcPts val="0"/>
              </a:spcAft>
              <a:buNone/>
              <a:defRPr sz="3300" b="1">
                <a:solidFill>
                  <a:schemeClr val="tx1"/>
                </a:solidFill>
                <a:latin typeface="Liberation Sans"/>
                <a:ea typeface="Liberation Sans"/>
                <a:cs typeface="Liberation Sans"/>
              </a:defRPr>
            </a:lvl4pPr>
            <a:lvl5pPr marL="0" indent="0" algn="l">
              <a:lnSpc>
                <a:spcPct val="110000"/>
              </a:lnSpc>
              <a:spcBef>
                <a:spcPts val="0"/>
              </a:spcBef>
              <a:spcAft>
                <a:spcPts val="0"/>
              </a:spcAft>
              <a:buNone/>
              <a:defRPr sz="3300" b="1">
                <a:solidFill>
                  <a:schemeClr val="tx1"/>
                </a:solidFill>
                <a:latin typeface="Liberation Sans"/>
                <a:ea typeface="Liberation Sans"/>
                <a:cs typeface="Liberation Sans"/>
              </a:defRPr>
            </a:lvl5pPr>
            <a:lvl6pPr marL="0" indent="0" algn="l">
              <a:lnSpc>
                <a:spcPct val="110000"/>
              </a:lnSpc>
              <a:spcBef>
                <a:spcPts val="0"/>
              </a:spcBef>
              <a:spcAft>
                <a:spcPts val="0"/>
              </a:spcAft>
              <a:buNone/>
              <a:defRPr sz="3300" b="1">
                <a:solidFill>
                  <a:schemeClr val="tx1"/>
                </a:solidFill>
                <a:latin typeface="Liberation Sans"/>
                <a:ea typeface="Liberation Sans"/>
                <a:cs typeface="Liberation Sans"/>
              </a:defRPr>
            </a:lvl6pPr>
            <a:lvl7pPr marL="0" indent="0" algn="l">
              <a:lnSpc>
                <a:spcPct val="110000"/>
              </a:lnSpc>
              <a:spcBef>
                <a:spcPts val="0"/>
              </a:spcBef>
              <a:spcAft>
                <a:spcPts val="0"/>
              </a:spcAft>
              <a:buNone/>
              <a:defRPr sz="3300" b="1">
                <a:solidFill>
                  <a:schemeClr val="tx1"/>
                </a:solidFill>
                <a:latin typeface="Liberation Sans"/>
                <a:ea typeface="Liberation Sans"/>
                <a:cs typeface="Liberation Sans"/>
              </a:defRPr>
            </a:lvl7pPr>
            <a:lvl8pPr marL="0" indent="0" algn="l">
              <a:lnSpc>
                <a:spcPct val="110000"/>
              </a:lnSpc>
              <a:spcBef>
                <a:spcPts val="0"/>
              </a:spcBef>
              <a:spcAft>
                <a:spcPts val="0"/>
              </a:spcAft>
              <a:buNone/>
              <a:defRPr sz="3300" b="1">
                <a:solidFill>
                  <a:schemeClr val="tx1"/>
                </a:solidFill>
                <a:latin typeface="Liberation Sans"/>
                <a:ea typeface="Liberation Sans"/>
                <a:cs typeface="Liberation Sans"/>
              </a:defRPr>
            </a:lvl8pPr>
            <a:lvl9pPr marL="0" indent="0" algn="l">
              <a:lnSpc>
                <a:spcPct val="110000"/>
              </a:lnSpc>
              <a:spcBef>
                <a:spcPts val="0"/>
              </a:spcBef>
              <a:spcAft>
                <a:spcPts val="0"/>
              </a:spcAft>
              <a:buNone/>
              <a:defRPr sz="3300" b="1">
                <a:solidFill>
                  <a:schemeClr val="tx1"/>
                </a:solidFill>
                <a:latin typeface="Liberation Sans"/>
                <a:ea typeface="Liberation Sans"/>
                <a:cs typeface="Liberation Sans"/>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BD0DAE8-F2BA-46FD-B8F7-9890961D78B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1pPr>
            <a:lvl2pPr marL="5334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2pPr>
            <a:lvl3pPr marL="8382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3pPr>
            <a:lvl4pPr marL="11430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4pPr>
            <a:lvl5pPr marL="14478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5pPr>
            <a:lvl6pPr marL="17526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6pPr>
            <a:lvl7pPr marL="20574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7pPr>
            <a:lvl8pPr marL="23622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8pPr>
            <a:lvl9pPr marL="26670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77C90C9-3855-45C4-9ECF-11A266670A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gn="l">
              <a:lnSpc>
                <a:spcPct val="110000"/>
              </a:lnSpc>
              <a:spcBef>
                <a:spcPts val="0"/>
              </a:spcBef>
              <a:spcAft>
                <a:spcPts val="0"/>
              </a:spcAft>
              <a:buNone/>
              <a:defRPr sz="3300" b="1">
                <a:solidFill>
                  <a:schemeClr val="tx1"/>
                </a:solidFill>
                <a:latin typeface="Liberation Sans"/>
                <a:ea typeface="Liberation Sans"/>
                <a:cs typeface="Liberation Sans"/>
              </a:defRPr>
            </a:lvl1pPr>
            <a:lvl2pPr marL="0" indent="0" algn="l">
              <a:lnSpc>
                <a:spcPct val="110000"/>
              </a:lnSpc>
              <a:spcBef>
                <a:spcPts val="0"/>
              </a:spcBef>
              <a:spcAft>
                <a:spcPts val="0"/>
              </a:spcAft>
              <a:buNone/>
              <a:defRPr sz="3300" b="1">
                <a:solidFill>
                  <a:schemeClr val="tx1"/>
                </a:solidFill>
                <a:latin typeface="Liberation Sans"/>
                <a:ea typeface="Liberation Sans"/>
                <a:cs typeface="Liberation Sans"/>
              </a:defRPr>
            </a:lvl2pPr>
            <a:lvl3pPr marL="0" indent="0" algn="l">
              <a:lnSpc>
                <a:spcPct val="110000"/>
              </a:lnSpc>
              <a:spcBef>
                <a:spcPts val="0"/>
              </a:spcBef>
              <a:spcAft>
                <a:spcPts val="0"/>
              </a:spcAft>
              <a:buNone/>
              <a:defRPr sz="3300" b="1">
                <a:solidFill>
                  <a:schemeClr val="tx1"/>
                </a:solidFill>
                <a:latin typeface="Liberation Sans"/>
                <a:ea typeface="Liberation Sans"/>
                <a:cs typeface="Liberation Sans"/>
              </a:defRPr>
            </a:lvl3pPr>
            <a:lvl4pPr marL="0" indent="0" algn="l">
              <a:lnSpc>
                <a:spcPct val="110000"/>
              </a:lnSpc>
              <a:spcBef>
                <a:spcPts val="0"/>
              </a:spcBef>
              <a:spcAft>
                <a:spcPts val="0"/>
              </a:spcAft>
              <a:buNone/>
              <a:defRPr sz="3300" b="1">
                <a:solidFill>
                  <a:schemeClr val="tx1"/>
                </a:solidFill>
                <a:latin typeface="Liberation Sans"/>
                <a:ea typeface="Liberation Sans"/>
                <a:cs typeface="Liberation Sans"/>
              </a:defRPr>
            </a:lvl4pPr>
            <a:lvl5pPr marL="0" indent="0" algn="l">
              <a:lnSpc>
                <a:spcPct val="110000"/>
              </a:lnSpc>
              <a:spcBef>
                <a:spcPts val="0"/>
              </a:spcBef>
              <a:spcAft>
                <a:spcPts val="0"/>
              </a:spcAft>
              <a:buNone/>
              <a:defRPr sz="3300" b="1">
                <a:solidFill>
                  <a:schemeClr val="tx1"/>
                </a:solidFill>
                <a:latin typeface="Liberation Sans"/>
                <a:ea typeface="Liberation Sans"/>
                <a:cs typeface="Liberation Sans"/>
              </a:defRPr>
            </a:lvl5pPr>
            <a:lvl6pPr marL="0" indent="0" algn="l">
              <a:lnSpc>
                <a:spcPct val="110000"/>
              </a:lnSpc>
              <a:spcBef>
                <a:spcPts val="0"/>
              </a:spcBef>
              <a:spcAft>
                <a:spcPts val="0"/>
              </a:spcAft>
              <a:buNone/>
              <a:defRPr sz="3300" b="1">
                <a:solidFill>
                  <a:schemeClr val="tx1"/>
                </a:solidFill>
                <a:latin typeface="Liberation Sans"/>
                <a:ea typeface="Liberation Sans"/>
                <a:cs typeface="Liberation Sans"/>
              </a:defRPr>
            </a:lvl6pPr>
            <a:lvl7pPr marL="0" indent="0" algn="l">
              <a:lnSpc>
                <a:spcPct val="110000"/>
              </a:lnSpc>
              <a:spcBef>
                <a:spcPts val="0"/>
              </a:spcBef>
              <a:spcAft>
                <a:spcPts val="0"/>
              </a:spcAft>
              <a:buNone/>
              <a:defRPr sz="3300" b="1">
                <a:solidFill>
                  <a:schemeClr val="tx1"/>
                </a:solidFill>
                <a:latin typeface="Liberation Sans"/>
                <a:ea typeface="Liberation Sans"/>
                <a:cs typeface="Liberation Sans"/>
              </a:defRPr>
            </a:lvl7pPr>
            <a:lvl8pPr marL="0" indent="0" algn="l">
              <a:lnSpc>
                <a:spcPct val="110000"/>
              </a:lnSpc>
              <a:spcBef>
                <a:spcPts val="0"/>
              </a:spcBef>
              <a:spcAft>
                <a:spcPts val="0"/>
              </a:spcAft>
              <a:buNone/>
              <a:defRPr sz="3300" b="1">
                <a:solidFill>
                  <a:schemeClr val="tx1"/>
                </a:solidFill>
                <a:latin typeface="Liberation Sans"/>
                <a:ea typeface="Liberation Sans"/>
                <a:cs typeface="Liberation Sans"/>
              </a:defRPr>
            </a:lvl8pPr>
            <a:lvl9pPr marL="0" indent="0" algn="l">
              <a:lnSpc>
                <a:spcPct val="110000"/>
              </a:lnSpc>
              <a:spcBef>
                <a:spcPts val="0"/>
              </a:spcBef>
              <a:spcAft>
                <a:spcPts val="0"/>
              </a:spcAft>
              <a:buNone/>
              <a:defRPr sz="3300" b="1">
                <a:solidFill>
                  <a:schemeClr val="tx1"/>
                </a:solidFill>
                <a:latin typeface="Liberation Sans"/>
                <a:ea typeface="Liberation Sans"/>
                <a:cs typeface="Liberation Sans"/>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928AEEF-B6A5-4D74-8316-30BA36413F5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1pPr>
            <a:lvl2pPr marL="5334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2pPr>
            <a:lvl3pPr marL="8382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3pPr>
            <a:lvl4pPr marL="11430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4pPr>
            <a:lvl5pPr marL="14478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5pPr>
            <a:lvl6pPr marL="17526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6pPr>
            <a:lvl7pPr marL="20574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7pPr>
            <a:lvl8pPr marL="23622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8pPr>
            <a:lvl9pPr marL="26670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0420C66-71CC-4B2F-8718-3CD605DAABB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Liberation Sans"/>
                <a:ea typeface="Liberation Sans"/>
                <a:cs typeface="Liberation Sans"/>
              </a:defRPr>
            </a:defPPr>
            <a:lvl1pPr marL="2286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1pPr>
            <a:lvl2pPr marL="5334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2pPr>
            <a:lvl3pPr marL="8382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3pPr>
            <a:lvl4pPr marL="11430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4pPr>
            <a:lvl5pPr marL="14478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5pPr>
            <a:lvl6pPr marL="17526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6pPr>
            <a:lvl7pPr marL="20574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7pPr>
            <a:lvl8pPr marL="23622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8pPr>
            <a:lvl9pPr marL="2667000" indent="-228600" algn="l">
              <a:lnSpc>
                <a:spcPct val="110000"/>
              </a:lnSpc>
              <a:spcBef>
                <a:spcPts val="0"/>
              </a:spcBef>
              <a:spcAft>
                <a:spcPts val="1200"/>
              </a:spcAft>
              <a:buChar char="•"/>
              <a:defRPr sz="2100" b="0">
                <a:solidFill>
                  <a:schemeClr val="tx1"/>
                </a:solidFill>
                <a:latin typeface="Liberation Sans"/>
                <a:ea typeface="Liberation Sans"/>
                <a:cs typeface="Liberation Sans"/>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D34ABD-9454-4626-B629-303AF7B1FD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Liberation Sans"/>
                <a:ea typeface="Liberation Sans"/>
                <a:cs typeface="Liberation Sans"/>
              </a:defRPr>
            </a:defPPr>
            <a:lvl1pPr marL="0" indent="0" algn="l">
              <a:lnSpc>
                <a:spcPct val="110000"/>
              </a:lnSpc>
              <a:spcBef>
                <a:spcPts val="0"/>
              </a:spcBef>
              <a:spcAft>
                <a:spcPts val="0"/>
              </a:spcAft>
              <a:buNone/>
              <a:defRPr sz="3300" b="1">
                <a:solidFill>
                  <a:schemeClr val="tx1"/>
                </a:solidFill>
                <a:latin typeface="Liberation Sans"/>
                <a:ea typeface="Liberation Sans"/>
                <a:cs typeface="Liberation Sans"/>
              </a:defRPr>
            </a:lvl1pPr>
            <a:lvl2pPr marL="0" indent="0" algn="l">
              <a:lnSpc>
                <a:spcPct val="110000"/>
              </a:lnSpc>
              <a:spcBef>
                <a:spcPts val="0"/>
              </a:spcBef>
              <a:spcAft>
                <a:spcPts val="0"/>
              </a:spcAft>
              <a:buNone/>
              <a:defRPr sz="3300" b="1">
                <a:solidFill>
                  <a:schemeClr val="tx1"/>
                </a:solidFill>
                <a:latin typeface="Liberation Sans"/>
                <a:ea typeface="Liberation Sans"/>
                <a:cs typeface="Liberation Sans"/>
              </a:defRPr>
            </a:lvl2pPr>
            <a:lvl3pPr marL="0" indent="0" algn="l">
              <a:lnSpc>
                <a:spcPct val="110000"/>
              </a:lnSpc>
              <a:spcBef>
                <a:spcPts val="0"/>
              </a:spcBef>
              <a:spcAft>
                <a:spcPts val="0"/>
              </a:spcAft>
              <a:buNone/>
              <a:defRPr sz="3300" b="1">
                <a:solidFill>
                  <a:schemeClr val="tx1"/>
                </a:solidFill>
                <a:latin typeface="Liberation Sans"/>
                <a:ea typeface="Liberation Sans"/>
                <a:cs typeface="Liberation Sans"/>
              </a:defRPr>
            </a:lvl3pPr>
            <a:lvl4pPr marL="0" indent="0" algn="l">
              <a:lnSpc>
                <a:spcPct val="110000"/>
              </a:lnSpc>
              <a:spcBef>
                <a:spcPts val="0"/>
              </a:spcBef>
              <a:spcAft>
                <a:spcPts val="0"/>
              </a:spcAft>
              <a:buNone/>
              <a:defRPr sz="3300" b="1">
                <a:solidFill>
                  <a:schemeClr val="tx1"/>
                </a:solidFill>
                <a:latin typeface="Liberation Sans"/>
                <a:ea typeface="Liberation Sans"/>
                <a:cs typeface="Liberation Sans"/>
              </a:defRPr>
            </a:lvl4pPr>
            <a:lvl5pPr marL="0" indent="0" algn="l">
              <a:lnSpc>
                <a:spcPct val="110000"/>
              </a:lnSpc>
              <a:spcBef>
                <a:spcPts val="0"/>
              </a:spcBef>
              <a:spcAft>
                <a:spcPts val="0"/>
              </a:spcAft>
              <a:buNone/>
              <a:defRPr sz="3300" b="1">
                <a:solidFill>
                  <a:schemeClr val="tx1"/>
                </a:solidFill>
                <a:latin typeface="Liberation Sans"/>
                <a:ea typeface="Liberation Sans"/>
                <a:cs typeface="Liberation Sans"/>
              </a:defRPr>
            </a:lvl5pPr>
            <a:lvl6pPr marL="0" indent="0" algn="l">
              <a:lnSpc>
                <a:spcPct val="110000"/>
              </a:lnSpc>
              <a:spcBef>
                <a:spcPts val="0"/>
              </a:spcBef>
              <a:spcAft>
                <a:spcPts val="0"/>
              </a:spcAft>
              <a:buNone/>
              <a:defRPr sz="3300" b="1">
                <a:solidFill>
                  <a:schemeClr val="tx1"/>
                </a:solidFill>
                <a:latin typeface="Liberation Sans"/>
                <a:ea typeface="Liberation Sans"/>
                <a:cs typeface="Liberation Sans"/>
              </a:defRPr>
            </a:lvl6pPr>
            <a:lvl7pPr marL="0" indent="0" algn="l">
              <a:lnSpc>
                <a:spcPct val="110000"/>
              </a:lnSpc>
              <a:spcBef>
                <a:spcPts val="0"/>
              </a:spcBef>
              <a:spcAft>
                <a:spcPts val="0"/>
              </a:spcAft>
              <a:buNone/>
              <a:defRPr sz="3300" b="1">
                <a:solidFill>
                  <a:schemeClr val="tx1"/>
                </a:solidFill>
                <a:latin typeface="Liberation Sans"/>
                <a:ea typeface="Liberation Sans"/>
                <a:cs typeface="Liberation Sans"/>
              </a:defRPr>
            </a:lvl7pPr>
            <a:lvl8pPr marL="0" indent="0" algn="l">
              <a:lnSpc>
                <a:spcPct val="110000"/>
              </a:lnSpc>
              <a:spcBef>
                <a:spcPts val="0"/>
              </a:spcBef>
              <a:spcAft>
                <a:spcPts val="0"/>
              </a:spcAft>
              <a:buNone/>
              <a:defRPr sz="3300" b="1">
                <a:solidFill>
                  <a:schemeClr val="tx1"/>
                </a:solidFill>
                <a:latin typeface="Liberation Sans"/>
                <a:ea typeface="Liberation Sans"/>
                <a:cs typeface="Liberation Sans"/>
              </a:defRPr>
            </a:lvl8pPr>
            <a:lvl9pPr marL="0" indent="0" algn="l">
              <a:lnSpc>
                <a:spcPct val="110000"/>
              </a:lnSpc>
              <a:spcBef>
                <a:spcPts val="0"/>
              </a:spcBef>
              <a:spcAft>
                <a:spcPts val="0"/>
              </a:spcAft>
              <a:buNone/>
              <a:defRPr sz="3300" b="1">
                <a:solidFill>
                  <a:schemeClr val="tx1"/>
                </a:solidFill>
                <a:latin typeface="Liberation Sans"/>
                <a:ea typeface="Liberation Sans"/>
                <a:cs typeface="Liberation Sans"/>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E1E44BA-CF8D-4C4D-8807-D238F29863E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Liberation Sans"/>
                <a:ea typeface="Liberation Sans"/>
                <a:cs typeface="Liberation Sans"/>
              </a:defRPr>
            </a:defPPr>
            <a:lvl1pPr marL="2286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1pPr>
            <a:lvl2pPr marL="5334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2pPr>
            <a:lvl3pPr marL="8382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3pPr>
            <a:lvl4pPr marL="11430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4pPr>
            <a:lvl5pPr marL="14478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5pPr>
            <a:lvl6pPr marL="17526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6pPr>
            <a:lvl7pPr marL="20574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7pPr>
            <a:lvl8pPr marL="23622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8pPr>
            <a:lvl9pPr marL="2667000" indent="-228600" algn="l">
              <a:lnSpc>
                <a:spcPct val="110000"/>
              </a:lnSpc>
              <a:spcBef>
                <a:spcPts val="0"/>
              </a:spcBef>
              <a:spcAft>
                <a:spcPts val="1200"/>
              </a:spcAft>
              <a:buChar char="•"/>
              <a:defRPr sz="2250" b="0">
                <a:solidFill>
                  <a:schemeClr val="tx1"/>
                </a:solidFill>
                <a:latin typeface="Liberation Sans"/>
                <a:ea typeface="Liberation Sans"/>
                <a:cs typeface="Liberation Sans"/>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44741c98f14b0a" /><Relationship Type="http://schemas.openxmlformats.org/officeDocument/2006/relationships/slideLayout" Target="/ppt/slideLayouts/slideLayout1.xml" Id="R854bc86dd04f4842" /><Relationship Type="http://schemas.openxmlformats.org/officeDocument/2006/relationships/slideLayout" Target="/ppt/slideLayouts/slideLayout2.xml" Id="Rdd8dead163d042a2" /><Relationship Type="http://schemas.openxmlformats.org/officeDocument/2006/relationships/slideLayout" Target="/ppt/slideLayouts/slideLayout3.xml" Id="R03daccf3d6df476a" /><Relationship Type="http://schemas.openxmlformats.org/officeDocument/2006/relationships/slideLayout" Target="/ppt/slideLayouts/slideLayout4.xml" Id="R2b83f0a510a241f9" /><Relationship Type="http://schemas.openxmlformats.org/officeDocument/2006/relationships/slideLayout" Target="/ppt/slideLayouts/slideLayout5.xml" Id="R3df1ced7f11a426a" /><Relationship Type="http://schemas.openxmlformats.org/officeDocument/2006/relationships/slideLayout" Target="/ppt/slideLayouts/slideLayout6.xml" Id="Rd2d6d3193c0e40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4bc86dd04f4842"/>
    <p:sldLayoutId xmlns:r="http://schemas.openxmlformats.org/officeDocument/2006/relationships" id="2147483650" r:id="Rdd8dead163d042a2"/>
    <p:sldLayoutId xmlns:r="http://schemas.openxmlformats.org/officeDocument/2006/relationships" id="2147483651" r:id="R03daccf3d6df476a"/>
    <p:sldLayoutId xmlns:r="http://schemas.openxmlformats.org/officeDocument/2006/relationships" id="2147483652" r:id="R2b83f0a510a241f9"/>
    <p:sldLayoutId xmlns:r="http://schemas.openxmlformats.org/officeDocument/2006/relationships" id="2147483653" r:id="R3df1ced7f11a426a"/>
    <p:sldLayoutId xmlns:r="http://schemas.openxmlformats.org/officeDocument/2006/relationships" id="2147483654" r:id="Rd2d6d3193c0e4072"/>
  </p:sldLayoutIdLst>
  <p:txStyles>
    <p:titleStyle>
      <a:lvl1pPr xmlns:a="http://schemas.openxmlformats.org/drawingml/2006/main" algn="l">
        <a:lnSpc>
          <a:spcPct val="90000"/>
        </a:lnSpc>
        <a:spcBef>
          <a:spcPts val="0"/>
        </a:spcBef>
        <a:buNone/>
        <a:defRPr sz="4400">
          <a:solidFill>
            <a:schemeClr val="tx1"/>
          </a:solidFill>
          <a:latin typeface="Liberation Sans"/>
          <a:ea typeface="Liberation Sans"/>
          <a:cs typeface="Liberation Sans"/>
        </a:defRPr>
      </a:lvl1pPr>
    </p:titleStyle>
    <p:bodyStyle>
      <a:lvl1pPr xmlns:a="http://schemas.openxmlformats.org/drawingml/2006/main" marL="228600" indent="-228600" algn="l">
        <a:lnSpc>
          <a:spcPct val="90000"/>
        </a:lnSpc>
        <a:spcBef>
          <a:spcPts val="1000"/>
        </a:spcBef>
        <a:buChar char="•"/>
        <a:defRPr sz="2800">
          <a:solidFill>
            <a:schemeClr val="tx1"/>
          </a:solidFill>
          <a:latin typeface="Liberation Sans"/>
          <a:ea typeface="Liberation Sans"/>
          <a:cs typeface="Liberation Sans"/>
        </a:defRPr>
      </a:lvl1pPr>
      <a:lvl2pPr xmlns:a="http://schemas.openxmlformats.org/drawingml/2006/main" marL="685800" indent="-228600" algn="l">
        <a:lnSpc>
          <a:spcPct val="90000"/>
        </a:lnSpc>
        <a:spcBef>
          <a:spcPts val="500"/>
        </a:spcBef>
        <a:buChar char="•"/>
        <a:defRPr sz="2400">
          <a:solidFill>
            <a:schemeClr val="tx1"/>
          </a:solidFill>
          <a:latin typeface="Liberation Sans"/>
          <a:ea typeface="Liberation Sans"/>
          <a:cs typeface="Liberation Sans"/>
        </a:defRPr>
      </a:lvl2pPr>
      <a:lvl3pPr xmlns:a="http://schemas.openxmlformats.org/drawingml/2006/main" marL="1143000" indent="-228600" algn="l">
        <a:lnSpc>
          <a:spcPct val="90000"/>
        </a:lnSpc>
        <a:spcBef>
          <a:spcPts val="500"/>
        </a:spcBef>
        <a:buChar char="•"/>
        <a:defRPr sz="2000">
          <a:solidFill>
            <a:schemeClr val="tx1"/>
          </a:solidFill>
          <a:latin typeface="Liberation Sans"/>
          <a:ea typeface="Liberation Sans"/>
          <a:cs typeface="Liberation Sans"/>
        </a:defRPr>
      </a:lvl3pPr>
      <a:lvl4pPr xmlns:a="http://schemas.openxmlformats.org/drawingml/2006/main" marL="1600200" indent="-228600" algn="l">
        <a:lnSpc>
          <a:spcPct val="90000"/>
        </a:lnSpc>
        <a:spcBef>
          <a:spcPts val="500"/>
        </a:spcBef>
        <a:buChar char="•"/>
        <a:defRPr sz="1800">
          <a:solidFill>
            <a:schemeClr val="tx1"/>
          </a:solidFill>
          <a:latin typeface="Liberation Sans"/>
          <a:ea typeface="Liberation Sans"/>
          <a:cs typeface="Liberation Sans"/>
        </a:defRPr>
      </a:lvl4pPr>
      <a:lvl5pPr xmlns:a="http://schemas.openxmlformats.org/drawingml/2006/main" marL="2057400" indent="-228600" algn="l">
        <a:lnSpc>
          <a:spcPct val="90000"/>
        </a:lnSpc>
        <a:spcBef>
          <a:spcPts val="500"/>
        </a:spcBef>
        <a:buChar char="•"/>
        <a:defRPr sz="1800">
          <a:solidFill>
            <a:schemeClr val="tx1"/>
          </a:solidFill>
          <a:latin typeface="Liberation Sans"/>
          <a:ea typeface="Liberation Sans"/>
          <a:cs typeface="Liberation Sans"/>
        </a:defRPr>
      </a:lvl5pPr>
      <a:lvl6pPr xmlns:a="http://schemas.openxmlformats.org/drawingml/2006/main" marL="2514600" indent="-228600" algn="l">
        <a:lnSpc>
          <a:spcPct val="90000"/>
        </a:lnSpc>
        <a:spcBef>
          <a:spcPts val="500"/>
        </a:spcBef>
        <a:buChar char="•"/>
        <a:defRPr sz="1800">
          <a:solidFill>
            <a:schemeClr val="tx1"/>
          </a:solidFill>
          <a:latin typeface="Liberation Sans"/>
          <a:ea typeface="Liberation Sans"/>
          <a:cs typeface="Liberation Sans"/>
        </a:defRPr>
      </a:lvl6pPr>
      <a:lvl7pPr xmlns:a="http://schemas.openxmlformats.org/drawingml/2006/main" marL="2971800" indent="-228600" algn="l">
        <a:lnSpc>
          <a:spcPct val="90000"/>
        </a:lnSpc>
        <a:spcBef>
          <a:spcPts val="500"/>
        </a:spcBef>
        <a:buChar char="•"/>
        <a:defRPr sz="1800">
          <a:solidFill>
            <a:schemeClr val="tx1"/>
          </a:solidFill>
          <a:latin typeface="Liberation Sans"/>
          <a:ea typeface="Liberation Sans"/>
          <a:cs typeface="Liberation Sans"/>
        </a:defRPr>
      </a:lvl7pPr>
      <a:lvl8pPr xmlns:a="http://schemas.openxmlformats.org/drawingml/2006/main" marL="3429000" indent="-228600" algn="l">
        <a:lnSpc>
          <a:spcPct val="90000"/>
        </a:lnSpc>
        <a:spcBef>
          <a:spcPts val="500"/>
        </a:spcBef>
        <a:buChar char="•"/>
        <a:defRPr sz="1800">
          <a:solidFill>
            <a:schemeClr val="tx1"/>
          </a:solidFill>
          <a:latin typeface="Liberation Sans"/>
          <a:ea typeface="Liberation Sans"/>
          <a:cs typeface="Liberation Sans"/>
        </a:defRPr>
      </a:lvl8pPr>
      <a:lvl9pPr xmlns:a="http://schemas.openxmlformats.org/drawingml/2006/main" marL="3886200" indent="-228600" algn="l">
        <a:lnSpc>
          <a:spcPct val="90000"/>
        </a:lnSpc>
        <a:spcBef>
          <a:spcPts val="500"/>
        </a:spcBef>
        <a:buChar char="•"/>
        <a:defRPr sz="1800">
          <a:solidFill>
            <a:schemeClr val="tx1"/>
          </a:solidFill>
          <a:latin typeface="Liberation Sans"/>
          <a:ea typeface="Liberation Sans"/>
          <a:cs typeface="Liberation Sans"/>
        </a:defRPr>
      </a:lvl9pPr>
    </p:bodyStyle>
    <p:otherStyle>
      <a:lvl1pPr xmlns:a="http://schemas.openxmlformats.org/drawingml/2006/main" marL="0" algn="l">
        <a:buNone/>
        <a:defRPr sz="1800">
          <a:solidFill>
            <a:schemeClr val="tx1"/>
          </a:solidFill>
          <a:latin typeface="Liberation Sans"/>
          <a:ea typeface="Liberation Sans"/>
          <a:cs typeface="Liberation Sans"/>
        </a:defRPr>
      </a:lvl1pPr>
      <a:lvl2pPr xmlns:a="http://schemas.openxmlformats.org/drawingml/2006/main" marL="457200" algn="l">
        <a:buNone/>
        <a:defRPr sz="1800">
          <a:solidFill>
            <a:schemeClr val="tx1"/>
          </a:solidFill>
          <a:latin typeface="Liberation Sans"/>
          <a:ea typeface="Liberation Sans"/>
          <a:cs typeface="Liberation Sans"/>
        </a:defRPr>
      </a:lvl2pPr>
      <a:lvl3pPr xmlns:a="http://schemas.openxmlformats.org/drawingml/2006/main" marL="914400" algn="l">
        <a:buNone/>
        <a:defRPr sz="1800">
          <a:solidFill>
            <a:schemeClr val="tx1"/>
          </a:solidFill>
          <a:latin typeface="Liberation Sans"/>
          <a:ea typeface="Liberation Sans"/>
          <a:cs typeface="Liberation Sans"/>
        </a:defRPr>
      </a:lvl3pPr>
      <a:lvl4pPr xmlns:a="http://schemas.openxmlformats.org/drawingml/2006/main" marL="1371600" algn="l">
        <a:buNone/>
        <a:defRPr sz="1800">
          <a:solidFill>
            <a:schemeClr val="tx1"/>
          </a:solidFill>
          <a:latin typeface="Liberation Sans"/>
          <a:ea typeface="Liberation Sans"/>
          <a:cs typeface="Liberation Sans"/>
        </a:defRPr>
      </a:lvl4pPr>
      <a:lvl5pPr xmlns:a="http://schemas.openxmlformats.org/drawingml/2006/main" marL="1828800" algn="l">
        <a:buNone/>
        <a:defRPr sz="1800">
          <a:solidFill>
            <a:schemeClr val="tx1"/>
          </a:solidFill>
          <a:latin typeface="Liberation Sans"/>
          <a:ea typeface="Liberation Sans"/>
          <a:cs typeface="Liberation Sans"/>
        </a:defRPr>
      </a:lvl5pPr>
      <a:lvl6pPr xmlns:a="http://schemas.openxmlformats.org/drawingml/2006/main" marL="2286000" algn="l">
        <a:buNone/>
        <a:defRPr sz="1800">
          <a:solidFill>
            <a:schemeClr val="tx1"/>
          </a:solidFill>
          <a:latin typeface="Liberation Sans"/>
          <a:ea typeface="Liberation Sans"/>
          <a:cs typeface="Liberation Sans"/>
        </a:defRPr>
      </a:lvl6pPr>
      <a:lvl7pPr xmlns:a="http://schemas.openxmlformats.org/drawingml/2006/main" marL="2743200" algn="l">
        <a:buNone/>
        <a:defRPr sz="1800">
          <a:solidFill>
            <a:schemeClr val="tx1"/>
          </a:solidFill>
          <a:latin typeface="Liberation Sans"/>
          <a:ea typeface="Liberation Sans"/>
          <a:cs typeface="Liberation Sans"/>
        </a:defRPr>
      </a:lvl7pPr>
      <a:lvl8pPr xmlns:a="http://schemas.openxmlformats.org/drawingml/2006/main" marL="3200400" algn="l">
        <a:buNone/>
        <a:defRPr sz="1800">
          <a:solidFill>
            <a:schemeClr val="tx1"/>
          </a:solidFill>
          <a:latin typeface="Liberation Sans"/>
          <a:ea typeface="Liberation Sans"/>
          <a:cs typeface="Liberation Sans"/>
        </a:defRPr>
      </a:lvl8pPr>
      <a:lvl9pPr xmlns:a="http://schemas.openxmlformats.org/drawingml/2006/main" marL="3657600" algn="l">
        <a:buNone/>
        <a:defRPr sz="1800">
          <a:solidFill>
            <a:schemeClr val="tx1"/>
          </a:solidFill>
          <a:latin typeface="Liberation Sans"/>
          <a:ea typeface="Liberation Sans"/>
          <a:cs typeface="Liberation Sans"/>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Liberation Sans"/>
        <a:ea typeface="Liberation Sans"/>
        <a:cs typeface="Liberation Sans"/>
      </a:majorFont>
      <a:minorFont>
        <a:latin typeface="Liberation Sans"/>
        <a:ea typeface="Liberation Sans"/>
        <a:cs typeface="Liberation Sans"/>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6efd947d77a4a4a" /><Relationship Type="http://schemas.openxmlformats.org/officeDocument/2006/relationships/image" Target="/ppt/media/image.jpeg" Id="R84d3168578c849ec" /><Relationship Type="http://schemas.openxmlformats.org/officeDocument/2006/relationships/notesSlide" Target="/ppt/notesSlides/notesSlide1.xml" Id="R295442520192483f" /></Relationships>
</file>

<file path=ppt/slides/_rels/slide2.xml.rels><Relationships xmlns="http://schemas.openxmlformats.org/package/2006/relationships"><Relationship Type="http://schemas.openxmlformats.org/officeDocument/2006/relationships/slideLayout" Target="/ppt/slideLayouts/slideLayout6.xml" Id="Recc7ec00c50f488c"/><Relationship Type="http://schemas.openxmlformats.org/officeDocument/2006/relationships/image" Target="../media/image.jpeg" Id="R05280e2efd8e413e"/><Relationship Type="http://schemas.openxmlformats.org/officeDocument/2006/relationships/notesSlide" Target="/ppt/notesSlides/notesSlide2.xml" Id="R6b65c85504f24f35"/></Relationships>
</file>

<file path=ppt/slides/_rels/slide3.xml.rels><Relationships xmlns="http://schemas.openxmlformats.org/package/2006/relationships"><Relationship Type="http://schemas.openxmlformats.org/officeDocument/2006/relationships/slideLayout" Target="/ppt/slideLayouts/slideLayout6.xml" Id="R1ba078c380394dcf"/><Relationship Type="http://schemas.openxmlformats.org/officeDocument/2006/relationships/image" Target="../media/image.jpeg" Id="R6881c30b83e44138"/><Relationship Type="http://schemas.openxmlformats.org/officeDocument/2006/relationships/notesSlide" Target="/ppt/notesSlides/notesSlide3.xml" Id="Rfc9914ec11f24510"/></Relationships>
</file>

<file path=ppt/slides/_rels/slide4.xml.rels><Relationships xmlns="http://schemas.openxmlformats.org/package/2006/relationships"><Relationship Type="http://schemas.openxmlformats.org/officeDocument/2006/relationships/slideLayout" Target="/ppt/slideLayouts/slideLayout6.xml" Id="R2af031d82ea54921"/><Relationship Type="http://schemas.openxmlformats.org/officeDocument/2006/relationships/image" Target="../media/image.jpeg" Id="R54e018dd8b564f70"/><Relationship Type="http://schemas.openxmlformats.org/officeDocument/2006/relationships/notesSlide" Target="/ppt/notesSlides/notesSlide4.xml" Id="R0d00fce590c44fb4"/></Relationships>
</file>

<file path=ppt/slides/_rels/slide5.xml.rels><Relationships xmlns="http://schemas.openxmlformats.org/package/2006/relationships"><Relationship Type="http://schemas.openxmlformats.org/officeDocument/2006/relationships/slideLayout" Target="/ppt/slideLayouts/slideLayout6.xml" Id="Rbfd9ac81c5884aea"/><Relationship Type="http://schemas.openxmlformats.org/officeDocument/2006/relationships/image" Target="../media/image.jpeg" Id="Re2c1a22bf82b4485"/><Relationship Type="http://schemas.openxmlformats.org/officeDocument/2006/relationships/notesSlide" Target="/ppt/notesSlides/notesSlide5.xml" Id="R8160fb4d3d8649c1"/></Relationships>
</file>

<file path=ppt/slides/_rels/slide6.xml.rels><Relationships xmlns="http://schemas.openxmlformats.org/package/2006/relationships"><Relationship Type="http://schemas.openxmlformats.org/officeDocument/2006/relationships/slideLayout" Target="/ppt/slideLayouts/slideLayout6.xml" Id="R26aab34402f44f35"/><Relationship Type="http://schemas.openxmlformats.org/officeDocument/2006/relationships/image" Target="../media/image.jpeg" Id="Rcb7a8750d05849b4"/><Relationship Type="http://schemas.openxmlformats.org/officeDocument/2006/relationships/notesSlide" Target="/ppt/notesSlides/notesSlide6.xml" Id="Rafa21d6b6b7b4140"/></Relationships>
</file>

<file path=ppt/slides/_rels/slide7.xml.rels><Relationships xmlns="http://schemas.openxmlformats.org/package/2006/relationships"><Relationship Type="http://schemas.openxmlformats.org/officeDocument/2006/relationships/slideLayout" Target="/ppt/slideLayouts/slideLayout6.xml" Id="R850147e653004c61"/><Relationship Type="http://schemas.openxmlformats.org/officeDocument/2006/relationships/image" Target="../media/image.jpeg" Id="Redc0e3c975cc42cb"/><Relationship Type="http://schemas.openxmlformats.org/officeDocument/2006/relationships/notesSlide" Target="/ppt/notesSlides/notesSlide7.xml" Id="R9fd4ef7708d24837"/></Relationships>
</file>

<file path=ppt/slides/_rels/slide8.xml.rels><Relationships xmlns="http://schemas.openxmlformats.org/package/2006/relationships"><Relationship Type="http://schemas.openxmlformats.org/officeDocument/2006/relationships/slideLayout" Target="/ppt/slideLayouts/slideLayout6.xml" Id="R992cd4eab79f4c90"/><Relationship Type="http://schemas.openxmlformats.org/officeDocument/2006/relationships/image" Target="../media/image.jpeg" Id="Rbb8cfb6cd3db4155"/><Relationship Type="http://schemas.openxmlformats.org/officeDocument/2006/relationships/notesSlide" Target="/ppt/notesSlides/notesSlide8.xml" Id="R391abef862f743c0"/></Relationships>
</file>

<file path=ppt/slides/_rels/slide9.xml.rels><Relationships xmlns="http://schemas.openxmlformats.org/package/2006/relationships"><Relationship Type="http://schemas.openxmlformats.org/officeDocument/2006/relationships/slideLayout" Target="/ppt/slideLayouts/slideLayout6.xml" Id="Rf704103c90db410a"/><Relationship Type="http://schemas.openxmlformats.org/officeDocument/2006/relationships/image" Target="../media/image.jpeg" Id="R403619462f974cd8"/><Relationship Type="http://schemas.openxmlformats.org/officeDocument/2006/relationships/notesSlide" Target="/ppt/notesSlides/notesSlide9.xml" Id="Rd3d41c0b8ea3486c"/></Relationships>
</file>

<file path=ppt/slides/_rels/slide10.xml.rels><Relationships xmlns="http://schemas.openxmlformats.org/package/2006/relationships"><Relationship Type="http://schemas.openxmlformats.org/officeDocument/2006/relationships/slideLayout" Target="/ppt/slideLayouts/slideLayout6.xml" Id="R8988f723ffa045e4"/><Relationship Type="http://schemas.openxmlformats.org/officeDocument/2006/relationships/image" Target="../media/image.jpeg" Id="R70c40a383305407e"/><Relationship Type="http://schemas.openxmlformats.org/officeDocument/2006/relationships/notesSlide" Target="/ppt/notesSlides/notesSlide10.xml" Id="R920b53ea55444054"/></Relationships>
</file>

<file path=ppt/slides/_rels/slide11.xml.rels><Relationships xmlns="http://schemas.openxmlformats.org/package/2006/relationships"><Relationship Type="http://schemas.openxmlformats.org/officeDocument/2006/relationships/slideLayout" Target="/ppt/slideLayouts/slideLayout6.xml" Id="Ra343ae04dffd433c"/><Relationship Type="http://schemas.openxmlformats.org/officeDocument/2006/relationships/image" Target="../media/image.jpeg" Id="Ra8ebe457bda44ac2"/><Relationship Type="http://schemas.openxmlformats.org/officeDocument/2006/relationships/notesSlide" Target="/ppt/notesSlides/notesSlide11.xml" Id="Ra27738115bb64985"/></Relationships>
</file>

<file path=ppt/slides/_rels/slide12.xml.rels><Relationships xmlns="http://schemas.openxmlformats.org/package/2006/relationships"><Relationship Type="http://schemas.openxmlformats.org/officeDocument/2006/relationships/slideLayout" Target="/ppt/slideLayouts/slideLayout6.xml" Id="R89d2e937e5cf4ed1"/><Relationship Type="http://schemas.openxmlformats.org/officeDocument/2006/relationships/image" Target="../media/image.jpeg" Id="Rf242a1201eef4ab4"/><Relationship Type="http://schemas.openxmlformats.org/officeDocument/2006/relationships/notesSlide" Target="/ppt/notesSlides/notesSlide12.xml" Id="Rebfc4dd130114bae"/></Relationships>
</file>

<file path=ppt/slides/_rels/slide13.xml.rels><Relationships xmlns="http://schemas.openxmlformats.org/package/2006/relationships"><Relationship Type="http://schemas.openxmlformats.org/officeDocument/2006/relationships/slideLayout" Target="/ppt/slideLayouts/slideLayout6.xml" Id="R7c20845220df408f"/><Relationship Type="http://schemas.openxmlformats.org/officeDocument/2006/relationships/image" Target="../media/image.jpeg" Id="R5a6ce46d3906485b"/><Relationship Type="http://schemas.openxmlformats.org/officeDocument/2006/relationships/notesSlide" Target="/ppt/notesSlides/notesSlide13.xml" Id="R4a5b003837554d98"/></Relationships>
</file>

<file path=ppt/slides/_rels/slide14.xml.rels><Relationships xmlns="http://schemas.openxmlformats.org/package/2006/relationships"><Relationship Type="http://schemas.openxmlformats.org/officeDocument/2006/relationships/slideLayout" Target="/ppt/slideLayouts/slideLayout6.xml" Id="R416ddfbbb1514b26"/><Relationship Type="http://schemas.openxmlformats.org/officeDocument/2006/relationships/image" Target="../media/image.jpeg" Id="R21dacc28f9b14bc1"/><Relationship Type="http://schemas.openxmlformats.org/officeDocument/2006/relationships/notesSlide" Target="/ppt/notesSlides/notesSlide14.xml" Id="Rd00fed9b91c04fe7"/></Relationships>
</file>

<file path=ppt/slides/_rels/slide15.xml.rels><Relationships xmlns="http://schemas.openxmlformats.org/package/2006/relationships"><Relationship Type="http://schemas.openxmlformats.org/officeDocument/2006/relationships/slideLayout" Target="/ppt/slideLayouts/slideLayout6.xml" Id="Radad58f4b0c04b38"/><Relationship Type="http://schemas.openxmlformats.org/officeDocument/2006/relationships/image" Target="../media/image.jpeg" Id="Ra7015f6fec034cdb"/><Relationship Type="http://schemas.openxmlformats.org/officeDocument/2006/relationships/notesSlide" Target="/ppt/notesSlides/notesSlide15.xml" Id="Rf22b44cd936a407e"/></Relationships>
</file>

<file path=ppt/slides/_rels/slide16.xml.rels><Relationships xmlns="http://schemas.openxmlformats.org/package/2006/relationships"><Relationship Type="http://schemas.openxmlformats.org/officeDocument/2006/relationships/slideLayout" Target="/ppt/slideLayouts/slideLayout6.xml" Id="Rb0e295e8e9044ddd"/><Relationship Type="http://schemas.openxmlformats.org/officeDocument/2006/relationships/image" Target="../media/image.jpeg" Id="R935970151daf43c5"/><Relationship Type="http://schemas.openxmlformats.org/officeDocument/2006/relationships/notesSlide" Target="/ppt/notesSlides/notesSlide16.xml" Id="Rbba5af757d9f4670"/></Relationships>
</file>

<file path=ppt/slides/_rels/slide17.xml.rels><Relationships xmlns="http://schemas.openxmlformats.org/package/2006/relationships"><Relationship Type="http://schemas.openxmlformats.org/officeDocument/2006/relationships/slideLayout" Target="/ppt/slideLayouts/slideLayout6.xml" Id="R8037ee4a95524059"/><Relationship Type="http://schemas.openxmlformats.org/officeDocument/2006/relationships/image" Target="../media/image.jpeg" Id="Rb7cc6b3df17d4d25"/><Relationship Type="http://schemas.openxmlformats.org/officeDocument/2006/relationships/notesSlide" Target="/ppt/notesSlides/notesSlide17.xml" Id="Rea92374ed4e3458f"/></Relationships>
</file>

<file path=ppt/slides/_rels/slide18.xml.rels><Relationships xmlns="http://schemas.openxmlformats.org/package/2006/relationships"><Relationship Type="http://schemas.openxmlformats.org/officeDocument/2006/relationships/slideLayout" Target="/ppt/slideLayouts/slideLayout6.xml" Id="Rebc98032f1084706"/><Relationship Type="http://schemas.openxmlformats.org/officeDocument/2006/relationships/image" Target="../media/image.jpeg" Id="R563d0e247fdb4160"/><Relationship Type="http://schemas.openxmlformats.org/officeDocument/2006/relationships/notesSlide" Target="/ppt/notesSlides/notesSlide18.xml" Id="R140c114226254f65"/></Relationships>
</file>

<file path=ppt/slides/_rels/slide19.xml.rels><Relationships xmlns="http://schemas.openxmlformats.org/package/2006/relationships"><Relationship Type="http://schemas.openxmlformats.org/officeDocument/2006/relationships/slideLayout" Target="/ppt/slideLayouts/slideLayout6.xml" Id="R600eabc4856542fe"/><Relationship Type="http://schemas.openxmlformats.org/officeDocument/2006/relationships/image" Target="../media/image.jpeg" Id="Rc128710898e54bc5"/><Relationship Type="http://schemas.openxmlformats.org/officeDocument/2006/relationships/notesSlide" Target="/ppt/notesSlides/notesSlide19.xml" Id="Rb9f6b09f232c4ecd"/></Relationships>
</file>

<file path=ppt/slides/_rels/slide20.xml.rels><Relationships xmlns="http://schemas.openxmlformats.org/package/2006/relationships"><Relationship Type="http://schemas.openxmlformats.org/officeDocument/2006/relationships/slideLayout" Target="/ppt/slideLayouts/slideLayout6.xml" Id="Ra2cfa5af5fc74b4e"/><Relationship Type="http://schemas.openxmlformats.org/officeDocument/2006/relationships/image" Target="../media/image.jpeg" Id="Rc5904e5b423e46cb"/><Relationship Type="http://schemas.openxmlformats.org/officeDocument/2006/relationships/notesSlide" Target="/ppt/notesSlides/notesSlide20.xml" Id="R9b1f6461d44540f6"/></Relationships>
</file>

<file path=ppt/slides/_rels/slide21.xml.rels><Relationships xmlns="http://schemas.openxmlformats.org/package/2006/relationships"><Relationship Type="http://schemas.openxmlformats.org/officeDocument/2006/relationships/slideLayout" Target="/ppt/slideLayouts/slideLayout6.xml" Id="Rb0c01542fcbd4f39"/><Relationship Type="http://schemas.openxmlformats.org/officeDocument/2006/relationships/image" Target="../media/image.jpeg" Id="Rf6e4632c2cf0466b"/><Relationship Type="http://schemas.openxmlformats.org/officeDocument/2006/relationships/notesSlide" Target="/ppt/notesSlides/notesSlide21.xml" Id="Rabee1e62b7374ba8"/></Relationships>
</file>

<file path=ppt/slides/_rels/slide22.xml.rels><Relationships xmlns="http://schemas.openxmlformats.org/package/2006/relationships"><Relationship Type="http://schemas.openxmlformats.org/officeDocument/2006/relationships/slideLayout" Target="/ppt/slideLayouts/slideLayout6.xml" Id="R7260497affca488c"/><Relationship Type="http://schemas.openxmlformats.org/officeDocument/2006/relationships/image" Target="../media/image.jpeg" Id="Rb19bbe1e9f294729"/><Relationship Type="http://schemas.openxmlformats.org/officeDocument/2006/relationships/notesSlide" Target="/ppt/notesSlides/notesSlide22.xml" Id="R633d2e2cdc4a44e9"/></Relationships>
</file>

<file path=ppt/slides/_rels/slide23.xml.rels><Relationships xmlns="http://schemas.openxmlformats.org/package/2006/relationships"><Relationship Type="http://schemas.openxmlformats.org/officeDocument/2006/relationships/slideLayout" Target="/ppt/slideLayouts/slideLayout6.xml" Id="R422b6cdd61614af1"/><Relationship Type="http://schemas.openxmlformats.org/officeDocument/2006/relationships/image" Target="../media/image.jpeg" Id="R921e4c11756c4b15"/><Relationship Type="http://schemas.openxmlformats.org/officeDocument/2006/relationships/notesSlide" Target="/ppt/notesSlides/notesSlide23.xml" Id="R0e4d761206214c03"/></Relationships>
</file>

<file path=ppt/slides/_rels/slide24.xml.rels><Relationships xmlns="http://schemas.openxmlformats.org/package/2006/relationships"><Relationship Type="http://schemas.openxmlformats.org/officeDocument/2006/relationships/slideLayout" Target="/ppt/slideLayouts/slideLayout6.xml" Id="Ra2139e13db5846b2"/><Relationship Type="http://schemas.openxmlformats.org/officeDocument/2006/relationships/image" Target="../media/image.jpeg" Id="R64365471ab584b4c"/><Relationship Type="http://schemas.openxmlformats.org/officeDocument/2006/relationships/notesSlide" Target="/ppt/notesSlides/notesSlide24.xml" Id="R3b880e9e8cf84f76"/></Relationships>
</file>

<file path=ppt/slides/_rels/slide25.xml.rels><Relationships xmlns="http://schemas.openxmlformats.org/package/2006/relationships"><Relationship Type="http://schemas.openxmlformats.org/officeDocument/2006/relationships/slideLayout" Target="/ppt/slideLayouts/slideLayout6.xml" Id="R397a2a048df14fca"/><Relationship Type="http://schemas.openxmlformats.org/officeDocument/2006/relationships/image" Target="../media/image.jpeg" Id="Rb7f1fa28cc81440e"/><Relationship Type="http://schemas.openxmlformats.org/officeDocument/2006/relationships/notesSlide" Target="/ppt/notesSlides/notesSlide25.xml" Id="R397a4419ac144166"/></Relationships>
</file>

<file path=ppt/slides/_rels/slide26.xml.rels><Relationships xmlns="http://schemas.openxmlformats.org/package/2006/relationships"><Relationship Type="http://schemas.openxmlformats.org/officeDocument/2006/relationships/slideLayout" Target="/ppt/slideLayouts/slideLayout6.xml" Id="Rae870661765a414d"/><Relationship Type="http://schemas.openxmlformats.org/officeDocument/2006/relationships/image" Target="../media/image.jpeg" Id="Re7c2004a292744f1"/><Relationship Type="http://schemas.openxmlformats.org/officeDocument/2006/relationships/notesSlide" Target="/ppt/notesSlides/notesSlide26.xml" Id="Rbc75676e07a04289"/></Relationships>
</file>

<file path=ppt/slides/_rels/slide27.xml.rels><Relationships xmlns="http://schemas.openxmlformats.org/package/2006/relationships"><Relationship Type="http://schemas.openxmlformats.org/officeDocument/2006/relationships/slideLayout" Target="/ppt/slideLayouts/slideLayout6.xml" Id="R16428310acfb42a1"/><Relationship Type="http://schemas.openxmlformats.org/officeDocument/2006/relationships/image" Target="../media/image.jpeg" Id="R38a50edad984477e"/><Relationship Type="http://schemas.openxmlformats.org/officeDocument/2006/relationships/notesSlide" Target="/ppt/notesSlides/notesSlide27.xml" Id="R9024469558f6439b"/></Relationships>
</file>

<file path=ppt/slides/_rels/slide28.xml.rels><Relationships xmlns="http://schemas.openxmlformats.org/package/2006/relationships"><Relationship Type="http://schemas.openxmlformats.org/officeDocument/2006/relationships/slideLayout" Target="/ppt/slideLayouts/slideLayout6.xml" Id="Rc2a095228d36408a"/><Relationship Type="http://schemas.openxmlformats.org/officeDocument/2006/relationships/image" Target="../media/image.jpeg" Id="R41e2153763c243f7"/><Relationship Type="http://schemas.openxmlformats.org/officeDocument/2006/relationships/notesSlide" Target="/ppt/notesSlides/notesSlide28.xml" Id="R2cde9146448d49b4"/></Relationships>
</file>

<file path=ppt/slides/_rels/slide29.xml.rels><Relationships xmlns="http://schemas.openxmlformats.org/package/2006/relationships"><Relationship Type="http://schemas.openxmlformats.org/officeDocument/2006/relationships/slideLayout" Target="/ppt/slideLayouts/slideLayout6.xml" Id="R6241e113fb1a4abe"/><Relationship Type="http://schemas.openxmlformats.org/officeDocument/2006/relationships/image" Target="../media/image.jpeg" Id="Ra15bde88b7d64b72"/><Relationship Type="http://schemas.openxmlformats.org/officeDocument/2006/relationships/notesSlide" Target="/ppt/notesSlides/notesSlide29.xml" Id="R9bf88489005a41c8"/></Relationships>
</file>

<file path=ppt/slides/_rels/slide30.xml.rels><Relationships xmlns="http://schemas.openxmlformats.org/package/2006/relationships"><Relationship Type="http://schemas.openxmlformats.org/officeDocument/2006/relationships/slideLayout" Target="/ppt/slideLayouts/slideLayout6.xml" Id="R2d65a1ba86a443f5"/><Relationship Type="http://schemas.openxmlformats.org/officeDocument/2006/relationships/image" Target="../media/image.jpeg" Id="R5ee9edceeb584838"/><Relationship Type="http://schemas.openxmlformats.org/officeDocument/2006/relationships/notesSlide" Target="/ppt/notesSlides/notesSlide30.xml" Id="R3ce8e97dc06f491b"/></Relationships>
</file>

<file path=ppt/slides/_rels/slide31.xml.rels><Relationships xmlns="http://schemas.openxmlformats.org/package/2006/relationships"><Relationship Type="http://schemas.openxmlformats.org/officeDocument/2006/relationships/slideLayout" Target="/ppt/slideLayouts/slideLayout6.xml" Id="R07539e5aec0245c5"/><Relationship Type="http://schemas.openxmlformats.org/officeDocument/2006/relationships/image" Target="../media/image.jpeg" Id="Rb2a6a82e0f2f47ae"/><Relationship Type="http://schemas.openxmlformats.org/officeDocument/2006/relationships/notesSlide" Target="/ppt/notesSlides/notesSlide31.xml" Id="R7a936ed03d344e32"/></Relationships>
</file>

<file path=ppt/slides/_rels/slide32.xml.rels><Relationships xmlns="http://schemas.openxmlformats.org/package/2006/relationships"><Relationship Type="http://schemas.openxmlformats.org/officeDocument/2006/relationships/slideLayout" Target="/ppt/slideLayouts/slideLayout6.xml" Id="R67bfd3e81ec44b17"/><Relationship Type="http://schemas.openxmlformats.org/officeDocument/2006/relationships/image" Target="../media/image.jpeg" Id="Rbdd7d20c73d9420c"/><Relationship Type="http://schemas.openxmlformats.org/officeDocument/2006/relationships/notesSlide" Target="/ppt/notesSlides/notesSlide32.xml" Id="R32a88f97d36c48c7"/></Relationships>
</file>

<file path=ppt/slides/_rels/slide33.xml.rels><Relationships xmlns="http://schemas.openxmlformats.org/package/2006/relationships"><Relationship Type="http://schemas.openxmlformats.org/officeDocument/2006/relationships/slideLayout" Target="/ppt/slideLayouts/slideLayout6.xml" Id="R2182d577420c4bdd"/><Relationship Type="http://schemas.openxmlformats.org/officeDocument/2006/relationships/image" Target="../media/image.jpeg" Id="R8048bd77699149c4"/><Relationship Type="http://schemas.openxmlformats.org/officeDocument/2006/relationships/notesSlide" Target="/ppt/notesSlides/notesSlide33.xml" Id="Rcc794fb2db2b4d35"/></Relationships>
</file>

<file path=ppt/slides/_rels/slide34.xml.rels><Relationships xmlns="http://schemas.openxmlformats.org/package/2006/relationships"><Relationship Type="http://schemas.openxmlformats.org/officeDocument/2006/relationships/slideLayout" Target="/ppt/slideLayouts/slideLayout6.xml" Id="R9b853d893a6c4470"/><Relationship Type="http://schemas.openxmlformats.org/officeDocument/2006/relationships/image" Target="../media/image.jpeg" Id="R29a1a15af9e14522"/><Relationship Type="http://schemas.openxmlformats.org/officeDocument/2006/relationships/notesSlide" Target="/ppt/notesSlides/notesSlide34.xml" Id="R690a835bc5e64bc7"/></Relationships>
</file>

<file path=ppt/slides/_rels/slide35.xml.rels><Relationships xmlns="http://schemas.openxmlformats.org/package/2006/relationships"><Relationship Type="http://schemas.openxmlformats.org/officeDocument/2006/relationships/slideLayout" Target="/ppt/slideLayouts/slideLayout6.xml" Id="Re2fc8ba5094b4a3d"/><Relationship Type="http://schemas.openxmlformats.org/officeDocument/2006/relationships/image" Target="../media/image.jpeg" Id="Re9c8e4c61b8b43ca"/><Relationship Type="http://schemas.openxmlformats.org/officeDocument/2006/relationships/notesSlide" Target="/ppt/notesSlides/notesSlide35.xml" Id="Rf02825c035684efc"/></Relationships>
</file>

<file path=ppt/slides/_rels/slide36.xml.rels><Relationships xmlns="http://schemas.openxmlformats.org/package/2006/relationships"><Relationship Type="http://schemas.openxmlformats.org/officeDocument/2006/relationships/slideLayout" Target="/ppt/slideLayouts/slideLayout6.xml" Id="R76edf7c91a11431a"/><Relationship Type="http://schemas.openxmlformats.org/officeDocument/2006/relationships/image" Target="../media/image.jpeg" Id="R2dc7668708ae45a3"/><Relationship Type="http://schemas.openxmlformats.org/officeDocument/2006/relationships/notesSlide" Target="/ppt/notesSlides/notesSlide36.xml" Id="Rcc95f1704a5041e9"/></Relationships>
</file>

<file path=ppt/slides/_rels/slide37.xml.rels><Relationships xmlns="http://schemas.openxmlformats.org/package/2006/relationships"><Relationship Type="http://schemas.openxmlformats.org/officeDocument/2006/relationships/slideLayout" Target="/ppt/slideLayouts/slideLayout6.xml" Id="R553455e0bf7148ce"/><Relationship Type="http://schemas.openxmlformats.org/officeDocument/2006/relationships/image" Target="../media/image.jpeg" Id="Rc56f308f08424b2c"/><Relationship Type="http://schemas.openxmlformats.org/officeDocument/2006/relationships/notesSlide" Target="/ppt/notesSlides/notesSlide37.xml" Id="R78ac8f77225f4742"/></Relationships>
</file>

<file path=ppt/slides/_rels/slide38.xml.rels><Relationships xmlns="http://schemas.openxmlformats.org/package/2006/relationships"><Relationship Type="http://schemas.openxmlformats.org/officeDocument/2006/relationships/slideLayout" Target="/ppt/slideLayouts/slideLayout6.xml" Id="R9ab18c2afe31457b"/><Relationship Type="http://schemas.openxmlformats.org/officeDocument/2006/relationships/image" Target="../media/image.jpeg" Id="R37904e4fbba246e5"/><Relationship Type="http://schemas.openxmlformats.org/officeDocument/2006/relationships/notesSlide" Target="/ppt/notesSlides/notesSlide38.xml" Id="Rcac62721f1a94762"/></Relationships>
</file>

<file path=ppt/slides/_rels/slide39.xml.rels><Relationships xmlns="http://schemas.openxmlformats.org/package/2006/relationships"><Relationship Type="http://schemas.openxmlformats.org/officeDocument/2006/relationships/slideLayout" Target="/ppt/slideLayouts/slideLayout6.xml" Id="R36dcd051b396481f"/><Relationship Type="http://schemas.openxmlformats.org/officeDocument/2006/relationships/image" Target="../media/image.jpeg" Id="Rfd676dfba495461d"/><Relationship Type="http://schemas.openxmlformats.org/officeDocument/2006/relationships/notesSlide" Target="/ppt/notesSlides/notesSlide39.xml" Id="Rcde283999a47423a"/></Relationships>
</file>

<file path=ppt/slides/_rels/slide40.xml.rels><Relationships xmlns="http://schemas.openxmlformats.org/package/2006/relationships"><Relationship Type="http://schemas.openxmlformats.org/officeDocument/2006/relationships/slideLayout" Target="/ppt/slideLayouts/slideLayout6.xml" Id="R83af926c3e2a4f97"/><Relationship Type="http://schemas.openxmlformats.org/officeDocument/2006/relationships/image" Target="../media/image.jpeg" Id="Ra28b122b02ac41b2"/><Relationship Type="http://schemas.openxmlformats.org/officeDocument/2006/relationships/notesSlide" Target="/ppt/notesSlides/notesSlide40.xml" Id="Rc44d9312db6d48c3"/></Relationships>
</file>

<file path=ppt/slides/_rels/slide41.xml.rels><Relationships xmlns="http://schemas.openxmlformats.org/package/2006/relationships"><Relationship Type="http://schemas.openxmlformats.org/officeDocument/2006/relationships/slideLayout" Target="/ppt/slideLayouts/slideLayout6.xml" Id="Rb99ba9418a3e440e"/><Relationship Type="http://schemas.openxmlformats.org/officeDocument/2006/relationships/image" Target="../media/image.jpeg" Id="Rf8ca90ed62c24067"/><Relationship Type="http://schemas.openxmlformats.org/officeDocument/2006/relationships/notesSlide" Target="/ppt/notesSlides/notesSlide41.xml" Id="R6d7fdc896d0940fa"/></Relationships>
</file>

<file path=ppt/slides/_rels/slide42.xml.rels><Relationships xmlns="http://schemas.openxmlformats.org/package/2006/relationships"><Relationship Type="http://schemas.openxmlformats.org/officeDocument/2006/relationships/slideLayout" Target="/ppt/slideLayouts/slideLayout6.xml" Id="R09189f6140e345ca"/><Relationship Type="http://schemas.openxmlformats.org/officeDocument/2006/relationships/image" Target="../media/image.jpeg" Id="R2d757b518ebf42d1"/><Relationship Type="http://schemas.openxmlformats.org/officeDocument/2006/relationships/notesSlide" Target="/ppt/notesSlides/notesSlide42.xml" Id="R80186dd03e6043e1"/></Relationships>
</file>

<file path=ppt/slides/_rels/slide43.xml.rels><Relationships xmlns="http://schemas.openxmlformats.org/package/2006/relationships"><Relationship Type="http://schemas.openxmlformats.org/officeDocument/2006/relationships/slideLayout" Target="/ppt/slideLayouts/slideLayout6.xml" Id="Rf89053e6d6c0415f"/><Relationship Type="http://schemas.openxmlformats.org/officeDocument/2006/relationships/image" Target="../media/image.jpeg" Id="Rfe7a5e9dafe4439c"/><Relationship Type="http://schemas.openxmlformats.org/officeDocument/2006/relationships/notesSlide" Target="/ppt/notesSlides/notesSlide43.xml" Id="R77302c0e5bdb4684"/></Relationships>
</file>

<file path=ppt/slides/_rels/slide44.xml.rels><Relationships xmlns="http://schemas.openxmlformats.org/package/2006/relationships"><Relationship Type="http://schemas.openxmlformats.org/officeDocument/2006/relationships/slideLayout" Target="/ppt/slideLayouts/slideLayout6.xml" Id="R6e6a0a4d536b47fa"/><Relationship Type="http://schemas.openxmlformats.org/officeDocument/2006/relationships/image" Target="../media/image.jpeg" Id="R38870def5bc3480e"/><Relationship Type="http://schemas.openxmlformats.org/officeDocument/2006/relationships/notesSlide" Target="/ppt/notesSlides/notesSlide44.xml" Id="R159469e1ad154be4"/></Relationships>
</file>

<file path=ppt/slides/_rels/slide45.xml.rels><Relationships xmlns="http://schemas.openxmlformats.org/package/2006/relationships"><Relationship Type="http://schemas.openxmlformats.org/officeDocument/2006/relationships/slideLayout" Target="/ppt/slideLayouts/slideLayout6.xml" Id="Rcf2d9424dff04d3a"/><Relationship Type="http://schemas.openxmlformats.org/officeDocument/2006/relationships/image" Target="../media/image.jpeg" Id="R4afb1ae247634e9b"/><Relationship Type="http://schemas.openxmlformats.org/officeDocument/2006/relationships/notesSlide" Target="/ppt/notesSlides/notesSlide45.xml" Id="R24574d51523f42ed"/></Relationships>
</file>

<file path=ppt/slides/_rels/slide46.xml.rels><Relationships xmlns="http://schemas.openxmlformats.org/package/2006/relationships"><Relationship Type="http://schemas.openxmlformats.org/officeDocument/2006/relationships/slideLayout" Target="/ppt/slideLayouts/slideLayout6.xml" Id="Rab6de4cd587745df"/><Relationship Type="http://schemas.openxmlformats.org/officeDocument/2006/relationships/image" Target="../media/image.jpeg" Id="Rfba2b1142e404626"/><Relationship Type="http://schemas.openxmlformats.org/officeDocument/2006/relationships/notesSlide" Target="/ppt/notesSlides/notesSlide46.xml" Id="R678d9c4f253a44e9"/></Relationships>
</file>

<file path=ppt/slides/_rels/slide47.xml.rels><Relationships xmlns="http://schemas.openxmlformats.org/package/2006/relationships"><Relationship Type="http://schemas.openxmlformats.org/officeDocument/2006/relationships/slideLayout" Target="/ppt/slideLayouts/slideLayout6.xml" Id="R68c101ebd0f84b8f"/><Relationship Type="http://schemas.openxmlformats.org/officeDocument/2006/relationships/image" Target="../media/image.jpeg" Id="R9703acfe3d924d80"/><Relationship Type="http://schemas.openxmlformats.org/officeDocument/2006/relationships/notesSlide" Target="/ppt/notesSlides/notesSlide47.xml" Id="Rcc5a9bc2efb249b8"/></Relationships>
</file>

<file path=ppt/slides/_rels/slide48.xml.rels><Relationships xmlns="http://schemas.openxmlformats.org/package/2006/relationships"><Relationship Type="http://schemas.openxmlformats.org/officeDocument/2006/relationships/slideLayout" Target="/ppt/slideLayouts/slideLayout6.xml" Id="R0f0e076940d94464"/><Relationship Type="http://schemas.openxmlformats.org/officeDocument/2006/relationships/image" Target="../media/image.jpeg" Id="Ree43d6b3a1e9448f"/><Relationship Type="http://schemas.openxmlformats.org/officeDocument/2006/relationships/notesSlide" Target="/ppt/notesSlides/notesSlide48.xml" Id="Rf785074c0c2b4054"/></Relationships>
</file>

<file path=ppt/slides/_rels/slide49.xml.rels><Relationships xmlns="http://schemas.openxmlformats.org/package/2006/relationships"><Relationship Type="http://schemas.openxmlformats.org/officeDocument/2006/relationships/slideLayout" Target="/ppt/slideLayouts/slideLayout6.xml" Id="Rbaf77b0e8e1f454b"/><Relationship Type="http://schemas.openxmlformats.org/officeDocument/2006/relationships/image" Target="../media/image.jpeg" Id="R09a500e280e549fa"/><Relationship Type="http://schemas.openxmlformats.org/officeDocument/2006/relationships/notesSlide" Target="/ppt/notesSlides/notesSlide49.xml" Id="R19bd3f924054423b"/></Relationships>
</file>

<file path=ppt/slides/_rels/slide50.xml.rels><Relationships xmlns="http://schemas.openxmlformats.org/package/2006/relationships"><Relationship Type="http://schemas.openxmlformats.org/officeDocument/2006/relationships/slideLayout" Target="/ppt/slideLayouts/slideLayout6.xml" Id="R5656b05333e54566"/><Relationship Type="http://schemas.openxmlformats.org/officeDocument/2006/relationships/image" Target="../media/image.jpeg" Id="R1f4bd668ae31487f"/><Relationship Type="http://schemas.openxmlformats.org/officeDocument/2006/relationships/notesSlide" Target="/ppt/notesSlides/notesSlide50.xml" Id="R52010a21a86f4ab2"/></Relationships>
</file>

<file path=ppt/slides/_rels/slide51.xml.rels><Relationships xmlns="http://schemas.openxmlformats.org/package/2006/relationships"><Relationship Type="http://schemas.openxmlformats.org/officeDocument/2006/relationships/slideLayout" Target="/ppt/slideLayouts/slideLayout6.xml" Id="R42fd6b8679e144ae"/><Relationship Type="http://schemas.openxmlformats.org/officeDocument/2006/relationships/image" Target="../media/image.jpeg" Id="Rf1fd883916c14473"/><Relationship Type="http://schemas.openxmlformats.org/officeDocument/2006/relationships/notesSlide" Target="/ppt/notesSlides/notesSlide51.xml" Id="R8bc97d1f79c241bf"/></Relationships>
</file>

<file path=ppt/slides/_rels/slide52.xml.rels><Relationships xmlns="http://schemas.openxmlformats.org/package/2006/relationships"><Relationship Type="http://schemas.openxmlformats.org/officeDocument/2006/relationships/slideLayout" Target="/ppt/slideLayouts/slideLayout6.xml" Id="R81b19907904f43a8"/><Relationship Type="http://schemas.openxmlformats.org/officeDocument/2006/relationships/image" Target="../media/image.jpeg" Id="R962ca2bfed2e4518"/><Relationship Type="http://schemas.openxmlformats.org/officeDocument/2006/relationships/notesSlide" Target="/ppt/notesSlides/notesSlide52.xml" Id="Rbf2479b70a544b3e"/></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8F2FCC20-8EBB-47CE-847E-8F249EA1B776}"/>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C6A19EE0-E7D1-4B52-8479-17E607C6D870}"/>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0 min · 0 to 0</a:t>
            </a:r>
          </a:p>
        </p:txBody>
      </p:sp>
      <p:sp>
        <p:nvSpPr>
          <p:cNvPr id="3" name="text">
            <a:extLst xmlns:a="http://schemas.openxmlformats.org/drawingml/2006/main">
              <a:ext uri="{FF2B5EF4-FFF2-40B4-BE49-F238E27FC236}">
                <a16:creationId xmlns:a16="http://schemas.microsoft.com/office/drawing/2014/main" id="{FCC07C94-5902-4E97-B34F-35BF162EA0BB}"/>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Master: Amylase Rate, Graph and Topic 1 Consolidation</a:t>
            </a:r>
          </a:p>
        </p:txBody>
      </p:sp>
      <p:pic>
        <p:nvPicPr>
          <p:cNvPr id="4" name="">
            <a:extLst xmlns:a="http://schemas.openxmlformats.org/drawingml/2006/main">
              <a:ext uri="{FF2B5EF4-FFF2-40B4-BE49-F238E27FC236}">
                <a16:creationId xmlns:a16="http://schemas.microsoft.com/office/drawing/2014/main" id="{88500AB3-3907-41D6-B801-A7B366777E4B}"/>
              </a:ext>
            </a:extLst>
          </p:cNvPr>
          <p:cNvPicPr>
            <a:picLocks xmlns:a="http://schemas.openxmlformats.org/drawingml/2006/main" noChangeAspect="1"/>
          </p:cNvPicPr>
          <p:nvPr/>
        </p:nvPicPr>
        <p:blipFill>
          <a:blip xmlns:r="http://schemas.openxmlformats.org/officeDocument/2006/relationships" xmlns:a="http://schemas.openxmlformats.org/drawingml/2006/main" r:embed="R84d3168578c849ec"/>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DCAF749-2B80-44FC-9251-7A2E9E01F1EB}"/>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73BC491-0381-47EB-8123-DD390C4606C6}"/>
              </a:ext>
            </a:extLst>
          </p:cNvPr>
          <p:cNvSpPr>
            <a:spLocks xmlns:a="http://schemas.openxmlformats.org/drawingml/2006/main" noGrp="1"/>
          </p:cNvSpPr>
          <p:nvPr/>
        </p:nvSpPr>
        <p:spPr>
          <a:xfrm xmlns:a="http://schemas.openxmlformats.org/drawingml/2006/main">
            <a:off x="409575" y="1666875"/>
            <a:ext cx="11372850" cy="3524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012A30D5-DCDF-4FA8-BDAE-9DACAF63719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Show your working: relative rate = 1 ÷ time. Use the unit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a:t>
            </a:r>
          </a:p>
        </p:txBody>
      </p:sp>
      <p:sp>
        <p:nvSpPr>
          <p:cNvPr id="8" name="">
            <a:extLst xmlns:a="http://schemas.openxmlformats.org/drawingml/2006/main">
              <a:ext uri="{FF2B5EF4-FFF2-40B4-BE49-F238E27FC236}">
                <a16:creationId xmlns:a16="http://schemas.microsoft.com/office/drawing/2014/main" id="{67B11731-F22E-4C10-A986-6450BA1AA3C9}"/>
              </a:ext>
            </a:extLst>
          </p:cNvPr>
          <p:cNvSpPr>
            <a:spLocks xmlns:a="http://schemas.openxmlformats.org/drawingml/2006/main" noGrp="1"/>
          </p:cNvSpPr>
          <p:nvPr/>
        </p:nvSpPr>
        <p:spPr>
          <a:xfrm xmlns:a="http://schemas.openxmlformats.org/drawingml/2006/main">
            <a:off x="409575" y="2057400"/>
            <a:ext cx="11372850" cy="352425"/>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9" name="text">
            <a:extLst xmlns:a="http://schemas.openxmlformats.org/drawingml/2006/main">
              <a:ext uri="{FF2B5EF4-FFF2-40B4-BE49-F238E27FC236}">
                <a16:creationId xmlns:a16="http://schemas.microsoft.com/office/drawing/2014/main" id="{E31A23B0-9AC9-4CA9-83BB-0B58D6EA3CBD}"/>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Read or plot how pH links to rate. Say only what the data supports.</a:t>
            </a:r>
          </a:p>
        </p:txBody>
      </p:sp>
      <p:sp>
        <p:nvSpPr>
          <p:cNvPr id="10" name="">
            <a:extLst xmlns:a="http://schemas.openxmlformats.org/drawingml/2006/main">
              <a:ext uri="{FF2B5EF4-FFF2-40B4-BE49-F238E27FC236}">
                <a16:creationId xmlns:a16="http://schemas.microsoft.com/office/drawing/2014/main" id="{816E2A8C-FDFE-4F62-BD86-23888E42296E}"/>
              </a:ext>
            </a:extLst>
          </p:cNvPr>
          <p:cNvSpPr>
            <a:spLocks xmlns:a="http://schemas.openxmlformats.org/drawingml/2006/main" noGrp="1"/>
          </p:cNvSpPr>
          <p:nvPr/>
        </p:nvSpPr>
        <p:spPr>
          <a:xfrm xmlns:a="http://schemas.openxmlformats.org/drawingml/2006/main">
            <a:off x="409575" y="2447925"/>
            <a:ext cx="11372850" cy="647700"/>
          </a:xfrm>
          <a:prstGeom xmlns:a="http://schemas.openxmlformats.org/drawingml/2006/main" prst="rect">
            <a:avLst/>
          </a:prstGeom>
          <a:solidFill xmlns:a="http://schemas.openxmlformats.org/drawingml/2006/main">
            <a:srgbClr val="FFE4C8"/>
          </a:solidFill>
          <a:ln xmlns:a="http://schemas.openxmlformats.org/drawingml/2006/main" w="0">
            <a:noFill/>
            <a:prstDash val="solid"/>
          </a:ln>
        </p:spPr>
      </p:sp>
      <p:sp>
        <p:nvSpPr>
          <p:cNvPr id="11" name="text">
            <a:extLst xmlns:a="http://schemas.openxmlformats.org/drawingml/2006/main">
              <a:ext uri="{FF2B5EF4-FFF2-40B4-BE49-F238E27FC236}">
                <a16:creationId xmlns:a16="http://schemas.microsoft.com/office/drawing/2014/main" id="{7EA8A3ED-1B31-4F4A-98D1-0AADF476EEFA}"/>
              </a:ext>
            </a:extLst>
          </p:cNvPr>
          <p:cNvSpPr>
            <a:spLocks xmlns:a="http://schemas.openxmlformats.org/drawingml/2006/main" noGrp="1"/>
          </p:cNvSpPr>
          <p:nvPr/>
        </p:nvSpPr>
        <p:spPr>
          <a:xfrm xmlns:a="http://schemas.openxmlformats.org/drawingml/2006/main">
            <a:off x="457200" y="24574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Name a limit of the method. Link it to a way to improve it. Then show how digestion differs from</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diffusion.</a:t>
            </a:r>
          </a:p>
        </p:txBody>
      </p:sp>
      <p:sp>
        <p:nvSpPr>
          <p:cNvPr id="12" name="text">
            <a:extLst xmlns:a="http://schemas.openxmlformats.org/drawingml/2006/main">
              <a:ext uri="{FF2B5EF4-FFF2-40B4-BE49-F238E27FC236}">
                <a16:creationId xmlns:a16="http://schemas.microsoft.com/office/drawing/2014/main" id="{6C7BDC62-3D7B-4A54-B9EE-7D8980E05829}"/>
              </a:ext>
            </a:extLst>
          </p:cNvPr>
          <p:cNvSpPr>
            <a:spLocks xmlns:a="http://schemas.openxmlformats.org/drawingml/2006/main" noGrp="1"/>
          </p:cNvSpPr>
          <p:nvPr/>
        </p:nvSpPr>
        <p:spPr>
          <a:xfrm xmlns:a="http://schemas.openxmlformats.org/drawingml/2006/main">
            <a:off x="457200" y="31432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40 minutes · take a pause when you need one. You may pass on a personal example.</a:t>
            </a:r>
          </a:p>
        </p:txBody>
      </p:sp>
      <p:sp>
        <p:nvSpPr>
          <p:cNvPr id="13" name="text">
            <a:extLst xmlns:a="http://schemas.openxmlformats.org/drawingml/2006/main">
              <a:ext uri="{FF2B5EF4-FFF2-40B4-BE49-F238E27FC236}">
                <a16:creationId xmlns:a16="http://schemas.microsoft.com/office/drawing/2014/main" id="{DE0F3D6C-10FA-457B-B7FA-22D79BEF7A8A}"/>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4" name="text">
            <a:extLst xmlns:a="http://schemas.openxmlformats.org/drawingml/2006/main">
              <a:ext uri="{FF2B5EF4-FFF2-40B4-BE49-F238E27FC236}">
                <a16:creationId xmlns:a16="http://schemas.microsoft.com/office/drawing/2014/main" id="{9DA1691F-DBFF-4105-A519-571187C5CD36}"/>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5" name="text">
            <a:extLst xmlns:a="http://schemas.openxmlformats.org/drawingml/2006/main">
              <a:ext uri="{FF2B5EF4-FFF2-40B4-BE49-F238E27FC236}">
                <a16:creationId xmlns:a16="http://schemas.microsoft.com/office/drawing/2014/main" id="{FD082137-EEDB-4E7A-9FE1-D010ED821B7A}"/>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 / 52</a:t>
            </a:r>
          </a:p>
        </p:txBody>
      </p:sp>
      <p:sp>
        <p:nvSpPr>
          <p:cNvPr id="16" name="text">
            <a:extLst xmlns:a="http://schemas.openxmlformats.org/drawingml/2006/main">
              <a:ext uri="{FF2B5EF4-FFF2-40B4-BE49-F238E27FC236}">
                <a16:creationId xmlns:a16="http://schemas.microsoft.com/office/drawing/2014/main" id="{72B80253-164A-4772-89E2-AB305FD0C806}"/>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89742054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07EAA653-CB9C-4B62-9D66-28A801519255}"/>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1EE6F0E8-0EDF-4AD3-AB2A-F024F7E266EC}"/>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F9C3785F-9813-4A68-9F49-E812AAC290AB}"/>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F558DC99-9C64-4B72-BD51-79EDD7F507A9}"/>
              </a:ext>
            </a:extLst>
          </p:cNvPr>
          <p:cNvPicPr>
            <a:picLocks xmlns:a="http://schemas.openxmlformats.org/drawingml/2006/main" noChangeAspect="1"/>
          </p:cNvPicPr>
          <p:nvPr/>
        </p:nvPicPr>
        <p:blipFill>
          <a:blip xmlns:r="http://schemas.openxmlformats.org/officeDocument/2006/relationships" xmlns:a="http://schemas.openxmlformats.org/drawingml/2006/main" r:embed="R05280e2efd8e413e"/>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C91B6D0-3418-465E-9D08-CBAF51ACA4B9}"/>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79D693E-F917-4730-A93A-71DA27ABF309}"/>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6111511B-E853-4675-B33A-E7C66F11588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Glue in today's strip; date it. Answer the four clues.</a:t>
            </a:r>
          </a:p>
        </p:txBody>
      </p:sp>
      <p:sp>
        <p:nvSpPr>
          <p:cNvPr id="8" name="text">
            <a:extLst xmlns:a="http://schemas.openxmlformats.org/drawingml/2006/main">
              <a:ext uri="{FF2B5EF4-FFF2-40B4-BE49-F238E27FC236}">
                <a16:creationId xmlns:a16="http://schemas.microsoft.com/office/drawing/2014/main" id="{717B9D0E-DDB2-4322-9CFC-A50E4B7FC2B5}"/>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Supported</a:t>
            </a:r>
          </a:p>
        </p:txBody>
      </p:sp>
      <p:sp>
        <p:nvSpPr>
          <p:cNvPr id="9" name="text">
            <a:extLst xmlns:a="http://schemas.openxmlformats.org/drawingml/2006/main">
              <a:ext uri="{FF2B5EF4-FFF2-40B4-BE49-F238E27FC236}">
                <a16:creationId xmlns:a16="http://schemas.microsoft.com/office/drawing/2014/main" id="{AD6E658B-A3AC-45A5-983E-4161E63D219F}"/>
              </a:ext>
            </a:extLst>
          </p:cNvPr>
          <p:cNvSpPr>
            <a:spLocks xmlns:a="http://schemas.openxmlformats.org/drawingml/2006/main" noGrp="1"/>
          </p:cNvSpPr>
          <p:nvPr/>
        </p:nvSpPr>
        <p:spPr>
          <a:xfrm xmlns:a="http://schemas.openxmlformats.org/drawingml/2006/main">
            <a:off x="457200" y="2457450"/>
            <a:ext cx="112776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What you need for today: Use the endpoint table, 1 ÷ time rule and prepared graph. Give one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answer at a time by pointing, speaking, drawing or writing. The supplied values are illustrative. No</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missed work is needed first.</a:t>
            </a:r>
          </a:p>
        </p:txBody>
      </p:sp>
      <p:sp>
        <p:nvSpPr>
          <p:cNvPr id="10" name="text">
            <a:extLst xmlns:a="http://schemas.openxmlformats.org/drawingml/2006/main">
              <a:ext uri="{FF2B5EF4-FFF2-40B4-BE49-F238E27FC236}">
                <a16:creationId xmlns:a16="http://schemas.microsoft.com/office/drawing/2014/main" id="{C320C813-B86E-49F1-B092-46C88685B71A}"/>
              </a:ext>
            </a:extLst>
          </p:cNvPr>
          <p:cNvSpPr>
            <a:spLocks xmlns:a="http://schemas.openxmlformats.org/drawingml/2006/main" noGrp="1"/>
          </p:cNvSpPr>
          <p:nvPr/>
        </p:nvSpPr>
        <p:spPr>
          <a:xfrm xmlns:a="http://schemas.openxmlformats.org/drawingml/2006/main">
            <a:off x="457200" y="34385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Time and rate</a:t>
            </a:r>
          </a:p>
        </p:txBody>
      </p:sp>
      <p:sp>
        <p:nvSpPr>
          <p:cNvPr id="11" name="text">
            <a:extLst xmlns:a="http://schemas.openxmlformats.org/drawingml/2006/main">
              <a:ext uri="{FF2B5EF4-FFF2-40B4-BE49-F238E27FC236}">
                <a16:creationId xmlns:a16="http://schemas.microsoft.com/office/drawing/2014/main" id="{A8B2E3E4-5DFC-488B-89FA-C21172D3D26A}"/>
              </a:ext>
            </a:extLst>
          </p:cNvPr>
          <p:cNvSpPr>
            <a:spLocks xmlns:a="http://schemas.openxmlformats.org/drawingml/2006/main" noGrp="1"/>
          </p:cNvSpPr>
          <p:nvPr/>
        </p:nvSpPr>
        <p:spPr>
          <a:xfrm xmlns:a="http://schemas.openxmlformats.org/drawingml/2006/main">
            <a:off x="457200" y="38290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With the same starting starch and endpoint, which is faster: 90 s or 180 s?</a:t>
            </a:r>
          </a:p>
        </p:txBody>
      </p:sp>
      <p:sp>
        <p:nvSpPr>
          <p:cNvPr id="12" name="text">
            <a:extLst xmlns:a="http://schemas.openxmlformats.org/drawingml/2006/main">
              <a:ext uri="{FF2B5EF4-FFF2-40B4-BE49-F238E27FC236}">
                <a16:creationId xmlns:a16="http://schemas.microsoft.com/office/drawing/2014/main" id="{0852E8E1-ED3F-4AF1-BB57-9C5EED7DE1AF}"/>
              </a:ext>
            </a:extLst>
          </p:cNvPr>
          <p:cNvSpPr>
            <a:spLocks xmlns:a="http://schemas.openxmlformats.org/drawingml/2006/main" noGrp="1"/>
          </p:cNvSpPr>
          <p:nvPr/>
        </p:nvSpPr>
        <p:spPr>
          <a:xfrm xmlns:a="http://schemas.openxmlformats.org/drawingml/2006/main">
            <a:off x="457200" y="42195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Shorter time for the same measured change means faster breakdown.</a:t>
            </a:r>
          </a:p>
        </p:txBody>
      </p:sp>
      <p:sp>
        <p:nvSpPr>
          <p:cNvPr id="13" name="text">
            <a:extLst xmlns:a="http://schemas.openxmlformats.org/drawingml/2006/main">
              <a:ext uri="{FF2B5EF4-FFF2-40B4-BE49-F238E27FC236}">
                <a16:creationId xmlns:a16="http://schemas.microsoft.com/office/drawing/2014/main" id="{9386AF95-39ED-42B9-8835-465110D0314C}"/>
              </a:ext>
            </a:extLst>
          </p:cNvPr>
          <p:cNvSpPr>
            <a:spLocks xmlns:a="http://schemas.openxmlformats.org/drawingml/2006/main" noGrp="1"/>
          </p:cNvSpPr>
          <p:nvPr/>
        </p:nvSpPr>
        <p:spPr>
          <a:xfrm xmlns:a="http://schemas.openxmlformats.org/drawingml/2006/main">
            <a:off x="457200" y="46101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2. Read the endpoint</a:t>
            </a:r>
          </a:p>
        </p:txBody>
      </p:sp>
      <p:sp>
        <p:nvSpPr>
          <p:cNvPr id="14" name="text">
            <a:extLst xmlns:a="http://schemas.openxmlformats.org/drawingml/2006/main">
              <a:ext uri="{FF2B5EF4-FFF2-40B4-BE49-F238E27FC236}">
                <a16:creationId xmlns:a16="http://schemas.microsoft.com/office/drawing/2014/main" id="{3352C670-771C-45EB-BCED-06CA26C29356}"/>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5" name="text">
            <a:extLst xmlns:a="http://schemas.openxmlformats.org/drawingml/2006/main">
              <a:ext uri="{FF2B5EF4-FFF2-40B4-BE49-F238E27FC236}">
                <a16:creationId xmlns:a16="http://schemas.microsoft.com/office/drawing/2014/main" id="{2A5389A2-53E2-4DD4-82D1-5DC18B179231}"/>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6" name="text">
            <a:extLst xmlns:a="http://schemas.openxmlformats.org/drawingml/2006/main">
              <a:ext uri="{FF2B5EF4-FFF2-40B4-BE49-F238E27FC236}">
                <a16:creationId xmlns:a16="http://schemas.microsoft.com/office/drawing/2014/main" id="{A2156174-3A7C-4CA9-83B2-B679C595C483}"/>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 / 52</a:t>
            </a:r>
          </a:p>
        </p:txBody>
      </p:sp>
      <p:sp>
        <p:nvSpPr>
          <p:cNvPr id="17" name="text">
            <a:extLst xmlns:a="http://schemas.openxmlformats.org/drawingml/2006/main">
              <a:ext uri="{FF2B5EF4-FFF2-40B4-BE49-F238E27FC236}">
                <a16:creationId xmlns:a16="http://schemas.microsoft.com/office/drawing/2014/main" id="{74B7163E-59AB-47F4-A75B-4BFD4766F3ED}"/>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67815249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4E0D52B3-7FD5-4838-8DB1-5968A293E970}"/>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8A4589E2-9045-477B-9061-7407AD647593}"/>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C527696B-D4C9-405C-B580-F081C8B2BDAA}"/>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3D7E9614-B7B2-4794-B19C-059027E9F8F3}"/>
              </a:ext>
            </a:extLst>
          </p:cNvPr>
          <p:cNvPicPr>
            <a:picLocks xmlns:a="http://schemas.openxmlformats.org/drawingml/2006/main" noChangeAspect="1"/>
          </p:cNvPicPr>
          <p:nvPr/>
        </p:nvPicPr>
        <p:blipFill>
          <a:blip xmlns:r="http://schemas.openxmlformats.org/officeDocument/2006/relationships" xmlns:a="http://schemas.openxmlformats.org/drawingml/2006/main" r:embed="R6881c30b83e44138"/>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C7C5B2A-9CE5-4814-A317-90AB42BDA840}"/>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A7F5F05-FB86-4C2A-A6BE-7E7B6374E245}"/>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6A382402-B0CF-4673-B8FA-C8F9378F166D}"/>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Glue in today's strip; date it. Answer the four clues.</a:t>
            </a:r>
          </a:p>
        </p:txBody>
      </p:sp>
      <p:sp>
        <p:nvSpPr>
          <p:cNvPr id="8" name="text">
            <a:extLst xmlns:a="http://schemas.openxmlformats.org/drawingml/2006/main">
              <a:ext uri="{FF2B5EF4-FFF2-40B4-BE49-F238E27FC236}">
                <a16:creationId xmlns:a16="http://schemas.microsoft.com/office/drawing/2014/main" id="{83F65444-5ABD-4A11-93A2-E1902FC1441E}"/>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Link to today: Blue-black means starch detected. Orange-brown means starch not detected.</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Which colour meets our endpoint?</a:t>
            </a:r>
          </a:p>
        </p:txBody>
      </p:sp>
      <p:sp>
        <p:nvSpPr>
          <p:cNvPr id="9" name="text">
            <a:extLst xmlns:a="http://schemas.openxmlformats.org/drawingml/2006/main">
              <a:ext uri="{FF2B5EF4-FFF2-40B4-BE49-F238E27FC236}">
                <a16:creationId xmlns:a16="http://schemas.microsoft.com/office/drawing/2014/main" id="{8A2F4DCE-C474-497A-ACFC-B9420F9C7144}"/>
              </a:ext>
            </a:extLst>
          </p:cNvPr>
          <p:cNvSpPr>
            <a:spLocks xmlns:a="http://schemas.openxmlformats.org/drawingml/2006/main" noGrp="1"/>
          </p:cNvSpPr>
          <p:nvPr/>
        </p:nvSpPr>
        <p:spPr>
          <a:xfrm xmlns:a="http://schemas.openxmlformats.org/drawingml/2006/main">
            <a:off x="457200" y="27527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Endpoint = first sampled time with starch not detected.</a:t>
            </a:r>
          </a:p>
        </p:txBody>
      </p:sp>
      <p:sp>
        <p:nvSpPr>
          <p:cNvPr id="10" name="text">
            <a:extLst xmlns:a="http://schemas.openxmlformats.org/drawingml/2006/main">
              <a:ext uri="{FF2B5EF4-FFF2-40B4-BE49-F238E27FC236}">
                <a16:creationId xmlns:a16="http://schemas.microsoft.com/office/drawing/2014/main" id="{28B7A633-49C9-4107-9BB2-08E15AC8677C}"/>
              </a:ext>
            </a:extLst>
          </p:cNvPr>
          <p:cNvSpPr>
            <a:spLocks xmlns:a="http://schemas.openxmlformats.org/drawingml/2006/main" noGrp="1"/>
          </p:cNvSpPr>
          <p:nvPr/>
        </p:nvSpPr>
        <p:spPr>
          <a:xfrm xmlns:a="http://schemas.openxmlformats.org/drawingml/2006/main">
            <a:off x="457200" y="31432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3. Show the working</a:t>
            </a:r>
          </a:p>
        </p:txBody>
      </p:sp>
      <p:sp>
        <p:nvSpPr>
          <p:cNvPr id="11" name="text">
            <a:extLst xmlns:a="http://schemas.openxmlformats.org/drawingml/2006/main">
              <a:ext uri="{FF2B5EF4-FFF2-40B4-BE49-F238E27FC236}">
                <a16:creationId xmlns:a16="http://schemas.microsoft.com/office/drawing/2014/main" id="{FE382E5C-B10C-428F-97F4-2E0AD1332F3E}"/>
              </a:ext>
            </a:extLst>
          </p:cNvPr>
          <p:cNvSpPr>
            <a:spLocks xmlns:a="http://schemas.openxmlformats.org/drawingml/2006/main" noGrp="1"/>
          </p:cNvSpPr>
          <p:nvPr/>
        </p:nvSpPr>
        <p:spPr>
          <a:xfrm xmlns:a="http://schemas.openxmlformats.org/drawingml/2006/main">
            <a:off x="457200" y="35337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Relative rate = 1 ÷ time. Use a calculator to find 1 ÷ 100.</a:t>
            </a:r>
          </a:p>
        </p:txBody>
      </p:sp>
      <p:sp>
        <p:nvSpPr>
          <p:cNvPr id="12" name="text">
            <a:extLst xmlns:a="http://schemas.openxmlformats.org/drawingml/2006/main">
              <a:ext uri="{FF2B5EF4-FFF2-40B4-BE49-F238E27FC236}">
                <a16:creationId xmlns:a16="http://schemas.microsoft.com/office/drawing/2014/main" id="{909526A2-B25B-4E05-B92F-C2F564885D37}"/>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3" name="text">
            <a:extLst xmlns:a="http://schemas.openxmlformats.org/drawingml/2006/main">
              <a:ext uri="{FF2B5EF4-FFF2-40B4-BE49-F238E27FC236}">
                <a16:creationId xmlns:a16="http://schemas.microsoft.com/office/drawing/2014/main" id="{7C4C79BE-A37F-4A9E-954F-F7B3578DA273}"/>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4" name="text">
            <a:extLst xmlns:a="http://schemas.openxmlformats.org/drawingml/2006/main">
              <a:ext uri="{FF2B5EF4-FFF2-40B4-BE49-F238E27FC236}">
                <a16:creationId xmlns:a16="http://schemas.microsoft.com/office/drawing/2014/main" id="{055C2335-8D4C-4547-B8DF-0EC79D09AE81}"/>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 / 52</a:t>
            </a:r>
          </a:p>
        </p:txBody>
      </p:sp>
      <p:sp>
        <p:nvSpPr>
          <p:cNvPr id="15" name="text">
            <a:extLst xmlns:a="http://schemas.openxmlformats.org/drawingml/2006/main">
              <a:ext uri="{FF2B5EF4-FFF2-40B4-BE49-F238E27FC236}">
                <a16:creationId xmlns:a16="http://schemas.microsoft.com/office/drawing/2014/main" id="{D86DD1C9-39F9-40E1-9B78-01776161679F}"/>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90033762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6C9928E3-49F7-45F3-BBC8-390BBFADC97F}"/>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B8992718-B516-413C-A7A1-DA1432BE8FCA}"/>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5B04CF81-64F6-45CD-B9D5-C20584A7CEE4}"/>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E3486D2C-AEF5-46C3-80E8-EFC94BBB0E2F}"/>
              </a:ext>
            </a:extLst>
          </p:cNvPr>
          <p:cNvPicPr>
            <a:picLocks xmlns:a="http://schemas.openxmlformats.org/drawingml/2006/main" noChangeAspect="1"/>
          </p:cNvPicPr>
          <p:nvPr/>
        </p:nvPicPr>
        <p:blipFill>
          <a:blip xmlns:r="http://schemas.openxmlformats.org/officeDocument/2006/relationships" xmlns:a="http://schemas.openxmlformats.org/drawingml/2006/main" r:embed="R54e018dd8b564f70"/>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8A47944-EAA8-4BEA-B964-7E218DEAC95E}"/>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0B263C5-44A6-4749-95C8-0E3D356A4BCF}"/>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1E682B35-C113-4B67-87E3-90AFD0E18639}"/>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Glue in today's strip; date it. Answer the four clues.</a:t>
            </a:r>
          </a:p>
        </p:txBody>
      </p:sp>
      <p:sp>
        <p:nvSpPr>
          <p:cNvPr id="8" name="text">
            <a:extLst xmlns:a="http://schemas.openxmlformats.org/drawingml/2006/main">
              <a:ext uri="{FF2B5EF4-FFF2-40B4-BE49-F238E27FC236}">
                <a16:creationId xmlns:a16="http://schemas.microsoft.com/office/drawing/2014/main" id="{DB68EDC1-E5A7-4ACA-BAFE-8BB10B6D739A}"/>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Press 1 ÷ 100 =. Use time in seconds; rate unit is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a:t>
            </a:r>
          </a:p>
        </p:txBody>
      </p:sp>
      <p:sp>
        <p:nvSpPr>
          <p:cNvPr id="9" name="text">
            <a:extLst xmlns:a="http://schemas.openxmlformats.org/drawingml/2006/main">
              <a:ext uri="{FF2B5EF4-FFF2-40B4-BE49-F238E27FC236}">
                <a16:creationId xmlns:a16="http://schemas.microsoft.com/office/drawing/2014/main" id="{185DBD84-1C89-4335-AD49-E879E2C863AD}"/>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4. Match the instruction</a:t>
            </a:r>
          </a:p>
        </p:txBody>
      </p:sp>
      <p:sp>
        <p:nvSpPr>
          <p:cNvPr id="10" name="text">
            <a:extLst xmlns:a="http://schemas.openxmlformats.org/drawingml/2006/main">
              <a:ext uri="{FF2B5EF4-FFF2-40B4-BE49-F238E27FC236}">
                <a16:creationId xmlns:a16="http://schemas.microsoft.com/office/drawing/2014/main" id="{8A2CBFAA-BFC1-49F7-8418-BA9537F20F14}"/>
              </a:ext>
            </a:extLst>
          </p:cNvPr>
          <p:cNvSpPr>
            <a:spLocks xmlns:a="http://schemas.openxmlformats.org/drawingml/2006/main" noGrp="1"/>
          </p:cNvSpPr>
          <p:nvPr/>
        </p:nvSpPr>
        <p:spPr>
          <a:xfrm xmlns:a="http://schemas.openxmlformats.org/drawingml/2006/main">
            <a:off x="457200" y="284797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DESCRIBE means state the pattern. EVALUATE means judge the evidence. Which asks for a</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strength and a limitation?</a:t>
            </a:r>
          </a:p>
        </p:txBody>
      </p:sp>
      <p:sp>
        <p:nvSpPr>
          <p:cNvPr id="11" name="text">
            <a:extLst xmlns:a="http://schemas.openxmlformats.org/drawingml/2006/main">
              <a:ext uri="{FF2B5EF4-FFF2-40B4-BE49-F238E27FC236}">
                <a16:creationId xmlns:a16="http://schemas.microsoft.com/office/drawing/2014/main" id="{5EFC444D-BBA8-48B7-BA50-2E77478BB9D6}"/>
              </a:ext>
            </a:extLst>
          </p:cNvPr>
          <p:cNvSpPr>
            <a:spLocks xmlns:a="http://schemas.openxmlformats.org/drawingml/2006/main" noGrp="1"/>
          </p:cNvSpPr>
          <p:nvPr/>
        </p:nvSpPr>
        <p:spPr>
          <a:xfrm xmlns:a="http://schemas.openxmlformats.org/drawingml/2006/main">
            <a:off x="457200" y="35337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command word tells you what the answer must do.</a:t>
            </a:r>
          </a:p>
        </p:txBody>
      </p:sp>
      <p:sp>
        <p:nvSpPr>
          <p:cNvPr id="12" name="text">
            <a:extLst xmlns:a="http://schemas.openxmlformats.org/drawingml/2006/main">
              <a:ext uri="{FF2B5EF4-FFF2-40B4-BE49-F238E27FC236}">
                <a16:creationId xmlns:a16="http://schemas.microsoft.com/office/drawing/2014/main" id="{8AEA70FA-8DFF-45EF-8B55-6028F45BC858}"/>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3" name="text">
            <a:extLst xmlns:a="http://schemas.openxmlformats.org/drawingml/2006/main">
              <a:ext uri="{FF2B5EF4-FFF2-40B4-BE49-F238E27FC236}">
                <a16:creationId xmlns:a16="http://schemas.microsoft.com/office/drawing/2014/main" id="{69E7386A-67AD-4940-B97D-15A8F0CED8FF}"/>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4" name="text">
            <a:extLst xmlns:a="http://schemas.openxmlformats.org/drawingml/2006/main">
              <a:ext uri="{FF2B5EF4-FFF2-40B4-BE49-F238E27FC236}">
                <a16:creationId xmlns:a16="http://schemas.microsoft.com/office/drawing/2014/main" id="{7EF1B218-80D3-4AED-80C6-B7F2FADEADE3}"/>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 / 52</a:t>
            </a:r>
          </a:p>
        </p:txBody>
      </p:sp>
      <p:sp>
        <p:nvSpPr>
          <p:cNvPr id="15" name="text">
            <a:extLst xmlns:a="http://schemas.openxmlformats.org/drawingml/2006/main">
              <a:ext uri="{FF2B5EF4-FFF2-40B4-BE49-F238E27FC236}">
                <a16:creationId xmlns:a16="http://schemas.microsoft.com/office/drawing/2014/main" id="{E2EE78A5-D40F-4D78-995A-E29632EEB17E}"/>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37031298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F315DD0F-C9AF-4222-896C-9E6F3189A070}"/>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21415444-EC12-4C3D-89E5-DBB79A462699}"/>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7F08B816-CD19-4B83-B4DF-2ECD6F1AC202}"/>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94B95AAE-C98F-48CC-89A4-454CE98F30A8}"/>
              </a:ext>
            </a:extLst>
          </p:cNvPr>
          <p:cNvPicPr>
            <a:picLocks xmlns:a="http://schemas.openxmlformats.org/drawingml/2006/main" noChangeAspect="1"/>
          </p:cNvPicPr>
          <p:nvPr/>
        </p:nvPicPr>
        <p:blipFill>
          <a:blip xmlns:r="http://schemas.openxmlformats.org/officeDocument/2006/relationships" xmlns:a="http://schemas.openxmlformats.org/drawingml/2006/main" r:embed="Re2c1a22bf82b4485"/>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C5A821D-A875-4EE5-96B0-ED055FD95EF7}"/>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815DA49-A9F4-46C0-B946-6DCE0713B050}"/>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3240C18E-7708-47A6-840A-FF86DAB90DE5}"/>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Supported</a:t>
            </a:r>
          </a:p>
        </p:txBody>
      </p:sp>
      <p:sp>
        <p:nvSpPr>
          <p:cNvPr id="8" name="text">
            <a:extLst xmlns:a="http://schemas.openxmlformats.org/drawingml/2006/main">
              <a:ext uri="{FF2B5EF4-FFF2-40B4-BE49-F238E27FC236}">
                <a16:creationId xmlns:a16="http://schemas.microsoft.com/office/drawing/2014/main" id="{9036DCB5-4B32-4F87-B2B0-6A50E721141A}"/>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90 s is faster.</a:t>
            </a:r>
          </a:p>
        </p:txBody>
      </p:sp>
      <p:sp>
        <p:nvSpPr>
          <p:cNvPr id="9" name="text">
            <a:extLst xmlns:a="http://schemas.openxmlformats.org/drawingml/2006/main">
              <a:ext uri="{FF2B5EF4-FFF2-40B4-BE49-F238E27FC236}">
                <a16:creationId xmlns:a16="http://schemas.microsoft.com/office/drawing/2014/main" id="{D2C3A27E-6E94-4737-B1CF-84448162045D}"/>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Orange-brown.</a:t>
            </a:r>
          </a:p>
        </p:txBody>
      </p:sp>
      <p:sp>
        <p:nvSpPr>
          <p:cNvPr id="10" name="text">
            <a:extLst xmlns:a="http://schemas.openxmlformats.org/drawingml/2006/main">
              <a:ext uri="{FF2B5EF4-FFF2-40B4-BE49-F238E27FC236}">
                <a16:creationId xmlns:a16="http://schemas.microsoft.com/office/drawing/2014/main" id="{A33DA084-A9D2-4440-91D0-B40B4EC238E4}"/>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 100 = 0.0100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 (0.01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 is also correct).</a:t>
            </a:r>
          </a:p>
        </p:txBody>
      </p:sp>
      <p:sp>
        <p:nvSpPr>
          <p:cNvPr id="11" name="text">
            <a:extLst xmlns:a="http://schemas.openxmlformats.org/drawingml/2006/main">
              <a:ext uri="{FF2B5EF4-FFF2-40B4-BE49-F238E27FC236}">
                <a16:creationId xmlns:a16="http://schemas.microsoft.com/office/drawing/2014/main" id="{564D4C82-36A7-40AE-A131-F70A28EE705B}"/>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EVALUATE.</a:t>
            </a:r>
          </a:p>
        </p:txBody>
      </p:sp>
      <p:sp>
        <p:nvSpPr>
          <p:cNvPr id="12" name="text">
            <a:extLst xmlns:a="http://schemas.openxmlformats.org/drawingml/2006/main">
              <a:ext uri="{FF2B5EF4-FFF2-40B4-BE49-F238E27FC236}">
                <a16:creationId xmlns:a16="http://schemas.microsoft.com/office/drawing/2014/main" id="{823F278E-B4EB-4ED5-870B-0AAC42EE0644}"/>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3" name="text">
            <a:extLst xmlns:a="http://schemas.openxmlformats.org/drawingml/2006/main">
              <a:ext uri="{FF2B5EF4-FFF2-40B4-BE49-F238E27FC236}">
                <a16:creationId xmlns:a16="http://schemas.microsoft.com/office/drawing/2014/main" id="{6D93E50A-B62D-4EC2-8950-84D67E3FA271}"/>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4" name="text">
            <a:extLst xmlns:a="http://schemas.openxmlformats.org/drawingml/2006/main">
              <a:ext uri="{FF2B5EF4-FFF2-40B4-BE49-F238E27FC236}">
                <a16:creationId xmlns:a16="http://schemas.microsoft.com/office/drawing/2014/main" id="{B665C387-A260-4EEE-9036-0C875F387FAC}"/>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5 / 52</a:t>
            </a:r>
          </a:p>
        </p:txBody>
      </p:sp>
      <p:sp>
        <p:nvSpPr>
          <p:cNvPr id="15" name="text">
            <a:extLst xmlns:a="http://schemas.openxmlformats.org/drawingml/2006/main">
              <a:ext uri="{FF2B5EF4-FFF2-40B4-BE49-F238E27FC236}">
                <a16:creationId xmlns:a16="http://schemas.microsoft.com/office/drawing/2014/main" id="{C6745A1D-B924-4720-9687-22E76F1A8DA7}"/>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203762066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A8938BCB-9846-4D79-8DD1-6121413547E8}"/>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A4B8E060-55F4-41E9-A781-5A7312CA65A7}"/>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18A7F4BD-E4FC-4BD9-8F1C-117889860E7B}"/>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D9A8384D-B447-4907-9AA3-D4DCD6EAF37C}"/>
              </a:ext>
            </a:extLst>
          </p:cNvPr>
          <p:cNvPicPr>
            <a:picLocks xmlns:a="http://schemas.openxmlformats.org/drawingml/2006/main" noChangeAspect="1"/>
          </p:cNvPicPr>
          <p:nvPr/>
        </p:nvPicPr>
        <p:blipFill>
          <a:blip xmlns:r="http://schemas.openxmlformats.org/officeDocument/2006/relationships" xmlns:a="http://schemas.openxmlformats.org/drawingml/2006/main" r:embed="Rcb7a8750d05849b4"/>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EF59336-040D-4706-822F-718F43BD8C3F}"/>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D2E3D89-6105-47BE-A53C-B8D4F386A43A}"/>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C0867349-4140-4E90-82F8-A4F14355F424}"/>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Glue in today's strip; date it. Answer the four clues.</a:t>
            </a:r>
          </a:p>
        </p:txBody>
      </p:sp>
      <p:sp>
        <p:nvSpPr>
          <p:cNvPr id="8" name="text">
            <a:extLst xmlns:a="http://schemas.openxmlformats.org/drawingml/2006/main">
              <a:ext uri="{FF2B5EF4-FFF2-40B4-BE49-F238E27FC236}">
                <a16:creationId xmlns:a16="http://schemas.microsoft.com/office/drawing/2014/main" id="{86B1DBA7-671C-43E6-AEC0-F892805AB5E2}"/>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Independent</a:t>
            </a:r>
          </a:p>
        </p:txBody>
      </p:sp>
      <p:sp>
        <p:nvSpPr>
          <p:cNvPr id="9" name="text">
            <a:extLst xmlns:a="http://schemas.openxmlformats.org/drawingml/2006/main">
              <a:ext uri="{FF2B5EF4-FFF2-40B4-BE49-F238E27FC236}">
                <a16:creationId xmlns:a16="http://schemas.microsoft.com/office/drawing/2014/main" id="{E6701C38-C51C-4955-8D97-987977093F82}"/>
              </a:ext>
            </a:extLst>
          </p:cNvPr>
          <p:cNvSpPr>
            <a:spLocks xmlns:a="http://schemas.openxmlformats.org/drawingml/2006/main" noGrp="1"/>
          </p:cNvSpPr>
          <p:nvPr/>
        </p:nvSpPr>
        <p:spPr>
          <a:xfrm xmlns:a="http://schemas.openxmlformats.org/drawingml/2006/main">
            <a:off x="457200" y="2457450"/>
            <a:ext cx="112776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What you need for today: Use the endpoint table, 1 ÷ time rule and prepared graph. Give one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answer at a time by pointing, speaking, drawing or writing. The supplied values are illustrative. No</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missed work is needed first.</a:t>
            </a:r>
          </a:p>
        </p:txBody>
      </p:sp>
      <p:sp>
        <p:nvSpPr>
          <p:cNvPr id="10" name="text">
            <a:extLst xmlns:a="http://schemas.openxmlformats.org/drawingml/2006/main">
              <a:ext uri="{FF2B5EF4-FFF2-40B4-BE49-F238E27FC236}">
                <a16:creationId xmlns:a16="http://schemas.microsoft.com/office/drawing/2014/main" id="{21CE2BB2-94F0-4EBB-BC7F-98D47EA09463}"/>
              </a:ext>
            </a:extLst>
          </p:cNvPr>
          <p:cNvSpPr>
            <a:spLocks xmlns:a="http://schemas.openxmlformats.org/drawingml/2006/main" noGrp="1"/>
          </p:cNvSpPr>
          <p:nvPr/>
        </p:nvSpPr>
        <p:spPr>
          <a:xfrm xmlns:a="http://schemas.openxmlformats.org/drawingml/2006/main">
            <a:off x="457200" y="34385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Time and rate</a:t>
            </a:r>
          </a:p>
        </p:txBody>
      </p:sp>
      <p:sp>
        <p:nvSpPr>
          <p:cNvPr id="11" name="text">
            <a:extLst xmlns:a="http://schemas.openxmlformats.org/drawingml/2006/main">
              <a:ext uri="{FF2B5EF4-FFF2-40B4-BE49-F238E27FC236}">
                <a16:creationId xmlns:a16="http://schemas.microsoft.com/office/drawing/2014/main" id="{5342B41A-8BBA-4DAA-B4D7-17A13083A2E7}"/>
              </a:ext>
            </a:extLst>
          </p:cNvPr>
          <p:cNvSpPr>
            <a:spLocks xmlns:a="http://schemas.openxmlformats.org/drawingml/2006/main" noGrp="1"/>
          </p:cNvSpPr>
          <p:nvPr/>
        </p:nvSpPr>
        <p:spPr>
          <a:xfrm xmlns:a="http://schemas.openxmlformats.org/drawingml/2006/main">
            <a:off x="457200" y="38290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Explain why 90 s gives a larger relative rate than 180 s under matched conditions.</a:t>
            </a:r>
          </a:p>
        </p:txBody>
      </p:sp>
      <p:sp>
        <p:nvSpPr>
          <p:cNvPr id="12" name="text">
            <a:extLst xmlns:a="http://schemas.openxmlformats.org/drawingml/2006/main">
              <a:ext uri="{FF2B5EF4-FFF2-40B4-BE49-F238E27FC236}">
                <a16:creationId xmlns:a16="http://schemas.microsoft.com/office/drawing/2014/main" id="{DF4DCE2F-E503-4E2D-A0FA-E094BA9363D7}"/>
              </a:ext>
            </a:extLst>
          </p:cNvPr>
          <p:cNvSpPr>
            <a:spLocks xmlns:a="http://schemas.openxmlformats.org/drawingml/2006/main" noGrp="1"/>
          </p:cNvSpPr>
          <p:nvPr/>
        </p:nvSpPr>
        <p:spPr>
          <a:xfrm xmlns:a="http://schemas.openxmlformats.org/drawingml/2006/main">
            <a:off x="457200" y="42195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Relative rate = 1 ÷ time, for the same starting amount and endpoint.</a:t>
            </a:r>
          </a:p>
        </p:txBody>
      </p:sp>
      <p:sp>
        <p:nvSpPr>
          <p:cNvPr id="13" name="text">
            <a:extLst xmlns:a="http://schemas.openxmlformats.org/drawingml/2006/main">
              <a:ext uri="{FF2B5EF4-FFF2-40B4-BE49-F238E27FC236}">
                <a16:creationId xmlns:a16="http://schemas.microsoft.com/office/drawing/2014/main" id="{CB18BE8D-7E5D-4616-BDB4-E3FAA31BC450}"/>
              </a:ext>
            </a:extLst>
          </p:cNvPr>
          <p:cNvSpPr>
            <a:spLocks xmlns:a="http://schemas.openxmlformats.org/drawingml/2006/main" noGrp="1"/>
          </p:cNvSpPr>
          <p:nvPr/>
        </p:nvSpPr>
        <p:spPr>
          <a:xfrm xmlns:a="http://schemas.openxmlformats.org/drawingml/2006/main">
            <a:off x="457200" y="46101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2. Read the endpoint</a:t>
            </a:r>
          </a:p>
        </p:txBody>
      </p:sp>
      <p:sp>
        <p:nvSpPr>
          <p:cNvPr id="14" name="text">
            <a:extLst xmlns:a="http://schemas.openxmlformats.org/drawingml/2006/main">
              <a:ext uri="{FF2B5EF4-FFF2-40B4-BE49-F238E27FC236}">
                <a16:creationId xmlns:a16="http://schemas.microsoft.com/office/drawing/2014/main" id="{7B98A2C1-B0F0-4ABB-B870-D6FAAAC9A58F}"/>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5" name="text">
            <a:extLst xmlns:a="http://schemas.openxmlformats.org/drawingml/2006/main">
              <a:ext uri="{FF2B5EF4-FFF2-40B4-BE49-F238E27FC236}">
                <a16:creationId xmlns:a16="http://schemas.microsoft.com/office/drawing/2014/main" id="{8B27468F-12AF-4847-B15F-95260A306C20}"/>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6" name="text">
            <a:extLst xmlns:a="http://schemas.openxmlformats.org/drawingml/2006/main">
              <a:ext uri="{FF2B5EF4-FFF2-40B4-BE49-F238E27FC236}">
                <a16:creationId xmlns:a16="http://schemas.microsoft.com/office/drawing/2014/main" id="{7C366B73-66F1-404F-A188-1DC8B5143221}"/>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6 / 52</a:t>
            </a:r>
          </a:p>
        </p:txBody>
      </p:sp>
      <p:sp>
        <p:nvSpPr>
          <p:cNvPr id="17" name="text">
            <a:extLst xmlns:a="http://schemas.openxmlformats.org/drawingml/2006/main">
              <a:ext uri="{FF2B5EF4-FFF2-40B4-BE49-F238E27FC236}">
                <a16:creationId xmlns:a16="http://schemas.microsoft.com/office/drawing/2014/main" id="{37D3000E-C41C-4EFB-AA7F-4A5C449D95F3}"/>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53992970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51725251-B08F-4980-96AB-3FD490FF2A70}"/>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3477C98C-5089-4B11-8120-94AADA6D3C47}"/>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58DFF0CA-FFE3-4B12-A563-FD8E6D3A2C66}"/>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ACD8F274-3B3E-431F-B465-84BB2A65A790}"/>
              </a:ext>
            </a:extLst>
          </p:cNvPr>
          <p:cNvPicPr>
            <a:picLocks xmlns:a="http://schemas.openxmlformats.org/drawingml/2006/main" noChangeAspect="1"/>
          </p:cNvPicPr>
          <p:nvPr/>
        </p:nvPicPr>
        <p:blipFill>
          <a:blip xmlns:r="http://schemas.openxmlformats.org/officeDocument/2006/relationships" xmlns:a="http://schemas.openxmlformats.org/drawingml/2006/main" r:embed="Redc0e3c975cc42cb"/>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D4E3357-D73C-4928-BDD5-B1A4D3038D2D}"/>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B3855E7-4F97-4C70-B0B2-ECF1539EDBF9}"/>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307E41FC-6E3B-4CBC-A8B5-6FCADE098925}"/>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Glue in today's strip; date it. Answer the four clues.</a:t>
            </a:r>
          </a:p>
        </p:txBody>
      </p:sp>
      <p:sp>
        <p:nvSpPr>
          <p:cNvPr id="8" name="text">
            <a:extLst xmlns:a="http://schemas.openxmlformats.org/drawingml/2006/main">
              <a:ext uri="{FF2B5EF4-FFF2-40B4-BE49-F238E27FC236}">
                <a16:creationId xmlns:a16="http://schemas.microsoft.com/office/drawing/2014/main" id="{DE2C8487-AFCE-408E-AC14-E572638BAD5D}"/>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At 60 s starch is detected; at 90 s it is not. What endpoint value is used in the rate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calculation?</a:t>
            </a:r>
          </a:p>
        </p:txBody>
      </p:sp>
      <p:sp>
        <p:nvSpPr>
          <p:cNvPr id="9" name="text">
            <a:extLst xmlns:a="http://schemas.openxmlformats.org/drawingml/2006/main">
              <a:ext uri="{FF2B5EF4-FFF2-40B4-BE49-F238E27FC236}">
                <a16:creationId xmlns:a16="http://schemas.microsoft.com/office/drawing/2014/main" id="{7FC39396-27C5-45B7-9CE3-CD2EA7F60AD4}"/>
              </a:ext>
            </a:extLst>
          </p:cNvPr>
          <p:cNvSpPr>
            <a:spLocks xmlns:a="http://schemas.openxmlformats.org/drawingml/2006/main" noGrp="1"/>
          </p:cNvSpPr>
          <p:nvPr/>
        </p:nvSpPr>
        <p:spPr>
          <a:xfrm xmlns:a="http://schemas.openxmlformats.org/drawingml/2006/main">
            <a:off x="457200" y="27527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Use the first observed endpoint, not an invented time between samples.</a:t>
            </a:r>
          </a:p>
        </p:txBody>
      </p:sp>
      <p:sp>
        <p:nvSpPr>
          <p:cNvPr id="10" name="text">
            <a:extLst xmlns:a="http://schemas.openxmlformats.org/drawingml/2006/main">
              <a:ext uri="{FF2B5EF4-FFF2-40B4-BE49-F238E27FC236}">
                <a16:creationId xmlns:a16="http://schemas.microsoft.com/office/drawing/2014/main" id="{967D4AFB-E074-4D59-ACF0-BAD10D087BF1}"/>
              </a:ext>
            </a:extLst>
          </p:cNvPr>
          <p:cNvSpPr>
            <a:spLocks xmlns:a="http://schemas.openxmlformats.org/drawingml/2006/main" noGrp="1"/>
          </p:cNvSpPr>
          <p:nvPr/>
        </p:nvSpPr>
        <p:spPr>
          <a:xfrm xmlns:a="http://schemas.openxmlformats.org/drawingml/2006/main">
            <a:off x="457200" y="31432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3. Show the working</a:t>
            </a:r>
          </a:p>
        </p:txBody>
      </p:sp>
      <p:sp>
        <p:nvSpPr>
          <p:cNvPr id="11" name="text">
            <a:extLst xmlns:a="http://schemas.openxmlformats.org/drawingml/2006/main">
              <a:ext uri="{FF2B5EF4-FFF2-40B4-BE49-F238E27FC236}">
                <a16:creationId xmlns:a16="http://schemas.microsoft.com/office/drawing/2014/main" id="{80380491-6F68-474F-A5D0-CC55E53369DE}"/>
              </a:ext>
            </a:extLst>
          </p:cNvPr>
          <p:cNvSpPr>
            <a:spLocks xmlns:a="http://schemas.openxmlformats.org/drawingml/2006/main" noGrp="1"/>
          </p:cNvSpPr>
          <p:nvPr/>
        </p:nvSpPr>
        <p:spPr>
          <a:xfrm xmlns:a="http://schemas.openxmlformats.org/drawingml/2006/main">
            <a:off x="457200" y="35337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Calculate relative rate for an endpoint of 120 s; show the equation, substitution and unit.</a:t>
            </a:r>
          </a:p>
        </p:txBody>
      </p:sp>
      <p:sp>
        <p:nvSpPr>
          <p:cNvPr id="12" name="text">
            <a:extLst xmlns:a="http://schemas.openxmlformats.org/drawingml/2006/main">
              <a:ext uri="{FF2B5EF4-FFF2-40B4-BE49-F238E27FC236}">
                <a16:creationId xmlns:a16="http://schemas.microsoft.com/office/drawing/2014/main" id="{7AC90F2A-286B-4CD5-9222-4DE4C4A5A432}"/>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3" name="text">
            <a:extLst xmlns:a="http://schemas.openxmlformats.org/drawingml/2006/main">
              <a:ext uri="{FF2B5EF4-FFF2-40B4-BE49-F238E27FC236}">
                <a16:creationId xmlns:a16="http://schemas.microsoft.com/office/drawing/2014/main" id="{29BABDA7-F929-40CD-8369-B0396C83725E}"/>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4" name="text">
            <a:extLst xmlns:a="http://schemas.openxmlformats.org/drawingml/2006/main">
              <a:ext uri="{FF2B5EF4-FFF2-40B4-BE49-F238E27FC236}">
                <a16:creationId xmlns:a16="http://schemas.microsoft.com/office/drawing/2014/main" id="{6EF90D1F-09E2-4B56-AD15-8C3460EBD62A}"/>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7 / 52</a:t>
            </a:r>
          </a:p>
        </p:txBody>
      </p:sp>
      <p:sp>
        <p:nvSpPr>
          <p:cNvPr id="15" name="text">
            <a:extLst xmlns:a="http://schemas.openxmlformats.org/drawingml/2006/main">
              <a:ext uri="{FF2B5EF4-FFF2-40B4-BE49-F238E27FC236}">
                <a16:creationId xmlns:a16="http://schemas.microsoft.com/office/drawing/2014/main" id="{82CFDB46-4AFA-480B-A6A4-DDE34EF42931}"/>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9114734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CF85EACA-F8E3-4DAE-BDA3-DC4EA3113F55}"/>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CF794696-7837-4B07-9C13-E3EB3512E17B}"/>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A31E1D4E-2804-42B0-A808-E4BB74E0F4C3}"/>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610E8D38-5E83-4789-9788-BB6E8A86A70D}"/>
              </a:ext>
            </a:extLst>
          </p:cNvPr>
          <p:cNvPicPr>
            <a:picLocks xmlns:a="http://schemas.openxmlformats.org/drawingml/2006/main" noChangeAspect="1"/>
          </p:cNvPicPr>
          <p:nvPr/>
        </p:nvPicPr>
        <p:blipFill>
          <a:blip xmlns:r="http://schemas.openxmlformats.org/officeDocument/2006/relationships" xmlns:a="http://schemas.openxmlformats.org/drawingml/2006/main" r:embed="Rbb8cfb6cd3db4155"/>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4EB7477-E3F1-42C7-A61B-25C3FA5DB6B9}"/>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3610721-433F-483F-B35A-D07769E243AB}"/>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3AD8DCED-B232-4087-BED4-98F03EC0F3F6}"/>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Glue in today's strip; date it. Answer the four clues.</a:t>
            </a:r>
          </a:p>
        </p:txBody>
      </p:sp>
      <p:sp>
        <p:nvSpPr>
          <p:cNvPr id="8" name="text">
            <a:extLst xmlns:a="http://schemas.openxmlformats.org/drawingml/2006/main">
              <a:ext uri="{FF2B5EF4-FFF2-40B4-BE49-F238E27FC236}">
                <a16:creationId xmlns:a16="http://schemas.microsoft.com/office/drawing/2014/main" id="{3796B763-6E18-47E9-88D2-34D71AAAB92F}"/>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Relative rate = 1 ÷ time. A value to three significant figures is sufficient here.</a:t>
            </a:r>
          </a:p>
        </p:txBody>
      </p:sp>
      <p:sp>
        <p:nvSpPr>
          <p:cNvPr id="9" name="text">
            <a:extLst xmlns:a="http://schemas.openxmlformats.org/drawingml/2006/main">
              <a:ext uri="{FF2B5EF4-FFF2-40B4-BE49-F238E27FC236}">
                <a16:creationId xmlns:a16="http://schemas.microsoft.com/office/drawing/2014/main" id="{C51B29AC-6954-45CD-894C-C026A77B7E8C}"/>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4. Match the instruction</a:t>
            </a:r>
          </a:p>
        </p:txBody>
      </p:sp>
      <p:sp>
        <p:nvSpPr>
          <p:cNvPr id="10" name="text">
            <a:extLst xmlns:a="http://schemas.openxmlformats.org/drawingml/2006/main">
              <a:ext uri="{FF2B5EF4-FFF2-40B4-BE49-F238E27FC236}">
                <a16:creationId xmlns:a16="http://schemas.microsoft.com/office/drawing/2014/main" id="{25EF643D-BBBB-402B-9184-966933D4BF49}"/>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Distinguish DESCRIBE from EXPLAIN when answering about a graph.</a:t>
            </a:r>
          </a:p>
        </p:txBody>
      </p:sp>
      <p:sp>
        <p:nvSpPr>
          <p:cNvPr id="11" name="text">
            <a:extLst xmlns:a="http://schemas.openxmlformats.org/drawingml/2006/main">
              <a:ext uri="{FF2B5EF4-FFF2-40B4-BE49-F238E27FC236}">
                <a16:creationId xmlns:a16="http://schemas.microsoft.com/office/drawing/2014/main" id="{8EF7B9E4-8D9D-485C-911A-24F880568E6E}"/>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Describe = state the pattern. Explain = link that pattern to scientific reasons.</a:t>
            </a:r>
          </a:p>
        </p:txBody>
      </p:sp>
      <p:sp>
        <p:nvSpPr>
          <p:cNvPr id="12" name="text">
            <a:extLst xmlns:a="http://schemas.openxmlformats.org/drawingml/2006/main">
              <a:ext uri="{FF2B5EF4-FFF2-40B4-BE49-F238E27FC236}">
                <a16:creationId xmlns:a16="http://schemas.microsoft.com/office/drawing/2014/main" id="{BCE94D5F-A4D6-4792-8227-ED3B624F017E}"/>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3" name="text">
            <a:extLst xmlns:a="http://schemas.openxmlformats.org/drawingml/2006/main">
              <a:ext uri="{FF2B5EF4-FFF2-40B4-BE49-F238E27FC236}">
                <a16:creationId xmlns:a16="http://schemas.microsoft.com/office/drawing/2014/main" id="{87A3CC02-8C8C-4B85-8474-7035AC7AD3F3}"/>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4" name="text">
            <a:extLst xmlns:a="http://schemas.openxmlformats.org/drawingml/2006/main">
              <a:ext uri="{FF2B5EF4-FFF2-40B4-BE49-F238E27FC236}">
                <a16:creationId xmlns:a16="http://schemas.microsoft.com/office/drawing/2014/main" id="{A93F203A-9AEE-4599-B25B-E942B20A5DD1}"/>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8 / 52</a:t>
            </a:r>
          </a:p>
        </p:txBody>
      </p:sp>
      <p:sp>
        <p:nvSpPr>
          <p:cNvPr id="15" name="text">
            <a:extLst xmlns:a="http://schemas.openxmlformats.org/drawingml/2006/main">
              <a:ext uri="{FF2B5EF4-FFF2-40B4-BE49-F238E27FC236}">
                <a16:creationId xmlns:a16="http://schemas.microsoft.com/office/drawing/2014/main" id="{A5259D14-3772-4024-A16E-19BD72D6EA91}"/>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94553352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CE88439B-366B-4019-BD4B-229B31260B9D}"/>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D1D41931-7C54-4E8C-8FDA-07AFF521650C}"/>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4AA12754-8A7C-4086-AC05-9FB6F6496BCE}"/>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317AD8D8-411E-4958-9DDF-6D562E582B8A}"/>
              </a:ext>
            </a:extLst>
          </p:cNvPr>
          <p:cNvPicPr>
            <a:picLocks xmlns:a="http://schemas.openxmlformats.org/drawingml/2006/main" noChangeAspect="1"/>
          </p:cNvPicPr>
          <p:nvPr/>
        </p:nvPicPr>
        <p:blipFill>
          <a:blip xmlns:r="http://schemas.openxmlformats.org/officeDocument/2006/relationships" xmlns:a="http://schemas.openxmlformats.org/drawingml/2006/main" r:embed="R403619462f974cd8"/>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931BF71-D265-41FA-B2A3-554C1115E10E}"/>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625B8A1-1036-4988-BA7E-2675809A960F}"/>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8E8DF324-1DD0-47E4-B05B-EC959E41D1FA}"/>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Independent</a:t>
            </a:r>
          </a:p>
        </p:txBody>
      </p:sp>
      <p:sp>
        <p:nvSpPr>
          <p:cNvPr id="8" name="text">
            <a:extLst xmlns:a="http://schemas.openxmlformats.org/drawingml/2006/main">
              <a:ext uri="{FF2B5EF4-FFF2-40B4-BE49-F238E27FC236}">
                <a16:creationId xmlns:a16="http://schemas.microsoft.com/office/drawing/2014/main" id="{1057D74F-6A6F-42E6-850C-2FACFE973D88}"/>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same measured change takes less time; 1/90 is larger than 1/180.</a:t>
            </a:r>
          </a:p>
        </p:txBody>
      </p:sp>
      <p:sp>
        <p:nvSpPr>
          <p:cNvPr id="9" name="text">
            <a:extLst xmlns:a="http://schemas.openxmlformats.org/drawingml/2006/main">
              <a:ext uri="{FF2B5EF4-FFF2-40B4-BE49-F238E27FC236}">
                <a16:creationId xmlns:a16="http://schemas.microsoft.com/office/drawing/2014/main" id="{8F6C3330-B8C7-44FB-8B87-BBABF4BA591D}"/>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90 s, while acknowledging the endpoint was reached after 60 s and by 90 s.</a:t>
            </a:r>
          </a:p>
        </p:txBody>
      </p:sp>
      <p:sp>
        <p:nvSpPr>
          <p:cNvPr id="10" name="text">
            <a:extLst xmlns:a="http://schemas.openxmlformats.org/drawingml/2006/main">
              <a:ext uri="{FF2B5EF4-FFF2-40B4-BE49-F238E27FC236}">
                <a16:creationId xmlns:a16="http://schemas.microsoft.com/office/drawing/2014/main" id="{6B3CDB9A-48C4-4AFB-A870-0AC45413954B}"/>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Relative rate = 1/120 = 0.00833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a:t>
            </a:r>
          </a:p>
        </p:txBody>
      </p:sp>
      <p:sp>
        <p:nvSpPr>
          <p:cNvPr id="11" name="text">
            <a:extLst xmlns:a="http://schemas.openxmlformats.org/drawingml/2006/main">
              <a:ext uri="{FF2B5EF4-FFF2-40B4-BE49-F238E27FC236}">
                <a16:creationId xmlns:a16="http://schemas.microsoft.com/office/drawing/2014/main" id="{A4D4D802-8A1A-4ED7-AD03-4576473CCFCA}"/>
              </a:ext>
            </a:extLst>
          </p:cNvPr>
          <p:cNvSpPr>
            <a:spLocks xmlns:a="http://schemas.openxmlformats.org/drawingml/2006/main" noGrp="1"/>
          </p:cNvSpPr>
          <p:nvPr/>
        </p:nvSpPr>
        <p:spPr>
          <a:xfrm xmlns:a="http://schemas.openxmlformats.org/drawingml/2006/main">
            <a:off x="457200" y="323850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Describe states how values change; explain uses biology, such as pH affecting the active site, to</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account for the pattern.</a:t>
            </a:r>
          </a:p>
        </p:txBody>
      </p:sp>
      <p:sp>
        <p:nvSpPr>
          <p:cNvPr id="12" name="text">
            <a:extLst xmlns:a="http://schemas.openxmlformats.org/drawingml/2006/main">
              <a:ext uri="{FF2B5EF4-FFF2-40B4-BE49-F238E27FC236}">
                <a16:creationId xmlns:a16="http://schemas.microsoft.com/office/drawing/2014/main" id="{60DFD5E4-4300-4F97-974D-9B9A6EE456A5}"/>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3" name="text">
            <a:extLst xmlns:a="http://schemas.openxmlformats.org/drawingml/2006/main">
              <a:ext uri="{FF2B5EF4-FFF2-40B4-BE49-F238E27FC236}">
                <a16:creationId xmlns:a16="http://schemas.microsoft.com/office/drawing/2014/main" id="{72167881-F8B8-4C3D-8481-9F9F4D0BFE17}"/>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4" name="text">
            <a:extLst xmlns:a="http://schemas.openxmlformats.org/drawingml/2006/main">
              <a:ext uri="{FF2B5EF4-FFF2-40B4-BE49-F238E27FC236}">
                <a16:creationId xmlns:a16="http://schemas.microsoft.com/office/drawing/2014/main" id="{77CD974F-A07B-49C0-AA43-91BD57DB4CA9}"/>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9 / 52</a:t>
            </a:r>
          </a:p>
        </p:txBody>
      </p:sp>
      <p:sp>
        <p:nvSpPr>
          <p:cNvPr id="15" name="text">
            <a:extLst xmlns:a="http://schemas.openxmlformats.org/drawingml/2006/main">
              <a:ext uri="{FF2B5EF4-FFF2-40B4-BE49-F238E27FC236}">
                <a16:creationId xmlns:a16="http://schemas.microsoft.com/office/drawing/2014/main" id="{430AE4D6-AEED-4C87-BA74-A69556F9501D}"/>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55286126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4831B57B-7245-4FF6-8D57-B933829CB9CE}"/>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C114AF06-1BC9-4EFE-8262-CD75B97C4235}"/>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9E3EB955-E47E-4146-8F54-0A4097BF0277}"/>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96F84860-6286-4F92-AF9C-21757C163748}"/>
              </a:ext>
            </a:extLst>
          </p:cNvPr>
          <p:cNvPicPr>
            <a:picLocks xmlns:a="http://schemas.openxmlformats.org/drawingml/2006/main" noChangeAspect="1"/>
          </p:cNvPicPr>
          <p:nvPr/>
        </p:nvPicPr>
        <p:blipFill>
          <a:blip xmlns:r="http://schemas.openxmlformats.org/officeDocument/2006/relationships" xmlns:a="http://schemas.openxmlformats.org/drawingml/2006/main" r:embed="R70c40a383305407e"/>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B25D6C0-3847-46B2-A8FE-362776271192}"/>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3A9DAFB-3B51-461D-B64C-06CB4B97FAC9}"/>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732621E8-D619-4F02-B246-C28B18043E32}"/>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Glue in today's strip; date it. Answer the four clues.</a:t>
            </a:r>
          </a:p>
        </p:txBody>
      </p:sp>
      <p:sp>
        <p:nvSpPr>
          <p:cNvPr id="8" name="text">
            <a:extLst xmlns:a="http://schemas.openxmlformats.org/drawingml/2006/main">
              <a:ext uri="{FF2B5EF4-FFF2-40B4-BE49-F238E27FC236}">
                <a16:creationId xmlns:a16="http://schemas.microsoft.com/office/drawing/2014/main" id="{3D67E04E-8EB4-4535-A2BD-62A24EC28FC1}"/>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Aspire</a:t>
            </a:r>
          </a:p>
        </p:txBody>
      </p:sp>
      <p:sp>
        <p:nvSpPr>
          <p:cNvPr id="9" name="text">
            <a:extLst xmlns:a="http://schemas.openxmlformats.org/drawingml/2006/main">
              <a:ext uri="{FF2B5EF4-FFF2-40B4-BE49-F238E27FC236}">
                <a16:creationId xmlns:a16="http://schemas.microsoft.com/office/drawing/2014/main" id="{C7E335F8-BF0C-4A77-92FB-5C98CACF648B}"/>
              </a:ext>
            </a:extLst>
          </p:cNvPr>
          <p:cNvSpPr>
            <a:spLocks xmlns:a="http://schemas.openxmlformats.org/drawingml/2006/main" noGrp="1"/>
          </p:cNvSpPr>
          <p:nvPr/>
        </p:nvSpPr>
        <p:spPr>
          <a:xfrm xmlns:a="http://schemas.openxmlformats.org/drawingml/2006/main">
            <a:off x="457200" y="2457450"/>
            <a:ext cx="112776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What you need for today: Use the endpoint table, 1 ÷ time rule and prepared graph. Give one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answer at a time by pointing, speaking, drawing or writing. The supplied values are illustrative. No</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missed work is needed first.</a:t>
            </a:r>
          </a:p>
        </p:txBody>
      </p:sp>
      <p:sp>
        <p:nvSpPr>
          <p:cNvPr id="10" name="text">
            <a:extLst xmlns:a="http://schemas.openxmlformats.org/drawingml/2006/main">
              <a:ext uri="{FF2B5EF4-FFF2-40B4-BE49-F238E27FC236}">
                <a16:creationId xmlns:a16="http://schemas.microsoft.com/office/drawing/2014/main" id="{BDF71B2E-3DD3-4516-B0B6-FF2082258899}"/>
              </a:ext>
            </a:extLst>
          </p:cNvPr>
          <p:cNvSpPr>
            <a:spLocks xmlns:a="http://schemas.openxmlformats.org/drawingml/2006/main" noGrp="1"/>
          </p:cNvSpPr>
          <p:nvPr/>
        </p:nvSpPr>
        <p:spPr>
          <a:xfrm xmlns:a="http://schemas.openxmlformats.org/drawingml/2006/main">
            <a:off x="457200" y="34385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Time and rate</a:t>
            </a:r>
          </a:p>
        </p:txBody>
      </p:sp>
      <p:sp>
        <p:nvSpPr>
          <p:cNvPr id="11" name="text">
            <a:extLst xmlns:a="http://schemas.openxmlformats.org/drawingml/2006/main">
              <a:ext uri="{FF2B5EF4-FFF2-40B4-BE49-F238E27FC236}">
                <a16:creationId xmlns:a16="http://schemas.microsoft.com/office/drawing/2014/main" id="{FF457A2C-6E0C-4A1A-9985-D1A0C6C73305}"/>
              </a:ext>
            </a:extLst>
          </p:cNvPr>
          <p:cNvSpPr>
            <a:spLocks xmlns:a="http://schemas.openxmlformats.org/drawingml/2006/main" noGrp="1"/>
          </p:cNvSpPr>
          <p:nvPr/>
        </p:nvSpPr>
        <p:spPr>
          <a:xfrm xmlns:a="http://schemas.openxmlformats.org/drawingml/2006/main">
            <a:off x="457200" y="38290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 trial takes twice as long to reach the same endpoint. What happens to its reciprocal relative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rate?</a:t>
            </a:r>
          </a:p>
        </p:txBody>
      </p:sp>
      <p:sp>
        <p:nvSpPr>
          <p:cNvPr id="12" name="text">
            <a:extLst xmlns:a="http://schemas.openxmlformats.org/drawingml/2006/main">
              <a:ext uri="{FF2B5EF4-FFF2-40B4-BE49-F238E27FC236}">
                <a16:creationId xmlns:a16="http://schemas.microsoft.com/office/drawing/2014/main" id="{100FE021-F58A-48E7-A736-499B230D8DCD}"/>
              </a:ext>
            </a:extLst>
          </p:cNvPr>
          <p:cNvSpPr>
            <a:spLocks xmlns:a="http://schemas.openxmlformats.org/drawingml/2006/main" noGrp="1"/>
          </p:cNvSpPr>
          <p:nvPr/>
        </p:nvSpPr>
        <p:spPr>
          <a:xfrm xmlns:a="http://schemas.openxmlformats.org/drawingml/2006/main">
            <a:off x="457200" y="45148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Compare 1/t with 1/(2t). Starting amount and endpoint must be matched.</a:t>
            </a:r>
          </a:p>
        </p:txBody>
      </p:sp>
      <p:sp>
        <p:nvSpPr>
          <p:cNvPr id="13" name="text">
            <a:extLst xmlns:a="http://schemas.openxmlformats.org/drawingml/2006/main">
              <a:ext uri="{FF2B5EF4-FFF2-40B4-BE49-F238E27FC236}">
                <a16:creationId xmlns:a16="http://schemas.microsoft.com/office/drawing/2014/main" id="{0D83197F-659F-471B-A583-92205AC9A243}"/>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4" name="text">
            <a:extLst xmlns:a="http://schemas.openxmlformats.org/drawingml/2006/main">
              <a:ext uri="{FF2B5EF4-FFF2-40B4-BE49-F238E27FC236}">
                <a16:creationId xmlns:a16="http://schemas.microsoft.com/office/drawing/2014/main" id="{14540117-D6B4-41AB-A318-422A7012190B}"/>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5" name="text">
            <a:extLst xmlns:a="http://schemas.openxmlformats.org/drawingml/2006/main">
              <a:ext uri="{FF2B5EF4-FFF2-40B4-BE49-F238E27FC236}">
                <a16:creationId xmlns:a16="http://schemas.microsoft.com/office/drawing/2014/main" id="{E7D4B60B-2388-47F2-8F12-4FACF41F3754}"/>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10 / 52</a:t>
            </a:r>
          </a:p>
        </p:txBody>
      </p:sp>
      <p:sp>
        <p:nvSpPr>
          <p:cNvPr id="16" name="text">
            <a:extLst xmlns:a="http://schemas.openxmlformats.org/drawingml/2006/main">
              <a:ext uri="{FF2B5EF4-FFF2-40B4-BE49-F238E27FC236}">
                <a16:creationId xmlns:a16="http://schemas.microsoft.com/office/drawing/2014/main" id="{3003C56A-3D3E-4465-87FD-2432A756CA04}"/>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48956619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7E114B4B-D4B4-470C-903B-4F4422A0FAB1}"/>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BFB7C5A0-49AF-49E8-9B1C-DAE90E1E8A35}"/>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7838A8A7-1F25-43C2-813A-A6ECB0EF5726}"/>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E1EDBAE4-AA58-49B6-85F2-E000D06B0D53}"/>
              </a:ext>
            </a:extLst>
          </p:cNvPr>
          <p:cNvPicPr>
            <a:picLocks xmlns:a="http://schemas.openxmlformats.org/drawingml/2006/main" noChangeAspect="1"/>
          </p:cNvPicPr>
          <p:nvPr/>
        </p:nvPicPr>
        <p:blipFill>
          <a:blip xmlns:r="http://schemas.openxmlformats.org/officeDocument/2006/relationships" xmlns:a="http://schemas.openxmlformats.org/drawingml/2006/main" r:embed="Ra8ebe457bda44ac2"/>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EAB3401-8B83-4927-B2E8-5AD21E379753}"/>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041E7AA-D526-4327-8489-208429F73EA5}"/>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1B46BE2E-BB8D-4255-A042-0B204A35316A}"/>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Glue in today's strip; date it. Answer the four clues.</a:t>
            </a:r>
          </a:p>
        </p:txBody>
      </p:sp>
      <p:sp>
        <p:nvSpPr>
          <p:cNvPr id="8" name="text">
            <a:extLst xmlns:a="http://schemas.openxmlformats.org/drawingml/2006/main">
              <a:ext uri="{FF2B5EF4-FFF2-40B4-BE49-F238E27FC236}">
                <a16:creationId xmlns:a16="http://schemas.microsoft.com/office/drawing/2014/main" id="{1EF1022B-68F4-47A7-BE9C-BB1B744D870B}"/>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2. Read the endpoint</a:t>
            </a:r>
          </a:p>
        </p:txBody>
      </p:sp>
      <p:sp>
        <p:nvSpPr>
          <p:cNvPr id="9" name="text">
            <a:extLst xmlns:a="http://schemas.openxmlformats.org/drawingml/2006/main">
              <a:ext uri="{FF2B5EF4-FFF2-40B4-BE49-F238E27FC236}">
                <a16:creationId xmlns:a16="http://schemas.microsoft.com/office/drawing/2014/main" id="{EC9C7098-6210-41BE-B3FE-6FA585076814}"/>
              </a:ext>
            </a:extLst>
          </p:cNvPr>
          <p:cNvSpPr>
            <a:spLocks xmlns:a="http://schemas.openxmlformats.org/drawingml/2006/main" noGrp="1"/>
          </p:cNvSpPr>
          <p:nvPr/>
        </p:nvSpPr>
        <p:spPr>
          <a:xfrm xmlns:a="http://schemas.openxmlformats.org/drawingml/2006/main">
            <a:off x="457200" y="24574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Why is 1/90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 an endpoint-based estimate rather than a direct instantaneous rate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measurement?</a:t>
            </a:r>
          </a:p>
        </p:txBody>
      </p:sp>
      <p:sp>
        <p:nvSpPr>
          <p:cNvPr id="10" name="text">
            <a:extLst xmlns:a="http://schemas.openxmlformats.org/drawingml/2006/main">
              <a:ext uri="{FF2B5EF4-FFF2-40B4-BE49-F238E27FC236}">
                <a16:creationId xmlns:a16="http://schemas.microsoft.com/office/drawing/2014/main" id="{9CD4BF79-AACA-4F5B-A3B7-9C402EA09115}"/>
              </a:ext>
            </a:extLst>
          </p:cNvPr>
          <p:cNvSpPr>
            <a:spLocks xmlns:a="http://schemas.openxmlformats.org/drawingml/2006/main" noGrp="1"/>
          </p:cNvSpPr>
          <p:nvPr/>
        </p:nvSpPr>
        <p:spPr>
          <a:xfrm xmlns:a="http://schemas.openxmlformats.org/drawingml/2006/main">
            <a:off x="457200" y="31432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endpoint records one sampled stage of change; rate may vary during a reaction.</a:t>
            </a:r>
          </a:p>
        </p:txBody>
      </p:sp>
      <p:sp>
        <p:nvSpPr>
          <p:cNvPr id="11" name="text">
            <a:extLst xmlns:a="http://schemas.openxmlformats.org/drawingml/2006/main">
              <a:ext uri="{FF2B5EF4-FFF2-40B4-BE49-F238E27FC236}">
                <a16:creationId xmlns:a16="http://schemas.microsoft.com/office/drawing/2014/main" id="{BB2EEB49-A9A5-4327-80F4-C70F71A3FEB1}"/>
              </a:ext>
            </a:extLst>
          </p:cNvPr>
          <p:cNvSpPr>
            <a:spLocks xmlns:a="http://schemas.openxmlformats.org/drawingml/2006/main" noGrp="1"/>
          </p:cNvSpPr>
          <p:nvPr/>
        </p:nvSpPr>
        <p:spPr>
          <a:xfrm xmlns:a="http://schemas.openxmlformats.org/drawingml/2006/main">
            <a:off x="457200" y="35337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3. Show the working</a:t>
            </a:r>
          </a:p>
        </p:txBody>
      </p:sp>
      <p:sp>
        <p:nvSpPr>
          <p:cNvPr id="12" name="text">
            <a:extLst xmlns:a="http://schemas.openxmlformats.org/drawingml/2006/main">
              <a:ext uri="{FF2B5EF4-FFF2-40B4-BE49-F238E27FC236}">
                <a16:creationId xmlns:a16="http://schemas.microsoft.com/office/drawing/2014/main" id="{7C7E3C30-608B-425A-844A-A18446C3F01A}"/>
              </a:ext>
            </a:extLst>
          </p:cNvPr>
          <p:cNvSpPr>
            <a:spLocks xmlns:a="http://schemas.openxmlformats.org/drawingml/2006/main" noGrp="1"/>
          </p:cNvSpPr>
          <p:nvPr/>
        </p:nvSpPr>
        <p:spPr>
          <a:xfrm xmlns:a="http://schemas.openxmlformats.org/drawingml/2006/main">
            <a:off x="457200" y="39243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For 120 s, compare 1/t with 1000/t. May the two values share one unlabelled graph axis?</a:t>
            </a:r>
          </a:p>
        </p:txBody>
      </p:sp>
      <p:sp>
        <p:nvSpPr>
          <p:cNvPr id="13" name="text">
            <a:extLst xmlns:a="http://schemas.openxmlformats.org/drawingml/2006/main">
              <a:ext uri="{FF2B5EF4-FFF2-40B4-BE49-F238E27FC236}">
                <a16:creationId xmlns:a16="http://schemas.microsoft.com/office/drawing/2014/main" id="{7EE669B3-103E-4D63-98FD-362D9B601B9C}"/>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4" name="text">
            <a:extLst xmlns:a="http://schemas.openxmlformats.org/drawingml/2006/main">
              <a:ext uri="{FF2B5EF4-FFF2-40B4-BE49-F238E27FC236}">
                <a16:creationId xmlns:a16="http://schemas.microsoft.com/office/drawing/2014/main" id="{9444387A-6C2C-4152-8246-9A47239FEA74}"/>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5" name="text">
            <a:extLst xmlns:a="http://schemas.openxmlformats.org/drawingml/2006/main">
              <a:ext uri="{FF2B5EF4-FFF2-40B4-BE49-F238E27FC236}">
                <a16:creationId xmlns:a16="http://schemas.microsoft.com/office/drawing/2014/main" id="{F055479B-AE12-47B7-815F-6BEC4219E9E0}"/>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11 / 52</a:t>
            </a:r>
          </a:p>
        </p:txBody>
      </p:sp>
      <p:sp>
        <p:nvSpPr>
          <p:cNvPr id="16" name="text">
            <a:extLst xmlns:a="http://schemas.openxmlformats.org/drawingml/2006/main">
              <a:ext uri="{FF2B5EF4-FFF2-40B4-BE49-F238E27FC236}">
                <a16:creationId xmlns:a16="http://schemas.microsoft.com/office/drawing/2014/main" id="{E63FB60C-4698-4CEC-AE69-296BE24E936B}"/>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02314558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AB453C72-CFF6-45E7-8BFF-DBF4393A7067}"/>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EF64BDF1-9559-4E04-9E9D-7CCDEABAC025}"/>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CE1D8C15-272A-43DE-8AF4-06E1201DD250}"/>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D964B638-2A6A-4D8B-8AA1-976818DF1005}"/>
              </a:ext>
            </a:extLst>
          </p:cNvPr>
          <p:cNvPicPr>
            <a:picLocks xmlns:a="http://schemas.openxmlformats.org/drawingml/2006/main" noChangeAspect="1"/>
          </p:cNvPicPr>
          <p:nvPr/>
        </p:nvPicPr>
        <p:blipFill>
          <a:blip xmlns:r="http://schemas.openxmlformats.org/officeDocument/2006/relationships" xmlns:a="http://schemas.openxmlformats.org/drawingml/2006/main" r:embed="Rf242a1201eef4ab4"/>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D8BDEA2-B98A-42AF-8062-4578A1D6DEE4}"/>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A5A23FA-5C73-488C-9E24-E92DC2D53CFF}"/>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1A2C7559-238F-4E6D-BE4A-D0878495B787}"/>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Glue in today's strip; date it. Answer the four clues.</a:t>
            </a:r>
          </a:p>
        </p:txBody>
      </p:sp>
      <p:sp>
        <p:nvSpPr>
          <p:cNvPr id="8" name="text">
            <a:extLst xmlns:a="http://schemas.openxmlformats.org/drawingml/2006/main">
              <a:ext uri="{FF2B5EF4-FFF2-40B4-BE49-F238E27FC236}">
                <a16:creationId xmlns:a16="http://schemas.microsoft.com/office/drawing/2014/main" id="{0FA50754-932B-4F6E-9C6A-7CA8C99B93FB}"/>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two conventions differ by a scale factor of 1000. This lesson uses 1/t only.</a:t>
            </a:r>
          </a:p>
        </p:txBody>
      </p:sp>
      <p:sp>
        <p:nvSpPr>
          <p:cNvPr id="9" name="text">
            <a:extLst xmlns:a="http://schemas.openxmlformats.org/drawingml/2006/main">
              <a:ext uri="{FF2B5EF4-FFF2-40B4-BE49-F238E27FC236}">
                <a16:creationId xmlns:a16="http://schemas.microsoft.com/office/drawing/2014/main" id="{3B5ED878-8A1F-4A0F-ABDF-CD719CE57821}"/>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4. Match the instruction</a:t>
            </a:r>
          </a:p>
        </p:txBody>
      </p:sp>
      <p:sp>
        <p:nvSpPr>
          <p:cNvPr id="10" name="text">
            <a:extLst xmlns:a="http://schemas.openxmlformats.org/drawingml/2006/main">
              <a:ext uri="{FF2B5EF4-FFF2-40B4-BE49-F238E27FC236}">
                <a16:creationId xmlns:a16="http://schemas.microsoft.com/office/drawing/2014/main" id="{3BB2DB51-E809-47A0-B994-CC7C7A575A73}"/>
              </a:ext>
            </a:extLst>
          </p:cNvPr>
          <p:cNvSpPr>
            <a:spLocks xmlns:a="http://schemas.openxmlformats.org/drawingml/2006/main" noGrp="1"/>
          </p:cNvSpPr>
          <p:nvPr/>
        </p:nvSpPr>
        <p:spPr>
          <a:xfrm xmlns:a="http://schemas.openxmlformats.org/drawingml/2006/main">
            <a:off x="457200" y="284797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 graph has one result at each pH. Name one extra thing an EVALUATE answer needs beyond</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describing its peak.</a:t>
            </a:r>
          </a:p>
        </p:txBody>
      </p:sp>
      <p:sp>
        <p:nvSpPr>
          <p:cNvPr id="11" name="text">
            <a:extLst xmlns:a="http://schemas.openxmlformats.org/drawingml/2006/main">
              <a:ext uri="{FF2B5EF4-FFF2-40B4-BE49-F238E27FC236}">
                <a16:creationId xmlns:a16="http://schemas.microsoft.com/office/drawing/2014/main" id="{78F77FD1-869D-481A-9451-86178B5DE96E}"/>
              </a:ext>
            </a:extLst>
          </p:cNvPr>
          <p:cNvSpPr>
            <a:spLocks xmlns:a="http://schemas.openxmlformats.org/drawingml/2006/main" noGrp="1"/>
          </p:cNvSpPr>
          <p:nvPr/>
        </p:nvSpPr>
        <p:spPr>
          <a:xfrm xmlns:a="http://schemas.openxmlformats.org/drawingml/2006/main">
            <a:off x="457200" y="35337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Evaluate = use a strength or limitation to reach a supported judgement.</a:t>
            </a:r>
          </a:p>
        </p:txBody>
      </p:sp>
      <p:sp>
        <p:nvSpPr>
          <p:cNvPr id="12" name="text">
            <a:extLst xmlns:a="http://schemas.openxmlformats.org/drawingml/2006/main">
              <a:ext uri="{FF2B5EF4-FFF2-40B4-BE49-F238E27FC236}">
                <a16:creationId xmlns:a16="http://schemas.microsoft.com/office/drawing/2014/main" id="{17C2F279-F18E-433E-960C-092A1A0737BB}"/>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3" name="text">
            <a:extLst xmlns:a="http://schemas.openxmlformats.org/drawingml/2006/main">
              <a:ext uri="{FF2B5EF4-FFF2-40B4-BE49-F238E27FC236}">
                <a16:creationId xmlns:a16="http://schemas.microsoft.com/office/drawing/2014/main" id="{5374D326-DDD9-4D65-978F-FD663D4843D9}"/>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4" name="text">
            <a:extLst xmlns:a="http://schemas.openxmlformats.org/drawingml/2006/main">
              <a:ext uri="{FF2B5EF4-FFF2-40B4-BE49-F238E27FC236}">
                <a16:creationId xmlns:a16="http://schemas.microsoft.com/office/drawing/2014/main" id="{5E230E8A-3188-4592-A033-DCE09100F870}"/>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12 / 52</a:t>
            </a:r>
          </a:p>
        </p:txBody>
      </p:sp>
      <p:sp>
        <p:nvSpPr>
          <p:cNvPr id="15" name="text">
            <a:extLst xmlns:a="http://schemas.openxmlformats.org/drawingml/2006/main">
              <a:ext uri="{FF2B5EF4-FFF2-40B4-BE49-F238E27FC236}">
                <a16:creationId xmlns:a16="http://schemas.microsoft.com/office/drawing/2014/main" id="{28B8863F-2EB1-4CC4-A691-F9A86B9B4436}"/>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82009565"/>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28AEADC9-5AB9-43EC-8B69-A1A797AC5142}"/>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9136E4AE-880E-4461-983F-F427899E6090}"/>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0 to 3</a:t>
            </a:r>
          </a:p>
        </p:txBody>
      </p:sp>
      <p:sp>
        <p:nvSpPr>
          <p:cNvPr id="3" name="text">
            <a:extLst xmlns:a="http://schemas.openxmlformats.org/drawingml/2006/main">
              <a:ext uri="{FF2B5EF4-FFF2-40B4-BE49-F238E27FC236}">
                <a16:creationId xmlns:a16="http://schemas.microsoft.com/office/drawing/2014/main" id="{6E3C1D4C-EB18-4A32-8CD6-9D3CCD4FFD2F}"/>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Arrival task</a:t>
            </a:r>
          </a:p>
        </p:txBody>
      </p:sp>
      <p:pic>
        <p:nvPicPr>
          <p:cNvPr id="4" name="">
            <a:extLst xmlns:a="http://schemas.openxmlformats.org/drawingml/2006/main">
              <a:ext uri="{FF2B5EF4-FFF2-40B4-BE49-F238E27FC236}">
                <a16:creationId xmlns:a16="http://schemas.microsoft.com/office/drawing/2014/main" id="{451556EA-5FB5-4AEB-9B49-2D2BC8436972}"/>
              </a:ext>
            </a:extLst>
          </p:cNvPr>
          <p:cNvPicPr>
            <a:picLocks xmlns:a="http://schemas.openxmlformats.org/drawingml/2006/main" noChangeAspect="1"/>
          </p:cNvPicPr>
          <p:nvPr/>
        </p:nvPicPr>
        <p:blipFill>
          <a:blip xmlns:r="http://schemas.openxmlformats.org/officeDocument/2006/relationships" xmlns:a="http://schemas.openxmlformats.org/drawingml/2006/main" r:embed="R5a6ce46d3906485b"/>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BDCA016-8245-4E49-A750-B121E11C7D02}"/>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1F11DDE-6F35-4707-B8B6-83AE74C932DF}"/>
              </a:ext>
            </a:extLst>
          </p:cNvPr>
          <p:cNvSpPr>
            <a:spLocks xmlns:a="http://schemas.openxmlformats.org/drawingml/2006/main" noGrp="1"/>
          </p:cNvSpPr>
          <p:nvPr/>
        </p:nvSpPr>
        <p:spPr>
          <a:xfrm xmlns:a="http://schemas.openxmlformats.org/drawingml/2006/main">
            <a:off x="381000" y="1485900"/>
            <a:ext cx="850106"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F4B90918-792B-4AF3-8F6A-44078E7F7A99}"/>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Aspire</a:t>
            </a:r>
          </a:p>
        </p:txBody>
      </p:sp>
      <p:sp>
        <p:nvSpPr>
          <p:cNvPr id="8" name="text">
            <a:extLst xmlns:a="http://schemas.openxmlformats.org/drawingml/2006/main">
              <a:ext uri="{FF2B5EF4-FFF2-40B4-BE49-F238E27FC236}">
                <a16:creationId xmlns:a16="http://schemas.microsoft.com/office/drawing/2014/main" id="{3A53A67B-B4B3-4FCB-AD04-95CDC8847B70}"/>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Its relative rate halves.</a:t>
            </a:r>
          </a:p>
        </p:txBody>
      </p:sp>
      <p:sp>
        <p:nvSpPr>
          <p:cNvPr id="9" name="text">
            <a:extLst xmlns:a="http://schemas.openxmlformats.org/drawingml/2006/main">
              <a:ext uri="{FF2B5EF4-FFF2-40B4-BE49-F238E27FC236}">
                <a16:creationId xmlns:a16="http://schemas.microsoft.com/office/drawing/2014/main" id="{9E9E8723-A7DA-403F-810E-4CA608284305}"/>
              </a:ext>
            </a:extLst>
          </p:cNvPr>
          <p:cNvSpPr>
            <a:spLocks xmlns:a="http://schemas.openxmlformats.org/drawingml/2006/main" noGrp="1"/>
          </p:cNvSpPr>
          <p:nvPr/>
        </p:nvSpPr>
        <p:spPr>
          <a:xfrm xmlns:a="http://schemas.openxmlformats.org/drawingml/2006/main">
            <a:off x="457200" y="24574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It summarises time to an observed endpoint, with sampling and colour limits. It does not</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continuously measure the amount changed per instant.</a:t>
            </a:r>
          </a:p>
        </p:txBody>
      </p:sp>
      <p:sp>
        <p:nvSpPr>
          <p:cNvPr id="10" name="text">
            <a:extLst xmlns:a="http://schemas.openxmlformats.org/drawingml/2006/main">
              <a:ext uri="{FF2B5EF4-FFF2-40B4-BE49-F238E27FC236}">
                <a16:creationId xmlns:a16="http://schemas.microsoft.com/office/drawing/2014/main" id="{CCE09838-56EA-4A71-82E3-D2ED293E5EC9}"/>
              </a:ext>
            </a:extLst>
          </p:cNvPr>
          <p:cNvSpPr>
            <a:spLocks xmlns:a="http://schemas.openxmlformats.org/drawingml/2006/main" noGrp="1"/>
          </p:cNvSpPr>
          <p:nvPr/>
        </p:nvSpPr>
        <p:spPr>
          <a:xfrm xmlns:a="http://schemas.openxmlformats.org/drawingml/2006/main">
            <a:off x="457200" y="31432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1/120 = 0.00833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 1000/120 = 8.33 on that stated scaled convention. They must not be mixed</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on one unlabelled axis.</a:t>
            </a:r>
          </a:p>
        </p:txBody>
      </p:sp>
      <p:sp>
        <p:nvSpPr>
          <p:cNvPr id="11" name="text">
            <a:extLst xmlns:a="http://schemas.openxmlformats.org/drawingml/2006/main">
              <a:ext uri="{FF2B5EF4-FFF2-40B4-BE49-F238E27FC236}">
                <a16:creationId xmlns:a16="http://schemas.microsoft.com/office/drawing/2014/main" id="{2EB24B6E-D1B5-4371-B2D4-6A3C103701DD}"/>
              </a:ext>
            </a:extLst>
          </p:cNvPr>
          <p:cNvSpPr>
            <a:spLocks xmlns:a="http://schemas.openxmlformats.org/drawingml/2006/main" noGrp="1"/>
          </p:cNvSpPr>
          <p:nvPr/>
        </p:nvSpPr>
        <p:spPr>
          <a:xfrm xmlns:a="http://schemas.openxmlformats.org/drawingml/2006/main">
            <a:off x="457200" y="38290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For example: one trial per pH limits repeatability evidence, so repeat matched trials before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treating the peak as secure.</a:t>
            </a:r>
          </a:p>
        </p:txBody>
      </p:sp>
      <p:sp>
        <p:nvSpPr>
          <p:cNvPr id="12" name="text">
            <a:extLst xmlns:a="http://schemas.openxmlformats.org/drawingml/2006/main">
              <a:ext uri="{FF2B5EF4-FFF2-40B4-BE49-F238E27FC236}">
                <a16:creationId xmlns:a16="http://schemas.microsoft.com/office/drawing/2014/main" id="{6775C883-92C2-4005-A1E0-C8A5B1A354D0}"/>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3" name="text">
            <a:extLst xmlns:a="http://schemas.openxmlformats.org/drawingml/2006/main">
              <a:ext uri="{FF2B5EF4-FFF2-40B4-BE49-F238E27FC236}">
                <a16:creationId xmlns:a16="http://schemas.microsoft.com/office/drawing/2014/main" id="{E57C7BB9-4739-4F67-A7F5-463FDFCE7D2C}"/>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4" name="text">
            <a:extLst xmlns:a="http://schemas.openxmlformats.org/drawingml/2006/main">
              <a:ext uri="{FF2B5EF4-FFF2-40B4-BE49-F238E27FC236}">
                <a16:creationId xmlns:a16="http://schemas.microsoft.com/office/drawing/2014/main" id="{E3F1B5C4-086C-4BB1-9025-C97C8A971B38}"/>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13 / 52</a:t>
            </a:r>
          </a:p>
        </p:txBody>
      </p:sp>
      <p:sp>
        <p:nvSpPr>
          <p:cNvPr id="15" name="text">
            <a:extLst xmlns:a="http://schemas.openxmlformats.org/drawingml/2006/main">
              <a:ext uri="{FF2B5EF4-FFF2-40B4-BE49-F238E27FC236}">
                <a16:creationId xmlns:a16="http://schemas.microsoft.com/office/drawing/2014/main" id="{13AF8272-FFF2-4B47-B6F1-6E36634A253D}"/>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06519681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C51F4F91-1FDB-4F55-B0A7-A5B91C9EDC6A}"/>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2C0D403F-BF3D-4280-BF41-37A64F54E2AB}"/>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3 to 6</a:t>
            </a:r>
          </a:p>
        </p:txBody>
      </p:sp>
      <p:sp>
        <p:nvSpPr>
          <p:cNvPr id="3" name="text">
            <a:extLst xmlns:a="http://schemas.openxmlformats.org/drawingml/2006/main">
              <a:ext uri="{FF2B5EF4-FFF2-40B4-BE49-F238E27FC236}">
                <a16:creationId xmlns:a16="http://schemas.microsoft.com/office/drawing/2014/main" id="{B5921A33-C014-46DF-9A24-F09EBA09EE62}"/>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Starter · reverse the time</a:t>
            </a:r>
          </a:p>
        </p:txBody>
      </p:sp>
      <p:pic>
        <p:nvPicPr>
          <p:cNvPr id="4" name="">
            <a:extLst xmlns:a="http://schemas.openxmlformats.org/drawingml/2006/main">
              <a:ext uri="{FF2B5EF4-FFF2-40B4-BE49-F238E27FC236}">
                <a16:creationId xmlns:a16="http://schemas.microsoft.com/office/drawing/2014/main" id="{4F5E983A-FECC-4BC5-A615-3952257B4463}"/>
              </a:ext>
            </a:extLst>
          </p:cNvPr>
          <p:cNvPicPr>
            <a:picLocks xmlns:a="http://schemas.openxmlformats.org/drawingml/2006/main" noChangeAspect="1"/>
          </p:cNvPicPr>
          <p:nvPr/>
        </p:nvPicPr>
        <p:blipFill>
          <a:blip xmlns:r="http://schemas.openxmlformats.org/officeDocument/2006/relationships" xmlns:a="http://schemas.openxmlformats.org/drawingml/2006/main" r:embed="R21dacc28f9b14bc1"/>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E956961-5962-4E6D-86E3-D53DA265AAD9}"/>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BD51BA1-CA0B-4E4B-8002-60A2988139ED}"/>
              </a:ext>
            </a:extLst>
          </p:cNvPr>
          <p:cNvSpPr>
            <a:spLocks xmlns:a="http://schemas.openxmlformats.org/drawingml/2006/main" noGrp="1"/>
          </p:cNvSpPr>
          <p:nvPr/>
        </p:nvSpPr>
        <p:spPr>
          <a:xfrm xmlns:a="http://schemas.openxmlformats.org/drawingml/2006/main">
            <a:off x="381000" y="1485900"/>
            <a:ext cx="1700213"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BC16D573-AC95-406B-BB90-145FBF4F4BFA}"/>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Write one short answer to today’s opening question.</a:t>
            </a:r>
          </a:p>
        </p:txBody>
      </p:sp>
      <p:sp>
        <p:nvSpPr>
          <p:cNvPr id="8" name="text">
            <a:extLst xmlns:a="http://schemas.openxmlformats.org/drawingml/2006/main">
              <a:ext uri="{FF2B5EF4-FFF2-40B4-BE49-F238E27FC236}">
                <a16:creationId xmlns:a16="http://schemas.microsoft.com/office/drawing/2014/main" id="{BDE7C630-A008-465A-8811-4386BBCF52BB}"/>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Matched amounts, same iodine endpoint: reaction A reaches the endpoint in 90 s; B takes 180 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Which is faster?</a:t>
            </a:r>
          </a:p>
        </p:txBody>
      </p:sp>
      <p:sp>
        <p:nvSpPr>
          <p:cNvPr id="9" name="text">
            <a:extLst xmlns:a="http://schemas.openxmlformats.org/drawingml/2006/main">
              <a:ext uri="{FF2B5EF4-FFF2-40B4-BE49-F238E27FC236}">
                <a16:creationId xmlns:a16="http://schemas.microsoft.com/office/drawing/2014/main" id="{950CB440-4645-4770-B6AE-73A7A9D8DC64}"/>
              </a:ext>
            </a:extLst>
          </p:cNvPr>
          <p:cNvSpPr>
            <a:spLocks xmlns:a="http://schemas.openxmlformats.org/drawingml/2006/main" noGrp="1"/>
          </p:cNvSpPr>
          <p:nvPr/>
        </p:nvSpPr>
        <p:spPr>
          <a:xfrm xmlns:a="http://schemas.openxmlformats.org/drawingml/2006/main">
            <a:off x="457200" y="27527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Compare the rates.</a:t>
            </a:r>
          </a:p>
        </p:txBody>
      </p:sp>
      <p:sp>
        <p:nvSpPr>
          <p:cNvPr id="10" name="text">
            <a:extLst xmlns:a="http://schemas.openxmlformats.org/drawingml/2006/main">
              <a:ext uri="{FF2B5EF4-FFF2-40B4-BE49-F238E27FC236}">
                <a16:creationId xmlns:a16="http://schemas.microsoft.com/office/drawing/2014/main" id="{4C4C8C27-8023-44A1-B9F2-FBF5F8B38A36}"/>
              </a:ext>
            </a:extLst>
          </p:cNvPr>
          <p:cNvSpPr>
            <a:spLocks xmlns:a="http://schemas.openxmlformats.org/drawingml/2006/main" noGrp="1"/>
          </p:cNvSpPr>
          <p:nvPr/>
        </p:nvSpPr>
        <p:spPr>
          <a:xfrm xmlns:a="http://schemas.openxmlformats.org/drawingml/2006/main">
            <a:off x="457200" y="31432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 A is twice as fast by the relative-rate measure.</a:t>
            </a:r>
          </a:p>
        </p:txBody>
      </p:sp>
      <p:sp>
        <p:nvSpPr>
          <p:cNvPr id="11" name="text">
            <a:extLst xmlns:a="http://schemas.openxmlformats.org/drawingml/2006/main">
              <a:ext uri="{FF2B5EF4-FFF2-40B4-BE49-F238E27FC236}">
                <a16:creationId xmlns:a16="http://schemas.microsoft.com/office/drawing/2014/main" id="{CCAAC465-7E29-45B4-ADA3-234AE98280C4}"/>
              </a:ext>
            </a:extLst>
          </p:cNvPr>
          <p:cNvSpPr>
            <a:spLocks xmlns:a="http://schemas.openxmlformats.org/drawingml/2006/main" noGrp="1"/>
          </p:cNvSpPr>
          <p:nvPr/>
        </p:nvSpPr>
        <p:spPr>
          <a:xfrm xmlns:a="http://schemas.openxmlformats.org/drawingml/2006/main">
            <a:off x="457200" y="35337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B. B is faster because 180 is larger.</a:t>
            </a:r>
          </a:p>
        </p:txBody>
      </p:sp>
      <p:sp>
        <p:nvSpPr>
          <p:cNvPr id="12" name="text">
            <a:extLst xmlns:a="http://schemas.openxmlformats.org/drawingml/2006/main">
              <a:ext uri="{FF2B5EF4-FFF2-40B4-BE49-F238E27FC236}">
                <a16:creationId xmlns:a16="http://schemas.microsoft.com/office/drawing/2014/main" id="{CB96B1D1-DFDC-4347-AE19-AC28B1EF5FBF}"/>
              </a:ext>
            </a:extLst>
          </p:cNvPr>
          <p:cNvSpPr>
            <a:spLocks xmlns:a="http://schemas.openxmlformats.org/drawingml/2006/main" noGrp="1"/>
          </p:cNvSpPr>
          <p:nvPr/>
        </p:nvSpPr>
        <p:spPr>
          <a:xfrm xmlns:a="http://schemas.openxmlformats.org/drawingml/2006/main">
            <a:off x="457200" y="39243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 The times alone prove the universal optimum pH.</a:t>
            </a:r>
          </a:p>
        </p:txBody>
      </p:sp>
      <p:sp>
        <p:nvSpPr>
          <p:cNvPr id="13" name="text">
            <a:extLst xmlns:a="http://schemas.openxmlformats.org/drawingml/2006/main">
              <a:ext uri="{FF2B5EF4-FFF2-40B4-BE49-F238E27FC236}">
                <a16:creationId xmlns:a16="http://schemas.microsoft.com/office/drawing/2014/main" id="{5F53BDA5-C00B-4987-94D3-042286EA1936}"/>
              </a:ext>
            </a:extLst>
          </p:cNvPr>
          <p:cNvSpPr>
            <a:spLocks xmlns:a="http://schemas.openxmlformats.org/drawingml/2006/main" noGrp="1"/>
          </p:cNvSpPr>
          <p:nvPr/>
        </p:nvSpPr>
        <p:spPr>
          <a:xfrm xmlns:a="http://schemas.openxmlformats.org/drawingml/2006/main">
            <a:off x="457200" y="43148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Relative rate = 1 ÷ time, for matched starting amounts and endpoints. Unit: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 read “per</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second”.</a:t>
            </a:r>
          </a:p>
        </p:txBody>
      </p:sp>
      <p:sp>
        <p:nvSpPr>
          <p:cNvPr id="14" name="text">
            <a:extLst xmlns:a="http://schemas.openxmlformats.org/drawingml/2006/main">
              <a:ext uri="{FF2B5EF4-FFF2-40B4-BE49-F238E27FC236}">
                <a16:creationId xmlns:a16="http://schemas.microsoft.com/office/drawing/2014/main" id="{053127EA-E43B-434D-BF5B-406EDD5FB409}"/>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5" name="text">
            <a:extLst xmlns:a="http://schemas.openxmlformats.org/drawingml/2006/main">
              <a:ext uri="{FF2B5EF4-FFF2-40B4-BE49-F238E27FC236}">
                <a16:creationId xmlns:a16="http://schemas.microsoft.com/office/drawing/2014/main" id="{FE547DFD-74BC-4EF5-AEA5-2319748268C8}"/>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6" name="text">
            <a:extLst xmlns:a="http://schemas.openxmlformats.org/drawingml/2006/main">
              <a:ext uri="{FF2B5EF4-FFF2-40B4-BE49-F238E27FC236}">
                <a16:creationId xmlns:a16="http://schemas.microsoft.com/office/drawing/2014/main" id="{FB0E192B-6FCC-4EE0-95F6-5F9B8796DF4B}"/>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14 / 52</a:t>
            </a:r>
          </a:p>
        </p:txBody>
      </p:sp>
      <p:sp>
        <p:nvSpPr>
          <p:cNvPr id="17" name="text">
            <a:extLst xmlns:a="http://schemas.openxmlformats.org/drawingml/2006/main">
              <a:ext uri="{FF2B5EF4-FFF2-40B4-BE49-F238E27FC236}">
                <a16:creationId xmlns:a16="http://schemas.microsoft.com/office/drawing/2014/main" id="{364960E0-A8C8-4D4D-8017-E28CEBFF3F9E}"/>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28381848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953DC042-17DF-42A1-AA19-E7C55AE84175}"/>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B5A385DB-DE29-40D7-82F8-A789CB845266}"/>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3 to 6</a:t>
            </a:r>
          </a:p>
        </p:txBody>
      </p:sp>
      <p:sp>
        <p:nvSpPr>
          <p:cNvPr id="3" name="text">
            <a:extLst xmlns:a="http://schemas.openxmlformats.org/drawingml/2006/main">
              <a:ext uri="{FF2B5EF4-FFF2-40B4-BE49-F238E27FC236}">
                <a16:creationId xmlns:a16="http://schemas.microsoft.com/office/drawing/2014/main" id="{96683321-5A41-440F-9993-728475A30A5D}"/>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Starter · reverse the time</a:t>
            </a:r>
          </a:p>
        </p:txBody>
      </p:sp>
      <p:pic>
        <p:nvPicPr>
          <p:cNvPr id="4" name="">
            <a:extLst xmlns:a="http://schemas.openxmlformats.org/drawingml/2006/main">
              <a:ext uri="{FF2B5EF4-FFF2-40B4-BE49-F238E27FC236}">
                <a16:creationId xmlns:a16="http://schemas.microsoft.com/office/drawing/2014/main" id="{CED8E28C-50F1-45AD-8A18-8DA6CEA0F1DB}"/>
              </a:ext>
            </a:extLst>
          </p:cNvPr>
          <p:cNvPicPr>
            <a:picLocks xmlns:a="http://schemas.openxmlformats.org/drawingml/2006/main" noChangeAspect="1"/>
          </p:cNvPicPr>
          <p:nvPr/>
        </p:nvPicPr>
        <p:blipFill>
          <a:blip xmlns:r="http://schemas.openxmlformats.org/officeDocument/2006/relationships" xmlns:a="http://schemas.openxmlformats.org/drawingml/2006/main" r:embed="Ra7015f6fec034cdb"/>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BCA037C-35C9-40A8-BEEE-0ECDF5AA334F}"/>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13BA9BF-51EA-48B7-83D1-C19E2B3EFD3F}"/>
              </a:ext>
            </a:extLst>
          </p:cNvPr>
          <p:cNvSpPr>
            <a:spLocks xmlns:a="http://schemas.openxmlformats.org/drawingml/2006/main" noGrp="1"/>
          </p:cNvSpPr>
          <p:nvPr/>
        </p:nvSpPr>
        <p:spPr>
          <a:xfrm xmlns:a="http://schemas.openxmlformats.org/drawingml/2006/main">
            <a:off x="381000" y="1485900"/>
            <a:ext cx="1700213"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9D9CCCCA-C06F-4231-A1E4-5315147011DD}"/>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Yes: 1/90 is twice 1/180. The same endpoint is reached in half the time.</a:t>
            </a:r>
          </a:p>
        </p:txBody>
      </p:sp>
      <p:sp>
        <p:nvSpPr>
          <p:cNvPr id="8" name="text">
            <a:extLst xmlns:a="http://schemas.openxmlformats.org/drawingml/2006/main">
              <a:ext uri="{FF2B5EF4-FFF2-40B4-BE49-F238E27FC236}">
                <a16:creationId xmlns:a16="http://schemas.microsoft.com/office/drawing/2014/main" id="{E15E3862-1DD9-4308-8CE6-918C2C3459FF}"/>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180 is a time, not a rate. A longer time for the same change means a lower relative rate.</a:t>
            </a:r>
          </a:p>
        </p:txBody>
      </p:sp>
      <p:sp>
        <p:nvSpPr>
          <p:cNvPr id="9" name="text">
            <a:extLst xmlns:a="http://schemas.openxmlformats.org/drawingml/2006/main">
              <a:ext uri="{FF2B5EF4-FFF2-40B4-BE49-F238E27FC236}">
                <a16:creationId xmlns:a16="http://schemas.microsoft.com/office/drawing/2014/main" id="{60A99E17-C022-493A-B126-B277F9A05C8E}"/>
              </a:ext>
            </a:extLst>
          </p:cNvPr>
          <p:cNvSpPr>
            <a:spLocks xmlns:a="http://schemas.openxmlformats.org/drawingml/2006/main" noGrp="1"/>
          </p:cNvSpPr>
          <p:nvPr/>
        </p:nvSpPr>
        <p:spPr>
          <a:xfrm xmlns:a="http://schemas.openxmlformats.org/drawingml/2006/main">
            <a:off x="457200" y="24574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These two times do not establish a universal optimum. Compare only the conditions and evidence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supplied.</a:t>
            </a:r>
          </a:p>
        </p:txBody>
      </p:sp>
      <p:sp>
        <p:nvSpPr>
          <p:cNvPr id="10" name="text">
            <a:extLst xmlns:a="http://schemas.openxmlformats.org/drawingml/2006/main">
              <a:ext uri="{FF2B5EF4-FFF2-40B4-BE49-F238E27FC236}">
                <a16:creationId xmlns:a16="http://schemas.microsoft.com/office/drawing/2014/main" id="{7EDEC244-105F-4BF9-9E2F-56319B66A5AE}"/>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1" name="text">
            <a:extLst xmlns:a="http://schemas.openxmlformats.org/drawingml/2006/main">
              <a:ext uri="{FF2B5EF4-FFF2-40B4-BE49-F238E27FC236}">
                <a16:creationId xmlns:a16="http://schemas.microsoft.com/office/drawing/2014/main" id="{93099477-809D-458C-BDB2-DE212D2981AF}"/>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2" name="text">
            <a:extLst xmlns:a="http://schemas.openxmlformats.org/drawingml/2006/main">
              <a:ext uri="{FF2B5EF4-FFF2-40B4-BE49-F238E27FC236}">
                <a16:creationId xmlns:a16="http://schemas.microsoft.com/office/drawing/2014/main" id="{A7DE852C-AA4D-4CDB-A6F8-B8B69BEAE408}"/>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15 / 52</a:t>
            </a:r>
          </a:p>
        </p:txBody>
      </p:sp>
      <p:sp>
        <p:nvSpPr>
          <p:cNvPr id="13" name="text">
            <a:extLst xmlns:a="http://schemas.openxmlformats.org/drawingml/2006/main">
              <a:ext uri="{FF2B5EF4-FFF2-40B4-BE49-F238E27FC236}">
                <a16:creationId xmlns:a16="http://schemas.microsoft.com/office/drawing/2014/main" id="{26488590-CC1F-4C08-98C3-610C77051669}"/>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340271311"/>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3217682F-72C2-4E8E-98C9-584CF179E831}"/>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D9903F74-64DB-49D9-8E1C-C54D78A60A88}"/>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6 to 10</a:t>
            </a:r>
          </a:p>
        </p:txBody>
      </p:sp>
      <p:sp>
        <p:nvSpPr>
          <p:cNvPr id="3" name="text">
            <a:extLst xmlns:a="http://schemas.openxmlformats.org/drawingml/2006/main">
              <a:ext uri="{FF2B5EF4-FFF2-40B4-BE49-F238E27FC236}">
                <a16:creationId xmlns:a16="http://schemas.microsoft.com/office/drawing/2014/main" id="{B5203036-AA7C-4522-B313-750E527EC88D}"/>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I do · time becomes relative rate</a:t>
            </a:r>
          </a:p>
        </p:txBody>
      </p:sp>
      <p:pic>
        <p:nvPicPr>
          <p:cNvPr id="4" name="">
            <a:extLst xmlns:a="http://schemas.openxmlformats.org/drawingml/2006/main">
              <a:ext uri="{FF2B5EF4-FFF2-40B4-BE49-F238E27FC236}">
                <a16:creationId xmlns:a16="http://schemas.microsoft.com/office/drawing/2014/main" id="{6A277364-CDF3-4F5D-A69E-9403A3938175}"/>
              </a:ext>
            </a:extLst>
          </p:cNvPr>
          <p:cNvPicPr>
            <a:picLocks xmlns:a="http://schemas.openxmlformats.org/drawingml/2006/main" noChangeAspect="1"/>
          </p:cNvPicPr>
          <p:nvPr/>
        </p:nvPicPr>
        <p:blipFill>
          <a:blip xmlns:r="http://schemas.openxmlformats.org/officeDocument/2006/relationships" xmlns:a="http://schemas.openxmlformats.org/drawingml/2006/main" r:embed="R935970151daf43c5"/>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7704FB8-AAD9-490A-985A-97B886003735}"/>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4F4683B-DCFA-4E60-A0B9-8491CB56FB2E}"/>
              </a:ext>
            </a:extLst>
          </p:cNvPr>
          <p:cNvSpPr>
            <a:spLocks xmlns:a="http://schemas.openxmlformats.org/drawingml/2006/main" noGrp="1"/>
          </p:cNvSpPr>
          <p:nvPr/>
        </p:nvSpPr>
        <p:spPr>
          <a:xfrm xmlns:a="http://schemas.openxmlformats.org/drawingml/2006/main">
            <a:off x="381000" y="1485900"/>
            <a:ext cx="283368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831703C4-2845-48A9-9315-DC641C896851}"/>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Watch the model. No writing yet.</a:t>
            </a:r>
          </a:p>
        </p:txBody>
      </p:sp>
      <p:sp>
        <p:nvSpPr>
          <p:cNvPr id="8" name="text">
            <a:extLst xmlns:a="http://schemas.openxmlformats.org/drawingml/2006/main">
              <a:ext uri="{FF2B5EF4-FFF2-40B4-BE49-F238E27FC236}">
                <a16:creationId xmlns:a16="http://schemas.microsoft.com/office/drawing/2014/main" id="{0B339C32-0335-4577-A583-ACE77514C20F}"/>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relative rate — One divided by the endpoint time. Match the starting amounts. Use the same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endpoint.</a:t>
            </a:r>
          </a:p>
        </p:txBody>
      </p:sp>
      <p:sp>
        <p:nvSpPr>
          <p:cNvPr id="9" name="text">
            <a:extLst xmlns:a="http://schemas.openxmlformats.org/drawingml/2006/main">
              <a:ext uri="{FF2B5EF4-FFF2-40B4-BE49-F238E27FC236}">
                <a16:creationId xmlns:a16="http://schemas.microsoft.com/office/drawing/2014/main" id="{2CC78066-3422-4C85-8A47-C43951CD3E34}"/>
              </a:ext>
            </a:extLst>
          </p:cNvPr>
          <p:cNvSpPr>
            <a:spLocks xmlns:a="http://schemas.openxmlformats.org/drawingml/2006/main" noGrp="1"/>
          </p:cNvSpPr>
          <p:nvPr/>
        </p:nvSpPr>
        <p:spPr>
          <a:xfrm xmlns:a="http://schemas.openxmlformats.org/drawingml/2006/main">
            <a:off x="457200" y="27527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reciprocal — One divided by a number.</a:t>
            </a:r>
          </a:p>
        </p:txBody>
      </p:sp>
      <p:sp>
        <p:nvSpPr>
          <p:cNvPr id="10" name="text">
            <a:extLst xmlns:a="http://schemas.openxmlformats.org/drawingml/2006/main">
              <a:ext uri="{FF2B5EF4-FFF2-40B4-BE49-F238E27FC236}">
                <a16:creationId xmlns:a16="http://schemas.microsoft.com/office/drawing/2014/main" id="{ACFC0096-F599-43FA-ABE4-E72448917949}"/>
              </a:ext>
            </a:extLst>
          </p:cNvPr>
          <p:cNvSpPr>
            <a:spLocks xmlns:a="http://schemas.openxmlformats.org/drawingml/2006/main" noGrp="1"/>
          </p:cNvSpPr>
          <p:nvPr/>
        </p:nvSpPr>
        <p:spPr>
          <a:xfrm xmlns:a="http://schemas.openxmlformats.org/drawingml/2006/main">
            <a:off x="457200" y="31432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active site — The part of an enzyme where the substrate binds. The shapes fit each other.</a:t>
            </a:r>
          </a:p>
        </p:txBody>
      </p:sp>
      <p:sp>
        <p:nvSpPr>
          <p:cNvPr id="11" name="text">
            <a:extLst xmlns:a="http://schemas.openxmlformats.org/drawingml/2006/main">
              <a:ext uri="{FF2B5EF4-FFF2-40B4-BE49-F238E27FC236}">
                <a16:creationId xmlns:a16="http://schemas.microsoft.com/office/drawing/2014/main" id="{36ECA0DF-3B2D-413D-91F2-9E69FC1ADC08}"/>
              </a:ext>
            </a:extLst>
          </p:cNvPr>
          <p:cNvSpPr>
            <a:spLocks xmlns:a="http://schemas.openxmlformats.org/drawingml/2006/main" noGrp="1"/>
          </p:cNvSpPr>
          <p:nvPr/>
        </p:nvSpPr>
        <p:spPr>
          <a:xfrm xmlns:a="http://schemas.openxmlformats.org/drawingml/2006/main">
            <a:off x="457200" y="35337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denaturation — A change in enzyme shape. This stops the active site binding as it should.</a:t>
            </a:r>
          </a:p>
        </p:txBody>
      </p:sp>
      <p:sp>
        <p:nvSpPr>
          <p:cNvPr id="12" name="text">
            <a:extLst xmlns:a="http://schemas.openxmlformats.org/drawingml/2006/main">
              <a:ext uri="{FF2B5EF4-FFF2-40B4-BE49-F238E27FC236}">
                <a16:creationId xmlns:a16="http://schemas.microsoft.com/office/drawing/2014/main" id="{0E369CCF-CAE0-4CD3-86C4-F123F3495ACC}"/>
              </a:ext>
            </a:extLst>
          </p:cNvPr>
          <p:cNvSpPr>
            <a:spLocks xmlns:a="http://schemas.openxmlformats.org/drawingml/2006/main" noGrp="1"/>
          </p:cNvSpPr>
          <p:nvPr/>
        </p:nvSpPr>
        <p:spPr>
          <a:xfrm xmlns:a="http://schemas.openxmlformats.org/drawingml/2006/main">
            <a:off x="457200" y="39243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diffusion — Net movement of particles. They move from higher to lower concentration.</a:t>
            </a:r>
          </a:p>
        </p:txBody>
      </p:sp>
      <p:sp>
        <p:nvSpPr>
          <p:cNvPr id="13" name="text">
            <a:extLst xmlns:a="http://schemas.openxmlformats.org/drawingml/2006/main">
              <a:ext uri="{FF2B5EF4-FFF2-40B4-BE49-F238E27FC236}">
                <a16:creationId xmlns:a16="http://schemas.microsoft.com/office/drawing/2014/main" id="{8CD6AE1E-535D-46D1-B4EE-D7A8664755A0}"/>
              </a:ext>
            </a:extLst>
          </p:cNvPr>
          <p:cNvSpPr>
            <a:spLocks xmlns:a="http://schemas.openxmlformats.org/drawingml/2006/main" noGrp="1"/>
          </p:cNvSpPr>
          <p:nvPr/>
        </p:nvSpPr>
        <p:spPr>
          <a:xfrm xmlns:a="http://schemas.openxmlformats.org/drawingml/2006/main">
            <a:off x="457200" y="43148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digestion — A chemical change. It breaks large molecules down into smaller molecules.</a:t>
            </a:r>
          </a:p>
        </p:txBody>
      </p:sp>
      <p:sp>
        <p:nvSpPr>
          <p:cNvPr id="14" name="text">
            <a:extLst xmlns:a="http://schemas.openxmlformats.org/drawingml/2006/main">
              <a:ext uri="{FF2B5EF4-FFF2-40B4-BE49-F238E27FC236}">
                <a16:creationId xmlns:a16="http://schemas.microsoft.com/office/drawing/2014/main" id="{BB0D5F28-6B9F-45B9-9336-8E94C330DF15}"/>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5" name="text">
            <a:extLst xmlns:a="http://schemas.openxmlformats.org/drawingml/2006/main">
              <a:ext uri="{FF2B5EF4-FFF2-40B4-BE49-F238E27FC236}">
                <a16:creationId xmlns:a16="http://schemas.microsoft.com/office/drawing/2014/main" id="{786C4821-316C-4D17-955B-746A4D949F52}"/>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6" name="text">
            <a:extLst xmlns:a="http://schemas.openxmlformats.org/drawingml/2006/main">
              <a:ext uri="{FF2B5EF4-FFF2-40B4-BE49-F238E27FC236}">
                <a16:creationId xmlns:a16="http://schemas.microsoft.com/office/drawing/2014/main" id="{B367D352-CFC9-4EEE-B4D7-3B6C41EB956D}"/>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16 / 52</a:t>
            </a:r>
          </a:p>
        </p:txBody>
      </p:sp>
      <p:sp>
        <p:nvSpPr>
          <p:cNvPr id="17" name="text">
            <a:extLst xmlns:a="http://schemas.openxmlformats.org/drawingml/2006/main">
              <a:ext uri="{FF2B5EF4-FFF2-40B4-BE49-F238E27FC236}">
                <a16:creationId xmlns:a16="http://schemas.microsoft.com/office/drawing/2014/main" id="{313D5BFE-EBB5-4ADE-B110-2F7F3B5D8F8C}"/>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901333466"/>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8" name="text">
            <a:extLst xmlns:a="http://schemas.openxmlformats.org/drawingml/2006/main">
              <a:ext uri="{FF2B5EF4-FFF2-40B4-BE49-F238E27FC236}">
                <a16:creationId xmlns:a16="http://schemas.microsoft.com/office/drawing/2014/main" id="{6C0388D7-232F-4409-B807-249EDB1DF260}"/>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BD19AF54-D83A-4B99-A9FF-89F927C53707}"/>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6 to 10</a:t>
            </a:r>
          </a:p>
        </p:txBody>
      </p:sp>
      <p:sp>
        <p:nvSpPr>
          <p:cNvPr id="3" name="text">
            <a:extLst xmlns:a="http://schemas.openxmlformats.org/drawingml/2006/main">
              <a:ext uri="{FF2B5EF4-FFF2-40B4-BE49-F238E27FC236}">
                <a16:creationId xmlns:a16="http://schemas.microsoft.com/office/drawing/2014/main" id="{CAA9A605-29E6-44A0-9F68-570C67C8C579}"/>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I do · time becomes relative rate</a:t>
            </a:r>
          </a:p>
        </p:txBody>
      </p:sp>
      <p:pic>
        <p:nvPicPr>
          <p:cNvPr id="4" name="">
            <a:extLst xmlns:a="http://schemas.openxmlformats.org/drawingml/2006/main">
              <a:ext uri="{FF2B5EF4-FFF2-40B4-BE49-F238E27FC236}">
                <a16:creationId xmlns:a16="http://schemas.microsoft.com/office/drawing/2014/main" id="{DFE59973-ECAA-48B9-A7E2-9A8D55672A5B}"/>
              </a:ext>
            </a:extLst>
          </p:cNvPr>
          <p:cNvPicPr>
            <a:picLocks xmlns:a="http://schemas.openxmlformats.org/drawingml/2006/main" noChangeAspect="1"/>
          </p:cNvPicPr>
          <p:nvPr/>
        </p:nvPicPr>
        <p:blipFill>
          <a:blip xmlns:r="http://schemas.openxmlformats.org/officeDocument/2006/relationships" xmlns:a="http://schemas.openxmlformats.org/drawingml/2006/main" r:embed="Rb7cc6b3df17d4d25"/>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80DC076-2840-441F-B953-A9B3ADAE1B38}"/>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095030E-A56D-4304-8FD3-27CFBDF012B8}"/>
              </a:ext>
            </a:extLst>
          </p:cNvPr>
          <p:cNvSpPr>
            <a:spLocks xmlns:a="http://schemas.openxmlformats.org/drawingml/2006/main" noGrp="1"/>
          </p:cNvSpPr>
          <p:nvPr/>
        </p:nvSpPr>
        <p:spPr>
          <a:xfrm xmlns:a="http://schemas.openxmlformats.org/drawingml/2006/main">
            <a:off x="381000" y="1485900"/>
            <a:ext cx="283368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801D86E3-EE14-44F8-898A-0900714F799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Watch the model. No writing yet.</a:t>
            </a:r>
          </a:p>
        </p:txBody>
      </p:sp>
      <p:sp>
        <p:nvSpPr>
          <p:cNvPr id="8" name="text">
            <a:extLst xmlns:a="http://schemas.openxmlformats.org/drawingml/2006/main">
              <a:ext uri="{FF2B5EF4-FFF2-40B4-BE49-F238E27FC236}">
                <a16:creationId xmlns:a16="http://schemas.microsoft.com/office/drawing/2014/main" id="{2F4DCDC6-F0F3-4185-8638-01C4D4153968}"/>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substrate — The substance that an enzyme acts on.</a:t>
            </a:r>
          </a:p>
        </p:txBody>
      </p:sp>
      <p:sp>
        <p:nvSpPr>
          <p:cNvPr id="9" name="text">
            <a:extLst xmlns:a="http://schemas.openxmlformats.org/drawingml/2006/main">
              <a:ext uri="{FF2B5EF4-FFF2-40B4-BE49-F238E27FC236}">
                <a16:creationId xmlns:a16="http://schemas.microsoft.com/office/drawing/2014/main" id="{C1026877-9CD3-4F5C-A857-F739D49D15B2}"/>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pH — A measure of how acid or alkaline a substance is.</a:t>
            </a:r>
          </a:p>
        </p:txBody>
      </p:sp>
      <p:sp>
        <p:nvSpPr>
          <p:cNvPr id="10" name="text">
            <a:extLst xmlns:a="http://schemas.openxmlformats.org/drawingml/2006/main">
              <a:ext uri="{FF2B5EF4-FFF2-40B4-BE49-F238E27FC236}">
                <a16:creationId xmlns:a16="http://schemas.microsoft.com/office/drawing/2014/main" id="{ADD308AC-42EF-447C-BBF9-1671D80C5F22}"/>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enzyme — A biological catalyst. It speeds up a reaction. It is not used up.</a:t>
            </a:r>
          </a:p>
        </p:txBody>
      </p:sp>
      <p:sp>
        <p:nvSpPr>
          <p:cNvPr id="11" name="text">
            <a:extLst xmlns:a="http://schemas.openxmlformats.org/drawingml/2006/main">
              <a:ext uri="{FF2B5EF4-FFF2-40B4-BE49-F238E27FC236}">
                <a16:creationId xmlns:a16="http://schemas.microsoft.com/office/drawing/2014/main" id="{842B2212-3B45-4E26-90ED-1E62D66B546F}"/>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specificity — An enzyme acts on particular substrates. They fit its active site.</a:t>
            </a:r>
          </a:p>
        </p:txBody>
      </p:sp>
      <p:sp>
        <p:nvSpPr>
          <p:cNvPr id="12" name="text">
            <a:extLst xmlns:a="http://schemas.openxmlformats.org/drawingml/2006/main">
              <a:ext uri="{FF2B5EF4-FFF2-40B4-BE49-F238E27FC236}">
                <a16:creationId xmlns:a16="http://schemas.microsoft.com/office/drawing/2014/main" id="{DC2E72F0-8A04-4DB4-BA22-8BFF558FD61D}"/>
              </a:ext>
            </a:extLst>
          </p:cNvPr>
          <p:cNvSpPr>
            <a:spLocks xmlns:a="http://schemas.openxmlformats.org/drawingml/2006/main" noGrp="1"/>
          </p:cNvSpPr>
          <p:nvPr/>
        </p:nvSpPr>
        <p:spPr>
          <a:xfrm xmlns:a="http://schemas.openxmlformats.org/drawingml/2006/main">
            <a:off x="457200" y="36290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endpoint — The agreed point we can see and record. We record the time when it is reached.</a:t>
            </a:r>
          </a:p>
        </p:txBody>
      </p:sp>
      <p:sp>
        <p:nvSpPr>
          <p:cNvPr id="13" name="text">
            <a:extLst xmlns:a="http://schemas.openxmlformats.org/drawingml/2006/main">
              <a:ext uri="{FF2B5EF4-FFF2-40B4-BE49-F238E27FC236}">
                <a16:creationId xmlns:a16="http://schemas.microsoft.com/office/drawing/2014/main" id="{4E4AEE03-FA0D-4A19-9FC6-781E1A0F6BAD}"/>
              </a:ext>
            </a:extLst>
          </p:cNvPr>
          <p:cNvSpPr>
            <a:spLocks xmlns:a="http://schemas.openxmlformats.org/drawingml/2006/main" noGrp="1"/>
          </p:cNvSpPr>
          <p:nvPr/>
        </p:nvSpPr>
        <p:spPr>
          <a:xfrm xmlns:a="http://schemas.openxmlformats.org/drawingml/2006/main">
            <a:off x="457200" y="40195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control variable — A factor we keep the same. This makes the comparison fair.</a:t>
            </a:r>
          </a:p>
        </p:txBody>
      </p:sp>
      <p:sp>
        <p:nvSpPr>
          <p:cNvPr id="14" name="text">
            <a:extLst xmlns:a="http://schemas.openxmlformats.org/drawingml/2006/main">
              <a:ext uri="{FF2B5EF4-FFF2-40B4-BE49-F238E27FC236}">
                <a16:creationId xmlns:a16="http://schemas.microsoft.com/office/drawing/2014/main" id="{3860D2A4-44BE-4569-9FA8-3B1AC4F4D939}"/>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5" name="text">
            <a:extLst xmlns:a="http://schemas.openxmlformats.org/drawingml/2006/main">
              <a:ext uri="{FF2B5EF4-FFF2-40B4-BE49-F238E27FC236}">
                <a16:creationId xmlns:a16="http://schemas.microsoft.com/office/drawing/2014/main" id="{139E4706-F7F9-487C-84A1-5CB5D94938DC}"/>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6" name="text">
            <a:extLst xmlns:a="http://schemas.openxmlformats.org/drawingml/2006/main">
              <a:ext uri="{FF2B5EF4-FFF2-40B4-BE49-F238E27FC236}">
                <a16:creationId xmlns:a16="http://schemas.microsoft.com/office/drawing/2014/main" id="{63C71D1C-CE8C-4A86-9370-935FF52502C5}"/>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17 / 52</a:t>
            </a:r>
          </a:p>
        </p:txBody>
      </p:sp>
      <p:sp>
        <p:nvSpPr>
          <p:cNvPr id="17" name="text">
            <a:extLst xmlns:a="http://schemas.openxmlformats.org/drawingml/2006/main">
              <a:ext uri="{FF2B5EF4-FFF2-40B4-BE49-F238E27FC236}">
                <a16:creationId xmlns:a16="http://schemas.microsoft.com/office/drawing/2014/main" id="{9EFBCD12-446D-4B4E-9351-BB5DC8A6913B}"/>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70800141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BD72B2E2-C123-45BF-BB84-B8B971356B67}"/>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FF702DC8-895A-4CE9-8D74-824BF9C4FB29}"/>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6 to 10</a:t>
            </a:r>
          </a:p>
        </p:txBody>
      </p:sp>
      <p:sp>
        <p:nvSpPr>
          <p:cNvPr id="3" name="text">
            <a:extLst xmlns:a="http://schemas.openxmlformats.org/drawingml/2006/main">
              <a:ext uri="{FF2B5EF4-FFF2-40B4-BE49-F238E27FC236}">
                <a16:creationId xmlns:a16="http://schemas.microsoft.com/office/drawing/2014/main" id="{33F50B61-AD5F-4AF3-83C1-FB37AD644DE7}"/>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I do · time becomes relative rate</a:t>
            </a:r>
          </a:p>
        </p:txBody>
      </p:sp>
      <p:pic>
        <p:nvPicPr>
          <p:cNvPr id="4" name="">
            <a:extLst xmlns:a="http://schemas.openxmlformats.org/drawingml/2006/main">
              <a:ext uri="{FF2B5EF4-FFF2-40B4-BE49-F238E27FC236}">
                <a16:creationId xmlns:a16="http://schemas.microsoft.com/office/drawing/2014/main" id="{405E56FD-61E8-43CE-96D3-E8F1240BAD3F}"/>
              </a:ext>
            </a:extLst>
          </p:cNvPr>
          <p:cNvPicPr>
            <a:picLocks xmlns:a="http://schemas.openxmlformats.org/drawingml/2006/main" noChangeAspect="1"/>
          </p:cNvPicPr>
          <p:nvPr/>
        </p:nvPicPr>
        <p:blipFill>
          <a:blip xmlns:r="http://schemas.openxmlformats.org/officeDocument/2006/relationships" xmlns:a="http://schemas.openxmlformats.org/drawingml/2006/main" r:embed="R563d0e247fdb4160"/>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B16916B-173A-4EBC-B950-1F3D6E6D2924}"/>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0145E3D-4D37-4FED-BDA6-D0AB2DBADA6E}"/>
              </a:ext>
            </a:extLst>
          </p:cNvPr>
          <p:cNvSpPr>
            <a:spLocks xmlns:a="http://schemas.openxmlformats.org/drawingml/2006/main" noGrp="1"/>
          </p:cNvSpPr>
          <p:nvPr/>
        </p:nvSpPr>
        <p:spPr>
          <a:xfrm xmlns:a="http://schemas.openxmlformats.org/drawingml/2006/main">
            <a:off x="381000" y="1485900"/>
            <a:ext cx="283368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E38492D2-0552-4A2A-AC8F-03AC84AE7E08}"/>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Watch the model. No writing yet.</a:t>
            </a:r>
          </a:p>
        </p:txBody>
      </p:sp>
      <p:sp>
        <p:nvSpPr>
          <p:cNvPr id="8" name="text">
            <a:extLst xmlns:a="http://schemas.openxmlformats.org/drawingml/2006/main">
              <a:ext uri="{FF2B5EF4-FFF2-40B4-BE49-F238E27FC236}">
                <a16:creationId xmlns:a16="http://schemas.microsoft.com/office/drawing/2014/main" id="{98D82DDD-CF19-4185-807C-43018BB07059}"/>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Turn an endpoint into a relative rate</a:t>
            </a:r>
          </a:p>
        </p:txBody>
      </p:sp>
      <p:sp>
        <p:nvSpPr>
          <p:cNvPr id="9" name="text">
            <a:extLst xmlns:a="http://schemas.openxmlformats.org/drawingml/2006/main">
              <a:ext uri="{FF2B5EF4-FFF2-40B4-BE49-F238E27FC236}">
                <a16:creationId xmlns:a16="http://schemas.microsoft.com/office/drawing/2014/main" id="{192007F4-B0FD-4743-A39F-0DCC0556F9AC}"/>
              </a:ext>
            </a:extLst>
          </p:cNvPr>
          <p:cNvSpPr>
            <a:spLocks xmlns:a="http://schemas.openxmlformats.org/drawingml/2006/main" noGrp="1"/>
          </p:cNvSpPr>
          <p:nvPr/>
        </p:nvSpPr>
        <p:spPr>
          <a:xfrm xmlns:a="http://schemas.openxmlformats.org/drawingml/2006/main">
            <a:off x="457200" y="24574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pH | Endpoint / 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6 | 120</a:t>
            </a:r>
          </a:p>
        </p:txBody>
      </p:sp>
      <p:sp>
        <p:nvSpPr>
          <p:cNvPr id="10" name="text">
            <a:extLst xmlns:a="http://schemas.openxmlformats.org/drawingml/2006/main">
              <a:ext uri="{FF2B5EF4-FFF2-40B4-BE49-F238E27FC236}">
                <a16:creationId xmlns:a16="http://schemas.microsoft.com/office/drawing/2014/main" id="{FDD0ECB6-6B8A-4A50-A2BA-3B8CBA950EE9}"/>
              </a:ext>
            </a:extLst>
          </p:cNvPr>
          <p:cNvSpPr>
            <a:spLocks xmlns:a="http://schemas.openxmlformats.org/drawingml/2006/main" noGrp="1"/>
          </p:cNvSpPr>
          <p:nvPr/>
        </p:nvSpPr>
        <p:spPr>
          <a:xfrm xmlns:a="http://schemas.openxmlformats.org/drawingml/2006/main">
            <a:off x="457200" y="31432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 Find the endpoint time that was measured: 120 s.</a:t>
            </a:r>
          </a:p>
        </p:txBody>
      </p:sp>
      <p:sp>
        <p:nvSpPr>
          <p:cNvPr id="11" name="text">
            <a:extLst xmlns:a="http://schemas.openxmlformats.org/drawingml/2006/main">
              <a:ext uri="{FF2B5EF4-FFF2-40B4-BE49-F238E27FC236}">
                <a16:creationId xmlns:a16="http://schemas.microsoft.com/office/drawing/2014/main" id="{B44025FF-8698-43DB-A9B2-B8A85E2E30A8}"/>
              </a:ext>
            </a:extLst>
          </p:cNvPr>
          <p:cNvSpPr>
            <a:spLocks xmlns:a="http://schemas.openxmlformats.org/drawingml/2006/main" noGrp="1"/>
          </p:cNvSpPr>
          <p:nvPr/>
        </p:nvSpPr>
        <p:spPr>
          <a:xfrm xmlns:a="http://schemas.openxmlformats.org/drawingml/2006/main">
            <a:off x="457200" y="35337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1/time is a comparative rate estimate, not grams of product per second.</a:t>
            </a:r>
          </a:p>
        </p:txBody>
      </p:sp>
      <p:sp>
        <p:nvSpPr>
          <p:cNvPr id="12" name="text">
            <a:extLst xmlns:a="http://schemas.openxmlformats.org/drawingml/2006/main">
              <a:ext uri="{FF2B5EF4-FFF2-40B4-BE49-F238E27FC236}">
                <a16:creationId xmlns:a16="http://schemas.microsoft.com/office/drawing/2014/main" id="{9AA505BA-0448-460D-A2A3-D07FC411D331}"/>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3" name="text">
            <a:extLst xmlns:a="http://schemas.openxmlformats.org/drawingml/2006/main">
              <a:ext uri="{FF2B5EF4-FFF2-40B4-BE49-F238E27FC236}">
                <a16:creationId xmlns:a16="http://schemas.microsoft.com/office/drawing/2014/main" id="{E604C8CD-5DF1-483D-BE93-D67349509EE3}"/>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4" name="text">
            <a:extLst xmlns:a="http://schemas.openxmlformats.org/drawingml/2006/main">
              <a:ext uri="{FF2B5EF4-FFF2-40B4-BE49-F238E27FC236}">
                <a16:creationId xmlns:a16="http://schemas.microsoft.com/office/drawing/2014/main" id="{3E7B852E-BF60-42F0-8CC2-F53E47B7BF06}"/>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18 / 52</a:t>
            </a:r>
          </a:p>
        </p:txBody>
      </p:sp>
      <p:sp>
        <p:nvSpPr>
          <p:cNvPr id="15" name="text">
            <a:extLst xmlns:a="http://schemas.openxmlformats.org/drawingml/2006/main">
              <a:ext uri="{FF2B5EF4-FFF2-40B4-BE49-F238E27FC236}">
                <a16:creationId xmlns:a16="http://schemas.microsoft.com/office/drawing/2014/main" id="{9EC08323-A632-4FC0-8AFC-47A54917BB55}"/>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474991512"/>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872D1A2F-F0EF-4E2F-8B38-BC84BED3DBEC}"/>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260080DC-5C17-4F10-837F-E4E78F99989E}"/>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6 to 10</a:t>
            </a:r>
          </a:p>
        </p:txBody>
      </p:sp>
      <p:sp>
        <p:nvSpPr>
          <p:cNvPr id="3" name="text">
            <a:extLst xmlns:a="http://schemas.openxmlformats.org/drawingml/2006/main">
              <a:ext uri="{FF2B5EF4-FFF2-40B4-BE49-F238E27FC236}">
                <a16:creationId xmlns:a16="http://schemas.microsoft.com/office/drawing/2014/main" id="{02071BA4-3A5E-4C14-ADC3-FF24377F5AFF}"/>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I do · time becomes relative rate</a:t>
            </a:r>
          </a:p>
        </p:txBody>
      </p:sp>
      <p:pic>
        <p:nvPicPr>
          <p:cNvPr id="4" name="">
            <a:extLst xmlns:a="http://schemas.openxmlformats.org/drawingml/2006/main">
              <a:ext uri="{FF2B5EF4-FFF2-40B4-BE49-F238E27FC236}">
                <a16:creationId xmlns:a16="http://schemas.microsoft.com/office/drawing/2014/main" id="{33E62655-D43B-4197-A52A-86A77B497D98}"/>
              </a:ext>
            </a:extLst>
          </p:cNvPr>
          <p:cNvPicPr>
            <a:picLocks xmlns:a="http://schemas.openxmlformats.org/drawingml/2006/main" noChangeAspect="1"/>
          </p:cNvPicPr>
          <p:nvPr/>
        </p:nvPicPr>
        <p:blipFill>
          <a:blip xmlns:r="http://schemas.openxmlformats.org/officeDocument/2006/relationships" xmlns:a="http://schemas.openxmlformats.org/drawingml/2006/main" r:embed="Rc128710898e54bc5"/>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71D33EC-F721-435D-9E64-95C1F8142E9B}"/>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DB2CE56-3E74-4FE9-9352-B051F03840C1}"/>
              </a:ext>
            </a:extLst>
          </p:cNvPr>
          <p:cNvSpPr>
            <a:spLocks xmlns:a="http://schemas.openxmlformats.org/drawingml/2006/main" noGrp="1"/>
          </p:cNvSpPr>
          <p:nvPr/>
        </p:nvSpPr>
        <p:spPr>
          <a:xfrm xmlns:a="http://schemas.openxmlformats.org/drawingml/2006/main">
            <a:off x="381000" y="1485900"/>
            <a:ext cx="283368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12FFC837-A945-4A15-A92E-68ED5558D3C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Watch the model. No writing yet.</a:t>
            </a:r>
          </a:p>
        </p:txBody>
      </p:sp>
      <p:sp>
        <p:nvSpPr>
          <p:cNvPr id="8" name="text">
            <a:extLst xmlns:a="http://schemas.openxmlformats.org/drawingml/2006/main">
              <a:ext uri="{FF2B5EF4-FFF2-40B4-BE49-F238E27FC236}">
                <a16:creationId xmlns:a16="http://schemas.microsoft.com/office/drawing/2014/main" id="{C0806D8F-3556-4859-9060-ECD6B598A996}"/>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 Find the endpoint time that was measured: 120 s.</a:t>
            </a:r>
          </a:p>
        </p:txBody>
      </p:sp>
      <p:sp>
        <p:nvSpPr>
          <p:cNvPr id="9" name="text">
            <a:extLst xmlns:a="http://schemas.openxmlformats.org/drawingml/2006/main">
              <a:ext uri="{FF2B5EF4-FFF2-40B4-BE49-F238E27FC236}">
                <a16:creationId xmlns:a16="http://schemas.microsoft.com/office/drawing/2014/main" id="{FBCCB91A-A094-4D89-AC77-219BDC7FF4B7}"/>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2 · Put that time in the sum: relative rate = 1 ÷ 120.</a:t>
            </a:r>
          </a:p>
        </p:txBody>
      </p:sp>
      <p:sp>
        <p:nvSpPr>
          <p:cNvPr id="10" name="text">
            <a:extLst xmlns:a="http://schemas.openxmlformats.org/drawingml/2006/main">
              <a:ext uri="{FF2B5EF4-FFF2-40B4-BE49-F238E27FC236}">
                <a16:creationId xmlns:a16="http://schemas.microsoft.com/office/drawing/2014/main" id="{DE3959FE-3394-4107-9518-5080A6A03D24}"/>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3 · Work out the sum: 0.008333…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a:t>
            </a:r>
          </a:p>
        </p:txBody>
      </p:sp>
      <p:sp>
        <p:nvSpPr>
          <p:cNvPr id="11" name="text">
            <a:extLst xmlns:a="http://schemas.openxmlformats.org/drawingml/2006/main">
              <a:ext uri="{FF2B5EF4-FFF2-40B4-BE49-F238E27FC236}">
                <a16:creationId xmlns:a16="http://schemas.microsoft.com/office/drawing/2014/main" id="{C3B22A77-5807-460F-8F68-1AA70EAA42E9}"/>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4 · Write the result to 3 significant figures: 0.00833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a:t>
            </a:r>
          </a:p>
        </p:txBody>
      </p:sp>
      <p:sp>
        <p:nvSpPr>
          <p:cNvPr id="12" name="text">
            <a:extLst xmlns:a="http://schemas.openxmlformats.org/drawingml/2006/main">
              <a:ext uri="{FF2B5EF4-FFF2-40B4-BE49-F238E27FC236}">
                <a16:creationId xmlns:a16="http://schemas.microsoft.com/office/drawing/2014/main" id="{2A8D90FD-03CF-4625-B70C-E31B1A5AC795}"/>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3" name="text">
            <a:extLst xmlns:a="http://schemas.openxmlformats.org/drawingml/2006/main">
              <a:ext uri="{FF2B5EF4-FFF2-40B4-BE49-F238E27FC236}">
                <a16:creationId xmlns:a16="http://schemas.microsoft.com/office/drawing/2014/main" id="{355C248E-1EDA-42AE-80F3-49CC9E805C9E}"/>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4" name="text">
            <a:extLst xmlns:a="http://schemas.openxmlformats.org/drawingml/2006/main">
              <a:ext uri="{FF2B5EF4-FFF2-40B4-BE49-F238E27FC236}">
                <a16:creationId xmlns:a16="http://schemas.microsoft.com/office/drawing/2014/main" id="{32619794-E41B-4A14-8E4B-BCDCABADB693}"/>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19 / 52</a:t>
            </a:r>
          </a:p>
        </p:txBody>
      </p:sp>
      <p:sp>
        <p:nvSpPr>
          <p:cNvPr id="15" name="text">
            <a:extLst xmlns:a="http://schemas.openxmlformats.org/drawingml/2006/main">
              <a:ext uri="{FF2B5EF4-FFF2-40B4-BE49-F238E27FC236}">
                <a16:creationId xmlns:a16="http://schemas.microsoft.com/office/drawing/2014/main" id="{0E78DF73-4AFB-4E56-AD51-0BFA122FF8D4}"/>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394428635"/>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12" name="text">
            <a:extLst xmlns:a="http://schemas.openxmlformats.org/drawingml/2006/main">
              <a:ext uri="{FF2B5EF4-FFF2-40B4-BE49-F238E27FC236}">
                <a16:creationId xmlns:a16="http://schemas.microsoft.com/office/drawing/2014/main" id="{EF589365-6646-482E-84E1-8FEBC6662D8B}"/>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AB37F8F0-C10C-424E-8FD4-A8F491BAB7C2}"/>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6 to 10</a:t>
            </a:r>
          </a:p>
        </p:txBody>
      </p:sp>
      <p:sp>
        <p:nvSpPr>
          <p:cNvPr id="3" name="text">
            <a:extLst xmlns:a="http://schemas.openxmlformats.org/drawingml/2006/main">
              <a:ext uri="{FF2B5EF4-FFF2-40B4-BE49-F238E27FC236}">
                <a16:creationId xmlns:a16="http://schemas.microsoft.com/office/drawing/2014/main" id="{57AA4A79-75ED-4555-857F-CCB73BE61449}"/>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I do · time becomes relative rate</a:t>
            </a:r>
          </a:p>
        </p:txBody>
      </p:sp>
      <p:pic>
        <p:nvPicPr>
          <p:cNvPr id="4" name="">
            <a:extLst xmlns:a="http://schemas.openxmlformats.org/drawingml/2006/main">
              <a:ext uri="{FF2B5EF4-FFF2-40B4-BE49-F238E27FC236}">
                <a16:creationId xmlns:a16="http://schemas.microsoft.com/office/drawing/2014/main" id="{350A9DF0-9B36-4381-9EF8-EB6CB03C0EDB}"/>
              </a:ext>
            </a:extLst>
          </p:cNvPr>
          <p:cNvPicPr>
            <a:picLocks xmlns:a="http://schemas.openxmlformats.org/drawingml/2006/main" noChangeAspect="1"/>
          </p:cNvPicPr>
          <p:nvPr/>
        </p:nvPicPr>
        <p:blipFill>
          <a:blip xmlns:r="http://schemas.openxmlformats.org/officeDocument/2006/relationships" xmlns:a="http://schemas.openxmlformats.org/drawingml/2006/main" r:embed="Rc5904e5b423e46cb"/>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78080C0-2115-4577-958F-AD28A8E93E3D}"/>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141B693-0EF3-4A87-AB4F-63EAD95E690C}"/>
              </a:ext>
            </a:extLst>
          </p:cNvPr>
          <p:cNvSpPr>
            <a:spLocks xmlns:a="http://schemas.openxmlformats.org/drawingml/2006/main" noGrp="1"/>
          </p:cNvSpPr>
          <p:nvPr/>
        </p:nvSpPr>
        <p:spPr>
          <a:xfrm xmlns:a="http://schemas.openxmlformats.org/drawingml/2006/main">
            <a:off x="381000" y="1485900"/>
            <a:ext cx="283368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1FAAC881-9AA4-4303-A192-F21CEF0C4CE8}"/>
              </a:ext>
            </a:extLst>
          </p:cNvPr>
          <p:cNvSpPr>
            <a:spLocks xmlns:a="http://schemas.openxmlformats.org/drawingml/2006/main" noGrp="1"/>
          </p:cNvSpPr>
          <p:nvPr/>
        </p:nvSpPr>
        <p:spPr>
          <a:xfrm xmlns:a="http://schemas.openxmlformats.org/drawingml/2006/main">
            <a:off x="457200" y="1676400"/>
            <a:ext cx="112776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 120 = 0.008333…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 To 3 significant figures, this is 0.00833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 Keep the full value on the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calculator. Round only the final answer. If there is no endpoint, there is no exact reciprocal to</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work out.</a:t>
            </a:r>
          </a:p>
        </p:txBody>
      </p:sp>
      <p:sp>
        <p:nvSpPr>
          <p:cNvPr id="8" name="text">
            <a:extLst xmlns:a="http://schemas.openxmlformats.org/drawingml/2006/main">
              <a:ext uri="{FF2B5EF4-FFF2-40B4-BE49-F238E27FC236}">
                <a16:creationId xmlns:a16="http://schemas.microsoft.com/office/drawing/2014/main" id="{9A042ED2-AE3F-4018-B9ED-5376D1131456}"/>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9" name="text">
            <a:extLst xmlns:a="http://schemas.openxmlformats.org/drawingml/2006/main">
              <a:ext uri="{FF2B5EF4-FFF2-40B4-BE49-F238E27FC236}">
                <a16:creationId xmlns:a16="http://schemas.microsoft.com/office/drawing/2014/main" id="{A008F758-C1CF-4BA3-B668-1122D77E1174}"/>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0" name="text">
            <a:extLst xmlns:a="http://schemas.openxmlformats.org/drawingml/2006/main">
              <a:ext uri="{FF2B5EF4-FFF2-40B4-BE49-F238E27FC236}">
                <a16:creationId xmlns:a16="http://schemas.microsoft.com/office/drawing/2014/main" id="{708BB997-E0D1-4E4A-AAA8-F32F119CE900}"/>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20 / 52</a:t>
            </a:r>
          </a:p>
        </p:txBody>
      </p:sp>
      <p:sp>
        <p:nvSpPr>
          <p:cNvPr id="11" name="text">
            <a:extLst xmlns:a="http://schemas.openxmlformats.org/drawingml/2006/main">
              <a:ext uri="{FF2B5EF4-FFF2-40B4-BE49-F238E27FC236}">
                <a16:creationId xmlns:a16="http://schemas.microsoft.com/office/drawing/2014/main" id="{082756C8-7AC7-40BB-9520-C388486711A9}"/>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115562642"/>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C8C55D6E-CF78-4FB6-95DA-F4E59A9079E2}"/>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CE522849-5F31-440A-8911-218FD1F6EA6C}"/>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10 to 14</a:t>
            </a:r>
          </a:p>
        </p:txBody>
      </p:sp>
      <p:sp>
        <p:nvSpPr>
          <p:cNvPr id="3" name="text">
            <a:extLst xmlns:a="http://schemas.openxmlformats.org/drawingml/2006/main">
              <a:ext uri="{FF2B5EF4-FFF2-40B4-BE49-F238E27FC236}">
                <a16:creationId xmlns:a16="http://schemas.microsoft.com/office/drawing/2014/main" id="{D854F784-3184-4D16-95DF-FD8ECC8AD126}"/>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build an evidence chain</a:t>
            </a:r>
          </a:p>
        </p:txBody>
      </p:sp>
      <p:pic>
        <p:nvPicPr>
          <p:cNvPr id="4" name="">
            <a:extLst xmlns:a="http://schemas.openxmlformats.org/drawingml/2006/main">
              <a:ext uri="{FF2B5EF4-FFF2-40B4-BE49-F238E27FC236}">
                <a16:creationId xmlns:a16="http://schemas.microsoft.com/office/drawing/2014/main" id="{7ADFCBEF-0675-41B1-A472-0F8DE2E1325E}"/>
              </a:ext>
            </a:extLst>
          </p:cNvPr>
          <p:cNvPicPr>
            <a:picLocks xmlns:a="http://schemas.openxmlformats.org/drawingml/2006/main" noChangeAspect="1"/>
          </p:cNvPicPr>
          <p:nvPr/>
        </p:nvPicPr>
        <p:blipFill>
          <a:blip xmlns:r="http://schemas.openxmlformats.org/officeDocument/2006/relationships" xmlns:a="http://schemas.openxmlformats.org/drawingml/2006/main" r:embed="Rf6e4632c2cf0466b"/>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F0560EF-4E43-443E-B245-8A63EBEEEF91}"/>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FD86E87-9CA4-45A8-A6D7-9FD93CB4896A}"/>
              </a:ext>
            </a:extLst>
          </p:cNvPr>
          <p:cNvSpPr>
            <a:spLocks xmlns:a="http://schemas.openxmlformats.org/drawingml/2006/main" noGrp="1"/>
          </p:cNvSpPr>
          <p:nvPr/>
        </p:nvSpPr>
        <p:spPr>
          <a:xfrm xmlns:a="http://schemas.openxmlformats.org/drawingml/2006/main">
            <a:off x="381000" y="1485900"/>
            <a:ext cx="3967163"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6D3A0748-2398-48D7-9EBB-5C4501A17714}"/>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Complete the shared task; record one decision and its reason.</a:t>
            </a:r>
          </a:p>
        </p:txBody>
      </p:sp>
      <p:sp>
        <p:nvSpPr>
          <p:cNvPr id="8" name="text">
            <a:extLst xmlns:a="http://schemas.openxmlformats.org/drawingml/2006/main">
              <a:ext uri="{FF2B5EF4-FFF2-40B4-BE49-F238E27FC236}">
                <a16:creationId xmlns:a16="http://schemas.microsoft.com/office/drawing/2014/main" id="{60599700-7CCB-4B93-A14C-7D856DC1BDAD}"/>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Drag a card, or select it then choose its destination.</a:t>
            </a:r>
          </a:p>
        </p:txBody>
      </p:sp>
      <p:sp>
        <p:nvSpPr>
          <p:cNvPr id="9" name="text">
            <a:extLst xmlns:a="http://schemas.openxmlformats.org/drawingml/2006/main">
              <a:ext uri="{FF2B5EF4-FFF2-40B4-BE49-F238E27FC236}">
                <a16:creationId xmlns:a16="http://schemas.microsoft.com/office/drawing/2014/main" id="{74E26E72-417B-46A1-870E-F9AD8A7F1C58}"/>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Reciprocal value: Endpoint 120 s gives 1/120 = 0.00833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a:t>
            </a:r>
          </a:p>
        </p:txBody>
      </p:sp>
      <p:sp>
        <p:nvSpPr>
          <p:cNvPr id="10" name="text">
            <a:extLst xmlns:a="http://schemas.openxmlformats.org/drawingml/2006/main">
              <a:ext uri="{FF2B5EF4-FFF2-40B4-BE49-F238E27FC236}">
                <a16:creationId xmlns:a16="http://schemas.microsoft.com/office/drawing/2014/main" id="{996B5103-9CC4-4CAC-ACB3-F43F3ABD200E}"/>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Direction check: The shortest time should correspond to the largest reciprocal rate.</a:t>
            </a:r>
          </a:p>
        </p:txBody>
      </p:sp>
      <p:sp>
        <p:nvSpPr>
          <p:cNvPr id="11" name="text">
            <a:extLst xmlns:a="http://schemas.openxmlformats.org/drawingml/2006/main">
              <a:ext uri="{FF2B5EF4-FFF2-40B4-BE49-F238E27FC236}">
                <a16:creationId xmlns:a16="http://schemas.microsoft.com/office/drawing/2014/main" id="{50C61615-CB4F-4195-9EE1-57BD7C743FFA}"/>
              </a:ext>
            </a:extLst>
          </p:cNvPr>
          <p:cNvSpPr>
            <a:spLocks xmlns:a="http://schemas.openxmlformats.org/drawingml/2006/main" noGrp="1"/>
          </p:cNvSpPr>
          <p:nvPr/>
        </p:nvSpPr>
        <p:spPr>
          <a:xfrm xmlns:a="http://schemas.openxmlformats.org/drawingml/2006/main">
            <a:off x="457200" y="323850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Highest tested rate: The largest first-series relative rate occurs at pH 7 among pH 4–8 tested</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here.</a:t>
            </a:r>
          </a:p>
        </p:txBody>
      </p:sp>
      <p:sp>
        <p:nvSpPr>
          <p:cNvPr id="12" name="text">
            <a:extLst xmlns:a="http://schemas.openxmlformats.org/drawingml/2006/main">
              <a:ext uri="{FF2B5EF4-FFF2-40B4-BE49-F238E27FC236}">
                <a16:creationId xmlns:a16="http://schemas.microsoft.com/office/drawing/2014/main" id="{3E70BEAD-7B06-4B70-AE2B-2C3E1A05BE98}"/>
              </a:ext>
            </a:extLst>
          </p:cNvPr>
          <p:cNvSpPr>
            <a:spLocks xmlns:a="http://schemas.openxmlformats.org/drawingml/2006/main" noGrp="1"/>
          </p:cNvSpPr>
          <p:nvPr/>
        </p:nvSpPr>
        <p:spPr>
          <a:xfrm xmlns:a="http://schemas.openxmlformats.org/drawingml/2006/main">
            <a:off x="457200" y="39243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Rise then fall: First-series relative rate rises from pH 4 to pH 7, then falls at pH 8.</a:t>
            </a:r>
          </a:p>
        </p:txBody>
      </p:sp>
      <p:sp>
        <p:nvSpPr>
          <p:cNvPr id="13" name="text">
            <a:extLst xmlns:a="http://schemas.openxmlformats.org/drawingml/2006/main">
              <a:ext uri="{FF2B5EF4-FFF2-40B4-BE49-F238E27FC236}">
                <a16:creationId xmlns:a16="http://schemas.microsoft.com/office/drawing/2014/main" id="{F02A41FA-2447-4197-A680-8CEC52ADD155}"/>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4" name="text">
            <a:extLst xmlns:a="http://schemas.openxmlformats.org/drawingml/2006/main">
              <a:ext uri="{FF2B5EF4-FFF2-40B4-BE49-F238E27FC236}">
                <a16:creationId xmlns:a16="http://schemas.microsoft.com/office/drawing/2014/main" id="{5A2F0207-932D-4D61-A185-08284F6D4E83}"/>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5" name="text">
            <a:extLst xmlns:a="http://schemas.openxmlformats.org/drawingml/2006/main">
              <a:ext uri="{FF2B5EF4-FFF2-40B4-BE49-F238E27FC236}">
                <a16:creationId xmlns:a16="http://schemas.microsoft.com/office/drawing/2014/main" id="{26972635-8C15-433F-B18E-C46C868F94C0}"/>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21 / 52</a:t>
            </a:r>
          </a:p>
        </p:txBody>
      </p:sp>
      <p:sp>
        <p:nvSpPr>
          <p:cNvPr id="16" name="text">
            <a:extLst xmlns:a="http://schemas.openxmlformats.org/drawingml/2006/main">
              <a:ext uri="{FF2B5EF4-FFF2-40B4-BE49-F238E27FC236}">
                <a16:creationId xmlns:a16="http://schemas.microsoft.com/office/drawing/2014/main" id="{BB1DC818-503B-41C8-98E0-8744B3BC273E}"/>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78722978"/>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831734D4-9FC9-4237-A7C6-404326F29E3C}"/>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68C45247-6DE1-4E60-AA7D-65A005BC5E46}"/>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10 to 14</a:t>
            </a:r>
          </a:p>
        </p:txBody>
      </p:sp>
      <p:sp>
        <p:nvSpPr>
          <p:cNvPr id="3" name="text">
            <a:extLst xmlns:a="http://schemas.openxmlformats.org/drawingml/2006/main">
              <a:ext uri="{FF2B5EF4-FFF2-40B4-BE49-F238E27FC236}">
                <a16:creationId xmlns:a16="http://schemas.microsoft.com/office/drawing/2014/main" id="{BFFCE98F-8AFB-48F6-AB59-0FD1DB784F19}"/>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build an evidence chain</a:t>
            </a:r>
          </a:p>
        </p:txBody>
      </p:sp>
      <p:pic>
        <p:nvPicPr>
          <p:cNvPr id="4" name="">
            <a:extLst xmlns:a="http://schemas.openxmlformats.org/drawingml/2006/main">
              <a:ext uri="{FF2B5EF4-FFF2-40B4-BE49-F238E27FC236}">
                <a16:creationId xmlns:a16="http://schemas.microsoft.com/office/drawing/2014/main" id="{880D44ED-E22A-4C74-84DA-A1DC27194FF9}"/>
              </a:ext>
            </a:extLst>
          </p:cNvPr>
          <p:cNvPicPr>
            <a:picLocks xmlns:a="http://schemas.openxmlformats.org/drawingml/2006/main" noChangeAspect="1"/>
          </p:cNvPicPr>
          <p:nvPr/>
        </p:nvPicPr>
        <p:blipFill>
          <a:blip xmlns:r="http://schemas.openxmlformats.org/officeDocument/2006/relationships" xmlns:a="http://schemas.openxmlformats.org/drawingml/2006/main" r:embed="Rb19bbe1e9f294729"/>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7971CAF-E8CE-40B8-BB79-1F6D0B347407}"/>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31A12A7-23F5-48E3-B3DD-7EF2422727B8}"/>
              </a:ext>
            </a:extLst>
          </p:cNvPr>
          <p:cNvSpPr>
            <a:spLocks xmlns:a="http://schemas.openxmlformats.org/drawingml/2006/main" noGrp="1"/>
          </p:cNvSpPr>
          <p:nvPr/>
        </p:nvSpPr>
        <p:spPr>
          <a:xfrm xmlns:a="http://schemas.openxmlformats.org/drawingml/2006/main">
            <a:off x="381000" y="1485900"/>
            <a:ext cx="3967163"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06DFF4CB-2809-4FDF-877D-D2F064EA027B}"/>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Complete the shared task; record one decision and its reason.</a:t>
            </a:r>
          </a:p>
        </p:txBody>
      </p:sp>
      <p:sp>
        <p:nvSpPr>
          <p:cNvPr id="8" name="text">
            <a:extLst xmlns:a="http://schemas.openxmlformats.org/drawingml/2006/main">
              <a:ext uri="{FF2B5EF4-FFF2-40B4-BE49-F238E27FC236}">
                <a16:creationId xmlns:a16="http://schemas.microsoft.com/office/drawing/2014/main" id="{95A7388D-5203-4C49-8DAE-1A741E91311E}"/>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Subjective endpoint: Two people may judge the iodine colour in different ways. This may happen</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when the colour is hard to judge.</a:t>
            </a:r>
          </a:p>
        </p:txBody>
      </p:sp>
      <p:sp>
        <p:nvSpPr>
          <p:cNvPr id="9" name="text">
            <a:extLst xmlns:a="http://schemas.openxmlformats.org/drawingml/2006/main">
              <a:ext uri="{FF2B5EF4-FFF2-40B4-BE49-F238E27FC236}">
                <a16:creationId xmlns:a16="http://schemas.microsoft.com/office/drawing/2014/main" id="{B25CD293-CE92-45CB-A82D-AFE86368E82E}"/>
              </a:ext>
            </a:extLst>
          </p:cNvPr>
          <p:cNvSpPr>
            <a:spLocks xmlns:a="http://schemas.openxmlformats.org/drawingml/2006/main" noGrp="1"/>
          </p:cNvSpPr>
          <p:nvPr/>
        </p:nvSpPr>
        <p:spPr>
          <a:xfrm xmlns:a="http://schemas.openxmlformats.org/drawingml/2006/main">
            <a:off x="457200" y="27527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Shorter interval: The approved method may let you take samples more often. Use a fixed, shorter</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gap. This could make the endpoint-time window smaller.</a:t>
            </a:r>
          </a:p>
        </p:txBody>
      </p:sp>
      <p:sp>
        <p:nvSpPr>
          <p:cNvPr id="10" name="text">
            <a:extLst xmlns:a="http://schemas.openxmlformats.org/drawingml/2006/main">
              <a:ext uri="{FF2B5EF4-FFF2-40B4-BE49-F238E27FC236}">
                <a16:creationId xmlns:a16="http://schemas.microsoft.com/office/drawing/2014/main" id="{32528BA4-1C81-40D1-B3AF-F4B8C9C56915}"/>
              </a:ext>
            </a:extLst>
          </p:cNvPr>
          <p:cNvSpPr>
            <a:spLocks xmlns:a="http://schemas.openxmlformats.org/drawingml/2006/main" noGrp="1"/>
          </p:cNvSpPr>
          <p:nvPr/>
        </p:nvSpPr>
        <p:spPr>
          <a:xfrm xmlns:a="http://schemas.openxmlformats.org/drawingml/2006/main">
            <a:off x="457200" y="34385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Preserve anomaly: One repeat is far from the others. Keep it in view. Check the method. Give a</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reason for how you treat this result.</a:t>
            </a:r>
          </a:p>
        </p:txBody>
      </p:sp>
      <p:sp>
        <p:nvSpPr>
          <p:cNvPr id="11" name="text">
            <a:extLst xmlns:a="http://schemas.openxmlformats.org/drawingml/2006/main">
              <a:ext uri="{FF2B5EF4-FFF2-40B4-BE49-F238E27FC236}">
                <a16:creationId xmlns:a16="http://schemas.microsoft.com/office/drawing/2014/main" id="{0444FA86-720D-44F2-9FFE-1D749DB61ED3}"/>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2" name="text">
            <a:extLst xmlns:a="http://schemas.openxmlformats.org/drawingml/2006/main">
              <a:ext uri="{FF2B5EF4-FFF2-40B4-BE49-F238E27FC236}">
                <a16:creationId xmlns:a16="http://schemas.microsoft.com/office/drawing/2014/main" id="{91C8650A-487D-4FAB-88F1-0C6212551AC4}"/>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3" name="text">
            <a:extLst xmlns:a="http://schemas.openxmlformats.org/drawingml/2006/main">
              <a:ext uri="{FF2B5EF4-FFF2-40B4-BE49-F238E27FC236}">
                <a16:creationId xmlns:a16="http://schemas.microsoft.com/office/drawing/2014/main" id="{BC900498-D4A6-42EA-9917-B24109DB5266}"/>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22 / 52</a:t>
            </a:r>
          </a:p>
        </p:txBody>
      </p:sp>
      <p:sp>
        <p:nvSpPr>
          <p:cNvPr id="14" name="text">
            <a:extLst xmlns:a="http://schemas.openxmlformats.org/drawingml/2006/main">
              <a:ext uri="{FF2B5EF4-FFF2-40B4-BE49-F238E27FC236}">
                <a16:creationId xmlns:a16="http://schemas.microsoft.com/office/drawing/2014/main" id="{EBFFB807-FB6A-4CEB-89FC-067824D83456}"/>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705047622"/>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F801E87A-17B2-43BE-AB70-1A3CC8BD4D57}"/>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89F8D504-6893-4117-89A5-7E6F66F196FE}"/>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10 to 14</a:t>
            </a:r>
          </a:p>
        </p:txBody>
      </p:sp>
      <p:sp>
        <p:nvSpPr>
          <p:cNvPr id="3" name="text">
            <a:extLst xmlns:a="http://schemas.openxmlformats.org/drawingml/2006/main">
              <a:ext uri="{FF2B5EF4-FFF2-40B4-BE49-F238E27FC236}">
                <a16:creationId xmlns:a16="http://schemas.microsoft.com/office/drawing/2014/main" id="{9CA50679-47FA-4783-845B-41747FE33FCA}"/>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build an evidence chain</a:t>
            </a:r>
          </a:p>
        </p:txBody>
      </p:sp>
      <p:pic>
        <p:nvPicPr>
          <p:cNvPr id="4" name="">
            <a:extLst xmlns:a="http://schemas.openxmlformats.org/drawingml/2006/main">
              <a:ext uri="{FF2B5EF4-FFF2-40B4-BE49-F238E27FC236}">
                <a16:creationId xmlns:a16="http://schemas.microsoft.com/office/drawing/2014/main" id="{6A9D376B-DE6F-464C-A9C5-01E76ABE67C0}"/>
              </a:ext>
            </a:extLst>
          </p:cNvPr>
          <p:cNvPicPr>
            <a:picLocks xmlns:a="http://schemas.openxmlformats.org/drawingml/2006/main" noChangeAspect="1"/>
          </p:cNvPicPr>
          <p:nvPr/>
        </p:nvPicPr>
        <p:blipFill>
          <a:blip xmlns:r="http://schemas.openxmlformats.org/officeDocument/2006/relationships" xmlns:a="http://schemas.openxmlformats.org/drawingml/2006/main" r:embed="R921e4c11756c4b15"/>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B4E1E9C-E744-48F2-B5A1-1EF2A9258763}"/>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FB85C1C-7383-4E2C-BA68-00178CA45581}"/>
              </a:ext>
            </a:extLst>
          </p:cNvPr>
          <p:cNvSpPr>
            <a:spLocks xmlns:a="http://schemas.openxmlformats.org/drawingml/2006/main" noGrp="1"/>
          </p:cNvSpPr>
          <p:nvPr/>
        </p:nvSpPr>
        <p:spPr>
          <a:xfrm xmlns:a="http://schemas.openxmlformats.org/drawingml/2006/main">
            <a:off x="381000" y="1485900"/>
            <a:ext cx="3967163"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3EB91617-E3A0-450B-B3B7-2339BC49C5CD}"/>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Complete the shared task; record one decision and its reason.</a:t>
            </a:r>
          </a:p>
        </p:txBody>
      </p:sp>
      <p:sp>
        <p:nvSpPr>
          <p:cNvPr id="8" name="text">
            <a:extLst xmlns:a="http://schemas.openxmlformats.org/drawingml/2006/main">
              <a:ext uri="{FF2B5EF4-FFF2-40B4-BE49-F238E27FC236}">
                <a16:creationId xmlns:a16="http://schemas.microsoft.com/office/drawing/2014/main" id="{1C5CCA77-CADE-40D7-8C38-F2FFF4808969}"/>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CALCULATION CHECK</a:t>
            </a:r>
          </a:p>
        </p:txBody>
      </p:sp>
      <p:sp>
        <p:nvSpPr>
          <p:cNvPr id="9" name="text">
            <a:extLst xmlns:a="http://schemas.openxmlformats.org/drawingml/2006/main">
              <a:ext uri="{FF2B5EF4-FFF2-40B4-BE49-F238E27FC236}">
                <a16:creationId xmlns:a16="http://schemas.microsoft.com/office/drawing/2014/main" id="{22CD946A-21DF-484A-A376-3C1D56108E1F}"/>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PATTERN / CONCLUSION</a:t>
            </a:r>
          </a:p>
        </p:txBody>
      </p:sp>
      <p:sp>
        <p:nvSpPr>
          <p:cNvPr id="10" name="text">
            <a:extLst xmlns:a="http://schemas.openxmlformats.org/drawingml/2006/main">
              <a:ext uri="{FF2B5EF4-FFF2-40B4-BE49-F238E27FC236}">
                <a16:creationId xmlns:a16="http://schemas.microsoft.com/office/drawing/2014/main" id="{2065E080-B348-43C2-B376-F84873311995}"/>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EVALUATION</a:t>
            </a:r>
          </a:p>
        </p:txBody>
      </p:sp>
      <p:sp>
        <p:nvSpPr>
          <p:cNvPr id="11" name="text">
            <a:extLst xmlns:a="http://schemas.openxmlformats.org/drawingml/2006/main">
              <a:ext uri="{FF2B5EF4-FFF2-40B4-BE49-F238E27FC236}">
                <a16:creationId xmlns:a16="http://schemas.microsoft.com/office/drawing/2014/main" id="{9471B5CE-7D45-436A-84F7-943B7EFBBC3E}"/>
              </a:ext>
            </a:extLst>
          </p:cNvPr>
          <p:cNvSpPr>
            <a:spLocks xmlns:a="http://schemas.openxmlformats.org/drawingml/2006/main" noGrp="1"/>
          </p:cNvSpPr>
          <p:nvPr/>
        </p:nvSpPr>
        <p:spPr>
          <a:xfrm xmlns:a="http://schemas.openxmlformats.org/drawingml/2006/main">
            <a:off x="457200" y="323850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Choose a card, place it, then explain the clue. Discuss one placement together before checking</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rest.</a:t>
            </a:r>
          </a:p>
        </p:txBody>
      </p:sp>
      <p:sp>
        <p:nvSpPr>
          <p:cNvPr id="12" name="text">
            <a:extLst xmlns:a="http://schemas.openxmlformats.org/drawingml/2006/main">
              <a:ext uri="{FF2B5EF4-FFF2-40B4-BE49-F238E27FC236}">
                <a16:creationId xmlns:a16="http://schemas.microsoft.com/office/drawing/2014/main" id="{BDF0CBCD-D41B-40A9-8E1A-CAAB9E39B2FB}"/>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3" name="text">
            <a:extLst xmlns:a="http://schemas.openxmlformats.org/drawingml/2006/main">
              <a:ext uri="{FF2B5EF4-FFF2-40B4-BE49-F238E27FC236}">
                <a16:creationId xmlns:a16="http://schemas.microsoft.com/office/drawing/2014/main" id="{501658E6-449F-4BB5-9DD6-5506381DDFA1}"/>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4" name="text">
            <a:extLst xmlns:a="http://schemas.openxmlformats.org/drawingml/2006/main">
              <a:ext uri="{FF2B5EF4-FFF2-40B4-BE49-F238E27FC236}">
                <a16:creationId xmlns:a16="http://schemas.microsoft.com/office/drawing/2014/main" id="{77CDB5F4-EF68-4201-ADBB-6EEC997316D3}"/>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23 / 52</a:t>
            </a:r>
          </a:p>
        </p:txBody>
      </p:sp>
      <p:sp>
        <p:nvSpPr>
          <p:cNvPr id="15" name="text">
            <a:extLst xmlns:a="http://schemas.openxmlformats.org/drawingml/2006/main">
              <a:ext uri="{FF2B5EF4-FFF2-40B4-BE49-F238E27FC236}">
                <a16:creationId xmlns:a16="http://schemas.microsoft.com/office/drawing/2014/main" id="{086A1C10-7BD5-41BD-9424-E931E56F1F7C}"/>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20577839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12" name="text">
            <a:extLst xmlns:a="http://schemas.openxmlformats.org/drawingml/2006/main">
              <a:ext uri="{FF2B5EF4-FFF2-40B4-BE49-F238E27FC236}">
                <a16:creationId xmlns:a16="http://schemas.microsoft.com/office/drawing/2014/main" id="{6ABA2E55-30E7-4A04-BD32-EBC3A0CE2810}"/>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7B3F027A-2544-4221-B2DA-AD8A6F51B88F}"/>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10 to 14</a:t>
            </a:r>
          </a:p>
        </p:txBody>
      </p:sp>
      <p:sp>
        <p:nvSpPr>
          <p:cNvPr id="3" name="text">
            <a:extLst xmlns:a="http://schemas.openxmlformats.org/drawingml/2006/main">
              <a:ext uri="{FF2B5EF4-FFF2-40B4-BE49-F238E27FC236}">
                <a16:creationId xmlns:a16="http://schemas.microsoft.com/office/drawing/2014/main" id="{2434E178-8DB9-4C03-8B2A-B956C2AE6CC1}"/>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build an evidence chain</a:t>
            </a:r>
          </a:p>
        </p:txBody>
      </p:sp>
      <p:pic>
        <p:nvPicPr>
          <p:cNvPr id="4" name="">
            <a:extLst xmlns:a="http://schemas.openxmlformats.org/drawingml/2006/main">
              <a:ext uri="{FF2B5EF4-FFF2-40B4-BE49-F238E27FC236}">
                <a16:creationId xmlns:a16="http://schemas.microsoft.com/office/drawing/2014/main" id="{67FAA5FA-431F-4C9A-8E27-F8B10A522534}"/>
              </a:ext>
            </a:extLst>
          </p:cNvPr>
          <p:cNvPicPr>
            <a:picLocks xmlns:a="http://schemas.openxmlformats.org/drawingml/2006/main" noChangeAspect="1"/>
          </p:cNvPicPr>
          <p:nvPr/>
        </p:nvPicPr>
        <p:blipFill>
          <a:blip xmlns:r="http://schemas.openxmlformats.org/officeDocument/2006/relationships" xmlns:a="http://schemas.openxmlformats.org/drawingml/2006/main" r:embed="R64365471ab584b4c"/>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D3E07BC-7D5E-497A-944C-7382CD5DAE0F}"/>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CB3AAE3-D166-4318-8BE3-EC2706D58C6A}"/>
              </a:ext>
            </a:extLst>
          </p:cNvPr>
          <p:cNvSpPr>
            <a:spLocks xmlns:a="http://schemas.openxmlformats.org/drawingml/2006/main" noGrp="1"/>
          </p:cNvSpPr>
          <p:nvPr/>
        </p:nvSpPr>
        <p:spPr>
          <a:xfrm xmlns:a="http://schemas.openxmlformats.org/drawingml/2006/main">
            <a:off x="381000" y="1485900"/>
            <a:ext cx="3967163"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27B83251-2938-47B9-81D7-6AAD4F852F39}"/>
              </a:ext>
            </a:extLst>
          </p:cNvPr>
          <p:cNvSpPr>
            <a:spLocks xmlns:a="http://schemas.openxmlformats.org/drawingml/2006/main" noGrp="1"/>
          </p:cNvSpPr>
          <p:nvPr/>
        </p:nvSpPr>
        <p:spPr>
          <a:xfrm xmlns:a="http://schemas.openxmlformats.org/drawingml/2006/main">
            <a:off x="457200" y="1676400"/>
            <a:ext cx="11277600" cy="2419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Calculation: The equation, substitution, value and unit agree. Calculation check: This checks that</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time and rate were inverted in the right way. Conclusion: pH 7 has the highest activity in this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first series. This is among the conditions tested here. The separate repeat shows variation.</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Pattern: This describes the points measured in the first series. It does not measure values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between them that were not tested. Evaluation: A colour judgement is subjective. It can make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test less repeatable and less precise. Evaluation: The change aims to improve a named limit in</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timing. Evaluation: Show how you check an anomalous value. Do not just delete it without</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saying so.</a:t>
            </a:r>
          </a:p>
        </p:txBody>
      </p:sp>
      <p:sp>
        <p:nvSpPr>
          <p:cNvPr id="8" name="text">
            <a:extLst xmlns:a="http://schemas.openxmlformats.org/drawingml/2006/main">
              <a:ext uri="{FF2B5EF4-FFF2-40B4-BE49-F238E27FC236}">
                <a16:creationId xmlns:a16="http://schemas.microsoft.com/office/drawing/2014/main" id="{CF63AD50-2FD1-4EEF-B3ED-AC62EA0B4086}"/>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9" name="text">
            <a:extLst xmlns:a="http://schemas.openxmlformats.org/drawingml/2006/main">
              <a:ext uri="{FF2B5EF4-FFF2-40B4-BE49-F238E27FC236}">
                <a16:creationId xmlns:a16="http://schemas.microsoft.com/office/drawing/2014/main" id="{98D28CA2-88C8-4F25-9EAD-E544C9BA4FC0}"/>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0" name="text">
            <a:extLst xmlns:a="http://schemas.openxmlformats.org/drawingml/2006/main">
              <a:ext uri="{FF2B5EF4-FFF2-40B4-BE49-F238E27FC236}">
                <a16:creationId xmlns:a16="http://schemas.microsoft.com/office/drawing/2014/main" id="{FFD7A1ED-A3E5-43A6-A677-66966DB7E3FC}"/>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24 / 52</a:t>
            </a:r>
          </a:p>
        </p:txBody>
      </p:sp>
      <p:sp>
        <p:nvSpPr>
          <p:cNvPr id="11" name="text">
            <a:extLst xmlns:a="http://schemas.openxmlformats.org/drawingml/2006/main">
              <a:ext uri="{FF2B5EF4-FFF2-40B4-BE49-F238E27FC236}">
                <a16:creationId xmlns:a16="http://schemas.microsoft.com/office/drawing/2014/main" id="{EE63F711-5CFB-487F-893B-112A4A631497}"/>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64697812"/>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62FCCC02-62E6-4513-B798-DCBC0185DDCD}"/>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755A02C9-586C-43ED-8EDC-9592313B7B40}"/>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10 to 14</a:t>
            </a:r>
          </a:p>
        </p:txBody>
      </p:sp>
      <p:sp>
        <p:nvSpPr>
          <p:cNvPr id="3" name="text">
            <a:extLst xmlns:a="http://schemas.openxmlformats.org/drawingml/2006/main">
              <a:ext uri="{FF2B5EF4-FFF2-40B4-BE49-F238E27FC236}">
                <a16:creationId xmlns:a16="http://schemas.microsoft.com/office/drawing/2014/main" id="{4825071E-18FD-4CBD-93D9-C883A6828E27}"/>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build an evidence chain</a:t>
            </a:r>
          </a:p>
        </p:txBody>
      </p:sp>
      <p:pic>
        <p:nvPicPr>
          <p:cNvPr id="4" name="">
            <a:extLst xmlns:a="http://schemas.openxmlformats.org/drawingml/2006/main">
              <a:ext uri="{FF2B5EF4-FFF2-40B4-BE49-F238E27FC236}">
                <a16:creationId xmlns:a16="http://schemas.microsoft.com/office/drawing/2014/main" id="{8825C8FF-B4E2-412E-B8AA-E446BA955B3B}"/>
              </a:ext>
            </a:extLst>
          </p:cNvPr>
          <p:cNvPicPr>
            <a:picLocks xmlns:a="http://schemas.openxmlformats.org/drawingml/2006/main" noChangeAspect="1"/>
          </p:cNvPicPr>
          <p:nvPr/>
        </p:nvPicPr>
        <p:blipFill>
          <a:blip xmlns:r="http://schemas.openxmlformats.org/officeDocument/2006/relationships" xmlns:a="http://schemas.openxmlformats.org/drawingml/2006/main" r:embed="Rb7f1fa28cc81440e"/>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C545F85-0C28-444E-806D-7B969B974CC6}"/>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FE601E0-0C6C-4617-98FC-7ACC04957AB5}"/>
              </a:ext>
            </a:extLst>
          </p:cNvPr>
          <p:cNvSpPr>
            <a:spLocks xmlns:a="http://schemas.openxmlformats.org/drawingml/2006/main" noGrp="1"/>
          </p:cNvSpPr>
          <p:nvPr/>
        </p:nvSpPr>
        <p:spPr>
          <a:xfrm xmlns:a="http://schemas.openxmlformats.org/drawingml/2006/main">
            <a:off x="381000" y="1485900"/>
            <a:ext cx="3967163"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21BCE61F-C669-41B0-8FFD-DFED980FAC52}"/>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Calculate the relative rate for an endpoint of 100 s. [2 marks]</a:t>
            </a:r>
          </a:p>
        </p:txBody>
      </p:sp>
      <p:sp>
        <p:nvSpPr>
          <p:cNvPr id="8" name="text">
            <a:extLst xmlns:a="http://schemas.openxmlformats.org/drawingml/2006/main">
              <a:ext uri="{FF2B5EF4-FFF2-40B4-BE49-F238E27FC236}">
                <a16:creationId xmlns:a16="http://schemas.microsoft.com/office/drawing/2014/main" id="{41DAD276-1496-4C4A-972B-0CE40B32DB47}"/>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Use rate = 1 ÷ time. (1 mark)</a:t>
            </a:r>
          </a:p>
        </p:txBody>
      </p:sp>
      <p:sp>
        <p:nvSpPr>
          <p:cNvPr id="9" name="text">
            <a:extLst xmlns:a="http://schemas.openxmlformats.org/drawingml/2006/main">
              <a:ext uri="{FF2B5EF4-FFF2-40B4-BE49-F238E27FC236}">
                <a16:creationId xmlns:a16="http://schemas.microsoft.com/office/drawing/2014/main" id="{4661CD63-34C0-42E1-A293-3C25EEE28F91}"/>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 100 = 0.0100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 (1 mark)</a:t>
            </a:r>
          </a:p>
        </p:txBody>
      </p:sp>
      <p:sp>
        <p:nvSpPr>
          <p:cNvPr id="10" name="text">
            <a:extLst xmlns:a="http://schemas.openxmlformats.org/drawingml/2006/main">
              <a:ext uri="{FF2B5EF4-FFF2-40B4-BE49-F238E27FC236}">
                <a16:creationId xmlns:a16="http://schemas.microsoft.com/office/drawing/2014/main" id="{1788717C-1B62-41BB-AE7E-F2405B66AFD3}"/>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1" name="text">
            <a:extLst xmlns:a="http://schemas.openxmlformats.org/drawingml/2006/main">
              <a:ext uri="{FF2B5EF4-FFF2-40B4-BE49-F238E27FC236}">
                <a16:creationId xmlns:a16="http://schemas.microsoft.com/office/drawing/2014/main" id="{9AA8A052-B986-4045-A157-2185B651DCC8}"/>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2" name="text">
            <a:extLst xmlns:a="http://schemas.openxmlformats.org/drawingml/2006/main">
              <a:ext uri="{FF2B5EF4-FFF2-40B4-BE49-F238E27FC236}">
                <a16:creationId xmlns:a16="http://schemas.microsoft.com/office/drawing/2014/main" id="{ECF2E0CF-AB22-4E62-A6EE-DC57DCEBE145}"/>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25 / 52</a:t>
            </a:r>
          </a:p>
        </p:txBody>
      </p:sp>
      <p:sp>
        <p:nvSpPr>
          <p:cNvPr id="13" name="text">
            <a:extLst xmlns:a="http://schemas.openxmlformats.org/drawingml/2006/main">
              <a:ext uri="{FF2B5EF4-FFF2-40B4-BE49-F238E27FC236}">
                <a16:creationId xmlns:a16="http://schemas.microsoft.com/office/drawing/2014/main" id="{B0758A62-A272-4EE3-9521-21A2213C30F4}"/>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889734653"/>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130F11EB-D8A7-4D88-8951-A440DA6F6542}"/>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B051FBAC-8D5D-4D73-92C4-00036DCC9331}"/>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14 to 17</a:t>
            </a:r>
          </a:p>
        </p:txBody>
      </p:sp>
      <p:sp>
        <p:nvSpPr>
          <p:cNvPr id="3" name="text">
            <a:extLst xmlns:a="http://schemas.openxmlformats.org/drawingml/2006/main">
              <a:ext uri="{FF2B5EF4-FFF2-40B4-BE49-F238E27FC236}">
                <a16:creationId xmlns:a16="http://schemas.microsoft.com/office/drawing/2014/main" id="{F26B08FF-01D7-4377-AC94-EF13EE5B2F59}"/>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I do · read the graph honestly</a:t>
            </a:r>
          </a:p>
        </p:txBody>
      </p:sp>
      <p:pic>
        <p:nvPicPr>
          <p:cNvPr id="4" name="">
            <a:extLst xmlns:a="http://schemas.openxmlformats.org/drawingml/2006/main">
              <a:ext uri="{FF2B5EF4-FFF2-40B4-BE49-F238E27FC236}">
                <a16:creationId xmlns:a16="http://schemas.microsoft.com/office/drawing/2014/main" id="{5F0D3683-E725-4B44-A913-590D5C703AE3}"/>
              </a:ext>
            </a:extLst>
          </p:cNvPr>
          <p:cNvPicPr>
            <a:picLocks xmlns:a="http://schemas.openxmlformats.org/drawingml/2006/main" noChangeAspect="1"/>
          </p:cNvPicPr>
          <p:nvPr/>
        </p:nvPicPr>
        <p:blipFill>
          <a:blip xmlns:r="http://schemas.openxmlformats.org/officeDocument/2006/relationships" xmlns:a="http://schemas.openxmlformats.org/drawingml/2006/main" r:embed="Re7c2004a292744f1"/>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E9201D1-E766-43D7-A73A-BA29F79C50A9}"/>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28345CB-F155-4F24-884A-A156B58B857A}"/>
              </a:ext>
            </a:extLst>
          </p:cNvPr>
          <p:cNvSpPr>
            <a:spLocks xmlns:a="http://schemas.openxmlformats.org/drawingml/2006/main" noGrp="1"/>
          </p:cNvSpPr>
          <p:nvPr/>
        </p:nvSpPr>
        <p:spPr>
          <a:xfrm xmlns:a="http://schemas.openxmlformats.org/drawingml/2006/main">
            <a:off x="381000" y="1485900"/>
            <a:ext cx="4817269"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694BCE01-B459-40EE-B817-195FA0BA5651}"/>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Follow the worked example; note the key reasoning step.</a:t>
            </a:r>
          </a:p>
        </p:txBody>
      </p:sp>
      <p:sp>
        <p:nvSpPr>
          <p:cNvPr id="8" name="text">
            <a:extLst xmlns:a="http://schemas.openxmlformats.org/drawingml/2006/main">
              <a:ext uri="{FF2B5EF4-FFF2-40B4-BE49-F238E27FC236}">
                <a16:creationId xmlns:a16="http://schemas.microsoft.com/office/drawing/2014/main" id="{009670EC-3191-4185-B278-16C2EB843840}"/>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Build the axes, then use the evidence</a:t>
            </a:r>
          </a:p>
        </p:txBody>
      </p:sp>
      <p:sp>
        <p:nvSpPr>
          <p:cNvPr id="9" name="text">
            <a:extLst xmlns:a="http://schemas.openxmlformats.org/drawingml/2006/main">
              <a:ext uri="{FF2B5EF4-FFF2-40B4-BE49-F238E27FC236}">
                <a16:creationId xmlns:a16="http://schemas.microsoft.com/office/drawing/2014/main" id="{5C86C858-BFEA-4236-B5AC-0E82501819E2}"/>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pH on x; relative rate /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 on y. Equal numerical steps have equal spacing.</a:t>
            </a:r>
          </a:p>
        </p:txBody>
      </p:sp>
      <p:sp>
        <p:nvSpPr>
          <p:cNvPr id="10" name="text">
            <a:extLst xmlns:a="http://schemas.openxmlformats.org/drawingml/2006/main">
              <a:ext uri="{FF2B5EF4-FFF2-40B4-BE49-F238E27FC236}">
                <a16:creationId xmlns:a16="http://schemas.microsoft.com/office/drawing/2014/main" id="{EB93EE21-C8D7-46C9-80F7-2A7ED25C56FC}"/>
              </a:ext>
            </a:extLst>
          </p:cNvPr>
          <p:cNvSpPr>
            <a:spLocks xmlns:a="http://schemas.openxmlformats.org/drawingml/2006/main" noGrp="1"/>
          </p:cNvSpPr>
          <p:nvPr/>
        </p:nvSpPr>
        <p:spPr>
          <a:xfrm xmlns:a="http://schemas.openxmlformats.org/drawingml/2006/main">
            <a:off x="457200" y="284797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Five illustrative single runs, not mean rates. Points show what was sampled; do not claim an exact</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optimum between them.</a:t>
            </a:r>
          </a:p>
        </p:txBody>
      </p:sp>
      <p:sp>
        <p:nvSpPr>
          <p:cNvPr id="11" name="text">
            <a:extLst xmlns:a="http://schemas.openxmlformats.org/drawingml/2006/main">
              <a:ext uri="{FF2B5EF4-FFF2-40B4-BE49-F238E27FC236}">
                <a16:creationId xmlns:a16="http://schemas.microsoft.com/office/drawing/2014/main" id="{4C6B32F7-1527-4B96-A286-F936A18D4C41}"/>
              </a:ext>
            </a:extLst>
          </p:cNvPr>
          <p:cNvSpPr>
            <a:spLocks xmlns:a="http://schemas.openxmlformats.org/drawingml/2006/main" noGrp="1"/>
          </p:cNvSpPr>
          <p:nvPr/>
        </p:nvSpPr>
        <p:spPr>
          <a:xfrm xmlns:a="http://schemas.openxmlformats.org/drawingml/2006/main">
            <a:off x="457200" y="35337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pH 4 → 0.00417 s</a:t>
            </a:r>
            <a:r>
              <a:rPr sz="1800" b="0" baseline="30000">
                <a:solidFill>
                  <a:srgbClr val="243746"/>
                </a:solidFill>
                <a:latin typeface="Liberation Sans"/>
                <a:ea typeface="Liberation Sans"/>
                <a:cs typeface="Liberation Sans"/>
              </a:rPr>
              <a:t>−1</a:t>
            </a:r>
          </a:p>
        </p:txBody>
      </p:sp>
      <p:sp>
        <p:nvSpPr>
          <p:cNvPr id="12" name="text">
            <a:extLst xmlns:a="http://schemas.openxmlformats.org/drawingml/2006/main">
              <a:ext uri="{FF2B5EF4-FFF2-40B4-BE49-F238E27FC236}">
                <a16:creationId xmlns:a16="http://schemas.microsoft.com/office/drawing/2014/main" id="{9DE7EA32-1B3F-4AB0-867F-184B37CEE7CB}"/>
              </a:ext>
            </a:extLst>
          </p:cNvPr>
          <p:cNvSpPr>
            <a:spLocks xmlns:a="http://schemas.openxmlformats.org/drawingml/2006/main" noGrp="1"/>
          </p:cNvSpPr>
          <p:nvPr/>
        </p:nvSpPr>
        <p:spPr>
          <a:xfrm xmlns:a="http://schemas.openxmlformats.org/drawingml/2006/main">
            <a:off x="457200" y="39243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pH 5 → 0.00556 s</a:t>
            </a:r>
            <a:r>
              <a:rPr sz="1800" b="0" baseline="30000">
                <a:solidFill>
                  <a:srgbClr val="243746"/>
                </a:solidFill>
                <a:latin typeface="Liberation Sans"/>
                <a:ea typeface="Liberation Sans"/>
                <a:cs typeface="Liberation Sans"/>
              </a:rPr>
              <a:t>−1</a:t>
            </a:r>
          </a:p>
        </p:txBody>
      </p:sp>
      <p:sp>
        <p:nvSpPr>
          <p:cNvPr id="13" name="text">
            <a:extLst xmlns:a="http://schemas.openxmlformats.org/drawingml/2006/main">
              <a:ext uri="{FF2B5EF4-FFF2-40B4-BE49-F238E27FC236}">
                <a16:creationId xmlns:a16="http://schemas.microsoft.com/office/drawing/2014/main" id="{CE24AF37-20A3-4204-9462-7A6C3CB59F96}"/>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4" name="text">
            <a:extLst xmlns:a="http://schemas.openxmlformats.org/drawingml/2006/main">
              <a:ext uri="{FF2B5EF4-FFF2-40B4-BE49-F238E27FC236}">
                <a16:creationId xmlns:a16="http://schemas.microsoft.com/office/drawing/2014/main" id="{768ED29C-1C2C-48DC-A934-3C0137BE7970}"/>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5" name="text">
            <a:extLst xmlns:a="http://schemas.openxmlformats.org/drawingml/2006/main">
              <a:ext uri="{FF2B5EF4-FFF2-40B4-BE49-F238E27FC236}">
                <a16:creationId xmlns:a16="http://schemas.microsoft.com/office/drawing/2014/main" id="{B4A7A8C2-9754-45C5-9B30-627AD0F222AA}"/>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26 / 52</a:t>
            </a:r>
          </a:p>
        </p:txBody>
      </p:sp>
      <p:sp>
        <p:nvSpPr>
          <p:cNvPr id="16" name="text">
            <a:extLst xmlns:a="http://schemas.openxmlformats.org/drawingml/2006/main">
              <a:ext uri="{FF2B5EF4-FFF2-40B4-BE49-F238E27FC236}">
                <a16:creationId xmlns:a16="http://schemas.microsoft.com/office/drawing/2014/main" id="{CA6AF20B-7264-451B-B526-E15F7DB9BB9D}"/>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325492856"/>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12805F46-530E-4DB3-AB2E-96DD2C355B3E}"/>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798AFC3E-54F9-43D7-B498-51C3CE07B693}"/>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14 to 17</a:t>
            </a:r>
          </a:p>
        </p:txBody>
      </p:sp>
      <p:sp>
        <p:nvSpPr>
          <p:cNvPr id="3" name="text">
            <a:extLst xmlns:a="http://schemas.openxmlformats.org/drawingml/2006/main">
              <a:ext uri="{FF2B5EF4-FFF2-40B4-BE49-F238E27FC236}">
                <a16:creationId xmlns:a16="http://schemas.microsoft.com/office/drawing/2014/main" id="{BEA13FF7-2987-43C8-AC7F-DA84CC57B8F8}"/>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I do · read the graph honestly</a:t>
            </a:r>
          </a:p>
        </p:txBody>
      </p:sp>
      <p:pic>
        <p:nvPicPr>
          <p:cNvPr id="4" name="">
            <a:extLst xmlns:a="http://schemas.openxmlformats.org/drawingml/2006/main">
              <a:ext uri="{FF2B5EF4-FFF2-40B4-BE49-F238E27FC236}">
                <a16:creationId xmlns:a16="http://schemas.microsoft.com/office/drawing/2014/main" id="{77E5C2E3-36F0-43A0-B8FE-D9602D05B1AF}"/>
              </a:ext>
            </a:extLst>
          </p:cNvPr>
          <p:cNvPicPr>
            <a:picLocks xmlns:a="http://schemas.openxmlformats.org/drawingml/2006/main" noChangeAspect="1"/>
          </p:cNvPicPr>
          <p:nvPr/>
        </p:nvPicPr>
        <p:blipFill>
          <a:blip xmlns:r="http://schemas.openxmlformats.org/officeDocument/2006/relationships" xmlns:a="http://schemas.openxmlformats.org/drawingml/2006/main" r:embed="R38a50edad984477e"/>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86CEA89-5422-48BA-903F-7B311934E2B8}"/>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848ABDA-2FEA-4735-A9D1-EC011C7A7167}"/>
              </a:ext>
            </a:extLst>
          </p:cNvPr>
          <p:cNvSpPr>
            <a:spLocks xmlns:a="http://schemas.openxmlformats.org/drawingml/2006/main" noGrp="1"/>
          </p:cNvSpPr>
          <p:nvPr/>
        </p:nvSpPr>
        <p:spPr>
          <a:xfrm xmlns:a="http://schemas.openxmlformats.org/drawingml/2006/main">
            <a:off x="381000" y="1485900"/>
            <a:ext cx="4817269"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5E18C09A-F58D-4E62-92B7-A4545B5E35D3}"/>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Follow the worked example; note the key reasoning step.</a:t>
            </a:r>
          </a:p>
        </p:txBody>
      </p:sp>
      <p:sp>
        <p:nvSpPr>
          <p:cNvPr id="8" name="text">
            <a:extLst xmlns:a="http://schemas.openxmlformats.org/drawingml/2006/main">
              <a:ext uri="{FF2B5EF4-FFF2-40B4-BE49-F238E27FC236}">
                <a16:creationId xmlns:a16="http://schemas.microsoft.com/office/drawing/2014/main" id="{6388AACA-CAE1-48FD-922C-23D990750A12}"/>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pH 6 → 0.00833 s</a:t>
            </a:r>
            <a:r>
              <a:rPr sz="1800" b="0" baseline="30000">
                <a:solidFill>
                  <a:srgbClr val="243746"/>
                </a:solidFill>
                <a:latin typeface="Liberation Sans"/>
                <a:ea typeface="Liberation Sans"/>
                <a:cs typeface="Liberation Sans"/>
              </a:rPr>
              <a:t>−1</a:t>
            </a:r>
          </a:p>
        </p:txBody>
      </p:sp>
      <p:sp>
        <p:nvSpPr>
          <p:cNvPr id="9" name="text">
            <a:extLst xmlns:a="http://schemas.openxmlformats.org/drawingml/2006/main">
              <a:ext uri="{FF2B5EF4-FFF2-40B4-BE49-F238E27FC236}">
                <a16:creationId xmlns:a16="http://schemas.microsoft.com/office/drawing/2014/main" id="{CEB32599-FC16-4A03-A825-0C33D9B4DCE8}"/>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pH 7 → 0.0111 s</a:t>
            </a:r>
            <a:r>
              <a:rPr sz="1800" b="0" baseline="30000">
                <a:solidFill>
                  <a:srgbClr val="243746"/>
                </a:solidFill>
                <a:latin typeface="Liberation Sans"/>
                <a:ea typeface="Liberation Sans"/>
                <a:cs typeface="Liberation Sans"/>
              </a:rPr>
              <a:t>−1</a:t>
            </a:r>
          </a:p>
        </p:txBody>
      </p:sp>
      <p:sp>
        <p:nvSpPr>
          <p:cNvPr id="10" name="text">
            <a:extLst xmlns:a="http://schemas.openxmlformats.org/drawingml/2006/main">
              <a:ext uri="{FF2B5EF4-FFF2-40B4-BE49-F238E27FC236}">
                <a16:creationId xmlns:a16="http://schemas.microsoft.com/office/drawing/2014/main" id="{AD43D46C-0CB6-4DEF-A3EC-58929602196F}"/>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pH 8 → 0.00667 s</a:t>
            </a:r>
            <a:r>
              <a:rPr sz="1800" b="0" baseline="30000">
                <a:solidFill>
                  <a:srgbClr val="243746"/>
                </a:solidFill>
                <a:latin typeface="Liberation Sans"/>
                <a:ea typeface="Liberation Sans"/>
                <a:cs typeface="Liberation Sans"/>
              </a:rPr>
              <a:t>−1</a:t>
            </a:r>
          </a:p>
        </p:txBody>
      </p:sp>
      <p:sp>
        <p:nvSpPr>
          <p:cNvPr id="11" name="text">
            <a:extLst xmlns:a="http://schemas.openxmlformats.org/drawingml/2006/main">
              <a:ext uri="{FF2B5EF4-FFF2-40B4-BE49-F238E27FC236}">
                <a16:creationId xmlns:a16="http://schemas.microsoft.com/office/drawing/2014/main" id="{BD1BB0BE-2AF9-4D4F-B839-E902AFB9CF27}"/>
              </a:ext>
            </a:extLst>
          </p:cNvPr>
          <p:cNvSpPr>
            <a:spLocks xmlns:a="http://schemas.openxmlformats.org/drawingml/2006/main" noGrp="1"/>
          </p:cNvSpPr>
          <p:nvPr/>
        </p:nvSpPr>
        <p:spPr>
          <a:xfrm xmlns:a="http://schemas.openxmlformats.org/drawingml/2006/main">
            <a:off x="457200" y="323850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Separate pH 7 repeat: 120 s → 0.00833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 (open circle). Keep both observations; the repeat</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shows variation.</a:t>
            </a:r>
          </a:p>
        </p:txBody>
      </p:sp>
      <p:sp>
        <p:nvSpPr>
          <p:cNvPr id="12" name="text">
            <a:extLst xmlns:a="http://schemas.openxmlformats.org/drawingml/2006/main">
              <a:ext uri="{FF2B5EF4-FFF2-40B4-BE49-F238E27FC236}">
                <a16:creationId xmlns:a16="http://schemas.microsoft.com/office/drawing/2014/main" id="{97958523-15C1-4F68-BE3D-1F0CEBF97ACA}"/>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3" name="text">
            <a:extLst xmlns:a="http://schemas.openxmlformats.org/drawingml/2006/main">
              <a:ext uri="{FF2B5EF4-FFF2-40B4-BE49-F238E27FC236}">
                <a16:creationId xmlns:a16="http://schemas.microsoft.com/office/drawing/2014/main" id="{DE9B3C9A-5658-4F4F-B07E-8090C070C80D}"/>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4" name="text">
            <a:extLst xmlns:a="http://schemas.openxmlformats.org/drawingml/2006/main">
              <a:ext uri="{FF2B5EF4-FFF2-40B4-BE49-F238E27FC236}">
                <a16:creationId xmlns:a16="http://schemas.microsoft.com/office/drawing/2014/main" id="{F61CDFEB-E5F9-4B8F-B669-916E6D68C161}"/>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27 / 52</a:t>
            </a:r>
          </a:p>
        </p:txBody>
      </p:sp>
      <p:sp>
        <p:nvSpPr>
          <p:cNvPr id="15" name="text">
            <a:extLst xmlns:a="http://schemas.openxmlformats.org/drawingml/2006/main">
              <a:ext uri="{FF2B5EF4-FFF2-40B4-BE49-F238E27FC236}">
                <a16:creationId xmlns:a16="http://schemas.microsoft.com/office/drawing/2014/main" id="{41E36688-567B-47A6-94B9-1CD30EDD07EF}"/>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64507340"/>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42" name="text">
            <a:extLst xmlns:a="http://schemas.openxmlformats.org/drawingml/2006/main">
              <a:ext uri="{FF2B5EF4-FFF2-40B4-BE49-F238E27FC236}">
                <a16:creationId xmlns:a16="http://schemas.microsoft.com/office/drawing/2014/main" id="{F389AA7E-CF02-45F1-BFAB-BE6AB96C621E}"/>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6002358F-B729-4362-BAD5-85643B6236E6}"/>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14 to 17</a:t>
            </a:r>
          </a:p>
        </p:txBody>
      </p:sp>
      <p:sp>
        <p:nvSpPr>
          <p:cNvPr id="3" name="text">
            <a:extLst xmlns:a="http://schemas.openxmlformats.org/drawingml/2006/main">
              <a:ext uri="{FF2B5EF4-FFF2-40B4-BE49-F238E27FC236}">
                <a16:creationId xmlns:a16="http://schemas.microsoft.com/office/drawing/2014/main" id="{E013CAB7-23BD-40E6-926C-5C663585D6A2}"/>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I do · read the graph honestly</a:t>
            </a:r>
          </a:p>
        </p:txBody>
      </p:sp>
      <p:pic>
        <p:nvPicPr>
          <p:cNvPr id="4" name="">
            <a:extLst xmlns:a="http://schemas.openxmlformats.org/drawingml/2006/main">
              <a:ext uri="{FF2B5EF4-FFF2-40B4-BE49-F238E27FC236}">
                <a16:creationId xmlns:a16="http://schemas.microsoft.com/office/drawing/2014/main" id="{7E0A51C6-8AF1-4A61-A57D-D052CF6CDAE6}"/>
              </a:ext>
            </a:extLst>
          </p:cNvPr>
          <p:cNvPicPr>
            <a:picLocks xmlns:a="http://schemas.openxmlformats.org/drawingml/2006/main" noChangeAspect="1"/>
          </p:cNvPicPr>
          <p:nvPr/>
        </p:nvPicPr>
        <p:blipFill>
          <a:blip xmlns:r="http://schemas.openxmlformats.org/officeDocument/2006/relationships" xmlns:a="http://schemas.openxmlformats.org/drawingml/2006/main" r:embed="R41e2153763c243f7"/>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220D397-FEB3-4C80-A2D7-D17EAC087ED6}"/>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2ECB862-1ABF-4CF4-93CF-2F2FDF6B88DA}"/>
              </a:ext>
            </a:extLst>
          </p:cNvPr>
          <p:cNvSpPr>
            <a:spLocks xmlns:a="http://schemas.openxmlformats.org/drawingml/2006/main" noGrp="1"/>
          </p:cNvSpPr>
          <p:nvPr/>
        </p:nvSpPr>
        <p:spPr>
          <a:xfrm xmlns:a="http://schemas.openxmlformats.org/drawingml/2006/main">
            <a:off x="381000" y="1485900"/>
            <a:ext cx="4817269"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80C5C919-FE47-4744-8109-67FB597DABAC}"/>
              </a:ext>
            </a:extLst>
          </p:cNvPr>
          <p:cNvSpPr>
            <a:spLocks xmlns:a="http://schemas.openxmlformats.org/drawingml/2006/main" noGrp="1"/>
          </p:cNvSpPr>
          <p:nvPr/>
        </p:nvSpPr>
        <p:spPr>
          <a:xfrm xmlns:a="http://schemas.openxmlformats.org/drawingml/2006/main">
            <a:off x="428625" y="1676400"/>
            <a:ext cx="52863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0">
                <a:solidFill>
                  <a:srgbClr val="243746"/>
                </a:solidFill>
                <a:latin typeface="Liberation Sans"/>
                <a:ea typeface="Liberation Sans"/>
                <a:cs typeface="Liberation Sans"/>
              </a:defRPr>
            </a:defPPr>
            <a:lvl1pPr>
              <a:defRPr sz="1650" b="0">
                <a:solidFill>
                  <a:srgbClr val="243746"/>
                </a:solidFill>
                <a:latin typeface="Liberation Sans"/>
                <a:ea typeface="Liberation Sans"/>
                <a:cs typeface="Liberation Sans"/>
              </a:defRPr>
            </a:lvl1pPr>
            <a:lvl2pPr>
              <a:defRPr sz="1650" b="0">
                <a:solidFill>
                  <a:srgbClr val="243746"/>
                </a:solidFill>
                <a:latin typeface="Liberation Sans"/>
                <a:ea typeface="Liberation Sans"/>
                <a:cs typeface="Liberation Sans"/>
              </a:defRPr>
            </a:lvl2pPr>
            <a:lvl3pPr>
              <a:defRPr sz="1650" b="0">
                <a:solidFill>
                  <a:srgbClr val="243746"/>
                </a:solidFill>
                <a:latin typeface="Liberation Sans"/>
                <a:ea typeface="Liberation Sans"/>
                <a:cs typeface="Liberation Sans"/>
              </a:defRPr>
            </a:lvl3pPr>
            <a:lvl4pPr>
              <a:defRPr sz="1650" b="0">
                <a:solidFill>
                  <a:srgbClr val="243746"/>
                </a:solidFill>
                <a:latin typeface="Liberation Sans"/>
                <a:ea typeface="Liberation Sans"/>
                <a:cs typeface="Liberation Sans"/>
              </a:defRPr>
            </a:lvl4pPr>
            <a:lvl5pPr>
              <a:defRPr sz="1650" b="0">
                <a:solidFill>
                  <a:srgbClr val="243746"/>
                </a:solidFill>
                <a:latin typeface="Liberation Sans"/>
                <a:ea typeface="Liberation Sans"/>
                <a:cs typeface="Liberation Sans"/>
              </a:defRPr>
            </a:lvl5pPr>
            <a:lvl6pPr>
              <a:defRPr sz="1650" b="0">
                <a:solidFill>
                  <a:srgbClr val="243746"/>
                </a:solidFill>
                <a:latin typeface="Liberation Sans"/>
                <a:ea typeface="Liberation Sans"/>
                <a:cs typeface="Liberation Sans"/>
              </a:defRPr>
            </a:lvl6pPr>
            <a:lvl7pPr>
              <a:defRPr sz="1650" b="0">
                <a:solidFill>
                  <a:srgbClr val="243746"/>
                </a:solidFill>
                <a:latin typeface="Liberation Sans"/>
                <a:ea typeface="Liberation Sans"/>
                <a:cs typeface="Liberation Sans"/>
              </a:defRPr>
            </a:lvl7pPr>
            <a:lvl8pPr>
              <a:defRPr sz="1650" b="0">
                <a:solidFill>
                  <a:srgbClr val="243746"/>
                </a:solidFill>
                <a:latin typeface="Liberation Sans"/>
                <a:ea typeface="Liberation Sans"/>
                <a:cs typeface="Liberation Sans"/>
              </a:defRPr>
            </a:lvl8pPr>
            <a:lvl9pPr>
              <a:defRPr sz="1650" b="0">
                <a:solidFill>
                  <a:srgbClr val="243746"/>
                </a:solidFill>
                <a:latin typeface="Liberation Sans"/>
                <a:ea typeface="Liberation Sans"/>
                <a:cs typeface="Liberation Sans"/>
              </a:defRPr>
            </a:lvl9pPr>
          </a:lstStyle>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In your book: Follow the worked example; note the</a:t>
            </a:r>
          </a:p>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key reasoning step.</a:t>
            </a:r>
          </a:p>
        </p:txBody>
      </p:sp>
      <p:sp>
        <p:nvSpPr>
          <p:cNvPr id="8" name="text">
            <a:extLst xmlns:a="http://schemas.openxmlformats.org/drawingml/2006/main">
              <a:ext uri="{FF2B5EF4-FFF2-40B4-BE49-F238E27FC236}">
                <a16:creationId xmlns:a16="http://schemas.microsoft.com/office/drawing/2014/main" id="{2BB36FFB-3E5F-4ADD-8295-247FA955D38C}"/>
              </a:ext>
            </a:extLst>
          </p:cNvPr>
          <p:cNvSpPr>
            <a:spLocks xmlns:a="http://schemas.openxmlformats.org/drawingml/2006/main" noGrp="1"/>
          </p:cNvSpPr>
          <p:nvPr/>
        </p:nvSpPr>
        <p:spPr>
          <a:xfrm xmlns:a="http://schemas.openxmlformats.org/drawingml/2006/main">
            <a:off x="428625" y="2286000"/>
            <a:ext cx="5286375"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0">
                <a:solidFill>
                  <a:srgbClr val="243746"/>
                </a:solidFill>
                <a:latin typeface="Liberation Sans"/>
                <a:ea typeface="Liberation Sans"/>
                <a:cs typeface="Liberation Sans"/>
              </a:defRPr>
            </a:defPPr>
            <a:lvl1pPr>
              <a:defRPr sz="1650" b="0">
                <a:solidFill>
                  <a:srgbClr val="243746"/>
                </a:solidFill>
                <a:latin typeface="Liberation Sans"/>
                <a:ea typeface="Liberation Sans"/>
                <a:cs typeface="Liberation Sans"/>
              </a:defRPr>
            </a:lvl1pPr>
            <a:lvl2pPr>
              <a:defRPr sz="1650" b="0">
                <a:solidFill>
                  <a:srgbClr val="243746"/>
                </a:solidFill>
                <a:latin typeface="Liberation Sans"/>
                <a:ea typeface="Liberation Sans"/>
                <a:cs typeface="Liberation Sans"/>
              </a:defRPr>
            </a:lvl2pPr>
            <a:lvl3pPr>
              <a:defRPr sz="1650" b="0">
                <a:solidFill>
                  <a:srgbClr val="243746"/>
                </a:solidFill>
                <a:latin typeface="Liberation Sans"/>
                <a:ea typeface="Liberation Sans"/>
                <a:cs typeface="Liberation Sans"/>
              </a:defRPr>
            </a:lvl3pPr>
            <a:lvl4pPr>
              <a:defRPr sz="1650" b="0">
                <a:solidFill>
                  <a:srgbClr val="243746"/>
                </a:solidFill>
                <a:latin typeface="Liberation Sans"/>
                <a:ea typeface="Liberation Sans"/>
                <a:cs typeface="Liberation Sans"/>
              </a:defRPr>
            </a:lvl4pPr>
            <a:lvl5pPr>
              <a:defRPr sz="1650" b="0">
                <a:solidFill>
                  <a:srgbClr val="243746"/>
                </a:solidFill>
                <a:latin typeface="Liberation Sans"/>
                <a:ea typeface="Liberation Sans"/>
                <a:cs typeface="Liberation Sans"/>
              </a:defRPr>
            </a:lvl5pPr>
            <a:lvl6pPr>
              <a:defRPr sz="1650" b="0">
                <a:solidFill>
                  <a:srgbClr val="243746"/>
                </a:solidFill>
                <a:latin typeface="Liberation Sans"/>
                <a:ea typeface="Liberation Sans"/>
                <a:cs typeface="Liberation Sans"/>
              </a:defRPr>
            </a:lvl6pPr>
            <a:lvl7pPr>
              <a:defRPr sz="1650" b="0">
                <a:solidFill>
                  <a:srgbClr val="243746"/>
                </a:solidFill>
                <a:latin typeface="Liberation Sans"/>
                <a:ea typeface="Liberation Sans"/>
                <a:cs typeface="Liberation Sans"/>
              </a:defRPr>
            </a:lvl7pPr>
            <a:lvl8pPr>
              <a:defRPr sz="1650" b="0">
                <a:solidFill>
                  <a:srgbClr val="243746"/>
                </a:solidFill>
                <a:latin typeface="Liberation Sans"/>
                <a:ea typeface="Liberation Sans"/>
                <a:cs typeface="Liberation Sans"/>
              </a:defRPr>
            </a:lvl8pPr>
            <a:lvl9pPr>
              <a:defRPr sz="1650" b="0">
                <a:solidFill>
                  <a:srgbClr val="243746"/>
                </a:solidFill>
                <a:latin typeface="Liberation Sans"/>
                <a:ea typeface="Liberation Sans"/>
                <a:cs typeface="Liberation Sans"/>
              </a:defRPr>
            </a:lvl9pPr>
          </a:lstStyle>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These illustrative first-series points rise from</a:t>
            </a:r>
          </a:p>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pH 4 to 7 and fall at pH 8. pH 7 is highest among</a:t>
            </a:r>
          </a:p>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the values tested here. A separate pH 7 repeat</a:t>
            </a:r>
          </a:p>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gives 120 s (0.00833 s</a:t>
            </a:r>
            <a:r>
              <a:rPr sz="1650" b="0" baseline="30000">
                <a:solidFill>
                  <a:srgbClr val="243746"/>
                </a:solidFill>
                <a:latin typeface="Liberation Sans"/>
                <a:ea typeface="Liberation Sans"/>
                <a:cs typeface="Liberation Sans"/>
              </a:rPr>
              <a:t>−1</a:t>
            </a:r>
            <a:r>
              <a:rPr sz="1650" b="0">
                <a:solidFill>
                  <a:srgbClr val="243746"/>
                </a:solidFill>
                <a:latin typeface="Liberation Sans"/>
                <a:ea typeface="Liberation Sans"/>
                <a:cs typeface="Liberation Sans"/>
              </a:rPr>
              <a:t>); it shows variation, not</a:t>
            </a:r>
          </a:p>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a new pH value.</a:t>
            </a:r>
          </a:p>
        </p:txBody>
      </p:sp>
      <p:sp>
        <p:nvSpPr>
          <p:cNvPr id="9" name="">
            <a:extLst xmlns:a="http://schemas.openxmlformats.org/drawingml/2006/main">
              <a:ext uri="{FF2B5EF4-FFF2-40B4-BE49-F238E27FC236}">
                <a16:creationId xmlns:a16="http://schemas.microsoft.com/office/drawing/2014/main" id="{BABE4188-1889-4E7C-AC87-FF19E2BB0048}"/>
              </a:ext>
            </a:extLst>
          </p:cNvPr>
          <p:cNvSpPr>
            <a:spLocks xmlns:a="http://schemas.openxmlformats.org/drawingml/2006/main" noGrp="1"/>
          </p:cNvSpPr>
          <p:nvPr/>
        </p:nvSpPr>
        <p:spPr>
          <a:xfrm xmlns:a="http://schemas.openxmlformats.org/drawingml/2006/main">
            <a:off x="7069931" y="3948493"/>
            <a:ext cx="3777139" cy="9811"/>
          </a:xfrm>
          <a:prstGeom xmlns:a="http://schemas.openxmlformats.org/drawingml/2006/main" prst="rect">
            <a:avLst/>
          </a:prstGeom>
          <a:solidFill xmlns:a="http://schemas.openxmlformats.org/drawingml/2006/main">
            <a:srgbClr val="24374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616E427-D246-4F21-9750-65B1024A6E53}"/>
              </a:ext>
            </a:extLst>
          </p:cNvPr>
          <p:cNvSpPr>
            <a:spLocks xmlns:a="http://schemas.openxmlformats.org/drawingml/2006/main" noGrp="1"/>
          </p:cNvSpPr>
          <p:nvPr/>
        </p:nvSpPr>
        <p:spPr>
          <a:xfrm xmlns:a="http://schemas.openxmlformats.org/drawingml/2006/main">
            <a:off x="7069931" y="2104073"/>
            <a:ext cx="9811" cy="1844421"/>
          </a:xfrm>
          <a:prstGeom xmlns:a="http://schemas.openxmlformats.org/drawingml/2006/main" prst="rect">
            <a:avLst/>
          </a:prstGeom>
          <a:solidFill xmlns:a="http://schemas.openxmlformats.org/drawingml/2006/main">
            <a:srgbClr val="24374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1CF0C5C-9C36-47D2-9F16-E89B24D0A7FF}"/>
              </a:ext>
            </a:extLst>
          </p:cNvPr>
          <p:cNvSpPr>
            <a:spLocks xmlns:a="http://schemas.openxmlformats.org/drawingml/2006/main" noGrp="1"/>
          </p:cNvSpPr>
          <p:nvPr/>
        </p:nvSpPr>
        <p:spPr>
          <a:xfrm xmlns:a="http://schemas.openxmlformats.org/drawingml/2006/main">
            <a:off x="7069931" y="3948493"/>
            <a:ext cx="3777139" cy="3434"/>
          </a:xfrm>
          <a:prstGeom xmlns:a="http://schemas.openxmlformats.org/drawingml/2006/main" prst="rect">
            <a:avLst/>
          </a:prstGeom>
          <a:solidFill xmlns:a="http://schemas.openxmlformats.org/drawingml/2006/main">
            <a:srgbClr val="D8DFE4"/>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8F2F486A-7D30-48AC-BEC0-B2E17FC797AA}"/>
              </a:ext>
            </a:extLst>
          </p:cNvPr>
          <p:cNvSpPr>
            <a:spLocks xmlns:a="http://schemas.openxmlformats.org/drawingml/2006/main" noGrp="1"/>
          </p:cNvSpPr>
          <p:nvPr/>
        </p:nvSpPr>
        <p:spPr>
          <a:xfrm xmlns:a="http://schemas.openxmlformats.org/drawingml/2006/main">
            <a:off x="6451854" y="3850386"/>
            <a:ext cx="569024"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0.000</a:t>
            </a:r>
          </a:p>
        </p:txBody>
      </p:sp>
      <p:sp>
        <p:nvSpPr>
          <p:cNvPr id="13" name="">
            <a:extLst xmlns:a="http://schemas.openxmlformats.org/drawingml/2006/main">
              <a:ext uri="{FF2B5EF4-FFF2-40B4-BE49-F238E27FC236}">
                <a16:creationId xmlns:a16="http://schemas.microsoft.com/office/drawing/2014/main" id="{B816494E-997C-4225-93B6-8B53652A8343}"/>
              </a:ext>
            </a:extLst>
          </p:cNvPr>
          <p:cNvSpPr>
            <a:spLocks xmlns:a="http://schemas.openxmlformats.org/drawingml/2006/main" noGrp="1"/>
          </p:cNvSpPr>
          <p:nvPr/>
        </p:nvSpPr>
        <p:spPr>
          <a:xfrm xmlns:a="http://schemas.openxmlformats.org/drawingml/2006/main">
            <a:off x="7069931" y="3645995"/>
            <a:ext cx="3777139" cy="3434"/>
          </a:xfrm>
          <a:prstGeom xmlns:a="http://schemas.openxmlformats.org/drawingml/2006/main" prst="rect">
            <a:avLst/>
          </a:prstGeom>
          <a:solidFill xmlns:a="http://schemas.openxmlformats.org/drawingml/2006/main">
            <a:srgbClr val="D8DFE4"/>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66A99B9E-9985-4A9E-822B-97F3FD377357}"/>
              </a:ext>
            </a:extLst>
          </p:cNvPr>
          <p:cNvSpPr>
            <a:spLocks xmlns:a="http://schemas.openxmlformats.org/drawingml/2006/main" noGrp="1"/>
          </p:cNvSpPr>
          <p:nvPr/>
        </p:nvSpPr>
        <p:spPr>
          <a:xfrm xmlns:a="http://schemas.openxmlformats.org/drawingml/2006/main">
            <a:off x="6451854" y="3547888"/>
            <a:ext cx="569024"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0.002</a:t>
            </a:r>
          </a:p>
        </p:txBody>
      </p:sp>
      <p:sp>
        <p:nvSpPr>
          <p:cNvPr id="15" name="">
            <a:extLst xmlns:a="http://schemas.openxmlformats.org/drawingml/2006/main">
              <a:ext uri="{FF2B5EF4-FFF2-40B4-BE49-F238E27FC236}">
                <a16:creationId xmlns:a16="http://schemas.microsoft.com/office/drawing/2014/main" id="{F4FEB0D5-FEB0-4B7D-97CC-2D8B087E8BB4}"/>
              </a:ext>
            </a:extLst>
          </p:cNvPr>
          <p:cNvSpPr>
            <a:spLocks xmlns:a="http://schemas.openxmlformats.org/drawingml/2006/main" noGrp="1"/>
          </p:cNvSpPr>
          <p:nvPr/>
        </p:nvSpPr>
        <p:spPr>
          <a:xfrm xmlns:a="http://schemas.openxmlformats.org/drawingml/2006/main">
            <a:off x="7069931" y="3343497"/>
            <a:ext cx="3777139" cy="3434"/>
          </a:xfrm>
          <a:prstGeom xmlns:a="http://schemas.openxmlformats.org/drawingml/2006/main" prst="rect">
            <a:avLst/>
          </a:prstGeom>
          <a:solidFill xmlns:a="http://schemas.openxmlformats.org/drawingml/2006/main">
            <a:srgbClr val="D8DFE4"/>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A12C98E8-61E3-4CCB-B7FC-6AB1F4638E6C}"/>
              </a:ext>
            </a:extLst>
          </p:cNvPr>
          <p:cNvSpPr>
            <a:spLocks xmlns:a="http://schemas.openxmlformats.org/drawingml/2006/main" noGrp="1"/>
          </p:cNvSpPr>
          <p:nvPr/>
        </p:nvSpPr>
        <p:spPr>
          <a:xfrm xmlns:a="http://schemas.openxmlformats.org/drawingml/2006/main">
            <a:off x="6451854" y="3245390"/>
            <a:ext cx="569024"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0.004</a:t>
            </a:r>
          </a:p>
        </p:txBody>
      </p:sp>
      <p:sp>
        <p:nvSpPr>
          <p:cNvPr id="17" name="">
            <a:extLst xmlns:a="http://schemas.openxmlformats.org/drawingml/2006/main">
              <a:ext uri="{FF2B5EF4-FFF2-40B4-BE49-F238E27FC236}">
                <a16:creationId xmlns:a16="http://schemas.microsoft.com/office/drawing/2014/main" id="{EEDBF006-F6E1-4B56-A730-CF984E7BBC30}"/>
              </a:ext>
            </a:extLst>
          </p:cNvPr>
          <p:cNvSpPr>
            <a:spLocks xmlns:a="http://schemas.openxmlformats.org/drawingml/2006/main" noGrp="1"/>
          </p:cNvSpPr>
          <p:nvPr/>
        </p:nvSpPr>
        <p:spPr>
          <a:xfrm xmlns:a="http://schemas.openxmlformats.org/drawingml/2006/main">
            <a:off x="7069931" y="3040999"/>
            <a:ext cx="3777139" cy="3434"/>
          </a:xfrm>
          <a:prstGeom xmlns:a="http://schemas.openxmlformats.org/drawingml/2006/main" prst="rect">
            <a:avLst/>
          </a:prstGeom>
          <a:solidFill xmlns:a="http://schemas.openxmlformats.org/drawingml/2006/main">
            <a:srgbClr val="D8DFE4"/>
          </a:solidFill>
          <a:ln xmlns:a="http://schemas.openxmlformats.org/drawingml/2006/main" w="0">
            <a:noFill/>
            <a:prstDash val="solid"/>
          </a:ln>
        </p:spPr>
      </p:sp>
      <p:sp>
        <p:nvSpPr>
          <p:cNvPr id="18" name="text">
            <a:extLst xmlns:a="http://schemas.openxmlformats.org/drawingml/2006/main">
              <a:ext uri="{FF2B5EF4-FFF2-40B4-BE49-F238E27FC236}">
                <a16:creationId xmlns:a16="http://schemas.microsoft.com/office/drawing/2014/main" id="{9EF1DCF0-8EB8-41ED-8086-A0AA7A2159FD}"/>
              </a:ext>
            </a:extLst>
          </p:cNvPr>
          <p:cNvSpPr>
            <a:spLocks xmlns:a="http://schemas.openxmlformats.org/drawingml/2006/main" noGrp="1"/>
          </p:cNvSpPr>
          <p:nvPr/>
        </p:nvSpPr>
        <p:spPr>
          <a:xfrm xmlns:a="http://schemas.openxmlformats.org/drawingml/2006/main">
            <a:off x="6451854" y="2942892"/>
            <a:ext cx="569024"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0.006</a:t>
            </a:r>
          </a:p>
        </p:txBody>
      </p:sp>
      <p:sp>
        <p:nvSpPr>
          <p:cNvPr id="19" name="">
            <a:extLst xmlns:a="http://schemas.openxmlformats.org/drawingml/2006/main">
              <a:ext uri="{FF2B5EF4-FFF2-40B4-BE49-F238E27FC236}">
                <a16:creationId xmlns:a16="http://schemas.microsoft.com/office/drawing/2014/main" id="{631E3900-A8EA-4FD0-895F-614E2136B2FD}"/>
              </a:ext>
            </a:extLst>
          </p:cNvPr>
          <p:cNvSpPr>
            <a:spLocks xmlns:a="http://schemas.openxmlformats.org/drawingml/2006/main" noGrp="1"/>
          </p:cNvSpPr>
          <p:nvPr/>
        </p:nvSpPr>
        <p:spPr>
          <a:xfrm xmlns:a="http://schemas.openxmlformats.org/drawingml/2006/main">
            <a:off x="7069931" y="2738501"/>
            <a:ext cx="3777139" cy="3434"/>
          </a:xfrm>
          <a:prstGeom xmlns:a="http://schemas.openxmlformats.org/drawingml/2006/main" prst="rect">
            <a:avLst/>
          </a:prstGeom>
          <a:solidFill xmlns:a="http://schemas.openxmlformats.org/drawingml/2006/main">
            <a:srgbClr val="D8DFE4"/>
          </a:solidFill>
          <a:ln xmlns:a="http://schemas.openxmlformats.org/drawingml/2006/main" w="0">
            <a:noFill/>
            <a:prstDash val="solid"/>
          </a:ln>
        </p:spPr>
      </p:sp>
      <p:sp>
        <p:nvSpPr>
          <p:cNvPr id="20" name="text">
            <a:extLst xmlns:a="http://schemas.openxmlformats.org/drawingml/2006/main">
              <a:ext uri="{FF2B5EF4-FFF2-40B4-BE49-F238E27FC236}">
                <a16:creationId xmlns:a16="http://schemas.microsoft.com/office/drawing/2014/main" id="{AF384162-FC5A-47BC-A382-DB19E8079917}"/>
              </a:ext>
            </a:extLst>
          </p:cNvPr>
          <p:cNvSpPr>
            <a:spLocks xmlns:a="http://schemas.openxmlformats.org/drawingml/2006/main" noGrp="1"/>
          </p:cNvSpPr>
          <p:nvPr/>
        </p:nvSpPr>
        <p:spPr>
          <a:xfrm xmlns:a="http://schemas.openxmlformats.org/drawingml/2006/main">
            <a:off x="6451854" y="2640394"/>
            <a:ext cx="569024"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0.008</a:t>
            </a:r>
          </a:p>
        </p:txBody>
      </p:sp>
      <p:sp>
        <p:nvSpPr>
          <p:cNvPr id="21" name="">
            <a:extLst xmlns:a="http://schemas.openxmlformats.org/drawingml/2006/main">
              <a:ext uri="{FF2B5EF4-FFF2-40B4-BE49-F238E27FC236}">
                <a16:creationId xmlns:a16="http://schemas.microsoft.com/office/drawing/2014/main" id="{FAC0EA1C-0383-4F8C-918F-95B54BB840CF}"/>
              </a:ext>
            </a:extLst>
          </p:cNvPr>
          <p:cNvSpPr>
            <a:spLocks xmlns:a="http://schemas.openxmlformats.org/drawingml/2006/main" noGrp="1"/>
          </p:cNvSpPr>
          <p:nvPr/>
        </p:nvSpPr>
        <p:spPr>
          <a:xfrm xmlns:a="http://schemas.openxmlformats.org/drawingml/2006/main">
            <a:off x="7069931" y="2436003"/>
            <a:ext cx="3777139" cy="3434"/>
          </a:xfrm>
          <a:prstGeom xmlns:a="http://schemas.openxmlformats.org/drawingml/2006/main" prst="rect">
            <a:avLst/>
          </a:prstGeom>
          <a:solidFill xmlns:a="http://schemas.openxmlformats.org/drawingml/2006/main">
            <a:srgbClr val="D8DFE4"/>
          </a:solidFill>
          <a:ln xmlns:a="http://schemas.openxmlformats.org/drawingml/2006/main" w="0">
            <a:noFill/>
            <a:prstDash val="solid"/>
          </a:ln>
        </p:spPr>
      </p:sp>
      <p:sp>
        <p:nvSpPr>
          <p:cNvPr id="22" name="text">
            <a:extLst xmlns:a="http://schemas.openxmlformats.org/drawingml/2006/main">
              <a:ext uri="{FF2B5EF4-FFF2-40B4-BE49-F238E27FC236}">
                <a16:creationId xmlns:a16="http://schemas.microsoft.com/office/drawing/2014/main" id="{14840290-4226-4105-A82F-7634591A6671}"/>
              </a:ext>
            </a:extLst>
          </p:cNvPr>
          <p:cNvSpPr>
            <a:spLocks xmlns:a="http://schemas.openxmlformats.org/drawingml/2006/main" noGrp="1"/>
          </p:cNvSpPr>
          <p:nvPr/>
        </p:nvSpPr>
        <p:spPr>
          <a:xfrm xmlns:a="http://schemas.openxmlformats.org/drawingml/2006/main">
            <a:off x="6451854" y="2337895"/>
            <a:ext cx="569024"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0.010</a:t>
            </a:r>
          </a:p>
        </p:txBody>
      </p:sp>
      <p:sp>
        <p:nvSpPr>
          <p:cNvPr id="23" name="">
            <a:extLst xmlns:a="http://schemas.openxmlformats.org/drawingml/2006/main">
              <a:ext uri="{FF2B5EF4-FFF2-40B4-BE49-F238E27FC236}">
                <a16:creationId xmlns:a16="http://schemas.microsoft.com/office/drawing/2014/main" id="{4AA951F2-9D8D-45E4-8C8B-2934E5FFC32B}"/>
              </a:ext>
            </a:extLst>
          </p:cNvPr>
          <p:cNvSpPr>
            <a:spLocks xmlns:a="http://schemas.openxmlformats.org/drawingml/2006/main" noGrp="1"/>
          </p:cNvSpPr>
          <p:nvPr/>
        </p:nvSpPr>
        <p:spPr>
          <a:xfrm xmlns:a="http://schemas.openxmlformats.org/drawingml/2006/main">
            <a:off x="7069931" y="2133505"/>
            <a:ext cx="3777139" cy="3434"/>
          </a:xfrm>
          <a:prstGeom xmlns:a="http://schemas.openxmlformats.org/drawingml/2006/main" prst="rect">
            <a:avLst/>
          </a:prstGeom>
          <a:solidFill xmlns:a="http://schemas.openxmlformats.org/drawingml/2006/main">
            <a:srgbClr val="D8DFE4"/>
          </a:solidFill>
          <a:ln xmlns:a="http://schemas.openxmlformats.org/drawingml/2006/main" w="0">
            <a:noFill/>
            <a:prstDash val="solid"/>
          </a:ln>
        </p:spPr>
      </p:sp>
      <p:sp>
        <p:nvSpPr>
          <p:cNvPr id="24" name="text">
            <a:extLst xmlns:a="http://schemas.openxmlformats.org/drawingml/2006/main">
              <a:ext uri="{FF2B5EF4-FFF2-40B4-BE49-F238E27FC236}">
                <a16:creationId xmlns:a16="http://schemas.microsoft.com/office/drawing/2014/main" id="{C84E1642-39A0-4517-8B1B-7F27A4ACAF0B}"/>
              </a:ext>
            </a:extLst>
          </p:cNvPr>
          <p:cNvSpPr>
            <a:spLocks xmlns:a="http://schemas.openxmlformats.org/drawingml/2006/main" noGrp="1"/>
          </p:cNvSpPr>
          <p:nvPr/>
        </p:nvSpPr>
        <p:spPr>
          <a:xfrm xmlns:a="http://schemas.openxmlformats.org/drawingml/2006/main">
            <a:off x="6451854" y="2035397"/>
            <a:ext cx="569024"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0.012</a:t>
            </a:r>
          </a:p>
        </p:txBody>
      </p:sp>
      <p:sp>
        <p:nvSpPr>
          <p:cNvPr id="25" name="text">
            <a:extLst xmlns:a="http://schemas.openxmlformats.org/drawingml/2006/main">
              <a:ext uri="{FF2B5EF4-FFF2-40B4-BE49-F238E27FC236}">
                <a16:creationId xmlns:a16="http://schemas.microsoft.com/office/drawing/2014/main" id="{176B0200-7990-4256-8612-BC69A6AC4297}"/>
              </a:ext>
            </a:extLst>
          </p:cNvPr>
          <p:cNvSpPr>
            <a:spLocks xmlns:a="http://schemas.openxmlformats.org/drawingml/2006/main" noGrp="1"/>
          </p:cNvSpPr>
          <p:nvPr/>
        </p:nvSpPr>
        <p:spPr>
          <a:xfrm xmlns:a="http://schemas.openxmlformats.org/drawingml/2006/main">
            <a:off x="7011067" y="4026979"/>
            <a:ext cx="294323"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a:t>
            </a:r>
          </a:p>
        </p:txBody>
      </p:sp>
      <p:sp>
        <p:nvSpPr>
          <p:cNvPr id="26" name="">
            <a:extLst xmlns:a="http://schemas.openxmlformats.org/drawingml/2006/main">
              <a:ext uri="{FF2B5EF4-FFF2-40B4-BE49-F238E27FC236}">
                <a16:creationId xmlns:a16="http://schemas.microsoft.com/office/drawing/2014/main" id="{8313A12C-972E-4D06-A2AF-BA0DA00692BA}"/>
              </a:ext>
            </a:extLst>
          </p:cNvPr>
          <p:cNvSpPr>
            <a:spLocks xmlns:a="http://schemas.openxmlformats.org/drawingml/2006/main" noGrp="1"/>
          </p:cNvSpPr>
          <p:nvPr/>
        </p:nvSpPr>
        <p:spPr>
          <a:xfrm xmlns:a="http://schemas.openxmlformats.org/drawingml/2006/main">
            <a:off x="7030688" y="3278542"/>
            <a:ext cx="78486" cy="78486"/>
          </a:xfrm>
          <a:prstGeom xmlns:a="http://schemas.openxmlformats.org/drawingml/2006/main" prst="ellipse">
            <a:avLst/>
          </a:prstGeom>
          <a:solidFill xmlns:a="http://schemas.openxmlformats.org/drawingml/2006/main">
            <a:srgbClr val="243746"/>
          </a:solidFill>
          <a:ln xmlns:a="http://schemas.openxmlformats.org/drawingml/2006/main" w="0">
            <a:noFill/>
            <a:prstDash val="solid"/>
          </a:ln>
        </p:spPr>
      </p:sp>
      <p:sp>
        <p:nvSpPr>
          <p:cNvPr id="27" name="text">
            <a:extLst xmlns:a="http://schemas.openxmlformats.org/drawingml/2006/main">
              <a:ext uri="{FF2B5EF4-FFF2-40B4-BE49-F238E27FC236}">
                <a16:creationId xmlns:a16="http://schemas.microsoft.com/office/drawing/2014/main" id="{680801F9-5B38-4656-B964-18B5C71273AD}"/>
              </a:ext>
            </a:extLst>
          </p:cNvPr>
          <p:cNvSpPr>
            <a:spLocks xmlns:a="http://schemas.openxmlformats.org/drawingml/2006/main" noGrp="1"/>
          </p:cNvSpPr>
          <p:nvPr/>
        </p:nvSpPr>
        <p:spPr>
          <a:xfrm xmlns:a="http://schemas.openxmlformats.org/drawingml/2006/main">
            <a:off x="7955351" y="4026979"/>
            <a:ext cx="294323"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5</a:t>
            </a:r>
          </a:p>
        </p:txBody>
      </p:sp>
      <p:sp>
        <p:nvSpPr>
          <p:cNvPr id="28" name="">
            <a:extLst xmlns:a="http://schemas.openxmlformats.org/drawingml/2006/main">
              <a:ext uri="{FF2B5EF4-FFF2-40B4-BE49-F238E27FC236}">
                <a16:creationId xmlns:a16="http://schemas.microsoft.com/office/drawing/2014/main" id="{C22327F1-81E1-4461-9AD1-CAFC19C77166}"/>
              </a:ext>
            </a:extLst>
          </p:cNvPr>
          <p:cNvSpPr>
            <a:spLocks xmlns:a="http://schemas.openxmlformats.org/drawingml/2006/main" noGrp="1"/>
          </p:cNvSpPr>
          <p:nvPr/>
        </p:nvSpPr>
        <p:spPr>
          <a:xfrm xmlns:a="http://schemas.openxmlformats.org/drawingml/2006/main">
            <a:off x="7974973" y="3068306"/>
            <a:ext cx="78486" cy="78486"/>
          </a:xfrm>
          <a:prstGeom xmlns:a="http://schemas.openxmlformats.org/drawingml/2006/main" prst="ellipse">
            <a:avLst/>
          </a:prstGeom>
          <a:solidFill xmlns:a="http://schemas.openxmlformats.org/drawingml/2006/main">
            <a:srgbClr val="243746"/>
          </a:solidFill>
          <a:ln xmlns:a="http://schemas.openxmlformats.org/drawingml/2006/main" w="0">
            <a:noFill/>
            <a:prstDash val="solid"/>
          </a:ln>
        </p:spPr>
      </p:sp>
      <p:sp>
        <p:nvSpPr>
          <p:cNvPr id="29" name="text">
            <a:extLst xmlns:a="http://schemas.openxmlformats.org/drawingml/2006/main">
              <a:ext uri="{FF2B5EF4-FFF2-40B4-BE49-F238E27FC236}">
                <a16:creationId xmlns:a16="http://schemas.microsoft.com/office/drawing/2014/main" id="{28DDF6B5-27F7-4BE5-B2ED-89F922C7C29F}"/>
              </a:ext>
            </a:extLst>
          </p:cNvPr>
          <p:cNvSpPr>
            <a:spLocks xmlns:a="http://schemas.openxmlformats.org/drawingml/2006/main" noGrp="1"/>
          </p:cNvSpPr>
          <p:nvPr/>
        </p:nvSpPr>
        <p:spPr>
          <a:xfrm xmlns:a="http://schemas.openxmlformats.org/drawingml/2006/main">
            <a:off x="8899636" y="4026979"/>
            <a:ext cx="294323"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6</a:t>
            </a:r>
          </a:p>
        </p:txBody>
      </p:sp>
      <p:sp>
        <p:nvSpPr>
          <p:cNvPr id="30" name="">
            <a:extLst xmlns:a="http://schemas.openxmlformats.org/drawingml/2006/main">
              <a:ext uri="{FF2B5EF4-FFF2-40B4-BE49-F238E27FC236}">
                <a16:creationId xmlns:a16="http://schemas.microsoft.com/office/drawing/2014/main" id="{57ABD44D-7FE5-4F5A-9A5E-937A1A1D225C}"/>
              </a:ext>
            </a:extLst>
          </p:cNvPr>
          <p:cNvSpPr>
            <a:spLocks xmlns:a="http://schemas.openxmlformats.org/drawingml/2006/main" noGrp="1"/>
          </p:cNvSpPr>
          <p:nvPr/>
        </p:nvSpPr>
        <p:spPr>
          <a:xfrm xmlns:a="http://schemas.openxmlformats.org/drawingml/2006/main">
            <a:off x="8919258" y="2649346"/>
            <a:ext cx="78486" cy="78486"/>
          </a:xfrm>
          <a:prstGeom xmlns:a="http://schemas.openxmlformats.org/drawingml/2006/main" prst="ellipse">
            <a:avLst/>
          </a:prstGeom>
          <a:solidFill xmlns:a="http://schemas.openxmlformats.org/drawingml/2006/main">
            <a:srgbClr val="243746"/>
          </a:solidFill>
          <a:ln xmlns:a="http://schemas.openxmlformats.org/drawingml/2006/main" w="0">
            <a:noFill/>
            <a:prstDash val="solid"/>
          </a:ln>
        </p:spPr>
      </p:sp>
      <p:sp>
        <p:nvSpPr>
          <p:cNvPr id="31" name="text">
            <a:extLst xmlns:a="http://schemas.openxmlformats.org/drawingml/2006/main">
              <a:ext uri="{FF2B5EF4-FFF2-40B4-BE49-F238E27FC236}">
                <a16:creationId xmlns:a16="http://schemas.microsoft.com/office/drawing/2014/main" id="{B4E95D23-C246-4D48-B3D7-DA16E81F4879}"/>
              </a:ext>
            </a:extLst>
          </p:cNvPr>
          <p:cNvSpPr>
            <a:spLocks xmlns:a="http://schemas.openxmlformats.org/drawingml/2006/main" noGrp="1"/>
          </p:cNvSpPr>
          <p:nvPr/>
        </p:nvSpPr>
        <p:spPr>
          <a:xfrm xmlns:a="http://schemas.openxmlformats.org/drawingml/2006/main">
            <a:off x="9843921" y="4026979"/>
            <a:ext cx="294323"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7</a:t>
            </a:r>
          </a:p>
        </p:txBody>
      </p:sp>
      <p:sp>
        <p:nvSpPr>
          <p:cNvPr id="32" name="">
            <a:extLst xmlns:a="http://schemas.openxmlformats.org/drawingml/2006/main">
              <a:ext uri="{FF2B5EF4-FFF2-40B4-BE49-F238E27FC236}">
                <a16:creationId xmlns:a16="http://schemas.microsoft.com/office/drawing/2014/main" id="{6844DA5C-C0C1-47E4-935C-7F5BA8D0BE5A}"/>
              </a:ext>
            </a:extLst>
          </p:cNvPr>
          <p:cNvSpPr>
            <a:spLocks xmlns:a="http://schemas.openxmlformats.org/drawingml/2006/main" noGrp="1"/>
          </p:cNvSpPr>
          <p:nvPr/>
        </p:nvSpPr>
        <p:spPr>
          <a:xfrm xmlns:a="http://schemas.openxmlformats.org/drawingml/2006/main">
            <a:off x="9863542" y="2230386"/>
            <a:ext cx="78486" cy="78486"/>
          </a:xfrm>
          <a:prstGeom xmlns:a="http://schemas.openxmlformats.org/drawingml/2006/main" prst="ellipse">
            <a:avLst/>
          </a:prstGeom>
          <a:solidFill xmlns:a="http://schemas.openxmlformats.org/drawingml/2006/main">
            <a:srgbClr val="243746"/>
          </a:solidFill>
          <a:ln xmlns:a="http://schemas.openxmlformats.org/drawingml/2006/main" w="0">
            <a:noFill/>
            <a:prstDash val="solid"/>
          </a:ln>
        </p:spPr>
      </p:sp>
      <p:sp>
        <p:nvSpPr>
          <p:cNvPr id="33" name="text">
            <a:extLst xmlns:a="http://schemas.openxmlformats.org/drawingml/2006/main">
              <a:ext uri="{FF2B5EF4-FFF2-40B4-BE49-F238E27FC236}">
                <a16:creationId xmlns:a16="http://schemas.microsoft.com/office/drawing/2014/main" id="{FD67B990-AE12-44A5-B8B3-E9F0E6FF3CF5}"/>
              </a:ext>
            </a:extLst>
          </p:cNvPr>
          <p:cNvSpPr>
            <a:spLocks xmlns:a="http://schemas.openxmlformats.org/drawingml/2006/main" noGrp="1"/>
          </p:cNvSpPr>
          <p:nvPr/>
        </p:nvSpPr>
        <p:spPr>
          <a:xfrm xmlns:a="http://schemas.openxmlformats.org/drawingml/2006/main">
            <a:off x="10788205" y="4026979"/>
            <a:ext cx="294323"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8</a:t>
            </a:r>
          </a:p>
        </p:txBody>
      </p:sp>
      <p:sp>
        <p:nvSpPr>
          <p:cNvPr id="34" name="">
            <a:extLst xmlns:a="http://schemas.openxmlformats.org/drawingml/2006/main">
              <a:ext uri="{FF2B5EF4-FFF2-40B4-BE49-F238E27FC236}">
                <a16:creationId xmlns:a16="http://schemas.microsoft.com/office/drawing/2014/main" id="{A53AC98B-EB4D-4B2C-B360-0F92FC7C7E88}"/>
              </a:ext>
            </a:extLst>
          </p:cNvPr>
          <p:cNvSpPr>
            <a:spLocks xmlns:a="http://schemas.openxmlformats.org/drawingml/2006/main" noGrp="1"/>
          </p:cNvSpPr>
          <p:nvPr/>
        </p:nvSpPr>
        <p:spPr>
          <a:xfrm xmlns:a="http://schemas.openxmlformats.org/drawingml/2006/main">
            <a:off x="10807827" y="2900419"/>
            <a:ext cx="78486" cy="78486"/>
          </a:xfrm>
          <a:prstGeom xmlns:a="http://schemas.openxmlformats.org/drawingml/2006/main" prst="ellipse">
            <a:avLst/>
          </a:prstGeom>
          <a:solidFill xmlns:a="http://schemas.openxmlformats.org/drawingml/2006/main">
            <a:srgbClr val="243746"/>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0FDA9656-B94C-4114-A20A-2517F0A62E75}"/>
              </a:ext>
            </a:extLst>
          </p:cNvPr>
          <p:cNvSpPr>
            <a:spLocks xmlns:a="http://schemas.openxmlformats.org/drawingml/2006/main" noGrp="1"/>
          </p:cNvSpPr>
          <p:nvPr/>
        </p:nvSpPr>
        <p:spPr>
          <a:xfrm xmlns:a="http://schemas.openxmlformats.org/drawingml/2006/main">
            <a:off x="9843921" y="2629724"/>
            <a:ext cx="117729" cy="117729"/>
          </a:xfrm>
          <a:prstGeom xmlns:a="http://schemas.openxmlformats.org/drawingml/2006/main" prst="ellipse">
            <a:avLst/>
          </a:prstGeom>
          <a:solidFill xmlns:a="http://schemas.openxmlformats.org/drawingml/2006/main">
            <a:srgbClr val="FFFFFF"/>
          </a:solidFill>
          <a:ln xmlns:a="http://schemas.openxmlformats.org/drawingml/2006/main" w="14288">
            <a:solidFill>
              <a:srgbClr val="243746"/>
            </a:solidFill>
            <a:prstDash val="solid"/>
          </a:ln>
        </p:spPr>
      </p:sp>
      <p:sp>
        <p:nvSpPr>
          <p:cNvPr id="36" name="text">
            <a:extLst xmlns:a="http://schemas.openxmlformats.org/drawingml/2006/main">
              <a:ext uri="{FF2B5EF4-FFF2-40B4-BE49-F238E27FC236}">
                <a16:creationId xmlns:a16="http://schemas.microsoft.com/office/drawing/2014/main" id="{58B15773-06FD-4F77-ABBF-6E190D70BF37}"/>
              </a:ext>
            </a:extLst>
          </p:cNvPr>
          <p:cNvSpPr>
            <a:spLocks xmlns:a="http://schemas.openxmlformats.org/drawingml/2006/main" noGrp="1"/>
          </p:cNvSpPr>
          <p:nvPr/>
        </p:nvSpPr>
        <p:spPr>
          <a:xfrm xmlns:a="http://schemas.openxmlformats.org/drawingml/2006/main">
            <a:off x="6451854" y="1809750"/>
            <a:ext cx="2943225"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Relative rate / s</a:t>
            </a:r>
            <a:r>
              <a:rPr sz="1425" b="0" baseline="30000">
                <a:solidFill>
                  <a:srgbClr val="243746"/>
                </a:solidFill>
                <a:latin typeface="Liberation Sans"/>
                <a:ea typeface="Liberation Sans"/>
                <a:cs typeface="Liberation Sans"/>
              </a:rPr>
              <a:t>−1</a:t>
            </a:r>
          </a:p>
        </p:txBody>
      </p:sp>
      <p:sp>
        <p:nvSpPr>
          <p:cNvPr id="37" name="text">
            <a:extLst xmlns:a="http://schemas.openxmlformats.org/drawingml/2006/main">
              <a:ext uri="{FF2B5EF4-FFF2-40B4-BE49-F238E27FC236}">
                <a16:creationId xmlns:a16="http://schemas.microsoft.com/office/drawing/2014/main" id="{9DB52CC9-92AE-4B9B-98F7-B2B6401FC411}"/>
              </a:ext>
            </a:extLst>
          </p:cNvPr>
          <p:cNvSpPr>
            <a:spLocks xmlns:a="http://schemas.openxmlformats.org/drawingml/2006/main" noGrp="1"/>
          </p:cNvSpPr>
          <p:nvPr/>
        </p:nvSpPr>
        <p:spPr>
          <a:xfrm xmlns:a="http://schemas.openxmlformats.org/drawingml/2006/main">
            <a:off x="8296275" y="4301681"/>
            <a:ext cx="2452688"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pH (no unit)</a:t>
            </a:r>
          </a:p>
        </p:txBody>
      </p:sp>
      <p:sp>
        <p:nvSpPr>
          <p:cNvPr id="38" name="text">
            <a:extLst xmlns:a="http://schemas.openxmlformats.org/drawingml/2006/main">
              <a:ext uri="{FF2B5EF4-FFF2-40B4-BE49-F238E27FC236}">
                <a16:creationId xmlns:a16="http://schemas.microsoft.com/office/drawing/2014/main" id="{EB6060DD-013C-4494-8D54-D7C9F7407BD5}"/>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39" name="text">
            <a:extLst xmlns:a="http://schemas.openxmlformats.org/drawingml/2006/main">
              <a:ext uri="{FF2B5EF4-FFF2-40B4-BE49-F238E27FC236}">
                <a16:creationId xmlns:a16="http://schemas.microsoft.com/office/drawing/2014/main" id="{CD59145D-A872-40FD-9EB1-08C966A346C2}"/>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40" name="text">
            <a:extLst xmlns:a="http://schemas.openxmlformats.org/drawingml/2006/main">
              <a:ext uri="{FF2B5EF4-FFF2-40B4-BE49-F238E27FC236}">
                <a16:creationId xmlns:a16="http://schemas.microsoft.com/office/drawing/2014/main" id="{13ACFF3B-FE2B-41BF-900B-5D1EA0A7ED39}"/>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28 / 52</a:t>
            </a:r>
          </a:p>
        </p:txBody>
      </p:sp>
      <p:sp>
        <p:nvSpPr>
          <p:cNvPr id="41" name="text">
            <a:extLst xmlns:a="http://schemas.openxmlformats.org/drawingml/2006/main">
              <a:ext uri="{FF2B5EF4-FFF2-40B4-BE49-F238E27FC236}">
                <a16:creationId xmlns:a16="http://schemas.microsoft.com/office/drawing/2014/main" id="{8B073BBF-4C6A-4D6B-B1A5-FB9F3F55CD07}"/>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522784786"/>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036CD555-334E-45E7-B431-611F17A8CD10}"/>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E82F1E83-AE60-4A6F-92A0-03CEA092B9B8}"/>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17 to 21</a:t>
            </a:r>
          </a:p>
        </p:txBody>
      </p:sp>
      <p:sp>
        <p:nvSpPr>
          <p:cNvPr id="3" name="text">
            <a:extLst xmlns:a="http://schemas.openxmlformats.org/drawingml/2006/main">
              <a:ext uri="{FF2B5EF4-FFF2-40B4-BE49-F238E27FC236}">
                <a16:creationId xmlns:a16="http://schemas.microsoft.com/office/drawing/2014/main" id="{ED73AB47-D336-4A37-A6E8-4F23296D9EFF}"/>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repair and transfer</a:t>
            </a:r>
          </a:p>
        </p:txBody>
      </p:sp>
      <p:pic>
        <p:nvPicPr>
          <p:cNvPr id="4" name="">
            <a:extLst xmlns:a="http://schemas.openxmlformats.org/drawingml/2006/main">
              <a:ext uri="{FF2B5EF4-FFF2-40B4-BE49-F238E27FC236}">
                <a16:creationId xmlns:a16="http://schemas.microsoft.com/office/drawing/2014/main" id="{BCE970AD-87B7-4AAC-B5E1-103CD88A635F}"/>
              </a:ext>
            </a:extLst>
          </p:cNvPr>
          <p:cNvPicPr>
            <a:picLocks xmlns:a="http://schemas.openxmlformats.org/drawingml/2006/main" noChangeAspect="1"/>
          </p:cNvPicPr>
          <p:nvPr/>
        </p:nvPicPr>
        <p:blipFill>
          <a:blip xmlns:r="http://schemas.openxmlformats.org/officeDocument/2006/relationships" xmlns:a="http://schemas.openxmlformats.org/drawingml/2006/main" r:embed="Ra15bde88b7d64b72"/>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B558B40-E772-4603-B170-E81734278E20}"/>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E58BADE-F258-4453-A52A-2BF3E1A9F894}"/>
              </a:ext>
            </a:extLst>
          </p:cNvPr>
          <p:cNvSpPr>
            <a:spLocks xmlns:a="http://schemas.openxmlformats.org/drawingml/2006/main" noGrp="1"/>
          </p:cNvSpPr>
          <p:nvPr/>
        </p:nvSpPr>
        <p:spPr>
          <a:xfrm xmlns:a="http://schemas.openxmlformats.org/drawingml/2006/main">
            <a:off x="381000" y="1485900"/>
            <a:ext cx="5950744"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123642BA-C1A8-4238-9D48-E5F1FB3ECE87}"/>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Record one evidence claim and explain its limit.</a:t>
            </a:r>
          </a:p>
        </p:txBody>
      </p:sp>
      <p:sp>
        <p:nvSpPr>
          <p:cNvPr id="8" name="text">
            <a:extLst xmlns:a="http://schemas.openxmlformats.org/drawingml/2006/main">
              <a:ext uri="{FF2B5EF4-FFF2-40B4-BE49-F238E27FC236}">
                <a16:creationId xmlns:a16="http://schemas.microsoft.com/office/drawing/2014/main" id="{891D28F8-C4F5-42B9-9709-72E06A7CD6D8}"/>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Draft explanation: “Enzymes are killed at pH 4. pH 7 is the exact optimum for every amylase.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Diffusion breaks starch into sugar.”</a:t>
            </a:r>
          </a:p>
        </p:txBody>
      </p:sp>
      <p:sp>
        <p:nvSpPr>
          <p:cNvPr id="9" name="text">
            <a:extLst xmlns:a="http://schemas.openxmlformats.org/drawingml/2006/main">
              <a:ext uri="{FF2B5EF4-FFF2-40B4-BE49-F238E27FC236}">
                <a16:creationId xmlns:a16="http://schemas.microsoft.com/office/drawing/2014/main" id="{705EBFEB-DFCA-4ABD-9958-EA05BBA7E9A0}"/>
              </a:ext>
            </a:extLst>
          </p:cNvPr>
          <p:cNvSpPr>
            <a:spLocks xmlns:a="http://schemas.openxmlformats.org/drawingml/2006/main" noGrp="1"/>
          </p:cNvSpPr>
          <p:nvPr/>
        </p:nvSpPr>
        <p:spPr>
          <a:xfrm xmlns:a="http://schemas.openxmlformats.org/drawingml/2006/main">
            <a:off x="457200" y="2752725"/>
            <a:ext cx="112776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Reference: Enzymes are biological catalysts. They are not living things. Digestion breaks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molecules down. Diffusion is net movement from a higher to a lower concentration. pH can affect</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how well an enzyme works.</a:t>
            </a:r>
          </a:p>
        </p:txBody>
      </p:sp>
      <p:sp>
        <p:nvSpPr>
          <p:cNvPr id="10" name="text">
            <a:extLst xmlns:a="http://schemas.openxmlformats.org/drawingml/2006/main">
              <a:ext uri="{FF2B5EF4-FFF2-40B4-BE49-F238E27FC236}">
                <a16:creationId xmlns:a16="http://schemas.microsoft.com/office/drawing/2014/main" id="{4C7719D3-011C-4725-86A3-27BD8A0358EE}"/>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1" name="text">
            <a:extLst xmlns:a="http://schemas.openxmlformats.org/drawingml/2006/main">
              <a:ext uri="{FF2B5EF4-FFF2-40B4-BE49-F238E27FC236}">
                <a16:creationId xmlns:a16="http://schemas.microsoft.com/office/drawing/2014/main" id="{C77759DD-DA9F-45C6-BDEC-C548073C441D}"/>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2" name="text">
            <a:extLst xmlns:a="http://schemas.openxmlformats.org/drawingml/2006/main">
              <a:ext uri="{FF2B5EF4-FFF2-40B4-BE49-F238E27FC236}">
                <a16:creationId xmlns:a16="http://schemas.microsoft.com/office/drawing/2014/main" id="{622FB3A9-99CC-482B-8BAE-EE84F375B629}"/>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29 / 52</a:t>
            </a:r>
          </a:p>
        </p:txBody>
      </p:sp>
      <p:sp>
        <p:nvSpPr>
          <p:cNvPr id="13" name="text">
            <a:extLst xmlns:a="http://schemas.openxmlformats.org/drawingml/2006/main">
              <a:ext uri="{FF2B5EF4-FFF2-40B4-BE49-F238E27FC236}">
                <a16:creationId xmlns:a16="http://schemas.microsoft.com/office/drawing/2014/main" id="{3F618991-42E3-4D73-A11E-DB7E49E47D75}"/>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201253690"/>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774A1448-41BC-49A0-8FDA-2D3A5BF0CA79}"/>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644AAE2B-75D9-4026-9D52-709676C837B9}"/>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17 to 21</a:t>
            </a:r>
          </a:p>
        </p:txBody>
      </p:sp>
      <p:sp>
        <p:nvSpPr>
          <p:cNvPr id="3" name="text">
            <a:extLst xmlns:a="http://schemas.openxmlformats.org/drawingml/2006/main">
              <a:ext uri="{FF2B5EF4-FFF2-40B4-BE49-F238E27FC236}">
                <a16:creationId xmlns:a16="http://schemas.microsoft.com/office/drawing/2014/main" id="{BDA09784-1647-443A-A377-2B061C0689CB}"/>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repair and transfer</a:t>
            </a:r>
          </a:p>
        </p:txBody>
      </p:sp>
      <p:pic>
        <p:nvPicPr>
          <p:cNvPr id="4" name="">
            <a:extLst xmlns:a="http://schemas.openxmlformats.org/drawingml/2006/main">
              <a:ext uri="{FF2B5EF4-FFF2-40B4-BE49-F238E27FC236}">
                <a16:creationId xmlns:a16="http://schemas.microsoft.com/office/drawing/2014/main" id="{6BF4EE86-1FD7-4192-A203-1626FF17EE71}"/>
              </a:ext>
            </a:extLst>
          </p:cNvPr>
          <p:cNvPicPr>
            <a:picLocks xmlns:a="http://schemas.openxmlformats.org/drawingml/2006/main" noChangeAspect="1"/>
          </p:cNvPicPr>
          <p:nvPr/>
        </p:nvPicPr>
        <p:blipFill>
          <a:blip xmlns:r="http://schemas.openxmlformats.org/officeDocument/2006/relationships" xmlns:a="http://schemas.openxmlformats.org/drawingml/2006/main" r:embed="R5ee9edceeb584838"/>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C11532D-A7AD-4203-804F-54D87F2C67BE}"/>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5002B1C-C09B-490F-9D95-E946A2FE0E41}"/>
              </a:ext>
            </a:extLst>
          </p:cNvPr>
          <p:cNvSpPr>
            <a:spLocks xmlns:a="http://schemas.openxmlformats.org/drawingml/2006/main" noGrp="1"/>
          </p:cNvSpPr>
          <p:nvPr/>
        </p:nvSpPr>
        <p:spPr>
          <a:xfrm xmlns:a="http://schemas.openxmlformats.org/drawingml/2006/main">
            <a:off x="381000" y="1485900"/>
            <a:ext cx="5950744"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ABEB4F91-C896-4509-A04F-2E4B9C0A1D42}"/>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Record one evidence claim and explain its limit.</a:t>
            </a:r>
          </a:p>
        </p:txBody>
      </p:sp>
      <p:sp>
        <p:nvSpPr>
          <p:cNvPr id="8" name="text">
            <a:extLst xmlns:a="http://schemas.openxmlformats.org/drawingml/2006/main">
              <a:ext uri="{FF2B5EF4-FFF2-40B4-BE49-F238E27FC236}">
                <a16:creationId xmlns:a16="http://schemas.microsoft.com/office/drawing/2014/main" id="{C0F59935-C425-456D-8F5C-58C2CDCB22EA}"/>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Which revision is supported?</a:t>
            </a:r>
          </a:p>
        </p:txBody>
      </p:sp>
      <p:sp>
        <p:nvSpPr>
          <p:cNvPr id="9" name="text">
            <a:extLst xmlns:a="http://schemas.openxmlformats.org/drawingml/2006/main">
              <a:ext uri="{FF2B5EF4-FFF2-40B4-BE49-F238E27FC236}">
                <a16:creationId xmlns:a16="http://schemas.microsoft.com/office/drawing/2014/main" id="{CB6D6A59-66EF-4166-B3B5-DDEAB03AA9CF}"/>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 pH 7 had the highest rate among the five tested values; pH may affect active-site function.</a:t>
            </a:r>
          </a:p>
        </p:txBody>
      </p:sp>
      <p:sp>
        <p:nvSpPr>
          <p:cNvPr id="10" name="text">
            <a:extLst xmlns:a="http://schemas.openxmlformats.org/drawingml/2006/main">
              <a:ext uri="{FF2B5EF4-FFF2-40B4-BE49-F238E27FC236}">
                <a16:creationId xmlns:a16="http://schemas.microsoft.com/office/drawing/2014/main" id="{E7C7865C-AB9C-4CE8-83A4-F1A8B3F41401}"/>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B. A slower result proves permanent denaturation.</a:t>
            </a:r>
          </a:p>
        </p:txBody>
      </p:sp>
      <p:sp>
        <p:nvSpPr>
          <p:cNvPr id="11" name="text">
            <a:extLst xmlns:a="http://schemas.openxmlformats.org/drawingml/2006/main">
              <a:ext uri="{FF2B5EF4-FFF2-40B4-BE49-F238E27FC236}">
                <a16:creationId xmlns:a16="http://schemas.microsoft.com/office/drawing/2014/main" id="{773A61EA-37DE-4BCD-B920-CF85AAFBA8D6}"/>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 Diffusion chemically splits starch into smaller sugars.</a:t>
            </a:r>
          </a:p>
        </p:txBody>
      </p:sp>
      <p:sp>
        <p:nvSpPr>
          <p:cNvPr id="12" name="text">
            <a:extLst xmlns:a="http://schemas.openxmlformats.org/drawingml/2006/main">
              <a:ext uri="{FF2B5EF4-FFF2-40B4-BE49-F238E27FC236}">
                <a16:creationId xmlns:a16="http://schemas.microsoft.com/office/drawing/2014/main" id="{815F027C-B5F9-44A1-836F-773303AACFE5}"/>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3" name="text">
            <a:extLst xmlns:a="http://schemas.openxmlformats.org/drawingml/2006/main">
              <a:ext uri="{FF2B5EF4-FFF2-40B4-BE49-F238E27FC236}">
                <a16:creationId xmlns:a16="http://schemas.microsoft.com/office/drawing/2014/main" id="{6E31AEC3-6F39-4CF7-9850-12C2BDE5A58F}"/>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4" name="text">
            <a:extLst xmlns:a="http://schemas.openxmlformats.org/drawingml/2006/main">
              <a:ext uri="{FF2B5EF4-FFF2-40B4-BE49-F238E27FC236}">
                <a16:creationId xmlns:a16="http://schemas.microsoft.com/office/drawing/2014/main" id="{6FD863D4-ADBB-4CE5-8382-71001B12F12F}"/>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30 / 52</a:t>
            </a:r>
          </a:p>
        </p:txBody>
      </p:sp>
      <p:sp>
        <p:nvSpPr>
          <p:cNvPr id="15" name="text">
            <a:extLst xmlns:a="http://schemas.openxmlformats.org/drawingml/2006/main">
              <a:ext uri="{FF2B5EF4-FFF2-40B4-BE49-F238E27FC236}">
                <a16:creationId xmlns:a16="http://schemas.microsoft.com/office/drawing/2014/main" id="{F1C29627-1E1D-4C3E-AE73-468A3DCCB71E}"/>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053970003"/>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40" name="text">
            <a:extLst xmlns:a="http://schemas.openxmlformats.org/drawingml/2006/main">
              <a:ext uri="{FF2B5EF4-FFF2-40B4-BE49-F238E27FC236}">
                <a16:creationId xmlns:a16="http://schemas.microsoft.com/office/drawing/2014/main" id="{E81FDA35-3DFE-4D96-9AD7-4FA54CFC9149}"/>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69501C16-B49D-47F0-AD13-0C09CD0BFC49}"/>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17 to 21</a:t>
            </a:r>
          </a:p>
        </p:txBody>
      </p:sp>
      <p:sp>
        <p:nvSpPr>
          <p:cNvPr id="3" name="text">
            <a:extLst xmlns:a="http://schemas.openxmlformats.org/drawingml/2006/main">
              <a:ext uri="{FF2B5EF4-FFF2-40B4-BE49-F238E27FC236}">
                <a16:creationId xmlns:a16="http://schemas.microsoft.com/office/drawing/2014/main" id="{97D8F89E-27DE-4D7A-8372-911266252986}"/>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repair and transfer</a:t>
            </a:r>
          </a:p>
        </p:txBody>
      </p:sp>
      <p:pic>
        <p:nvPicPr>
          <p:cNvPr id="4" name="">
            <a:extLst xmlns:a="http://schemas.openxmlformats.org/drawingml/2006/main">
              <a:ext uri="{FF2B5EF4-FFF2-40B4-BE49-F238E27FC236}">
                <a16:creationId xmlns:a16="http://schemas.microsoft.com/office/drawing/2014/main" id="{A69E243A-9C00-45C3-9831-12D272811425}"/>
              </a:ext>
            </a:extLst>
          </p:cNvPr>
          <p:cNvPicPr>
            <a:picLocks xmlns:a="http://schemas.openxmlformats.org/drawingml/2006/main" noChangeAspect="1"/>
          </p:cNvPicPr>
          <p:nvPr/>
        </p:nvPicPr>
        <p:blipFill>
          <a:blip xmlns:r="http://schemas.openxmlformats.org/officeDocument/2006/relationships" xmlns:a="http://schemas.openxmlformats.org/drawingml/2006/main" r:embed="Rb2a6a82e0f2f47ae"/>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BE19A05-A390-47C4-8724-125AE45CADEF}"/>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8E2A7B3-0176-4078-81D1-3F4A40CF24F6}"/>
              </a:ext>
            </a:extLst>
          </p:cNvPr>
          <p:cNvSpPr>
            <a:spLocks xmlns:a="http://schemas.openxmlformats.org/drawingml/2006/main" noGrp="1"/>
          </p:cNvSpPr>
          <p:nvPr/>
        </p:nvSpPr>
        <p:spPr>
          <a:xfrm xmlns:a="http://schemas.openxmlformats.org/drawingml/2006/main">
            <a:off x="381000" y="1485900"/>
            <a:ext cx="5950744"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3E66BA0F-AEE2-4900-AB76-4E6A67DD727B}"/>
              </a:ext>
            </a:extLst>
          </p:cNvPr>
          <p:cNvSpPr>
            <a:spLocks xmlns:a="http://schemas.openxmlformats.org/drawingml/2006/main" noGrp="1"/>
          </p:cNvSpPr>
          <p:nvPr/>
        </p:nvSpPr>
        <p:spPr>
          <a:xfrm xmlns:a="http://schemas.openxmlformats.org/drawingml/2006/main">
            <a:off x="428625" y="1676400"/>
            <a:ext cx="528637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0">
                <a:solidFill>
                  <a:srgbClr val="243746"/>
                </a:solidFill>
                <a:latin typeface="Liberation Sans"/>
                <a:ea typeface="Liberation Sans"/>
                <a:cs typeface="Liberation Sans"/>
              </a:defRPr>
            </a:defPPr>
            <a:lvl1pPr>
              <a:defRPr sz="1650" b="0">
                <a:solidFill>
                  <a:srgbClr val="243746"/>
                </a:solidFill>
                <a:latin typeface="Liberation Sans"/>
                <a:ea typeface="Liberation Sans"/>
                <a:cs typeface="Liberation Sans"/>
              </a:defRPr>
            </a:lvl1pPr>
            <a:lvl2pPr>
              <a:defRPr sz="1650" b="0">
                <a:solidFill>
                  <a:srgbClr val="243746"/>
                </a:solidFill>
                <a:latin typeface="Liberation Sans"/>
                <a:ea typeface="Liberation Sans"/>
                <a:cs typeface="Liberation Sans"/>
              </a:defRPr>
            </a:lvl2pPr>
            <a:lvl3pPr>
              <a:defRPr sz="1650" b="0">
                <a:solidFill>
                  <a:srgbClr val="243746"/>
                </a:solidFill>
                <a:latin typeface="Liberation Sans"/>
                <a:ea typeface="Liberation Sans"/>
                <a:cs typeface="Liberation Sans"/>
              </a:defRPr>
            </a:lvl3pPr>
            <a:lvl4pPr>
              <a:defRPr sz="1650" b="0">
                <a:solidFill>
                  <a:srgbClr val="243746"/>
                </a:solidFill>
                <a:latin typeface="Liberation Sans"/>
                <a:ea typeface="Liberation Sans"/>
                <a:cs typeface="Liberation Sans"/>
              </a:defRPr>
            </a:lvl4pPr>
            <a:lvl5pPr>
              <a:defRPr sz="1650" b="0">
                <a:solidFill>
                  <a:srgbClr val="243746"/>
                </a:solidFill>
                <a:latin typeface="Liberation Sans"/>
                <a:ea typeface="Liberation Sans"/>
                <a:cs typeface="Liberation Sans"/>
              </a:defRPr>
            </a:lvl5pPr>
            <a:lvl6pPr>
              <a:defRPr sz="1650" b="0">
                <a:solidFill>
                  <a:srgbClr val="243746"/>
                </a:solidFill>
                <a:latin typeface="Liberation Sans"/>
                <a:ea typeface="Liberation Sans"/>
                <a:cs typeface="Liberation Sans"/>
              </a:defRPr>
            </a:lvl6pPr>
            <a:lvl7pPr>
              <a:defRPr sz="1650" b="0">
                <a:solidFill>
                  <a:srgbClr val="243746"/>
                </a:solidFill>
                <a:latin typeface="Liberation Sans"/>
                <a:ea typeface="Liberation Sans"/>
                <a:cs typeface="Liberation Sans"/>
              </a:defRPr>
            </a:lvl7pPr>
            <a:lvl8pPr>
              <a:defRPr sz="1650" b="0">
                <a:solidFill>
                  <a:srgbClr val="243746"/>
                </a:solidFill>
                <a:latin typeface="Liberation Sans"/>
                <a:ea typeface="Liberation Sans"/>
                <a:cs typeface="Liberation Sans"/>
              </a:defRPr>
            </a:lvl8pPr>
            <a:lvl9pPr>
              <a:defRPr sz="1650" b="0">
                <a:solidFill>
                  <a:srgbClr val="243746"/>
                </a:solidFill>
                <a:latin typeface="Liberation Sans"/>
                <a:ea typeface="Liberation Sans"/>
                <a:cs typeface="Liberation Sans"/>
              </a:defRPr>
            </a:lvl9pPr>
          </a:lstStyle>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In your book: Record one evidence claim and</a:t>
            </a:r>
          </a:p>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explain its limit.</a:t>
            </a:r>
          </a:p>
        </p:txBody>
      </p:sp>
      <p:sp>
        <p:nvSpPr>
          <p:cNvPr id="8" name="text">
            <a:extLst xmlns:a="http://schemas.openxmlformats.org/drawingml/2006/main">
              <a:ext uri="{FF2B5EF4-FFF2-40B4-BE49-F238E27FC236}">
                <a16:creationId xmlns:a16="http://schemas.microsoft.com/office/drawing/2014/main" id="{F251C079-6D4C-4D99-A211-3FC1309ED3CA}"/>
              </a:ext>
            </a:extLst>
          </p:cNvPr>
          <p:cNvSpPr>
            <a:spLocks xmlns:a="http://schemas.openxmlformats.org/drawingml/2006/main" noGrp="1"/>
          </p:cNvSpPr>
          <p:nvPr/>
        </p:nvSpPr>
        <p:spPr>
          <a:xfrm xmlns:a="http://schemas.openxmlformats.org/drawingml/2006/main">
            <a:off x="428625" y="2286000"/>
            <a:ext cx="5286375" cy="1647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0">
                <a:solidFill>
                  <a:srgbClr val="243746"/>
                </a:solidFill>
                <a:latin typeface="Liberation Sans"/>
                <a:ea typeface="Liberation Sans"/>
                <a:cs typeface="Liberation Sans"/>
              </a:defRPr>
            </a:defPPr>
            <a:lvl1pPr>
              <a:defRPr sz="1650" b="0">
                <a:solidFill>
                  <a:srgbClr val="243746"/>
                </a:solidFill>
                <a:latin typeface="Liberation Sans"/>
                <a:ea typeface="Liberation Sans"/>
                <a:cs typeface="Liberation Sans"/>
              </a:defRPr>
            </a:lvl1pPr>
            <a:lvl2pPr>
              <a:defRPr sz="1650" b="0">
                <a:solidFill>
                  <a:srgbClr val="243746"/>
                </a:solidFill>
                <a:latin typeface="Liberation Sans"/>
                <a:ea typeface="Liberation Sans"/>
                <a:cs typeface="Liberation Sans"/>
              </a:defRPr>
            </a:lvl2pPr>
            <a:lvl3pPr>
              <a:defRPr sz="1650" b="0">
                <a:solidFill>
                  <a:srgbClr val="243746"/>
                </a:solidFill>
                <a:latin typeface="Liberation Sans"/>
                <a:ea typeface="Liberation Sans"/>
                <a:cs typeface="Liberation Sans"/>
              </a:defRPr>
            </a:lvl3pPr>
            <a:lvl4pPr>
              <a:defRPr sz="1650" b="0">
                <a:solidFill>
                  <a:srgbClr val="243746"/>
                </a:solidFill>
                <a:latin typeface="Liberation Sans"/>
                <a:ea typeface="Liberation Sans"/>
                <a:cs typeface="Liberation Sans"/>
              </a:defRPr>
            </a:lvl4pPr>
            <a:lvl5pPr>
              <a:defRPr sz="1650" b="0">
                <a:solidFill>
                  <a:srgbClr val="243746"/>
                </a:solidFill>
                <a:latin typeface="Liberation Sans"/>
                <a:ea typeface="Liberation Sans"/>
                <a:cs typeface="Liberation Sans"/>
              </a:defRPr>
            </a:lvl5pPr>
            <a:lvl6pPr>
              <a:defRPr sz="1650" b="0">
                <a:solidFill>
                  <a:srgbClr val="243746"/>
                </a:solidFill>
                <a:latin typeface="Liberation Sans"/>
                <a:ea typeface="Liberation Sans"/>
                <a:cs typeface="Liberation Sans"/>
              </a:defRPr>
            </a:lvl6pPr>
            <a:lvl7pPr>
              <a:defRPr sz="1650" b="0">
                <a:solidFill>
                  <a:srgbClr val="243746"/>
                </a:solidFill>
                <a:latin typeface="Liberation Sans"/>
                <a:ea typeface="Liberation Sans"/>
                <a:cs typeface="Liberation Sans"/>
              </a:defRPr>
            </a:lvl7pPr>
            <a:lvl8pPr>
              <a:defRPr sz="1650" b="0">
                <a:solidFill>
                  <a:srgbClr val="243746"/>
                </a:solidFill>
                <a:latin typeface="Liberation Sans"/>
                <a:ea typeface="Liberation Sans"/>
                <a:cs typeface="Liberation Sans"/>
              </a:defRPr>
            </a:lvl8pPr>
            <a:lvl9pPr>
              <a:defRPr sz="1650" b="0">
                <a:solidFill>
                  <a:srgbClr val="243746"/>
                </a:solidFill>
                <a:latin typeface="Liberation Sans"/>
                <a:ea typeface="Liberation Sans"/>
                <a:cs typeface="Liberation Sans"/>
              </a:defRPr>
            </a:lvl9pPr>
          </a:lstStyle>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Enzyme digestion changes molecules in a chemical</a:t>
            </a:r>
          </a:p>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way. It breaks large molecules into smaller ones.</a:t>
            </a:r>
          </a:p>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Diffusion is net movement of particles. They</a:t>
            </a:r>
          </a:p>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move from higher to lower concentration. That</a:t>
            </a:r>
          </a:p>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movement does not itself break starch into</a:t>
            </a:r>
          </a:p>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sugars in a chemical way.</a:t>
            </a:r>
          </a:p>
        </p:txBody>
      </p:sp>
      <p:sp>
        <p:nvSpPr>
          <p:cNvPr id="9" name="text">
            <a:extLst xmlns:a="http://schemas.openxmlformats.org/drawingml/2006/main">
              <a:ext uri="{FF2B5EF4-FFF2-40B4-BE49-F238E27FC236}">
                <a16:creationId xmlns:a16="http://schemas.microsoft.com/office/drawing/2014/main" id="{19775CF1-850B-4458-B730-B4CCF226AA0F}"/>
              </a:ext>
            </a:extLst>
          </p:cNvPr>
          <p:cNvSpPr>
            <a:spLocks xmlns:a="http://schemas.openxmlformats.org/drawingml/2006/main" noGrp="1"/>
          </p:cNvSpPr>
          <p:nvPr/>
        </p:nvSpPr>
        <p:spPr>
          <a:xfrm xmlns:a="http://schemas.openxmlformats.org/drawingml/2006/main">
            <a:off x="428625" y="3962400"/>
            <a:ext cx="5286375"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650" b="0">
                <a:solidFill>
                  <a:srgbClr val="243746"/>
                </a:solidFill>
                <a:latin typeface="Liberation Sans"/>
                <a:ea typeface="Liberation Sans"/>
                <a:cs typeface="Liberation Sans"/>
              </a:defRPr>
            </a:defPPr>
            <a:lvl1pPr>
              <a:defRPr sz="1650" b="0">
                <a:solidFill>
                  <a:srgbClr val="243746"/>
                </a:solidFill>
                <a:latin typeface="Liberation Sans"/>
                <a:ea typeface="Liberation Sans"/>
                <a:cs typeface="Liberation Sans"/>
              </a:defRPr>
            </a:lvl1pPr>
            <a:lvl2pPr>
              <a:defRPr sz="1650" b="0">
                <a:solidFill>
                  <a:srgbClr val="243746"/>
                </a:solidFill>
                <a:latin typeface="Liberation Sans"/>
                <a:ea typeface="Liberation Sans"/>
                <a:cs typeface="Liberation Sans"/>
              </a:defRPr>
            </a:lvl2pPr>
            <a:lvl3pPr>
              <a:defRPr sz="1650" b="0">
                <a:solidFill>
                  <a:srgbClr val="243746"/>
                </a:solidFill>
                <a:latin typeface="Liberation Sans"/>
                <a:ea typeface="Liberation Sans"/>
                <a:cs typeface="Liberation Sans"/>
              </a:defRPr>
            </a:lvl3pPr>
            <a:lvl4pPr>
              <a:defRPr sz="1650" b="0">
                <a:solidFill>
                  <a:srgbClr val="243746"/>
                </a:solidFill>
                <a:latin typeface="Liberation Sans"/>
                <a:ea typeface="Liberation Sans"/>
                <a:cs typeface="Liberation Sans"/>
              </a:defRPr>
            </a:lvl4pPr>
            <a:lvl5pPr>
              <a:defRPr sz="1650" b="0">
                <a:solidFill>
                  <a:srgbClr val="243746"/>
                </a:solidFill>
                <a:latin typeface="Liberation Sans"/>
                <a:ea typeface="Liberation Sans"/>
                <a:cs typeface="Liberation Sans"/>
              </a:defRPr>
            </a:lvl5pPr>
            <a:lvl6pPr>
              <a:defRPr sz="1650" b="0">
                <a:solidFill>
                  <a:srgbClr val="243746"/>
                </a:solidFill>
                <a:latin typeface="Liberation Sans"/>
                <a:ea typeface="Liberation Sans"/>
                <a:cs typeface="Liberation Sans"/>
              </a:defRPr>
            </a:lvl6pPr>
            <a:lvl7pPr>
              <a:defRPr sz="1650" b="0">
                <a:solidFill>
                  <a:srgbClr val="243746"/>
                </a:solidFill>
                <a:latin typeface="Liberation Sans"/>
                <a:ea typeface="Liberation Sans"/>
                <a:cs typeface="Liberation Sans"/>
              </a:defRPr>
            </a:lvl7pPr>
            <a:lvl8pPr>
              <a:defRPr sz="1650" b="0">
                <a:solidFill>
                  <a:srgbClr val="243746"/>
                </a:solidFill>
                <a:latin typeface="Liberation Sans"/>
                <a:ea typeface="Liberation Sans"/>
                <a:cs typeface="Liberation Sans"/>
              </a:defRPr>
            </a:lvl8pPr>
            <a:lvl9pPr>
              <a:defRPr sz="1650" b="0">
                <a:solidFill>
                  <a:srgbClr val="243746"/>
                </a:solidFill>
                <a:latin typeface="Liberation Sans"/>
                <a:ea typeface="Liberation Sans"/>
                <a:cs typeface="Liberation Sans"/>
              </a:defRPr>
            </a:lvl9pPr>
          </a:lstStyle>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Amylase speeds up starch digestion. It helps the</a:t>
            </a:r>
          </a:p>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starch break down. Just moving particles to a</a:t>
            </a:r>
          </a:p>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new place does not split their molecules. These</a:t>
            </a:r>
          </a:p>
          <a:p xmlns:a="http://schemas.openxmlformats.org/drawingml/2006/main">
            <a:pPr>
              <a:defRPr sz="1650" b="0">
                <a:solidFill>
                  <a:srgbClr val="243746"/>
                </a:solidFill>
                <a:latin typeface="Liberation Sans"/>
                <a:ea typeface="Liberation Sans"/>
                <a:cs typeface="Liberation Sans"/>
              </a:defRPr>
            </a:pPr>
            <a:r>
              <a:rPr sz="1650" b="0">
                <a:solidFill>
                  <a:srgbClr val="243746"/>
                </a:solidFill>
                <a:latin typeface="Liberation Sans"/>
                <a:ea typeface="Liberation Sans"/>
                <a:cs typeface="Liberation Sans"/>
              </a:rPr>
              <a:t>are two different sorts of change.</a:t>
            </a:r>
          </a:p>
        </p:txBody>
      </p:sp>
      <p:sp>
        <p:nvSpPr>
          <p:cNvPr id="10" name="text">
            <a:extLst xmlns:a="http://schemas.openxmlformats.org/drawingml/2006/main">
              <a:ext uri="{FF2B5EF4-FFF2-40B4-BE49-F238E27FC236}">
                <a16:creationId xmlns:a16="http://schemas.microsoft.com/office/drawing/2014/main" id="{AC9F7162-44A5-469E-AF3A-109BF46B6997}"/>
              </a:ext>
            </a:extLst>
          </p:cNvPr>
          <p:cNvSpPr>
            <a:spLocks xmlns:a="http://schemas.openxmlformats.org/drawingml/2006/main" noGrp="1"/>
          </p:cNvSpPr>
          <p:nvPr/>
        </p:nvSpPr>
        <p:spPr>
          <a:xfrm xmlns:a="http://schemas.openxmlformats.org/drawingml/2006/main">
            <a:off x="6481286" y="1809750"/>
            <a:ext cx="4709160"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Digestion: chemical breakdown</a:t>
            </a:r>
          </a:p>
        </p:txBody>
      </p:sp>
      <p:sp>
        <p:nvSpPr>
          <p:cNvPr id="11" name="">
            <a:extLst xmlns:a="http://schemas.openxmlformats.org/drawingml/2006/main">
              <a:ext uri="{FF2B5EF4-FFF2-40B4-BE49-F238E27FC236}">
                <a16:creationId xmlns:a16="http://schemas.microsoft.com/office/drawing/2014/main" id="{6BBF5169-9A15-4AC2-BD04-E3B2A0A745B4}"/>
              </a:ext>
            </a:extLst>
          </p:cNvPr>
          <p:cNvSpPr>
            <a:spLocks xmlns:a="http://schemas.openxmlformats.org/drawingml/2006/main" noGrp="1"/>
          </p:cNvSpPr>
          <p:nvPr/>
        </p:nvSpPr>
        <p:spPr>
          <a:xfrm xmlns:a="http://schemas.openxmlformats.org/drawingml/2006/main">
            <a:off x="6579394" y="2153126"/>
            <a:ext cx="215837" cy="245269"/>
          </a:xfrm>
          <a:prstGeom xmlns:a="http://schemas.openxmlformats.org/drawingml/2006/main" prst="rect">
            <a:avLst/>
          </a:prstGeom>
          <a:solidFill xmlns:a="http://schemas.openxmlformats.org/drawingml/2006/main">
            <a:srgbClr val="F8FD93"/>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44F341F-1023-4246-A515-6B8DEE27C64F}"/>
              </a:ext>
            </a:extLst>
          </p:cNvPr>
          <p:cNvSpPr>
            <a:spLocks xmlns:a="http://schemas.openxmlformats.org/drawingml/2006/main" noGrp="1"/>
          </p:cNvSpPr>
          <p:nvPr/>
        </p:nvSpPr>
        <p:spPr>
          <a:xfrm xmlns:a="http://schemas.openxmlformats.org/drawingml/2006/main">
            <a:off x="6824663" y="2153126"/>
            <a:ext cx="215837" cy="245269"/>
          </a:xfrm>
          <a:prstGeom xmlns:a="http://schemas.openxmlformats.org/drawingml/2006/main" prst="rect">
            <a:avLst/>
          </a:prstGeom>
          <a:solidFill xmlns:a="http://schemas.openxmlformats.org/drawingml/2006/main">
            <a:srgbClr val="F8FD9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FC60D10-6295-40FF-9200-53FF4DF8ADBC}"/>
              </a:ext>
            </a:extLst>
          </p:cNvPr>
          <p:cNvSpPr>
            <a:spLocks xmlns:a="http://schemas.openxmlformats.org/drawingml/2006/main" noGrp="1"/>
          </p:cNvSpPr>
          <p:nvPr/>
        </p:nvSpPr>
        <p:spPr>
          <a:xfrm xmlns:a="http://schemas.openxmlformats.org/drawingml/2006/main">
            <a:off x="7069931" y="2153126"/>
            <a:ext cx="215837" cy="245269"/>
          </a:xfrm>
          <a:prstGeom xmlns:a="http://schemas.openxmlformats.org/drawingml/2006/main" prst="rect">
            <a:avLst/>
          </a:prstGeom>
          <a:solidFill xmlns:a="http://schemas.openxmlformats.org/drawingml/2006/main">
            <a:srgbClr val="F8FD9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004CD72-C070-40A1-B9C3-4554CEBBE173}"/>
              </a:ext>
            </a:extLst>
          </p:cNvPr>
          <p:cNvSpPr>
            <a:spLocks xmlns:a="http://schemas.openxmlformats.org/drawingml/2006/main" noGrp="1"/>
          </p:cNvSpPr>
          <p:nvPr/>
        </p:nvSpPr>
        <p:spPr>
          <a:xfrm xmlns:a="http://schemas.openxmlformats.org/drawingml/2006/main">
            <a:off x="7315200" y="2153126"/>
            <a:ext cx="215837" cy="245269"/>
          </a:xfrm>
          <a:prstGeom xmlns:a="http://schemas.openxmlformats.org/drawingml/2006/main" prst="rect">
            <a:avLst/>
          </a:prstGeom>
          <a:solidFill xmlns:a="http://schemas.openxmlformats.org/drawingml/2006/main">
            <a:srgbClr val="F8FD93"/>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40E76F9-8BDB-47D7-AC4C-BFE4F05CE59E}"/>
              </a:ext>
            </a:extLst>
          </p:cNvPr>
          <p:cNvSpPr>
            <a:spLocks xmlns:a="http://schemas.openxmlformats.org/drawingml/2006/main" noGrp="1"/>
          </p:cNvSpPr>
          <p:nvPr/>
        </p:nvSpPr>
        <p:spPr>
          <a:xfrm xmlns:a="http://schemas.openxmlformats.org/drawingml/2006/main">
            <a:off x="7560469" y="2153126"/>
            <a:ext cx="215837" cy="245269"/>
          </a:xfrm>
          <a:prstGeom xmlns:a="http://schemas.openxmlformats.org/drawingml/2006/main" prst="rect">
            <a:avLst/>
          </a:prstGeom>
          <a:solidFill xmlns:a="http://schemas.openxmlformats.org/drawingml/2006/main">
            <a:srgbClr val="F8FD93"/>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5F5FAF06-6FD3-4A77-B68D-542FC3B18CCE}"/>
              </a:ext>
            </a:extLst>
          </p:cNvPr>
          <p:cNvSpPr>
            <a:spLocks xmlns:a="http://schemas.openxmlformats.org/drawingml/2006/main" noGrp="1"/>
          </p:cNvSpPr>
          <p:nvPr/>
        </p:nvSpPr>
        <p:spPr>
          <a:xfrm xmlns:a="http://schemas.openxmlformats.org/drawingml/2006/main">
            <a:off x="8100060" y="2162937"/>
            <a:ext cx="294323"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a:t>
            </a:r>
          </a:p>
        </p:txBody>
      </p:sp>
      <p:sp>
        <p:nvSpPr>
          <p:cNvPr id="17" name="">
            <a:extLst xmlns:a="http://schemas.openxmlformats.org/drawingml/2006/main">
              <a:ext uri="{FF2B5EF4-FFF2-40B4-BE49-F238E27FC236}">
                <a16:creationId xmlns:a16="http://schemas.microsoft.com/office/drawing/2014/main" id="{85D9BAAE-A518-4911-842D-6F6075BF2B3B}"/>
              </a:ext>
            </a:extLst>
          </p:cNvPr>
          <p:cNvSpPr>
            <a:spLocks xmlns:a="http://schemas.openxmlformats.org/drawingml/2006/main" noGrp="1"/>
          </p:cNvSpPr>
          <p:nvPr/>
        </p:nvSpPr>
        <p:spPr>
          <a:xfrm xmlns:a="http://schemas.openxmlformats.org/drawingml/2006/main">
            <a:off x="8639651" y="2153126"/>
            <a:ext cx="215837" cy="245269"/>
          </a:xfrm>
          <a:prstGeom xmlns:a="http://schemas.openxmlformats.org/drawingml/2006/main" prst="rect">
            <a:avLst/>
          </a:prstGeom>
          <a:solidFill xmlns:a="http://schemas.openxmlformats.org/drawingml/2006/main">
            <a:srgbClr val="F8FD93"/>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AB43791-C28E-4CA1-B4EE-DD1082A5BA35}"/>
              </a:ext>
            </a:extLst>
          </p:cNvPr>
          <p:cNvSpPr>
            <a:spLocks xmlns:a="http://schemas.openxmlformats.org/drawingml/2006/main" noGrp="1"/>
          </p:cNvSpPr>
          <p:nvPr/>
        </p:nvSpPr>
        <p:spPr>
          <a:xfrm xmlns:a="http://schemas.openxmlformats.org/drawingml/2006/main">
            <a:off x="9081135" y="2153126"/>
            <a:ext cx="215837" cy="245269"/>
          </a:xfrm>
          <a:prstGeom xmlns:a="http://schemas.openxmlformats.org/drawingml/2006/main" prst="rect">
            <a:avLst/>
          </a:prstGeom>
          <a:solidFill xmlns:a="http://schemas.openxmlformats.org/drawingml/2006/main">
            <a:srgbClr val="F8FD9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DCCFB61-A3FC-43BC-A840-322B34EFB090}"/>
              </a:ext>
            </a:extLst>
          </p:cNvPr>
          <p:cNvSpPr>
            <a:spLocks xmlns:a="http://schemas.openxmlformats.org/drawingml/2006/main" noGrp="1"/>
          </p:cNvSpPr>
          <p:nvPr/>
        </p:nvSpPr>
        <p:spPr>
          <a:xfrm xmlns:a="http://schemas.openxmlformats.org/drawingml/2006/main">
            <a:off x="9522619" y="2153126"/>
            <a:ext cx="215837" cy="245269"/>
          </a:xfrm>
          <a:prstGeom xmlns:a="http://schemas.openxmlformats.org/drawingml/2006/main" prst="rect">
            <a:avLst/>
          </a:prstGeom>
          <a:solidFill xmlns:a="http://schemas.openxmlformats.org/drawingml/2006/main">
            <a:srgbClr val="F8FD93"/>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9EBB308C-3C12-4165-B527-ADF8133F0A35}"/>
              </a:ext>
            </a:extLst>
          </p:cNvPr>
          <p:cNvSpPr>
            <a:spLocks xmlns:a="http://schemas.openxmlformats.org/drawingml/2006/main" noGrp="1"/>
          </p:cNvSpPr>
          <p:nvPr/>
        </p:nvSpPr>
        <p:spPr>
          <a:xfrm xmlns:a="http://schemas.openxmlformats.org/drawingml/2006/main">
            <a:off x="9964103" y="2153126"/>
            <a:ext cx="215837" cy="245269"/>
          </a:xfrm>
          <a:prstGeom xmlns:a="http://schemas.openxmlformats.org/drawingml/2006/main" prst="rect">
            <a:avLst/>
          </a:prstGeom>
          <a:solidFill xmlns:a="http://schemas.openxmlformats.org/drawingml/2006/main">
            <a:srgbClr val="F8FD9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9354912-9D04-49A9-B323-CFA7B608DC71}"/>
              </a:ext>
            </a:extLst>
          </p:cNvPr>
          <p:cNvSpPr>
            <a:spLocks xmlns:a="http://schemas.openxmlformats.org/drawingml/2006/main" noGrp="1"/>
          </p:cNvSpPr>
          <p:nvPr/>
        </p:nvSpPr>
        <p:spPr>
          <a:xfrm xmlns:a="http://schemas.openxmlformats.org/drawingml/2006/main">
            <a:off x="10405586" y="2153126"/>
            <a:ext cx="215837" cy="245269"/>
          </a:xfrm>
          <a:prstGeom xmlns:a="http://schemas.openxmlformats.org/drawingml/2006/main" prst="rect">
            <a:avLst/>
          </a:prstGeom>
          <a:solidFill xmlns:a="http://schemas.openxmlformats.org/drawingml/2006/main">
            <a:srgbClr val="F8FD93"/>
          </a:solidFill>
          <a:ln xmlns:a="http://schemas.openxmlformats.org/drawingml/2006/main" w="0">
            <a:noFill/>
            <a:prstDash val="solid"/>
          </a:ln>
        </p:spPr>
      </p:sp>
      <p:sp>
        <p:nvSpPr>
          <p:cNvPr id="22" name="text">
            <a:extLst xmlns:a="http://schemas.openxmlformats.org/drawingml/2006/main">
              <a:ext uri="{FF2B5EF4-FFF2-40B4-BE49-F238E27FC236}">
                <a16:creationId xmlns:a16="http://schemas.microsoft.com/office/drawing/2014/main" id="{04546FE3-0CFE-419F-BE16-4668CC3F6FF4}"/>
              </a:ext>
            </a:extLst>
          </p:cNvPr>
          <p:cNvSpPr>
            <a:spLocks xmlns:a="http://schemas.openxmlformats.org/drawingml/2006/main" noGrp="1"/>
          </p:cNvSpPr>
          <p:nvPr/>
        </p:nvSpPr>
        <p:spPr>
          <a:xfrm xmlns:a="http://schemas.openxmlformats.org/drawingml/2006/main">
            <a:off x="6481286" y="2545556"/>
            <a:ext cx="4709160"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Starch chain → smaller sugars</a:t>
            </a:r>
          </a:p>
        </p:txBody>
      </p:sp>
      <p:sp>
        <p:nvSpPr>
          <p:cNvPr id="23" name="text">
            <a:extLst xmlns:a="http://schemas.openxmlformats.org/drawingml/2006/main">
              <a:ext uri="{FF2B5EF4-FFF2-40B4-BE49-F238E27FC236}">
                <a16:creationId xmlns:a16="http://schemas.microsoft.com/office/drawing/2014/main" id="{163D0258-EDDA-4F35-A9E6-AA5193DAA63B}"/>
              </a:ext>
            </a:extLst>
          </p:cNvPr>
          <p:cNvSpPr>
            <a:spLocks xmlns:a="http://schemas.openxmlformats.org/drawingml/2006/main" noGrp="1"/>
          </p:cNvSpPr>
          <p:nvPr/>
        </p:nvSpPr>
        <p:spPr>
          <a:xfrm xmlns:a="http://schemas.openxmlformats.org/drawingml/2006/main">
            <a:off x="6481286" y="2869311"/>
            <a:ext cx="4709160"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Diffusion: net movement</a:t>
            </a:r>
          </a:p>
        </p:txBody>
      </p:sp>
      <p:sp>
        <p:nvSpPr>
          <p:cNvPr id="24" name="">
            <a:extLst xmlns:a="http://schemas.openxmlformats.org/drawingml/2006/main">
              <a:ext uri="{FF2B5EF4-FFF2-40B4-BE49-F238E27FC236}">
                <a16:creationId xmlns:a16="http://schemas.microsoft.com/office/drawing/2014/main" id="{A81DABDF-D1AE-4267-A638-1F8E1C26E368}"/>
              </a:ext>
            </a:extLst>
          </p:cNvPr>
          <p:cNvSpPr>
            <a:spLocks xmlns:a="http://schemas.openxmlformats.org/drawingml/2006/main" noGrp="1"/>
          </p:cNvSpPr>
          <p:nvPr/>
        </p:nvSpPr>
        <p:spPr>
          <a:xfrm xmlns:a="http://schemas.openxmlformats.org/drawingml/2006/main">
            <a:off x="6579394" y="3232309"/>
            <a:ext cx="117729" cy="117729"/>
          </a:xfrm>
          <a:prstGeom xmlns:a="http://schemas.openxmlformats.org/drawingml/2006/main" prst="ellipse">
            <a:avLst/>
          </a:prstGeom>
          <a:solidFill xmlns:a="http://schemas.openxmlformats.org/drawingml/2006/main">
            <a:srgbClr val="A5DCE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2996E1D-8760-4383-B5F0-7D7C8835D1A5}"/>
              </a:ext>
            </a:extLst>
          </p:cNvPr>
          <p:cNvSpPr>
            <a:spLocks xmlns:a="http://schemas.openxmlformats.org/drawingml/2006/main" noGrp="1"/>
          </p:cNvSpPr>
          <p:nvPr/>
        </p:nvSpPr>
        <p:spPr>
          <a:xfrm xmlns:a="http://schemas.openxmlformats.org/drawingml/2006/main">
            <a:off x="6795230" y="3232309"/>
            <a:ext cx="117729" cy="117729"/>
          </a:xfrm>
          <a:prstGeom xmlns:a="http://schemas.openxmlformats.org/drawingml/2006/main" prst="ellipse">
            <a:avLst/>
          </a:prstGeom>
          <a:solidFill xmlns:a="http://schemas.openxmlformats.org/drawingml/2006/main">
            <a:srgbClr val="A5DCE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324ED5A-AF6C-4CED-B94D-3859722F78B9}"/>
              </a:ext>
            </a:extLst>
          </p:cNvPr>
          <p:cNvSpPr>
            <a:spLocks xmlns:a="http://schemas.openxmlformats.org/drawingml/2006/main" noGrp="1"/>
          </p:cNvSpPr>
          <p:nvPr/>
        </p:nvSpPr>
        <p:spPr>
          <a:xfrm xmlns:a="http://schemas.openxmlformats.org/drawingml/2006/main">
            <a:off x="7011067" y="3232309"/>
            <a:ext cx="117729" cy="117729"/>
          </a:xfrm>
          <a:prstGeom xmlns:a="http://schemas.openxmlformats.org/drawingml/2006/main" prst="ellipse">
            <a:avLst/>
          </a:prstGeom>
          <a:solidFill xmlns:a="http://schemas.openxmlformats.org/drawingml/2006/main">
            <a:srgbClr val="A5DCE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54201CF-AFFF-448D-97E1-6D82509AA955}"/>
              </a:ext>
            </a:extLst>
          </p:cNvPr>
          <p:cNvSpPr>
            <a:spLocks xmlns:a="http://schemas.openxmlformats.org/drawingml/2006/main" noGrp="1"/>
          </p:cNvSpPr>
          <p:nvPr/>
        </p:nvSpPr>
        <p:spPr>
          <a:xfrm xmlns:a="http://schemas.openxmlformats.org/drawingml/2006/main">
            <a:off x="6579394" y="3448145"/>
            <a:ext cx="117729" cy="117729"/>
          </a:xfrm>
          <a:prstGeom xmlns:a="http://schemas.openxmlformats.org/drawingml/2006/main" prst="ellipse">
            <a:avLst/>
          </a:prstGeom>
          <a:solidFill xmlns:a="http://schemas.openxmlformats.org/drawingml/2006/main">
            <a:srgbClr val="A5DCE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AEA4847-9E84-4502-9B39-6C2AB2B7D3F3}"/>
              </a:ext>
            </a:extLst>
          </p:cNvPr>
          <p:cNvSpPr>
            <a:spLocks xmlns:a="http://schemas.openxmlformats.org/drawingml/2006/main" noGrp="1"/>
          </p:cNvSpPr>
          <p:nvPr/>
        </p:nvSpPr>
        <p:spPr>
          <a:xfrm xmlns:a="http://schemas.openxmlformats.org/drawingml/2006/main">
            <a:off x="6795230" y="3448145"/>
            <a:ext cx="117729" cy="117729"/>
          </a:xfrm>
          <a:prstGeom xmlns:a="http://schemas.openxmlformats.org/drawingml/2006/main" prst="ellipse">
            <a:avLst/>
          </a:prstGeom>
          <a:solidFill xmlns:a="http://schemas.openxmlformats.org/drawingml/2006/main">
            <a:srgbClr val="A5DCEF"/>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79633F4-C92D-41A6-A492-95BE6FD33CE8}"/>
              </a:ext>
            </a:extLst>
          </p:cNvPr>
          <p:cNvSpPr>
            <a:spLocks xmlns:a="http://schemas.openxmlformats.org/drawingml/2006/main" noGrp="1"/>
          </p:cNvSpPr>
          <p:nvPr/>
        </p:nvSpPr>
        <p:spPr>
          <a:xfrm xmlns:a="http://schemas.openxmlformats.org/drawingml/2006/main">
            <a:off x="7011067" y="3448145"/>
            <a:ext cx="117729" cy="117729"/>
          </a:xfrm>
          <a:prstGeom xmlns:a="http://schemas.openxmlformats.org/drawingml/2006/main" prst="ellipse">
            <a:avLst/>
          </a:prstGeom>
          <a:solidFill xmlns:a="http://schemas.openxmlformats.org/drawingml/2006/main">
            <a:srgbClr val="A5DCE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F2402C4-96C0-4762-9A37-DDEC0B0BC4CC}"/>
              </a:ext>
            </a:extLst>
          </p:cNvPr>
          <p:cNvSpPr>
            <a:spLocks xmlns:a="http://schemas.openxmlformats.org/drawingml/2006/main" noGrp="1"/>
          </p:cNvSpPr>
          <p:nvPr/>
        </p:nvSpPr>
        <p:spPr>
          <a:xfrm xmlns:a="http://schemas.openxmlformats.org/drawingml/2006/main">
            <a:off x="7226903" y="3232309"/>
            <a:ext cx="117729" cy="117729"/>
          </a:xfrm>
          <a:prstGeom xmlns:a="http://schemas.openxmlformats.org/drawingml/2006/main" prst="ellipse">
            <a:avLst/>
          </a:prstGeom>
          <a:solidFill xmlns:a="http://schemas.openxmlformats.org/drawingml/2006/main">
            <a:srgbClr val="A5DCEF"/>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3EFBA07-CDAA-4416-9938-46FB771433D6}"/>
              </a:ext>
            </a:extLst>
          </p:cNvPr>
          <p:cNvSpPr>
            <a:spLocks xmlns:a="http://schemas.openxmlformats.org/drawingml/2006/main" noGrp="1"/>
          </p:cNvSpPr>
          <p:nvPr/>
        </p:nvSpPr>
        <p:spPr>
          <a:xfrm xmlns:a="http://schemas.openxmlformats.org/drawingml/2006/main">
            <a:off x="7226903" y="3448145"/>
            <a:ext cx="117729" cy="117729"/>
          </a:xfrm>
          <a:prstGeom xmlns:a="http://schemas.openxmlformats.org/drawingml/2006/main" prst="ellipse">
            <a:avLst/>
          </a:prstGeom>
          <a:solidFill xmlns:a="http://schemas.openxmlformats.org/drawingml/2006/main">
            <a:srgbClr val="A5DCEF"/>
          </a:solidFill>
          <a:ln xmlns:a="http://schemas.openxmlformats.org/drawingml/2006/main" w="0">
            <a:noFill/>
            <a:prstDash val="solid"/>
          </a:ln>
        </p:spPr>
      </p:sp>
      <p:sp>
        <p:nvSpPr>
          <p:cNvPr id="32" name="text">
            <a:extLst xmlns:a="http://schemas.openxmlformats.org/drawingml/2006/main">
              <a:ext uri="{FF2B5EF4-FFF2-40B4-BE49-F238E27FC236}">
                <a16:creationId xmlns:a16="http://schemas.microsoft.com/office/drawing/2014/main" id="{C7677C44-80EC-4F7D-84C4-D3C949B3A9D4}"/>
              </a:ext>
            </a:extLst>
          </p:cNvPr>
          <p:cNvSpPr>
            <a:spLocks xmlns:a="http://schemas.openxmlformats.org/drawingml/2006/main" noGrp="1"/>
          </p:cNvSpPr>
          <p:nvPr/>
        </p:nvSpPr>
        <p:spPr>
          <a:xfrm xmlns:a="http://schemas.openxmlformats.org/drawingml/2006/main">
            <a:off x="8100060" y="3251930"/>
            <a:ext cx="294323"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a:t>
            </a:r>
          </a:p>
        </p:txBody>
      </p:sp>
      <p:sp>
        <p:nvSpPr>
          <p:cNvPr id="33" name="">
            <a:extLst xmlns:a="http://schemas.openxmlformats.org/drawingml/2006/main">
              <a:ext uri="{FF2B5EF4-FFF2-40B4-BE49-F238E27FC236}">
                <a16:creationId xmlns:a16="http://schemas.microsoft.com/office/drawing/2014/main" id="{64F5FA84-4DDC-4502-8931-01482C8EA925}"/>
              </a:ext>
            </a:extLst>
          </p:cNvPr>
          <p:cNvSpPr>
            <a:spLocks xmlns:a="http://schemas.openxmlformats.org/drawingml/2006/main" noGrp="1"/>
          </p:cNvSpPr>
          <p:nvPr/>
        </p:nvSpPr>
        <p:spPr>
          <a:xfrm xmlns:a="http://schemas.openxmlformats.org/drawingml/2006/main">
            <a:off x="8884920" y="3271552"/>
            <a:ext cx="117729" cy="117729"/>
          </a:xfrm>
          <a:prstGeom xmlns:a="http://schemas.openxmlformats.org/drawingml/2006/main" prst="ellipse">
            <a:avLst/>
          </a:prstGeom>
          <a:solidFill xmlns:a="http://schemas.openxmlformats.org/drawingml/2006/main">
            <a:srgbClr val="A5DCEF"/>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8D94F4F5-4167-45E7-8009-309984674731}"/>
              </a:ext>
            </a:extLst>
          </p:cNvPr>
          <p:cNvSpPr>
            <a:spLocks xmlns:a="http://schemas.openxmlformats.org/drawingml/2006/main" noGrp="1"/>
          </p:cNvSpPr>
          <p:nvPr/>
        </p:nvSpPr>
        <p:spPr>
          <a:xfrm xmlns:a="http://schemas.openxmlformats.org/drawingml/2006/main">
            <a:off x="10062210" y="3477578"/>
            <a:ext cx="117729" cy="117729"/>
          </a:xfrm>
          <a:prstGeom xmlns:a="http://schemas.openxmlformats.org/drawingml/2006/main" prst="ellipse">
            <a:avLst/>
          </a:prstGeom>
          <a:solidFill xmlns:a="http://schemas.openxmlformats.org/drawingml/2006/main">
            <a:srgbClr val="A5DCEF"/>
          </a:solidFill>
          <a:ln xmlns:a="http://schemas.openxmlformats.org/drawingml/2006/main" w="0">
            <a:noFill/>
            <a:prstDash val="solid"/>
          </a:ln>
        </p:spPr>
      </p:sp>
      <p:sp>
        <p:nvSpPr>
          <p:cNvPr id="35" name="text">
            <a:extLst xmlns:a="http://schemas.openxmlformats.org/drawingml/2006/main">
              <a:ext uri="{FF2B5EF4-FFF2-40B4-BE49-F238E27FC236}">
                <a16:creationId xmlns:a16="http://schemas.microsoft.com/office/drawing/2014/main" id="{2D3CB60D-C9A3-424B-8CF3-133F9C677193}"/>
              </a:ext>
            </a:extLst>
          </p:cNvPr>
          <p:cNvSpPr>
            <a:spLocks xmlns:a="http://schemas.openxmlformats.org/drawingml/2006/main" noGrp="1"/>
          </p:cNvSpPr>
          <p:nvPr/>
        </p:nvSpPr>
        <p:spPr>
          <a:xfrm xmlns:a="http://schemas.openxmlformats.org/drawingml/2006/main">
            <a:off x="6481286" y="3742468"/>
            <a:ext cx="4709160" cy="215837"/>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Higher → lower concentration</a:t>
            </a:r>
          </a:p>
        </p:txBody>
      </p:sp>
      <p:sp>
        <p:nvSpPr>
          <p:cNvPr id="36" name="text">
            <a:extLst xmlns:a="http://schemas.openxmlformats.org/drawingml/2006/main">
              <a:ext uri="{FF2B5EF4-FFF2-40B4-BE49-F238E27FC236}">
                <a16:creationId xmlns:a16="http://schemas.microsoft.com/office/drawing/2014/main" id="{CDB46BB9-C921-41D6-B029-2D0BF29E8716}"/>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37" name="text">
            <a:extLst xmlns:a="http://schemas.openxmlformats.org/drawingml/2006/main">
              <a:ext uri="{FF2B5EF4-FFF2-40B4-BE49-F238E27FC236}">
                <a16:creationId xmlns:a16="http://schemas.microsoft.com/office/drawing/2014/main" id="{17638C61-88E6-413C-975C-4A84AFDD629B}"/>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38" name="text">
            <a:extLst xmlns:a="http://schemas.openxmlformats.org/drawingml/2006/main">
              <a:ext uri="{FF2B5EF4-FFF2-40B4-BE49-F238E27FC236}">
                <a16:creationId xmlns:a16="http://schemas.microsoft.com/office/drawing/2014/main" id="{244155D1-2EA7-4CE5-8BF6-C1D1284AC7C3}"/>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31 / 52</a:t>
            </a:r>
          </a:p>
        </p:txBody>
      </p:sp>
      <p:sp>
        <p:nvSpPr>
          <p:cNvPr id="39" name="text">
            <a:extLst xmlns:a="http://schemas.openxmlformats.org/drawingml/2006/main">
              <a:ext uri="{FF2B5EF4-FFF2-40B4-BE49-F238E27FC236}">
                <a16:creationId xmlns:a16="http://schemas.microsoft.com/office/drawing/2014/main" id="{3F1E18F9-F003-4612-AEC4-FA0CBD1DABCA}"/>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324616780"/>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C0ECB37E-AF2A-4862-AA1F-9BE0EC0E1792}"/>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F3281475-8F5C-4CBA-82F3-C8391A0479EF}"/>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4 min · 17 to 21</a:t>
            </a:r>
          </a:p>
        </p:txBody>
      </p:sp>
      <p:sp>
        <p:nvSpPr>
          <p:cNvPr id="3" name="text">
            <a:extLst xmlns:a="http://schemas.openxmlformats.org/drawingml/2006/main">
              <a:ext uri="{FF2B5EF4-FFF2-40B4-BE49-F238E27FC236}">
                <a16:creationId xmlns:a16="http://schemas.microsoft.com/office/drawing/2014/main" id="{C514BE67-25B2-45A6-8998-B9619869DE82}"/>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We do · repair and transfer</a:t>
            </a:r>
          </a:p>
        </p:txBody>
      </p:sp>
      <p:pic>
        <p:nvPicPr>
          <p:cNvPr id="4" name="">
            <a:extLst xmlns:a="http://schemas.openxmlformats.org/drawingml/2006/main">
              <a:ext uri="{FF2B5EF4-FFF2-40B4-BE49-F238E27FC236}">
                <a16:creationId xmlns:a16="http://schemas.microsoft.com/office/drawing/2014/main" id="{9CA87EE6-8B49-4A6F-8416-AC56AF4A3C1F}"/>
              </a:ext>
            </a:extLst>
          </p:cNvPr>
          <p:cNvPicPr>
            <a:picLocks xmlns:a="http://schemas.openxmlformats.org/drawingml/2006/main" noChangeAspect="1"/>
          </p:cNvPicPr>
          <p:nvPr/>
        </p:nvPicPr>
        <p:blipFill>
          <a:blip xmlns:r="http://schemas.openxmlformats.org/officeDocument/2006/relationships" xmlns:a="http://schemas.openxmlformats.org/drawingml/2006/main" r:embed="Rbdd7d20c73d9420c"/>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B0BD243-EDC9-42A6-B18D-AE70B012F9F0}"/>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00E44D8-A43D-4E92-9118-69B0AE81754C}"/>
              </a:ext>
            </a:extLst>
          </p:cNvPr>
          <p:cNvSpPr>
            <a:spLocks xmlns:a="http://schemas.openxmlformats.org/drawingml/2006/main" noGrp="1"/>
          </p:cNvSpPr>
          <p:nvPr/>
        </p:nvSpPr>
        <p:spPr>
          <a:xfrm xmlns:a="http://schemas.openxmlformats.org/drawingml/2006/main">
            <a:off x="381000" y="1485900"/>
            <a:ext cx="5950744"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37DCBE6C-BE73-4149-98DE-A5B6BACCB06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Supported. Add exact data and keep the claim within this investigation.</a:t>
            </a:r>
          </a:p>
        </p:txBody>
      </p:sp>
      <p:sp>
        <p:nvSpPr>
          <p:cNvPr id="8" name="text">
            <a:extLst xmlns:a="http://schemas.openxmlformats.org/drawingml/2006/main">
              <a:ext uri="{FF2B5EF4-FFF2-40B4-BE49-F238E27FC236}">
                <a16:creationId xmlns:a16="http://schemas.microsoft.com/office/drawing/2014/main" id="{527E37D3-98DC-435D-9DEE-D05E75BB4FAF}"/>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Timing alone cannot establish permanent structural change. Give the possible mechanism</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separately from the measured evidence.</a:t>
            </a:r>
          </a:p>
        </p:txBody>
      </p:sp>
      <p:sp>
        <p:nvSpPr>
          <p:cNvPr id="9" name="text">
            <a:extLst xmlns:a="http://schemas.openxmlformats.org/drawingml/2006/main">
              <a:ext uri="{FF2B5EF4-FFF2-40B4-BE49-F238E27FC236}">
                <a16:creationId xmlns:a16="http://schemas.microsoft.com/office/drawing/2014/main" id="{209A9369-F42C-433C-9389-0CD2CCCC7305}"/>
              </a:ext>
            </a:extLst>
          </p:cNvPr>
          <p:cNvSpPr>
            <a:spLocks xmlns:a="http://schemas.openxmlformats.org/drawingml/2006/main" noGrp="1"/>
          </p:cNvSpPr>
          <p:nvPr/>
        </p:nvSpPr>
        <p:spPr>
          <a:xfrm xmlns:a="http://schemas.openxmlformats.org/drawingml/2006/main">
            <a:off x="457200" y="27527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That is digestion. Diffusion moves particles; it does not split the molecules.</a:t>
            </a:r>
          </a:p>
        </p:txBody>
      </p:sp>
      <p:sp>
        <p:nvSpPr>
          <p:cNvPr id="10" name="text">
            <a:extLst xmlns:a="http://schemas.openxmlformats.org/drawingml/2006/main">
              <a:ext uri="{FF2B5EF4-FFF2-40B4-BE49-F238E27FC236}">
                <a16:creationId xmlns:a16="http://schemas.microsoft.com/office/drawing/2014/main" id="{69B5E1FF-5CF5-4989-B1AF-4808F7A1535F}"/>
              </a:ext>
            </a:extLst>
          </p:cNvPr>
          <p:cNvSpPr>
            <a:spLocks xmlns:a="http://schemas.openxmlformats.org/drawingml/2006/main" noGrp="1"/>
          </p:cNvSpPr>
          <p:nvPr/>
        </p:nvSpPr>
        <p:spPr>
          <a:xfrm xmlns:a="http://schemas.openxmlformats.org/drawingml/2006/main">
            <a:off x="457200" y="3143250"/>
            <a:ext cx="112776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these single runs, rate rises from 0.00417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 at pH 4 to 0.0111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 at pH 7, then falls to</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0.00667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 at pH 8. pH may affect the active site and catalysis. pH 7 is highest among those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tested; repeats and more nearby pH values would help refine the inference. Amylase catalyses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starch digestion; diffusion is a different process.</a:t>
            </a:r>
          </a:p>
        </p:txBody>
      </p:sp>
      <p:sp>
        <p:nvSpPr>
          <p:cNvPr id="11" name="text">
            <a:extLst xmlns:a="http://schemas.openxmlformats.org/drawingml/2006/main">
              <a:ext uri="{FF2B5EF4-FFF2-40B4-BE49-F238E27FC236}">
                <a16:creationId xmlns:a16="http://schemas.microsoft.com/office/drawing/2014/main" id="{78259677-2990-4C5C-8FFE-F967223F3B49}"/>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2" name="text">
            <a:extLst xmlns:a="http://schemas.openxmlformats.org/drawingml/2006/main">
              <a:ext uri="{FF2B5EF4-FFF2-40B4-BE49-F238E27FC236}">
                <a16:creationId xmlns:a16="http://schemas.microsoft.com/office/drawing/2014/main" id="{26BAD853-4265-41B1-909F-6AE5B70605CA}"/>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3" name="text">
            <a:extLst xmlns:a="http://schemas.openxmlformats.org/drawingml/2006/main">
              <a:ext uri="{FF2B5EF4-FFF2-40B4-BE49-F238E27FC236}">
                <a16:creationId xmlns:a16="http://schemas.microsoft.com/office/drawing/2014/main" id="{C46C8CCF-31FF-4166-954F-414B76BFB8F3}"/>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32 / 52</a:t>
            </a:r>
          </a:p>
        </p:txBody>
      </p:sp>
      <p:sp>
        <p:nvSpPr>
          <p:cNvPr id="14" name="text">
            <a:extLst xmlns:a="http://schemas.openxmlformats.org/drawingml/2006/main">
              <a:ext uri="{FF2B5EF4-FFF2-40B4-BE49-F238E27FC236}">
                <a16:creationId xmlns:a16="http://schemas.microsoft.com/office/drawing/2014/main" id="{E582C382-7D91-4154-8124-2E8CA007ED4E}"/>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98240080"/>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3B466445-3025-44B2-B166-A28D148D5F62}"/>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4AA9161A-5F67-4894-8773-5F7D4155DD28}"/>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13 min · 21 to 34</a:t>
            </a:r>
          </a:p>
        </p:txBody>
      </p:sp>
      <p:sp>
        <p:nvSpPr>
          <p:cNvPr id="3" name="text">
            <a:extLst xmlns:a="http://schemas.openxmlformats.org/drawingml/2006/main">
              <a:ext uri="{FF2B5EF4-FFF2-40B4-BE49-F238E27FC236}">
                <a16:creationId xmlns:a16="http://schemas.microsoft.com/office/drawing/2014/main" id="{2384355C-FEDC-4D48-A90A-2423912F5E88}"/>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D85ACEFA-6EC2-4C37-866B-7B1EC13AF39C}"/>
              </a:ext>
            </a:extLst>
          </p:cNvPr>
          <p:cNvPicPr>
            <a:picLocks xmlns:a="http://schemas.openxmlformats.org/drawingml/2006/main" noChangeAspect="1"/>
          </p:cNvPicPr>
          <p:nvPr/>
        </p:nvPicPr>
        <p:blipFill>
          <a:blip xmlns:r="http://schemas.openxmlformats.org/officeDocument/2006/relationships" xmlns:a="http://schemas.openxmlformats.org/drawingml/2006/main" r:embed="R8048bd77699149c4"/>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61E429B-FC7D-4089-90EE-B7AB9049E117}"/>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C402980-870E-4273-9BD9-F3AB0E716928}"/>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9E128952-3F23-46E0-841E-8608996989E6}"/>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8" name="text">
            <a:extLst xmlns:a="http://schemas.openxmlformats.org/drawingml/2006/main">
              <a:ext uri="{FF2B5EF4-FFF2-40B4-BE49-F238E27FC236}">
                <a16:creationId xmlns:a16="http://schemas.microsoft.com/office/drawing/2014/main" id="{827D2740-6091-4740-91B3-46D017FE289B}"/>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Enzyme: biological catalyst; speeds a reaction without being used up. Substrate: substance it</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acts on. pH: a measure of acidity or alkalinity. Amylase acts on starch, producing smaller sugars.</a:t>
            </a:r>
          </a:p>
        </p:txBody>
      </p:sp>
      <p:sp>
        <p:nvSpPr>
          <p:cNvPr id="9" name="text">
            <a:extLst xmlns:a="http://schemas.openxmlformats.org/drawingml/2006/main">
              <a:ext uri="{FF2B5EF4-FFF2-40B4-BE49-F238E27FC236}">
                <a16:creationId xmlns:a16="http://schemas.microsoft.com/office/drawing/2014/main" id="{4E6DA67D-B94B-4BDB-8BE7-CE472C435D0C}"/>
              </a:ext>
            </a:extLst>
          </p:cNvPr>
          <p:cNvSpPr>
            <a:spLocks xmlns:a="http://schemas.openxmlformats.org/drawingml/2006/main" noGrp="1"/>
          </p:cNvSpPr>
          <p:nvPr/>
        </p:nvSpPr>
        <p:spPr>
          <a:xfrm xmlns:a="http://schemas.openxmlformats.org/drawingml/2006/main">
            <a:off x="457200" y="2752725"/>
            <a:ext cx="112776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pH | Endpoint / s | Relative rate / s</a:t>
            </a:r>
            <a:r>
              <a:rPr sz="1800" b="0" baseline="30000">
                <a:solidFill>
                  <a:srgbClr val="243746"/>
                </a:solidFill>
                <a:latin typeface="Liberation Sans"/>
                <a:ea typeface="Liberation Sans"/>
                <a:cs typeface="Liberation Sans"/>
              </a:rPr>
              <a:t>−1</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4 | 240 | 0.00417</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5 | 180 | 0.00556</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6 | 120 | 0.00833</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7 | 90 | 0.0111</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8 | 150 | 0.00667</a:t>
            </a:r>
          </a:p>
        </p:txBody>
      </p:sp>
      <p:sp>
        <p:nvSpPr>
          <p:cNvPr id="10" name="text">
            <a:extLst xmlns:a="http://schemas.openxmlformats.org/drawingml/2006/main">
              <a:ext uri="{FF2B5EF4-FFF2-40B4-BE49-F238E27FC236}">
                <a16:creationId xmlns:a16="http://schemas.microsoft.com/office/drawing/2014/main" id="{6E26EA3C-C9D3-4979-8205-38686A4D04FB}"/>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1" name="text">
            <a:extLst xmlns:a="http://schemas.openxmlformats.org/drawingml/2006/main">
              <a:ext uri="{FF2B5EF4-FFF2-40B4-BE49-F238E27FC236}">
                <a16:creationId xmlns:a16="http://schemas.microsoft.com/office/drawing/2014/main" id="{8613A720-F468-40DF-AE02-A7D9A2FE19C1}"/>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2" name="text">
            <a:extLst xmlns:a="http://schemas.openxmlformats.org/drawingml/2006/main">
              <a:ext uri="{FF2B5EF4-FFF2-40B4-BE49-F238E27FC236}">
                <a16:creationId xmlns:a16="http://schemas.microsoft.com/office/drawing/2014/main" id="{26F77B65-03F6-4AB6-98AA-F028B04A2843}"/>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33 / 52</a:t>
            </a:r>
          </a:p>
        </p:txBody>
      </p:sp>
      <p:sp>
        <p:nvSpPr>
          <p:cNvPr id="13" name="text">
            <a:extLst xmlns:a="http://schemas.openxmlformats.org/drawingml/2006/main">
              <a:ext uri="{FF2B5EF4-FFF2-40B4-BE49-F238E27FC236}">
                <a16:creationId xmlns:a16="http://schemas.microsoft.com/office/drawing/2014/main" id="{038BF030-54BA-4BC6-8B48-54BE982DF8C8}"/>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203851681"/>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7BCCF70A-A5EF-40E3-9834-ED7AFAAB235F}"/>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66CBD338-0DFF-49D9-B39E-BD1A218C5550}"/>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13 min · 21 to 34</a:t>
            </a:r>
          </a:p>
        </p:txBody>
      </p:sp>
      <p:sp>
        <p:nvSpPr>
          <p:cNvPr id="3" name="text">
            <a:extLst xmlns:a="http://schemas.openxmlformats.org/drawingml/2006/main">
              <a:ext uri="{FF2B5EF4-FFF2-40B4-BE49-F238E27FC236}">
                <a16:creationId xmlns:a16="http://schemas.microsoft.com/office/drawing/2014/main" id="{CF835FA1-A4BD-4B6D-B3B8-ACF50AE50A3D}"/>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AAED970B-1C7D-45C2-B2D7-2EBA64752E00}"/>
              </a:ext>
            </a:extLst>
          </p:cNvPr>
          <p:cNvPicPr>
            <a:picLocks xmlns:a="http://schemas.openxmlformats.org/drawingml/2006/main" noChangeAspect="1"/>
          </p:cNvPicPr>
          <p:nvPr/>
        </p:nvPicPr>
        <p:blipFill>
          <a:blip xmlns:r="http://schemas.openxmlformats.org/officeDocument/2006/relationships" xmlns:a="http://schemas.openxmlformats.org/drawingml/2006/main" r:embed="R29a1a15af9e14522"/>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AD3336A-9201-4A66-BE14-6252CE9497AB}"/>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64E27CE-00B5-4CF9-A63B-BB5E43951125}"/>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E4BBC609-E3F0-4DC1-8C6E-77B4680E9825}"/>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8" name="text">
            <a:extLst xmlns:a="http://schemas.openxmlformats.org/drawingml/2006/main">
              <a:ext uri="{FF2B5EF4-FFF2-40B4-BE49-F238E27FC236}">
                <a16:creationId xmlns:a16="http://schemas.microsoft.com/office/drawing/2014/main" id="{C906D11B-77C2-4195-91F1-DF2C0C66E86A}"/>
              </a:ext>
            </a:extLst>
          </p:cNvPr>
          <p:cNvSpPr>
            <a:spLocks xmlns:a="http://schemas.openxmlformats.org/drawingml/2006/main" noGrp="1"/>
          </p:cNvSpPr>
          <p:nvPr/>
        </p:nvSpPr>
        <p:spPr>
          <a:xfrm xmlns:a="http://schemas.openxmlformats.org/drawingml/2006/main">
            <a:off x="457200" y="2066925"/>
            <a:ext cx="112776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Supplied illustrative observations — not your practical results. Single runs; equal starting</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amounts and the same iodine endpoint. Samples every 30 s. pH 7: blue-black at 30/60 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orange-brown at 90 s. Record 90 s.</a:t>
            </a:r>
          </a:p>
        </p:txBody>
      </p:sp>
      <p:sp>
        <p:nvSpPr>
          <p:cNvPr id="9" name="text">
            <a:extLst xmlns:a="http://schemas.openxmlformats.org/drawingml/2006/main">
              <a:ext uri="{FF2B5EF4-FFF2-40B4-BE49-F238E27FC236}">
                <a16:creationId xmlns:a16="http://schemas.microsoft.com/office/drawing/2014/main" id="{C721D11A-382C-4CBF-B85B-263322D087D5}"/>
              </a:ext>
            </a:extLst>
          </p:cNvPr>
          <p:cNvSpPr>
            <a:spLocks xmlns:a="http://schemas.openxmlformats.org/drawingml/2006/main" noGrp="1"/>
          </p:cNvSpPr>
          <p:nvPr/>
        </p:nvSpPr>
        <p:spPr>
          <a:xfrm xmlns:a="http://schemas.openxmlformats.org/drawingml/2006/main">
            <a:off x="457200" y="304800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Complete the reference graph: pH 4, 5 and 8 are shown; add pH 6 and pH 7. Aspire: add the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separate repeat with a distinct symbol.</a:t>
            </a:r>
          </a:p>
        </p:txBody>
      </p:sp>
      <p:sp>
        <p:nvSpPr>
          <p:cNvPr id="10" name="text">
            <a:extLst xmlns:a="http://schemas.openxmlformats.org/drawingml/2006/main">
              <a:ext uri="{FF2B5EF4-FFF2-40B4-BE49-F238E27FC236}">
                <a16:creationId xmlns:a16="http://schemas.microsoft.com/office/drawing/2014/main" id="{0ECD45A9-0286-4E7A-9406-34FE05076964}"/>
              </a:ext>
            </a:extLst>
          </p:cNvPr>
          <p:cNvSpPr>
            <a:spLocks xmlns:a="http://schemas.openxmlformats.org/drawingml/2006/main" noGrp="1"/>
          </p:cNvSpPr>
          <p:nvPr/>
        </p:nvSpPr>
        <p:spPr>
          <a:xfrm xmlns:a="http://schemas.openxmlformats.org/drawingml/2006/main">
            <a:off x="457200" y="3733800"/>
            <a:ext cx="112776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Rate: 1 ÷ endpoint time. At pH 7: 1 ÷ 90 = 0.0111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 (3 significant figures). These are single-run</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rates, not means. Highest among tested: pH 7; exact optimum is not established. The extra pH 7</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repeat (120 s) is a separate trial, not silently averaged.</a:t>
            </a:r>
          </a:p>
        </p:txBody>
      </p:sp>
      <p:sp>
        <p:nvSpPr>
          <p:cNvPr id="11" name="text">
            <a:extLst xmlns:a="http://schemas.openxmlformats.org/drawingml/2006/main">
              <a:ext uri="{FF2B5EF4-FFF2-40B4-BE49-F238E27FC236}">
                <a16:creationId xmlns:a16="http://schemas.microsoft.com/office/drawing/2014/main" id="{040ECA1C-7487-44FD-9800-C20803EF9DBD}"/>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2" name="text">
            <a:extLst xmlns:a="http://schemas.openxmlformats.org/drawingml/2006/main">
              <a:ext uri="{FF2B5EF4-FFF2-40B4-BE49-F238E27FC236}">
                <a16:creationId xmlns:a16="http://schemas.microsoft.com/office/drawing/2014/main" id="{CED54330-3D4D-48A9-8BC6-044BF5331815}"/>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3" name="text">
            <a:extLst xmlns:a="http://schemas.openxmlformats.org/drawingml/2006/main">
              <a:ext uri="{FF2B5EF4-FFF2-40B4-BE49-F238E27FC236}">
                <a16:creationId xmlns:a16="http://schemas.microsoft.com/office/drawing/2014/main" id="{E30C71DC-0048-4AE0-9DEC-6AEE6D9242A3}"/>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34 / 52</a:t>
            </a:r>
          </a:p>
        </p:txBody>
      </p:sp>
      <p:sp>
        <p:nvSpPr>
          <p:cNvPr id="14" name="text">
            <a:extLst xmlns:a="http://schemas.openxmlformats.org/drawingml/2006/main">
              <a:ext uri="{FF2B5EF4-FFF2-40B4-BE49-F238E27FC236}">
                <a16:creationId xmlns:a16="http://schemas.microsoft.com/office/drawing/2014/main" id="{72B73179-3E4A-4139-8425-3C0D31E242C1}"/>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227089173"/>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5A1953A3-D39F-4733-884D-B5BEC313FECA}"/>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362E8D16-31A9-42BA-9DBB-39B398D6CE7B}"/>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13 min · 21 to 34</a:t>
            </a:r>
          </a:p>
        </p:txBody>
      </p:sp>
      <p:sp>
        <p:nvSpPr>
          <p:cNvPr id="3" name="text">
            <a:extLst xmlns:a="http://schemas.openxmlformats.org/drawingml/2006/main">
              <a:ext uri="{FF2B5EF4-FFF2-40B4-BE49-F238E27FC236}">
                <a16:creationId xmlns:a16="http://schemas.microsoft.com/office/drawing/2014/main" id="{BF186975-4010-4502-85A9-799F47D36824}"/>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6054E5FB-13D3-4004-AA10-D5195FB3A591}"/>
              </a:ext>
            </a:extLst>
          </p:cNvPr>
          <p:cNvPicPr>
            <a:picLocks xmlns:a="http://schemas.openxmlformats.org/drawingml/2006/main" noChangeAspect="1"/>
          </p:cNvPicPr>
          <p:nvPr/>
        </p:nvPicPr>
        <p:blipFill>
          <a:blip xmlns:r="http://schemas.openxmlformats.org/officeDocument/2006/relationships" xmlns:a="http://schemas.openxmlformats.org/drawingml/2006/main" r:embed="Re9c8e4c61b8b43ca"/>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3E185AE-917D-405A-8735-9114D8F04E69}"/>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3ACA107-06C2-4218-9ED9-3A67252F9779}"/>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3E167198-97D2-44D0-B72C-67F0921E2C6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8" name="text">
            <a:extLst xmlns:a="http://schemas.openxmlformats.org/drawingml/2006/main">
              <a:ext uri="{FF2B5EF4-FFF2-40B4-BE49-F238E27FC236}">
                <a16:creationId xmlns:a16="http://schemas.microsoft.com/office/drawing/2014/main" id="{3DF1993D-010C-43DE-A2C6-17FC3F4BD13E}"/>
              </a:ext>
            </a:extLst>
          </p:cNvPr>
          <p:cNvSpPr>
            <a:spLocks xmlns:a="http://schemas.openxmlformats.org/drawingml/2006/main" noGrp="1"/>
          </p:cNvSpPr>
          <p:nvPr/>
        </p:nvSpPr>
        <p:spPr>
          <a:xfrm xmlns:a="http://schemas.openxmlformats.org/drawingml/2006/main">
            <a:off x="457200" y="2066925"/>
            <a:ext cx="112776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Topic 1 transfer: Digestion breaks large molecules into smaller ones. Diffusion is net particle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movement. It goes from a higher to a lower concentration. It does not break up a starch molecule.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Enzymes are catalysts. They are not living things. A change in pH can change how well they work.</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 slower time alone does not prove permanent denaturation.</a:t>
            </a:r>
          </a:p>
        </p:txBody>
      </p:sp>
      <p:sp>
        <p:nvSpPr>
          <p:cNvPr id="9" name="text">
            <a:extLst xmlns:a="http://schemas.openxmlformats.org/drawingml/2006/main">
              <a:ext uri="{FF2B5EF4-FFF2-40B4-BE49-F238E27FC236}">
                <a16:creationId xmlns:a16="http://schemas.microsoft.com/office/drawing/2014/main" id="{DD156F7D-B7CA-4A9B-9968-0454E78EC1FA}"/>
              </a:ext>
            </a:extLst>
          </p:cNvPr>
          <p:cNvSpPr>
            <a:spLocks xmlns:a="http://schemas.openxmlformats.org/drawingml/2006/main" noGrp="1"/>
          </p:cNvSpPr>
          <p:nvPr/>
        </p:nvSpPr>
        <p:spPr>
          <a:xfrm xmlns:a="http://schemas.openxmlformats.org/drawingml/2006/main">
            <a:off x="457200" y="334327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Describe = give a pattern; explain = link cause and effect; evaluate = use evidence and limits. An</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unobserved endpoint by 300 s establishes no exact reciprocal rate.</a:t>
            </a:r>
          </a:p>
        </p:txBody>
      </p:sp>
      <p:sp>
        <p:nvSpPr>
          <p:cNvPr id="10" name="text">
            <a:extLst xmlns:a="http://schemas.openxmlformats.org/drawingml/2006/main">
              <a:ext uri="{FF2B5EF4-FFF2-40B4-BE49-F238E27FC236}">
                <a16:creationId xmlns:a16="http://schemas.microsoft.com/office/drawing/2014/main" id="{40933C4F-C22A-4B62-A4D0-E8840E9D6CA2}"/>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1" name="text">
            <a:extLst xmlns:a="http://schemas.openxmlformats.org/drawingml/2006/main">
              <a:ext uri="{FF2B5EF4-FFF2-40B4-BE49-F238E27FC236}">
                <a16:creationId xmlns:a16="http://schemas.microsoft.com/office/drawing/2014/main" id="{1A270FDC-361B-4DCB-9CBD-EA00B19C9769}"/>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2" name="text">
            <a:extLst xmlns:a="http://schemas.openxmlformats.org/drawingml/2006/main">
              <a:ext uri="{FF2B5EF4-FFF2-40B4-BE49-F238E27FC236}">
                <a16:creationId xmlns:a16="http://schemas.microsoft.com/office/drawing/2014/main" id="{F7E6D6F3-1F46-46A9-A63B-72BB1B5A7848}"/>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35 / 52</a:t>
            </a:r>
          </a:p>
        </p:txBody>
      </p:sp>
      <p:sp>
        <p:nvSpPr>
          <p:cNvPr id="13" name="text">
            <a:extLst xmlns:a="http://schemas.openxmlformats.org/drawingml/2006/main">
              <a:ext uri="{FF2B5EF4-FFF2-40B4-BE49-F238E27FC236}">
                <a16:creationId xmlns:a16="http://schemas.microsoft.com/office/drawing/2014/main" id="{28262816-1EB5-4259-802B-0938BEB6A9AD}"/>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274533769"/>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1E1F8A52-5E54-4CE4-9129-C81DD5018191}"/>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5DA13DB7-F25A-42DB-86BA-26B77519642D}"/>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13 min · 21 to 34</a:t>
            </a:r>
          </a:p>
        </p:txBody>
      </p:sp>
      <p:sp>
        <p:nvSpPr>
          <p:cNvPr id="3" name="text">
            <a:extLst xmlns:a="http://schemas.openxmlformats.org/drawingml/2006/main">
              <a:ext uri="{FF2B5EF4-FFF2-40B4-BE49-F238E27FC236}">
                <a16:creationId xmlns:a16="http://schemas.microsoft.com/office/drawing/2014/main" id="{228BD827-56B9-4640-AD45-6BB917D56948}"/>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8CC94A11-1BBD-499D-ADA2-E63D412C5014}"/>
              </a:ext>
            </a:extLst>
          </p:cNvPr>
          <p:cNvPicPr>
            <a:picLocks xmlns:a="http://schemas.openxmlformats.org/drawingml/2006/main" noChangeAspect="1"/>
          </p:cNvPicPr>
          <p:nvPr/>
        </p:nvPicPr>
        <p:blipFill>
          <a:blip xmlns:r="http://schemas.openxmlformats.org/officeDocument/2006/relationships" xmlns:a="http://schemas.openxmlformats.org/drawingml/2006/main" r:embed="R2dc7668708ae45a3"/>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6B48F46-9196-4631-AB38-FD2565D5CBB2}"/>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17B831B-5118-4997-92F1-9893655FE9B0}"/>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2191511-DE3E-4BDA-9E72-CB407E7AAC96}"/>
              </a:ext>
            </a:extLst>
          </p:cNvPr>
          <p:cNvSpPr>
            <a:spLocks xmlns:a="http://schemas.openxmlformats.org/drawingml/2006/main" noGrp="1"/>
          </p:cNvSpPr>
          <p:nvPr/>
        </p:nvSpPr>
        <p:spPr>
          <a:xfrm xmlns:a="http://schemas.openxmlformats.org/drawingml/2006/main">
            <a:off x="409575" y="1666875"/>
            <a:ext cx="11372850" cy="3524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7DC7CF49-790A-40E7-BF7B-D60E47126FB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9" name="">
            <a:extLst xmlns:a="http://schemas.openxmlformats.org/drawingml/2006/main">
              <a:ext uri="{FF2B5EF4-FFF2-40B4-BE49-F238E27FC236}">
                <a16:creationId xmlns:a16="http://schemas.microsoft.com/office/drawing/2014/main" id="{EA109801-4723-4512-8226-37D2ADF69768}"/>
              </a:ext>
            </a:extLst>
          </p:cNvPr>
          <p:cNvSpPr>
            <a:spLocks xmlns:a="http://schemas.openxmlformats.org/drawingml/2006/main" noGrp="1"/>
          </p:cNvSpPr>
          <p:nvPr/>
        </p:nvSpPr>
        <p:spPr>
          <a:xfrm xmlns:a="http://schemas.openxmlformats.org/drawingml/2006/main">
            <a:off x="409575" y="2057400"/>
            <a:ext cx="11372850" cy="3524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98349735-1371-4B5C-B3D2-5A8BF36B37F3}"/>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Independent</a:t>
            </a:r>
          </a:p>
        </p:txBody>
      </p:sp>
      <p:sp>
        <p:nvSpPr>
          <p:cNvPr id="11" name="">
            <a:extLst xmlns:a="http://schemas.openxmlformats.org/drawingml/2006/main">
              <a:ext uri="{FF2B5EF4-FFF2-40B4-BE49-F238E27FC236}">
                <a16:creationId xmlns:a16="http://schemas.microsoft.com/office/drawing/2014/main" id="{1DE0B34E-061D-4866-A19B-07300CE5604E}"/>
              </a:ext>
            </a:extLst>
          </p:cNvPr>
          <p:cNvSpPr>
            <a:spLocks xmlns:a="http://schemas.openxmlformats.org/drawingml/2006/main" noGrp="1"/>
          </p:cNvSpPr>
          <p:nvPr/>
        </p:nvSpPr>
        <p:spPr>
          <a:xfrm xmlns:a="http://schemas.openxmlformats.org/drawingml/2006/main">
            <a:off x="409575" y="2447925"/>
            <a:ext cx="11372850" cy="6477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36BBC510-BF42-4970-A2E0-C66BC3C95FD3}"/>
              </a:ext>
            </a:extLst>
          </p:cNvPr>
          <p:cNvSpPr>
            <a:spLocks xmlns:a="http://schemas.openxmlformats.org/drawingml/2006/main" noGrp="1"/>
          </p:cNvSpPr>
          <p:nvPr/>
        </p:nvSpPr>
        <p:spPr>
          <a:xfrm xmlns:a="http://schemas.openxmlformats.org/drawingml/2006/main">
            <a:off x="457200" y="24574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Calculate relative rate for pH 6 and pH 7, showing equation, substitution and units. Check that</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shorter time gives a larger value. [4 marks]</a:t>
            </a:r>
          </a:p>
        </p:txBody>
      </p:sp>
      <p:sp>
        <p:nvSpPr>
          <p:cNvPr id="13" name="">
            <a:extLst xmlns:a="http://schemas.openxmlformats.org/drawingml/2006/main">
              <a:ext uri="{FF2B5EF4-FFF2-40B4-BE49-F238E27FC236}">
                <a16:creationId xmlns:a16="http://schemas.microsoft.com/office/drawing/2014/main" id="{4B9C77D3-172A-428B-AB30-49573B5202C9}"/>
              </a:ext>
            </a:extLst>
          </p:cNvPr>
          <p:cNvSpPr>
            <a:spLocks xmlns:a="http://schemas.openxmlformats.org/drawingml/2006/main" noGrp="1"/>
          </p:cNvSpPr>
          <p:nvPr/>
        </p:nvSpPr>
        <p:spPr>
          <a:xfrm xmlns:a="http://schemas.openxmlformats.org/drawingml/2006/main">
            <a:off x="409575" y="3133725"/>
            <a:ext cx="11372850" cy="6477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6EDE488C-2B04-4A31-ABD5-35C4FBC337E1}"/>
              </a:ext>
            </a:extLst>
          </p:cNvPr>
          <p:cNvSpPr>
            <a:spLocks xmlns:a="http://schemas.openxmlformats.org/drawingml/2006/main" noGrp="1"/>
          </p:cNvSpPr>
          <p:nvPr/>
        </p:nvSpPr>
        <p:spPr>
          <a:xfrm xmlns:a="http://schemas.openxmlformats.org/drawingml/2006/main">
            <a:off x="457200" y="31432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Complete the five-point graph using the two calculated rates and three supplied points. Label</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both axes and state the rise-and-fall pattern. [4 marks]</a:t>
            </a:r>
          </a:p>
        </p:txBody>
      </p:sp>
      <p:sp>
        <p:nvSpPr>
          <p:cNvPr id="15" name="text">
            <a:extLst xmlns:a="http://schemas.openxmlformats.org/drawingml/2006/main">
              <a:ext uri="{FF2B5EF4-FFF2-40B4-BE49-F238E27FC236}">
                <a16:creationId xmlns:a16="http://schemas.microsoft.com/office/drawing/2014/main" id="{65FFDE49-D1B6-4AA4-8BED-7B7EED3521C8}"/>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6" name="text">
            <a:extLst xmlns:a="http://schemas.openxmlformats.org/drawingml/2006/main">
              <a:ext uri="{FF2B5EF4-FFF2-40B4-BE49-F238E27FC236}">
                <a16:creationId xmlns:a16="http://schemas.microsoft.com/office/drawing/2014/main" id="{2F3B2C86-77D2-4744-B9AB-A086EA8E0479}"/>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7" name="text">
            <a:extLst xmlns:a="http://schemas.openxmlformats.org/drawingml/2006/main">
              <a:ext uri="{FF2B5EF4-FFF2-40B4-BE49-F238E27FC236}">
                <a16:creationId xmlns:a16="http://schemas.microsoft.com/office/drawing/2014/main" id="{73EB08D6-ADA3-4048-9F7A-AFFFCB2F436F}"/>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36 / 52</a:t>
            </a:r>
          </a:p>
        </p:txBody>
      </p:sp>
      <p:sp>
        <p:nvSpPr>
          <p:cNvPr id="18" name="text">
            <a:extLst xmlns:a="http://schemas.openxmlformats.org/drawingml/2006/main">
              <a:ext uri="{FF2B5EF4-FFF2-40B4-BE49-F238E27FC236}">
                <a16:creationId xmlns:a16="http://schemas.microsoft.com/office/drawing/2014/main" id="{CF6F6A95-8655-442A-99D0-B8F144FECDB8}"/>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295845279"/>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5DBB83C8-99A2-48EB-A240-E04DEF151BB7}"/>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CE436A15-18C9-48B5-AB12-4C0FA7173F29}"/>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13 min · 21 to 34</a:t>
            </a:r>
          </a:p>
        </p:txBody>
      </p:sp>
      <p:sp>
        <p:nvSpPr>
          <p:cNvPr id="3" name="text">
            <a:extLst xmlns:a="http://schemas.openxmlformats.org/drawingml/2006/main">
              <a:ext uri="{FF2B5EF4-FFF2-40B4-BE49-F238E27FC236}">
                <a16:creationId xmlns:a16="http://schemas.microsoft.com/office/drawing/2014/main" id="{E9A8E67B-1A16-4F38-B533-7617F7F78745}"/>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793DC695-BC81-4A98-8CD5-3905A5710DE4}"/>
              </a:ext>
            </a:extLst>
          </p:cNvPr>
          <p:cNvPicPr>
            <a:picLocks xmlns:a="http://schemas.openxmlformats.org/drawingml/2006/main" noChangeAspect="1"/>
          </p:cNvPicPr>
          <p:nvPr/>
        </p:nvPicPr>
        <p:blipFill>
          <a:blip xmlns:r="http://schemas.openxmlformats.org/officeDocument/2006/relationships" xmlns:a="http://schemas.openxmlformats.org/drawingml/2006/main" r:embed="Rc56f308f08424b2c"/>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D675573-187D-4D1D-A740-9689002047DE}"/>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D891054-7748-4F22-9B0F-B7DC1E78102B}"/>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C97F295-52A3-45C6-BB69-F0A96EBF337D}"/>
              </a:ext>
            </a:extLst>
          </p:cNvPr>
          <p:cNvSpPr>
            <a:spLocks xmlns:a="http://schemas.openxmlformats.org/drawingml/2006/main" noGrp="1"/>
          </p:cNvSpPr>
          <p:nvPr/>
        </p:nvSpPr>
        <p:spPr>
          <a:xfrm xmlns:a="http://schemas.openxmlformats.org/drawingml/2006/main">
            <a:off x="409575" y="1666875"/>
            <a:ext cx="11372850" cy="3524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7CFB79C5-28B9-4559-9BD8-F67262D8EB47}"/>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9" name="">
            <a:extLst xmlns:a="http://schemas.openxmlformats.org/drawingml/2006/main">
              <a:ext uri="{FF2B5EF4-FFF2-40B4-BE49-F238E27FC236}">
                <a16:creationId xmlns:a16="http://schemas.microsoft.com/office/drawing/2014/main" id="{8DCCC592-13AA-4542-BD97-38A20EF51BF6}"/>
              </a:ext>
            </a:extLst>
          </p:cNvPr>
          <p:cNvSpPr>
            <a:spLocks xmlns:a="http://schemas.openxmlformats.org/drawingml/2006/main" noGrp="1"/>
          </p:cNvSpPr>
          <p:nvPr/>
        </p:nvSpPr>
        <p:spPr>
          <a:xfrm xmlns:a="http://schemas.openxmlformats.org/drawingml/2006/main">
            <a:off x="409575" y="2057400"/>
            <a:ext cx="11372850" cy="6477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74251B5B-BC54-4278-BEAB-2CE739E7CA52}"/>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Identify the highest tested activity in the first series using one numerical comparison. Explain</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how pH can affect the enzyme’s active site. [3 marks]</a:t>
            </a:r>
          </a:p>
        </p:txBody>
      </p:sp>
      <p:sp>
        <p:nvSpPr>
          <p:cNvPr id="11" name="">
            <a:extLst xmlns:a="http://schemas.openxmlformats.org/drawingml/2006/main">
              <a:ext uri="{FF2B5EF4-FFF2-40B4-BE49-F238E27FC236}">
                <a16:creationId xmlns:a16="http://schemas.microsoft.com/office/drawing/2014/main" id="{99B86B36-FE45-42C8-8E14-B51B59C18287}"/>
              </a:ext>
            </a:extLst>
          </p:cNvPr>
          <p:cNvSpPr>
            <a:spLocks xmlns:a="http://schemas.openxmlformats.org/drawingml/2006/main" noGrp="1"/>
          </p:cNvSpPr>
          <p:nvPr/>
        </p:nvSpPr>
        <p:spPr>
          <a:xfrm xmlns:a="http://schemas.openxmlformats.org/drawingml/2006/main">
            <a:off x="409575" y="2743200"/>
            <a:ext cx="11372850" cy="6477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6862E30E-AE80-4AD1-BDDE-C8833F32539E}"/>
              </a:ext>
            </a:extLst>
          </p:cNvPr>
          <p:cNvSpPr>
            <a:spLocks xmlns:a="http://schemas.openxmlformats.org/drawingml/2006/main" noGrp="1"/>
          </p:cNvSpPr>
          <p:nvPr/>
        </p:nvSpPr>
        <p:spPr>
          <a:xfrm xmlns:a="http://schemas.openxmlformats.org/drawingml/2006/main">
            <a:off x="457200" y="27527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Give one strength, one limitation and one linked improvement for the endpoint method. Use the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separate pH 7 repeat of 120 s to qualify your confidence. [4 marks]</a:t>
            </a:r>
          </a:p>
        </p:txBody>
      </p:sp>
      <p:sp>
        <p:nvSpPr>
          <p:cNvPr id="13" name="">
            <a:extLst xmlns:a="http://schemas.openxmlformats.org/drawingml/2006/main">
              <a:ext uri="{FF2B5EF4-FFF2-40B4-BE49-F238E27FC236}">
                <a16:creationId xmlns:a16="http://schemas.microsoft.com/office/drawing/2014/main" id="{5FA85EC5-F05A-446E-8D5A-875413442B32}"/>
              </a:ext>
            </a:extLst>
          </p:cNvPr>
          <p:cNvSpPr>
            <a:spLocks xmlns:a="http://schemas.openxmlformats.org/drawingml/2006/main" noGrp="1"/>
          </p:cNvSpPr>
          <p:nvPr/>
        </p:nvSpPr>
        <p:spPr>
          <a:xfrm xmlns:a="http://schemas.openxmlformats.org/drawingml/2006/main">
            <a:off x="409575" y="3429000"/>
            <a:ext cx="11372850" cy="64770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EB642FE5-CD26-4F9B-AFBF-3582411C1F97}"/>
              </a:ext>
            </a:extLst>
          </p:cNvPr>
          <p:cNvSpPr>
            <a:spLocks xmlns:a="http://schemas.openxmlformats.org/drawingml/2006/main" noGrp="1"/>
          </p:cNvSpPr>
          <p:nvPr/>
        </p:nvSpPr>
        <p:spPr>
          <a:xfrm xmlns:a="http://schemas.openxmlformats.org/drawingml/2006/main">
            <a:off x="457200" y="34385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Distinguish enzyme digestion from diffusion in the supplied two-step diagram. Explain why</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movement from high to low concentration does not itself break starch into sugars. [3 marks]</a:t>
            </a:r>
          </a:p>
        </p:txBody>
      </p:sp>
      <p:sp>
        <p:nvSpPr>
          <p:cNvPr id="15" name="text">
            <a:extLst xmlns:a="http://schemas.openxmlformats.org/drawingml/2006/main">
              <a:ext uri="{FF2B5EF4-FFF2-40B4-BE49-F238E27FC236}">
                <a16:creationId xmlns:a16="http://schemas.microsoft.com/office/drawing/2014/main" id="{1F496D6F-37DA-4EA5-AF13-E7924DFF82A0}"/>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6" name="text">
            <a:extLst xmlns:a="http://schemas.openxmlformats.org/drawingml/2006/main">
              <a:ext uri="{FF2B5EF4-FFF2-40B4-BE49-F238E27FC236}">
                <a16:creationId xmlns:a16="http://schemas.microsoft.com/office/drawing/2014/main" id="{2567E814-0C24-4392-9EAA-0F922D9AB133}"/>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7" name="text">
            <a:extLst xmlns:a="http://schemas.openxmlformats.org/drawingml/2006/main">
              <a:ext uri="{FF2B5EF4-FFF2-40B4-BE49-F238E27FC236}">
                <a16:creationId xmlns:a16="http://schemas.microsoft.com/office/drawing/2014/main" id="{5A927663-DD0A-4CA1-BDD3-DAEAAA642589}"/>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37 / 52</a:t>
            </a:r>
          </a:p>
        </p:txBody>
      </p:sp>
      <p:sp>
        <p:nvSpPr>
          <p:cNvPr id="18" name="text">
            <a:extLst xmlns:a="http://schemas.openxmlformats.org/drawingml/2006/main">
              <a:ext uri="{FF2B5EF4-FFF2-40B4-BE49-F238E27FC236}">
                <a16:creationId xmlns:a16="http://schemas.microsoft.com/office/drawing/2014/main" id="{D793E630-D630-475B-B279-DAB86B2D6359}"/>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641891136"/>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5" name="text">
            <a:extLst xmlns:a="http://schemas.openxmlformats.org/drawingml/2006/main">
              <a:ext uri="{FF2B5EF4-FFF2-40B4-BE49-F238E27FC236}">
                <a16:creationId xmlns:a16="http://schemas.microsoft.com/office/drawing/2014/main" id="{66FD57D9-A3FE-4AAE-A926-E8ABECD5685C}"/>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BD51FA5E-10BB-4045-B92F-787E8B9EE4BA}"/>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13 min · 21 to 34</a:t>
            </a:r>
          </a:p>
        </p:txBody>
      </p:sp>
      <p:sp>
        <p:nvSpPr>
          <p:cNvPr id="3" name="text">
            <a:extLst xmlns:a="http://schemas.openxmlformats.org/drawingml/2006/main">
              <a:ext uri="{FF2B5EF4-FFF2-40B4-BE49-F238E27FC236}">
                <a16:creationId xmlns:a16="http://schemas.microsoft.com/office/drawing/2014/main" id="{4B44F075-C657-4CEA-89E6-09BD7B4C61AE}"/>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8DC26E56-C9EC-45A4-BEAF-26E2B7A0A3ED}"/>
              </a:ext>
            </a:extLst>
          </p:cNvPr>
          <p:cNvPicPr>
            <a:picLocks xmlns:a="http://schemas.openxmlformats.org/drawingml/2006/main" noChangeAspect="1"/>
          </p:cNvPicPr>
          <p:nvPr/>
        </p:nvPicPr>
        <p:blipFill>
          <a:blip xmlns:r="http://schemas.openxmlformats.org/officeDocument/2006/relationships" xmlns:a="http://schemas.openxmlformats.org/drawingml/2006/main" r:embed="R37904e4fbba246e5"/>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2189F57-35BE-448B-9BB4-DE3133D3F619}"/>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CA84241-7777-47D6-9E11-4E468E949274}"/>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8E8217C-8A8B-48CD-8D12-AFDEE8357B68}"/>
              </a:ext>
            </a:extLst>
          </p:cNvPr>
          <p:cNvSpPr>
            <a:spLocks xmlns:a="http://schemas.openxmlformats.org/drawingml/2006/main" noGrp="1"/>
          </p:cNvSpPr>
          <p:nvPr/>
        </p:nvSpPr>
        <p:spPr>
          <a:xfrm xmlns:a="http://schemas.openxmlformats.org/drawingml/2006/main">
            <a:off x="409575" y="1666875"/>
            <a:ext cx="11372850" cy="3524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909AF1D6-89B2-4620-8BF6-E8D175B7CA32}"/>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9" name="">
            <a:extLst xmlns:a="http://schemas.openxmlformats.org/drawingml/2006/main">
              <a:ext uri="{FF2B5EF4-FFF2-40B4-BE49-F238E27FC236}">
                <a16:creationId xmlns:a16="http://schemas.microsoft.com/office/drawing/2014/main" id="{9B38EB73-FA99-4E89-841B-01676A5934CF}"/>
              </a:ext>
            </a:extLst>
          </p:cNvPr>
          <p:cNvSpPr>
            <a:spLocks xmlns:a="http://schemas.openxmlformats.org/drawingml/2006/main" noGrp="1"/>
          </p:cNvSpPr>
          <p:nvPr/>
        </p:nvSpPr>
        <p:spPr>
          <a:xfrm xmlns:a="http://schemas.openxmlformats.org/drawingml/2006/main">
            <a:off x="409575" y="2057400"/>
            <a:ext cx="11372850" cy="3524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0604EDC7-BA6C-4D9A-8566-EE569CF16CAC}"/>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Supported</a:t>
            </a:r>
          </a:p>
        </p:txBody>
      </p:sp>
      <p:sp>
        <p:nvSpPr>
          <p:cNvPr id="11" name="">
            <a:extLst xmlns:a="http://schemas.openxmlformats.org/drawingml/2006/main">
              <a:ext uri="{FF2B5EF4-FFF2-40B4-BE49-F238E27FC236}">
                <a16:creationId xmlns:a16="http://schemas.microsoft.com/office/drawing/2014/main" id="{ED230975-0C22-4F16-92F6-ECA7C7609338}"/>
              </a:ext>
            </a:extLst>
          </p:cNvPr>
          <p:cNvSpPr>
            <a:spLocks xmlns:a="http://schemas.openxmlformats.org/drawingml/2006/main" noGrp="1"/>
          </p:cNvSpPr>
          <p:nvPr/>
        </p:nvSpPr>
        <p:spPr>
          <a:xfrm xmlns:a="http://schemas.openxmlformats.org/drawingml/2006/main">
            <a:off x="409575" y="2447925"/>
            <a:ext cx="11372850" cy="3524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31669FFD-DEB4-4CC4-8AB4-44C1B8124923}"/>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Use 1 ÷ time to calculate the pH 6 rate from 120 s and the pH 7 rate from 90 s.</a:t>
            </a:r>
          </a:p>
        </p:txBody>
      </p:sp>
      <p:sp>
        <p:nvSpPr>
          <p:cNvPr id="13" name="">
            <a:extLst xmlns:a="http://schemas.openxmlformats.org/drawingml/2006/main">
              <a:ext uri="{FF2B5EF4-FFF2-40B4-BE49-F238E27FC236}">
                <a16:creationId xmlns:a16="http://schemas.microsoft.com/office/drawing/2014/main" id="{6C9E6E65-177C-4DC6-8B26-74AEF325ABE9}"/>
              </a:ext>
            </a:extLst>
          </p:cNvPr>
          <p:cNvSpPr>
            <a:spLocks xmlns:a="http://schemas.openxmlformats.org/drawingml/2006/main" noGrp="1"/>
          </p:cNvSpPr>
          <p:nvPr/>
        </p:nvSpPr>
        <p:spPr>
          <a:xfrm xmlns:a="http://schemas.openxmlformats.org/drawingml/2006/main">
            <a:off x="409575" y="2838450"/>
            <a:ext cx="11372850" cy="3524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09995A2D-C83A-417A-AA6B-C904E33AD777}"/>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Calculator steps: 1 ÷ 120 =; then 1 ÷ 90 =. Keep the unit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a:t>
            </a:r>
          </a:p>
        </p:txBody>
      </p:sp>
      <p:sp>
        <p:nvSpPr>
          <p:cNvPr id="15" name="">
            <a:extLst xmlns:a="http://schemas.openxmlformats.org/drawingml/2006/main">
              <a:ext uri="{FF2B5EF4-FFF2-40B4-BE49-F238E27FC236}">
                <a16:creationId xmlns:a16="http://schemas.microsoft.com/office/drawing/2014/main" id="{75E946C0-B60F-48C8-BEA2-21C05298809B}"/>
              </a:ext>
            </a:extLst>
          </p:cNvPr>
          <p:cNvSpPr>
            <a:spLocks xmlns:a="http://schemas.openxmlformats.org/drawingml/2006/main" noGrp="1"/>
          </p:cNvSpPr>
          <p:nvPr/>
        </p:nvSpPr>
        <p:spPr>
          <a:xfrm xmlns:a="http://schemas.openxmlformats.org/drawingml/2006/main">
            <a:off x="409575" y="3228975"/>
            <a:ext cx="11372850" cy="6477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8CACC86A-7BE9-46CA-A813-4838A97BF015}"/>
              </a:ext>
            </a:extLst>
          </p:cNvPr>
          <p:cNvSpPr>
            <a:spLocks xmlns:a="http://schemas.openxmlformats.org/drawingml/2006/main" noGrp="1"/>
          </p:cNvSpPr>
          <p:nvPr/>
        </p:nvSpPr>
        <p:spPr>
          <a:xfrm xmlns:a="http://schemas.openxmlformats.org/drawingml/2006/main">
            <a:off x="457200" y="323850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2. Add pH 6 and pH 7 to the supplied rate graph. Match each pH to its calculated rate; the other</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three points are supplied.</a:t>
            </a:r>
          </a:p>
        </p:txBody>
      </p:sp>
      <p:sp>
        <p:nvSpPr>
          <p:cNvPr id="17" name="">
            <a:extLst xmlns:a="http://schemas.openxmlformats.org/drawingml/2006/main">
              <a:ext uri="{FF2B5EF4-FFF2-40B4-BE49-F238E27FC236}">
                <a16:creationId xmlns:a16="http://schemas.microsoft.com/office/drawing/2014/main" id="{E7E3DC49-41F9-4F4A-A024-CF19CB37621E}"/>
              </a:ext>
            </a:extLst>
          </p:cNvPr>
          <p:cNvSpPr>
            <a:spLocks xmlns:a="http://schemas.openxmlformats.org/drawingml/2006/main" noGrp="1"/>
          </p:cNvSpPr>
          <p:nvPr/>
        </p:nvSpPr>
        <p:spPr>
          <a:xfrm xmlns:a="http://schemas.openxmlformats.org/drawingml/2006/main">
            <a:off x="409575" y="3914775"/>
            <a:ext cx="11372850" cy="3524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text">
            <a:extLst xmlns:a="http://schemas.openxmlformats.org/drawingml/2006/main">
              <a:ext uri="{FF2B5EF4-FFF2-40B4-BE49-F238E27FC236}">
                <a16:creationId xmlns:a16="http://schemas.microsoft.com/office/drawing/2014/main" id="{CDD066EC-98AA-470E-8B99-3689E8DEF24D}"/>
              </a:ext>
            </a:extLst>
          </p:cNvPr>
          <p:cNvSpPr>
            <a:spLocks xmlns:a="http://schemas.openxmlformats.org/drawingml/2006/main" noGrp="1"/>
          </p:cNvSpPr>
          <p:nvPr/>
        </p:nvSpPr>
        <p:spPr>
          <a:xfrm xmlns:a="http://schemas.openxmlformats.org/drawingml/2006/main">
            <a:off x="457200" y="39243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Read pH along the bottom, then move up to the rate. Use the labelled example point.</a:t>
            </a:r>
          </a:p>
        </p:txBody>
      </p:sp>
      <p:sp>
        <p:nvSpPr>
          <p:cNvPr id="19" name="">
            <a:extLst xmlns:a="http://schemas.openxmlformats.org/drawingml/2006/main">
              <a:ext uri="{FF2B5EF4-FFF2-40B4-BE49-F238E27FC236}">
                <a16:creationId xmlns:a16="http://schemas.microsoft.com/office/drawing/2014/main" id="{F09DF56A-C19E-4D09-811F-85216C64C94C}"/>
              </a:ext>
            </a:extLst>
          </p:cNvPr>
          <p:cNvSpPr>
            <a:spLocks xmlns:a="http://schemas.openxmlformats.org/drawingml/2006/main" noGrp="1"/>
          </p:cNvSpPr>
          <p:nvPr/>
        </p:nvSpPr>
        <p:spPr>
          <a:xfrm xmlns:a="http://schemas.openxmlformats.org/drawingml/2006/main">
            <a:off x="409575" y="4305300"/>
            <a:ext cx="11372850" cy="6477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20" name="text">
            <a:extLst xmlns:a="http://schemas.openxmlformats.org/drawingml/2006/main">
              <a:ext uri="{FF2B5EF4-FFF2-40B4-BE49-F238E27FC236}">
                <a16:creationId xmlns:a16="http://schemas.microsoft.com/office/drawing/2014/main" id="{518F4FBF-09C9-40B5-BC42-2524BA9A3732}"/>
              </a:ext>
            </a:extLst>
          </p:cNvPr>
          <p:cNvSpPr>
            <a:spLocks xmlns:a="http://schemas.openxmlformats.org/drawingml/2006/main" noGrp="1"/>
          </p:cNvSpPr>
          <p:nvPr/>
        </p:nvSpPr>
        <p:spPr>
          <a:xfrm xmlns:a="http://schemas.openxmlformats.org/drawingml/2006/main">
            <a:off x="457200" y="43148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3. Choose the highest rate in the first series. Complete “In these tested conditions, pH ___ was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fastest because ___.”</a:t>
            </a:r>
          </a:p>
        </p:txBody>
      </p:sp>
      <p:sp>
        <p:nvSpPr>
          <p:cNvPr id="21" name="text">
            <a:extLst xmlns:a="http://schemas.openxmlformats.org/drawingml/2006/main">
              <a:ext uri="{FF2B5EF4-FFF2-40B4-BE49-F238E27FC236}">
                <a16:creationId xmlns:a16="http://schemas.microsoft.com/office/drawing/2014/main" id="{7E2A22DB-5AF2-4137-9362-1F4FB1FACBC0}"/>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22" name="text">
            <a:extLst xmlns:a="http://schemas.openxmlformats.org/drawingml/2006/main">
              <a:ext uri="{FF2B5EF4-FFF2-40B4-BE49-F238E27FC236}">
                <a16:creationId xmlns:a16="http://schemas.microsoft.com/office/drawing/2014/main" id="{0552E59F-B2D5-4330-B3A7-C885EFF329AF}"/>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23" name="text">
            <a:extLst xmlns:a="http://schemas.openxmlformats.org/drawingml/2006/main">
              <a:ext uri="{FF2B5EF4-FFF2-40B4-BE49-F238E27FC236}">
                <a16:creationId xmlns:a16="http://schemas.microsoft.com/office/drawing/2014/main" id="{F0703035-21F2-4CE2-B16A-5ED12DB9A69C}"/>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38 / 52</a:t>
            </a:r>
          </a:p>
        </p:txBody>
      </p:sp>
      <p:sp>
        <p:nvSpPr>
          <p:cNvPr id="24" name="text">
            <a:extLst xmlns:a="http://schemas.openxmlformats.org/drawingml/2006/main">
              <a:ext uri="{FF2B5EF4-FFF2-40B4-BE49-F238E27FC236}">
                <a16:creationId xmlns:a16="http://schemas.microsoft.com/office/drawing/2014/main" id="{19D28228-C7F0-43CE-B711-F7ED88535ACE}"/>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495777379"/>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23" name="text">
            <a:extLst xmlns:a="http://schemas.openxmlformats.org/drawingml/2006/main">
              <a:ext uri="{FF2B5EF4-FFF2-40B4-BE49-F238E27FC236}">
                <a16:creationId xmlns:a16="http://schemas.microsoft.com/office/drawing/2014/main" id="{27431EA9-3589-46DD-B028-D20AB60571AF}"/>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BD3E405A-3DF4-43E0-8AA6-58988479BDDB}"/>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13 min · 21 to 34</a:t>
            </a:r>
          </a:p>
        </p:txBody>
      </p:sp>
      <p:sp>
        <p:nvSpPr>
          <p:cNvPr id="3" name="text">
            <a:extLst xmlns:a="http://schemas.openxmlformats.org/drawingml/2006/main">
              <a:ext uri="{FF2B5EF4-FFF2-40B4-BE49-F238E27FC236}">
                <a16:creationId xmlns:a16="http://schemas.microsoft.com/office/drawing/2014/main" id="{5FB29C47-1BCB-47B0-8B9B-8A22C0DB5374}"/>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F26377C9-86A5-4ECF-BFF3-DF39BAF8BCBB}"/>
              </a:ext>
            </a:extLst>
          </p:cNvPr>
          <p:cNvPicPr>
            <a:picLocks xmlns:a="http://schemas.openxmlformats.org/drawingml/2006/main" noChangeAspect="1"/>
          </p:cNvPicPr>
          <p:nvPr/>
        </p:nvPicPr>
        <p:blipFill>
          <a:blip xmlns:r="http://schemas.openxmlformats.org/officeDocument/2006/relationships" xmlns:a="http://schemas.openxmlformats.org/drawingml/2006/main" r:embed="Rfd676dfba495461d"/>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8F52112-E3D4-4234-8E0B-508A1CEF3B2D}"/>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B2E9C08-E6E5-4DAD-B89D-3EF5408CC744}"/>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22B4428-A56A-4EDC-93CA-8AAC9E12F503}"/>
              </a:ext>
            </a:extLst>
          </p:cNvPr>
          <p:cNvSpPr>
            <a:spLocks xmlns:a="http://schemas.openxmlformats.org/drawingml/2006/main" noGrp="1"/>
          </p:cNvSpPr>
          <p:nvPr/>
        </p:nvSpPr>
        <p:spPr>
          <a:xfrm xmlns:a="http://schemas.openxmlformats.org/drawingml/2006/main">
            <a:off x="409575" y="1666875"/>
            <a:ext cx="11372850" cy="3524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F881170A-C1CE-424F-B8AC-D1A0CF549D3A}"/>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9" name="">
            <a:extLst xmlns:a="http://schemas.openxmlformats.org/drawingml/2006/main">
              <a:ext uri="{FF2B5EF4-FFF2-40B4-BE49-F238E27FC236}">
                <a16:creationId xmlns:a16="http://schemas.microsoft.com/office/drawing/2014/main" id="{F554B5BB-BEE5-459E-9D22-36D6FD11F5BA}"/>
              </a:ext>
            </a:extLst>
          </p:cNvPr>
          <p:cNvSpPr>
            <a:spLocks xmlns:a="http://schemas.openxmlformats.org/drawingml/2006/main" noGrp="1"/>
          </p:cNvSpPr>
          <p:nvPr/>
        </p:nvSpPr>
        <p:spPr>
          <a:xfrm xmlns:a="http://schemas.openxmlformats.org/drawingml/2006/main">
            <a:off x="409575" y="2057400"/>
            <a:ext cx="11372850" cy="3524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64BBA4FE-F968-4083-B664-EB1E7E79FF7A}"/>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Find the largest rate number, not the largest pH number. Include “in this series”.</a:t>
            </a:r>
          </a:p>
        </p:txBody>
      </p:sp>
      <p:sp>
        <p:nvSpPr>
          <p:cNvPr id="11" name="">
            <a:extLst xmlns:a="http://schemas.openxmlformats.org/drawingml/2006/main">
              <a:ext uri="{FF2B5EF4-FFF2-40B4-BE49-F238E27FC236}">
                <a16:creationId xmlns:a16="http://schemas.microsoft.com/office/drawing/2014/main" id="{038292B7-5A07-4CAD-96B6-F2071FC7F635}"/>
              </a:ext>
            </a:extLst>
          </p:cNvPr>
          <p:cNvSpPr>
            <a:spLocks xmlns:a="http://schemas.openxmlformats.org/drawingml/2006/main" noGrp="1"/>
          </p:cNvSpPr>
          <p:nvPr/>
        </p:nvSpPr>
        <p:spPr>
          <a:xfrm xmlns:a="http://schemas.openxmlformats.org/drawingml/2006/main">
            <a:off x="409575" y="2447925"/>
            <a:ext cx="11372850" cy="6477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387A4C84-A2CF-4068-A18D-2ACDEF6F7629}"/>
              </a:ext>
            </a:extLst>
          </p:cNvPr>
          <p:cNvSpPr>
            <a:spLocks xmlns:a="http://schemas.openxmlformats.org/drawingml/2006/main" noGrp="1"/>
          </p:cNvSpPr>
          <p:nvPr/>
        </p:nvSpPr>
        <p:spPr>
          <a:xfrm xmlns:a="http://schemas.openxmlformats.org/drawingml/2006/main">
            <a:off x="457200" y="24574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4. Samples are taken 30 s apart. Choose a limit of the method and a linked way to improve it:</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uncertain exact endpoint / use a shorter fixed interval if authorised.</a:t>
            </a:r>
          </a:p>
        </p:txBody>
      </p:sp>
      <p:sp>
        <p:nvSpPr>
          <p:cNvPr id="13" name="">
            <a:extLst xmlns:a="http://schemas.openxmlformats.org/drawingml/2006/main">
              <a:ext uri="{FF2B5EF4-FFF2-40B4-BE49-F238E27FC236}">
                <a16:creationId xmlns:a16="http://schemas.microsoft.com/office/drawing/2014/main" id="{8693C8E6-CC71-4233-8D60-22BABFAA3BE4}"/>
              </a:ext>
            </a:extLst>
          </p:cNvPr>
          <p:cNvSpPr>
            <a:spLocks xmlns:a="http://schemas.openxmlformats.org/drawingml/2006/main" noGrp="1"/>
          </p:cNvSpPr>
          <p:nvPr/>
        </p:nvSpPr>
        <p:spPr>
          <a:xfrm xmlns:a="http://schemas.openxmlformats.org/drawingml/2006/main">
            <a:off x="409575" y="3133725"/>
            <a:ext cx="11372850" cy="3524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2ECCB006-D16B-42AD-A529-DEEE56C8789B}"/>
              </a:ext>
            </a:extLst>
          </p:cNvPr>
          <p:cNvSpPr>
            <a:spLocks xmlns:a="http://schemas.openxmlformats.org/drawingml/2006/main" noGrp="1"/>
          </p:cNvSpPr>
          <p:nvPr/>
        </p:nvSpPr>
        <p:spPr>
          <a:xfrm xmlns:a="http://schemas.openxmlformats.org/drawingml/2006/main">
            <a:off x="457200" y="31432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Say “Because samples are separated by ___ s, we cannot know ___.”</a:t>
            </a:r>
          </a:p>
        </p:txBody>
      </p:sp>
      <p:sp>
        <p:nvSpPr>
          <p:cNvPr id="15" name="">
            <a:extLst xmlns:a="http://schemas.openxmlformats.org/drawingml/2006/main">
              <a:ext uri="{FF2B5EF4-FFF2-40B4-BE49-F238E27FC236}">
                <a16:creationId xmlns:a16="http://schemas.microsoft.com/office/drawing/2014/main" id="{49AFE4D1-8EAF-491C-88A3-764D1FF79731}"/>
              </a:ext>
            </a:extLst>
          </p:cNvPr>
          <p:cNvSpPr>
            <a:spLocks xmlns:a="http://schemas.openxmlformats.org/drawingml/2006/main" noGrp="1"/>
          </p:cNvSpPr>
          <p:nvPr/>
        </p:nvSpPr>
        <p:spPr>
          <a:xfrm xmlns:a="http://schemas.openxmlformats.org/drawingml/2006/main">
            <a:off x="409575" y="3524250"/>
            <a:ext cx="11372850" cy="647700"/>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74B239E8-93CE-43CA-A37F-F3FB4818FC0D}"/>
              </a:ext>
            </a:extLst>
          </p:cNvPr>
          <p:cNvSpPr>
            <a:spLocks xmlns:a="http://schemas.openxmlformats.org/drawingml/2006/main" noGrp="1"/>
          </p:cNvSpPr>
          <p:nvPr/>
        </p:nvSpPr>
        <p:spPr>
          <a:xfrm xmlns:a="http://schemas.openxmlformats.org/drawingml/2006/main">
            <a:off x="457200" y="353377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5. Look at the diagram given. First, starch breaks into sugars. Then particles move from high to</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low concentration. Label the two changes: digestion / diffusion.</a:t>
            </a:r>
          </a:p>
        </p:txBody>
      </p:sp>
      <p:sp>
        <p:nvSpPr>
          <p:cNvPr id="17" name="">
            <a:extLst xmlns:a="http://schemas.openxmlformats.org/drawingml/2006/main">
              <a:ext uri="{FF2B5EF4-FFF2-40B4-BE49-F238E27FC236}">
                <a16:creationId xmlns:a16="http://schemas.microsoft.com/office/drawing/2014/main" id="{FE894AEE-3688-49A6-8DC0-A1B574BD5169}"/>
              </a:ext>
            </a:extLst>
          </p:cNvPr>
          <p:cNvSpPr>
            <a:spLocks xmlns:a="http://schemas.openxmlformats.org/drawingml/2006/main" noGrp="1"/>
          </p:cNvSpPr>
          <p:nvPr/>
        </p:nvSpPr>
        <p:spPr>
          <a:xfrm xmlns:a="http://schemas.openxmlformats.org/drawingml/2006/main">
            <a:off x="409575" y="4210050"/>
            <a:ext cx="11372850" cy="352425"/>
          </a:xfrm>
          <a:prstGeom xmlns:a="http://schemas.openxmlformats.org/drawingml/2006/main" prst="rect">
            <a:avLst/>
          </a:prstGeom>
          <a:solidFill xmlns:a="http://schemas.openxmlformats.org/drawingml/2006/main">
            <a:srgbClr val="E4EFF9"/>
          </a:solidFill>
          <a:ln xmlns:a="http://schemas.openxmlformats.org/drawingml/2006/main" w="0">
            <a:noFill/>
            <a:prstDash val="solid"/>
          </a:ln>
        </p:spPr>
      </p:sp>
      <p:sp>
        <p:nvSpPr>
          <p:cNvPr id="18" name="text">
            <a:extLst xmlns:a="http://schemas.openxmlformats.org/drawingml/2006/main">
              <a:ext uri="{FF2B5EF4-FFF2-40B4-BE49-F238E27FC236}">
                <a16:creationId xmlns:a16="http://schemas.microsoft.com/office/drawing/2014/main" id="{970CFB88-D29C-4F9F-A3EF-7F862D12440D}"/>
              </a:ext>
            </a:extLst>
          </p:cNvPr>
          <p:cNvSpPr>
            <a:spLocks xmlns:a="http://schemas.openxmlformats.org/drawingml/2006/main" noGrp="1"/>
          </p:cNvSpPr>
          <p:nvPr/>
        </p:nvSpPr>
        <p:spPr>
          <a:xfrm xmlns:a="http://schemas.openxmlformats.org/drawingml/2006/main">
            <a:off x="457200" y="42195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Digestion changes molecules in a chemical way. Diffusion changes where the particles are.</a:t>
            </a:r>
          </a:p>
        </p:txBody>
      </p:sp>
      <p:sp>
        <p:nvSpPr>
          <p:cNvPr id="19" name="text">
            <a:extLst xmlns:a="http://schemas.openxmlformats.org/drawingml/2006/main">
              <a:ext uri="{FF2B5EF4-FFF2-40B4-BE49-F238E27FC236}">
                <a16:creationId xmlns:a16="http://schemas.microsoft.com/office/drawing/2014/main" id="{D86C08B3-C599-414E-B2C5-52D2470A47B3}"/>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20" name="text">
            <a:extLst xmlns:a="http://schemas.openxmlformats.org/drawingml/2006/main">
              <a:ext uri="{FF2B5EF4-FFF2-40B4-BE49-F238E27FC236}">
                <a16:creationId xmlns:a16="http://schemas.microsoft.com/office/drawing/2014/main" id="{FD309954-2BA0-40E8-8105-E7C20E4A8D42}"/>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21" name="text">
            <a:extLst xmlns:a="http://schemas.openxmlformats.org/drawingml/2006/main">
              <a:ext uri="{FF2B5EF4-FFF2-40B4-BE49-F238E27FC236}">
                <a16:creationId xmlns:a16="http://schemas.microsoft.com/office/drawing/2014/main" id="{5406FB29-7D29-4101-94A2-916E322B5C18}"/>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39 / 52</a:t>
            </a:r>
          </a:p>
        </p:txBody>
      </p:sp>
      <p:sp>
        <p:nvSpPr>
          <p:cNvPr id="22" name="text">
            <a:extLst xmlns:a="http://schemas.openxmlformats.org/drawingml/2006/main">
              <a:ext uri="{FF2B5EF4-FFF2-40B4-BE49-F238E27FC236}">
                <a16:creationId xmlns:a16="http://schemas.microsoft.com/office/drawing/2014/main" id="{DBB9D7E9-0691-450B-9BC2-25FB045AFEE9}"/>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93052137"/>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7" name="text">
            <a:extLst xmlns:a="http://schemas.openxmlformats.org/drawingml/2006/main">
              <a:ext uri="{FF2B5EF4-FFF2-40B4-BE49-F238E27FC236}">
                <a16:creationId xmlns:a16="http://schemas.microsoft.com/office/drawing/2014/main" id="{F7A08491-D1E1-48C9-A696-50618CDE5B13}"/>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D1E992A9-F711-4A50-A55F-EB2BDE7BD561}"/>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13 min · 21 to 34</a:t>
            </a:r>
          </a:p>
        </p:txBody>
      </p:sp>
      <p:sp>
        <p:nvSpPr>
          <p:cNvPr id="3" name="text">
            <a:extLst xmlns:a="http://schemas.openxmlformats.org/drawingml/2006/main">
              <a:ext uri="{FF2B5EF4-FFF2-40B4-BE49-F238E27FC236}">
                <a16:creationId xmlns:a16="http://schemas.microsoft.com/office/drawing/2014/main" id="{8737FDC2-9853-4F6F-B19C-BCF3BBD59448}"/>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A3509E18-89D7-41B3-BC4C-9175BC38AE93}"/>
              </a:ext>
            </a:extLst>
          </p:cNvPr>
          <p:cNvPicPr>
            <a:picLocks xmlns:a="http://schemas.openxmlformats.org/drawingml/2006/main" noChangeAspect="1"/>
          </p:cNvPicPr>
          <p:nvPr/>
        </p:nvPicPr>
        <p:blipFill>
          <a:blip xmlns:r="http://schemas.openxmlformats.org/officeDocument/2006/relationships" xmlns:a="http://schemas.openxmlformats.org/drawingml/2006/main" r:embed="Ra28b122b02ac41b2"/>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E67078C-F68E-4799-9A26-F154D7640225}"/>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0D25896-A223-47F3-BED8-121143E210A0}"/>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1BF85D4-1E89-4C2F-A8F7-423959DAF649}"/>
              </a:ext>
            </a:extLst>
          </p:cNvPr>
          <p:cNvSpPr>
            <a:spLocks xmlns:a="http://schemas.openxmlformats.org/drawingml/2006/main" noGrp="1"/>
          </p:cNvSpPr>
          <p:nvPr/>
        </p:nvSpPr>
        <p:spPr>
          <a:xfrm xmlns:a="http://schemas.openxmlformats.org/drawingml/2006/main">
            <a:off x="409575" y="1666875"/>
            <a:ext cx="11372850" cy="3524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5499E6D4-EB01-4B07-ACA5-765AD7ABB4F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9" name="">
            <a:extLst xmlns:a="http://schemas.openxmlformats.org/drawingml/2006/main">
              <a:ext uri="{FF2B5EF4-FFF2-40B4-BE49-F238E27FC236}">
                <a16:creationId xmlns:a16="http://schemas.microsoft.com/office/drawing/2014/main" id="{3153CD67-BF85-4C66-A3D0-E0FC5A407690}"/>
              </a:ext>
            </a:extLst>
          </p:cNvPr>
          <p:cNvSpPr>
            <a:spLocks xmlns:a="http://schemas.openxmlformats.org/drawingml/2006/main" noGrp="1"/>
          </p:cNvSpPr>
          <p:nvPr/>
        </p:nvSpPr>
        <p:spPr>
          <a:xfrm xmlns:a="http://schemas.openxmlformats.org/drawingml/2006/main">
            <a:off x="409575" y="2057400"/>
            <a:ext cx="11372850" cy="3524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22AE8F98-BC7F-46F8-B183-F870476C08B2}"/>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Choice</a:t>
            </a:r>
          </a:p>
        </p:txBody>
      </p:sp>
      <p:sp>
        <p:nvSpPr>
          <p:cNvPr id="11" name="">
            <a:extLst xmlns:a="http://schemas.openxmlformats.org/drawingml/2006/main">
              <a:ext uri="{FF2B5EF4-FFF2-40B4-BE49-F238E27FC236}">
                <a16:creationId xmlns:a16="http://schemas.microsoft.com/office/drawing/2014/main" id="{ABCA1FC0-475F-4A3B-805A-104C20FCF71F}"/>
              </a:ext>
            </a:extLst>
          </p:cNvPr>
          <p:cNvSpPr>
            <a:spLocks xmlns:a="http://schemas.openxmlformats.org/drawingml/2006/main" noGrp="1"/>
          </p:cNvSpPr>
          <p:nvPr/>
        </p:nvSpPr>
        <p:spPr>
          <a:xfrm xmlns:a="http://schemas.openxmlformats.org/drawingml/2006/main">
            <a:off x="409575" y="2447925"/>
            <a:ext cx="11372850" cy="94297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CE0BAE40-13A7-4530-B03A-579F70612799}"/>
              </a:ext>
            </a:extLst>
          </p:cNvPr>
          <p:cNvSpPr>
            <a:spLocks xmlns:a="http://schemas.openxmlformats.org/drawingml/2006/main" noGrp="1"/>
          </p:cNvSpPr>
          <p:nvPr/>
        </p:nvSpPr>
        <p:spPr>
          <a:xfrm xmlns:a="http://schemas.openxmlformats.org/drawingml/2006/main">
            <a:off x="457200" y="2457450"/>
            <a:ext cx="112776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Match 120 s and 90 s to 0.00833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 and 0.0111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 Show 1 ÷ time for each. Add the pH 6 and pH</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7 points to the supplied graph; choose its pattern: rises then falls / always rises. Record C</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beside your book response.</a:t>
            </a:r>
          </a:p>
        </p:txBody>
      </p:sp>
      <p:sp>
        <p:nvSpPr>
          <p:cNvPr id="13" name="text">
            <a:extLst xmlns:a="http://schemas.openxmlformats.org/drawingml/2006/main">
              <a:ext uri="{FF2B5EF4-FFF2-40B4-BE49-F238E27FC236}">
                <a16:creationId xmlns:a16="http://schemas.microsoft.com/office/drawing/2014/main" id="{B866E5E7-AD32-4F9F-9817-9D640654F088}"/>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4" name="text">
            <a:extLst xmlns:a="http://schemas.openxmlformats.org/drawingml/2006/main">
              <a:ext uri="{FF2B5EF4-FFF2-40B4-BE49-F238E27FC236}">
                <a16:creationId xmlns:a16="http://schemas.microsoft.com/office/drawing/2014/main" id="{205D2017-E3FE-422A-9F59-3A18E7DE5E03}"/>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5" name="text">
            <a:extLst xmlns:a="http://schemas.openxmlformats.org/drawingml/2006/main">
              <a:ext uri="{FF2B5EF4-FFF2-40B4-BE49-F238E27FC236}">
                <a16:creationId xmlns:a16="http://schemas.microsoft.com/office/drawing/2014/main" id="{237AF884-701F-43BE-8A5F-4C3B5A9A6A31}"/>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40 / 52</a:t>
            </a:r>
          </a:p>
        </p:txBody>
      </p:sp>
      <p:sp>
        <p:nvSpPr>
          <p:cNvPr id="16" name="text">
            <a:extLst xmlns:a="http://schemas.openxmlformats.org/drawingml/2006/main">
              <a:ext uri="{FF2B5EF4-FFF2-40B4-BE49-F238E27FC236}">
                <a16:creationId xmlns:a16="http://schemas.microsoft.com/office/drawing/2014/main" id="{E1775A08-77BE-4FB9-87D5-A6B08D81D22B}"/>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180533801"/>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C64B0DE0-BA2F-49AD-A6BD-ABB58BDF33E4}"/>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4D0123C9-EC4D-408E-A1AF-9C8A91554C4B}"/>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13 min · 21 to 34</a:t>
            </a:r>
          </a:p>
        </p:txBody>
      </p:sp>
      <p:sp>
        <p:nvSpPr>
          <p:cNvPr id="3" name="text">
            <a:extLst xmlns:a="http://schemas.openxmlformats.org/drawingml/2006/main">
              <a:ext uri="{FF2B5EF4-FFF2-40B4-BE49-F238E27FC236}">
                <a16:creationId xmlns:a16="http://schemas.microsoft.com/office/drawing/2014/main" id="{BDACEAAA-2D7A-4EC4-B601-62C8ADCA4F3B}"/>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B02CE01C-4475-48D7-A8F8-F59CC08817C7}"/>
              </a:ext>
            </a:extLst>
          </p:cNvPr>
          <p:cNvPicPr>
            <a:picLocks xmlns:a="http://schemas.openxmlformats.org/drawingml/2006/main" noChangeAspect="1"/>
          </p:cNvPicPr>
          <p:nvPr/>
        </p:nvPicPr>
        <p:blipFill>
          <a:blip xmlns:r="http://schemas.openxmlformats.org/officeDocument/2006/relationships" xmlns:a="http://schemas.openxmlformats.org/drawingml/2006/main" r:embed="Rf8ca90ed62c24067"/>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43F25CF-5F36-4919-97D3-825C46667690}"/>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4F42730-601B-4196-B9C2-FB5F63C2B672}"/>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439E64E-7C30-4744-9CF3-1C8D674FCF31}"/>
              </a:ext>
            </a:extLst>
          </p:cNvPr>
          <p:cNvSpPr>
            <a:spLocks xmlns:a="http://schemas.openxmlformats.org/drawingml/2006/main" noGrp="1"/>
          </p:cNvSpPr>
          <p:nvPr/>
        </p:nvSpPr>
        <p:spPr>
          <a:xfrm xmlns:a="http://schemas.openxmlformats.org/drawingml/2006/main">
            <a:off x="409575" y="1666875"/>
            <a:ext cx="11372850" cy="3524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FB9F1400-E476-41BF-A587-8793EC679EED}"/>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9" name="">
            <a:extLst xmlns:a="http://schemas.openxmlformats.org/drawingml/2006/main">
              <a:ext uri="{FF2B5EF4-FFF2-40B4-BE49-F238E27FC236}">
                <a16:creationId xmlns:a16="http://schemas.microsoft.com/office/drawing/2014/main" id="{8A485199-2B03-4893-8034-D906124D0194}"/>
              </a:ext>
            </a:extLst>
          </p:cNvPr>
          <p:cNvSpPr>
            <a:spLocks xmlns:a="http://schemas.openxmlformats.org/drawingml/2006/main" noGrp="1"/>
          </p:cNvSpPr>
          <p:nvPr/>
        </p:nvSpPr>
        <p:spPr>
          <a:xfrm xmlns:a="http://schemas.openxmlformats.org/drawingml/2006/main">
            <a:off x="409575" y="2057400"/>
            <a:ext cx="11372850" cy="1238250"/>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5A484890-73BC-4829-8308-06551B5B1294}"/>
              </a:ext>
            </a:extLst>
          </p:cNvPr>
          <p:cNvSpPr>
            <a:spLocks xmlns:a="http://schemas.openxmlformats.org/drawingml/2006/main" noGrp="1"/>
          </p:cNvSpPr>
          <p:nvPr/>
        </p:nvSpPr>
        <p:spPr>
          <a:xfrm xmlns:a="http://schemas.openxmlformats.org/drawingml/2006/main">
            <a:off x="457200" y="2066925"/>
            <a:ext cx="112776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Choose the highest first-series rate: pH 4 / pH 7 / pH 8. Give one number. Choose how pH may</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change activity: active-site fit / enzyme choice. Match the 30 s sampling gap to uncertain exact</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endpoint / exact timing; choose a shorter authorised interval / invented time as the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improvement.</a:t>
            </a:r>
          </a:p>
        </p:txBody>
      </p:sp>
      <p:sp>
        <p:nvSpPr>
          <p:cNvPr id="11" name="">
            <a:extLst xmlns:a="http://schemas.openxmlformats.org/drawingml/2006/main">
              <a:ext uri="{FF2B5EF4-FFF2-40B4-BE49-F238E27FC236}">
                <a16:creationId xmlns:a16="http://schemas.microsoft.com/office/drawing/2014/main" id="{ED1309F1-0395-4346-AABD-5A194197A351}"/>
              </a:ext>
            </a:extLst>
          </p:cNvPr>
          <p:cNvSpPr>
            <a:spLocks xmlns:a="http://schemas.openxmlformats.org/drawingml/2006/main" noGrp="1"/>
          </p:cNvSpPr>
          <p:nvPr/>
        </p:nvSpPr>
        <p:spPr>
          <a:xfrm xmlns:a="http://schemas.openxmlformats.org/drawingml/2006/main">
            <a:off x="409575" y="3333750"/>
            <a:ext cx="11372850" cy="94297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C064154B-2C69-45DD-90B6-C3CDA905B883}"/>
              </a:ext>
            </a:extLst>
          </p:cNvPr>
          <p:cNvSpPr>
            <a:spLocks xmlns:a="http://schemas.openxmlformats.org/drawingml/2006/main" noGrp="1"/>
          </p:cNvSpPr>
          <p:nvPr/>
        </p:nvSpPr>
        <p:spPr>
          <a:xfrm xmlns:a="http://schemas.openxmlformats.org/drawingml/2006/main">
            <a:off x="457200" y="3343275"/>
            <a:ext cx="112776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pH 7 repeat took 120 s. Choose confidence: variation needs repeats / one exact optimum is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proved. Match starch breakdown / net particle movement to digestion / diffusion. Write one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sentence explaining the difference.</a:t>
            </a:r>
          </a:p>
        </p:txBody>
      </p:sp>
      <p:sp>
        <p:nvSpPr>
          <p:cNvPr id="13" name="">
            <a:extLst xmlns:a="http://schemas.openxmlformats.org/drawingml/2006/main">
              <a:ext uri="{FF2B5EF4-FFF2-40B4-BE49-F238E27FC236}">
                <a16:creationId xmlns:a16="http://schemas.microsoft.com/office/drawing/2014/main" id="{3A821051-C98B-43EB-9E59-9E5AE4B0B922}"/>
              </a:ext>
            </a:extLst>
          </p:cNvPr>
          <p:cNvSpPr>
            <a:spLocks xmlns:a="http://schemas.openxmlformats.org/drawingml/2006/main" noGrp="1"/>
          </p:cNvSpPr>
          <p:nvPr/>
        </p:nvSpPr>
        <p:spPr>
          <a:xfrm xmlns:a="http://schemas.openxmlformats.org/drawingml/2006/main">
            <a:off x="409575" y="4314825"/>
            <a:ext cx="11372850" cy="352425"/>
          </a:xfrm>
          <a:prstGeom xmlns:a="http://schemas.openxmlformats.org/drawingml/2006/main" prst="rect">
            <a:avLst/>
          </a:prstGeom>
          <a:solidFill xmlns:a="http://schemas.openxmlformats.org/drawingml/2006/main">
            <a:srgbClr val="FFF1BB"/>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F4988A3F-98C1-4E37-BBF2-DD4423EA27EE}"/>
              </a:ext>
            </a:extLst>
          </p:cNvPr>
          <p:cNvSpPr>
            <a:spLocks xmlns:a="http://schemas.openxmlformats.org/drawingml/2006/main" noGrp="1"/>
          </p:cNvSpPr>
          <p:nvPr/>
        </p:nvSpPr>
        <p:spPr>
          <a:xfrm xmlns:a="http://schemas.openxmlformats.org/drawingml/2006/main">
            <a:off x="457200" y="43243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After choosing, write one short scientific sentence, label or reason in your book.</a:t>
            </a:r>
          </a:p>
        </p:txBody>
      </p:sp>
      <p:sp>
        <p:nvSpPr>
          <p:cNvPr id="15" name="text">
            <a:extLst xmlns:a="http://schemas.openxmlformats.org/drawingml/2006/main">
              <a:ext uri="{FF2B5EF4-FFF2-40B4-BE49-F238E27FC236}">
                <a16:creationId xmlns:a16="http://schemas.microsoft.com/office/drawing/2014/main" id="{4827C311-8C3D-4A86-A799-1EB64FD0F7EA}"/>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6" name="text">
            <a:extLst xmlns:a="http://schemas.openxmlformats.org/drawingml/2006/main">
              <a:ext uri="{FF2B5EF4-FFF2-40B4-BE49-F238E27FC236}">
                <a16:creationId xmlns:a16="http://schemas.microsoft.com/office/drawing/2014/main" id="{86A3D29D-4FC9-4575-86A6-B7C1BC499513}"/>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7" name="text">
            <a:extLst xmlns:a="http://schemas.openxmlformats.org/drawingml/2006/main">
              <a:ext uri="{FF2B5EF4-FFF2-40B4-BE49-F238E27FC236}">
                <a16:creationId xmlns:a16="http://schemas.microsoft.com/office/drawing/2014/main" id="{5E20EF9C-6614-4094-BC36-D25535E7EEA3}"/>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41 / 52</a:t>
            </a:r>
          </a:p>
        </p:txBody>
      </p:sp>
      <p:sp>
        <p:nvSpPr>
          <p:cNvPr id="18" name="text">
            <a:extLst xmlns:a="http://schemas.openxmlformats.org/drawingml/2006/main">
              <a:ext uri="{FF2B5EF4-FFF2-40B4-BE49-F238E27FC236}">
                <a16:creationId xmlns:a16="http://schemas.microsoft.com/office/drawing/2014/main" id="{80365CFC-BCEF-43F0-960E-30287C62E232}"/>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715581902"/>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21" name="text">
            <a:extLst xmlns:a="http://schemas.openxmlformats.org/drawingml/2006/main">
              <a:ext uri="{FF2B5EF4-FFF2-40B4-BE49-F238E27FC236}">
                <a16:creationId xmlns:a16="http://schemas.microsoft.com/office/drawing/2014/main" id="{C8463436-3BFD-4869-B82A-2B49EBDE4E3F}"/>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DDCC440A-0CB1-4936-9555-7A062188479A}"/>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13 min · 21 to 34</a:t>
            </a:r>
          </a:p>
        </p:txBody>
      </p:sp>
      <p:sp>
        <p:nvSpPr>
          <p:cNvPr id="3" name="text">
            <a:extLst xmlns:a="http://schemas.openxmlformats.org/drawingml/2006/main">
              <a:ext uri="{FF2B5EF4-FFF2-40B4-BE49-F238E27FC236}">
                <a16:creationId xmlns:a16="http://schemas.microsoft.com/office/drawing/2014/main" id="{AB1908AE-5121-45CD-BE7D-10E98BD974F4}"/>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EA6760BB-1EEB-45E8-A156-46D12A007412}"/>
              </a:ext>
            </a:extLst>
          </p:cNvPr>
          <p:cNvPicPr>
            <a:picLocks xmlns:a="http://schemas.openxmlformats.org/drawingml/2006/main" noChangeAspect="1"/>
          </p:cNvPicPr>
          <p:nvPr/>
        </p:nvPicPr>
        <p:blipFill>
          <a:blip xmlns:r="http://schemas.openxmlformats.org/officeDocument/2006/relationships" xmlns:a="http://schemas.openxmlformats.org/drawingml/2006/main" r:embed="R2d757b518ebf42d1"/>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CD8B090-6073-4537-B56D-11B293FA3022}"/>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4F19D37-5209-417B-852E-E2F4E602D04D}"/>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486C599-B7CB-4C16-A7D2-669A049505F2}"/>
              </a:ext>
            </a:extLst>
          </p:cNvPr>
          <p:cNvSpPr>
            <a:spLocks xmlns:a="http://schemas.openxmlformats.org/drawingml/2006/main" noGrp="1"/>
          </p:cNvSpPr>
          <p:nvPr/>
        </p:nvSpPr>
        <p:spPr>
          <a:xfrm xmlns:a="http://schemas.openxmlformats.org/drawingml/2006/main">
            <a:off x="409575" y="1666875"/>
            <a:ext cx="11372850" cy="3524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9CC73DC7-12DC-4479-9C0C-222A27511E81}"/>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9" name="">
            <a:extLst xmlns:a="http://schemas.openxmlformats.org/drawingml/2006/main">
              <a:ext uri="{FF2B5EF4-FFF2-40B4-BE49-F238E27FC236}">
                <a16:creationId xmlns:a16="http://schemas.microsoft.com/office/drawing/2014/main" id="{9BC1F288-7238-43DF-B11E-C53921F6D575}"/>
              </a:ext>
            </a:extLst>
          </p:cNvPr>
          <p:cNvSpPr>
            <a:spLocks xmlns:a="http://schemas.openxmlformats.org/drawingml/2006/main" noGrp="1"/>
          </p:cNvSpPr>
          <p:nvPr/>
        </p:nvSpPr>
        <p:spPr>
          <a:xfrm xmlns:a="http://schemas.openxmlformats.org/drawingml/2006/main">
            <a:off x="409575" y="2057400"/>
            <a:ext cx="11372850" cy="3524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47F28CDF-E25C-45F5-9CA2-810398D7C991}"/>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Aspire</a:t>
            </a:r>
          </a:p>
        </p:txBody>
      </p:sp>
      <p:sp>
        <p:nvSpPr>
          <p:cNvPr id="11" name="">
            <a:extLst xmlns:a="http://schemas.openxmlformats.org/drawingml/2006/main">
              <a:ext uri="{FF2B5EF4-FFF2-40B4-BE49-F238E27FC236}">
                <a16:creationId xmlns:a16="http://schemas.microsoft.com/office/drawing/2014/main" id="{36F04891-1F83-41DB-825E-3F3CE5FABF32}"/>
              </a:ext>
            </a:extLst>
          </p:cNvPr>
          <p:cNvSpPr>
            <a:spLocks xmlns:a="http://schemas.openxmlformats.org/drawingml/2006/main" noGrp="1"/>
          </p:cNvSpPr>
          <p:nvPr/>
        </p:nvSpPr>
        <p:spPr>
          <a:xfrm xmlns:a="http://schemas.openxmlformats.org/drawingml/2006/main">
            <a:off x="409575" y="2447925"/>
            <a:ext cx="11372850" cy="6477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82075836-3D34-435B-9CA1-91D0C7E4B0DC}"/>
              </a:ext>
            </a:extLst>
          </p:cNvPr>
          <p:cNvSpPr>
            <a:spLocks xmlns:a="http://schemas.openxmlformats.org/drawingml/2006/main" noGrp="1"/>
          </p:cNvSpPr>
          <p:nvPr/>
        </p:nvSpPr>
        <p:spPr>
          <a:xfrm xmlns:a="http://schemas.openxmlformats.org/drawingml/2006/main">
            <a:off x="457200" y="24574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Calculate pH 6 and pH 7 relative rates. Compare the first pH 7 rate with its separate 120 s</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repeat, retaining both results. [4 marks]</a:t>
            </a:r>
          </a:p>
        </p:txBody>
      </p:sp>
      <p:sp>
        <p:nvSpPr>
          <p:cNvPr id="13" name="">
            <a:extLst xmlns:a="http://schemas.openxmlformats.org/drawingml/2006/main">
              <a:ext uri="{FF2B5EF4-FFF2-40B4-BE49-F238E27FC236}">
                <a16:creationId xmlns:a16="http://schemas.microsoft.com/office/drawing/2014/main" id="{83354514-E9AE-40E9-98DC-57B41CE90E7A}"/>
              </a:ext>
            </a:extLst>
          </p:cNvPr>
          <p:cNvSpPr>
            <a:spLocks xmlns:a="http://schemas.openxmlformats.org/drawingml/2006/main" noGrp="1"/>
          </p:cNvSpPr>
          <p:nvPr/>
        </p:nvSpPr>
        <p:spPr>
          <a:xfrm xmlns:a="http://schemas.openxmlformats.org/drawingml/2006/main">
            <a:off x="409575" y="3133725"/>
            <a:ext cx="11372850" cy="6477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F1680358-42ED-4656-BDFC-7DAFDC8851E2}"/>
              </a:ext>
            </a:extLst>
          </p:cNvPr>
          <p:cNvSpPr>
            <a:spLocks xmlns:a="http://schemas.openxmlformats.org/drawingml/2006/main" noGrp="1"/>
          </p:cNvSpPr>
          <p:nvPr/>
        </p:nvSpPr>
        <p:spPr>
          <a:xfrm xmlns:a="http://schemas.openxmlformats.org/drawingml/2006/main">
            <a:off x="457200" y="31432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repeat is a second observation at pH 7. Do not just take a mean of times or rates. If you</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choose that method, say so and explain it.</a:t>
            </a:r>
          </a:p>
        </p:txBody>
      </p:sp>
      <p:sp>
        <p:nvSpPr>
          <p:cNvPr id="15" name="">
            <a:extLst xmlns:a="http://schemas.openxmlformats.org/drawingml/2006/main">
              <a:ext uri="{FF2B5EF4-FFF2-40B4-BE49-F238E27FC236}">
                <a16:creationId xmlns:a16="http://schemas.microsoft.com/office/drawing/2014/main" id="{E97BB080-CDF5-4423-A72E-499789F36C89}"/>
              </a:ext>
            </a:extLst>
          </p:cNvPr>
          <p:cNvSpPr>
            <a:spLocks xmlns:a="http://schemas.openxmlformats.org/drawingml/2006/main" noGrp="1"/>
          </p:cNvSpPr>
          <p:nvPr/>
        </p:nvSpPr>
        <p:spPr>
          <a:xfrm xmlns:a="http://schemas.openxmlformats.org/drawingml/2006/main">
            <a:off x="409575" y="3819525"/>
            <a:ext cx="11372850" cy="94297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45884A02-0ED2-49DD-A9D7-A8C0B1E14112}"/>
              </a:ext>
            </a:extLst>
          </p:cNvPr>
          <p:cNvSpPr>
            <a:spLocks xmlns:a="http://schemas.openxmlformats.org/drawingml/2006/main" noGrp="1"/>
          </p:cNvSpPr>
          <p:nvPr/>
        </p:nvSpPr>
        <p:spPr>
          <a:xfrm xmlns:a="http://schemas.openxmlformats.org/drawingml/2006/main">
            <a:off x="457200" y="3829050"/>
            <a:ext cx="112776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Complete all five points on the first-series graph. Add the separate repeat at the same pH 7</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x-position. Use a different symbol for it. Explain why it is not pH 9. Explain why it must not just</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replace a point without saying so. [4 marks]</a:t>
            </a:r>
          </a:p>
        </p:txBody>
      </p:sp>
      <p:sp>
        <p:nvSpPr>
          <p:cNvPr id="17" name="text">
            <a:extLst xmlns:a="http://schemas.openxmlformats.org/drawingml/2006/main">
              <a:ext uri="{FF2B5EF4-FFF2-40B4-BE49-F238E27FC236}">
                <a16:creationId xmlns:a16="http://schemas.microsoft.com/office/drawing/2014/main" id="{13910351-0666-4390-ADD3-F82564A303B4}"/>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8" name="text">
            <a:extLst xmlns:a="http://schemas.openxmlformats.org/drawingml/2006/main">
              <a:ext uri="{FF2B5EF4-FFF2-40B4-BE49-F238E27FC236}">
                <a16:creationId xmlns:a16="http://schemas.microsoft.com/office/drawing/2014/main" id="{93F7E9CA-9DAF-4349-9045-2D09F01A70B3}"/>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9" name="text">
            <a:extLst xmlns:a="http://schemas.openxmlformats.org/drawingml/2006/main">
              <a:ext uri="{FF2B5EF4-FFF2-40B4-BE49-F238E27FC236}">
                <a16:creationId xmlns:a16="http://schemas.microsoft.com/office/drawing/2014/main" id="{C22238A2-5171-4AB2-B4B4-C373F69F9413}"/>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42 / 52</a:t>
            </a:r>
          </a:p>
        </p:txBody>
      </p:sp>
      <p:sp>
        <p:nvSpPr>
          <p:cNvPr id="20" name="text">
            <a:extLst xmlns:a="http://schemas.openxmlformats.org/drawingml/2006/main">
              <a:ext uri="{FF2B5EF4-FFF2-40B4-BE49-F238E27FC236}">
                <a16:creationId xmlns:a16="http://schemas.microsoft.com/office/drawing/2014/main" id="{0993ABC5-62F3-4D5D-89D0-D24636C67ED1}"/>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987481259"/>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21" name="text">
            <a:extLst xmlns:a="http://schemas.openxmlformats.org/drawingml/2006/main">
              <a:ext uri="{FF2B5EF4-FFF2-40B4-BE49-F238E27FC236}">
                <a16:creationId xmlns:a16="http://schemas.microsoft.com/office/drawing/2014/main" id="{0C92032C-5493-4FD3-ABAC-0DD4F6B57661}"/>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826FF389-FE91-4ACB-AC4F-EE85018938C6}"/>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13 min · 21 to 34</a:t>
            </a:r>
          </a:p>
        </p:txBody>
      </p:sp>
      <p:sp>
        <p:nvSpPr>
          <p:cNvPr id="3" name="text">
            <a:extLst xmlns:a="http://schemas.openxmlformats.org/drawingml/2006/main">
              <a:ext uri="{FF2B5EF4-FFF2-40B4-BE49-F238E27FC236}">
                <a16:creationId xmlns:a16="http://schemas.microsoft.com/office/drawing/2014/main" id="{B2B8B4A0-EF1F-42B3-A4CD-D2EE7EA7FDDD}"/>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8B58857C-3622-4E6B-B425-DE6E522ADBAD}"/>
              </a:ext>
            </a:extLst>
          </p:cNvPr>
          <p:cNvPicPr>
            <a:picLocks xmlns:a="http://schemas.openxmlformats.org/drawingml/2006/main" noChangeAspect="1"/>
          </p:cNvPicPr>
          <p:nvPr/>
        </p:nvPicPr>
        <p:blipFill>
          <a:blip xmlns:r="http://schemas.openxmlformats.org/officeDocument/2006/relationships" xmlns:a="http://schemas.openxmlformats.org/drawingml/2006/main" r:embed="Rfe7a5e9dafe4439c"/>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78E6476-34F6-4189-9055-AAA4FFFA87EF}"/>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9D5EFC4-0749-480B-85B2-85B60845F6E7}"/>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BB327B3-24FC-450B-BDA2-6727CB6B5B53}"/>
              </a:ext>
            </a:extLst>
          </p:cNvPr>
          <p:cNvSpPr>
            <a:spLocks xmlns:a="http://schemas.openxmlformats.org/drawingml/2006/main" noGrp="1"/>
          </p:cNvSpPr>
          <p:nvPr/>
        </p:nvSpPr>
        <p:spPr>
          <a:xfrm xmlns:a="http://schemas.openxmlformats.org/drawingml/2006/main">
            <a:off x="409575" y="1666875"/>
            <a:ext cx="11372850" cy="3524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6A454453-E10A-494F-A86A-3301E6FBFDB7}"/>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9" name="">
            <a:extLst xmlns:a="http://schemas.openxmlformats.org/drawingml/2006/main">
              <a:ext uri="{FF2B5EF4-FFF2-40B4-BE49-F238E27FC236}">
                <a16:creationId xmlns:a16="http://schemas.microsoft.com/office/drawing/2014/main" id="{5589A22A-A996-459E-80A8-D1D61700A7FB}"/>
              </a:ext>
            </a:extLst>
          </p:cNvPr>
          <p:cNvSpPr>
            <a:spLocks xmlns:a="http://schemas.openxmlformats.org/drawingml/2006/main" noGrp="1"/>
          </p:cNvSpPr>
          <p:nvPr/>
        </p:nvSpPr>
        <p:spPr>
          <a:xfrm xmlns:a="http://schemas.openxmlformats.org/drawingml/2006/main">
            <a:off x="409575" y="2057400"/>
            <a:ext cx="11372850" cy="3524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CAB34FA0-CF77-4C06-94E2-88DD1C1D7EA7}"/>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Same independent variable means the same x-position. Use a key for the repeat.</a:t>
            </a:r>
          </a:p>
        </p:txBody>
      </p:sp>
      <p:sp>
        <p:nvSpPr>
          <p:cNvPr id="11" name="">
            <a:extLst xmlns:a="http://schemas.openxmlformats.org/drawingml/2006/main">
              <a:ext uri="{FF2B5EF4-FFF2-40B4-BE49-F238E27FC236}">
                <a16:creationId xmlns:a16="http://schemas.microsoft.com/office/drawing/2014/main" id="{DBB88EC3-E948-4678-A304-1F534E81788E}"/>
              </a:ext>
            </a:extLst>
          </p:cNvPr>
          <p:cNvSpPr>
            <a:spLocks xmlns:a="http://schemas.openxmlformats.org/drawingml/2006/main" noGrp="1"/>
          </p:cNvSpPr>
          <p:nvPr/>
        </p:nvSpPr>
        <p:spPr>
          <a:xfrm xmlns:a="http://schemas.openxmlformats.org/drawingml/2006/main">
            <a:off x="409575" y="2447925"/>
            <a:ext cx="11372850" cy="6477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2332C8F3-4B76-423B-8752-D6F732A84190}"/>
              </a:ext>
            </a:extLst>
          </p:cNvPr>
          <p:cNvSpPr>
            <a:spLocks xmlns:a="http://schemas.openxmlformats.org/drawingml/2006/main" noGrp="1"/>
          </p:cNvSpPr>
          <p:nvPr/>
        </p:nvSpPr>
        <p:spPr>
          <a:xfrm xmlns:a="http://schemas.openxmlformats.org/drawingml/2006/main">
            <a:off x="457200" y="24574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Evaluate “pH 7 is the exact optimum for every amylase”. Use the tested range, the repeat and</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difference between data and a molecular explanation. [4 marks]</a:t>
            </a:r>
          </a:p>
        </p:txBody>
      </p:sp>
      <p:sp>
        <p:nvSpPr>
          <p:cNvPr id="13" name="">
            <a:extLst xmlns:a="http://schemas.openxmlformats.org/drawingml/2006/main">
              <a:ext uri="{FF2B5EF4-FFF2-40B4-BE49-F238E27FC236}">
                <a16:creationId xmlns:a16="http://schemas.microsoft.com/office/drawing/2014/main" id="{CBC9885B-BE30-4D25-836B-66F1BEA1FC22}"/>
              </a:ext>
            </a:extLst>
          </p:cNvPr>
          <p:cNvSpPr>
            <a:spLocks xmlns:a="http://schemas.openxmlformats.org/drawingml/2006/main" noGrp="1"/>
          </p:cNvSpPr>
          <p:nvPr/>
        </p:nvSpPr>
        <p:spPr>
          <a:xfrm xmlns:a="http://schemas.openxmlformats.org/drawingml/2006/main">
            <a:off x="409575" y="3133725"/>
            <a:ext cx="11372850" cy="6477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E1660D20-B82F-4E72-986E-47FC6FCFBB68}"/>
              </a:ext>
            </a:extLst>
          </p:cNvPr>
          <p:cNvSpPr>
            <a:spLocks xmlns:a="http://schemas.openxmlformats.org/drawingml/2006/main" noGrp="1"/>
          </p:cNvSpPr>
          <p:nvPr/>
        </p:nvSpPr>
        <p:spPr>
          <a:xfrm xmlns:a="http://schemas.openxmlformats.org/drawingml/2006/main">
            <a:off x="457200" y="31432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highest point in this first series is a smaller claim than one exact optimum for all amylase.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Judge how precise the evidence is. Judge how far the claim can go.</a:t>
            </a:r>
          </a:p>
        </p:txBody>
      </p:sp>
      <p:sp>
        <p:nvSpPr>
          <p:cNvPr id="15" name="">
            <a:extLst xmlns:a="http://schemas.openxmlformats.org/drawingml/2006/main">
              <a:ext uri="{FF2B5EF4-FFF2-40B4-BE49-F238E27FC236}">
                <a16:creationId xmlns:a16="http://schemas.microsoft.com/office/drawing/2014/main" id="{ACA10F71-4661-4F09-9923-AC207EC6EE05}"/>
              </a:ext>
            </a:extLst>
          </p:cNvPr>
          <p:cNvSpPr>
            <a:spLocks xmlns:a="http://schemas.openxmlformats.org/drawingml/2006/main" noGrp="1"/>
          </p:cNvSpPr>
          <p:nvPr/>
        </p:nvSpPr>
        <p:spPr>
          <a:xfrm xmlns:a="http://schemas.openxmlformats.org/drawingml/2006/main">
            <a:off x="409575" y="3819525"/>
            <a:ext cx="11372850" cy="6477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6" name="text">
            <a:extLst xmlns:a="http://schemas.openxmlformats.org/drawingml/2006/main">
              <a:ext uri="{FF2B5EF4-FFF2-40B4-BE49-F238E27FC236}">
                <a16:creationId xmlns:a16="http://schemas.microsoft.com/office/drawing/2014/main" id="{FA8F6498-513A-4A6E-82C8-B55722B46A58}"/>
              </a:ext>
            </a:extLst>
          </p:cNvPr>
          <p:cNvSpPr>
            <a:spLocks xmlns:a="http://schemas.openxmlformats.org/drawingml/2006/main" noGrp="1"/>
          </p:cNvSpPr>
          <p:nvPr/>
        </p:nvSpPr>
        <p:spPr>
          <a:xfrm xmlns:a="http://schemas.openxmlformats.org/drawingml/2006/main">
            <a:off x="457200" y="38290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Give a strength–limitation–improvement chain. Explain which uncertainty a shorter authorised</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sampling interval reduces and which it leaves. [4 marks]</a:t>
            </a:r>
          </a:p>
        </p:txBody>
      </p:sp>
      <p:sp>
        <p:nvSpPr>
          <p:cNvPr id="17" name="text">
            <a:extLst xmlns:a="http://schemas.openxmlformats.org/drawingml/2006/main">
              <a:ext uri="{FF2B5EF4-FFF2-40B4-BE49-F238E27FC236}">
                <a16:creationId xmlns:a16="http://schemas.microsoft.com/office/drawing/2014/main" id="{7EE3BBAA-95D6-4B61-A55A-90B08705C398}"/>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8" name="text">
            <a:extLst xmlns:a="http://schemas.openxmlformats.org/drawingml/2006/main">
              <a:ext uri="{FF2B5EF4-FFF2-40B4-BE49-F238E27FC236}">
                <a16:creationId xmlns:a16="http://schemas.microsoft.com/office/drawing/2014/main" id="{B4CF3ABE-C7AE-45F0-B61A-085AD98AC53F}"/>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9" name="text">
            <a:extLst xmlns:a="http://schemas.openxmlformats.org/drawingml/2006/main">
              <a:ext uri="{FF2B5EF4-FFF2-40B4-BE49-F238E27FC236}">
                <a16:creationId xmlns:a16="http://schemas.microsoft.com/office/drawing/2014/main" id="{AC033A7F-3594-4F3C-A865-FFE744587FEB}"/>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43 / 52</a:t>
            </a:r>
          </a:p>
        </p:txBody>
      </p:sp>
      <p:sp>
        <p:nvSpPr>
          <p:cNvPr id="20" name="text">
            <a:extLst xmlns:a="http://schemas.openxmlformats.org/drawingml/2006/main">
              <a:ext uri="{FF2B5EF4-FFF2-40B4-BE49-F238E27FC236}">
                <a16:creationId xmlns:a16="http://schemas.microsoft.com/office/drawing/2014/main" id="{C7AB9CEA-7A72-40CC-BA03-18CCEC7A6894}"/>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198186669"/>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19" name="text">
            <a:extLst xmlns:a="http://schemas.openxmlformats.org/drawingml/2006/main">
              <a:ext uri="{FF2B5EF4-FFF2-40B4-BE49-F238E27FC236}">
                <a16:creationId xmlns:a16="http://schemas.microsoft.com/office/drawing/2014/main" id="{081D793C-16C4-43CE-9651-2472673122D6}"/>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E5E21D10-CE2C-4082-91A8-DFC4BDF9AFEA}"/>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13 min · 21 to 34</a:t>
            </a:r>
          </a:p>
        </p:txBody>
      </p:sp>
      <p:sp>
        <p:nvSpPr>
          <p:cNvPr id="3" name="text">
            <a:extLst xmlns:a="http://schemas.openxmlformats.org/drawingml/2006/main">
              <a:ext uri="{FF2B5EF4-FFF2-40B4-BE49-F238E27FC236}">
                <a16:creationId xmlns:a16="http://schemas.microsoft.com/office/drawing/2014/main" id="{18E2292D-765D-4E65-86DB-47171E60E9A9}"/>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AA51DEEE-814B-4754-BE2E-8916815CE8C3}"/>
              </a:ext>
            </a:extLst>
          </p:cNvPr>
          <p:cNvPicPr>
            <a:picLocks xmlns:a="http://schemas.openxmlformats.org/drawingml/2006/main" noChangeAspect="1"/>
          </p:cNvPicPr>
          <p:nvPr/>
        </p:nvPicPr>
        <p:blipFill>
          <a:blip xmlns:r="http://schemas.openxmlformats.org/officeDocument/2006/relationships" xmlns:a="http://schemas.openxmlformats.org/drawingml/2006/main" r:embed="R38870def5bc3480e"/>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6C41CDF-D192-4CE2-9FCB-A29ABABB99EC}"/>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2BF4478-B94E-4857-AF23-678B6688DC81}"/>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8DBBFEA-62E7-4B42-8C88-B9F9BB13C674}"/>
              </a:ext>
            </a:extLst>
          </p:cNvPr>
          <p:cNvSpPr>
            <a:spLocks xmlns:a="http://schemas.openxmlformats.org/drawingml/2006/main" noGrp="1"/>
          </p:cNvSpPr>
          <p:nvPr/>
        </p:nvSpPr>
        <p:spPr>
          <a:xfrm xmlns:a="http://schemas.openxmlformats.org/drawingml/2006/main">
            <a:off x="409575" y="1666875"/>
            <a:ext cx="11372850" cy="3524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8" name="text">
            <a:extLst xmlns:a="http://schemas.openxmlformats.org/drawingml/2006/main">
              <a:ext uri="{FF2B5EF4-FFF2-40B4-BE49-F238E27FC236}">
                <a16:creationId xmlns:a16="http://schemas.microsoft.com/office/drawing/2014/main" id="{81178B00-24CD-4E8F-B151-E148EFFAE338}"/>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9" name="">
            <a:extLst xmlns:a="http://schemas.openxmlformats.org/drawingml/2006/main">
              <a:ext uri="{FF2B5EF4-FFF2-40B4-BE49-F238E27FC236}">
                <a16:creationId xmlns:a16="http://schemas.microsoft.com/office/drawing/2014/main" id="{6E008FA6-628C-488F-BD94-22E8025CE3FE}"/>
              </a:ext>
            </a:extLst>
          </p:cNvPr>
          <p:cNvSpPr>
            <a:spLocks xmlns:a="http://schemas.openxmlformats.org/drawingml/2006/main" noGrp="1"/>
          </p:cNvSpPr>
          <p:nvPr/>
        </p:nvSpPr>
        <p:spPr>
          <a:xfrm xmlns:a="http://schemas.openxmlformats.org/drawingml/2006/main">
            <a:off x="409575" y="2057400"/>
            <a:ext cx="11372850" cy="352425"/>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0" name="text">
            <a:extLst xmlns:a="http://schemas.openxmlformats.org/drawingml/2006/main">
              <a:ext uri="{FF2B5EF4-FFF2-40B4-BE49-F238E27FC236}">
                <a16:creationId xmlns:a16="http://schemas.microsoft.com/office/drawing/2014/main" id="{F42B2E9B-9841-40E6-952A-03095551DAA3}"/>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Target a named source of uncertainty; “repeat it” alone does not explain a smaller sampling gap.</a:t>
            </a:r>
          </a:p>
        </p:txBody>
      </p:sp>
      <p:sp>
        <p:nvSpPr>
          <p:cNvPr id="11" name="">
            <a:extLst xmlns:a="http://schemas.openxmlformats.org/drawingml/2006/main">
              <a:ext uri="{FF2B5EF4-FFF2-40B4-BE49-F238E27FC236}">
                <a16:creationId xmlns:a16="http://schemas.microsoft.com/office/drawing/2014/main" id="{787D8D03-3C33-484B-A3D9-D900057F019D}"/>
              </a:ext>
            </a:extLst>
          </p:cNvPr>
          <p:cNvSpPr>
            <a:spLocks xmlns:a="http://schemas.openxmlformats.org/drawingml/2006/main" noGrp="1"/>
          </p:cNvSpPr>
          <p:nvPr/>
        </p:nvSpPr>
        <p:spPr>
          <a:xfrm xmlns:a="http://schemas.openxmlformats.org/drawingml/2006/main">
            <a:off x="409575" y="2447925"/>
            <a:ext cx="11372850" cy="6477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2" name="text">
            <a:extLst xmlns:a="http://schemas.openxmlformats.org/drawingml/2006/main">
              <a:ext uri="{FF2B5EF4-FFF2-40B4-BE49-F238E27FC236}">
                <a16:creationId xmlns:a16="http://schemas.microsoft.com/office/drawing/2014/main" id="{1D9E1C97-DF70-4006-8BF9-E49912AE9EC1}"/>
              </a:ext>
            </a:extLst>
          </p:cNvPr>
          <p:cNvSpPr>
            <a:spLocks xmlns:a="http://schemas.openxmlformats.org/drawingml/2006/main" noGrp="1"/>
          </p:cNvSpPr>
          <p:nvPr/>
        </p:nvSpPr>
        <p:spPr>
          <a:xfrm xmlns:a="http://schemas.openxmlformats.org/drawingml/2006/main">
            <a:off x="457200" y="24574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Explain why “diffusion digests starch” mixes up two processes. Use the definitions given. State</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why an enzyme-rate graph on its own cannot show how sugars cross a gut membrane. [4 marks]</a:t>
            </a:r>
          </a:p>
        </p:txBody>
      </p:sp>
      <p:sp>
        <p:nvSpPr>
          <p:cNvPr id="13" name="">
            <a:extLst xmlns:a="http://schemas.openxmlformats.org/drawingml/2006/main">
              <a:ext uri="{FF2B5EF4-FFF2-40B4-BE49-F238E27FC236}">
                <a16:creationId xmlns:a16="http://schemas.microsoft.com/office/drawing/2014/main" id="{DC37CAC9-7BC8-40A4-96E2-FDA3B15270CA}"/>
              </a:ext>
            </a:extLst>
          </p:cNvPr>
          <p:cNvSpPr>
            <a:spLocks xmlns:a="http://schemas.openxmlformats.org/drawingml/2006/main" noGrp="1"/>
          </p:cNvSpPr>
          <p:nvPr/>
        </p:nvSpPr>
        <p:spPr>
          <a:xfrm xmlns:a="http://schemas.openxmlformats.org/drawingml/2006/main">
            <a:off x="409575" y="3133725"/>
            <a:ext cx="11372850" cy="647700"/>
          </a:xfrm>
          <a:prstGeom xmlns:a="http://schemas.openxmlformats.org/drawingml/2006/main" prst="rect">
            <a:avLst/>
          </a:prstGeom>
          <a:solidFill xmlns:a="http://schemas.openxmlformats.org/drawingml/2006/main">
            <a:srgbClr val="E4F2E6"/>
          </a:solidFill>
          <a:ln xmlns:a="http://schemas.openxmlformats.org/drawingml/2006/main" w="0">
            <a:noFill/>
            <a:prstDash val="solid"/>
          </a:ln>
        </p:spPr>
      </p:sp>
      <p:sp>
        <p:nvSpPr>
          <p:cNvPr id="14" name="text">
            <a:extLst xmlns:a="http://schemas.openxmlformats.org/drawingml/2006/main">
              <a:ext uri="{FF2B5EF4-FFF2-40B4-BE49-F238E27FC236}">
                <a16:creationId xmlns:a16="http://schemas.microsoft.com/office/drawing/2014/main" id="{34C0F8C0-AB67-4E56-A1E8-2F0DC25153E1}"/>
              </a:ext>
            </a:extLst>
          </p:cNvPr>
          <p:cNvSpPr>
            <a:spLocks xmlns:a="http://schemas.openxmlformats.org/drawingml/2006/main" noGrp="1"/>
          </p:cNvSpPr>
          <p:nvPr/>
        </p:nvSpPr>
        <p:spPr>
          <a:xfrm xmlns:a="http://schemas.openxmlformats.org/drawingml/2006/main">
            <a:off x="457200" y="31432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Think about what the graph measured. Use this to say what it cannot show. Starch disappearing</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does not tell us how a membrane works.</a:t>
            </a:r>
          </a:p>
        </p:txBody>
      </p:sp>
      <p:sp>
        <p:nvSpPr>
          <p:cNvPr id="15" name="text">
            <a:extLst xmlns:a="http://schemas.openxmlformats.org/drawingml/2006/main">
              <a:ext uri="{FF2B5EF4-FFF2-40B4-BE49-F238E27FC236}">
                <a16:creationId xmlns:a16="http://schemas.microsoft.com/office/drawing/2014/main" id="{3E70AE85-7B44-48BA-8167-81E4412D0608}"/>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6" name="text">
            <a:extLst xmlns:a="http://schemas.openxmlformats.org/drawingml/2006/main">
              <a:ext uri="{FF2B5EF4-FFF2-40B4-BE49-F238E27FC236}">
                <a16:creationId xmlns:a16="http://schemas.microsoft.com/office/drawing/2014/main" id="{29D4ED27-E430-4C00-90E1-C9CC081B6288}"/>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7" name="text">
            <a:extLst xmlns:a="http://schemas.openxmlformats.org/drawingml/2006/main">
              <a:ext uri="{FF2B5EF4-FFF2-40B4-BE49-F238E27FC236}">
                <a16:creationId xmlns:a16="http://schemas.microsoft.com/office/drawing/2014/main" id="{F0059BAD-6FB6-4A4D-A489-AC20713CA809}"/>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44 / 52</a:t>
            </a:r>
          </a:p>
        </p:txBody>
      </p:sp>
      <p:sp>
        <p:nvSpPr>
          <p:cNvPr id="18" name="text">
            <a:extLst xmlns:a="http://schemas.openxmlformats.org/drawingml/2006/main">
              <a:ext uri="{FF2B5EF4-FFF2-40B4-BE49-F238E27FC236}">
                <a16:creationId xmlns:a16="http://schemas.microsoft.com/office/drawing/2014/main" id="{1742975F-33E0-4759-A5F8-0B8C4E2CE655}"/>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362696400"/>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25C47619-05C4-487F-B4A2-78B18663E23D}"/>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4A525925-A181-4BBE-A8BE-205B7AB78D58}"/>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13 min · 21 to 34</a:t>
            </a:r>
          </a:p>
        </p:txBody>
      </p:sp>
      <p:sp>
        <p:nvSpPr>
          <p:cNvPr id="3" name="text">
            <a:extLst xmlns:a="http://schemas.openxmlformats.org/drawingml/2006/main">
              <a:ext uri="{FF2B5EF4-FFF2-40B4-BE49-F238E27FC236}">
                <a16:creationId xmlns:a16="http://schemas.microsoft.com/office/drawing/2014/main" id="{0A8ED029-F218-48D3-9AB8-8D08121FE41F}"/>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You do</a:t>
            </a:r>
          </a:p>
        </p:txBody>
      </p:sp>
      <p:pic>
        <p:nvPicPr>
          <p:cNvPr id="4" name="">
            <a:extLst xmlns:a="http://schemas.openxmlformats.org/drawingml/2006/main">
              <a:ext uri="{FF2B5EF4-FFF2-40B4-BE49-F238E27FC236}">
                <a16:creationId xmlns:a16="http://schemas.microsoft.com/office/drawing/2014/main" id="{2F8CA353-A4C7-4EE6-9A71-0BA9E9A6D02E}"/>
              </a:ext>
            </a:extLst>
          </p:cNvPr>
          <p:cNvPicPr>
            <a:picLocks xmlns:a="http://schemas.openxmlformats.org/drawingml/2006/main" noChangeAspect="1"/>
          </p:cNvPicPr>
          <p:nvPr/>
        </p:nvPicPr>
        <p:blipFill>
          <a:blip xmlns:r="http://schemas.openxmlformats.org/officeDocument/2006/relationships" xmlns:a="http://schemas.openxmlformats.org/drawingml/2006/main" r:embed="R4afb1ae247634e9b"/>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25E7938-08FF-45A3-A22F-3938637A7CE3}"/>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8AF55B5-56D5-411D-88B3-220E0A52ADDF}"/>
              </a:ext>
            </a:extLst>
          </p:cNvPr>
          <p:cNvSpPr>
            <a:spLocks xmlns:a="http://schemas.openxmlformats.org/drawingml/2006/main" noGrp="1"/>
          </p:cNvSpPr>
          <p:nvPr/>
        </p:nvSpPr>
        <p:spPr>
          <a:xfrm xmlns:a="http://schemas.openxmlformats.org/drawingml/2006/main">
            <a:off x="381000" y="1485900"/>
            <a:ext cx="9634538"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D085B176-0E43-4A09-8E33-94EAFAD8B5FA}"/>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Answer your chosen route.</a:t>
            </a:r>
          </a:p>
        </p:txBody>
      </p:sp>
      <p:sp>
        <p:nvSpPr>
          <p:cNvPr id="8" name="text">
            <a:extLst xmlns:a="http://schemas.openxmlformats.org/drawingml/2006/main">
              <a:ext uri="{FF2B5EF4-FFF2-40B4-BE49-F238E27FC236}">
                <a16:creationId xmlns:a16="http://schemas.microsoft.com/office/drawing/2014/main" id="{31CC7D4F-7464-48E6-A7BC-F711639523DA}"/>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 Find the endpoint time that was measured: 120 s.</a:t>
            </a:r>
          </a:p>
        </p:txBody>
      </p:sp>
      <p:sp>
        <p:nvSpPr>
          <p:cNvPr id="9" name="text">
            <a:extLst xmlns:a="http://schemas.openxmlformats.org/drawingml/2006/main">
              <a:ext uri="{FF2B5EF4-FFF2-40B4-BE49-F238E27FC236}">
                <a16:creationId xmlns:a16="http://schemas.microsoft.com/office/drawing/2014/main" id="{CCDC6D42-2F08-4B9F-A2B3-3DD021D990FC}"/>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2 · Put that time in the sum: relative rate = 1 ÷ 120.</a:t>
            </a:r>
          </a:p>
        </p:txBody>
      </p:sp>
      <p:sp>
        <p:nvSpPr>
          <p:cNvPr id="10" name="text">
            <a:extLst xmlns:a="http://schemas.openxmlformats.org/drawingml/2006/main">
              <a:ext uri="{FF2B5EF4-FFF2-40B4-BE49-F238E27FC236}">
                <a16:creationId xmlns:a16="http://schemas.microsoft.com/office/drawing/2014/main" id="{7E0F0CC0-B84D-4967-B762-E470E0C96990}"/>
              </a:ext>
            </a:extLst>
          </p:cNvPr>
          <p:cNvSpPr>
            <a:spLocks xmlns:a="http://schemas.openxmlformats.org/drawingml/2006/main" noGrp="1"/>
          </p:cNvSpPr>
          <p:nvPr/>
        </p:nvSpPr>
        <p:spPr>
          <a:xfrm xmlns:a="http://schemas.openxmlformats.org/drawingml/2006/main">
            <a:off x="457200" y="28479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3 · Work out the sum: 0.008333…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a:t>
            </a:r>
          </a:p>
        </p:txBody>
      </p:sp>
      <p:sp>
        <p:nvSpPr>
          <p:cNvPr id="11" name="text">
            <a:extLst xmlns:a="http://schemas.openxmlformats.org/drawingml/2006/main">
              <a:ext uri="{FF2B5EF4-FFF2-40B4-BE49-F238E27FC236}">
                <a16:creationId xmlns:a16="http://schemas.microsoft.com/office/drawing/2014/main" id="{C56F99BE-189B-4123-BC1A-B2E7E7A8B621}"/>
              </a:ext>
            </a:extLst>
          </p:cNvPr>
          <p:cNvSpPr>
            <a:spLocks xmlns:a="http://schemas.openxmlformats.org/drawingml/2006/main" noGrp="1"/>
          </p:cNvSpPr>
          <p:nvPr/>
        </p:nvSpPr>
        <p:spPr>
          <a:xfrm xmlns:a="http://schemas.openxmlformats.org/drawingml/2006/main">
            <a:off x="457200" y="32385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4 · Write the result to 3 significant figures: 0.00833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a:t>
            </a:r>
          </a:p>
        </p:txBody>
      </p:sp>
      <p:sp>
        <p:nvSpPr>
          <p:cNvPr id="12" name="text">
            <a:extLst xmlns:a="http://schemas.openxmlformats.org/drawingml/2006/main">
              <a:ext uri="{FF2B5EF4-FFF2-40B4-BE49-F238E27FC236}">
                <a16:creationId xmlns:a16="http://schemas.microsoft.com/office/drawing/2014/main" id="{52BCC6B8-5196-41D0-90F2-B0CDC7A35EE3}"/>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3" name="text">
            <a:extLst xmlns:a="http://schemas.openxmlformats.org/drawingml/2006/main">
              <a:ext uri="{FF2B5EF4-FFF2-40B4-BE49-F238E27FC236}">
                <a16:creationId xmlns:a16="http://schemas.microsoft.com/office/drawing/2014/main" id="{6F54EAF6-0286-4ADD-AB76-19DC5B44840E}"/>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4" name="text">
            <a:extLst xmlns:a="http://schemas.openxmlformats.org/drawingml/2006/main">
              <a:ext uri="{FF2B5EF4-FFF2-40B4-BE49-F238E27FC236}">
                <a16:creationId xmlns:a16="http://schemas.microsoft.com/office/drawing/2014/main" id="{17894D5E-81E4-4879-A77E-73C9C8152A83}"/>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45 / 52</a:t>
            </a:r>
          </a:p>
        </p:txBody>
      </p:sp>
      <p:sp>
        <p:nvSpPr>
          <p:cNvPr id="15" name="text">
            <a:extLst xmlns:a="http://schemas.openxmlformats.org/drawingml/2006/main">
              <a:ext uri="{FF2B5EF4-FFF2-40B4-BE49-F238E27FC236}">
                <a16:creationId xmlns:a16="http://schemas.microsoft.com/office/drawing/2014/main" id="{BE1A25C7-551D-49F8-9F2C-ABCB71F0FEA7}"/>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712430952"/>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13" name="text">
            <a:extLst xmlns:a="http://schemas.openxmlformats.org/drawingml/2006/main">
              <a:ext uri="{FF2B5EF4-FFF2-40B4-BE49-F238E27FC236}">
                <a16:creationId xmlns:a16="http://schemas.microsoft.com/office/drawing/2014/main" id="{D524728F-E889-40A6-BE54-51DD9492B8E8}"/>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A4E5C1CA-BD1B-46C3-9B93-1B02A00B8139}"/>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34 to 37</a:t>
            </a:r>
          </a:p>
        </p:txBody>
      </p:sp>
      <p:sp>
        <p:nvSpPr>
          <p:cNvPr id="3" name="text">
            <a:extLst xmlns:a="http://schemas.openxmlformats.org/drawingml/2006/main">
              <a:ext uri="{FF2B5EF4-FFF2-40B4-BE49-F238E27FC236}">
                <a16:creationId xmlns:a16="http://schemas.microsoft.com/office/drawing/2014/main" id="{8B5D8F3C-3D7C-4B8F-B851-95415B2FA78D}"/>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Review and improve</a:t>
            </a:r>
          </a:p>
        </p:txBody>
      </p:sp>
      <p:pic>
        <p:nvPicPr>
          <p:cNvPr id="4" name="">
            <a:extLst xmlns:a="http://schemas.openxmlformats.org/drawingml/2006/main">
              <a:ext uri="{FF2B5EF4-FFF2-40B4-BE49-F238E27FC236}">
                <a16:creationId xmlns:a16="http://schemas.microsoft.com/office/drawing/2014/main" id="{0900C62F-F405-4C62-9FBA-8882348F174D}"/>
              </a:ext>
            </a:extLst>
          </p:cNvPr>
          <p:cNvPicPr>
            <a:picLocks xmlns:a="http://schemas.openxmlformats.org/drawingml/2006/main" noChangeAspect="1"/>
          </p:cNvPicPr>
          <p:nvPr/>
        </p:nvPicPr>
        <p:blipFill>
          <a:blip xmlns:r="http://schemas.openxmlformats.org/officeDocument/2006/relationships" xmlns:a="http://schemas.openxmlformats.org/drawingml/2006/main" r:embed="Rfba2b1142e404626"/>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393FA2F-8F33-44DA-A8A4-ABA42D07350C}"/>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8FD417E-159F-47B2-AC95-271E5B8F4762}"/>
              </a:ext>
            </a:extLst>
          </p:cNvPr>
          <p:cNvSpPr>
            <a:spLocks xmlns:a="http://schemas.openxmlformats.org/drawingml/2006/main" noGrp="1"/>
          </p:cNvSpPr>
          <p:nvPr/>
        </p:nvSpPr>
        <p:spPr>
          <a:xfrm xmlns:a="http://schemas.openxmlformats.org/drawingml/2006/main">
            <a:off x="381000" y="1485900"/>
            <a:ext cx="10484644"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73E8FADE-67E9-4390-A6E1-BCA2A37E2FC1}"/>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In your book: Improve one explanation; mark the change // and read it back.</a:t>
            </a:r>
          </a:p>
        </p:txBody>
      </p:sp>
      <p:sp>
        <p:nvSpPr>
          <p:cNvPr id="8" name="text">
            <a:extLst xmlns:a="http://schemas.openxmlformats.org/drawingml/2006/main">
              <a:ext uri="{FF2B5EF4-FFF2-40B4-BE49-F238E27FC236}">
                <a16:creationId xmlns:a16="http://schemas.microsoft.com/office/drawing/2014/main" id="{13CACBEC-79BC-4CBC-95D0-1E71A9E9DE0B}"/>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Keep one correct science claim. Improve one word, unit, piece of evidence or reason. Mark a real</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change //; read it back if asked.</a:t>
            </a:r>
          </a:p>
        </p:txBody>
      </p:sp>
      <p:sp>
        <p:nvSpPr>
          <p:cNvPr id="9" name="text">
            <a:extLst xmlns:a="http://schemas.openxmlformats.org/drawingml/2006/main">
              <a:ext uri="{FF2B5EF4-FFF2-40B4-BE49-F238E27FC236}">
                <a16:creationId xmlns:a16="http://schemas.microsoft.com/office/drawing/2014/main" id="{77AE0AAA-D3BC-42CE-AE78-E86B71118B45}"/>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0" name="text">
            <a:extLst xmlns:a="http://schemas.openxmlformats.org/drawingml/2006/main">
              <a:ext uri="{FF2B5EF4-FFF2-40B4-BE49-F238E27FC236}">
                <a16:creationId xmlns:a16="http://schemas.microsoft.com/office/drawing/2014/main" id="{2A37A51E-89DD-44FF-B5FE-3DF13BDEAAE7}"/>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1" name="text">
            <a:extLst xmlns:a="http://schemas.openxmlformats.org/drawingml/2006/main">
              <a:ext uri="{FF2B5EF4-FFF2-40B4-BE49-F238E27FC236}">
                <a16:creationId xmlns:a16="http://schemas.microsoft.com/office/drawing/2014/main" id="{C3AEC963-EA1F-48F8-B753-72DDB423075D}"/>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46 / 52</a:t>
            </a:r>
          </a:p>
        </p:txBody>
      </p:sp>
      <p:sp>
        <p:nvSpPr>
          <p:cNvPr id="12" name="text">
            <a:extLst xmlns:a="http://schemas.openxmlformats.org/drawingml/2006/main">
              <a:ext uri="{FF2B5EF4-FFF2-40B4-BE49-F238E27FC236}">
                <a16:creationId xmlns:a16="http://schemas.microsoft.com/office/drawing/2014/main" id="{5DCF1A5E-060E-4E28-9130-E02F313D763F}"/>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938083327"/>
      </p:ext>
    </p:extLst>
  </p:cSld>
</p:sld>
</file>

<file path=ppt/slides/slide47.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D8A059F7-1924-4DE3-864B-419862D54F4C}"/>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6E686121-0BDB-480D-8B97-D60F14B115C4}"/>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37 to 40</a:t>
            </a:r>
          </a:p>
        </p:txBody>
      </p:sp>
      <p:sp>
        <p:nvSpPr>
          <p:cNvPr id="3" name="text">
            <a:extLst xmlns:a="http://schemas.openxmlformats.org/drawingml/2006/main">
              <a:ext uri="{FF2B5EF4-FFF2-40B4-BE49-F238E27FC236}">
                <a16:creationId xmlns:a16="http://schemas.microsoft.com/office/drawing/2014/main" id="{F4EA48A2-8C8D-4569-8046-CD61ED3F94F8}"/>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Exit ticket</a:t>
            </a:r>
          </a:p>
        </p:txBody>
      </p:sp>
      <p:pic>
        <p:nvPicPr>
          <p:cNvPr id="4" name="">
            <a:extLst xmlns:a="http://schemas.openxmlformats.org/drawingml/2006/main">
              <a:ext uri="{FF2B5EF4-FFF2-40B4-BE49-F238E27FC236}">
                <a16:creationId xmlns:a16="http://schemas.microsoft.com/office/drawing/2014/main" id="{1A9C05FE-811D-4E9C-8AB6-BA2A74668E8B}"/>
              </a:ext>
            </a:extLst>
          </p:cNvPr>
          <p:cNvPicPr>
            <a:picLocks xmlns:a="http://schemas.openxmlformats.org/drawingml/2006/main" noChangeAspect="1"/>
          </p:cNvPicPr>
          <p:nvPr/>
        </p:nvPicPr>
        <p:blipFill>
          <a:blip xmlns:r="http://schemas.openxmlformats.org/officeDocument/2006/relationships" xmlns:a="http://schemas.openxmlformats.org/drawingml/2006/main" r:embed="R9703acfe3d924d80"/>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B3DD59A-9FD8-4063-B29A-03CE65CF4B9E}"/>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CF84633-507D-4B70-997A-731DD5A11EDC}"/>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E2BC714D-A9C2-45E6-88FE-4AD21E9B31BF}"/>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Under the heading Exit ticket: answer the short questions in your book.</a:t>
            </a:r>
          </a:p>
        </p:txBody>
      </p:sp>
      <p:sp>
        <p:nvSpPr>
          <p:cNvPr id="8" name="text">
            <a:extLst xmlns:a="http://schemas.openxmlformats.org/drawingml/2006/main">
              <a:ext uri="{FF2B5EF4-FFF2-40B4-BE49-F238E27FC236}">
                <a16:creationId xmlns:a16="http://schemas.microsoft.com/office/drawing/2014/main" id="{32531815-457F-4848-BB67-5D279F64F254}"/>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Supported</a:t>
            </a:r>
          </a:p>
        </p:txBody>
      </p:sp>
      <p:sp>
        <p:nvSpPr>
          <p:cNvPr id="9" name="text">
            <a:extLst xmlns:a="http://schemas.openxmlformats.org/drawingml/2006/main">
              <a:ext uri="{FF2B5EF4-FFF2-40B4-BE49-F238E27FC236}">
                <a16:creationId xmlns:a16="http://schemas.microsoft.com/office/drawing/2014/main" id="{B951EE5F-8F91-4E35-A698-258C29492444}"/>
              </a:ext>
            </a:extLst>
          </p:cNvPr>
          <p:cNvSpPr>
            <a:spLocks xmlns:a="http://schemas.openxmlformats.org/drawingml/2006/main" noGrp="1"/>
          </p:cNvSpPr>
          <p:nvPr/>
        </p:nvSpPr>
        <p:spPr>
          <a:xfrm xmlns:a="http://schemas.openxmlformats.org/drawingml/2006/main">
            <a:off x="457200" y="2457450"/>
            <a:ext cx="112776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Illustrative matched-condition data: pH 6 endpoint 120 s; pH 7 endpoint 90 s. A separate pH 7</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repeat gave 120 s. Relative rate = 1 ÷ time in seconds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 Samples were 30 s apart; pH 4–8</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were tested.</a:t>
            </a:r>
          </a:p>
        </p:txBody>
      </p:sp>
      <p:sp>
        <p:nvSpPr>
          <p:cNvPr id="10" name="text">
            <a:extLst xmlns:a="http://schemas.openxmlformats.org/drawingml/2006/main">
              <a:ext uri="{FF2B5EF4-FFF2-40B4-BE49-F238E27FC236}">
                <a16:creationId xmlns:a16="http://schemas.microsoft.com/office/drawing/2014/main" id="{589CC331-97A0-4212-9448-479B2D54363C}"/>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1" name="text">
            <a:extLst xmlns:a="http://schemas.openxmlformats.org/drawingml/2006/main">
              <a:ext uri="{FF2B5EF4-FFF2-40B4-BE49-F238E27FC236}">
                <a16:creationId xmlns:a16="http://schemas.microsoft.com/office/drawing/2014/main" id="{8C2FB0E0-CB89-4FB5-88D8-F7EC6B578B20}"/>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2" name="text">
            <a:extLst xmlns:a="http://schemas.openxmlformats.org/drawingml/2006/main">
              <a:ext uri="{FF2B5EF4-FFF2-40B4-BE49-F238E27FC236}">
                <a16:creationId xmlns:a16="http://schemas.microsoft.com/office/drawing/2014/main" id="{D982B2A7-574A-4136-A7C7-D367FDFD9292}"/>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47 / 52</a:t>
            </a:r>
          </a:p>
        </p:txBody>
      </p:sp>
      <p:sp>
        <p:nvSpPr>
          <p:cNvPr id="13" name="text">
            <a:extLst xmlns:a="http://schemas.openxmlformats.org/drawingml/2006/main">
              <a:ext uri="{FF2B5EF4-FFF2-40B4-BE49-F238E27FC236}">
                <a16:creationId xmlns:a16="http://schemas.microsoft.com/office/drawing/2014/main" id="{53AC38CB-86F6-4231-A13B-B83FF9AA1130}"/>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610134420"/>
      </p:ext>
    </p:extLst>
  </p:cSld>
</p:sld>
</file>

<file path=ppt/slides/slide48.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3AC8D410-4DC2-4AB1-9F8D-2CEAF1B8172F}"/>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049D6ED6-312B-4139-9631-522A610F7506}"/>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37 to 40</a:t>
            </a:r>
          </a:p>
        </p:txBody>
      </p:sp>
      <p:sp>
        <p:nvSpPr>
          <p:cNvPr id="3" name="text">
            <a:extLst xmlns:a="http://schemas.openxmlformats.org/drawingml/2006/main">
              <a:ext uri="{FF2B5EF4-FFF2-40B4-BE49-F238E27FC236}">
                <a16:creationId xmlns:a16="http://schemas.microsoft.com/office/drawing/2014/main" id="{B56E215B-36E3-4AF0-A5B2-F824F1560FA3}"/>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Exit ticket</a:t>
            </a:r>
          </a:p>
        </p:txBody>
      </p:sp>
      <p:pic>
        <p:nvPicPr>
          <p:cNvPr id="4" name="">
            <a:extLst xmlns:a="http://schemas.openxmlformats.org/drawingml/2006/main">
              <a:ext uri="{FF2B5EF4-FFF2-40B4-BE49-F238E27FC236}">
                <a16:creationId xmlns:a16="http://schemas.microsoft.com/office/drawing/2014/main" id="{50CE325D-242A-463D-9A7F-4407F10C458E}"/>
              </a:ext>
            </a:extLst>
          </p:cNvPr>
          <p:cNvPicPr>
            <a:picLocks xmlns:a="http://schemas.openxmlformats.org/drawingml/2006/main" noChangeAspect="1"/>
          </p:cNvPicPr>
          <p:nvPr/>
        </p:nvPicPr>
        <p:blipFill>
          <a:blip xmlns:r="http://schemas.openxmlformats.org/officeDocument/2006/relationships" xmlns:a="http://schemas.openxmlformats.org/drawingml/2006/main" r:embed="Ree43d6b3a1e9448f"/>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3C46896-6656-4404-A909-BC7216FDF41D}"/>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FAF5394-1643-47B7-825C-DA09A6064D4D}"/>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A055522E-9E50-4ABB-8179-C82116E3DF9E}"/>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Under the heading Exit ticket: answer the short questions in your book.</a:t>
            </a:r>
          </a:p>
        </p:txBody>
      </p:sp>
      <p:sp>
        <p:nvSpPr>
          <p:cNvPr id="8" name="text">
            <a:extLst xmlns:a="http://schemas.openxmlformats.org/drawingml/2006/main">
              <a:ext uri="{FF2B5EF4-FFF2-40B4-BE49-F238E27FC236}">
                <a16:creationId xmlns:a16="http://schemas.microsoft.com/office/drawing/2014/main" id="{0B17EE4D-4584-4825-A462-9312B36B0BBA}"/>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Calculate the pH 6 relative rate, then choose the faster first-series result: pH 6 or pH 7.</a:t>
            </a:r>
          </a:p>
        </p:txBody>
      </p:sp>
      <p:sp>
        <p:nvSpPr>
          <p:cNvPr id="9" name="text">
            <a:extLst xmlns:a="http://schemas.openxmlformats.org/drawingml/2006/main">
              <a:ext uri="{FF2B5EF4-FFF2-40B4-BE49-F238E27FC236}">
                <a16:creationId xmlns:a16="http://schemas.microsoft.com/office/drawing/2014/main" id="{F57A60B4-3F76-4F50-B45D-4A10204ED25E}"/>
              </a:ext>
            </a:extLst>
          </p:cNvPr>
          <p:cNvSpPr>
            <a:spLocks xmlns:a="http://schemas.openxmlformats.org/drawingml/2006/main" noGrp="1"/>
          </p:cNvSpPr>
          <p:nvPr/>
        </p:nvSpPr>
        <p:spPr>
          <a:xfrm xmlns:a="http://schemas.openxmlformats.org/drawingml/2006/main">
            <a:off x="457200" y="24574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Use 1 ÷ 120. For matched endpoints, shorter time means faster breakdown.</a:t>
            </a:r>
          </a:p>
        </p:txBody>
      </p:sp>
      <p:sp>
        <p:nvSpPr>
          <p:cNvPr id="10" name="text">
            <a:extLst xmlns:a="http://schemas.openxmlformats.org/drawingml/2006/main">
              <a:ext uri="{FF2B5EF4-FFF2-40B4-BE49-F238E27FC236}">
                <a16:creationId xmlns:a16="http://schemas.microsoft.com/office/drawing/2014/main" id="{251E9935-E99B-41D5-93C3-AA4E12A524FD}"/>
              </a:ext>
            </a:extLst>
          </p:cNvPr>
          <p:cNvSpPr>
            <a:spLocks xmlns:a="http://schemas.openxmlformats.org/drawingml/2006/main" noGrp="1"/>
          </p:cNvSpPr>
          <p:nvPr/>
        </p:nvSpPr>
        <p:spPr>
          <a:xfrm xmlns:a="http://schemas.openxmlformats.org/drawingml/2006/main">
            <a:off x="457200" y="284797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2. Choose the stronger conclusion: “pH 7 was fastest in this first series” or “pH 7 is best for</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every amylase”. Give one clue.</a:t>
            </a:r>
          </a:p>
        </p:txBody>
      </p:sp>
      <p:sp>
        <p:nvSpPr>
          <p:cNvPr id="11" name="text">
            <a:extLst xmlns:a="http://schemas.openxmlformats.org/drawingml/2006/main">
              <a:ext uri="{FF2B5EF4-FFF2-40B4-BE49-F238E27FC236}">
                <a16:creationId xmlns:a16="http://schemas.microsoft.com/office/drawing/2014/main" id="{78053DDE-D076-426F-9C92-0028617C5AB1}"/>
              </a:ext>
            </a:extLst>
          </p:cNvPr>
          <p:cNvSpPr>
            <a:spLocks xmlns:a="http://schemas.openxmlformats.org/drawingml/2006/main" noGrp="1"/>
          </p:cNvSpPr>
          <p:nvPr/>
        </p:nvSpPr>
        <p:spPr>
          <a:xfrm xmlns:a="http://schemas.openxmlformats.org/drawingml/2006/main">
            <a:off x="457200" y="353377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Consider what was tested and the separate repeat.</a:t>
            </a:r>
          </a:p>
        </p:txBody>
      </p:sp>
      <p:sp>
        <p:nvSpPr>
          <p:cNvPr id="12" name="text">
            <a:extLst xmlns:a="http://schemas.openxmlformats.org/drawingml/2006/main">
              <a:ext uri="{FF2B5EF4-FFF2-40B4-BE49-F238E27FC236}">
                <a16:creationId xmlns:a16="http://schemas.microsoft.com/office/drawing/2014/main" id="{67195A8A-158F-4E30-9392-25D0A0B81059}"/>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3" name="text">
            <a:extLst xmlns:a="http://schemas.openxmlformats.org/drawingml/2006/main">
              <a:ext uri="{FF2B5EF4-FFF2-40B4-BE49-F238E27FC236}">
                <a16:creationId xmlns:a16="http://schemas.microsoft.com/office/drawing/2014/main" id="{EEE332F7-4CA1-419C-97F9-BAEA67F0EDE1}"/>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4" name="text">
            <a:extLst xmlns:a="http://schemas.openxmlformats.org/drawingml/2006/main">
              <a:ext uri="{FF2B5EF4-FFF2-40B4-BE49-F238E27FC236}">
                <a16:creationId xmlns:a16="http://schemas.microsoft.com/office/drawing/2014/main" id="{D1315A10-CB23-4B7C-B138-8CD58F38F212}"/>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48 / 52</a:t>
            </a:r>
          </a:p>
        </p:txBody>
      </p:sp>
      <p:sp>
        <p:nvSpPr>
          <p:cNvPr id="15" name="text">
            <a:extLst xmlns:a="http://schemas.openxmlformats.org/drawingml/2006/main">
              <a:ext uri="{FF2B5EF4-FFF2-40B4-BE49-F238E27FC236}">
                <a16:creationId xmlns:a16="http://schemas.microsoft.com/office/drawing/2014/main" id="{030ACBB1-8087-4D36-91A4-991029B0E382}"/>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294195906"/>
      </p:ext>
    </p:extLst>
  </p:cSld>
</p:sld>
</file>

<file path=ppt/slides/slide49.xml><?xml version="1.0" encoding="utf-8"?>
<p:sld xmlns:p="http://schemas.openxmlformats.org/presentationml/2006/main">
  <p:cSld>
    <p:spTree>
      <p:nvGrpSpPr>
        <p:cNvPr id="1" name=""/>
        <p:cNvGrpSpPr/>
        <p:nvPr/>
      </p:nvGrpSpPr>
      <p:grpSpPr>
        <a:xfrm xmlns:a="http://schemas.openxmlformats.org/drawingml/2006/main"/>
      </p:grpSpPr>
      <p:sp>
        <p:nvSpPr>
          <p:cNvPr id="14" name="text">
            <a:extLst xmlns:a="http://schemas.openxmlformats.org/drawingml/2006/main">
              <a:ext uri="{FF2B5EF4-FFF2-40B4-BE49-F238E27FC236}">
                <a16:creationId xmlns:a16="http://schemas.microsoft.com/office/drawing/2014/main" id="{A3AB80E5-E886-499E-B92C-3BE60BA06C46}"/>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023D79D0-FDAB-44A3-8FCD-B01FC745C1AE}"/>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37 to 40</a:t>
            </a:r>
          </a:p>
        </p:txBody>
      </p:sp>
      <p:sp>
        <p:nvSpPr>
          <p:cNvPr id="3" name="text">
            <a:extLst xmlns:a="http://schemas.openxmlformats.org/drawingml/2006/main">
              <a:ext uri="{FF2B5EF4-FFF2-40B4-BE49-F238E27FC236}">
                <a16:creationId xmlns:a16="http://schemas.microsoft.com/office/drawing/2014/main" id="{75CA3D0A-7885-4804-A50B-CE7ED93031DC}"/>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Exit ticket</a:t>
            </a:r>
          </a:p>
        </p:txBody>
      </p:sp>
      <p:pic>
        <p:nvPicPr>
          <p:cNvPr id="4" name="">
            <a:extLst xmlns:a="http://schemas.openxmlformats.org/drawingml/2006/main">
              <a:ext uri="{FF2B5EF4-FFF2-40B4-BE49-F238E27FC236}">
                <a16:creationId xmlns:a16="http://schemas.microsoft.com/office/drawing/2014/main" id="{59A3A697-F157-4C62-8C8F-6E1268D77AC4}"/>
              </a:ext>
            </a:extLst>
          </p:cNvPr>
          <p:cNvPicPr>
            <a:picLocks xmlns:a="http://schemas.openxmlformats.org/drawingml/2006/main" noChangeAspect="1"/>
          </p:cNvPicPr>
          <p:nvPr/>
        </p:nvPicPr>
        <p:blipFill>
          <a:blip xmlns:r="http://schemas.openxmlformats.org/officeDocument/2006/relationships" xmlns:a="http://schemas.openxmlformats.org/drawingml/2006/main" r:embed="R09a500e280e549fa"/>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D96BA7B-DB14-4C59-875B-3BFD3CC02A0E}"/>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39375D9-19EF-4038-B87B-8C8AB686F931}"/>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5F4FB4DF-9F8F-4F2B-AE2D-C27A74E394C5}"/>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Under the heading Exit ticket: answer the short questions in your book.</a:t>
            </a:r>
          </a:p>
        </p:txBody>
      </p:sp>
      <p:sp>
        <p:nvSpPr>
          <p:cNvPr id="8" name="text">
            <a:extLst xmlns:a="http://schemas.openxmlformats.org/drawingml/2006/main">
              <a:ext uri="{FF2B5EF4-FFF2-40B4-BE49-F238E27FC236}">
                <a16:creationId xmlns:a16="http://schemas.microsoft.com/office/drawing/2014/main" id="{0C3FFEEC-21DA-40B8-B20C-254BC7960EB6}"/>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Independent</a:t>
            </a:r>
          </a:p>
        </p:txBody>
      </p:sp>
      <p:sp>
        <p:nvSpPr>
          <p:cNvPr id="9" name="text">
            <a:extLst xmlns:a="http://schemas.openxmlformats.org/drawingml/2006/main">
              <a:ext uri="{FF2B5EF4-FFF2-40B4-BE49-F238E27FC236}">
                <a16:creationId xmlns:a16="http://schemas.microsoft.com/office/drawing/2014/main" id="{00858AB8-2ABA-477A-96AA-A366A700F37A}"/>
              </a:ext>
            </a:extLst>
          </p:cNvPr>
          <p:cNvSpPr>
            <a:spLocks xmlns:a="http://schemas.openxmlformats.org/drawingml/2006/main" noGrp="1"/>
          </p:cNvSpPr>
          <p:nvPr/>
        </p:nvSpPr>
        <p:spPr>
          <a:xfrm xmlns:a="http://schemas.openxmlformats.org/drawingml/2006/main">
            <a:off x="457200" y="2457450"/>
            <a:ext cx="112776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Illustrative matched-condition data: pH 6 endpoint 120 s; pH 7 endpoint 90 s. A separate pH 7</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repeat gave 120 s. Relative rate = 1 ÷ time in seconds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 Samples were 30 s apart; pH 4–8</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were tested.</a:t>
            </a:r>
          </a:p>
        </p:txBody>
      </p:sp>
      <p:sp>
        <p:nvSpPr>
          <p:cNvPr id="10" name="text">
            <a:extLst xmlns:a="http://schemas.openxmlformats.org/drawingml/2006/main">
              <a:ext uri="{FF2B5EF4-FFF2-40B4-BE49-F238E27FC236}">
                <a16:creationId xmlns:a16="http://schemas.microsoft.com/office/drawing/2014/main" id="{178D6663-E92B-4713-B7B8-B89BD15EAD78}"/>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1" name="text">
            <a:extLst xmlns:a="http://schemas.openxmlformats.org/drawingml/2006/main">
              <a:ext uri="{FF2B5EF4-FFF2-40B4-BE49-F238E27FC236}">
                <a16:creationId xmlns:a16="http://schemas.microsoft.com/office/drawing/2014/main" id="{FF3D1653-4D2B-433F-ABDC-4ABF9953A6F8}"/>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2" name="text">
            <a:extLst xmlns:a="http://schemas.openxmlformats.org/drawingml/2006/main">
              <a:ext uri="{FF2B5EF4-FFF2-40B4-BE49-F238E27FC236}">
                <a16:creationId xmlns:a16="http://schemas.microsoft.com/office/drawing/2014/main" id="{9406E3E6-66A9-4525-A269-C8C628CDA266}"/>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49 / 52</a:t>
            </a:r>
          </a:p>
        </p:txBody>
      </p:sp>
      <p:sp>
        <p:nvSpPr>
          <p:cNvPr id="13" name="text">
            <a:extLst xmlns:a="http://schemas.openxmlformats.org/drawingml/2006/main">
              <a:ext uri="{FF2B5EF4-FFF2-40B4-BE49-F238E27FC236}">
                <a16:creationId xmlns:a16="http://schemas.microsoft.com/office/drawing/2014/main" id="{CC9CE773-8178-4476-BA17-BE8185646F6A}"/>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1932372163"/>
      </p:ext>
    </p:extLst>
  </p:cSld>
</p:sld>
</file>

<file path=ppt/slides/slide50.xml><?xml version="1.0" encoding="utf-8"?>
<p:sld xmlns:p="http://schemas.openxmlformats.org/presentationml/2006/main">
  <p:cSld>
    <p:spTree>
      <p:nvGrpSpPr>
        <p:cNvPr id="1" name=""/>
        <p:cNvGrpSpPr/>
        <p:nvPr/>
      </p:nvGrpSpPr>
      <p:grpSpPr>
        <a:xfrm xmlns:a="http://schemas.openxmlformats.org/drawingml/2006/main"/>
      </p:grpSpPr>
      <p:sp>
        <p:nvSpPr>
          <p:cNvPr id="16" name="text">
            <a:extLst xmlns:a="http://schemas.openxmlformats.org/drawingml/2006/main">
              <a:ext uri="{FF2B5EF4-FFF2-40B4-BE49-F238E27FC236}">
                <a16:creationId xmlns:a16="http://schemas.microsoft.com/office/drawing/2014/main" id="{529B9F07-D274-40E2-9731-B16DC69E0690}"/>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4211F24C-F7F5-4C64-8045-2933A0B9DA91}"/>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37 to 40</a:t>
            </a:r>
          </a:p>
        </p:txBody>
      </p:sp>
      <p:sp>
        <p:nvSpPr>
          <p:cNvPr id="3" name="text">
            <a:extLst xmlns:a="http://schemas.openxmlformats.org/drawingml/2006/main">
              <a:ext uri="{FF2B5EF4-FFF2-40B4-BE49-F238E27FC236}">
                <a16:creationId xmlns:a16="http://schemas.microsoft.com/office/drawing/2014/main" id="{84352EF4-C0D8-4B78-8B26-1011BFEF45F9}"/>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Exit ticket</a:t>
            </a:r>
          </a:p>
        </p:txBody>
      </p:sp>
      <p:pic>
        <p:nvPicPr>
          <p:cNvPr id="4" name="">
            <a:extLst xmlns:a="http://schemas.openxmlformats.org/drawingml/2006/main">
              <a:ext uri="{FF2B5EF4-FFF2-40B4-BE49-F238E27FC236}">
                <a16:creationId xmlns:a16="http://schemas.microsoft.com/office/drawing/2014/main" id="{0D0D2698-F7A8-4FB6-96DE-319977ADF2FD}"/>
              </a:ext>
            </a:extLst>
          </p:cNvPr>
          <p:cNvPicPr>
            <a:picLocks xmlns:a="http://schemas.openxmlformats.org/drawingml/2006/main" noChangeAspect="1"/>
          </p:cNvPicPr>
          <p:nvPr/>
        </p:nvPicPr>
        <p:blipFill>
          <a:blip xmlns:r="http://schemas.openxmlformats.org/officeDocument/2006/relationships" xmlns:a="http://schemas.openxmlformats.org/drawingml/2006/main" r:embed="R1f4bd668ae31487f"/>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F5CAAB5-D7B2-4F77-8F75-2C270E104EAF}"/>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D04909B-19F9-4811-BE5E-81837444B30B}"/>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B6E330EB-7AFF-469C-89AF-1905CCB6D435}"/>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Under the heading Exit ticket: answer the short questions in your book.</a:t>
            </a:r>
          </a:p>
        </p:txBody>
      </p:sp>
      <p:sp>
        <p:nvSpPr>
          <p:cNvPr id="8" name="text">
            <a:extLst xmlns:a="http://schemas.openxmlformats.org/drawingml/2006/main">
              <a:ext uri="{FF2B5EF4-FFF2-40B4-BE49-F238E27FC236}">
                <a16:creationId xmlns:a16="http://schemas.microsoft.com/office/drawing/2014/main" id="{EF97B43D-7B34-4A5A-8EFC-AB7D8A91E1C5}"/>
              </a:ext>
            </a:extLst>
          </p:cNvPr>
          <p:cNvSpPr>
            <a:spLocks xmlns:a="http://schemas.openxmlformats.org/drawingml/2006/main" noGrp="1"/>
          </p:cNvSpPr>
          <p:nvPr/>
        </p:nvSpPr>
        <p:spPr>
          <a:xfrm xmlns:a="http://schemas.openxmlformats.org/drawingml/2006/main">
            <a:off x="457200" y="2066925"/>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Work out both relative rates from the first series. Use them to compare the results. Set a</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limit on what this shows.</a:t>
            </a:r>
          </a:p>
        </p:txBody>
      </p:sp>
      <p:sp>
        <p:nvSpPr>
          <p:cNvPr id="9" name="text">
            <a:extLst xmlns:a="http://schemas.openxmlformats.org/drawingml/2006/main">
              <a:ext uri="{FF2B5EF4-FFF2-40B4-BE49-F238E27FC236}">
                <a16:creationId xmlns:a16="http://schemas.microsoft.com/office/drawing/2014/main" id="{5BDE573A-DC07-4C74-B87E-3B8CD80F2182}"/>
              </a:ext>
            </a:extLst>
          </p:cNvPr>
          <p:cNvSpPr>
            <a:spLocks xmlns:a="http://schemas.openxmlformats.org/drawingml/2006/main" noGrp="1"/>
          </p:cNvSpPr>
          <p:nvPr/>
        </p:nvSpPr>
        <p:spPr>
          <a:xfrm xmlns:a="http://schemas.openxmlformats.org/drawingml/2006/main">
            <a:off x="457200" y="27527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Show 1 ÷ time and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 End with “in this series”.</a:t>
            </a:r>
          </a:p>
        </p:txBody>
      </p:sp>
      <p:sp>
        <p:nvSpPr>
          <p:cNvPr id="10" name="text">
            <a:extLst xmlns:a="http://schemas.openxmlformats.org/drawingml/2006/main">
              <a:ext uri="{FF2B5EF4-FFF2-40B4-BE49-F238E27FC236}">
                <a16:creationId xmlns:a16="http://schemas.microsoft.com/office/drawing/2014/main" id="{70F06E2D-FD9B-4539-8BF4-A6778776F3F3}"/>
              </a:ext>
            </a:extLst>
          </p:cNvPr>
          <p:cNvSpPr>
            <a:spLocks xmlns:a="http://schemas.openxmlformats.org/drawingml/2006/main" noGrp="1"/>
          </p:cNvSpPr>
          <p:nvPr/>
        </p:nvSpPr>
        <p:spPr>
          <a:xfrm xmlns:a="http://schemas.openxmlformats.org/drawingml/2006/main">
            <a:off x="457200" y="31432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2. Use the repeat or the sampling interval. Give one limit of the test. Then give one change for</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the next test. Say why it would help.</a:t>
            </a:r>
          </a:p>
        </p:txBody>
      </p:sp>
      <p:sp>
        <p:nvSpPr>
          <p:cNvPr id="11" name="text">
            <a:extLst xmlns:a="http://schemas.openxmlformats.org/drawingml/2006/main">
              <a:ext uri="{FF2B5EF4-FFF2-40B4-BE49-F238E27FC236}">
                <a16:creationId xmlns:a16="http://schemas.microsoft.com/office/drawing/2014/main" id="{117D3A2B-B2A9-4F59-9DAD-553795831607}"/>
              </a:ext>
            </a:extLst>
          </p:cNvPr>
          <p:cNvSpPr>
            <a:spLocks xmlns:a="http://schemas.openxmlformats.org/drawingml/2006/main" noGrp="1"/>
          </p:cNvSpPr>
          <p:nvPr/>
        </p:nvSpPr>
        <p:spPr>
          <a:xfrm xmlns:a="http://schemas.openxmlformats.org/drawingml/2006/main">
            <a:off x="457200" y="382905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Name the limitation before an improvement. A shorter interval must be authorised and feasible.</a:t>
            </a:r>
          </a:p>
        </p:txBody>
      </p:sp>
      <p:sp>
        <p:nvSpPr>
          <p:cNvPr id="12" name="text">
            <a:extLst xmlns:a="http://schemas.openxmlformats.org/drawingml/2006/main">
              <a:ext uri="{FF2B5EF4-FFF2-40B4-BE49-F238E27FC236}">
                <a16:creationId xmlns:a16="http://schemas.microsoft.com/office/drawing/2014/main" id="{4BF96444-21CC-4479-9BBA-8BD9B430FC0D}"/>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3" name="text">
            <a:extLst xmlns:a="http://schemas.openxmlformats.org/drawingml/2006/main">
              <a:ext uri="{FF2B5EF4-FFF2-40B4-BE49-F238E27FC236}">
                <a16:creationId xmlns:a16="http://schemas.microsoft.com/office/drawing/2014/main" id="{8267BB53-9AD4-4D5C-AFE6-987F685FB3A5}"/>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4" name="text">
            <a:extLst xmlns:a="http://schemas.openxmlformats.org/drawingml/2006/main">
              <a:ext uri="{FF2B5EF4-FFF2-40B4-BE49-F238E27FC236}">
                <a16:creationId xmlns:a16="http://schemas.microsoft.com/office/drawing/2014/main" id="{F9C5781A-B87C-4578-80AC-DEF60070E93D}"/>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50 / 52</a:t>
            </a:r>
          </a:p>
        </p:txBody>
      </p:sp>
      <p:sp>
        <p:nvSpPr>
          <p:cNvPr id="15" name="text">
            <a:extLst xmlns:a="http://schemas.openxmlformats.org/drawingml/2006/main">
              <a:ext uri="{FF2B5EF4-FFF2-40B4-BE49-F238E27FC236}">
                <a16:creationId xmlns:a16="http://schemas.microsoft.com/office/drawing/2014/main" id="{DB05A560-EADE-4613-8E5F-2970E6FB2F5F}"/>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545374524"/>
      </p:ext>
    </p:extLst>
  </p:cSld>
</p:sld>
</file>

<file path=ppt/slides/slide51.xml><?xml version="1.0" encoding="utf-8"?>
<p:sld xmlns:p="http://schemas.openxmlformats.org/presentationml/2006/main">
  <p:cSld>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CD5B2EF5-A229-44B0-9AFB-814542987073}"/>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DE41C04B-055D-413C-8D23-0073711D1B85}"/>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37 to 40</a:t>
            </a:r>
          </a:p>
        </p:txBody>
      </p:sp>
      <p:sp>
        <p:nvSpPr>
          <p:cNvPr id="3" name="text">
            <a:extLst xmlns:a="http://schemas.openxmlformats.org/drawingml/2006/main">
              <a:ext uri="{FF2B5EF4-FFF2-40B4-BE49-F238E27FC236}">
                <a16:creationId xmlns:a16="http://schemas.microsoft.com/office/drawing/2014/main" id="{A47CAE4B-EED0-4CC3-8732-333CC5099BA3}"/>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Exit ticket</a:t>
            </a:r>
          </a:p>
        </p:txBody>
      </p:sp>
      <p:pic>
        <p:nvPicPr>
          <p:cNvPr id="4" name="">
            <a:extLst xmlns:a="http://schemas.openxmlformats.org/drawingml/2006/main">
              <a:ext uri="{FF2B5EF4-FFF2-40B4-BE49-F238E27FC236}">
                <a16:creationId xmlns:a16="http://schemas.microsoft.com/office/drawing/2014/main" id="{49E3044E-D3B9-4356-BD79-C2CEF8C8ED8B}"/>
              </a:ext>
            </a:extLst>
          </p:cNvPr>
          <p:cNvPicPr>
            <a:picLocks xmlns:a="http://schemas.openxmlformats.org/drawingml/2006/main" noChangeAspect="1"/>
          </p:cNvPicPr>
          <p:nvPr/>
        </p:nvPicPr>
        <p:blipFill>
          <a:blip xmlns:r="http://schemas.openxmlformats.org/officeDocument/2006/relationships" xmlns:a="http://schemas.openxmlformats.org/drawingml/2006/main" r:embed="Rf1fd883916c14473"/>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2EF82678-4075-4E7A-90C6-F15B83CA2385}"/>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8234838-12BA-4B26-A04E-94845C257824}"/>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A52FADCD-35B9-44C6-A6A9-43C941470310}"/>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Under the heading Exit ticket: answer the short questions in your book.</a:t>
            </a:r>
          </a:p>
        </p:txBody>
      </p:sp>
      <p:sp>
        <p:nvSpPr>
          <p:cNvPr id="8" name="text">
            <a:extLst xmlns:a="http://schemas.openxmlformats.org/drawingml/2006/main">
              <a:ext uri="{FF2B5EF4-FFF2-40B4-BE49-F238E27FC236}">
                <a16:creationId xmlns:a16="http://schemas.microsoft.com/office/drawing/2014/main" id="{F265846F-C418-4479-8EAC-9BD850A5B850}"/>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1">
                <a:solidFill>
                  <a:srgbClr val="243746"/>
                </a:solidFill>
                <a:latin typeface="Liberation Sans"/>
                <a:ea typeface="Liberation Sans"/>
                <a:cs typeface="Liberation Sans"/>
              </a:defRPr>
            </a:defPPr>
            <a:lvl1pPr>
              <a:defRPr sz="1800" b="1">
                <a:solidFill>
                  <a:srgbClr val="243746"/>
                </a:solidFill>
                <a:latin typeface="Liberation Sans"/>
                <a:ea typeface="Liberation Sans"/>
                <a:cs typeface="Liberation Sans"/>
              </a:defRPr>
            </a:lvl1pPr>
            <a:lvl2pPr>
              <a:defRPr sz="1800" b="1">
                <a:solidFill>
                  <a:srgbClr val="243746"/>
                </a:solidFill>
                <a:latin typeface="Liberation Sans"/>
                <a:ea typeface="Liberation Sans"/>
                <a:cs typeface="Liberation Sans"/>
              </a:defRPr>
            </a:lvl2pPr>
            <a:lvl3pPr>
              <a:defRPr sz="1800" b="1">
                <a:solidFill>
                  <a:srgbClr val="243746"/>
                </a:solidFill>
                <a:latin typeface="Liberation Sans"/>
                <a:ea typeface="Liberation Sans"/>
                <a:cs typeface="Liberation Sans"/>
              </a:defRPr>
            </a:lvl3pPr>
            <a:lvl4pPr>
              <a:defRPr sz="1800" b="1">
                <a:solidFill>
                  <a:srgbClr val="243746"/>
                </a:solidFill>
                <a:latin typeface="Liberation Sans"/>
                <a:ea typeface="Liberation Sans"/>
                <a:cs typeface="Liberation Sans"/>
              </a:defRPr>
            </a:lvl4pPr>
            <a:lvl5pPr>
              <a:defRPr sz="1800" b="1">
                <a:solidFill>
                  <a:srgbClr val="243746"/>
                </a:solidFill>
                <a:latin typeface="Liberation Sans"/>
                <a:ea typeface="Liberation Sans"/>
                <a:cs typeface="Liberation Sans"/>
              </a:defRPr>
            </a:lvl5pPr>
            <a:lvl6pPr>
              <a:defRPr sz="1800" b="1">
                <a:solidFill>
                  <a:srgbClr val="243746"/>
                </a:solidFill>
                <a:latin typeface="Liberation Sans"/>
                <a:ea typeface="Liberation Sans"/>
                <a:cs typeface="Liberation Sans"/>
              </a:defRPr>
            </a:lvl6pPr>
            <a:lvl7pPr>
              <a:defRPr sz="1800" b="1">
                <a:solidFill>
                  <a:srgbClr val="243746"/>
                </a:solidFill>
                <a:latin typeface="Liberation Sans"/>
                <a:ea typeface="Liberation Sans"/>
                <a:cs typeface="Liberation Sans"/>
              </a:defRPr>
            </a:lvl7pPr>
            <a:lvl8pPr>
              <a:defRPr sz="1800" b="1">
                <a:solidFill>
                  <a:srgbClr val="243746"/>
                </a:solidFill>
                <a:latin typeface="Liberation Sans"/>
                <a:ea typeface="Liberation Sans"/>
                <a:cs typeface="Liberation Sans"/>
              </a:defRPr>
            </a:lvl8pPr>
            <a:lvl9pPr>
              <a:defRPr sz="1800" b="1">
                <a:solidFill>
                  <a:srgbClr val="243746"/>
                </a:solidFill>
                <a:latin typeface="Liberation Sans"/>
                <a:ea typeface="Liberation Sans"/>
                <a:cs typeface="Liberation Sans"/>
              </a:defRPr>
            </a:lvl9pPr>
          </a:lstStyle>
          <a:p xmlns:a="http://schemas.openxmlformats.org/drawingml/2006/main">
            <a:pPr>
              <a:defRPr sz="1800" b="1">
                <a:solidFill>
                  <a:srgbClr val="243746"/>
                </a:solidFill>
                <a:latin typeface="Liberation Sans"/>
                <a:ea typeface="Liberation Sans"/>
                <a:cs typeface="Liberation Sans"/>
              </a:defRPr>
            </a:pPr>
            <a:r>
              <a:rPr sz="1800" b="1">
                <a:solidFill>
                  <a:srgbClr val="243746"/>
                </a:solidFill>
                <a:latin typeface="Liberation Sans"/>
                <a:ea typeface="Liberation Sans"/>
                <a:cs typeface="Liberation Sans"/>
              </a:rPr>
              <a:t>Aspire</a:t>
            </a:r>
          </a:p>
        </p:txBody>
      </p:sp>
      <p:sp>
        <p:nvSpPr>
          <p:cNvPr id="9" name="text">
            <a:extLst xmlns:a="http://schemas.openxmlformats.org/drawingml/2006/main">
              <a:ext uri="{FF2B5EF4-FFF2-40B4-BE49-F238E27FC236}">
                <a16:creationId xmlns:a16="http://schemas.microsoft.com/office/drawing/2014/main" id="{CBC30B36-0FA2-401A-8928-D3EAC02E221A}"/>
              </a:ext>
            </a:extLst>
          </p:cNvPr>
          <p:cNvSpPr>
            <a:spLocks xmlns:a="http://schemas.openxmlformats.org/drawingml/2006/main" noGrp="1"/>
          </p:cNvSpPr>
          <p:nvPr/>
        </p:nvSpPr>
        <p:spPr>
          <a:xfrm xmlns:a="http://schemas.openxmlformats.org/drawingml/2006/main">
            <a:off x="457200" y="2457450"/>
            <a:ext cx="112776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Illustrative matched-condition data: pH 6 endpoint 120 s; pH 7 endpoint 90 s. A separate pH 7</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repeat gave 120 s. Relative rate = 1 ÷ time in seconds (s</a:t>
            </a:r>
            <a:r>
              <a:rPr sz="1800" b="0" baseline="30000">
                <a:solidFill>
                  <a:srgbClr val="243746"/>
                </a:solidFill>
                <a:latin typeface="Liberation Sans"/>
                <a:ea typeface="Liberation Sans"/>
                <a:cs typeface="Liberation Sans"/>
              </a:rPr>
              <a:t>−1</a:t>
            </a:r>
            <a:r>
              <a:rPr sz="1800" b="0">
                <a:solidFill>
                  <a:srgbClr val="243746"/>
                </a:solidFill>
                <a:latin typeface="Liberation Sans"/>
                <a:ea typeface="Liberation Sans"/>
                <a:cs typeface="Liberation Sans"/>
              </a:rPr>
              <a:t>). Samples were 30 s apart; pH 4–8</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were tested.</a:t>
            </a:r>
          </a:p>
        </p:txBody>
      </p:sp>
      <p:sp>
        <p:nvSpPr>
          <p:cNvPr id="10" name="text">
            <a:extLst xmlns:a="http://schemas.openxmlformats.org/drawingml/2006/main">
              <a:ext uri="{FF2B5EF4-FFF2-40B4-BE49-F238E27FC236}">
                <a16:creationId xmlns:a16="http://schemas.microsoft.com/office/drawing/2014/main" id="{2A617BBD-8306-487F-AF50-9BBD8DD0DCFB}"/>
              </a:ext>
            </a:extLst>
          </p:cNvPr>
          <p:cNvSpPr>
            <a:spLocks xmlns:a="http://schemas.openxmlformats.org/drawingml/2006/main" noGrp="1"/>
          </p:cNvSpPr>
          <p:nvPr/>
        </p:nvSpPr>
        <p:spPr>
          <a:xfrm xmlns:a="http://schemas.openxmlformats.org/drawingml/2006/main">
            <a:off x="457200" y="34385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1. Does the pH 7 repeat strengthen the claim of an exact optimum? Use a rate and a comparison.</a:t>
            </a:r>
          </a:p>
        </p:txBody>
      </p:sp>
      <p:sp>
        <p:nvSpPr>
          <p:cNvPr id="11" name="text">
            <a:extLst xmlns:a="http://schemas.openxmlformats.org/drawingml/2006/main">
              <a:ext uri="{FF2B5EF4-FFF2-40B4-BE49-F238E27FC236}">
                <a16:creationId xmlns:a16="http://schemas.microsoft.com/office/drawing/2014/main" id="{2107C605-AF35-4078-A9F3-E8C8098EA010}"/>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2" name="text">
            <a:extLst xmlns:a="http://schemas.openxmlformats.org/drawingml/2006/main">
              <a:ext uri="{FF2B5EF4-FFF2-40B4-BE49-F238E27FC236}">
                <a16:creationId xmlns:a16="http://schemas.microsoft.com/office/drawing/2014/main" id="{006133F2-9E29-4056-BEA0-0024905299BA}"/>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3" name="text">
            <a:extLst xmlns:a="http://schemas.openxmlformats.org/drawingml/2006/main">
              <a:ext uri="{FF2B5EF4-FFF2-40B4-BE49-F238E27FC236}">
                <a16:creationId xmlns:a16="http://schemas.microsoft.com/office/drawing/2014/main" id="{75DB64F3-031F-46CA-8264-0FBBDC8E53C8}"/>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51 / 52</a:t>
            </a:r>
          </a:p>
        </p:txBody>
      </p:sp>
      <p:sp>
        <p:nvSpPr>
          <p:cNvPr id="14" name="text">
            <a:extLst xmlns:a="http://schemas.openxmlformats.org/drawingml/2006/main">
              <a:ext uri="{FF2B5EF4-FFF2-40B4-BE49-F238E27FC236}">
                <a16:creationId xmlns:a16="http://schemas.microsoft.com/office/drawing/2014/main" id="{BD2E07C7-23B9-48C1-BF6D-74A01B2C2074}"/>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674305270"/>
      </p:ext>
    </p:extLst>
  </p:cSld>
</p:sld>
</file>

<file path=ppt/slides/slide52.xml><?xml version="1.0" encoding="utf-8"?>
<p:sld xmlns:p="http://schemas.openxmlformats.org/presentationml/2006/main">
  <p:cSld>
    <p:spTree>
      <p:nvGrpSpPr>
        <p:cNvPr id="1" name=""/>
        <p:cNvGrpSpPr/>
        <p:nvPr/>
      </p:nvGrpSpPr>
      <p:grpSpPr>
        <a:xfrm xmlns:a="http://schemas.openxmlformats.org/drawingml/2006/main"/>
      </p:grpSpPr>
      <p:sp>
        <p:nvSpPr>
          <p:cNvPr id="15" name="text">
            <a:extLst xmlns:a="http://schemas.openxmlformats.org/drawingml/2006/main">
              <a:ext uri="{FF2B5EF4-FFF2-40B4-BE49-F238E27FC236}">
                <a16:creationId xmlns:a16="http://schemas.microsoft.com/office/drawing/2014/main" id="{8140A283-C0AE-408C-982F-860FE9F0F64E}"/>
              </a:ext>
            </a:extLst>
          </p:cNvPr>
          <p:cNvSpPr>
            <a:spLocks xmlns:a="http://schemas.openxmlformats.org/drawingml/2006/main" noGrp="1"/>
          </p:cNvSpPr>
          <p:nvPr/>
        </p:nvSpPr>
        <p:spPr>
          <a:xfrm xmlns:a="http://schemas.openxmlformats.org/drawingml/2006/main">
            <a:off x="381000" y="2667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LAUNCH · SCIENCE · Autumn 1 · Week 8</a:t>
            </a:r>
          </a:p>
        </p:txBody>
      </p:sp>
      <p:sp>
        <p:nvSpPr>
          <p:cNvPr id="2" name="text">
            <a:extLst xmlns:a="http://schemas.openxmlformats.org/drawingml/2006/main">
              <a:ext uri="{FF2B5EF4-FFF2-40B4-BE49-F238E27FC236}">
                <a16:creationId xmlns:a16="http://schemas.microsoft.com/office/drawing/2014/main" id="{82DBB216-BDE2-406C-AC58-D5C13E8EF635}"/>
              </a:ext>
            </a:extLst>
          </p:cNvPr>
          <p:cNvSpPr>
            <a:spLocks xmlns:a="http://schemas.openxmlformats.org/drawingml/2006/main" noGrp="1"/>
          </p:cNvSpPr>
          <p:nvPr/>
        </p:nvSpPr>
        <p:spPr>
          <a:xfrm xmlns:a="http://schemas.openxmlformats.org/drawingml/2006/main">
            <a:off x="7762875" y="266700"/>
            <a:ext cx="3095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575" b="1">
                <a:solidFill>
                  <a:srgbClr val="243746"/>
                </a:solidFill>
                <a:latin typeface="Liberation Sans"/>
                <a:ea typeface="Liberation Sans"/>
                <a:cs typeface="Liberation Sans"/>
              </a:defRPr>
            </a:defPPr>
            <a:lvl1pPr>
              <a:defRPr sz="1575" b="1">
                <a:solidFill>
                  <a:srgbClr val="243746"/>
                </a:solidFill>
                <a:latin typeface="Liberation Sans"/>
                <a:ea typeface="Liberation Sans"/>
                <a:cs typeface="Liberation Sans"/>
              </a:defRPr>
            </a:lvl1pPr>
            <a:lvl2pPr>
              <a:defRPr sz="1575" b="1">
                <a:solidFill>
                  <a:srgbClr val="243746"/>
                </a:solidFill>
                <a:latin typeface="Liberation Sans"/>
                <a:ea typeface="Liberation Sans"/>
                <a:cs typeface="Liberation Sans"/>
              </a:defRPr>
            </a:lvl2pPr>
            <a:lvl3pPr>
              <a:defRPr sz="1575" b="1">
                <a:solidFill>
                  <a:srgbClr val="243746"/>
                </a:solidFill>
                <a:latin typeface="Liberation Sans"/>
                <a:ea typeface="Liberation Sans"/>
                <a:cs typeface="Liberation Sans"/>
              </a:defRPr>
            </a:lvl3pPr>
            <a:lvl4pPr>
              <a:defRPr sz="1575" b="1">
                <a:solidFill>
                  <a:srgbClr val="243746"/>
                </a:solidFill>
                <a:latin typeface="Liberation Sans"/>
                <a:ea typeface="Liberation Sans"/>
                <a:cs typeface="Liberation Sans"/>
              </a:defRPr>
            </a:lvl4pPr>
            <a:lvl5pPr>
              <a:defRPr sz="1575" b="1">
                <a:solidFill>
                  <a:srgbClr val="243746"/>
                </a:solidFill>
                <a:latin typeface="Liberation Sans"/>
                <a:ea typeface="Liberation Sans"/>
                <a:cs typeface="Liberation Sans"/>
              </a:defRPr>
            </a:lvl5pPr>
            <a:lvl6pPr>
              <a:defRPr sz="1575" b="1">
                <a:solidFill>
                  <a:srgbClr val="243746"/>
                </a:solidFill>
                <a:latin typeface="Liberation Sans"/>
                <a:ea typeface="Liberation Sans"/>
                <a:cs typeface="Liberation Sans"/>
              </a:defRPr>
            </a:lvl6pPr>
            <a:lvl7pPr>
              <a:defRPr sz="1575" b="1">
                <a:solidFill>
                  <a:srgbClr val="243746"/>
                </a:solidFill>
                <a:latin typeface="Liberation Sans"/>
                <a:ea typeface="Liberation Sans"/>
                <a:cs typeface="Liberation Sans"/>
              </a:defRPr>
            </a:lvl7pPr>
            <a:lvl8pPr>
              <a:defRPr sz="1575" b="1">
                <a:solidFill>
                  <a:srgbClr val="243746"/>
                </a:solidFill>
                <a:latin typeface="Liberation Sans"/>
                <a:ea typeface="Liberation Sans"/>
                <a:cs typeface="Liberation Sans"/>
              </a:defRPr>
            </a:lvl8pPr>
            <a:lvl9pPr>
              <a:defRPr sz="1575" b="1">
                <a:solidFill>
                  <a:srgbClr val="243746"/>
                </a:solidFill>
                <a:latin typeface="Liberation Sans"/>
                <a:ea typeface="Liberation Sans"/>
                <a:cs typeface="Liberation Sans"/>
              </a:defRPr>
            </a:lvl9pPr>
          </a:lstStyle>
          <a:p xmlns:a="http://schemas.openxmlformats.org/drawingml/2006/main">
            <a:pPr>
              <a:defRPr sz="1575" b="1">
                <a:solidFill>
                  <a:srgbClr val="243746"/>
                </a:solidFill>
                <a:latin typeface="Liberation Sans"/>
                <a:ea typeface="Liberation Sans"/>
                <a:cs typeface="Liberation Sans"/>
              </a:defRPr>
            </a:pPr>
            <a:r>
              <a:rPr sz="1575" b="1">
                <a:solidFill>
                  <a:srgbClr val="243746"/>
                </a:solidFill>
                <a:latin typeface="Liberation Sans"/>
                <a:ea typeface="Liberation Sans"/>
                <a:cs typeface="Liberation Sans"/>
              </a:rPr>
              <a:t>3 min · 37 to 40</a:t>
            </a:r>
          </a:p>
        </p:txBody>
      </p:sp>
      <p:sp>
        <p:nvSpPr>
          <p:cNvPr id="3" name="text">
            <a:extLst xmlns:a="http://schemas.openxmlformats.org/drawingml/2006/main">
              <a:ext uri="{FF2B5EF4-FFF2-40B4-BE49-F238E27FC236}">
                <a16:creationId xmlns:a16="http://schemas.microsoft.com/office/drawing/2014/main" id="{59A608CD-D8CC-49C7-BEBE-470DC21786E8}"/>
              </a:ext>
            </a:extLst>
          </p:cNvPr>
          <p:cNvSpPr>
            <a:spLocks xmlns:a="http://schemas.openxmlformats.org/drawingml/2006/main" noGrp="1"/>
          </p:cNvSpPr>
          <p:nvPr/>
        </p:nvSpPr>
        <p:spPr>
          <a:xfrm xmlns:a="http://schemas.openxmlformats.org/drawingml/2006/main">
            <a:off x="381000" y="695325"/>
            <a:ext cx="1047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700" b="1">
                <a:solidFill>
                  <a:srgbClr val="243746"/>
                </a:solidFill>
                <a:latin typeface="Liberation Sans"/>
                <a:ea typeface="Liberation Sans"/>
                <a:cs typeface="Liberation Sans"/>
              </a:defRPr>
            </a:defPPr>
            <a:lvl1pPr>
              <a:defRPr sz="2700" b="1">
                <a:solidFill>
                  <a:srgbClr val="243746"/>
                </a:solidFill>
                <a:latin typeface="Liberation Sans"/>
                <a:ea typeface="Liberation Sans"/>
                <a:cs typeface="Liberation Sans"/>
              </a:defRPr>
            </a:lvl1pPr>
            <a:lvl2pPr>
              <a:defRPr sz="2700" b="1">
                <a:solidFill>
                  <a:srgbClr val="243746"/>
                </a:solidFill>
                <a:latin typeface="Liberation Sans"/>
                <a:ea typeface="Liberation Sans"/>
                <a:cs typeface="Liberation Sans"/>
              </a:defRPr>
            </a:lvl2pPr>
            <a:lvl3pPr>
              <a:defRPr sz="2700" b="1">
                <a:solidFill>
                  <a:srgbClr val="243746"/>
                </a:solidFill>
                <a:latin typeface="Liberation Sans"/>
                <a:ea typeface="Liberation Sans"/>
                <a:cs typeface="Liberation Sans"/>
              </a:defRPr>
            </a:lvl3pPr>
            <a:lvl4pPr>
              <a:defRPr sz="2700" b="1">
                <a:solidFill>
                  <a:srgbClr val="243746"/>
                </a:solidFill>
                <a:latin typeface="Liberation Sans"/>
                <a:ea typeface="Liberation Sans"/>
                <a:cs typeface="Liberation Sans"/>
              </a:defRPr>
            </a:lvl4pPr>
            <a:lvl5pPr>
              <a:defRPr sz="2700" b="1">
                <a:solidFill>
                  <a:srgbClr val="243746"/>
                </a:solidFill>
                <a:latin typeface="Liberation Sans"/>
                <a:ea typeface="Liberation Sans"/>
                <a:cs typeface="Liberation Sans"/>
              </a:defRPr>
            </a:lvl5pPr>
            <a:lvl6pPr>
              <a:defRPr sz="2700" b="1">
                <a:solidFill>
                  <a:srgbClr val="243746"/>
                </a:solidFill>
                <a:latin typeface="Liberation Sans"/>
                <a:ea typeface="Liberation Sans"/>
                <a:cs typeface="Liberation Sans"/>
              </a:defRPr>
            </a:lvl6pPr>
            <a:lvl7pPr>
              <a:defRPr sz="2700" b="1">
                <a:solidFill>
                  <a:srgbClr val="243746"/>
                </a:solidFill>
                <a:latin typeface="Liberation Sans"/>
                <a:ea typeface="Liberation Sans"/>
                <a:cs typeface="Liberation Sans"/>
              </a:defRPr>
            </a:lvl7pPr>
            <a:lvl8pPr>
              <a:defRPr sz="2700" b="1">
                <a:solidFill>
                  <a:srgbClr val="243746"/>
                </a:solidFill>
                <a:latin typeface="Liberation Sans"/>
                <a:ea typeface="Liberation Sans"/>
                <a:cs typeface="Liberation Sans"/>
              </a:defRPr>
            </a:lvl8pPr>
            <a:lvl9pPr>
              <a:defRPr sz="2700" b="1">
                <a:solidFill>
                  <a:srgbClr val="243746"/>
                </a:solidFill>
                <a:latin typeface="Liberation Sans"/>
                <a:ea typeface="Liberation Sans"/>
                <a:cs typeface="Liberation Sans"/>
              </a:defRPr>
            </a:lvl9pPr>
          </a:lstStyle>
          <a:p xmlns:a="http://schemas.openxmlformats.org/drawingml/2006/main">
            <a:pPr>
              <a:defRPr sz="2700" b="1">
                <a:solidFill>
                  <a:srgbClr val="243746"/>
                </a:solidFill>
                <a:latin typeface="Liberation Sans"/>
                <a:ea typeface="Liberation Sans"/>
                <a:cs typeface="Liberation Sans"/>
              </a:defRPr>
            </a:pPr>
            <a:r>
              <a:rPr sz="2700" b="1">
                <a:solidFill>
                  <a:srgbClr val="243746"/>
                </a:solidFill>
                <a:latin typeface="Liberation Sans"/>
                <a:ea typeface="Liberation Sans"/>
                <a:cs typeface="Liberation Sans"/>
              </a:rPr>
              <a:t>Exit ticket</a:t>
            </a:r>
          </a:p>
        </p:txBody>
      </p:sp>
      <p:pic>
        <p:nvPicPr>
          <p:cNvPr id="4" name="">
            <a:extLst xmlns:a="http://schemas.openxmlformats.org/drawingml/2006/main">
              <a:ext uri="{FF2B5EF4-FFF2-40B4-BE49-F238E27FC236}">
                <a16:creationId xmlns:a16="http://schemas.microsoft.com/office/drawing/2014/main" id="{A0B16915-C3ED-4D6C-ADB2-3FA08F99D789}"/>
              </a:ext>
            </a:extLst>
          </p:cNvPr>
          <p:cNvPicPr>
            <a:picLocks xmlns:a="http://schemas.openxmlformats.org/drawingml/2006/main" noChangeAspect="1"/>
          </p:cNvPicPr>
          <p:nvPr/>
        </p:nvPicPr>
        <p:blipFill>
          <a:blip xmlns:r="http://schemas.openxmlformats.org/officeDocument/2006/relationships" xmlns:a="http://schemas.openxmlformats.org/drawingml/2006/main" r:embed="R962ca2bfed2e4518"/>
          <a:stretch xmlns:a="http://schemas.openxmlformats.org/drawingml/2006/main"/>
        </p:blipFill>
        <p:spPr>
          <a:xfrm xmlns:a="http://schemas.openxmlformats.org/drawingml/2006/main">
            <a:off x="11144250" y="114300"/>
            <a:ext cx="762000" cy="762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AD0B245-2B3B-43E9-B1C4-122B65A4DFC6}"/>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D8E4E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C766360-F8E9-4AEC-8278-D0538B04182B}"/>
              </a:ext>
            </a:extLst>
          </p:cNvPr>
          <p:cNvSpPr>
            <a:spLocks xmlns:a="http://schemas.openxmlformats.org/drawingml/2006/main" noGrp="1"/>
          </p:cNvSpPr>
          <p:nvPr/>
        </p:nvSpPr>
        <p:spPr>
          <a:xfrm xmlns:a="http://schemas.openxmlformats.org/drawingml/2006/main">
            <a:off x="381000" y="1485900"/>
            <a:ext cx="11334750" cy="47625"/>
          </a:xfrm>
          <a:prstGeom xmlns:a="http://schemas.openxmlformats.org/drawingml/2006/main" prst="rect">
            <a:avLst/>
          </a:prstGeom>
          <a:solidFill xmlns:a="http://schemas.openxmlformats.org/drawingml/2006/main">
            <a:srgbClr val="715E8C"/>
          </a:solidFill>
          <a:ln xmlns:a="http://schemas.openxmlformats.org/drawingml/2006/main" w="0">
            <a:noFill/>
            <a:prstDash val="solid"/>
          </a:ln>
        </p:spPr>
      </p:sp>
      <p:sp>
        <p:nvSpPr>
          <p:cNvPr id="7" name="text">
            <a:extLst xmlns:a="http://schemas.openxmlformats.org/drawingml/2006/main">
              <a:ext uri="{FF2B5EF4-FFF2-40B4-BE49-F238E27FC236}">
                <a16:creationId xmlns:a16="http://schemas.microsoft.com/office/drawing/2014/main" id="{3B973537-D813-4B38-A3AE-75DA10778734}"/>
              </a:ext>
            </a:extLst>
          </p:cNvPr>
          <p:cNvSpPr>
            <a:spLocks xmlns:a="http://schemas.openxmlformats.org/drawingml/2006/main" noGrp="1"/>
          </p:cNvSpPr>
          <p:nvPr/>
        </p:nvSpPr>
        <p:spPr>
          <a:xfrm xmlns:a="http://schemas.openxmlformats.org/drawingml/2006/main">
            <a:off x="457200" y="1676400"/>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Under the heading Exit ticket: answer the short questions in your book.</a:t>
            </a:r>
          </a:p>
        </p:txBody>
      </p:sp>
      <p:sp>
        <p:nvSpPr>
          <p:cNvPr id="8" name="text">
            <a:extLst xmlns:a="http://schemas.openxmlformats.org/drawingml/2006/main">
              <a:ext uri="{FF2B5EF4-FFF2-40B4-BE49-F238E27FC236}">
                <a16:creationId xmlns:a16="http://schemas.microsoft.com/office/drawing/2014/main" id="{C191BAEE-BB69-47A2-8516-9EA6DC53289B}"/>
              </a:ext>
            </a:extLst>
          </p:cNvPr>
          <p:cNvSpPr>
            <a:spLocks xmlns:a="http://schemas.openxmlformats.org/drawingml/2006/main" noGrp="1"/>
          </p:cNvSpPr>
          <p:nvPr/>
        </p:nvSpPr>
        <p:spPr>
          <a:xfrm xmlns:a="http://schemas.openxmlformats.org/drawingml/2006/main">
            <a:off x="457200" y="2066925"/>
            <a:ext cx="112776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Its 120 s result is a separate observation at the same pH. Compare with pH 6.</a:t>
            </a:r>
          </a:p>
        </p:txBody>
      </p:sp>
      <p:sp>
        <p:nvSpPr>
          <p:cNvPr id="9" name="text">
            <a:extLst xmlns:a="http://schemas.openxmlformats.org/drawingml/2006/main">
              <a:ext uri="{FF2B5EF4-FFF2-40B4-BE49-F238E27FC236}">
                <a16:creationId xmlns:a16="http://schemas.microsoft.com/office/drawing/2014/main" id="{072C52C2-01A1-4E6D-A964-CF4A94C57DC0}"/>
              </a:ext>
            </a:extLst>
          </p:cNvPr>
          <p:cNvSpPr>
            <a:spLocks xmlns:a="http://schemas.openxmlformats.org/drawingml/2006/main" noGrp="1"/>
          </p:cNvSpPr>
          <p:nvPr/>
        </p:nvSpPr>
        <p:spPr>
          <a:xfrm xmlns:a="http://schemas.openxmlformats.org/drawingml/2006/main">
            <a:off x="457200" y="24574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2. Give one change to the method that would help with a specific problem. Say why this graph still</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cannot prove permanent enzyme denaturation.</a:t>
            </a:r>
          </a:p>
        </p:txBody>
      </p:sp>
      <p:sp>
        <p:nvSpPr>
          <p:cNvPr id="10" name="text">
            <a:extLst xmlns:a="http://schemas.openxmlformats.org/drawingml/2006/main">
              <a:ext uri="{FF2B5EF4-FFF2-40B4-BE49-F238E27FC236}">
                <a16:creationId xmlns:a16="http://schemas.microsoft.com/office/drawing/2014/main" id="{A718D97E-D789-402D-AED1-B37D9F85430B}"/>
              </a:ext>
            </a:extLst>
          </p:cNvPr>
          <p:cNvSpPr>
            <a:spLocks xmlns:a="http://schemas.openxmlformats.org/drawingml/2006/main" noGrp="1"/>
          </p:cNvSpPr>
          <p:nvPr/>
        </p:nvSpPr>
        <p:spPr>
          <a:xfrm xmlns:a="http://schemas.openxmlformats.org/drawingml/2006/main">
            <a:off x="457200" y="3143250"/>
            <a:ext cx="112776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800" b="0">
                <a:solidFill>
                  <a:srgbClr val="243746"/>
                </a:solidFill>
                <a:latin typeface="Liberation Sans"/>
                <a:ea typeface="Liberation Sans"/>
                <a:cs typeface="Liberation Sans"/>
              </a:defRPr>
            </a:defPPr>
            <a:lvl1pPr>
              <a:defRPr sz="1800" b="0">
                <a:solidFill>
                  <a:srgbClr val="243746"/>
                </a:solidFill>
                <a:latin typeface="Liberation Sans"/>
                <a:ea typeface="Liberation Sans"/>
                <a:cs typeface="Liberation Sans"/>
              </a:defRPr>
            </a:lvl1pPr>
            <a:lvl2pPr>
              <a:defRPr sz="1800" b="0">
                <a:solidFill>
                  <a:srgbClr val="243746"/>
                </a:solidFill>
                <a:latin typeface="Liberation Sans"/>
                <a:ea typeface="Liberation Sans"/>
                <a:cs typeface="Liberation Sans"/>
              </a:defRPr>
            </a:lvl2pPr>
            <a:lvl3pPr>
              <a:defRPr sz="1800" b="0">
                <a:solidFill>
                  <a:srgbClr val="243746"/>
                </a:solidFill>
                <a:latin typeface="Liberation Sans"/>
                <a:ea typeface="Liberation Sans"/>
                <a:cs typeface="Liberation Sans"/>
              </a:defRPr>
            </a:lvl3pPr>
            <a:lvl4pPr>
              <a:defRPr sz="1800" b="0">
                <a:solidFill>
                  <a:srgbClr val="243746"/>
                </a:solidFill>
                <a:latin typeface="Liberation Sans"/>
                <a:ea typeface="Liberation Sans"/>
                <a:cs typeface="Liberation Sans"/>
              </a:defRPr>
            </a:lvl4pPr>
            <a:lvl5pPr>
              <a:defRPr sz="1800" b="0">
                <a:solidFill>
                  <a:srgbClr val="243746"/>
                </a:solidFill>
                <a:latin typeface="Liberation Sans"/>
                <a:ea typeface="Liberation Sans"/>
                <a:cs typeface="Liberation Sans"/>
              </a:defRPr>
            </a:lvl5pPr>
            <a:lvl6pPr>
              <a:defRPr sz="1800" b="0">
                <a:solidFill>
                  <a:srgbClr val="243746"/>
                </a:solidFill>
                <a:latin typeface="Liberation Sans"/>
                <a:ea typeface="Liberation Sans"/>
                <a:cs typeface="Liberation Sans"/>
              </a:defRPr>
            </a:lvl6pPr>
            <a:lvl7pPr>
              <a:defRPr sz="1800" b="0">
                <a:solidFill>
                  <a:srgbClr val="243746"/>
                </a:solidFill>
                <a:latin typeface="Liberation Sans"/>
                <a:ea typeface="Liberation Sans"/>
                <a:cs typeface="Liberation Sans"/>
              </a:defRPr>
            </a:lvl7pPr>
            <a:lvl8pPr>
              <a:defRPr sz="1800" b="0">
                <a:solidFill>
                  <a:srgbClr val="243746"/>
                </a:solidFill>
                <a:latin typeface="Liberation Sans"/>
                <a:ea typeface="Liberation Sans"/>
                <a:cs typeface="Liberation Sans"/>
              </a:defRPr>
            </a:lvl8pPr>
            <a:lvl9pPr>
              <a:defRPr sz="1800" b="0">
                <a:solidFill>
                  <a:srgbClr val="243746"/>
                </a:solidFill>
                <a:latin typeface="Liberation Sans"/>
                <a:ea typeface="Liberation Sans"/>
                <a:cs typeface="Liberation Sans"/>
              </a:defRPr>
            </a:lvl9pPr>
          </a:lstStyle>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Better endpoint evidence is one thing. Direct tests for a change in the molecules, or for</a:t>
            </a:r>
          </a:p>
          <a:p xmlns:a="http://schemas.openxmlformats.org/drawingml/2006/main">
            <a:pPr>
              <a:defRPr sz="1800" b="0">
                <a:solidFill>
                  <a:srgbClr val="243746"/>
                </a:solidFill>
                <a:latin typeface="Liberation Sans"/>
                <a:ea typeface="Liberation Sans"/>
                <a:cs typeface="Liberation Sans"/>
              </a:defRPr>
            </a:pPr>
            <a:r>
              <a:rPr sz="1800" b="0">
                <a:solidFill>
                  <a:srgbClr val="243746"/>
                </a:solidFill>
                <a:latin typeface="Liberation Sans"/>
                <a:ea typeface="Liberation Sans"/>
                <a:cs typeface="Liberation Sans"/>
              </a:rPr>
              <a:t>recovery, are another. Show how these differ.</a:t>
            </a:r>
          </a:p>
        </p:txBody>
      </p:sp>
      <p:sp>
        <p:nvSpPr>
          <p:cNvPr id="11" name="text">
            <a:extLst xmlns:a="http://schemas.openxmlformats.org/drawingml/2006/main">
              <a:ext uri="{FF2B5EF4-FFF2-40B4-BE49-F238E27FC236}">
                <a16:creationId xmlns:a16="http://schemas.microsoft.com/office/drawing/2014/main" id="{3E8C3650-043C-40CD-BF2B-1CA5AD10DAFE}"/>
              </a:ext>
            </a:extLst>
          </p:cNvPr>
          <p:cNvSpPr>
            <a:spLocks xmlns:a="http://schemas.openxmlformats.org/drawingml/2006/main" noGrp="1"/>
          </p:cNvSpPr>
          <p:nvPr/>
        </p:nvSpPr>
        <p:spPr>
          <a:xfrm xmlns:a="http://schemas.openxmlformats.org/drawingml/2006/main">
            <a:off x="381000" y="5391150"/>
            <a:ext cx="112395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350" b="0">
                <a:solidFill>
                  <a:srgbClr val="243746"/>
                </a:solidFill>
                <a:latin typeface="Liberation Sans"/>
                <a:ea typeface="Liberation Sans"/>
                <a:cs typeface="Liberation Sans"/>
              </a:defRPr>
            </a:defPPr>
            <a:lvl1pPr>
              <a:defRPr sz="1350" b="0">
                <a:solidFill>
                  <a:srgbClr val="243746"/>
                </a:solidFill>
                <a:latin typeface="Liberation Sans"/>
                <a:ea typeface="Liberation Sans"/>
                <a:cs typeface="Liberation Sans"/>
              </a:defRPr>
            </a:lvl1pPr>
            <a:lvl2pPr>
              <a:defRPr sz="1350" b="0">
                <a:solidFill>
                  <a:srgbClr val="243746"/>
                </a:solidFill>
                <a:latin typeface="Liberation Sans"/>
                <a:ea typeface="Liberation Sans"/>
                <a:cs typeface="Liberation Sans"/>
              </a:defRPr>
            </a:lvl2pPr>
            <a:lvl3pPr>
              <a:defRPr sz="1350" b="0">
                <a:solidFill>
                  <a:srgbClr val="243746"/>
                </a:solidFill>
                <a:latin typeface="Liberation Sans"/>
                <a:ea typeface="Liberation Sans"/>
                <a:cs typeface="Liberation Sans"/>
              </a:defRPr>
            </a:lvl3pPr>
            <a:lvl4pPr>
              <a:defRPr sz="1350" b="0">
                <a:solidFill>
                  <a:srgbClr val="243746"/>
                </a:solidFill>
                <a:latin typeface="Liberation Sans"/>
                <a:ea typeface="Liberation Sans"/>
                <a:cs typeface="Liberation Sans"/>
              </a:defRPr>
            </a:lvl4pPr>
            <a:lvl5pPr>
              <a:defRPr sz="1350" b="0">
                <a:solidFill>
                  <a:srgbClr val="243746"/>
                </a:solidFill>
                <a:latin typeface="Liberation Sans"/>
                <a:ea typeface="Liberation Sans"/>
                <a:cs typeface="Liberation Sans"/>
              </a:defRPr>
            </a:lvl5pPr>
            <a:lvl6pPr>
              <a:defRPr sz="1350" b="0">
                <a:solidFill>
                  <a:srgbClr val="243746"/>
                </a:solidFill>
                <a:latin typeface="Liberation Sans"/>
                <a:ea typeface="Liberation Sans"/>
                <a:cs typeface="Liberation Sans"/>
              </a:defRPr>
            </a:lvl6pPr>
            <a:lvl7pPr>
              <a:defRPr sz="1350" b="0">
                <a:solidFill>
                  <a:srgbClr val="243746"/>
                </a:solidFill>
                <a:latin typeface="Liberation Sans"/>
                <a:ea typeface="Liberation Sans"/>
                <a:cs typeface="Liberation Sans"/>
              </a:defRPr>
            </a:lvl7pPr>
            <a:lvl8pPr>
              <a:defRPr sz="1350" b="0">
                <a:solidFill>
                  <a:srgbClr val="243746"/>
                </a:solidFill>
                <a:latin typeface="Liberation Sans"/>
                <a:ea typeface="Liberation Sans"/>
                <a:cs typeface="Liberation Sans"/>
              </a:defRPr>
            </a:lvl8pPr>
            <a:lvl9pPr>
              <a:defRPr sz="1350" b="0">
                <a:solidFill>
                  <a:srgbClr val="243746"/>
                </a:solidFill>
                <a:latin typeface="Liberation Sans"/>
                <a:ea typeface="Liberation Sans"/>
                <a:cs typeface="Liberation Sans"/>
              </a:defRPr>
            </a:lvl9pPr>
          </a:lstStyle>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I can calculate and graph relative amylase rates, judge what the evidence supports, and use enzyme and transport ideas in an</a:t>
            </a:r>
          </a:p>
          <a:p xmlns:a="http://schemas.openxmlformats.org/drawingml/2006/main">
            <a:pPr>
              <a:defRPr sz="1350" b="0">
                <a:solidFill>
                  <a:srgbClr val="243746"/>
                </a:solidFill>
                <a:latin typeface="Liberation Sans"/>
                <a:ea typeface="Liberation Sans"/>
                <a:cs typeface="Liberation Sans"/>
              </a:defRPr>
            </a:pPr>
            <a:r>
              <a:rPr sz="1350" b="0">
                <a:solidFill>
                  <a:srgbClr val="243746"/>
                </a:solidFill>
                <a:latin typeface="Liberation Sans"/>
                <a:ea typeface="Liberation Sans"/>
                <a:cs typeface="Liberation Sans"/>
              </a:rPr>
              <a:t>exam-style explanation.</a:t>
            </a:r>
          </a:p>
        </p:txBody>
      </p:sp>
      <p:sp>
        <p:nvSpPr>
          <p:cNvPr id="12" name="text">
            <a:extLst xmlns:a="http://schemas.openxmlformats.org/drawingml/2006/main">
              <a:ext uri="{FF2B5EF4-FFF2-40B4-BE49-F238E27FC236}">
                <a16:creationId xmlns:a16="http://schemas.microsoft.com/office/drawing/2014/main" id="{BA47B2DE-15D2-4F23-9AF1-D3573A904A7C}"/>
              </a:ext>
            </a:extLst>
          </p:cNvPr>
          <p:cNvSpPr>
            <a:spLocks xmlns:a="http://schemas.openxmlformats.org/drawingml/2006/main" noGrp="1"/>
          </p:cNvSpPr>
          <p:nvPr/>
        </p:nvSpPr>
        <p:spPr>
          <a:xfrm xmlns:a="http://schemas.openxmlformats.org/drawingml/2006/main">
            <a:off x="381000" y="6124575"/>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SCI-LAUNCH-A1-W08-L3 · Version: ______ · Source page SHA-256: ______</a:t>
            </a:r>
          </a:p>
        </p:txBody>
      </p:sp>
      <p:sp>
        <p:nvSpPr>
          <p:cNvPr id="13" name="text">
            <a:extLst xmlns:a="http://schemas.openxmlformats.org/drawingml/2006/main">
              <a:ext uri="{FF2B5EF4-FFF2-40B4-BE49-F238E27FC236}">
                <a16:creationId xmlns:a16="http://schemas.microsoft.com/office/drawing/2014/main" id="{621D6C11-03E2-4688-97B8-FBA4930C0FA5}"/>
              </a:ext>
            </a:extLst>
          </p:cNvPr>
          <p:cNvSpPr>
            <a:spLocks xmlns:a="http://schemas.openxmlformats.org/drawingml/2006/main" noGrp="1"/>
          </p:cNvSpPr>
          <p:nvPr/>
        </p:nvSpPr>
        <p:spPr>
          <a:xfrm xmlns:a="http://schemas.openxmlformats.org/drawingml/2006/main">
            <a:off x="10668000" y="6124575"/>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52 / 52</a:t>
            </a:r>
          </a:p>
        </p:txBody>
      </p:sp>
      <p:sp>
        <p:nvSpPr>
          <p:cNvPr id="14" name="text">
            <a:extLst xmlns:a="http://schemas.openxmlformats.org/drawingml/2006/main">
              <a:ext uri="{FF2B5EF4-FFF2-40B4-BE49-F238E27FC236}">
                <a16:creationId xmlns:a16="http://schemas.microsoft.com/office/drawing/2014/main" id="{678AF914-04F6-44E6-80BF-3E3E228E314C}"/>
              </a:ext>
            </a:extLst>
          </p:cNvPr>
          <p:cNvSpPr>
            <a:spLocks xmlns:a="http://schemas.openxmlformats.org/drawingml/2006/main" noGrp="1"/>
          </p:cNvSpPr>
          <p:nvPr/>
        </p:nvSpPr>
        <p:spPr>
          <a:xfrm xmlns:a="http://schemas.openxmlformats.org/drawingml/2006/main">
            <a:off x="381000" y="6486525"/>
            <a:ext cx="11430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425" b="0">
                <a:solidFill>
                  <a:srgbClr val="243746"/>
                </a:solidFill>
                <a:latin typeface="Liberation Sans"/>
                <a:ea typeface="Liberation Sans"/>
                <a:cs typeface="Liberation Sans"/>
              </a:defRPr>
            </a:defPPr>
            <a:lvl1pPr>
              <a:defRPr sz="1425" b="0">
                <a:solidFill>
                  <a:srgbClr val="243746"/>
                </a:solidFill>
                <a:latin typeface="Liberation Sans"/>
                <a:ea typeface="Liberation Sans"/>
                <a:cs typeface="Liberation Sans"/>
              </a:defRPr>
            </a:lvl1pPr>
            <a:lvl2pPr>
              <a:defRPr sz="1425" b="0">
                <a:solidFill>
                  <a:srgbClr val="243746"/>
                </a:solidFill>
                <a:latin typeface="Liberation Sans"/>
                <a:ea typeface="Liberation Sans"/>
                <a:cs typeface="Liberation Sans"/>
              </a:defRPr>
            </a:lvl2pPr>
            <a:lvl3pPr>
              <a:defRPr sz="1425" b="0">
                <a:solidFill>
                  <a:srgbClr val="243746"/>
                </a:solidFill>
                <a:latin typeface="Liberation Sans"/>
                <a:ea typeface="Liberation Sans"/>
                <a:cs typeface="Liberation Sans"/>
              </a:defRPr>
            </a:lvl3pPr>
            <a:lvl4pPr>
              <a:defRPr sz="1425" b="0">
                <a:solidFill>
                  <a:srgbClr val="243746"/>
                </a:solidFill>
                <a:latin typeface="Liberation Sans"/>
                <a:ea typeface="Liberation Sans"/>
                <a:cs typeface="Liberation Sans"/>
              </a:defRPr>
            </a:lvl4pPr>
            <a:lvl5pPr>
              <a:defRPr sz="1425" b="0">
                <a:solidFill>
                  <a:srgbClr val="243746"/>
                </a:solidFill>
                <a:latin typeface="Liberation Sans"/>
                <a:ea typeface="Liberation Sans"/>
                <a:cs typeface="Liberation Sans"/>
              </a:defRPr>
            </a:lvl5pPr>
            <a:lvl6pPr>
              <a:defRPr sz="1425" b="0">
                <a:solidFill>
                  <a:srgbClr val="243746"/>
                </a:solidFill>
                <a:latin typeface="Liberation Sans"/>
                <a:ea typeface="Liberation Sans"/>
                <a:cs typeface="Liberation Sans"/>
              </a:defRPr>
            </a:lvl6pPr>
            <a:lvl7pPr>
              <a:defRPr sz="1425" b="0">
                <a:solidFill>
                  <a:srgbClr val="243746"/>
                </a:solidFill>
                <a:latin typeface="Liberation Sans"/>
                <a:ea typeface="Liberation Sans"/>
                <a:cs typeface="Liberation Sans"/>
              </a:defRPr>
            </a:lvl7pPr>
            <a:lvl8pPr>
              <a:defRPr sz="1425" b="0">
                <a:solidFill>
                  <a:srgbClr val="243746"/>
                </a:solidFill>
                <a:latin typeface="Liberation Sans"/>
                <a:ea typeface="Liberation Sans"/>
                <a:cs typeface="Liberation Sans"/>
              </a:defRPr>
            </a:lvl8pPr>
            <a:lvl9pPr>
              <a:defRPr sz="1425" b="0">
                <a:solidFill>
                  <a:srgbClr val="243746"/>
                </a:solidFill>
                <a:latin typeface="Liberation Sans"/>
                <a:ea typeface="Liberation Sans"/>
                <a:cs typeface="Liberation Sans"/>
              </a:defRPr>
            </a:lvl9pPr>
          </a:lstStyle>
          <a:p xmlns:a="http://schemas.openxmlformats.org/drawingml/2006/main">
            <a:pPr>
              <a:defRPr sz="1425" b="0">
                <a:solidFill>
                  <a:srgbClr val="243746"/>
                </a:solidFill>
                <a:latin typeface="Liberation Sans"/>
                <a:ea typeface="Liberation Sans"/>
                <a:cs typeface="Liberation Sans"/>
              </a:defRPr>
            </a:pPr>
            <a:r>
              <a:rPr sz="1425" b="0">
                <a:solidFill>
                  <a:srgbClr val="243746"/>
                </a:solidFill>
                <a:latin typeface="Liberation Sans"/>
                <a:ea typeface="Liberation Sans"/>
                <a:cs typeface="Liberation Sans"/>
              </a:rPr>
              <a:t>Made by Matt · © Matt Roper · CC BY-NC-SA 4.0: free for classroom use, share and adapt with credit, no resale</a:t>
            </a:r>
          </a:p>
        </p:txBody>
      </p:sp>
    </p:spTree>
    <p:extLst>
      <p:ext uri="{BB962C8B-B14F-4D97-AF65-F5344CB8AC3E}">
        <p14:creationId xmlns:p14="http://schemas.microsoft.com/office/powerpoint/2010/main" val="207938659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Liberation Sans"/>
        <a:ea typeface="Liberation Sans"/>
        <a:cs typeface="Liberation Sans"/>
      </a:majorFont>
      <a:minorFont>
        <a:latin typeface="Liberation Sans"/>
        <a:ea typeface="Liberation Sans"/>
        <a:cs typeface="Liberation Sans"/>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
  <dc:title>Master: Amylase Rate, Graph and Topic 1 Consolidation</dc:title>
  <dcterms:created xsi:type="dcterms:W3CDTF">2026-10-18T12:00:18.5690000Z</dcterms:created>
  <dcterms:modified xsi:type="dcterms:W3CDTF">2026-10-18T12:00:18.5690000Z</dcterms:modified>
  <dc:subject>SCI-LAUNCH-A1-W08-L3</dc:subject>
  <dc:description/>
</coreProperties>
</file>

<file path=docProps/custom.xml><?xml version="1.0" encoding="utf-8"?>
<Properties xmlns="http://schemas.openxmlformats.org/officeDocument/2006/custom-properties" xmlns:vt="http://schemas.openxmlformats.org/officeDocument/2006/docPropsVTypes">
  <property fmtid="{D5CDD505-2E9C-101B-9397-08002B2CF9AE}" pid="2" name="source_page_sha256">
    <vt:lpwstr/>
  </property>
</Properties>
</file>