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docProps/custom.xml" ContentType="application/vnd.openxmlformats-officedocument.custom-properties+xml"/>
</Types>
</file>

<file path=_rels/.rels><Relationships xmlns="http://schemas.openxmlformats.org/package/2006/relationships"><Relationship Type="http://schemas.openxmlformats.org/package/2006/relationships/metadata/core-properties" Target="/docProps/core.xml" Id="R0c9f6fbf684347d7"/><Relationship Type="http://schemas.openxmlformats.org/officeDocument/2006/relationships/extended-properties" Target="/docProps/app.xml" Id="R78420dbac7cd44a4"/><Relationship Type="http://schemas.openxmlformats.org/officeDocument/2006/relationships/officeDocument" Target="/ppt/presentation.xml" Id="R40398aca0f854103"/><Relationship Id="rIdCustom"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4ac03d6fcd814089"/>
  </p:sldMasterIdLst>
  <p:notesMasterIdLst>
    <p:notesMasterId xmlns:r="http://schemas.openxmlformats.org/officeDocument/2006/relationships" r:id="R70a749518dbe410d"/>
  </p:notesMasterIdLst>
  <p:sldIdLst>
    <p:sldId xmlns:r="http://schemas.openxmlformats.org/officeDocument/2006/relationships" id="256" r:id="R4e61f2326dfc4aaa"/>
    <p:sldId xmlns:r="http://schemas.openxmlformats.org/officeDocument/2006/relationships" id="257" r:id="Rd47e5d0773be418a"/>
    <p:sldId xmlns:r="http://schemas.openxmlformats.org/officeDocument/2006/relationships" id="258" r:id="R99c1f72283d948be"/>
    <p:sldId xmlns:r="http://schemas.openxmlformats.org/officeDocument/2006/relationships" id="259" r:id="R9aa660a16b804784"/>
    <p:sldId xmlns:r="http://schemas.openxmlformats.org/officeDocument/2006/relationships" id="260" r:id="R400d2167b1be4113"/>
    <p:sldId xmlns:r="http://schemas.openxmlformats.org/officeDocument/2006/relationships" id="261" r:id="R33f40985b0ba43a2"/>
    <p:sldId xmlns:r="http://schemas.openxmlformats.org/officeDocument/2006/relationships" id="262" r:id="Rbfa7308946b04294"/>
    <p:sldId xmlns:r="http://schemas.openxmlformats.org/officeDocument/2006/relationships" id="263" r:id="Rc806b794d5be4140"/>
    <p:sldId xmlns:r="http://schemas.openxmlformats.org/officeDocument/2006/relationships" id="264" r:id="Rea2ec88870214f65"/>
    <p:sldId xmlns:r="http://schemas.openxmlformats.org/officeDocument/2006/relationships" id="265" r:id="R930cff6fef06414f"/>
    <p:sldId xmlns:r="http://schemas.openxmlformats.org/officeDocument/2006/relationships" id="266" r:id="R27e95a6084f84e62"/>
    <p:sldId xmlns:r="http://schemas.openxmlformats.org/officeDocument/2006/relationships" id="267" r:id="R2b34d440e6b64542"/>
    <p:sldId xmlns:r="http://schemas.openxmlformats.org/officeDocument/2006/relationships" id="268" r:id="R499f7ca4094b452e"/>
    <p:sldId xmlns:r="http://schemas.openxmlformats.org/officeDocument/2006/relationships" id="269" r:id="R8c8481dee1df4622"/>
    <p:sldId xmlns:r="http://schemas.openxmlformats.org/officeDocument/2006/relationships" id="270" r:id="R142ebfd852914645"/>
    <p:sldId xmlns:r="http://schemas.openxmlformats.org/officeDocument/2006/relationships" id="271" r:id="R35a97d1b10804730"/>
    <p:sldId xmlns:r="http://schemas.openxmlformats.org/officeDocument/2006/relationships" id="272" r:id="R3eb2b2ec95e64c0c"/>
    <p:sldId xmlns:r="http://schemas.openxmlformats.org/officeDocument/2006/relationships" id="273" r:id="R7756655dcaeb4192"/>
    <p:sldId xmlns:r="http://schemas.openxmlformats.org/officeDocument/2006/relationships" id="274" r:id="Ra504256184bd4777"/>
    <p:sldId xmlns:r="http://schemas.openxmlformats.org/officeDocument/2006/relationships" id="275" r:id="Rcc9a7eff6b214761"/>
    <p:sldId xmlns:r="http://schemas.openxmlformats.org/officeDocument/2006/relationships" id="276" r:id="Ra9a7805290454324"/>
    <p:sldId xmlns:r="http://schemas.openxmlformats.org/officeDocument/2006/relationships" id="277" r:id="R84fa2aeba9334583"/>
    <p:sldId xmlns:r="http://schemas.openxmlformats.org/officeDocument/2006/relationships" id="278" r:id="R6dcb255a728546ff"/>
    <p:sldId xmlns:r="http://schemas.openxmlformats.org/officeDocument/2006/relationships" id="279" r:id="Rdc236e766bc24ea5"/>
    <p:sldId xmlns:r="http://schemas.openxmlformats.org/officeDocument/2006/relationships" id="280" r:id="Rb5c7a89780c34d58"/>
    <p:sldId xmlns:r="http://schemas.openxmlformats.org/officeDocument/2006/relationships" id="281" r:id="R42d3937fed47446b"/>
    <p:sldId xmlns:r="http://schemas.openxmlformats.org/officeDocument/2006/relationships" id="282" r:id="Rade0f5bae9ec42da"/>
    <p:sldId xmlns:r="http://schemas.openxmlformats.org/officeDocument/2006/relationships" id="283" r:id="Rb42fcf1bf0e54afc"/>
    <p:sldId xmlns:r="http://schemas.openxmlformats.org/officeDocument/2006/relationships" id="284" r:id="R06d8b061758444a4"/>
    <p:sldId xmlns:r="http://schemas.openxmlformats.org/officeDocument/2006/relationships" id="285" r:id="Rb476421331d14c56"/>
    <p:sldId xmlns:r="http://schemas.openxmlformats.org/officeDocument/2006/relationships" id="286" r:id="R3c5873a156094b46"/>
    <p:sldId xmlns:r="http://schemas.openxmlformats.org/officeDocument/2006/relationships" id="287" r:id="R59166a9ad43e4054"/>
    <p:sldId xmlns:r="http://schemas.openxmlformats.org/officeDocument/2006/relationships" id="288" r:id="R84f639ef301b4f96"/>
    <p:sldId xmlns:r="http://schemas.openxmlformats.org/officeDocument/2006/relationships" id="289" r:id="R989b2ab8f6644dce"/>
    <p:sldId xmlns:r="http://schemas.openxmlformats.org/officeDocument/2006/relationships" id="290" r:id="R5850085a67da4046"/>
    <p:sldId xmlns:r="http://schemas.openxmlformats.org/officeDocument/2006/relationships" id="291" r:id="Ra012351fe0ea4402"/>
    <p:sldId xmlns:r="http://schemas.openxmlformats.org/officeDocument/2006/relationships" id="292" r:id="R0fa96e61460048b1"/>
    <p:sldId xmlns:r="http://schemas.openxmlformats.org/officeDocument/2006/relationships" id="293" r:id="R08c9ca2c41114ceb"/>
    <p:sldId xmlns:r="http://schemas.openxmlformats.org/officeDocument/2006/relationships" id="294" r:id="R69301632ef764114"/>
    <p:sldId xmlns:r="http://schemas.openxmlformats.org/officeDocument/2006/relationships" id="295" r:id="R3cf3fc657dd14cb2"/>
    <p:sldId xmlns:r="http://schemas.openxmlformats.org/officeDocument/2006/relationships" id="296" r:id="R35a8928ffc3b4ba8"/>
    <p:sldId xmlns:r="http://schemas.openxmlformats.org/officeDocument/2006/relationships" id="297" r:id="R51f153e8b60f4aed"/>
    <p:sldId xmlns:r="http://schemas.openxmlformats.org/officeDocument/2006/relationships" id="298" r:id="R01e25e298a684ba8"/>
    <p:sldId xmlns:r="http://schemas.openxmlformats.org/officeDocument/2006/relationships" id="299" r:id="R58265a2de0234943"/>
    <p:sldId xmlns:r="http://schemas.openxmlformats.org/officeDocument/2006/relationships" id="300" r:id="Rcdeb181980fe415b"/>
    <p:sldId xmlns:r="http://schemas.openxmlformats.org/officeDocument/2006/relationships" id="301" r:id="Rb6a8ef0d1cfc45f0"/>
    <p:sldId xmlns:r="http://schemas.openxmlformats.org/officeDocument/2006/relationships" id="302" r:id="R2035cdb6d3e04882"/>
    <p:sldId xmlns:r="http://schemas.openxmlformats.org/officeDocument/2006/relationships" id="303" r:id="Rdddb7c900d844a2d"/>
    <p:sldId xmlns:r="http://schemas.openxmlformats.org/officeDocument/2006/relationships" id="304" r:id="R4910669c640149ce"/>
    <p:sldId xmlns:r="http://schemas.openxmlformats.org/officeDocument/2006/relationships" id="305" r:id="Rf6dfee04235d4e61"/>
    <p:sldId xmlns:r="http://schemas.openxmlformats.org/officeDocument/2006/relationships" id="306" r:id="R8518be8e9b594e9a"/>
    <p:sldId xmlns:r="http://schemas.openxmlformats.org/officeDocument/2006/relationships" id="307" r:id="R74c1222ba7144abc"/>
    <p:sldId xmlns:r="http://schemas.openxmlformats.org/officeDocument/2006/relationships" id="308" r:id="Re1fede8473504a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177e8b67ac4ec5" /><Relationship Type="http://schemas.openxmlformats.org/officeDocument/2006/relationships/slideMaster" Target="/ppt/slideMasters/slideMaster1.xml" Id="R4ac03d6fcd814089" /><Relationship Type="http://schemas.openxmlformats.org/officeDocument/2006/relationships/notesMaster" Target="/ppt/notesMasters/notesMaster1.xml" Id="R70a749518dbe410d" /><Relationship Type="http://schemas.openxmlformats.org/officeDocument/2006/relationships/presProps" Target="/ppt/presProps.xml" Id="Rbc936da160044311" /><Relationship Type="http://schemas.openxmlformats.org/officeDocument/2006/relationships/tableStyles" Target="/ppt/tableStyles.xml" Id="R8d9b1c31cb264ba4" /><Relationship Type="http://schemas.openxmlformats.org/officeDocument/2006/relationships/slide" Target="/ppt/slides/slide1.xml" Id="R4e61f2326dfc4aaa" /><Relationship Type="http://schemas.openxmlformats.org/officeDocument/2006/relationships/slide" Target="/ppt/slides/slide2.xml" Id="Rd47e5d0773be418a" /><Relationship Type="http://schemas.openxmlformats.org/officeDocument/2006/relationships/slide" Target="/ppt/slides/slide3.xml" Id="R99c1f72283d948be" /><Relationship Type="http://schemas.openxmlformats.org/officeDocument/2006/relationships/slide" Target="/ppt/slides/slide4.xml" Id="R9aa660a16b804784" /><Relationship Type="http://schemas.openxmlformats.org/officeDocument/2006/relationships/slide" Target="/ppt/slides/slide5.xml" Id="R400d2167b1be4113" /><Relationship Type="http://schemas.openxmlformats.org/officeDocument/2006/relationships/slide" Target="/ppt/slides/slide6.xml" Id="R33f40985b0ba43a2" /><Relationship Type="http://schemas.openxmlformats.org/officeDocument/2006/relationships/slide" Target="/ppt/slides/slide7.xml" Id="Rbfa7308946b04294" /><Relationship Type="http://schemas.openxmlformats.org/officeDocument/2006/relationships/slide" Target="/ppt/slides/slide8.xml" Id="Rc806b794d5be4140" /><Relationship Type="http://schemas.openxmlformats.org/officeDocument/2006/relationships/slide" Target="/ppt/slides/slide9.xml" Id="Rea2ec88870214f65" /><Relationship Type="http://schemas.openxmlformats.org/officeDocument/2006/relationships/slide" Target="/ppt/slides/slide10.xml" Id="R930cff6fef06414f" /><Relationship Type="http://schemas.openxmlformats.org/officeDocument/2006/relationships/slide" Target="/ppt/slides/slide11.xml" Id="R27e95a6084f84e62" /><Relationship Type="http://schemas.openxmlformats.org/officeDocument/2006/relationships/slide" Target="/ppt/slides/slide12.xml" Id="R2b34d440e6b64542" /><Relationship Type="http://schemas.openxmlformats.org/officeDocument/2006/relationships/slide" Target="/ppt/slides/slide13.xml" Id="R499f7ca4094b452e" /><Relationship Type="http://schemas.openxmlformats.org/officeDocument/2006/relationships/slide" Target="/ppt/slides/slide14.xml" Id="R8c8481dee1df4622" /><Relationship Type="http://schemas.openxmlformats.org/officeDocument/2006/relationships/slide" Target="/ppt/slides/slide15.xml" Id="R142ebfd852914645" /><Relationship Type="http://schemas.openxmlformats.org/officeDocument/2006/relationships/slide" Target="/ppt/slides/slide16.xml" Id="R35a97d1b10804730" /><Relationship Type="http://schemas.openxmlformats.org/officeDocument/2006/relationships/slide" Target="/ppt/slides/slide17.xml" Id="R3eb2b2ec95e64c0c" /><Relationship Type="http://schemas.openxmlformats.org/officeDocument/2006/relationships/slide" Target="/ppt/slides/slide18.xml" Id="R7756655dcaeb4192" /><Relationship Type="http://schemas.openxmlformats.org/officeDocument/2006/relationships/slide" Target="/ppt/slides/slide19.xml" Id="Ra504256184bd4777" /><Relationship Type="http://schemas.openxmlformats.org/officeDocument/2006/relationships/slide" Target="/ppt/slides/slide20.xml" Id="Rcc9a7eff6b214761" /><Relationship Type="http://schemas.openxmlformats.org/officeDocument/2006/relationships/slide" Target="/ppt/slides/slide21.xml" Id="Ra9a7805290454324" /><Relationship Type="http://schemas.openxmlformats.org/officeDocument/2006/relationships/slide" Target="/ppt/slides/slide22.xml" Id="R84fa2aeba9334583" /><Relationship Type="http://schemas.openxmlformats.org/officeDocument/2006/relationships/slide" Target="/ppt/slides/slide23.xml" Id="R6dcb255a728546ff" /><Relationship Type="http://schemas.openxmlformats.org/officeDocument/2006/relationships/slide" Target="/ppt/slides/slide24.xml" Id="Rdc236e766bc24ea5" /><Relationship Type="http://schemas.openxmlformats.org/officeDocument/2006/relationships/slide" Target="/ppt/slides/slide25.xml" Id="Rb5c7a89780c34d58" /><Relationship Type="http://schemas.openxmlformats.org/officeDocument/2006/relationships/slide" Target="/ppt/slides/slide26.xml" Id="R42d3937fed47446b" /><Relationship Type="http://schemas.openxmlformats.org/officeDocument/2006/relationships/slide" Target="/ppt/slides/slide27.xml" Id="Rade0f5bae9ec42da" /><Relationship Type="http://schemas.openxmlformats.org/officeDocument/2006/relationships/slide" Target="/ppt/slides/slide28.xml" Id="Rb42fcf1bf0e54afc" /><Relationship Type="http://schemas.openxmlformats.org/officeDocument/2006/relationships/slide" Target="/ppt/slides/slide29.xml" Id="R06d8b061758444a4" /><Relationship Type="http://schemas.openxmlformats.org/officeDocument/2006/relationships/slide" Target="/ppt/slides/slide30.xml" Id="Rb476421331d14c56" /><Relationship Type="http://schemas.openxmlformats.org/officeDocument/2006/relationships/slide" Target="/ppt/slides/slide31.xml" Id="R3c5873a156094b46" /><Relationship Type="http://schemas.openxmlformats.org/officeDocument/2006/relationships/slide" Target="/ppt/slides/slide32.xml" Id="R59166a9ad43e4054" /><Relationship Type="http://schemas.openxmlformats.org/officeDocument/2006/relationships/slide" Target="/ppt/slides/slide33.xml" Id="R84f639ef301b4f96" /><Relationship Type="http://schemas.openxmlformats.org/officeDocument/2006/relationships/slide" Target="/ppt/slides/slide34.xml" Id="R989b2ab8f6644dce" /><Relationship Type="http://schemas.openxmlformats.org/officeDocument/2006/relationships/slide" Target="/ppt/slides/slide35.xml" Id="R5850085a67da4046" /><Relationship Type="http://schemas.openxmlformats.org/officeDocument/2006/relationships/slide" Target="/ppt/slides/slide36.xml" Id="Ra012351fe0ea4402" /><Relationship Type="http://schemas.openxmlformats.org/officeDocument/2006/relationships/slide" Target="/ppt/slides/slide37.xml" Id="R0fa96e61460048b1" /><Relationship Type="http://schemas.openxmlformats.org/officeDocument/2006/relationships/slide" Target="/ppt/slides/slide38.xml" Id="R08c9ca2c41114ceb" /><Relationship Type="http://schemas.openxmlformats.org/officeDocument/2006/relationships/slide" Target="/ppt/slides/slide39.xml" Id="R69301632ef764114" /><Relationship Type="http://schemas.openxmlformats.org/officeDocument/2006/relationships/slide" Target="/ppt/slides/slide40.xml" Id="R3cf3fc657dd14cb2" /><Relationship Type="http://schemas.openxmlformats.org/officeDocument/2006/relationships/slide" Target="/ppt/slides/slide41.xml" Id="R35a8928ffc3b4ba8" /><Relationship Type="http://schemas.openxmlformats.org/officeDocument/2006/relationships/slide" Target="/ppt/slides/slide42.xml" Id="R51f153e8b60f4aed" /><Relationship Type="http://schemas.openxmlformats.org/officeDocument/2006/relationships/slide" Target="/ppt/slides/slide43.xml" Id="R01e25e298a684ba8" /><Relationship Type="http://schemas.openxmlformats.org/officeDocument/2006/relationships/slide" Target="/ppt/slides/slide44.xml" Id="R58265a2de0234943" /><Relationship Type="http://schemas.openxmlformats.org/officeDocument/2006/relationships/slide" Target="/ppt/slides/slide45.xml" Id="Rcdeb181980fe415b" /><Relationship Type="http://schemas.openxmlformats.org/officeDocument/2006/relationships/slide" Target="/ppt/slides/slide46.xml" Id="Rb6a8ef0d1cfc45f0" /><Relationship Type="http://schemas.openxmlformats.org/officeDocument/2006/relationships/slide" Target="/ppt/slides/slide47.xml" Id="R2035cdb6d3e04882" /><Relationship Type="http://schemas.openxmlformats.org/officeDocument/2006/relationships/slide" Target="/ppt/slides/slide48.xml" Id="Rdddb7c900d844a2d" /><Relationship Type="http://schemas.openxmlformats.org/officeDocument/2006/relationships/slide" Target="/ppt/slides/slide49.xml" Id="R4910669c640149ce" /><Relationship Type="http://schemas.openxmlformats.org/officeDocument/2006/relationships/slide" Target="/ppt/slides/slide50.xml" Id="Rf6dfee04235d4e61" /><Relationship Type="http://schemas.openxmlformats.org/officeDocument/2006/relationships/slide" Target="/ppt/slides/slide51.xml" Id="R8518be8e9b594e9a" /><Relationship Type="http://schemas.openxmlformats.org/officeDocument/2006/relationships/slide" Target="/ppt/slides/slide52.xml" Id="R74c1222ba7144abc" /><Relationship Type="http://schemas.openxmlformats.org/officeDocument/2006/relationships/slide" Target="/ppt/slides/slide53.xml" Id="Re1fede8473504a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2cf7d5d44f43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Liberation Sans"/>
        <a:cs typeface="Liberation Sans"/>
      </a:majorFont>
      <a:minorFont>
        <a:latin typeface="Liberation Sans"/>
        <a:ea typeface="Liberation Sans"/>
        <a:cs typeface="Liberation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393f24ff044c6e" /><Relationship Type="http://schemas.openxmlformats.org/officeDocument/2006/relationships/notesMaster" Target="/ppt/notesMasters/notesMaster1.xml" Id="R6ffd75347c914c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57f084fafa4e55" /><Relationship Type="http://schemas.openxmlformats.org/officeDocument/2006/relationships/notesMaster" Target="/ppt/notesMasters/notesMaster1.xml" Id="R42b782beb29642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de91b91da04822" /><Relationship Type="http://schemas.openxmlformats.org/officeDocument/2006/relationships/notesMaster" Target="/ppt/notesMasters/notesMaster1.xml" Id="R8b45bbfcac1343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125146957e466c" /><Relationship Type="http://schemas.openxmlformats.org/officeDocument/2006/relationships/notesMaster" Target="/ppt/notesMasters/notesMaster1.xml" Id="R7fc0bb3c15a248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f0154211af4af8" /><Relationship Type="http://schemas.openxmlformats.org/officeDocument/2006/relationships/notesMaster" Target="/ppt/notesMasters/notesMaster1.xml" Id="R2856c65d944d47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82f9319d3d401a" /><Relationship Type="http://schemas.openxmlformats.org/officeDocument/2006/relationships/notesMaster" Target="/ppt/notesMasters/notesMaster1.xml" Id="R62b5d989ef5e41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bd275fe75d42f0" /><Relationship Type="http://schemas.openxmlformats.org/officeDocument/2006/relationships/notesMaster" Target="/ppt/notesMasters/notesMaster1.xml" Id="Red4a89d98c554b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8008cd21bc4040" /><Relationship Type="http://schemas.openxmlformats.org/officeDocument/2006/relationships/notesMaster" Target="/ppt/notesMasters/notesMaster1.xml" Id="R4f78bd9af4a84d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e5ee63661f4042" /><Relationship Type="http://schemas.openxmlformats.org/officeDocument/2006/relationships/notesMaster" Target="/ppt/notesMasters/notesMaster1.xml" Id="R84dd73d929c043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86cb021cd04885" /><Relationship Type="http://schemas.openxmlformats.org/officeDocument/2006/relationships/notesMaster" Target="/ppt/notesMasters/notesMaster1.xml" Id="R2382d088659044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91f639cf584a07" /><Relationship Type="http://schemas.openxmlformats.org/officeDocument/2006/relationships/notesMaster" Target="/ppt/notesMasters/notesMaster1.xml" Id="Rb43524dae7e34b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00067ec09d43ff" /><Relationship Type="http://schemas.openxmlformats.org/officeDocument/2006/relationships/notesMaster" Target="/ppt/notesMasters/notesMaster1.xml" Id="R189f06e3fdf741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f598f1e6e484b4c" /><Relationship Type="http://schemas.openxmlformats.org/officeDocument/2006/relationships/notesMaster" Target="/ppt/notesMasters/notesMaster1.xml" Id="R71e04f0f1fab4b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09c6901aac436e" /><Relationship Type="http://schemas.openxmlformats.org/officeDocument/2006/relationships/notesMaster" Target="/ppt/notesMasters/notesMaster1.xml" Id="R51fa8b8f7a6a47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21aa592b450426f" /><Relationship Type="http://schemas.openxmlformats.org/officeDocument/2006/relationships/notesMaster" Target="/ppt/notesMasters/notesMaster1.xml" Id="R28bc121b868647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dac9228d304d9e" /><Relationship Type="http://schemas.openxmlformats.org/officeDocument/2006/relationships/notesMaster" Target="/ppt/notesMasters/notesMaster1.xml" Id="R7753581ef0eb4d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d6bcce87e94ade" /><Relationship Type="http://schemas.openxmlformats.org/officeDocument/2006/relationships/notesMaster" Target="/ppt/notesMasters/notesMaster1.xml" Id="Rb0b418d8621d4f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7a10227c8c419e" /><Relationship Type="http://schemas.openxmlformats.org/officeDocument/2006/relationships/notesMaster" Target="/ppt/notesMasters/notesMaster1.xml" Id="R39a034420a06487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d499e61052c4cfa" /><Relationship Type="http://schemas.openxmlformats.org/officeDocument/2006/relationships/notesMaster" Target="/ppt/notesMasters/notesMaster1.xml" Id="R2a9371afb24149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742fc116c644c0b" /><Relationship Type="http://schemas.openxmlformats.org/officeDocument/2006/relationships/notesMaster" Target="/ppt/notesMasters/notesMaster1.xml" Id="Rb57ba881a66a413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91ff53341de447d" /><Relationship Type="http://schemas.openxmlformats.org/officeDocument/2006/relationships/notesMaster" Target="/ppt/notesMasters/notesMaster1.xml" Id="Rc6d2d104c847411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546c856477490c" /><Relationship Type="http://schemas.openxmlformats.org/officeDocument/2006/relationships/notesMaster" Target="/ppt/notesMasters/notesMaster1.xml" Id="Rc235c074f926423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7511418e4c2477e" /><Relationship Type="http://schemas.openxmlformats.org/officeDocument/2006/relationships/notesMaster" Target="/ppt/notesMasters/notesMaster1.xml" Id="Rdf01a37957db43a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9c66d971dab4d90" /><Relationship Type="http://schemas.openxmlformats.org/officeDocument/2006/relationships/notesMaster" Target="/ppt/notesMasters/notesMaster1.xml" Id="Rc14027b5f5c94fd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725641501ef4a07" /><Relationship Type="http://schemas.openxmlformats.org/officeDocument/2006/relationships/notesMaster" Target="/ppt/notesMasters/notesMaster1.xml" Id="R86c3ca96d173490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70d2cd2738a4cc7" /><Relationship Type="http://schemas.openxmlformats.org/officeDocument/2006/relationships/notesMaster" Target="/ppt/notesMasters/notesMaster1.xml" Id="Rb212230de6254ed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97834813e954f96" /><Relationship Type="http://schemas.openxmlformats.org/officeDocument/2006/relationships/notesMaster" Target="/ppt/notesMasters/notesMaster1.xml" Id="Rb88717def226415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1f974b436ec4093" /><Relationship Type="http://schemas.openxmlformats.org/officeDocument/2006/relationships/notesMaster" Target="/ppt/notesMasters/notesMaster1.xml" Id="Rc54a3714e26c4f9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7eb0e2c741a47ca" /><Relationship Type="http://schemas.openxmlformats.org/officeDocument/2006/relationships/notesMaster" Target="/ppt/notesMasters/notesMaster1.xml" Id="R4ae0292afa574b5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e23df5e41824a86" /><Relationship Type="http://schemas.openxmlformats.org/officeDocument/2006/relationships/notesMaster" Target="/ppt/notesMasters/notesMaster1.xml" Id="Rc31ec4a5d6964f0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b14788b75884e4f" /><Relationship Type="http://schemas.openxmlformats.org/officeDocument/2006/relationships/notesMaster" Target="/ppt/notesMasters/notesMaster1.xml" Id="R120114bbcbff4bb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6e7a0fc7ac24ea1" /><Relationship Type="http://schemas.openxmlformats.org/officeDocument/2006/relationships/notesMaster" Target="/ppt/notesMasters/notesMaster1.xml" Id="Rdbf7ad28e3fb4b4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959e829571c48ce" /><Relationship Type="http://schemas.openxmlformats.org/officeDocument/2006/relationships/notesMaster" Target="/ppt/notesMasters/notesMaster1.xml" Id="Rb753cb9b53a148f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edc4fce5c734add" /><Relationship Type="http://schemas.openxmlformats.org/officeDocument/2006/relationships/notesMaster" Target="/ppt/notesMasters/notesMaster1.xml" Id="R7678ba775b0b496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99ceed28a314883" /><Relationship Type="http://schemas.openxmlformats.org/officeDocument/2006/relationships/notesMaster" Target="/ppt/notesMasters/notesMaster1.xml" Id="Refd65e7b4359422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875493e987a44de" /><Relationship Type="http://schemas.openxmlformats.org/officeDocument/2006/relationships/notesMaster" Target="/ppt/notesMasters/notesMaster1.xml" Id="R4f2c04706d6f452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6e11ba0b72c4fd3" /><Relationship Type="http://schemas.openxmlformats.org/officeDocument/2006/relationships/notesMaster" Target="/ppt/notesMasters/notesMaster1.xml" Id="Ra8e200f1143f4e1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0f4baac32484e0d" /><Relationship Type="http://schemas.openxmlformats.org/officeDocument/2006/relationships/notesMaster" Target="/ppt/notesMasters/notesMaster1.xml" Id="R305d2ef761b04db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06e487f44ad4fe2" /><Relationship Type="http://schemas.openxmlformats.org/officeDocument/2006/relationships/notesMaster" Target="/ppt/notesMasters/notesMaster1.xml" Id="R7e97989bcf8d4d1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981c066e5614b56" /><Relationship Type="http://schemas.openxmlformats.org/officeDocument/2006/relationships/notesMaster" Target="/ppt/notesMasters/notesMaster1.xml" Id="R6b914b2b95a74d7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d5f9ea1137b49c6" /><Relationship Type="http://schemas.openxmlformats.org/officeDocument/2006/relationships/notesMaster" Target="/ppt/notesMasters/notesMaster1.xml" Id="Rf5a9ba37fbf1432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7c9096b33f0487a" /><Relationship Type="http://schemas.openxmlformats.org/officeDocument/2006/relationships/notesMaster" Target="/ppt/notesMasters/notesMaster1.xml" Id="R918d7788396f44d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a07535247984995" /><Relationship Type="http://schemas.openxmlformats.org/officeDocument/2006/relationships/notesMaster" Target="/ppt/notesMasters/notesMaster1.xml" Id="R70b1e3fc04434b3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e96f7dfc29f48b0" /><Relationship Type="http://schemas.openxmlformats.org/officeDocument/2006/relationships/notesMaster" Target="/ppt/notesMasters/notesMaster1.xml" Id="Re0a2a9409fd14c0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9c734b073d7454c" /><Relationship Type="http://schemas.openxmlformats.org/officeDocument/2006/relationships/notesMaster" Target="/ppt/notesMasters/notesMaster1.xml" Id="R8647d94bb9c84a7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a3f2f04915c487c" /><Relationship Type="http://schemas.openxmlformats.org/officeDocument/2006/relationships/notesMaster" Target="/ppt/notesMasters/notesMaster1.xml" Id="Rf773779cd02d43a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0485172feb64b32" /><Relationship Type="http://schemas.openxmlformats.org/officeDocument/2006/relationships/notesMaster" Target="/ppt/notesMasters/notesMaster1.xml" Id="Rc921c37737b9434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d7c05ab066645c2" /><Relationship Type="http://schemas.openxmlformats.org/officeDocument/2006/relationships/notesMaster" Target="/ppt/notesMasters/notesMaster1.xml" Id="R8bdf440d2f7c4f2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ec609e716ab43e0" /><Relationship Type="http://schemas.openxmlformats.org/officeDocument/2006/relationships/notesMaster" Target="/ppt/notesMasters/notesMaster1.xml" Id="Rae6d8d656dc44c2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de270e0c10e4841" /><Relationship Type="http://schemas.openxmlformats.org/officeDocument/2006/relationships/notesMaster" Target="/ppt/notesMasters/notesMaster1.xml" Id="R19051253f6fd474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5b3221b259b487d" /><Relationship Type="http://schemas.openxmlformats.org/officeDocument/2006/relationships/notesMaster" Target="/ppt/notesMasters/notesMaster1.xml" Id="Rf35585f21ef84b4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b7f582800754ec3" /><Relationship Type="http://schemas.openxmlformats.org/officeDocument/2006/relationships/notesMaster" Target="/ppt/notesMasters/notesMaster1.xml" Id="Rdb4dc551de6a41e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5d2f36119ca47ea" /><Relationship Type="http://schemas.openxmlformats.org/officeDocument/2006/relationships/notesMaster" Target="/ppt/notesMasters/notesMaster1.xml" Id="R7e2d9a2d183642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1.</a:t>
            </a:r>
          </a:p>
          <a:p xmlns:a="http://schemas.openxmlformats.org/drawingml/2006/main">
            <a:r>
              <a:t>Start from the shared science objective; no assumptions about previous attendance.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2.</a:t>
            </a:r>
          </a:p>
          <a:p xmlns:a="http://schemas.openxmlformats.org/drawingml/2006/main">
            <a:r>
              <a:t>At arrival, say the spoken line on the marking card once. Use a truthful last lesson evidence inheritance. Arrival is the only calibration; read the four responses with the starter by minute eight. Choose routes at each task, with no record of switching. IF NEW — 0.5 min read the clues; 1.5 min respond; 1 min sample and reveal. IF REVISION — 0.5 min orient; 1.5 min respond; 1 min sample and reveal.</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3.</a:t>
            </a:r>
          </a:p>
          <a:p xmlns:a="http://schemas.openxmlformats.org/drawingml/2006/main">
            <a:r>
              <a:t>Read the arrival to make one reachable adjustment: hold the colour model longer, use the supported We-do prompt, change the current route or give the stretch evidence card. This changes talk within the existing time. IF NEW — 1 min read the two setups; 1 min choose; 2 min explain the lost evidence. IF REVISION — 1 min predict; 2 min justify; 1 min check the method boundary.</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3.</a:t>
            </a:r>
          </a:p>
          <a:p xmlns:a="http://schemas.openxmlformats.org/drawingml/2006/main">
            <a:r>
              <a:t>Read the arrival to make one reachable adjustment: hold the colour model longer, use the supported We-do prompt, change the current route or give the stretch evidence card. This changes talk within the existing time. IF NEW — 1 min read the two setups; 1 min choose; 2 min explain the lost evidence. IF REVISION — 1 min predict; 2 min justify; 1 min check the method boundary.</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4.</a:t>
            </a:r>
          </a:p>
          <a:p xmlns:a="http://schemas.openxmlformats.org/drawingml/2006/main">
            <a:r>
              <a:t>Model only separated samples going into prepared iodine wells; iodine is not poured into the reaction. Teaching timeline is illustrative, not a practical method or evidence of completion. IF NEW — 2.5 min step through the wells; 1.5 min explain the first observed endpoint. IF REVISION — 0.5 min orient; 2.5 min pupils predict each well meaning; 1 min check the timing window.</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4.</a:t>
            </a:r>
          </a:p>
          <a:p xmlns:a="http://schemas.openxmlformats.org/drawingml/2006/main">
            <a:r>
              <a:t>Model only separated samples going into prepared iodine wells; iodine is not poured into the reaction. Teaching timeline is illustrative, not a practical method or evidence of completion. IF NEW — 2.5 min step through the wells; 1.5 min explain the first observed endpoint. IF REVISION — 0.5 min orient; 2.5 min pupils predict each well meaning; 1 min check the timing window.</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4.</a:t>
            </a:r>
          </a:p>
          <a:p xmlns:a="http://schemas.openxmlformats.org/drawingml/2006/main">
            <a:r>
              <a:t>Model only separated samples going into prepared iodine wells; iodine is not poured into the reaction. Teaching timeline is illustrative, not a practical method or evidence of completion. IF NEW — 2.5 min step through the wells; 1.5 min explain the first observed endpoint. IF REVISION — 0.5 min orient; 2.5 min pupils predict each well meaning; 1 min check the timing window.</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4.</a:t>
            </a:r>
          </a:p>
          <a:p xmlns:a="http://schemas.openxmlformats.org/drawingml/2006/main">
            <a:r>
              <a:t>Model only separated samples going into prepared iodine wells; iodine is not poured into the reaction. Teaching timeline is illustrative, not a practical method or evidence of completion. IF NEW — 2.5 min step through the wells; 1.5 min explain the first observed endpoint. IF REVISION — 0.5 min orient; 2.5 min pupils predict each well meaning; 1 min check the timing window.</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4.</a:t>
            </a:r>
          </a:p>
          <a:p xmlns:a="http://schemas.openxmlformats.org/drawingml/2006/main">
            <a:r>
              <a:t>Model only separated samples going into prepared iodine wells; iodine is not poured into the reaction. Teaching timeline is illustrative, not a practical method or evidence of completion. IF NEW — 2.5 min step through the wells; 1.5 min explain the first observed endpoint. IF REVISION — 0.5 min orient; 2.5 min pupils predict each well meaning; 1 min check the timing window.</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5.</a:t>
            </a:r>
          </a:p>
          <a:p xmlns:a="http://schemas.openxmlformats.org/drawingml/2006/main">
            <a:r>
              <a:t>Named involvement opportunity. Use card-then-destination by keyboard, touch or pointer; no pointer drag is required. A spill or unidentified solution goes to the adult, not a pupil-designed repair. IF NEW — 1 min read situation and destinations; 2 min place and explain; 1 min respond to a pupil’s reasoning. IF REVISION — 0.5 min orient; 2.5 min classify with reasons; 1 min compare the evidence.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5.</a:t>
            </a:r>
          </a:p>
          <a:p xmlns:a="http://schemas.openxmlformats.org/drawingml/2006/main">
            <a:r>
              <a:t>Named involvement opportunity. Use card-then-destination by keyboard, touch or pointer; no pointer drag is required. A spill or unidentified solution goes to the adult, not a pupil-designed repair. IF NEW — 1 min read situation and destinations; 2 min place and explain; 1 min respond to a pupil’s reasoning. IF REVISION — 0.5 min orient; 2.5 min classify with reasons; 1 min compare the evidence.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5.</a:t>
            </a:r>
          </a:p>
          <a:p xmlns:a="http://schemas.openxmlformats.org/drawingml/2006/main">
            <a:r>
              <a:t>Named involvement opportunity. Use card-then-destination by keyboard, touch or pointer; no pointer drag is required. A spill or unidentified solution goes to the adult, not a pupil-designed repair. IF NEW — 1 min read situation and destinations; 2 min place and explain; 1 min respond to a pupil’s reasoning. IF REVISION — 0.5 min orient; 2.5 min classify with reasons; 1 min compare the evidence.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5.</a:t>
            </a:r>
          </a:p>
          <a:p xmlns:a="http://schemas.openxmlformats.org/drawingml/2006/main">
            <a:r>
              <a:t>Named involvement opportunity. Use card-then-destination by keyboard, touch or pointer; no pointer drag is required. A spill or unidentified solution goes to the adult, not a pupil-designed repair. IF NEW — 1 min read situation and destinations; 2 min place and explain; 1 min respond to a pupil’s reasoning. IF REVISION — 0.5 min orient; 2.5 min classify with reasons; 1 min compare the evidence.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5.</a:t>
            </a:r>
          </a:p>
          <a:p xmlns:a="http://schemas.openxmlformats.org/drawingml/2006/main">
            <a:r>
              <a:t>Named involvement opportunity. Use card-then-destination by keyboard, touch or pointer; no pointer drag is required. A spill or unidentified solution goes to the adult, not a pupil-designed repair. IF NEW — 1 min read situation and destinations; 2 min place and explain; 1 min respond to a pupil’s reasoning. IF REVISION — 0.5 min orient; 2.5 min classify with reasons; 1 min compare the evidence.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6.</a:t>
            </a:r>
          </a:p>
          <a:p xmlns:a="http://schemas.openxmlformats.org/drawingml/2006/main">
            <a:r>
              <a:t>Use “after 60 s and by 90 s”. Do not call 75 s the measured endpoint or claim the true time was known to ±15 s. Sampling uncertainty is not all uncertainty. IF NEW — 2 min model the record; 1 min distinguish observation from inference; 1 min pupil retells. IF REVISION — 1 min inspect; 2 min explain the interval and a control; 1 min compare a missing sample.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6.</a:t>
            </a:r>
          </a:p>
          <a:p xmlns:a="http://schemas.openxmlformats.org/drawingml/2006/main">
            <a:r>
              <a:t>Use “after 60 s and by 90 s”. Do not call 75 s the measured endpoint or claim the true time was known to ±15 s. Sampling uncertainty is not all uncertainty. IF NEW — 2 min model the record; 1 min distinguish observation from inference; 1 min pupil retells. IF REVISION — 1 min inspect; 2 min explain the interval and a control; 1 min compare a missing sample.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7.</a:t>
            </a:r>
          </a:p>
          <a:p xmlns:a="http://schemas.openxmlformats.org/drawingml/2006/main">
            <a:r>
              <a:t>A pupil can dictate or point to the repair. Keep gaps and ambiguous colours visible; a smooth expected graph is never a reason to change a value. IF NEW — 1 min read the claim; 3 min repair or direct; 1 min check. IF REVISION — 0.5 min read; 3.5 min repair with a reason; 1 min check.</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7.</a:t>
            </a:r>
          </a:p>
          <a:p xmlns:a="http://schemas.openxmlformats.org/drawingml/2006/main">
            <a:r>
              <a:t>A pupil can dictate or point to the repair. Keep gaps and ambiguous colours visible; a smooth expected graph is never a reason to change a value. IF NEW — 1 min read the claim; 3 min repair or direct; 1 min check. IF REVISION — 0.5 min read; 3.5 min repair with a reason; 1 min check.</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8.</a:t>
            </a:r>
          </a:p>
          <a:p xmlns:a="http://schemas.openxmlformats.org/drawingml/2006/main">
            <a:r>
              <a:t>Within this twelve-minute block an authorised group may run or record only its assigned trial if the centre method fits; equipment is prepared before class. Use the complete supplied-data route whenever approval, access or time does not fit. Do not run a rushed full pH series or claim paper analysis completes the core practical. IF NEW — 2 min orient the supplied evidence or authorised role; 8 min complete the task; 2 min use one precise feedback point. IF REVISION — 1 min orient; 9 min complete the task; 2 min use one precise feedback point.</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9.</a:t>
            </a:r>
          </a:p>
          <a:p xmlns:a="http://schemas.openxmlformats.org/drawingml/2006/main">
            <a:r>
              <a:t>Give one specific VF and one NS+; wait for a real // edit and hear the pupil explain the change.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10.</a:t>
            </a:r>
          </a:p>
          <a:p xmlns:a="http://schemas.openxmlformats.org/drawingml/2006/main">
            <a:r>
              <a:t>Use one book response OR one ticket. Read once to choose the next teaching move for last lesson’s rate calculation and evidence claims. No extra receipt, signature, tally or later evidence-chasing. IF NEW — 1 min read evidence; 2 min respond; 1 min pupil finishes the same response. IF REVISION — 0.5 min orient; 2.5 min respond; 1 min pupil finishes the same response.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10.</a:t>
            </a:r>
          </a:p>
          <a:p xmlns:a="http://schemas.openxmlformats.org/drawingml/2006/main">
            <a:r>
              <a:t>Use one book response OR one ticket. Read once to choose the next teaching move for last lesson’s rate calculation and evidence claims. No extra receipt, signature, tally or later evidence-chasing. IF NEW — 1 min read evidence; 2 min respond; 1 min pupil finishes the same response. IF REVISION — 0.5 min orient; 2.5 min respond; 1 min pupil finishes the same response.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10.</a:t>
            </a:r>
          </a:p>
          <a:p xmlns:a="http://schemas.openxmlformats.org/drawingml/2006/main">
            <a:r>
              <a:t>Use one book response OR one ticket. Read once to choose the next teaching move for last lesson’s rate calculation and evidence claims. No extra receipt, signature, tally or later evidence-chasing. IF NEW — 1 min read evidence; 2 min respond; 1 min pupil finishes the same response. IF REVISION — 0.5 min orient; 2.5 min respond; 1 min pupil finishes the same response.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10.</a:t>
            </a:r>
          </a:p>
          <a:p xmlns:a="http://schemas.openxmlformats.org/drawingml/2006/main">
            <a:r>
              <a:t>Use one book response OR one ticket. Read once to choose the next teaching move for last lesson’s rate calculation and evidence claims. No extra receipt, signature, tally or later evidence-chasing. IF NEW — 1 min read evidence; 2 min respond; 1 min pupil finishes the same response. IF REVISION — 0.5 min orient; 2.5 min respond; 1 min pupil finishes the same response.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10.</a:t>
            </a:r>
          </a:p>
          <a:p xmlns:a="http://schemas.openxmlformats.org/drawingml/2006/main">
            <a:r>
              <a:t>Use one book response OR one ticket. Read once to choose the next teaching move for last lesson’s rate calculation and evidence claims. No extra receipt, signature, tally or later evidence-chasing. IF NEW — 1 min read evidence; 2 min respond; 1 min pupil finishes the same response. IF REVISION — 0.5 min orient; 2.5 min respond; 1 min pupil finishes the same response.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SCI_LAUNCH_A1_W08_L2.html; page slide 10.</a:t>
            </a:r>
          </a:p>
          <a:p xmlns:a="http://schemas.openxmlformats.org/drawingml/2006/main">
            <a:r>
              <a:t>Use one book response OR one ticket. Read once to choose the next teaching move for last lesson’s rate calculation and evidence claims. No extra receipt, signature, tally or later evidence-chasing. IF NEW — 1 min read evidence; 2 min respond; 1 min pupil finishes the same response. IF REVISION — 0.5 min orient; 2.5 min respond; 1 min pupil finishes the same response.</a:t>
            </a:r>
          </a:p>
          <a:p xmlns:a="http://schemas.openxmlformats.org/drawingml/2006/main">
            <a:r>
              <a:t>Source page SHA-256: 1eaa588fe709a8dd9bd22b6bb531feb9fdc9102d29635f73f402d1f63a2c7556.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f6d231092041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1b603f4caa4c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b938f0dc4542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fe10a07beb41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399cc84d3247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02ebec073549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7D533D-867A-4AAD-9217-AEE14396580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1pPr>
            <a:lvl2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2pPr>
            <a:lvl3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3pPr>
            <a:lvl4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4pPr>
            <a:lvl5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5pPr>
            <a:lvl6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6pPr>
            <a:lvl7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7pPr>
            <a:lvl8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8pPr>
            <a:lvl9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0DF114D-7DF8-4D87-A15C-457A4A140F7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1pPr>
            <a:lvl2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2pPr>
            <a:lvl3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3pPr>
            <a:lvl4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4pPr>
            <a:lvl5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5pPr>
            <a:lvl6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6pPr>
            <a:lvl7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7pPr>
            <a:lvl8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8pPr>
            <a:lvl9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218D2A-A30E-4A2F-824A-C2E04A4365D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1pPr>
            <a:lvl2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2pPr>
            <a:lvl3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3pPr>
            <a:lvl4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4pPr>
            <a:lvl5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5pPr>
            <a:lvl6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6pPr>
            <a:lvl7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7pPr>
            <a:lvl8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8pPr>
            <a:lvl9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FE4382-62B6-4169-84EB-D51A552FE7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gn="l">
              <a:lnSpc>
                <a:spcPct val="110000"/>
              </a:lnSpc>
              <a:spcBef>
                <a:spcPts val="0"/>
              </a:spcBef>
              <a:spcAft>
                <a:spcPts val="0"/>
              </a:spcAft>
              <a:buNone/>
              <a:defRPr sz="3300" b="1">
                <a:solidFill>
                  <a:schemeClr val="tx1"/>
                </a:solidFill>
                <a:latin typeface="Liberation Sans"/>
                <a:ea typeface="Liberation Sans"/>
                <a:cs typeface="Liberation Sans"/>
              </a:defRPr>
            </a:lvl1pPr>
            <a:lvl2pPr marL="0" indent="0" algn="l">
              <a:lnSpc>
                <a:spcPct val="110000"/>
              </a:lnSpc>
              <a:spcBef>
                <a:spcPts val="0"/>
              </a:spcBef>
              <a:spcAft>
                <a:spcPts val="0"/>
              </a:spcAft>
              <a:buNone/>
              <a:defRPr sz="3300" b="1">
                <a:solidFill>
                  <a:schemeClr val="tx1"/>
                </a:solidFill>
                <a:latin typeface="Liberation Sans"/>
                <a:ea typeface="Liberation Sans"/>
                <a:cs typeface="Liberation Sans"/>
              </a:defRPr>
            </a:lvl2pPr>
            <a:lvl3pPr marL="0" indent="0" algn="l">
              <a:lnSpc>
                <a:spcPct val="110000"/>
              </a:lnSpc>
              <a:spcBef>
                <a:spcPts val="0"/>
              </a:spcBef>
              <a:spcAft>
                <a:spcPts val="0"/>
              </a:spcAft>
              <a:buNone/>
              <a:defRPr sz="3300" b="1">
                <a:solidFill>
                  <a:schemeClr val="tx1"/>
                </a:solidFill>
                <a:latin typeface="Liberation Sans"/>
                <a:ea typeface="Liberation Sans"/>
                <a:cs typeface="Liberation Sans"/>
              </a:defRPr>
            </a:lvl3pPr>
            <a:lvl4pPr marL="0" indent="0" algn="l">
              <a:lnSpc>
                <a:spcPct val="110000"/>
              </a:lnSpc>
              <a:spcBef>
                <a:spcPts val="0"/>
              </a:spcBef>
              <a:spcAft>
                <a:spcPts val="0"/>
              </a:spcAft>
              <a:buNone/>
              <a:defRPr sz="3300" b="1">
                <a:solidFill>
                  <a:schemeClr val="tx1"/>
                </a:solidFill>
                <a:latin typeface="Liberation Sans"/>
                <a:ea typeface="Liberation Sans"/>
                <a:cs typeface="Liberation Sans"/>
              </a:defRPr>
            </a:lvl4pPr>
            <a:lvl5pPr marL="0" indent="0" algn="l">
              <a:lnSpc>
                <a:spcPct val="110000"/>
              </a:lnSpc>
              <a:spcBef>
                <a:spcPts val="0"/>
              </a:spcBef>
              <a:spcAft>
                <a:spcPts val="0"/>
              </a:spcAft>
              <a:buNone/>
              <a:defRPr sz="3300" b="1">
                <a:solidFill>
                  <a:schemeClr val="tx1"/>
                </a:solidFill>
                <a:latin typeface="Liberation Sans"/>
                <a:ea typeface="Liberation Sans"/>
                <a:cs typeface="Liberation Sans"/>
              </a:defRPr>
            </a:lvl5pPr>
            <a:lvl6pPr marL="0" indent="0" algn="l">
              <a:lnSpc>
                <a:spcPct val="110000"/>
              </a:lnSpc>
              <a:spcBef>
                <a:spcPts val="0"/>
              </a:spcBef>
              <a:spcAft>
                <a:spcPts val="0"/>
              </a:spcAft>
              <a:buNone/>
              <a:defRPr sz="3300" b="1">
                <a:solidFill>
                  <a:schemeClr val="tx1"/>
                </a:solidFill>
                <a:latin typeface="Liberation Sans"/>
                <a:ea typeface="Liberation Sans"/>
                <a:cs typeface="Liberation Sans"/>
              </a:defRPr>
            </a:lvl6pPr>
            <a:lvl7pPr marL="0" indent="0" algn="l">
              <a:lnSpc>
                <a:spcPct val="110000"/>
              </a:lnSpc>
              <a:spcBef>
                <a:spcPts val="0"/>
              </a:spcBef>
              <a:spcAft>
                <a:spcPts val="0"/>
              </a:spcAft>
              <a:buNone/>
              <a:defRPr sz="3300" b="1">
                <a:solidFill>
                  <a:schemeClr val="tx1"/>
                </a:solidFill>
                <a:latin typeface="Liberation Sans"/>
                <a:ea typeface="Liberation Sans"/>
                <a:cs typeface="Liberation Sans"/>
              </a:defRPr>
            </a:lvl7pPr>
            <a:lvl8pPr marL="0" indent="0" algn="l">
              <a:lnSpc>
                <a:spcPct val="110000"/>
              </a:lnSpc>
              <a:spcBef>
                <a:spcPts val="0"/>
              </a:spcBef>
              <a:spcAft>
                <a:spcPts val="0"/>
              </a:spcAft>
              <a:buNone/>
              <a:defRPr sz="3300" b="1">
                <a:solidFill>
                  <a:schemeClr val="tx1"/>
                </a:solidFill>
                <a:latin typeface="Liberation Sans"/>
                <a:ea typeface="Liberation Sans"/>
                <a:cs typeface="Liberation Sans"/>
              </a:defRPr>
            </a:lvl8pPr>
            <a:lvl9pPr marL="0" indent="0" algn="l">
              <a:lnSpc>
                <a:spcPct val="110000"/>
              </a:lnSpc>
              <a:spcBef>
                <a:spcPts val="0"/>
              </a:spcBef>
              <a:spcAft>
                <a:spcPts val="0"/>
              </a:spcAft>
              <a:buNone/>
              <a:defRPr sz="3300" b="1">
                <a:solidFill>
                  <a:schemeClr val="tx1"/>
                </a:solidFill>
                <a:latin typeface="Liberation Sans"/>
                <a:ea typeface="Liberation Sans"/>
                <a:cs typeface="Liberation Sans"/>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9FB838-3463-42BB-96E5-EB8B449BB9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8874844-63B2-4893-814E-507CA4CD74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gn="l">
              <a:lnSpc>
                <a:spcPct val="110000"/>
              </a:lnSpc>
              <a:spcBef>
                <a:spcPts val="0"/>
              </a:spcBef>
              <a:spcAft>
                <a:spcPts val="0"/>
              </a:spcAft>
              <a:buNone/>
              <a:defRPr sz="3300" b="1">
                <a:solidFill>
                  <a:schemeClr val="tx1"/>
                </a:solidFill>
                <a:latin typeface="Liberation Sans"/>
                <a:ea typeface="Liberation Sans"/>
                <a:cs typeface="Liberation Sans"/>
              </a:defRPr>
            </a:lvl1pPr>
            <a:lvl2pPr marL="0" indent="0" algn="l">
              <a:lnSpc>
                <a:spcPct val="110000"/>
              </a:lnSpc>
              <a:spcBef>
                <a:spcPts val="0"/>
              </a:spcBef>
              <a:spcAft>
                <a:spcPts val="0"/>
              </a:spcAft>
              <a:buNone/>
              <a:defRPr sz="3300" b="1">
                <a:solidFill>
                  <a:schemeClr val="tx1"/>
                </a:solidFill>
                <a:latin typeface="Liberation Sans"/>
                <a:ea typeface="Liberation Sans"/>
                <a:cs typeface="Liberation Sans"/>
              </a:defRPr>
            </a:lvl2pPr>
            <a:lvl3pPr marL="0" indent="0" algn="l">
              <a:lnSpc>
                <a:spcPct val="110000"/>
              </a:lnSpc>
              <a:spcBef>
                <a:spcPts val="0"/>
              </a:spcBef>
              <a:spcAft>
                <a:spcPts val="0"/>
              </a:spcAft>
              <a:buNone/>
              <a:defRPr sz="3300" b="1">
                <a:solidFill>
                  <a:schemeClr val="tx1"/>
                </a:solidFill>
                <a:latin typeface="Liberation Sans"/>
                <a:ea typeface="Liberation Sans"/>
                <a:cs typeface="Liberation Sans"/>
              </a:defRPr>
            </a:lvl3pPr>
            <a:lvl4pPr marL="0" indent="0" algn="l">
              <a:lnSpc>
                <a:spcPct val="110000"/>
              </a:lnSpc>
              <a:spcBef>
                <a:spcPts val="0"/>
              </a:spcBef>
              <a:spcAft>
                <a:spcPts val="0"/>
              </a:spcAft>
              <a:buNone/>
              <a:defRPr sz="3300" b="1">
                <a:solidFill>
                  <a:schemeClr val="tx1"/>
                </a:solidFill>
                <a:latin typeface="Liberation Sans"/>
                <a:ea typeface="Liberation Sans"/>
                <a:cs typeface="Liberation Sans"/>
              </a:defRPr>
            </a:lvl4pPr>
            <a:lvl5pPr marL="0" indent="0" algn="l">
              <a:lnSpc>
                <a:spcPct val="110000"/>
              </a:lnSpc>
              <a:spcBef>
                <a:spcPts val="0"/>
              </a:spcBef>
              <a:spcAft>
                <a:spcPts val="0"/>
              </a:spcAft>
              <a:buNone/>
              <a:defRPr sz="3300" b="1">
                <a:solidFill>
                  <a:schemeClr val="tx1"/>
                </a:solidFill>
                <a:latin typeface="Liberation Sans"/>
                <a:ea typeface="Liberation Sans"/>
                <a:cs typeface="Liberation Sans"/>
              </a:defRPr>
            </a:lvl5pPr>
            <a:lvl6pPr marL="0" indent="0" algn="l">
              <a:lnSpc>
                <a:spcPct val="110000"/>
              </a:lnSpc>
              <a:spcBef>
                <a:spcPts val="0"/>
              </a:spcBef>
              <a:spcAft>
                <a:spcPts val="0"/>
              </a:spcAft>
              <a:buNone/>
              <a:defRPr sz="3300" b="1">
                <a:solidFill>
                  <a:schemeClr val="tx1"/>
                </a:solidFill>
                <a:latin typeface="Liberation Sans"/>
                <a:ea typeface="Liberation Sans"/>
                <a:cs typeface="Liberation Sans"/>
              </a:defRPr>
            </a:lvl6pPr>
            <a:lvl7pPr marL="0" indent="0" algn="l">
              <a:lnSpc>
                <a:spcPct val="110000"/>
              </a:lnSpc>
              <a:spcBef>
                <a:spcPts val="0"/>
              </a:spcBef>
              <a:spcAft>
                <a:spcPts val="0"/>
              </a:spcAft>
              <a:buNone/>
              <a:defRPr sz="3300" b="1">
                <a:solidFill>
                  <a:schemeClr val="tx1"/>
                </a:solidFill>
                <a:latin typeface="Liberation Sans"/>
                <a:ea typeface="Liberation Sans"/>
                <a:cs typeface="Liberation Sans"/>
              </a:defRPr>
            </a:lvl7pPr>
            <a:lvl8pPr marL="0" indent="0" algn="l">
              <a:lnSpc>
                <a:spcPct val="110000"/>
              </a:lnSpc>
              <a:spcBef>
                <a:spcPts val="0"/>
              </a:spcBef>
              <a:spcAft>
                <a:spcPts val="0"/>
              </a:spcAft>
              <a:buNone/>
              <a:defRPr sz="3300" b="1">
                <a:solidFill>
                  <a:schemeClr val="tx1"/>
                </a:solidFill>
                <a:latin typeface="Liberation Sans"/>
                <a:ea typeface="Liberation Sans"/>
                <a:cs typeface="Liberation Sans"/>
              </a:defRPr>
            </a:lvl8pPr>
            <a:lvl9pPr marL="0" indent="0" algn="l">
              <a:lnSpc>
                <a:spcPct val="110000"/>
              </a:lnSpc>
              <a:spcBef>
                <a:spcPts val="0"/>
              </a:spcBef>
              <a:spcAft>
                <a:spcPts val="0"/>
              </a:spcAft>
              <a:buNone/>
              <a:defRPr sz="3300" b="1">
                <a:solidFill>
                  <a:schemeClr val="tx1"/>
                </a:solidFill>
                <a:latin typeface="Liberation Sans"/>
                <a:ea typeface="Liberation Sans"/>
                <a:cs typeface="Liberation Sans"/>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F1D68A7-4DB8-4853-8E4C-ED4C29750A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1028743-D081-4731-83A5-1CEA6E7E09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10C697-D5F2-4D2E-8B7B-099DDB2AF0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gn="l">
              <a:lnSpc>
                <a:spcPct val="110000"/>
              </a:lnSpc>
              <a:spcBef>
                <a:spcPts val="0"/>
              </a:spcBef>
              <a:spcAft>
                <a:spcPts val="0"/>
              </a:spcAft>
              <a:buNone/>
              <a:defRPr sz="3300" b="1">
                <a:solidFill>
                  <a:schemeClr val="tx1"/>
                </a:solidFill>
                <a:latin typeface="Liberation Sans"/>
                <a:ea typeface="Liberation Sans"/>
                <a:cs typeface="Liberation Sans"/>
              </a:defRPr>
            </a:lvl1pPr>
            <a:lvl2pPr marL="0" indent="0" algn="l">
              <a:lnSpc>
                <a:spcPct val="110000"/>
              </a:lnSpc>
              <a:spcBef>
                <a:spcPts val="0"/>
              </a:spcBef>
              <a:spcAft>
                <a:spcPts val="0"/>
              </a:spcAft>
              <a:buNone/>
              <a:defRPr sz="3300" b="1">
                <a:solidFill>
                  <a:schemeClr val="tx1"/>
                </a:solidFill>
                <a:latin typeface="Liberation Sans"/>
                <a:ea typeface="Liberation Sans"/>
                <a:cs typeface="Liberation Sans"/>
              </a:defRPr>
            </a:lvl2pPr>
            <a:lvl3pPr marL="0" indent="0" algn="l">
              <a:lnSpc>
                <a:spcPct val="110000"/>
              </a:lnSpc>
              <a:spcBef>
                <a:spcPts val="0"/>
              </a:spcBef>
              <a:spcAft>
                <a:spcPts val="0"/>
              </a:spcAft>
              <a:buNone/>
              <a:defRPr sz="3300" b="1">
                <a:solidFill>
                  <a:schemeClr val="tx1"/>
                </a:solidFill>
                <a:latin typeface="Liberation Sans"/>
                <a:ea typeface="Liberation Sans"/>
                <a:cs typeface="Liberation Sans"/>
              </a:defRPr>
            </a:lvl3pPr>
            <a:lvl4pPr marL="0" indent="0" algn="l">
              <a:lnSpc>
                <a:spcPct val="110000"/>
              </a:lnSpc>
              <a:spcBef>
                <a:spcPts val="0"/>
              </a:spcBef>
              <a:spcAft>
                <a:spcPts val="0"/>
              </a:spcAft>
              <a:buNone/>
              <a:defRPr sz="3300" b="1">
                <a:solidFill>
                  <a:schemeClr val="tx1"/>
                </a:solidFill>
                <a:latin typeface="Liberation Sans"/>
                <a:ea typeface="Liberation Sans"/>
                <a:cs typeface="Liberation Sans"/>
              </a:defRPr>
            </a:lvl4pPr>
            <a:lvl5pPr marL="0" indent="0" algn="l">
              <a:lnSpc>
                <a:spcPct val="110000"/>
              </a:lnSpc>
              <a:spcBef>
                <a:spcPts val="0"/>
              </a:spcBef>
              <a:spcAft>
                <a:spcPts val="0"/>
              </a:spcAft>
              <a:buNone/>
              <a:defRPr sz="3300" b="1">
                <a:solidFill>
                  <a:schemeClr val="tx1"/>
                </a:solidFill>
                <a:latin typeface="Liberation Sans"/>
                <a:ea typeface="Liberation Sans"/>
                <a:cs typeface="Liberation Sans"/>
              </a:defRPr>
            </a:lvl5pPr>
            <a:lvl6pPr marL="0" indent="0" algn="l">
              <a:lnSpc>
                <a:spcPct val="110000"/>
              </a:lnSpc>
              <a:spcBef>
                <a:spcPts val="0"/>
              </a:spcBef>
              <a:spcAft>
                <a:spcPts val="0"/>
              </a:spcAft>
              <a:buNone/>
              <a:defRPr sz="3300" b="1">
                <a:solidFill>
                  <a:schemeClr val="tx1"/>
                </a:solidFill>
                <a:latin typeface="Liberation Sans"/>
                <a:ea typeface="Liberation Sans"/>
                <a:cs typeface="Liberation Sans"/>
              </a:defRPr>
            </a:lvl6pPr>
            <a:lvl7pPr marL="0" indent="0" algn="l">
              <a:lnSpc>
                <a:spcPct val="110000"/>
              </a:lnSpc>
              <a:spcBef>
                <a:spcPts val="0"/>
              </a:spcBef>
              <a:spcAft>
                <a:spcPts val="0"/>
              </a:spcAft>
              <a:buNone/>
              <a:defRPr sz="3300" b="1">
                <a:solidFill>
                  <a:schemeClr val="tx1"/>
                </a:solidFill>
                <a:latin typeface="Liberation Sans"/>
                <a:ea typeface="Liberation Sans"/>
                <a:cs typeface="Liberation Sans"/>
              </a:defRPr>
            </a:lvl7pPr>
            <a:lvl8pPr marL="0" indent="0" algn="l">
              <a:lnSpc>
                <a:spcPct val="110000"/>
              </a:lnSpc>
              <a:spcBef>
                <a:spcPts val="0"/>
              </a:spcBef>
              <a:spcAft>
                <a:spcPts val="0"/>
              </a:spcAft>
              <a:buNone/>
              <a:defRPr sz="3300" b="1">
                <a:solidFill>
                  <a:schemeClr val="tx1"/>
                </a:solidFill>
                <a:latin typeface="Liberation Sans"/>
                <a:ea typeface="Liberation Sans"/>
                <a:cs typeface="Liberation Sans"/>
              </a:defRPr>
            </a:lvl8pPr>
            <a:lvl9pPr marL="0" indent="0" algn="l">
              <a:lnSpc>
                <a:spcPct val="110000"/>
              </a:lnSpc>
              <a:spcBef>
                <a:spcPts val="0"/>
              </a:spcBef>
              <a:spcAft>
                <a:spcPts val="0"/>
              </a:spcAft>
              <a:buNone/>
              <a:defRPr sz="3300" b="1">
                <a:solidFill>
                  <a:schemeClr val="tx1"/>
                </a:solidFill>
                <a:latin typeface="Liberation Sans"/>
                <a:ea typeface="Liberation Sans"/>
                <a:cs typeface="Liberation Sans"/>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D3D34A-814A-47C3-872D-901EDAED45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ce86ac884b4793" /><Relationship Type="http://schemas.openxmlformats.org/officeDocument/2006/relationships/slideLayout" Target="/ppt/slideLayouts/slideLayout1.xml" Id="R10ba8b8ab88a46dc" /><Relationship Type="http://schemas.openxmlformats.org/officeDocument/2006/relationships/slideLayout" Target="/ppt/slideLayouts/slideLayout2.xml" Id="R51b5924deee14fdc" /><Relationship Type="http://schemas.openxmlformats.org/officeDocument/2006/relationships/slideLayout" Target="/ppt/slideLayouts/slideLayout3.xml" Id="R0290fb6f48e44b2b" /><Relationship Type="http://schemas.openxmlformats.org/officeDocument/2006/relationships/slideLayout" Target="/ppt/slideLayouts/slideLayout4.xml" Id="R0c773ddbc4f844e1" /><Relationship Type="http://schemas.openxmlformats.org/officeDocument/2006/relationships/slideLayout" Target="/ppt/slideLayouts/slideLayout5.xml" Id="R5755f05085a5413c" /><Relationship Type="http://schemas.openxmlformats.org/officeDocument/2006/relationships/slideLayout" Target="/ppt/slideLayouts/slideLayout6.xml" Id="R7bae27b6611e4f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ba8b8ab88a46dc"/>
    <p:sldLayoutId xmlns:r="http://schemas.openxmlformats.org/officeDocument/2006/relationships" id="2147483650" r:id="R51b5924deee14fdc"/>
    <p:sldLayoutId xmlns:r="http://schemas.openxmlformats.org/officeDocument/2006/relationships" id="2147483651" r:id="R0290fb6f48e44b2b"/>
    <p:sldLayoutId xmlns:r="http://schemas.openxmlformats.org/officeDocument/2006/relationships" id="2147483652" r:id="R0c773ddbc4f844e1"/>
    <p:sldLayoutId xmlns:r="http://schemas.openxmlformats.org/officeDocument/2006/relationships" id="2147483653" r:id="R5755f05085a5413c"/>
    <p:sldLayoutId xmlns:r="http://schemas.openxmlformats.org/officeDocument/2006/relationships" id="2147483654" r:id="R7bae27b6611e4f16"/>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Liberation Sans"/>
        <a:cs typeface="Liberation Sans"/>
      </a:majorFont>
      <a:minorFont>
        <a:latin typeface="Liberation Sans"/>
        <a:ea typeface="Liberation Sans"/>
        <a:cs typeface="Liberation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e95a94e99c442a0" /><Relationship Type="http://schemas.openxmlformats.org/officeDocument/2006/relationships/image" Target="/ppt/media/image.jpeg" Id="Rfea07fe8fafc4670" /><Relationship Type="http://schemas.openxmlformats.org/officeDocument/2006/relationships/notesSlide" Target="/ppt/notesSlides/notesSlide1.xml" Id="Rf5b749201d324416" /></Relationships>
</file>

<file path=ppt/slides/_rels/slide2.xml.rels><Relationships xmlns="http://schemas.openxmlformats.org/package/2006/relationships"><Relationship Type="http://schemas.openxmlformats.org/officeDocument/2006/relationships/slideLayout" Target="/ppt/slideLayouts/slideLayout6.xml" Id="Re34c82e353b04709"/><Relationship Type="http://schemas.openxmlformats.org/officeDocument/2006/relationships/image" Target="../media/image.jpeg" Id="R40bbaf7ef866409f"/><Relationship Type="http://schemas.openxmlformats.org/officeDocument/2006/relationships/notesSlide" Target="/ppt/notesSlides/notesSlide2.xml" Id="Rba79438fb4a14c74"/></Relationships>
</file>

<file path=ppt/slides/_rels/slide3.xml.rels><Relationships xmlns="http://schemas.openxmlformats.org/package/2006/relationships"><Relationship Type="http://schemas.openxmlformats.org/officeDocument/2006/relationships/slideLayout" Target="/ppt/slideLayouts/slideLayout6.xml" Id="R383e96d981e94185"/><Relationship Type="http://schemas.openxmlformats.org/officeDocument/2006/relationships/image" Target="../media/image.jpeg" Id="R8168c1e6d59c498f"/><Relationship Type="http://schemas.openxmlformats.org/officeDocument/2006/relationships/notesSlide" Target="/ppt/notesSlides/notesSlide3.xml" Id="R647ade638fcf4dc7"/></Relationships>
</file>

<file path=ppt/slides/_rels/slide4.xml.rels><Relationships xmlns="http://schemas.openxmlformats.org/package/2006/relationships"><Relationship Type="http://schemas.openxmlformats.org/officeDocument/2006/relationships/slideLayout" Target="/ppt/slideLayouts/slideLayout6.xml" Id="Rccbb59b8007941b9"/><Relationship Type="http://schemas.openxmlformats.org/officeDocument/2006/relationships/image" Target="../media/image.jpeg" Id="Recd436ee4b634fe8"/><Relationship Type="http://schemas.openxmlformats.org/officeDocument/2006/relationships/notesSlide" Target="/ppt/notesSlides/notesSlide4.xml" Id="R5ad27e77991346aa"/></Relationships>
</file>

<file path=ppt/slides/_rels/slide5.xml.rels><Relationships xmlns="http://schemas.openxmlformats.org/package/2006/relationships"><Relationship Type="http://schemas.openxmlformats.org/officeDocument/2006/relationships/slideLayout" Target="/ppt/slideLayouts/slideLayout6.xml" Id="R720ac201f98045f3"/><Relationship Type="http://schemas.openxmlformats.org/officeDocument/2006/relationships/image" Target="../media/image.jpeg" Id="R6652f912bfde4eb2"/><Relationship Type="http://schemas.openxmlformats.org/officeDocument/2006/relationships/notesSlide" Target="/ppt/notesSlides/notesSlide5.xml" Id="R80c641e802d64577"/></Relationships>
</file>

<file path=ppt/slides/_rels/slide6.xml.rels><Relationships xmlns="http://schemas.openxmlformats.org/package/2006/relationships"><Relationship Type="http://schemas.openxmlformats.org/officeDocument/2006/relationships/slideLayout" Target="/ppt/slideLayouts/slideLayout6.xml" Id="R0c5490d9c9724b7c"/><Relationship Type="http://schemas.openxmlformats.org/officeDocument/2006/relationships/image" Target="../media/image.jpeg" Id="R072dbe1aaea742ec"/><Relationship Type="http://schemas.openxmlformats.org/officeDocument/2006/relationships/notesSlide" Target="/ppt/notesSlides/notesSlide6.xml" Id="R077347e777b646bf"/></Relationships>
</file>

<file path=ppt/slides/_rels/slide7.xml.rels><Relationships xmlns="http://schemas.openxmlformats.org/package/2006/relationships"><Relationship Type="http://schemas.openxmlformats.org/officeDocument/2006/relationships/slideLayout" Target="/ppt/slideLayouts/slideLayout6.xml" Id="Rc1a6fde3d5214752"/><Relationship Type="http://schemas.openxmlformats.org/officeDocument/2006/relationships/image" Target="../media/image.jpeg" Id="R1182fd0a14334a87"/><Relationship Type="http://schemas.openxmlformats.org/officeDocument/2006/relationships/notesSlide" Target="/ppt/notesSlides/notesSlide7.xml" Id="R69586222aa384d04"/></Relationships>
</file>

<file path=ppt/slides/_rels/slide8.xml.rels><Relationships xmlns="http://schemas.openxmlformats.org/package/2006/relationships"><Relationship Type="http://schemas.openxmlformats.org/officeDocument/2006/relationships/slideLayout" Target="/ppt/slideLayouts/slideLayout6.xml" Id="R0cefd28f20da49f2"/><Relationship Type="http://schemas.openxmlformats.org/officeDocument/2006/relationships/image" Target="../media/image.jpeg" Id="Rf4e2bdf1fb5644be"/><Relationship Type="http://schemas.openxmlformats.org/officeDocument/2006/relationships/notesSlide" Target="/ppt/notesSlides/notesSlide8.xml" Id="Rb1ecd0318f624791"/></Relationships>
</file>

<file path=ppt/slides/_rels/slide9.xml.rels><Relationships xmlns="http://schemas.openxmlformats.org/package/2006/relationships"><Relationship Type="http://schemas.openxmlformats.org/officeDocument/2006/relationships/slideLayout" Target="/ppt/slideLayouts/slideLayout6.xml" Id="R6fda103f671e4403"/><Relationship Type="http://schemas.openxmlformats.org/officeDocument/2006/relationships/image" Target="../media/image.jpeg" Id="R5f4dfc0f633a470e"/><Relationship Type="http://schemas.openxmlformats.org/officeDocument/2006/relationships/notesSlide" Target="/ppt/notesSlides/notesSlide9.xml" Id="R5dadf36f5829401a"/></Relationships>
</file>

<file path=ppt/slides/_rels/slide10.xml.rels><Relationships xmlns="http://schemas.openxmlformats.org/package/2006/relationships"><Relationship Type="http://schemas.openxmlformats.org/officeDocument/2006/relationships/slideLayout" Target="/ppt/slideLayouts/slideLayout6.xml" Id="R56bbed916a584b07"/><Relationship Type="http://schemas.openxmlformats.org/officeDocument/2006/relationships/image" Target="../media/image.jpeg" Id="R2c55adcccfdc4606"/><Relationship Type="http://schemas.openxmlformats.org/officeDocument/2006/relationships/notesSlide" Target="/ppt/notesSlides/notesSlide10.xml" Id="R5b078eb801e14c8a"/></Relationships>
</file>

<file path=ppt/slides/_rels/slide11.xml.rels><Relationships xmlns="http://schemas.openxmlformats.org/package/2006/relationships"><Relationship Type="http://schemas.openxmlformats.org/officeDocument/2006/relationships/slideLayout" Target="/ppt/slideLayouts/slideLayout6.xml" Id="R9a0a8276eb094374"/><Relationship Type="http://schemas.openxmlformats.org/officeDocument/2006/relationships/image" Target="../media/image.jpeg" Id="R64a277978f174d88"/><Relationship Type="http://schemas.openxmlformats.org/officeDocument/2006/relationships/notesSlide" Target="/ppt/notesSlides/notesSlide11.xml" Id="R9b9513d93cfd4f50"/></Relationships>
</file>

<file path=ppt/slides/_rels/slide12.xml.rels><Relationships xmlns="http://schemas.openxmlformats.org/package/2006/relationships"><Relationship Type="http://schemas.openxmlformats.org/officeDocument/2006/relationships/slideLayout" Target="/ppt/slideLayouts/slideLayout6.xml" Id="R3c30c65784b44c8f"/><Relationship Type="http://schemas.openxmlformats.org/officeDocument/2006/relationships/image" Target="../media/image.jpeg" Id="R97449f039a844971"/><Relationship Type="http://schemas.openxmlformats.org/officeDocument/2006/relationships/notesSlide" Target="/ppt/notesSlides/notesSlide12.xml" Id="Reea56cade7c8490d"/></Relationships>
</file>

<file path=ppt/slides/_rels/slide13.xml.rels><Relationships xmlns="http://schemas.openxmlformats.org/package/2006/relationships"><Relationship Type="http://schemas.openxmlformats.org/officeDocument/2006/relationships/slideLayout" Target="/ppt/slideLayouts/slideLayout6.xml" Id="R5aaa6a7751e14929"/><Relationship Type="http://schemas.openxmlformats.org/officeDocument/2006/relationships/image" Target="../media/image.jpeg" Id="Rabf730a987b54295"/><Relationship Type="http://schemas.openxmlformats.org/officeDocument/2006/relationships/notesSlide" Target="/ppt/notesSlides/notesSlide13.xml" Id="Re2688d11e439447a"/></Relationships>
</file>

<file path=ppt/slides/_rels/slide14.xml.rels><Relationships xmlns="http://schemas.openxmlformats.org/package/2006/relationships"><Relationship Type="http://schemas.openxmlformats.org/officeDocument/2006/relationships/slideLayout" Target="/ppt/slideLayouts/slideLayout6.xml" Id="Ra8e76ecdc6a04e13"/><Relationship Type="http://schemas.openxmlformats.org/officeDocument/2006/relationships/image" Target="../media/image.jpeg" Id="Rda80da487a6848a7"/><Relationship Type="http://schemas.openxmlformats.org/officeDocument/2006/relationships/notesSlide" Target="/ppt/notesSlides/notesSlide14.xml" Id="R60b0efa7713f41a7"/></Relationships>
</file>

<file path=ppt/slides/_rels/slide15.xml.rels><Relationships xmlns="http://schemas.openxmlformats.org/package/2006/relationships"><Relationship Type="http://schemas.openxmlformats.org/officeDocument/2006/relationships/slideLayout" Target="/ppt/slideLayouts/slideLayout6.xml" Id="R6dac840ff2324f9e"/><Relationship Type="http://schemas.openxmlformats.org/officeDocument/2006/relationships/image" Target="../media/image.jpeg" Id="R5fe422f09b3b4d49"/><Relationship Type="http://schemas.openxmlformats.org/officeDocument/2006/relationships/notesSlide" Target="/ppt/notesSlides/notesSlide15.xml" Id="R47f5034e60e64c7b"/></Relationships>
</file>

<file path=ppt/slides/_rels/slide16.xml.rels><Relationships xmlns="http://schemas.openxmlformats.org/package/2006/relationships"><Relationship Type="http://schemas.openxmlformats.org/officeDocument/2006/relationships/slideLayout" Target="/ppt/slideLayouts/slideLayout6.xml" Id="R331aa79a759b4a58"/><Relationship Type="http://schemas.openxmlformats.org/officeDocument/2006/relationships/image" Target="../media/image.jpeg" Id="R9303b0f1d9744f0a"/><Relationship Type="http://schemas.openxmlformats.org/officeDocument/2006/relationships/notesSlide" Target="/ppt/notesSlides/notesSlide16.xml" Id="Ra7f198d4a3fa4201"/></Relationships>
</file>

<file path=ppt/slides/_rels/slide17.xml.rels><Relationships xmlns="http://schemas.openxmlformats.org/package/2006/relationships"><Relationship Type="http://schemas.openxmlformats.org/officeDocument/2006/relationships/slideLayout" Target="/ppt/slideLayouts/slideLayout6.xml" Id="Rc1cab9e62b204bfe"/><Relationship Type="http://schemas.openxmlformats.org/officeDocument/2006/relationships/image" Target="../media/image.jpeg" Id="R7b99a1498e314042"/><Relationship Type="http://schemas.openxmlformats.org/officeDocument/2006/relationships/notesSlide" Target="/ppt/notesSlides/notesSlide17.xml" Id="R0e0d91fc675940b5"/></Relationships>
</file>

<file path=ppt/slides/_rels/slide18.xml.rels><Relationships xmlns="http://schemas.openxmlformats.org/package/2006/relationships"><Relationship Type="http://schemas.openxmlformats.org/officeDocument/2006/relationships/slideLayout" Target="/ppt/slideLayouts/slideLayout6.xml" Id="Ra342e95cdefe4ba5"/><Relationship Type="http://schemas.openxmlformats.org/officeDocument/2006/relationships/image" Target="../media/image.jpeg" Id="R868eeab672da4dda"/><Relationship Type="http://schemas.openxmlformats.org/officeDocument/2006/relationships/notesSlide" Target="/ppt/notesSlides/notesSlide18.xml" Id="R85032ce436eb4be6"/></Relationships>
</file>

<file path=ppt/slides/_rels/slide19.xml.rels><Relationships xmlns="http://schemas.openxmlformats.org/package/2006/relationships"><Relationship Type="http://schemas.openxmlformats.org/officeDocument/2006/relationships/slideLayout" Target="/ppt/slideLayouts/slideLayout6.xml" Id="Rbef2322e4ddc4a25"/><Relationship Type="http://schemas.openxmlformats.org/officeDocument/2006/relationships/image" Target="../media/image.jpeg" Id="Rc91ae13898174a6f"/><Relationship Type="http://schemas.openxmlformats.org/officeDocument/2006/relationships/notesSlide" Target="/ppt/notesSlides/notesSlide19.xml" Id="R032b86ce960843d3"/></Relationships>
</file>

<file path=ppt/slides/_rels/slide20.xml.rels><Relationships xmlns="http://schemas.openxmlformats.org/package/2006/relationships"><Relationship Type="http://schemas.openxmlformats.org/officeDocument/2006/relationships/slideLayout" Target="/ppt/slideLayouts/slideLayout6.xml" Id="Raabbacfd45354548"/><Relationship Type="http://schemas.openxmlformats.org/officeDocument/2006/relationships/image" Target="../media/image.jpeg" Id="Rb03e0fd6faa14a4f"/><Relationship Type="http://schemas.openxmlformats.org/officeDocument/2006/relationships/notesSlide" Target="/ppt/notesSlides/notesSlide20.xml" Id="R158e6892347a4958"/></Relationships>
</file>

<file path=ppt/slides/_rels/slide21.xml.rels><Relationships xmlns="http://schemas.openxmlformats.org/package/2006/relationships"><Relationship Type="http://schemas.openxmlformats.org/officeDocument/2006/relationships/slideLayout" Target="/ppt/slideLayouts/slideLayout6.xml" Id="Re183f9f2c7d84695"/><Relationship Type="http://schemas.openxmlformats.org/officeDocument/2006/relationships/image" Target="../media/image.jpeg" Id="Rf0f74fc03a754677"/><Relationship Type="http://schemas.openxmlformats.org/officeDocument/2006/relationships/notesSlide" Target="/ppt/notesSlides/notesSlide21.xml" Id="R9604e0bc9add425b"/></Relationships>
</file>

<file path=ppt/slides/_rels/slide22.xml.rels><Relationships xmlns="http://schemas.openxmlformats.org/package/2006/relationships"><Relationship Type="http://schemas.openxmlformats.org/officeDocument/2006/relationships/slideLayout" Target="/ppt/slideLayouts/slideLayout6.xml" Id="Read6e02f7c3241ae"/><Relationship Type="http://schemas.openxmlformats.org/officeDocument/2006/relationships/image" Target="../media/image.jpeg" Id="Rdb3d315ceae54f21"/><Relationship Type="http://schemas.openxmlformats.org/officeDocument/2006/relationships/notesSlide" Target="/ppt/notesSlides/notesSlide22.xml" Id="Rb854c31696e7400e"/></Relationships>
</file>

<file path=ppt/slides/_rels/slide23.xml.rels><Relationships xmlns="http://schemas.openxmlformats.org/package/2006/relationships"><Relationship Type="http://schemas.openxmlformats.org/officeDocument/2006/relationships/slideLayout" Target="/ppt/slideLayouts/slideLayout6.xml" Id="R701b52eb4107480f"/><Relationship Type="http://schemas.openxmlformats.org/officeDocument/2006/relationships/image" Target="../media/image.jpeg" Id="R9971aa84234b400e"/><Relationship Type="http://schemas.openxmlformats.org/officeDocument/2006/relationships/notesSlide" Target="/ppt/notesSlides/notesSlide23.xml" Id="R09cc3e03a51344f2"/></Relationships>
</file>

<file path=ppt/slides/_rels/slide24.xml.rels><Relationships xmlns="http://schemas.openxmlformats.org/package/2006/relationships"><Relationship Type="http://schemas.openxmlformats.org/officeDocument/2006/relationships/slideLayout" Target="/ppt/slideLayouts/slideLayout6.xml" Id="Ra20ab640f66c4d9b"/><Relationship Type="http://schemas.openxmlformats.org/officeDocument/2006/relationships/image" Target="../media/image.jpeg" Id="Rec9aedbdcda5414b"/><Relationship Type="http://schemas.openxmlformats.org/officeDocument/2006/relationships/notesSlide" Target="/ppt/notesSlides/notesSlide24.xml" Id="Rcb5efdfa35b643bd"/></Relationships>
</file>

<file path=ppt/slides/_rels/slide25.xml.rels><Relationships xmlns="http://schemas.openxmlformats.org/package/2006/relationships"><Relationship Type="http://schemas.openxmlformats.org/officeDocument/2006/relationships/slideLayout" Target="/ppt/slideLayouts/slideLayout6.xml" Id="R3f3541b3502a4c22"/><Relationship Type="http://schemas.openxmlformats.org/officeDocument/2006/relationships/image" Target="../media/image.jpeg" Id="Rf4470f44e4f24535"/><Relationship Type="http://schemas.openxmlformats.org/officeDocument/2006/relationships/notesSlide" Target="/ppt/notesSlides/notesSlide25.xml" Id="R79d64821fdb74b14"/></Relationships>
</file>

<file path=ppt/slides/_rels/slide26.xml.rels><Relationships xmlns="http://schemas.openxmlformats.org/package/2006/relationships"><Relationship Type="http://schemas.openxmlformats.org/officeDocument/2006/relationships/slideLayout" Target="/ppt/slideLayouts/slideLayout6.xml" Id="Rcecf4f6209234685"/><Relationship Type="http://schemas.openxmlformats.org/officeDocument/2006/relationships/image" Target="../media/image.jpeg" Id="Rd462c496e6be4383"/><Relationship Type="http://schemas.openxmlformats.org/officeDocument/2006/relationships/notesSlide" Target="/ppt/notesSlides/notesSlide26.xml" Id="R1d7d2d5399ba4387"/></Relationships>
</file>

<file path=ppt/slides/_rels/slide27.xml.rels><Relationships xmlns="http://schemas.openxmlformats.org/package/2006/relationships"><Relationship Type="http://schemas.openxmlformats.org/officeDocument/2006/relationships/slideLayout" Target="/ppt/slideLayouts/slideLayout6.xml" Id="Rbd24c5159363403a"/><Relationship Type="http://schemas.openxmlformats.org/officeDocument/2006/relationships/image" Target="../media/image.jpeg" Id="R51d71b2d81b0403c"/><Relationship Type="http://schemas.openxmlformats.org/officeDocument/2006/relationships/notesSlide" Target="/ppt/notesSlides/notesSlide27.xml" Id="Reb61b5a12434452d"/></Relationships>
</file>

<file path=ppt/slides/_rels/slide28.xml.rels><Relationships xmlns="http://schemas.openxmlformats.org/package/2006/relationships"><Relationship Type="http://schemas.openxmlformats.org/officeDocument/2006/relationships/slideLayout" Target="/ppt/slideLayouts/slideLayout6.xml" Id="R2d0db7b42e484c42"/><Relationship Type="http://schemas.openxmlformats.org/officeDocument/2006/relationships/image" Target="../media/image.jpeg" Id="R124c5856936c457d"/><Relationship Type="http://schemas.openxmlformats.org/officeDocument/2006/relationships/notesSlide" Target="/ppt/notesSlides/notesSlide28.xml" Id="R5fa441a8a9a649ca"/></Relationships>
</file>

<file path=ppt/slides/_rels/slide29.xml.rels><Relationships xmlns="http://schemas.openxmlformats.org/package/2006/relationships"><Relationship Type="http://schemas.openxmlformats.org/officeDocument/2006/relationships/slideLayout" Target="/ppt/slideLayouts/slideLayout6.xml" Id="Rb1a75b2872994095"/><Relationship Type="http://schemas.openxmlformats.org/officeDocument/2006/relationships/image" Target="../media/image.jpeg" Id="R86c4af7ce78b464b"/><Relationship Type="http://schemas.openxmlformats.org/officeDocument/2006/relationships/notesSlide" Target="/ppt/notesSlides/notesSlide29.xml" Id="R19d889886ad049b7"/></Relationships>
</file>

<file path=ppt/slides/_rels/slide30.xml.rels><Relationships xmlns="http://schemas.openxmlformats.org/package/2006/relationships"><Relationship Type="http://schemas.openxmlformats.org/officeDocument/2006/relationships/slideLayout" Target="/ppt/slideLayouts/slideLayout6.xml" Id="R0fa67c5cece84ac3"/><Relationship Type="http://schemas.openxmlformats.org/officeDocument/2006/relationships/image" Target="../media/image.jpeg" Id="Rce17455cd4274e9b"/><Relationship Type="http://schemas.openxmlformats.org/officeDocument/2006/relationships/notesSlide" Target="/ppt/notesSlides/notesSlide30.xml" Id="R85f7db364dd9495e"/></Relationships>
</file>

<file path=ppt/slides/_rels/slide31.xml.rels><Relationships xmlns="http://schemas.openxmlformats.org/package/2006/relationships"><Relationship Type="http://schemas.openxmlformats.org/officeDocument/2006/relationships/slideLayout" Target="/ppt/slideLayouts/slideLayout6.xml" Id="R8b7095656f4540a9"/><Relationship Type="http://schemas.openxmlformats.org/officeDocument/2006/relationships/image" Target="../media/image.jpeg" Id="R36824b15b66a4c50"/><Relationship Type="http://schemas.openxmlformats.org/officeDocument/2006/relationships/notesSlide" Target="/ppt/notesSlides/notesSlide31.xml" Id="Rcbcc9cd7c0d14e3a"/></Relationships>
</file>

<file path=ppt/slides/_rels/slide32.xml.rels><Relationships xmlns="http://schemas.openxmlformats.org/package/2006/relationships"><Relationship Type="http://schemas.openxmlformats.org/officeDocument/2006/relationships/slideLayout" Target="/ppt/slideLayouts/slideLayout6.xml" Id="Ra4fd617d20af4ace"/><Relationship Type="http://schemas.openxmlformats.org/officeDocument/2006/relationships/image" Target="../media/image.jpeg" Id="R3886f9ec917641dc"/><Relationship Type="http://schemas.openxmlformats.org/officeDocument/2006/relationships/notesSlide" Target="/ppt/notesSlides/notesSlide32.xml" Id="Rdbec3e7b8b5e41ba"/></Relationships>
</file>

<file path=ppt/slides/_rels/slide33.xml.rels><Relationships xmlns="http://schemas.openxmlformats.org/package/2006/relationships"><Relationship Type="http://schemas.openxmlformats.org/officeDocument/2006/relationships/slideLayout" Target="/ppt/slideLayouts/slideLayout6.xml" Id="R518b9d9dc9ed4b27"/><Relationship Type="http://schemas.openxmlformats.org/officeDocument/2006/relationships/image" Target="../media/image.jpeg" Id="R6783eab7c3fb4660"/><Relationship Type="http://schemas.openxmlformats.org/officeDocument/2006/relationships/notesSlide" Target="/ppt/notesSlides/notesSlide33.xml" Id="R12205dc6fc9f40d4"/></Relationships>
</file>

<file path=ppt/slides/_rels/slide34.xml.rels><Relationships xmlns="http://schemas.openxmlformats.org/package/2006/relationships"><Relationship Type="http://schemas.openxmlformats.org/officeDocument/2006/relationships/slideLayout" Target="/ppt/slideLayouts/slideLayout6.xml" Id="R9675ffbd19024c47"/><Relationship Type="http://schemas.openxmlformats.org/officeDocument/2006/relationships/image" Target="../media/image.jpeg" Id="R24600879e3d2412d"/><Relationship Type="http://schemas.openxmlformats.org/officeDocument/2006/relationships/notesSlide" Target="/ppt/notesSlides/notesSlide34.xml" Id="R51cd1ba1809d4afc"/></Relationships>
</file>

<file path=ppt/slides/_rels/slide35.xml.rels><Relationships xmlns="http://schemas.openxmlformats.org/package/2006/relationships"><Relationship Type="http://schemas.openxmlformats.org/officeDocument/2006/relationships/slideLayout" Target="/ppt/slideLayouts/slideLayout6.xml" Id="Rd74c9f37bb36432f"/><Relationship Type="http://schemas.openxmlformats.org/officeDocument/2006/relationships/image" Target="../media/image.jpeg" Id="R7f476ed58c434aec"/><Relationship Type="http://schemas.openxmlformats.org/officeDocument/2006/relationships/notesSlide" Target="/ppt/notesSlides/notesSlide35.xml" Id="R2dffa58e135a47cf"/></Relationships>
</file>

<file path=ppt/slides/_rels/slide36.xml.rels><Relationships xmlns="http://schemas.openxmlformats.org/package/2006/relationships"><Relationship Type="http://schemas.openxmlformats.org/officeDocument/2006/relationships/slideLayout" Target="/ppt/slideLayouts/slideLayout6.xml" Id="R5b85562aa54d4e69"/><Relationship Type="http://schemas.openxmlformats.org/officeDocument/2006/relationships/image" Target="../media/image.jpeg" Id="R0227ad71b41d486a"/><Relationship Type="http://schemas.openxmlformats.org/officeDocument/2006/relationships/notesSlide" Target="/ppt/notesSlides/notesSlide36.xml" Id="R7b47b25da38946e2"/></Relationships>
</file>

<file path=ppt/slides/_rels/slide37.xml.rels><Relationships xmlns="http://schemas.openxmlformats.org/package/2006/relationships"><Relationship Type="http://schemas.openxmlformats.org/officeDocument/2006/relationships/slideLayout" Target="/ppt/slideLayouts/slideLayout6.xml" Id="R5beaaa09de8d45dc"/><Relationship Type="http://schemas.openxmlformats.org/officeDocument/2006/relationships/image" Target="../media/image.jpeg" Id="Rd3c3b7a4f949407e"/><Relationship Type="http://schemas.openxmlformats.org/officeDocument/2006/relationships/notesSlide" Target="/ppt/notesSlides/notesSlide37.xml" Id="Rfc87e9b7af154c62"/></Relationships>
</file>

<file path=ppt/slides/_rels/slide38.xml.rels><Relationships xmlns="http://schemas.openxmlformats.org/package/2006/relationships"><Relationship Type="http://schemas.openxmlformats.org/officeDocument/2006/relationships/slideLayout" Target="/ppt/slideLayouts/slideLayout6.xml" Id="R8e146a548b334ffd"/><Relationship Type="http://schemas.openxmlformats.org/officeDocument/2006/relationships/image" Target="../media/image.jpeg" Id="R6e3dd7742cd5405a"/><Relationship Type="http://schemas.openxmlformats.org/officeDocument/2006/relationships/notesSlide" Target="/ppt/notesSlides/notesSlide38.xml" Id="Raad1737f95224885"/></Relationships>
</file>

<file path=ppt/slides/_rels/slide39.xml.rels><Relationships xmlns="http://schemas.openxmlformats.org/package/2006/relationships"><Relationship Type="http://schemas.openxmlformats.org/officeDocument/2006/relationships/slideLayout" Target="/ppt/slideLayouts/slideLayout6.xml" Id="Rc7c51c5e915f4c23"/><Relationship Type="http://schemas.openxmlformats.org/officeDocument/2006/relationships/image" Target="../media/image.jpeg" Id="Rad7a39617e564edd"/><Relationship Type="http://schemas.openxmlformats.org/officeDocument/2006/relationships/notesSlide" Target="/ppt/notesSlides/notesSlide39.xml" Id="Ra771733551f74f12"/></Relationships>
</file>

<file path=ppt/slides/_rels/slide40.xml.rels><Relationships xmlns="http://schemas.openxmlformats.org/package/2006/relationships"><Relationship Type="http://schemas.openxmlformats.org/officeDocument/2006/relationships/slideLayout" Target="/ppt/slideLayouts/slideLayout6.xml" Id="R97d154252b454c5a"/><Relationship Type="http://schemas.openxmlformats.org/officeDocument/2006/relationships/image" Target="../media/image.jpeg" Id="R00946220fc314cab"/><Relationship Type="http://schemas.openxmlformats.org/officeDocument/2006/relationships/notesSlide" Target="/ppt/notesSlides/notesSlide40.xml" Id="R2bbef1baac14477f"/></Relationships>
</file>

<file path=ppt/slides/_rels/slide41.xml.rels><Relationships xmlns="http://schemas.openxmlformats.org/package/2006/relationships"><Relationship Type="http://schemas.openxmlformats.org/officeDocument/2006/relationships/slideLayout" Target="/ppt/slideLayouts/slideLayout6.xml" Id="Ra2b02f74d0774617"/><Relationship Type="http://schemas.openxmlformats.org/officeDocument/2006/relationships/image" Target="../media/image.jpeg" Id="R6d42f86a2e7d4dea"/><Relationship Type="http://schemas.openxmlformats.org/officeDocument/2006/relationships/notesSlide" Target="/ppt/notesSlides/notesSlide41.xml" Id="Re0aafe59fbe34e56"/></Relationships>
</file>

<file path=ppt/slides/_rels/slide42.xml.rels><Relationships xmlns="http://schemas.openxmlformats.org/package/2006/relationships"><Relationship Type="http://schemas.openxmlformats.org/officeDocument/2006/relationships/slideLayout" Target="/ppt/slideLayouts/slideLayout6.xml" Id="R974b600853df419f"/><Relationship Type="http://schemas.openxmlformats.org/officeDocument/2006/relationships/image" Target="../media/image.jpeg" Id="R5bdbe3b525584b42"/><Relationship Type="http://schemas.openxmlformats.org/officeDocument/2006/relationships/notesSlide" Target="/ppt/notesSlides/notesSlide42.xml" Id="Raa47b0468c6b459d"/></Relationships>
</file>

<file path=ppt/slides/_rels/slide43.xml.rels><Relationships xmlns="http://schemas.openxmlformats.org/package/2006/relationships"><Relationship Type="http://schemas.openxmlformats.org/officeDocument/2006/relationships/slideLayout" Target="/ppt/slideLayouts/slideLayout6.xml" Id="R690bee19551a4bc3"/><Relationship Type="http://schemas.openxmlformats.org/officeDocument/2006/relationships/image" Target="../media/image.jpeg" Id="R44804afac926465e"/><Relationship Type="http://schemas.openxmlformats.org/officeDocument/2006/relationships/notesSlide" Target="/ppt/notesSlides/notesSlide43.xml" Id="R8ed9913452ad42ae"/></Relationships>
</file>

<file path=ppt/slides/_rels/slide44.xml.rels><Relationships xmlns="http://schemas.openxmlformats.org/package/2006/relationships"><Relationship Type="http://schemas.openxmlformats.org/officeDocument/2006/relationships/slideLayout" Target="/ppt/slideLayouts/slideLayout6.xml" Id="Rf6ca2f63bdeb4c78"/><Relationship Type="http://schemas.openxmlformats.org/officeDocument/2006/relationships/image" Target="../media/image.jpeg" Id="Rbf4477dbf5484536"/><Relationship Type="http://schemas.openxmlformats.org/officeDocument/2006/relationships/notesSlide" Target="/ppt/notesSlides/notesSlide44.xml" Id="R045462aef2e04fb5"/></Relationships>
</file>

<file path=ppt/slides/_rels/slide45.xml.rels><Relationships xmlns="http://schemas.openxmlformats.org/package/2006/relationships"><Relationship Type="http://schemas.openxmlformats.org/officeDocument/2006/relationships/slideLayout" Target="/ppt/slideLayouts/slideLayout6.xml" Id="R1c0824e1c5124956"/><Relationship Type="http://schemas.openxmlformats.org/officeDocument/2006/relationships/image" Target="../media/image.jpeg" Id="R8c874245eebf4584"/><Relationship Type="http://schemas.openxmlformats.org/officeDocument/2006/relationships/notesSlide" Target="/ppt/notesSlides/notesSlide45.xml" Id="R0789a9d50d644b78"/></Relationships>
</file>

<file path=ppt/slides/_rels/slide46.xml.rels><Relationships xmlns="http://schemas.openxmlformats.org/package/2006/relationships"><Relationship Type="http://schemas.openxmlformats.org/officeDocument/2006/relationships/slideLayout" Target="/ppt/slideLayouts/slideLayout6.xml" Id="R4a7729950cdd49ad"/><Relationship Type="http://schemas.openxmlformats.org/officeDocument/2006/relationships/image" Target="../media/image.jpeg" Id="R57b1089675904d53"/><Relationship Type="http://schemas.openxmlformats.org/officeDocument/2006/relationships/notesSlide" Target="/ppt/notesSlides/notesSlide46.xml" Id="Re1295b41601040de"/></Relationships>
</file>

<file path=ppt/slides/_rels/slide47.xml.rels><Relationships xmlns="http://schemas.openxmlformats.org/package/2006/relationships"><Relationship Type="http://schemas.openxmlformats.org/officeDocument/2006/relationships/slideLayout" Target="/ppt/slideLayouts/slideLayout6.xml" Id="Rcf0a61c3b05f4431"/><Relationship Type="http://schemas.openxmlformats.org/officeDocument/2006/relationships/image" Target="../media/image.jpeg" Id="R5206ad36663a4c0c"/><Relationship Type="http://schemas.openxmlformats.org/officeDocument/2006/relationships/notesSlide" Target="/ppt/notesSlides/notesSlide47.xml" Id="Rb5513cae5bcc4775"/></Relationships>
</file>

<file path=ppt/slides/_rels/slide48.xml.rels><Relationships xmlns="http://schemas.openxmlformats.org/package/2006/relationships"><Relationship Type="http://schemas.openxmlformats.org/officeDocument/2006/relationships/slideLayout" Target="/ppt/slideLayouts/slideLayout6.xml" Id="R3ddf9cc67e744420"/><Relationship Type="http://schemas.openxmlformats.org/officeDocument/2006/relationships/image" Target="../media/image.jpeg" Id="Rdbdcc89f93c34d5e"/><Relationship Type="http://schemas.openxmlformats.org/officeDocument/2006/relationships/notesSlide" Target="/ppt/notesSlides/notesSlide48.xml" Id="R1d59ca8ffa76441d"/></Relationships>
</file>

<file path=ppt/slides/_rels/slide49.xml.rels><Relationships xmlns="http://schemas.openxmlformats.org/package/2006/relationships"><Relationship Type="http://schemas.openxmlformats.org/officeDocument/2006/relationships/slideLayout" Target="/ppt/slideLayouts/slideLayout6.xml" Id="Rf3c37b10e11a4f5f"/><Relationship Type="http://schemas.openxmlformats.org/officeDocument/2006/relationships/image" Target="../media/image.jpeg" Id="R0d34b1ab108a4c98"/><Relationship Type="http://schemas.openxmlformats.org/officeDocument/2006/relationships/notesSlide" Target="/ppt/notesSlides/notesSlide49.xml" Id="Rbdafae69af4f40c4"/></Relationships>
</file>

<file path=ppt/slides/_rels/slide50.xml.rels><Relationships xmlns="http://schemas.openxmlformats.org/package/2006/relationships"><Relationship Type="http://schemas.openxmlformats.org/officeDocument/2006/relationships/slideLayout" Target="/ppt/slideLayouts/slideLayout6.xml" Id="Re72bf69c20cb4a4a"/><Relationship Type="http://schemas.openxmlformats.org/officeDocument/2006/relationships/image" Target="../media/image.jpeg" Id="R9432657ea119474b"/><Relationship Type="http://schemas.openxmlformats.org/officeDocument/2006/relationships/notesSlide" Target="/ppt/notesSlides/notesSlide50.xml" Id="R49efe5ce5fd1413f"/></Relationships>
</file>

<file path=ppt/slides/_rels/slide51.xml.rels><Relationships xmlns="http://schemas.openxmlformats.org/package/2006/relationships"><Relationship Type="http://schemas.openxmlformats.org/officeDocument/2006/relationships/slideLayout" Target="/ppt/slideLayouts/slideLayout6.xml" Id="R8a5f3e7e10c7458e"/><Relationship Type="http://schemas.openxmlformats.org/officeDocument/2006/relationships/image" Target="../media/image.jpeg" Id="Rf21bd01c5dd0413f"/><Relationship Type="http://schemas.openxmlformats.org/officeDocument/2006/relationships/notesSlide" Target="/ppt/notesSlides/notesSlide51.xml" Id="Rb86d1435d06f4c65"/></Relationships>
</file>

<file path=ppt/slides/_rels/slide52.xml.rels><Relationships xmlns="http://schemas.openxmlformats.org/package/2006/relationships"><Relationship Type="http://schemas.openxmlformats.org/officeDocument/2006/relationships/slideLayout" Target="/ppt/slideLayouts/slideLayout6.xml" Id="Rad6e1d39f3c7419a"/><Relationship Type="http://schemas.openxmlformats.org/officeDocument/2006/relationships/image" Target="../media/image.jpeg" Id="R7372d7d0273a48e3"/><Relationship Type="http://schemas.openxmlformats.org/officeDocument/2006/relationships/notesSlide" Target="/ppt/notesSlides/notesSlide52.xml" Id="R5296d15806ff45bc"/></Relationships>
</file>

<file path=ppt/slides/_rels/slide53.xml.rels><Relationships xmlns="http://schemas.openxmlformats.org/package/2006/relationships"><Relationship Type="http://schemas.openxmlformats.org/officeDocument/2006/relationships/slideLayout" Target="/ppt/slideLayouts/slideLayout6.xml" Id="R26aaad1ea9ee4f22"/><Relationship Type="http://schemas.openxmlformats.org/officeDocument/2006/relationships/image" Target="../media/image.jpeg" Id="R2cde0d42a4bd4799"/><Relationship Type="http://schemas.openxmlformats.org/officeDocument/2006/relationships/notesSlide" Target="/ppt/notesSlides/notesSlide53.xml" Id="R80ff16441a74414c"/></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02238924-F49E-488B-B065-4AF7A88DA34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4A6267AA-F031-42D9-9AE3-B15960458A34}"/>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0 min · 0 to 0</a:t>
            </a:r>
          </a:p>
        </p:txBody>
      </p:sp>
      <p:sp>
        <p:nvSpPr>
          <p:cNvPr id="3" name="text">
            <a:extLst xmlns:a="http://schemas.openxmlformats.org/drawingml/2006/main">
              <a:ext uri="{FF2B5EF4-FFF2-40B4-BE49-F238E27FC236}">
                <a16:creationId xmlns:a16="http://schemas.microsoft.com/office/drawing/2014/main" id="{3E085D2C-4893-494F-8771-E2EA7CABBF03}"/>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Use: Amylase and pH: Continuous-Sampling Investigation</a:t>
            </a:r>
          </a:p>
        </p:txBody>
      </p:sp>
      <p:pic>
        <p:nvPicPr>
          <p:cNvPr id="4" name="">
            <a:extLst xmlns:a="http://schemas.openxmlformats.org/drawingml/2006/main">
              <a:ext uri="{FF2B5EF4-FFF2-40B4-BE49-F238E27FC236}">
                <a16:creationId xmlns:a16="http://schemas.microsoft.com/office/drawing/2014/main" id="{8220CEEB-770E-4A2D-BB0C-9668A1560EA6}"/>
              </a:ext>
            </a:extLst>
          </p:cNvPr>
          <p:cNvPicPr>
            <a:picLocks xmlns:a="http://schemas.openxmlformats.org/drawingml/2006/main" noChangeAspect="1"/>
          </p:cNvPicPr>
          <p:nvPr/>
        </p:nvPicPr>
        <p:blipFill>
          <a:blip xmlns:r="http://schemas.openxmlformats.org/officeDocument/2006/relationships" xmlns:a="http://schemas.openxmlformats.org/drawingml/2006/main" r:embed="Rfea07fe8fafc4670"/>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F5B40C5-D145-4866-A019-14C4D5F4ADD4}"/>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8F05B9F-3573-4E69-B269-611699089DE0}"/>
              </a:ext>
            </a:extLst>
          </p:cNvPr>
          <p:cNvSpPr>
            <a:spLocks xmlns:a="http://schemas.openxmlformats.org/drawingml/2006/main" noGrp="1"/>
          </p:cNvSpPr>
          <p:nvPr/>
        </p:nvSpPr>
        <p:spPr>
          <a:xfrm xmlns:a="http://schemas.openxmlformats.org/drawingml/2006/main">
            <a:off x="409575" y="1666875"/>
            <a:ext cx="11372850" cy="647700"/>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4A682EAB-D42D-4ABD-8EEB-FC7D33EDD1DC}"/>
              </a:ext>
            </a:extLst>
          </p:cNvPr>
          <p:cNvSpPr>
            <a:spLocks xmlns:a="http://schemas.openxmlformats.org/drawingml/2006/main" noGrp="1"/>
          </p:cNvSpPr>
          <p:nvPr/>
        </p:nvSpPr>
        <p:spPr>
          <a:xfrm xmlns:a="http://schemas.openxmlformats.org/drawingml/2006/main">
            <a:off x="457200" y="16764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Put the steps in order: get ready, start timing, then take samples. Give a reason for one choice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about evidence.</a:t>
            </a:r>
          </a:p>
        </p:txBody>
      </p:sp>
      <p:sp>
        <p:nvSpPr>
          <p:cNvPr id="8" name="">
            <a:extLst xmlns:a="http://schemas.openxmlformats.org/drawingml/2006/main">
              <a:ext uri="{FF2B5EF4-FFF2-40B4-BE49-F238E27FC236}">
                <a16:creationId xmlns:a16="http://schemas.microsoft.com/office/drawing/2014/main" id="{F9EA3C3F-74AE-4AF2-ACB8-A37A55B99E92}"/>
              </a:ext>
            </a:extLst>
          </p:cNvPr>
          <p:cNvSpPr>
            <a:spLocks xmlns:a="http://schemas.openxmlformats.org/drawingml/2006/main" noGrp="1"/>
          </p:cNvSpPr>
          <p:nvPr/>
        </p:nvSpPr>
        <p:spPr>
          <a:xfrm xmlns:a="http://schemas.openxmlformats.org/drawingml/2006/main">
            <a:off x="409575" y="2352675"/>
            <a:ext cx="11372850" cy="647700"/>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2D09B0AA-C12A-43EC-9FDE-271ABA7009C5}"/>
              </a:ext>
            </a:extLst>
          </p:cNvPr>
          <p:cNvSpPr>
            <a:spLocks xmlns:a="http://schemas.openxmlformats.org/drawingml/2006/main" noGrp="1"/>
          </p:cNvSpPr>
          <p:nvPr/>
        </p:nvSpPr>
        <p:spPr>
          <a:xfrm xmlns:a="http://schemas.openxmlformats.org/drawingml/2006/main">
            <a:off x="457200" y="23622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Find the first iodine endpoint seen. Record its time. State the limit caused by the time gap</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between samples.</a:t>
            </a:r>
          </a:p>
        </p:txBody>
      </p:sp>
      <p:sp>
        <p:nvSpPr>
          <p:cNvPr id="10" name="">
            <a:extLst xmlns:a="http://schemas.openxmlformats.org/drawingml/2006/main">
              <a:ext uri="{FF2B5EF4-FFF2-40B4-BE49-F238E27FC236}">
                <a16:creationId xmlns:a16="http://schemas.microsoft.com/office/drawing/2014/main" id="{6855BFB0-1E6C-44F1-85CD-A8580C8B7FAF}"/>
              </a:ext>
            </a:extLst>
          </p:cNvPr>
          <p:cNvSpPr>
            <a:spLocks xmlns:a="http://schemas.openxmlformats.org/drawingml/2006/main" noGrp="1"/>
          </p:cNvSpPr>
          <p:nvPr/>
        </p:nvSpPr>
        <p:spPr>
          <a:xfrm xmlns:a="http://schemas.openxmlformats.org/drawingml/2006/main">
            <a:off x="409575" y="3038475"/>
            <a:ext cx="11372850" cy="647700"/>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CBCF4126-17A1-4185-AA97-F96AE54A7501}"/>
              </a:ext>
            </a:extLst>
          </p:cNvPr>
          <p:cNvSpPr>
            <a:spLocks xmlns:a="http://schemas.openxmlformats.org/drawingml/2006/main" noGrp="1"/>
          </p:cNvSpPr>
          <p:nvPr/>
        </p:nvSpPr>
        <p:spPr>
          <a:xfrm xmlns:a="http://schemas.openxmlformats.org/drawingml/2006/main">
            <a:off x="457200" y="30480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the raw results to compare. Match the conditions. Give a comparison that the observations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support.</a:t>
            </a:r>
          </a:p>
        </p:txBody>
      </p:sp>
      <p:sp>
        <p:nvSpPr>
          <p:cNvPr id="12" name="text">
            <a:extLst xmlns:a="http://schemas.openxmlformats.org/drawingml/2006/main">
              <a:ext uri="{FF2B5EF4-FFF2-40B4-BE49-F238E27FC236}">
                <a16:creationId xmlns:a16="http://schemas.microsoft.com/office/drawing/2014/main" id="{03B569DE-E33A-4DEB-8275-8E4844675EF8}"/>
              </a:ext>
            </a:extLst>
          </p:cNvPr>
          <p:cNvSpPr>
            <a:spLocks xmlns:a="http://schemas.openxmlformats.org/drawingml/2006/main" noGrp="1"/>
          </p:cNvSpPr>
          <p:nvPr/>
        </p:nvSpPr>
        <p:spPr>
          <a:xfrm xmlns:a="http://schemas.openxmlformats.org/drawingml/2006/main">
            <a:off x="457200" y="37338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40 minutes · take a pause when you need one. You may pass on a personal example.</a:t>
            </a:r>
          </a:p>
        </p:txBody>
      </p:sp>
      <p:sp>
        <p:nvSpPr>
          <p:cNvPr id="13" name="text">
            <a:extLst xmlns:a="http://schemas.openxmlformats.org/drawingml/2006/main">
              <a:ext uri="{FF2B5EF4-FFF2-40B4-BE49-F238E27FC236}">
                <a16:creationId xmlns:a16="http://schemas.microsoft.com/office/drawing/2014/main" id="{5214D4EF-1AD6-4DDA-95A7-EBA71B487186}"/>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4" name="text">
            <a:extLst xmlns:a="http://schemas.openxmlformats.org/drawingml/2006/main">
              <a:ext uri="{FF2B5EF4-FFF2-40B4-BE49-F238E27FC236}">
                <a16:creationId xmlns:a16="http://schemas.microsoft.com/office/drawing/2014/main" id="{220A74C2-DC25-4FB2-87F5-CAF2F4BA60E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5" name="text">
            <a:extLst xmlns:a="http://schemas.openxmlformats.org/drawingml/2006/main">
              <a:ext uri="{FF2B5EF4-FFF2-40B4-BE49-F238E27FC236}">
                <a16:creationId xmlns:a16="http://schemas.microsoft.com/office/drawing/2014/main" id="{BC9FC0A0-7CE4-42D2-9646-7A53B25113A7}"/>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 / 53</a:t>
            </a:r>
          </a:p>
        </p:txBody>
      </p:sp>
      <p:sp>
        <p:nvSpPr>
          <p:cNvPr id="16" name="text">
            <a:extLst xmlns:a="http://schemas.openxmlformats.org/drawingml/2006/main">
              <a:ext uri="{FF2B5EF4-FFF2-40B4-BE49-F238E27FC236}">
                <a16:creationId xmlns:a16="http://schemas.microsoft.com/office/drawing/2014/main" id="{D712AD34-B2FA-405F-9137-714F43A3F319}"/>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9501206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879D2797-70E6-4526-92A6-CC82D90CB7A8}"/>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F6610DDC-0FED-436B-B160-4BCBC176BE7C}"/>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00865C04-C65E-481A-AFF9-5D356A69A41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609D5CEB-CFA6-4CDB-81F4-15884974C784}"/>
              </a:ext>
            </a:extLst>
          </p:cNvPr>
          <p:cNvPicPr>
            <a:picLocks xmlns:a="http://schemas.openxmlformats.org/drawingml/2006/main" noChangeAspect="1"/>
          </p:cNvPicPr>
          <p:nvPr/>
        </p:nvPicPr>
        <p:blipFill>
          <a:blip xmlns:r="http://schemas.openxmlformats.org/officeDocument/2006/relationships" xmlns:a="http://schemas.openxmlformats.org/drawingml/2006/main" r:embed="R40bbaf7ef866409f"/>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A31BD24-89C0-4975-A70F-6A0304FF5274}"/>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13C9969-BDBB-4C3D-9F9C-389F9ED12D22}"/>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73CA8D3A-DC60-47F6-BFA3-14EEA971972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381A00C7-6583-45BA-9D9D-BB96330D8CED}"/>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Supported</a:t>
            </a:r>
          </a:p>
        </p:txBody>
      </p:sp>
      <p:sp>
        <p:nvSpPr>
          <p:cNvPr id="9" name="text">
            <a:extLst xmlns:a="http://schemas.openxmlformats.org/drawingml/2006/main">
              <a:ext uri="{FF2B5EF4-FFF2-40B4-BE49-F238E27FC236}">
                <a16:creationId xmlns:a16="http://schemas.microsoft.com/office/drawing/2014/main" id="{BE3B6633-B153-4D7F-969F-5E031BC54B86}"/>
              </a:ext>
            </a:extLst>
          </p:cNvPr>
          <p:cNvSpPr>
            <a:spLocks xmlns:a="http://schemas.openxmlformats.org/drawingml/2006/main" noGrp="1"/>
          </p:cNvSpPr>
          <p:nvPr/>
        </p:nvSpPr>
        <p:spPr>
          <a:xfrm xmlns:a="http://schemas.openxmlformats.org/drawingml/2006/main">
            <a:off x="457200" y="245745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What you need for today: Use the colour key, supplied timeline, method cards and your book.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Distinguish illustrative observations from any actual observations. You may direct, point, speak,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draw or write. No missed work is needed first.</a:t>
            </a:r>
          </a:p>
        </p:txBody>
      </p:sp>
      <p:sp>
        <p:nvSpPr>
          <p:cNvPr id="10" name="text">
            <a:extLst xmlns:a="http://schemas.openxmlformats.org/drawingml/2006/main">
              <a:ext uri="{FF2B5EF4-FFF2-40B4-BE49-F238E27FC236}">
                <a16:creationId xmlns:a16="http://schemas.microsoft.com/office/drawing/2014/main" id="{9851DA71-88E5-4643-9C74-4428FC4C77F7}"/>
              </a:ext>
            </a:extLst>
          </p:cNvPr>
          <p:cNvSpPr>
            <a:spLocks xmlns:a="http://schemas.openxmlformats.org/drawingml/2006/main" noGrp="1"/>
          </p:cNvSpPr>
          <p:nvPr/>
        </p:nvSpPr>
        <p:spPr>
          <a:xfrm xmlns:a="http://schemas.openxmlformats.org/drawingml/2006/main">
            <a:off x="457200" y="34385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Enzyme and substrate</a:t>
            </a:r>
          </a:p>
        </p:txBody>
      </p:sp>
      <p:sp>
        <p:nvSpPr>
          <p:cNvPr id="11" name="text">
            <a:extLst xmlns:a="http://schemas.openxmlformats.org/drawingml/2006/main">
              <a:ext uri="{FF2B5EF4-FFF2-40B4-BE49-F238E27FC236}">
                <a16:creationId xmlns:a16="http://schemas.microsoft.com/office/drawing/2014/main" id="{35317552-844D-40DB-8354-F283EB335318}"/>
              </a:ext>
            </a:extLst>
          </p:cNvPr>
          <p:cNvSpPr>
            <a:spLocks xmlns:a="http://schemas.openxmlformats.org/drawingml/2006/main" noGrp="1"/>
          </p:cNvSpPr>
          <p:nvPr/>
        </p:nvSpPr>
        <p:spPr>
          <a:xfrm xmlns:a="http://schemas.openxmlformats.org/drawingml/2006/main">
            <a:off x="457200" y="38290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Link to today: Amylase is the enzyme; starch is its substrate. Which one speeds up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breakdown reaction?</a:t>
            </a:r>
          </a:p>
        </p:txBody>
      </p:sp>
      <p:sp>
        <p:nvSpPr>
          <p:cNvPr id="12" name="text">
            <a:extLst xmlns:a="http://schemas.openxmlformats.org/drawingml/2006/main">
              <a:ext uri="{FF2B5EF4-FFF2-40B4-BE49-F238E27FC236}">
                <a16:creationId xmlns:a16="http://schemas.microsoft.com/office/drawing/2014/main" id="{6F3E8372-0BF7-477D-BE36-8C58A1C78E16}"/>
              </a:ext>
            </a:extLst>
          </p:cNvPr>
          <p:cNvSpPr>
            <a:spLocks xmlns:a="http://schemas.openxmlformats.org/drawingml/2006/main" noGrp="1"/>
          </p:cNvSpPr>
          <p:nvPr/>
        </p:nvSpPr>
        <p:spPr>
          <a:xfrm xmlns:a="http://schemas.openxmlformats.org/drawingml/2006/main">
            <a:off x="457200" y="45148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An enzyme is a biological catalyst: it speeds up a reaction without being used up.</a:t>
            </a:r>
          </a:p>
        </p:txBody>
      </p:sp>
      <p:sp>
        <p:nvSpPr>
          <p:cNvPr id="13" name="text">
            <a:extLst xmlns:a="http://schemas.openxmlformats.org/drawingml/2006/main">
              <a:ext uri="{FF2B5EF4-FFF2-40B4-BE49-F238E27FC236}">
                <a16:creationId xmlns:a16="http://schemas.microsoft.com/office/drawing/2014/main" id="{968A0E86-D811-4AA7-A0A5-D6CE48377F09}"/>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4" name="text">
            <a:extLst xmlns:a="http://schemas.openxmlformats.org/drawingml/2006/main">
              <a:ext uri="{FF2B5EF4-FFF2-40B4-BE49-F238E27FC236}">
                <a16:creationId xmlns:a16="http://schemas.microsoft.com/office/drawing/2014/main" id="{341736CA-D4DD-4637-B5F5-8FAE55FA59E0}"/>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5" name="text">
            <a:extLst xmlns:a="http://schemas.openxmlformats.org/drawingml/2006/main">
              <a:ext uri="{FF2B5EF4-FFF2-40B4-BE49-F238E27FC236}">
                <a16:creationId xmlns:a16="http://schemas.microsoft.com/office/drawing/2014/main" id="{D3F2EDDB-2470-4C74-8A6F-12F538AED47F}"/>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 / 53</a:t>
            </a:r>
          </a:p>
        </p:txBody>
      </p:sp>
      <p:sp>
        <p:nvSpPr>
          <p:cNvPr id="16" name="text">
            <a:extLst xmlns:a="http://schemas.openxmlformats.org/drawingml/2006/main">
              <a:ext uri="{FF2B5EF4-FFF2-40B4-BE49-F238E27FC236}">
                <a16:creationId xmlns:a16="http://schemas.microsoft.com/office/drawing/2014/main" id="{C40BA668-0A53-408D-962F-559F9DC22F63}"/>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7126876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E28FDE99-6704-4957-9A09-36F8D1D37C6C}"/>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7DBD472D-0515-427E-B820-536BC4977159}"/>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398FA817-46E4-427D-8278-7FCD52BB9369}"/>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16AD1288-8780-4624-BFFE-FCAB319F0E08}"/>
              </a:ext>
            </a:extLst>
          </p:cNvPr>
          <p:cNvPicPr>
            <a:picLocks xmlns:a="http://schemas.openxmlformats.org/drawingml/2006/main" noChangeAspect="1"/>
          </p:cNvPicPr>
          <p:nvPr/>
        </p:nvPicPr>
        <p:blipFill>
          <a:blip xmlns:r="http://schemas.openxmlformats.org/officeDocument/2006/relationships" xmlns:a="http://schemas.openxmlformats.org/drawingml/2006/main" r:embed="R8168c1e6d59c498f"/>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31EAFB3-2978-4D72-A1D2-9CFD35C594B3}"/>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5682A41-AD11-45B9-BE0B-39E50B1FF1E3}"/>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49F4043-606B-47D3-8F25-991CEB77627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B48C9D88-B2C4-4B8F-90E2-61422FF6243F}"/>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Read the colour</a:t>
            </a:r>
          </a:p>
        </p:txBody>
      </p:sp>
      <p:sp>
        <p:nvSpPr>
          <p:cNvPr id="9" name="text">
            <a:extLst xmlns:a="http://schemas.openxmlformats.org/drawingml/2006/main">
              <a:ext uri="{FF2B5EF4-FFF2-40B4-BE49-F238E27FC236}">
                <a16:creationId xmlns:a16="http://schemas.microsoft.com/office/drawing/2014/main" id="{03791BC3-28C6-4FBF-BE2A-672FBC85225F}"/>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Iodine becomes blue-black with starch. A sampled drop turns blue-black: is starch detected?</a:t>
            </a:r>
          </a:p>
        </p:txBody>
      </p:sp>
      <p:sp>
        <p:nvSpPr>
          <p:cNvPr id="10" name="text">
            <a:extLst xmlns:a="http://schemas.openxmlformats.org/drawingml/2006/main">
              <a:ext uri="{FF2B5EF4-FFF2-40B4-BE49-F238E27FC236}">
                <a16:creationId xmlns:a16="http://schemas.microsoft.com/office/drawing/2014/main" id="{52C7AABC-C380-4DC7-A610-464D28246145}"/>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Blue-black = starch detected. Orange-brown = starch not detected.</a:t>
            </a:r>
          </a:p>
        </p:txBody>
      </p:sp>
      <p:sp>
        <p:nvSpPr>
          <p:cNvPr id="11" name="text">
            <a:extLst xmlns:a="http://schemas.openxmlformats.org/drawingml/2006/main">
              <a:ext uri="{FF2B5EF4-FFF2-40B4-BE49-F238E27FC236}">
                <a16:creationId xmlns:a16="http://schemas.microsoft.com/office/drawing/2014/main" id="{2B50ADF8-6818-4F7D-A123-BD9F23255753}"/>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Recall binding</a:t>
            </a:r>
          </a:p>
        </p:txBody>
      </p:sp>
      <p:sp>
        <p:nvSpPr>
          <p:cNvPr id="12" name="text">
            <a:extLst xmlns:a="http://schemas.openxmlformats.org/drawingml/2006/main">
              <a:ext uri="{FF2B5EF4-FFF2-40B4-BE49-F238E27FC236}">
                <a16:creationId xmlns:a16="http://schemas.microsoft.com/office/drawing/2014/main" id="{CF15CFFC-4813-4323-AA38-2211679D95D0}"/>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Which substrate fits amylase’s active site: starch or an unrelated substrate?</a:t>
            </a:r>
          </a:p>
        </p:txBody>
      </p:sp>
      <p:sp>
        <p:nvSpPr>
          <p:cNvPr id="13" name="text">
            <a:extLst xmlns:a="http://schemas.openxmlformats.org/drawingml/2006/main">
              <a:ext uri="{FF2B5EF4-FFF2-40B4-BE49-F238E27FC236}">
                <a16:creationId xmlns:a16="http://schemas.microsoft.com/office/drawing/2014/main" id="{2F834788-DA57-4C8E-A68F-DC3BC761355B}"/>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4" name="text">
            <a:extLst xmlns:a="http://schemas.openxmlformats.org/drawingml/2006/main">
              <a:ext uri="{FF2B5EF4-FFF2-40B4-BE49-F238E27FC236}">
                <a16:creationId xmlns:a16="http://schemas.microsoft.com/office/drawing/2014/main" id="{FE2757C5-4779-4705-8D58-7BC3B49D9069}"/>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5" name="text">
            <a:extLst xmlns:a="http://schemas.openxmlformats.org/drawingml/2006/main">
              <a:ext uri="{FF2B5EF4-FFF2-40B4-BE49-F238E27FC236}">
                <a16:creationId xmlns:a16="http://schemas.microsoft.com/office/drawing/2014/main" id="{F3DF6396-DFCE-4FF3-B292-502B64A16578}"/>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 / 53</a:t>
            </a:r>
          </a:p>
        </p:txBody>
      </p:sp>
      <p:sp>
        <p:nvSpPr>
          <p:cNvPr id="16" name="text">
            <a:extLst xmlns:a="http://schemas.openxmlformats.org/drawingml/2006/main">
              <a:ext uri="{FF2B5EF4-FFF2-40B4-BE49-F238E27FC236}">
                <a16:creationId xmlns:a16="http://schemas.microsoft.com/office/drawing/2014/main" id="{505E0B75-E3AA-4C1B-B5FF-853A982F48CB}"/>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04255398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9676CDF9-AAD6-4CF1-995A-4EC760E14AB5}"/>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AB8E7B50-51C9-4242-BD4D-3C822386D899}"/>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25A4CAA7-4E76-471C-AFBE-ADB3EE97EE91}"/>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83ABA601-6EC8-4970-BA29-8A98E54C5132}"/>
              </a:ext>
            </a:extLst>
          </p:cNvPr>
          <p:cNvPicPr>
            <a:picLocks xmlns:a="http://schemas.openxmlformats.org/drawingml/2006/main" noChangeAspect="1"/>
          </p:cNvPicPr>
          <p:nvPr/>
        </p:nvPicPr>
        <p:blipFill>
          <a:blip xmlns:r="http://schemas.openxmlformats.org/officeDocument/2006/relationships" xmlns:a="http://schemas.openxmlformats.org/drawingml/2006/main" r:embed="Recd436ee4b634fe8"/>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1034E91-CF76-4294-8C0B-F53CDC120F46}"/>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1DAE5F5-A364-48DF-9A96-E0268A9795D2}"/>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AF2A3D9E-EAF5-4746-8064-021C5CDA258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D873D18C-3D86-45A7-9E9A-94B815B09D79}"/>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Recall the enzyme and substrate model from the previous lesson.</a:t>
            </a:r>
          </a:p>
        </p:txBody>
      </p:sp>
      <p:sp>
        <p:nvSpPr>
          <p:cNvPr id="9" name="text">
            <a:extLst xmlns:a="http://schemas.openxmlformats.org/drawingml/2006/main">
              <a:ext uri="{FF2B5EF4-FFF2-40B4-BE49-F238E27FC236}">
                <a16:creationId xmlns:a16="http://schemas.microsoft.com/office/drawing/2014/main" id="{723E3BA5-E3E4-4BC8-8697-CADD38B5C913}"/>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Prepare the evidence</a:t>
            </a:r>
          </a:p>
        </p:txBody>
      </p:sp>
      <p:sp>
        <p:nvSpPr>
          <p:cNvPr id="10" name="text">
            <a:extLst xmlns:a="http://schemas.openxmlformats.org/drawingml/2006/main">
              <a:ext uri="{FF2B5EF4-FFF2-40B4-BE49-F238E27FC236}">
                <a16:creationId xmlns:a16="http://schemas.microsoft.com/office/drawing/2014/main" id="{DB045DE5-6C6D-4636-9F00-4C6956F0AF73}"/>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Which comes first: prepare the iodine wells / mix and start timing?</a:t>
            </a:r>
          </a:p>
        </p:txBody>
      </p:sp>
      <p:sp>
        <p:nvSpPr>
          <p:cNvPr id="11" name="text">
            <a:extLst xmlns:a="http://schemas.openxmlformats.org/drawingml/2006/main">
              <a:ext uri="{FF2B5EF4-FFF2-40B4-BE49-F238E27FC236}">
                <a16:creationId xmlns:a16="http://schemas.microsoft.com/office/drawing/2014/main" id="{6B4AD9A3-F6BE-43C5-97F6-0D5FC435B52F}"/>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reaction continues after mixing, so the sampling equipment must already be ready.</a:t>
            </a:r>
          </a:p>
        </p:txBody>
      </p:sp>
      <p:sp>
        <p:nvSpPr>
          <p:cNvPr id="12" name="text">
            <a:extLst xmlns:a="http://schemas.openxmlformats.org/drawingml/2006/main">
              <a:ext uri="{FF2B5EF4-FFF2-40B4-BE49-F238E27FC236}">
                <a16:creationId xmlns:a16="http://schemas.microsoft.com/office/drawing/2014/main" id="{AD70C467-12DD-46FB-914F-A4E1CD50DAAB}"/>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E117985F-30D8-45B4-9EA0-9D456F80AB9A}"/>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06D4D3C9-6DB2-46A1-8B24-1BEABDC6B951}"/>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 / 53</a:t>
            </a:r>
          </a:p>
        </p:txBody>
      </p:sp>
      <p:sp>
        <p:nvSpPr>
          <p:cNvPr id="15" name="text">
            <a:extLst xmlns:a="http://schemas.openxmlformats.org/drawingml/2006/main">
              <a:ext uri="{FF2B5EF4-FFF2-40B4-BE49-F238E27FC236}">
                <a16:creationId xmlns:a16="http://schemas.microsoft.com/office/drawing/2014/main" id="{47ADBDDB-9E25-4F59-8D67-824C8A783CF4}"/>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35697050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F04E4FFA-607D-4993-8909-0EDC9EBD3985}"/>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F99AFCDF-BB54-47BD-96E9-D1B525C1BF01}"/>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7FBD350C-702A-4F08-9331-45D065D38264}"/>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F7E83BB9-D120-4689-A838-938533500DCE}"/>
              </a:ext>
            </a:extLst>
          </p:cNvPr>
          <p:cNvPicPr>
            <a:picLocks xmlns:a="http://schemas.openxmlformats.org/drawingml/2006/main" noChangeAspect="1"/>
          </p:cNvPicPr>
          <p:nvPr/>
        </p:nvPicPr>
        <p:blipFill>
          <a:blip xmlns:r="http://schemas.openxmlformats.org/officeDocument/2006/relationships" xmlns:a="http://schemas.openxmlformats.org/drawingml/2006/main" r:embed="R6652f912bfde4eb2"/>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8595F56-1F5A-4421-8096-E220C3C3E35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0A0BDFA-F051-4F85-9180-CC4A881C390F}"/>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7BE7A505-D319-449C-BE95-F1FFEEEFA6D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Supported</a:t>
            </a:r>
          </a:p>
        </p:txBody>
      </p:sp>
      <p:sp>
        <p:nvSpPr>
          <p:cNvPr id="8" name="text">
            <a:extLst xmlns:a="http://schemas.openxmlformats.org/drawingml/2006/main">
              <a:ext uri="{FF2B5EF4-FFF2-40B4-BE49-F238E27FC236}">
                <a16:creationId xmlns:a16="http://schemas.microsoft.com/office/drawing/2014/main" id="{79503ADE-057D-476E-85F3-598470FBC5B3}"/>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Amylase is the enzyme and speeds up starch breakdown.</a:t>
            </a:r>
          </a:p>
        </p:txBody>
      </p:sp>
      <p:sp>
        <p:nvSpPr>
          <p:cNvPr id="9" name="text">
            <a:extLst xmlns:a="http://schemas.openxmlformats.org/drawingml/2006/main">
              <a:ext uri="{FF2B5EF4-FFF2-40B4-BE49-F238E27FC236}">
                <a16:creationId xmlns:a16="http://schemas.microsoft.com/office/drawing/2014/main" id="{31F4F9DD-9C88-47E2-8E7F-4AE14C54B7B2}"/>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Yes, starch is detected in the sampled drop.</a:t>
            </a:r>
          </a:p>
        </p:txBody>
      </p:sp>
      <p:sp>
        <p:nvSpPr>
          <p:cNvPr id="10" name="text">
            <a:extLst xmlns:a="http://schemas.openxmlformats.org/drawingml/2006/main">
              <a:ext uri="{FF2B5EF4-FFF2-40B4-BE49-F238E27FC236}">
                <a16:creationId xmlns:a16="http://schemas.microsoft.com/office/drawing/2014/main" id="{66F16B19-3894-43F9-9C91-89381177E0B7}"/>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Starch fits amylase’s active site.</a:t>
            </a:r>
          </a:p>
        </p:txBody>
      </p:sp>
      <p:sp>
        <p:nvSpPr>
          <p:cNvPr id="11" name="text">
            <a:extLst xmlns:a="http://schemas.openxmlformats.org/drawingml/2006/main">
              <a:ext uri="{FF2B5EF4-FFF2-40B4-BE49-F238E27FC236}">
                <a16:creationId xmlns:a16="http://schemas.microsoft.com/office/drawing/2014/main" id="{6312E8DA-88D1-4190-8DFF-CA30D34B68AE}"/>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Prepare the iodine wells before mixing and starting timing.</a:t>
            </a:r>
          </a:p>
        </p:txBody>
      </p:sp>
      <p:sp>
        <p:nvSpPr>
          <p:cNvPr id="12" name="text">
            <a:extLst xmlns:a="http://schemas.openxmlformats.org/drawingml/2006/main">
              <a:ext uri="{FF2B5EF4-FFF2-40B4-BE49-F238E27FC236}">
                <a16:creationId xmlns:a16="http://schemas.microsoft.com/office/drawing/2014/main" id="{D7155AF5-6CE0-47F8-B475-A525E4A926FD}"/>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1CC8CC2E-92FC-4945-8835-042712EB0BDA}"/>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7D34273E-05E5-4922-B700-0F876F4E1DEB}"/>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5 / 53</a:t>
            </a:r>
          </a:p>
        </p:txBody>
      </p:sp>
      <p:sp>
        <p:nvSpPr>
          <p:cNvPr id="15" name="text">
            <a:extLst xmlns:a="http://schemas.openxmlformats.org/drawingml/2006/main">
              <a:ext uri="{FF2B5EF4-FFF2-40B4-BE49-F238E27FC236}">
                <a16:creationId xmlns:a16="http://schemas.microsoft.com/office/drawing/2014/main" id="{37E382BB-EED1-4E48-9901-A47EA828E219}"/>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2509495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18852E60-420E-41B6-BF5F-19C894C5A8E8}"/>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739F6113-4DED-48B3-ABBE-F12961F136FF}"/>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089A46DD-1166-4B76-91E3-1B11A2660C6F}"/>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4F5DFC34-4ECC-4133-B0FD-BC70374A334E}"/>
              </a:ext>
            </a:extLst>
          </p:cNvPr>
          <p:cNvPicPr>
            <a:picLocks xmlns:a="http://schemas.openxmlformats.org/drawingml/2006/main" noChangeAspect="1"/>
          </p:cNvPicPr>
          <p:nvPr/>
        </p:nvPicPr>
        <p:blipFill>
          <a:blip xmlns:r="http://schemas.openxmlformats.org/officeDocument/2006/relationships" xmlns:a="http://schemas.openxmlformats.org/drawingml/2006/main" r:embed="R072dbe1aaea742ec"/>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C838FB2-DA39-4E6D-A01F-53E5B719506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89CD10F-112E-443A-8A90-52649F31D4A1}"/>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B0C7DB25-F38B-4845-8D24-0E168CCD73E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AB14D19A-F9BB-46E5-B5D1-B72882E83A89}"/>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Independent</a:t>
            </a:r>
          </a:p>
        </p:txBody>
      </p:sp>
      <p:sp>
        <p:nvSpPr>
          <p:cNvPr id="9" name="text">
            <a:extLst xmlns:a="http://schemas.openxmlformats.org/drawingml/2006/main">
              <a:ext uri="{FF2B5EF4-FFF2-40B4-BE49-F238E27FC236}">
                <a16:creationId xmlns:a16="http://schemas.microsoft.com/office/drawing/2014/main" id="{4DECF935-B612-4758-A1E8-11F5D9089BB7}"/>
              </a:ext>
            </a:extLst>
          </p:cNvPr>
          <p:cNvSpPr>
            <a:spLocks xmlns:a="http://schemas.openxmlformats.org/drawingml/2006/main" noGrp="1"/>
          </p:cNvSpPr>
          <p:nvPr/>
        </p:nvSpPr>
        <p:spPr>
          <a:xfrm xmlns:a="http://schemas.openxmlformats.org/drawingml/2006/main">
            <a:off x="457200" y="245745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What you need for today: Use the colour key, supplied timeline, method cards and your book.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Distinguish illustrative observations from any actual observations. You may direct, point, speak,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draw or write. No missed work is needed first.</a:t>
            </a:r>
          </a:p>
        </p:txBody>
      </p:sp>
      <p:sp>
        <p:nvSpPr>
          <p:cNvPr id="10" name="text">
            <a:extLst xmlns:a="http://schemas.openxmlformats.org/drawingml/2006/main">
              <a:ext uri="{FF2B5EF4-FFF2-40B4-BE49-F238E27FC236}">
                <a16:creationId xmlns:a16="http://schemas.microsoft.com/office/drawing/2014/main" id="{FD4D9503-E27E-4DF1-A1E1-C1905C322FAD}"/>
              </a:ext>
            </a:extLst>
          </p:cNvPr>
          <p:cNvSpPr>
            <a:spLocks xmlns:a="http://schemas.openxmlformats.org/drawingml/2006/main" noGrp="1"/>
          </p:cNvSpPr>
          <p:nvPr/>
        </p:nvSpPr>
        <p:spPr>
          <a:xfrm xmlns:a="http://schemas.openxmlformats.org/drawingml/2006/main">
            <a:off x="457200" y="34385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Enzyme and substrate</a:t>
            </a:r>
          </a:p>
        </p:txBody>
      </p:sp>
      <p:sp>
        <p:nvSpPr>
          <p:cNvPr id="11" name="text">
            <a:extLst xmlns:a="http://schemas.openxmlformats.org/drawingml/2006/main">
              <a:ext uri="{FF2B5EF4-FFF2-40B4-BE49-F238E27FC236}">
                <a16:creationId xmlns:a16="http://schemas.microsoft.com/office/drawing/2014/main" id="{224BA58A-12A1-4567-BFA3-7344ADB340EB}"/>
              </a:ext>
            </a:extLst>
          </p:cNvPr>
          <p:cNvSpPr>
            <a:spLocks xmlns:a="http://schemas.openxmlformats.org/drawingml/2006/main" noGrp="1"/>
          </p:cNvSpPr>
          <p:nvPr/>
        </p:nvSpPr>
        <p:spPr>
          <a:xfrm xmlns:a="http://schemas.openxmlformats.org/drawingml/2006/main">
            <a:off x="457200" y="38290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Identify the enzyme and substrate in amylase acting on starch.</a:t>
            </a:r>
          </a:p>
        </p:txBody>
      </p:sp>
      <p:sp>
        <p:nvSpPr>
          <p:cNvPr id="12" name="text">
            <a:extLst xmlns:a="http://schemas.openxmlformats.org/drawingml/2006/main">
              <a:ext uri="{FF2B5EF4-FFF2-40B4-BE49-F238E27FC236}">
                <a16:creationId xmlns:a16="http://schemas.microsoft.com/office/drawing/2014/main" id="{9DFFFE21-115E-4F89-9980-CD631991815A}"/>
              </a:ext>
            </a:extLst>
          </p:cNvPr>
          <p:cNvSpPr>
            <a:spLocks xmlns:a="http://schemas.openxmlformats.org/drawingml/2006/main" noGrp="1"/>
          </p:cNvSpPr>
          <p:nvPr/>
        </p:nvSpPr>
        <p:spPr>
          <a:xfrm xmlns:a="http://schemas.openxmlformats.org/drawingml/2006/main">
            <a:off x="457200" y="42195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Enzyme = catalyst. Substrate = molecule the enzyme acts on.</a:t>
            </a:r>
          </a:p>
        </p:txBody>
      </p:sp>
      <p:sp>
        <p:nvSpPr>
          <p:cNvPr id="13" name="text">
            <a:extLst xmlns:a="http://schemas.openxmlformats.org/drawingml/2006/main">
              <a:ext uri="{FF2B5EF4-FFF2-40B4-BE49-F238E27FC236}">
                <a16:creationId xmlns:a16="http://schemas.microsoft.com/office/drawing/2014/main" id="{F074A179-BEBA-44E1-9981-337201B1F3FB}"/>
              </a:ext>
            </a:extLst>
          </p:cNvPr>
          <p:cNvSpPr>
            <a:spLocks xmlns:a="http://schemas.openxmlformats.org/drawingml/2006/main" noGrp="1"/>
          </p:cNvSpPr>
          <p:nvPr/>
        </p:nvSpPr>
        <p:spPr>
          <a:xfrm xmlns:a="http://schemas.openxmlformats.org/drawingml/2006/main">
            <a:off x="457200" y="46101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Read the colour</a:t>
            </a:r>
          </a:p>
        </p:txBody>
      </p:sp>
      <p:sp>
        <p:nvSpPr>
          <p:cNvPr id="14" name="text">
            <a:extLst xmlns:a="http://schemas.openxmlformats.org/drawingml/2006/main">
              <a:ext uri="{FF2B5EF4-FFF2-40B4-BE49-F238E27FC236}">
                <a16:creationId xmlns:a16="http://schemas.microsoft.com/office/drawing/2014/main" id="{1B7D63B1-0D4A-4A81-BD57-3F86EFBAE69A}"/>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5" name="text">
            <a:extLst xmlns:a="http://schemas.openxmlformats.org/drawingml/2006/main">
              <a:ext uri="{FF2B5EF4-FFF2-40B4-BE49-F238E27FC236}">
                <a16:creationId xmlns:a16="http://schemas.microsoft.com/office/drawing/2014/main" id="{69904491-C4B5-4418-9A02-8A3427213704}"/>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6" name="text">
            <a:extLst xmlns:a="http://schemas.openxmlformats.org/drawingml/2006/main">
              <a:ext uri="{FF2B5EF4-FFF2-40B4-BE49-F238E27FC236}">
                <a16:creationId xmlns:a16="http://schemas.microsoft.com/office/drawing/2014/main" id="{1C77DDE8-B76F-4F48-A7C3-22A77221B17C}"/>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6 / 53</a:t>
            </a:r>
          </a:p>
        </p:txBody>
      </p:sp>
      <p:sp>
        <p:nvSpPr>
          <p:cNvPr id="17" name="text">
            <a:extLst xmlns:a="http://schemas.openxmlformats.org/drawingml/2006/main">
              <a:ext uri="{FF2B5EF4-FFF2-40B4-BE49-F238E27FC236}">
                <a16:creationId xmlns:a16="http://schemas.microsoft.com/office/drawing/2014/main" id="{9F57D9E7-C237-4A60-B24F-1F388E6B379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85390446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CECCFA54-0FD7-4934-929F-4A09F1DC9729}"/>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155094C7-8CC5-4622-8D4C-E5C385D66B6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0D430F5E-2026-445B-91F5-AD61676C11E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5DC9D802-19BF-41B9-9438-310879285EA3}"/>
              </a:ext>
            </a:extLst>
          </p:cNvPr>
          <p:cNvPicPr>
            <a:picLocks xmlns:a="http://schemas.openxmlformats.org/drawingml/2006/main" noChangeAspect="1"/>
          </p:cNvPicPr>
          <p:nvPr/>
        </p:nvPicPr>
        <p:blipFill>
          <a:blip xmlns:r="http://schemas.openxmlformats.org/officeDocument/2006/relationships" xmlns:a="http://schemas.openxmlformats.org/drawingml/2006/main" r:embed="R1182fd0a14334a87"/>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58EC590-0EB3-48D2-8232-DA25329DCB3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689C316-37CC-4AAB-A7CE-5A4BBB34336F}"/>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81386A0-12DD-494E-84A1-AE229D2428E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50ADE9DC-C7D3-499D-9187-16967402C09F}"/>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At 60 s iodine is blue-black; at 90 s it stays orange-brown. Which sampled time first meets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endpoint?</a:t>
            </a:r>
          </a:p>
        </p:txBody>
      </p:sp>
      <p:sp>
        <p:nvSpPr>
          <p:cNvPr id="9" name="text">
            <a:extLst xmlns:a="http://schemas.openxmlformats.org/drawingml/2006/main">
              <a:ext uri="{FF2B5EF4-FFF2-40B4-BE49-F238E27FC236}">
                <a16:creationId xmlns:a16="http://schemas.microsoft.com/office/drawing/2014/main" id="{55D56B62-22C8-4CB9-A16B-AEAA2F807D85}"/>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agreed endpoint is the first sampled time when starch is not detected.</a:t>
            </a:r>
          </a:p>
        </p:txBody>
      </p:sp>
      <p:sp>
        <p:nvSpPr>
          <p:cNvPr id="10" name="text">
            <a:extLst xmlns:a="http://schemas.openxmlformats.org/drawingml/2006/main">
              <a:ext uri="{FF2B5EF4-FFF2-40B4-BE49-F238E27FC236}">
                <a16:creationId xmlns:a16="http://schemas.microsoft.com/office/drawing/2014/main" id="{F67AE912-06FE-4489-8621-073CA5F34745}"/>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Change and measure</a:t>
            </a:r>
          </a:p>
        </p:txBody>
      </p:sp>
      <p:sp>
        <p:nvSpPr>
          <p:cNvPr id="11" name="text">
            <a:extLst xmlns:a="http://schemas.openxmlformats.org/drawingml/2006/main">
              <a:ext uri="{FF2B5EF4-FFF2-40B4-BE49-F238E27FC236}">
                <a16:creationId xmlns:a16="http://schemas.microsoft.com/office/drawing/2014/main" id="{C2FED51D-B153-4C6B-8E4D-155D83DBE743}"/>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State the independent and dependent variables, then name one condition to keep constant.</a:t>
            </a:r>
          </a:p>
        </p:txBody>
      </p:sp>
      <p:sp>
        <p:nvSpPr>
          <p:cNvPr id="12" name="text">
            <a:extLst xmlns:a="http://schemas.openxmlformats.org/drawingml/2006/main">
              <a:ext uri="{FF2B5EF4-FFF2-40B4-BE49-F238E27FC236}">
                <a16:creationId xmlns:a16="http://schemas.microsoft.com/office/drawing/2014/main" id="{F13EC03A-446A-4EAA-9A61-2928BA6EA04C}"/>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AD59A4E3-56F9-4A50-89BF-DDF782FAD27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FF2F94AF-D025-4B3B-A730-ADC49791679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7 / 53</a:t>
            </a:r>
          </a:p>
        </p:txBody>
      </p:sp>
      <p:sp>
        <p:nvSpPr>
          <p:cNvPr id="15" name="text">
            <a:extLst xmlns:a="http://schemas.openxmlformats.org/drawingml/2006/main">
              <a:ext uri="{FF2B5EF4-FFF2-40B4-BE49-F238E27FC236}">
                <a16:creationId xmlns:a16="http://schemas.microsoft.com/office/drawing/2014/main" id="{C8AF5D89-62C4-4000-8987-79B06022A6FB}"/>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71006634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E3C3DDA3-BF29-4000-B6B9-A2872C2FDC8B}"/>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1E1A6C60-085D-463D-AC81-9139C141E726}"/>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20698AE6-9047-4A35-B32F-418D5D8A4247}"/>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628EB502-7E5A-48B2-A2C6-D7428B14709B}"/>
              </a:ext>
            </a:extLst>
          </p:cNvPr>
          <p:cNvPicPr>
            <a:picLocks xmlns:a="http://schemas.openxmlformats.org/drawingml/2006/main" noChangeAspect="1"/>
          </p:cNvPicPr>
          <p:nvPr/>
        </p:nvPicPr>
        <p:blipFill>
          <a:blip xmlns:r="http://schemas.openxmlformats.org/officeDocument/2006/relationships" xmlns:a="http://schemas.openxmlformats.org/drawingml/2006/main" r:embed="Rf4e2bdf1fb5644b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322AE26-07CD-4736-B09B-D118BCBDEE3C}"/>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FBD764A-96CC-40CA-921D-62FF3C4CF9A0}"/>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A8C06131-F9D4-425E-8BBC-FE59F7EDE28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CEEAEF39-A19A-4D13-A0C3-003F65BCD85F}"/>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Change buffer pH; measure endpoint time. Controls include temperature and starting solution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amounts.</a:t>
            </a:r>
          </a:p>
        </p:txBody>
      </p:sp>
      <p:sp>
        <p:nvSpPr>
          <p:cNvPr id="9" name="text">
            <a:extLst xmlns:a="http://schemas.openxmlformats.org/drawingml/2006/main">
              <a:ext uri="{FF2B5EF4-FFF2-40B4-BE49-F238E27FC236}">
                <a16:creationId xmlns:a16="http://schemas.microsoft.com/office/drawing/2014/main" id="{486B8C93-57A6-4B68-A3B5-B765D5AF29E5}"/>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Prepare the evidence</a:t>
            </a:r>
          </a:p>
        </p:txBody>
      </p:sp>
      <p:sp>
        <p:nvSpPr>
          <p:cNvPr id="10" name="text">
            <a:extLst xmlns:a="http://schemas.openxmlformats.org/drawingml/2006/main">
              <a:ext uri="{FF2B5EF4-FFF2-40B4-BE49-F238E27FC236}">
                <a16:creationId xmlns:a16="http://schemas.microsoft.com/office/drawing/2014/main" id="{8E9CEA20-0D35-44CF-9F22-2B7A2AF3359E}"/>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Why prepare the iodine wells and time headings before mixing?</a:t>
            </a:r>
          </a:p>
        </p:txBody>
      </p:sp>
      <p:sp>
        <p:nvSpPr>
          <p:cNvPr id="11" name="text">
            <a:extLst xmlns:a="http://schemas.openxmlformats.org/drawingml/2006/main">
              <a:ext uri="{FF2B5EF4-FFF2-40B4-BE49-F238E27FC236}">
                <a16:creationId xmlns:a16="http://schemas.microsoft.com/office/drawing/2014/main" id="{9C77CBE4-A4A3-4BDE-9188-BB56BCE089F9}"/>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Once amylase and starch are mixed, the reaction continues while equipment is being prepared.</a:t>
            </a:r>
          </a:p>
        </p:txBody>
      </p:sp>
      <p:sp>
        <p:nvSpPr>
          <p:cNvPr id="12" name="text">
            <a:extLst xmlns:a="http://schemas.openxmlformats.org/drawingml/2006/main">
              <a:ext uri="{FF2B5EF4-FFF2-40B4-BE49-F238E27FC236}">
                <a16:creationId xmlns:a16="http://schemas.microsoft.com/office/drawing/2014/main" id="{A2905E50-17CF-48A7-94F9-02511DA47ECE}"/>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F20E82BC-4FFE-4C82-A10A-9DA3334DAD5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14DB90F3-B1A9-4629-A4A1-F4188D3CBFEE}"/>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8 / 53</a:t>
            </a:r>
          </a:p>
        </p:txBody>
      </p:sp>
      <p:sp>
        <p:nvSpPr>
          <p:cNvPr id="15" name="text">
            <a:extLst xmlns:a="http://schemas.openxmlformats.org/drawingml/2006/main">
              <a:ext uri="{FF2B5EF4-FFF2-40B4-BE49-F238E27FC236}">
                <a16:creationId xmlns:a16="http://schemas.microsoft.com/office/drawing/2014/main" id="{4630C104-3351-4B25-B180-B9E62604EDF5}"/>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36113461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34F222F0-BA5C-4892-A85E-7593740E9AD6}"/>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9A3A53A2-45EA-45F5-B27A-6625C07567F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F189FE55-7287-43B8-8DDF-53C4E6D36435}"/>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DA09A63C-031B-4D7C-939D-EB7051649FAD}"/>
              </a:ext>
            </a:extLst>
          </p:cNvPr>
          <p:cNvPicPr>
            <a:picLocks xmlns:a="http://schemas.openxmlformats.org/drawingml/2006/main" noChangeAspect="1"/>
          </p:cNvPicPr>
          <p:nvPr/>
        </p:nvPicPr>
        <p:blipFill>
          <a:blip xmlns:r="http://schemas.openxmlformats.org/officeDocument/2006/relationships" xmlns:a="http://schemas.openxmlformats.org/drawingml/2006/main" r:embed="R5f4dfc0f633a470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36E380F-F6DA-4FDE-8770-FCE0483E52C3}"/>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7D18971-2325-4D1B-9D79-04ACA243801B}"/>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F1B53243-B626-400E-B30E-7EBCF454B9B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Independent</a:t>
            </a:r>
          </a:p>
        </p:txBody>
      </p:sp>
      <p:sp>
        <p:nvSpPr>
          <p:cNvPr id="8" name="text">
            <a:extLst xmlns:a="http://schemas.openxmlformats.org/drawingml/2006/main">
              <a:ext uri="{FF2B5EF4-FFF2-40B4-BE49-F238E27FC236}">
                <a16:creationId xmlns:a16="http://schemas.microsoft.com/office/drawing/2014/main" id="{04102075-EEDF-49DF-80EB-29D6577B7C63}"/>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Amylase is the enzyme; starch is the substrate.</a:t>
            </a:r>
          </a:p>
        </p:txBody>
      </p:sp>
      <p:sp>
        <p:nvSpPr>
          <p:cNvPr id="9" name="text">
            <a:extLst xmlns:a="http://schemas.openxmlformats.org/drawingml/2006/main">
              <a:ext uri="{FF2B5EF4-FFF2-40B4-BE49-F238E27FC236}">
                <a16:creationId xmlns:a16="http://schemas.microsoft.com/office/drawing/2014/main" id="{D4B4176A-9AB7-40A1-A5AE-388A3012CD7C}"/>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90 s. The exact change between the two samples was not observed.</a:t>
            </a:r>
          </a:p>
        </p:txBody>
      </p:sp>
      <p:sp>
        <p:nvSpPr>
          <p:cNvPr id="10" name="text">
            <a:extLst xmlns:a="http://schemas.openxmlformats.org/drawingml/2006/main">
              <a:ext uri="{FF2B5EF4-FFF2-40B4-BE49-F238E27FC236}">
                <a16:creationId xmlns:a16="http://schemas.microsoft.com/office/drawing/2014/main" id="{9D8EC633-D576-4AE6-B835-EF89A9198B67}"/>
              </a:ext>
            </a:extLst>
          </p:cNvPr>
          <p:cNvSpPr>
            <a:spLocks xmlns:a="http://schemas.openxmlformats.org/drawingml/2006/main" noGrp="1"/>
          </p:cNvSpPr>
          <p:nvPr/>
        </p:nvSpPr>
        <p:spPr>
          <a:xfrm xmlns:a="http://schemas.openxmlformats.org/drawingml/2006/main">
            <a:off x="457200" y="2847975"/>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Independent: buffer pH. This is what we change. Dependent: endpoint time. This is what we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measure. A valid control is temperature. It could be the solution volume or concentration. It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could be the sampling interval.</a:t>
            </a:r>
          </a:p>
        </p:txBody>
      </p:sp>
      <p:sp>
        <p:nvSpPr>
          <p:cNvPr id="11" name="text">
            <a:extLst xmlns:a="http://schemas.openxmlformats.org/drawingml/2006/main">
              <a:ext uri="{FF2B5EF4-FFF2-40B4-BE49-F238E27FC236}">
                <a16:creationId xmlns:a16="http://schemas.microsoft.com/office/drawing/2014/main" id="{5D2288B3-F9C9-43F2-8B3C-9F9F641CEEC5}"/>
              </a:ext>
            </a:extLst>
          </p:cNvPr>
          <p:cNvSpPr>
            <a:spLocks xmlns:a="http://schemas.openxmlformats.org/drawingml/2006/main" noGrp="1"/>
          </p:cNvSpPr>
          <p:nvPr/>
        </p:nvSpPr>
        <p:spPr>
          <a:xfrm xmlns:a="http://schemas.openxmlformats.org/drawingml/2006/main">
            <a:off x="457200" y="38290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Get ready first. Then you can take samples and make observations at the agreed times. You are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less likely to miss what happens early on.</a:t>
            </a:r>
          </a:p>
        </p:txBody>
      </p:sp>
      <p:sp>
        <p:nvSpPr>
          <p:cNvPr id="12" name="text">
            <a:extLst xmlns:a="http://schemas.openxmlformats.org/drawingml/2006/main">
              <a:ext uri="{FF2B5EF4-FFF2-40B4-BE49-F238E27FC236}">
                <a16:creationId xmlns:a16="http://schemas.microsoft.com/office/drawing/2014/main" id="{18925792-9372-4DA7-918E-C56AC3774C74}"/>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2C436713-9EF7-443F-9369-98D0C9D919D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59F7ECC5-EFCC-422F-9FA4-75980E38C6EF}"/>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9 / 53</a:t>
            </a:r>
          </a:p>
        </p:txBody>
      </p:sp>
      <p:sp>
        <p:nvSpPr>
          <p:cNvPr id="15" name="text">
            <a:extLst xmlns:a="http://schemas.openxmlformats.org/drawingml/2006/main">
              <a:ext uri="{FF2B5EF4-FFF2-40B4-BE49-F238E27FC236}">
                <a16:creationId xmlns:a16="http://schemas.microsoft.com/office/drawing/2014/main" id="{E59865B9-068C-41BB-87FC-B755990F6460}"/>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21409892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D67096E8-BF9B-455A-B89D-6D621A197667}"/>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6C7B2A39-1CB1-45AD-A443-CDA29EE4F33F}"/>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9C6EE16C-5296-4BC3-A00C-F7FA5847D374}"/>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EF2466C3-3465-4B6B-BDEA-66534E471A4D}"/>
              </a:ext>
            </a:extLst>
          </p:cNvPr>
          <p:cNvPicPr>
            <a:picLocks xmlns:a="http://schemas.openxmlformats.org/drawingml/2006/main" noChangeAspect="1"/>
          </p:cNvPicPr>
          <p:nvPr/>
        </p:nvPicPr>
        <p:blipFill>
          <a:blip xmlns:r="http://schemas.openxmlformats.org/officeDocument/2006/relationships" xmlns:a="http://schemas.openxmlformats.org/drawingml/2006/main" r:embed="R2c55adcccfdc4606"/>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A1AFE9D-D605-4FBA-B7DD-CAF969648AD5}"/>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C23C1E1-0223-4248-9E97-C11D70BE103D}"/>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1DCDF718-55B9-4D13-9DAF-A3C7D82A8F9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B0E03E83-5A15-4318-B111-EEBBB7A66D33}"/>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Aspire</a:t>
            </a:r>
          </a:p>
        </p:txBody>
      </p:sp>
      <p:sp>
        <p:nvSpPr>
          <p:cNvPr id="9" name="text">
            <a:extLst xmlns:a="http://schemas.openxmlformats.org/drawingml/2006/main">
              <a:ext uri="{FF2B5EF4-FFF2-40B4-BE49-F238E27FC236}">
                <a16:creationId xmlns:a16="http://schemas.microsoft.com/office/drawing/2014/main" id="{65D9C858-29BF-4C6C-9F62-291CFEFA6AFF}"/>
              </a:ext>
            </a:extLst>
          </p:cNvPr>
          <p:cNvSpPr>
            <a:spLocks xmlns:a="http://schemas.openxmlformats.org/drawingml/2006/main" noGrp="1"/>
          </p:cNvSpPr>
          <p:nvPr/>
        </p:nvSpPr>
        <p:spPr>
          <a:xfrm xmlns:a="http://schemas.openxmlformats.org/drawingml/2006/main">
            <a:off x="457200" y="245745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What you need for today: Use the colour key, supplied timeline, method cards and your book.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Distinguish illustrative observations from any actual observations. You may direct, point, speak,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draw or write. No missed work is needed first.</a:t>
            </a:r>
          </a:p>
        </p:txBody>
      </p:sp>
      <p:sp>
        <p:nvSpPr>
          <p:cNvPr id="10" name="text">
            <a:extLst xmlns:a="http://schemas.openxmlformats.org/drawingml/2006/main">
              <a:ext uri="{FF2B5EF4-FFF2-40B4-BE49-F238E27FC236}">
                <a16:creationId xmlns:a16="http://schemas.microsoft.com/office/drawing/2014/main" id="{5F6C746E-DBF9-4131-83C6-C836E1024EE1}"/>
              </a:ext>
            </a:extLst>
          </p:cNvPr>
          <p:cNvSpPr>
            <a:spLocks xmlns:a="http://schemas.openxmlformats.org/drawingml/2006/main" noGrp="1"/>
          </p:cNvSpPr>
          <p:nvPr/>
        </p:nvSpPr>
        <p:spPr>
          <a:xfrm xmlns:a="http://schemas.openxmlformats.org/drawingml/2006/main">
            <a:off x="457200" y="34385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Enzyme and substrate</a:t>
            </a:r>
          </a:p>
        </p:txBody>
      </p:sp>
      <p:sp>
        <p:nvSpPr>
          <p:cNvPr id="11" name="text">
            <a:extLst xmlns:a="http://schemas.openxmlformats.org/drawingml/2006/main">
              <a:ext uri="{FF2B5EF4-FFF2-40B4-BE49-F238E27FC236}">
                <a16:creationId xmlns:a16="http://schemas.microsoft.com/office/drawing/2014/main" id="{8795E877-C236-46E1-B8CD-5600F3BD9A53}"/>
              </a:ext>
            </a:extLst>
          </p:cNvPr>
          <p:cNvSpPr>
            <a:spLocks xmlns:a="http://schemas.openxmlformats.org/drawingml/2006/main" noGrp="1"/>
          </p:cNvSpPr>
          <p:nvPr/>
        </p:nvSpPr>
        <p:spPr>
          <a:xfrm xmlns:a="http://schemas.openxmlformats.org/drawingml/2006/main">
            <a:off x="457200" y="38290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Why does an iodine colour change provide indirect evidence of amylase activity?</a:t>
            </a:r>
          </a:p>
        </p:txBody>
      </p:sp>
      <p:sp>
        <p:nvSpPr>
          <p:cNvPr id="12" name="text">
            <a:extLst xmlns:a="http://schemas.openxmlformats.org/drawingml/2006/main">
              <a:ext uri="{FF2B5EF4-FFF2-40B4-BE49-F238E27FC236}">
                <a16:creationId xmlns:a16="http://schemas.microsoft.com/office/drawing/2014/main" id="{342A6813-9262-4C10-BBA1-BECE58E13F62}"/>
              </a:ext>
            </a:extLst>
          </p:cNvPr>
          <p:cNvSpPr>
            <a:spLocks xmlns:a="http://schemas.openxmlformats.org/drawingml/2006/main" noGrp="1"/>
          </p:cNvSpPr>
          <p:nvPr/>
        </p:nvSpPr>
        <p:spPr>
          <a:xfrm xmlns:a="http://schemas.openxmlformats.org/drawingml/2006/main">
            <a:off x="457200" y="42195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Iodine detects starch in a sample; it does not show the enzyme molecules working.</a:t>
            </a:r>
          </a:p>
        </p:txBody>
      </p:sp>
      <p:sp>
        <p:nvSpPr>
          <p:cNvPr id="13" name="text">
            <a:extLst xmlns:a="http://schemas.openxmlformats.org/drawingml/2006/main">
              <a:ext uri="{FF2B5EF4-FFF2-40B4-BE49-F238E27FC236}">
                <a16:creationId xmlns:a16="http://schemas.microsoft.com/office/drawing/2014/main" id="{AC7ADB90-7188-42EB-9F01-845200E9BA3A}"/>
              </a:ext>
            </a:extLst>
          </p:cNvPr>
          <p:cNvSpPr>
            <a:spLocks xmlns:a="http://schemas.openxmlformats.org/drawingml/2006/main" noGrp="1"/>
          </p:cNvSpPr>
          <p:nvPr/>
        </p:nvSpPr>
        <p:spPr>
          <a:xfrm xmlns:a="http://schemas.openxmlformats.org/drawingml/2006/main">
            <a:off x="457200" y="46101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Read the colour</a:t>
            </a:r>
          </a:p>
        </p:txBody>
      </p:sp>
      <p:sp>
        <p:nvSpPr>
          <p:cNvPr id="14" name="text">
            <a:extLst xmlns:a="http://schemas.openxmlformats.org/drawingml/2006/main">
              <a:ext uri="{FF2B5EF4-FFF2-40B4-BE49-F238E27FC236}">
                <a16:creationId xmlns:a16="http://schemas.microsoft.com/office/drawing/2014/main" id="{9639376E-BEE5-47A0-9A66-52D228684B30}"/>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5" name="text">
            <a:extLst xmlns:a="http://schemas.openxmlformats.org/drawingml/2006/main">
              <a:ext uri="{FF2B5EF4-FFF2-40B4-BE49-F238E27FC236}">
                <a16:creationId xmlns:a16="http://schemas.microsoft.com/office/drawing/2014/main" id="{AFBF3D4A-5B5B-413D-808E-E992102F3CED}"/>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6" name="text">
            <a:extLst xmlns:a="http://schemas.openxmlformats.org/drawingml/2006/main">
              <a:ext uri="{FF2B5EF4-FFF2-40B4-BE49-F238E27FC236}">
                <a16:creationId xmlns:a16="http://schemas.microsoft.com/office/drawing/2014/main" id="{FBC82D87-1754-4DC0-A702-E2C889AFF25A}"/>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10 / 53</a:t>
            </a:r>
          </a:p>
        </p:txBody>
      </p:sp>
      <p:sp>
        <p:nvSpPr>
          <p:cNvPr id="17" name="text">
            <a:extLst xmlns:a="http://schemas.openxmlformats.org/drawingml/2006/main">
              <a:ext uri="{FF2B5EF4-FFF2-40B4-BE49-F238E27FC236}">
                <a16:creationId xmlns:a16="http://schemas.microsoft.com/office/drawing/2014/main" id="{7A63106B-A08A-4173-817B-BE8B7191744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42760244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BC4E4A49-42C8-4198-A673-46FB1ACCA2C9}"/>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8EE80F02-8FB8-4963-BEA4-DD2467563142}"/>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5F775E28-681C-414B-8FC4-34529B78947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FEA4E631-016B-4CE5-8C32-248C3E891C0B}"/>
              </a:ext>
            </a:extLst>
          </p:cNvPr>
          <p:cNvPicPr>
            <a:picLocks xmlns:a="http://schemas.openxmlformats.org/drawingml/2006/main" noChangeAspect="1"/>
          </p:cNvPicPr>
          <p:nvPr/>
        </p:nvPicPr>
        <p:blipFill>
          <a:blip xmlns:r="http://schemas.openxmlformats.org/officeDocument/2006/relationships" xmlns:a="http://schemas.openxmlformats.org/drawingml/2006/main" r:embed="R64a277978f174d88"/>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5804EFE-BF83-4960-95FE-34E22830F2D4}"/>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D9B3E69-F449-4FF8-B89B-7EA5FEBB5516}"/>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29F9865F-EC6F-485E-BD58-F2E6EA3DB4C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49159EF8-2F9F-4A26-8CC8-7950A59E9518}"/>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At 60 s starch is detected; at 90 s it is not. Is an exact endpoint of 75 s justified?</a:t>
            </a:r>
          </a:p>
        </p:txBody>
      </p:sp>
      <p:sp>
        <p:nvSpPr>
          <p:cNvPr id="9" name="text">
            <a:extLst xmlns:a="http://schemas.openxmlformats.org/drawingml/2006/main">
              <a:ext uri="{FF2B5EF4-FFF2-40B4-BE49-F238E27FC236}">
                <a16:creationId xmlns:a16="http://schemas.microsoft.com/office/drawing/2014/main" id="{850E35AD-FDA8-468B-A2DF-B7E1E20152B2}"/>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No observation was made at 75 s. Distinguish an observed endpoint from its possible timing</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window.</a:t>
            </a:r>
          </a:p>
        </p:txBody>
      </p:sp>
      <p:sp>
        <p:nvSpPr>
          <p:cNvPr id="10" name="text">
            <a:extLst xmlns:a="http://schemas.openxmlformats.org/drawingml/2006/main">
              <a:ext uri="{FF2B5EF4-FFF2-40B4-BE49-F238E27FC236}">
                <a16:creationId xmlns:a16="http://schemas.microsoft.com/office/drawing/2014/main" id="{4E2B1C82-8918-49B1-A74C-E336B8785454}"/>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Change and measure</a:t>
            </a:r>
          </a:p>
        </p:txBody>
      </p:sp>
      <p:sp>
        <p:nvSpPr>
          <p:cNvPr id="11" name="text">
            <a:extLst xmlns:a="http://schemas.openxmlformats.org/drawingml/2006/main">
              <a:ext uri="{FF2B5EF4-FFF2-40B4-BE49-F238E27FC236}">
                <a16:creationId xmlns:a16="http://schemas.microsoft.com/office/drawing/2014/main" id="{D2DD2F2D-8155-4DA7-99D0-3B1195C03273}"/>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Distinguish controlled temperature from a comparison with no active amylase.</a:t>
            </a:r>
          </a:p>
        </p:txBody>
      </p:sp>
      <p:sp>
        <p:nvSpPr>
          <p:cNvPr id="12" name="text">
            <a:extLst xmlns:a="http://schemas.openxmlformats.org/drawingml/2006/main">
              <a:ext uri="{FF2B5EF4-FFF2-40B4-BE49-F238E27FC236}">
                <a16:creationId xmlns:a16="http://schemas.microsoft.com/office/drawing/2014/main" id="{6D2D3944-3C33-431D-B003-013E4F091306}"/>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8650EE7D-A032-4ADA-85D6-6A72A20B7E08}"/>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6FF3F29C-59CF-47D8-8421-0FC43E455A6C}"/>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11 / 53</a:t>
            </a:r>
          </a:p>
        </p:txBody>
      </p:sp>
      <p:sp>
        <p:nvSpPr>
          <p:cNvPr id="15" name="text">
            <a:extLst xmlns:a="http://schemas.openxmlformats.org/drawingml/2006/main">
              <a:ext uri="{FF2B5EF4-FFF2-40B4-BE49-F238E27FC236}">
                <a16:creationId xmlns:a16="http://schemas.microsoft.com/office/drawing/2014/main" id="{A07C6451-AB28-4991-AFF0-E7882A1CBA82}"/>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10920620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6477E7CB-059F-4434-A9EE-57615DCA5715}"/>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FFBC5614-ADA9-4FBB-8689-4321F7F18AA1}"/>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E5A442D5-B8D6-4460-9812-83817431B5C1}"/>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1CE88E1D-6BB4-4E9A-BF0C-51F0E8D3316C}"/>
              </a:ext>
            </a:extLst>
          </p:cNvPr>
          <p:cNvPicPr>
            <a:picLocks xmlns:a="http://schemas.openxmlformats.org/drawingml/2006/main" noChangeAspect="1"/>
          </p:cNvPicPr>
          <p:nvPr/>
        </p:nvPicPr>
        <p:blipFill>
          <a:blip xmlns:r="http://schemas.openxmlformats.org/officeDocument/2006/relationships" xmlns:a="http://schemas.openxmlformats.org/drawingml/2006/main" r:embed="R97449f039a844971"/>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9B7AC2D-50FE-4E1C-BF0E-1837A1870FA7}"/>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936D290-F6D8-4DC2-9648-06C9480D6514}"/>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506088B9-39CD-458D-BFB8-407CFCC711F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7C9E8C80-E0EB-42F7-8A96-955A6DF94D39}"/>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controlled variable stays matched. A comparison without active enzyme checks whether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enzyme is needed for the observed change.</a:t>
            </a:r>
          </a:p>
        </p:txBody>
      </p:sp>
      <p:sp>
        <p:nvSpPr>
          <p:cNvPr id="9" name="text">
            <a:extLst xmlns:a="http://schemas.openxmlformats.org/drawingml/2006/main">
              <a:ext uri="{FF2B5EF4-FFF2-40B4-BE49-F238E27FC236}">
                <a16:creationId xmlns:a16="http://schemas.microsoft.com/office/drawing/2014/main" id="{8B838C2F-8DB8-4AA1-960F-584037B08176}"/>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Prepare the evidence</a:t>
            </a:r>
          </a:p>
        </p:txBody>
      </p:sp>
      <p:sp>
        <p:nvSpPr>
          <p:cNvPr id="10" name="text">
            <a:extLst xmlns:a="http://schemas.openxmlformats.org/drawingml/2006/main">
              <a:ext uri="{FF2B5EF4-FFF2-40B4-BE49-F238E27FC236}">
                <a16:creationId xmlns:a16="http://schemas.microsoft.com/office/drawing/2014/main" id="{A9BE3494-10A6-4CB1-B32A-FC7BE33685C4}"/>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60 s sample is missed. The endpoint is seen at 90 s. Can that endpoint still have the same 30</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 timing window?</a:t>
            </a:r>
          </a:p>
        </p:txBody>
      </p:sp>
      <p:sp>
        <p:nvSpPr>
          <p:cNvPr id="11" name="text">
            <a:extLst xmlns:a="http://schemas.openxmlformats.org/drawingml/2006/main">
              <a:ext uri="{FF2B5EF4-FFF2-40B4-BE49-F238E27FC236}">
                <a16:creationId xmlns:a16="http://schemas.microsoft.com/office/drawing/2014/main" id="{30536820-24FC-4AAB-A677-20E5E55D6434}"/>
              </a:ext>
            </a:extLst>
          </p:cNvPr>
          <p:cNvSpPr>
            <a:spLocks xmlns:a="http://schemas.openxmlformats.org/drawingml/2006/main" noGrp="1"/>
          </p:cNvSpPr>
          <p:nvPr/>
        </p:nvSpPr>
        <p:spPr>
          <a:xfrm xmlns:a="http://schemas.openxmlformats.org/drawingml/2006/main">
            <a:off x="457200" y="38290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last sample that showed starch might now be at 30 s. Use only times that were seen.</a:t>
            </a:r>
          </a:p>
        </p:txBody>
      </p:sp>
      <p:sp>
        <p:nvSpPr>
          <p:cNvPr id="12" name="text">
            <a:extLst xmlns:a="http://schemas.openxmlformats.org/drawingml/2006/main">
              <a:ext uri="{FF2B5EF4-FFF2-40B4-BE49-F238E27FC236}">
                <a16:creationId xmlns:a16="http://schemas.microsoft.com/office/drawing/2014/main" id="{B91D81F0-5FB4-47EE-AC8E-178F345FC090}"/>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EA50B4AF-6E6C-4AEF-956A-03F49970F26C}"/>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F125E8D0-F990-471C-A71E-876372CA23BA}"/>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12 / 53</a:t>
            </a:r>
          </a:p>
        </p:txBody>
      </p:sp>
      <p:sp>
        <p:nvSpPr>
          <p:cNvPr id="15" name="text">
            <a:extLst xmlns:a="http://schemas.openxmlformats.org/drawingml/2006/main">
              <a:ext uri="{FF2B5EF4-FFF2-40B4-BE49-F238E27FC236}">
                <a16:creationId xmlns:a16="http://schemas.microsoft.com/office/drawing/2014/main" id="{CE645AB7-796A-4FBC-8205-EF8964D52494}"/>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68043776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90FE51A0-851E-4F72-8BE3-5AD8893AD2A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79067E41-47F1-4C85-969F-174B68467083}"/>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95A1E0AF-24A8-46CB-831C-21D14C87AA81}"/>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68AF598F-AC84-41CB-917F-2F0B5611DE5C}"/>
              </a:ext>
            </a:extLst>
          </p:cNvPr>
          <p:cNvPicPr>
            <a:picLocks xmlns:a="http://schemas.openxmlformats.org/drawingml/2006/main" noChangeAspect="1"/>
          </p:cNvPicPr>
          <p:nvPr/>
        </p:nvPicPr>
        <p:blipFill>
          <a:blip xmlns:r="http://schemas.openxmlformats.org/officeDocument/2006/relationships" xmlns:a="http://schemas.openxmlformats.org/drawingml/2006/main" r:embed="Rabf730a987b54295"/>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790B2E2-BD6C-4109-998A-5981476229B3}"/>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EE20086-124C-4BD0-B7D9-C5F4E4893204}"/>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1F29307-1B81-4A4C-8320-3CE8B0591D2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Aspire</a:t>
            </a:r>
          </a:p>
        </p:txBody>
      </p:sp>
      <p:sp>
        <p:nvSpPr>
          <p:cNvPr id="8" name="text">
            <a:extLst xmlns:a="http://schemas.openxmlformats.org/drawingml/2006/main">
              <a:ext uri="{FF2B5EF4-FFF2-40B4-BE49-F238E27FC236}">
                <a16:creationId xmlns:a16="http://schemas.microsoft.com/office/drawing/2014/main" id="{0E476663-DC98-488E-B7C9-7B6E2B90E732}"/>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colour shows if starch is left. If it disappears when conditions are controlled, this supports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breakdown. It does not directly measure what the molecules do.</a:t>
            </a:r>
          </a:p>
        </p:txBody>
      </p:sp>
      <p:sp>
        <p:nvSpPr>
          <p:cNvPr id="9" name="text">
            <a:extLst xmlns:a="http://schemas.openxmlformats.org/drawingml/2006/main">
              <a:ext uri="{FF2B5EF4-FFF2-40B4-BE49-F238E27FC236}">
                <a16:creationId xmlns:a16="http://schemas.microsoft.com/office/drawing/2014/main" id="{9578C9B9-7232-4ABF-94EE-BC4A31BB26BE}"/>
              </a:ext>
            </a:extLst>
          </p:cNvPr>
          <p:cNvSpPr>
            <a:spLocks xmlns:a="http://schemas.openxmlformats.org/drawingml/2006/main" noGrp="1"/>
          </p:cNvSpPr>
          <p:nvPr/>
        </p:nvSpPr>
        <p:spPr>
          <a:xfrm xmlns:a="http://schemas.openxmlformats.org/drawingml/2006/main">
            <a:off x="457200" y="27527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No. Record 90 s as the first observed endpoint; the endpoint was reached after 60 s and by 90</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a:t>
            </a:r>
          </a:p>
        </p:txBody>
      </p:sp>
      <p:sp>
        <p:nvSpPr>
          <p:cNvPr id="10" name="text">
            <a:extLst xmlns:a="http://schemas.openxmlformats.org/drawingml/2006/main">
              <a:ext uri="{FF2B5EF4-FFF2-40B4-BE49-F238E27FC236}">
                <a16:creationId xmlns:a16="http://schemas.microsoft.com/office/drawing/2014/main" id="{71ACC14D-A85A-4FA0-BD47-C1BE17D40BC4}"/>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1" name="text">
            <a:extLst xmlns:a="http://schemas.openxmlformats.org/drawingml/2006/main">
              <a:ext uri="{FF2B5EF4-FFF2-40B4-BE49-F238E27FC236}">
                <a16:creationId xmlns:a16="http://schemas.microsoft.com/office/drawing/2014/main" id="{091642FD-7DB6-4F78-A851-D91453DD57E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2" name="text">
            <a:extLst xmlns:a="http://schemas.openxmlformats.org/drawingml/2006/main">
              <a:ext uri="{FF2B5EF4-FFF2-40B4-BE49-F238E27FC236}">
                <a16:creationId xmlns:a16="http://schemas.microsoft.com/office/drawing/2014/main" id="{BC425CFB-8404-4D77-B6D2-D0ECEB0DE45F}"/>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13 / 53</a:t>
            </a:r>
          </a:p>
        </p:txBody>
      </p:sp>
      <p:sp>
        <p:nvSpPr>
          <p:cNvPr id="13" name="text">
            <a:extLst xmlns:a="http://schemas.openxmlformats.org/drawingml/2006/main">
              <a:ext uri="{FF2B5EF4-FFF2-40B4-BE49-F238E27FC236}">
                <a16:creationId xmlns:a16="http://schemas.microsoft.com/office/drawing/2014/main" id="{8A21530C-820A-4F84-8A41-7D603ECBD2A4}"/>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8467700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90CDE2D9-8B01-43D6-8651-FF38FC2E765E}"/>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E8EF86BF-F899-4BA3-8B66-8A87BE4A3324}"/>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972CFA76-9A44-43A1-BE9C-46B0AB10D427}"/>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A72FE294-5F80-45D9-A80C-28AB8A03792E}"/>
              </a:ext>
            </a:extLst>
          </p:cNvPr>
          <p:cNvPicPr>
            <a:picLocks xmlns:a="http://schemas.openxmlformats.org/drawingml/2006/main" noChangeAspect="1"/>
          </p:cNvPicPr>
          <p:nvPr/>
        </p:nvPicPr>
        <p:blipFill>
          <a:blip xmlns:r="http://schemas.openxmlformats.org/officeDocument/2006/relationships" xmlns:a="http://schemas.openxmlformats.org/drawingml/2006/main" r:embed="Rda80da487a6848a7"/>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3FEDB91-9A87-42E0-935C-9FB9233DB3E6}"/>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154543A-F5ED-4C52-BC33-D015C36BDDD1}"/>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50C273A7-F878-4DBD-B8A4-FE78A21461B7}"/>
              </a:ext>
            </a:extLst>
          </p:cNvPr>
          <p:cNvSpPr>
            <a:spLocks xmlns:a="http://schemas.openxmlformats.org/drawingml/2006/main" noGrp="1"/>
          </p:cNvSpPr>
          <p:nvPr/>
        </p:nvSpPr>
        <p:spPr>
          <a:xfrm xmlns:a="http://schemas.openxmlformats.org/drawingml/2006/main">
            <a:off x="457200" y="167640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Match temperature across the pH trials. Then a change in temperature is less likely to explain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results. Compare with no active amylase. This checks for change when the enzyme does not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act.</a:t>
            </a:r>
          </a:p>
        </p:txBody>
      </p:sp>
      <p:sp>
        <p:nvSpPr>
          <p:cNvPr id="8" name="text">
            <a:extLst xmlns:a="http://schemas.openxmlformats.org/drawingml/2006/main">
              <a:ext uri="{FF2B5EF4-FFF2-40B4-BE49-F238E27FC236}">
                <a16:creationId xmlns:a16="http://schemas.microsoft.com/office/drawing/2014/main" id="{24A01F01-D231-4850-B915-B5ECF61AF1E7}"/>
              </a:ext>
            </a:extLst>
          </p:cNvPr>
          <p:cNvSpPr>
            <a:spLocks xmlns:a="http://schemas.openxmlformats.org/drawingml/2006/main" noGrp="1"/>
          </p:cNvSpPr>
          <p:nvPr/>
        </p:nvSpPr>
        <p:spPr>
          <a:xfrm xmlns:a="http://schemas.openxmlformats.org/drawingml/2006/main">
            <a:off x="457200" y="26574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No. If 30 s was positive and 90 s negative, the observed window is wider: after 30 s and by 90 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Preserve the missed sample.</a:t>
            </a:r>
          </a:p>
        </p:txBody>
      </p:sp>
      <p:sp>
        <p:nvSpPr>
          <p:cNvPr id="9" name="text">
            <a:extLst xmlns:a="http://schemas.openxmlformats.org/drawingml/2006/main">
              <a:ext uri="{FF2B5EF4-FFF2-40B4-BE49-F238E27FC236}">
                <a16:creationId xmlns:a16="http://schemas.microsoft.com/office/drawing/2014/main" id="{AB063008-1D16-43C8-9009-A14C938B850E}"/>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0" name="text">
            <a:extLst xmlns:a="http://schemas.openxmlformats.org/drawingml/2006/main">
              <a:ext uri="{FF2B5EF4-FFF2-40B4-BE49-F238E27FC236}">
                <a16:creationId xmlns:a16="http://schemas.microsoft.com/office/drawing/2014/main" id="{96D62C46-B59B-4909-A4EC-3721486C384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1" name="text">
            <a:extLst xmlns:a="http://schemas.openxmlformats.org/drawingml/2006/main">
              <a:ext uri="{FF2B5EF4-FFF2-40B4-BE49-F238E27FC236}">
                <a16:creationId xmlns:a16="http://schemas.microsoft.com/office/drawing/2014/main" id="{04B9B4E3-7540-42B0-AEA1-DB2E83777FF2}"/>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14 / 53</a:t>
            </a:r>
          </a:p>
        </p:txBody>
      </p:sp>
      <p:sp>
        <p:nvSpPr>
          <p:cNvPr id="12" name="text">
            <a:extLst xmlns:a="http://schemas.openxmlformats.org/drawingml/2006/main">
              <a:ext uri="{FF2B5EF4-FFF2-40B4-BE49-F238E27FC236}">
                <a16:creationId xmlns:a16="http://schemas.microsoft.com/office/drawing/2014/main" id="{6CC1FAE4-FF51-4494-B922-CE81A381886E}"/>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9107003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88EDC012-3246-4DC3-B3CD-BD75961F3813}"/>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3A9F7DC1-57E1-4836-8ED4-F22FAABBDE8F}"/>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3 to 7</a:t>
            </a:r>
          </a:p>
        </p:txBody>
      </p:sp>
      <p:sp>
        <p:nvSpPr>
          <p:cNvPr id="3" name="text">
            <a:extLst xmlns:a="http://schemas.openxmlformats.org/drawingml/2006/main">
              <a:ext uri="{FF2B5EF4-FFF2-40B4-BE49-F238E27FC236}">
                <a16:creationId xmlns:a16="http://schemas.microsoft.com/office/drawing/2014/main" id="{C9C8ED97-22C6-4429-8CF3-0CC4BA36004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Starter · ready before mixing</a:t>
            </a:r>
          </a:p>
        </p:txBody>
      </p:sp>
      <p:pic>
        <p:nvPicPr>
          <p:cNvPr id="4" name="">
            <a:extLst xmlns:a="http://schemas.openxmlformats.org/drawingml/2006/main">
              <a:ext uri="{FF2B5EF4-FFF2-40B4-BE49-F238E27FC236}">
                <a16:creationId xmlns:a16="http://schemas.microsoft.com/office/drawing/2014/main" id="{EC2664BA-6077-4EAF-8822-9F51B19FA656}"/>
              </a:ext>
            </a:extLst>
          </p:cNvPr>
          <p:cNvPicPr>
            <a:picLocks xmlns:a="http://schemas.openxmlformats.org/drawingml/2006/main" noChangeAspect="1"/>
          </p:cNvPicPr>
          <p:nvPr/>
        </p:nvPicPr>
        <p:blipFill>
          <a:blip xmlns:r="http://schemas.openxmlformats.org/officeDocument/2006/relationships" xmlns:a="http://schemas.openxmlformats.org/drawingml/2006/main" r:embed="R5fe422f09b3b4d49"/>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0B57DB6-AEF3-43EC-ACE5-F60DC71BD954}"/>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CA684BB-9D18-4AE0-AE3F-4412209BFA69}"/>
              </a:ext>
            </a:extLst>
          </p:cNvPr>
          <p:cNvSpPr>
            <a:spLocks xmlns:a="http://schemas.openxmlformats.org/drawingml/2006/main" noGrp="1"/>
          </p:cNvSpPr>
          <p:nvPr/>
        </p:nvSpPr>
        <p:spPr>
          <a:xfrm xmlns:a="http://schemas.openxmlformats.org/drawingml/2006/main">
            <a:off x="381000" y="1485900"/>
            <a:ext cx="1983581"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C7C6DDB7-71B2-4CAC-977C-6D0E258ECE7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Write one short answer to today’s opening question.</a:t>
            </a:r>
          </a:p>
        </p:txBody>
      </p:sp>
      <p:sp>
        <p:nvSpPr>
          <p:cNvPr id="8" name="text">
            <a:extLst xmlns:a="http://schemas.openxmlformats.org/drawingml/2006/main">
              <a:ext uri="{FF2B5EF4-FFF2-40B4-BE49-F238E27FC236}">
                <a16:creationId xmlns:a16="http://schemas.microsoft.com/office/drawing/2014/main" id="{23D07D51-3656-4FF2-A7F5-4A140D8B159B}"/>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Setup A: the reaction is mixed, then the group looks for a timer and labels its iodine wells. Setup</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 timer, labels and agreed roles are ready before mixing.</a:t>
            </a:r>
          </a:p>
        </p:txBody>
      </p:sp>
      <p:sp>
        <p:nvSpPr>
          <p:cNvPr id="9" name="text">
            <a:extLst xmlns:a="http://schemas.openxmlformats.org/drawingml/2006/main">
              <a:ext uri="{FF2B5EF4-FFF2-40B4-BE49-F238E27FC236}">
                <a16:creationId xmlns:a16="http://schemas.microsoft.com/office/drawing/2014/main" id="{424E1894-493B-4E9F-A002-367D25BCAA8A}"/>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Which setup protects the first observations?</a:t>
            </a:r>
          </a:p>
        </p:txBody>
      </p:sp>
      <p:sp>
        <p:nvSpPr>
          <p:cNvPr id="10" name="text">
            <a:extLst xmlns:a="http://schemas.openxmlformats.org/drawingml/2006/main">
              <a:ext uri="{FF2B5EF4-FFF2-40B4-BE49-F238E27FC236}">
                <a16:creationId xmlns:a16="http://schemas.microsoft.com/office/drawing/2014/main" id="{10720523-2387-4C61-85ED-90165B34F38B}"/>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Setup B</a:t>
            </a:r>
          </a:p>
        </p:txBody>
      </p:sp>
      <p:sp>
        <p:nvSpPr>
          <p:cNvPr id="11" name="text">
            <a:extLst xmlns:a="http://schemas.openxmlformats.org/drawingml/2006/main">
              <a:ext uri="{FF2B5EF4-FFF2-40B4-BE49-F238E27FC236}">
                <a16:creationId xmlns:a16="http://schemas.microsoft.com/office/drawing/2014/main" id="{2FE971B4-9ED5-4D01-A551-8E8F1F7B173F}"/>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 Setup A</a:t>
            </a:r>
          </a:p>
        </p:txBody>
      </p:sp>
      <p:sp>
        <p:nvSpPr>
          <p:cNvPr id="12" name="text">
            <a:extLst xmlns:a="http://schemas.openxmlformats.org/drawingml/2006/main">
              <a:ext uri="{FF2B5EF4-FFF2-40B4-BE49-F238E27FC236}">
                <a16:creationId xmlns:a16="http://schemas.microsoft.com/office/drawing/2014/main" id="{D1FB48CD-0FE6-486A-8870-14BCC4E5231D}"/>
              </a:ext>
            </a:extLst>
          </p:cNvPr>
          <p:cNvSpPr>
            <a:spLocks xmlns:a="http://schemas.openxmlformats.org/drawingml/2006/main" noGrp="1"/>
          </p:cNvSpPr>
          <p:nvPr/>
        </p:nvSpPr>
        <p:spPr>
          <a:xfrm xmlns:a="http://schemas.openxmlformats.org/drawingml/2006/main">
            <a:off x="457200" y="39243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Amylase breaks starch into smaller sugars. Iodine check separate sampled drops: blue-black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detects starch; orange-brown remaining means starch is not detected.</a:t>
            </a:r>
          </a:p>
        </p:txBody>
      </p:sp>
      <p:sp>
        <p:nvSpPr>
          <p:cNvPr id="13" name="text">
            <a:extLst xmlns:a="http://schemas.openxmlformats.org/drawingml/2006/main">
              <a:ext uri="{FF2B5EF4-FFF2-40B4-BE49-F238E27FC236}">
                <a16:creationId xmlns:a16="http://schemas.microsoft.com/office/drawing/2014/main" id="{4E6614AA-C63D-42C3-9E76-BC88AEA2DCDE}"/>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4" name="text">
            <a:extLst xmlns:a="http://schemas.openxmlformats.org/drawingml/2006/main">
              <a:ext uri="{FF2B5EF4-FFF2-40B4-BE49-F238E27FC236}">
                <a16:creationId xmlns:a16="http://schemas.microsoft.com/office/drawing/2014/main" id="{0D4E3BFF-D2E4-4E40-B1D1-D02B8B28DA95}"/>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5" name="text">
            <a:extLst xmlns:a="http://schemas.openxmlformats.org/drawingml/2006/main">
              <a:ext uri="{FF2B5EF4-FFF2-40B4-BE49-F238E27FC236}">
                <a16:creationId xmlns:a16="http://schemas.microsoft.com/office/drawing/2014/main" id="{A64FEDE2-DA95-4A61-9EB4-5E6E312A6515}"/>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15 / 53</a:t>
            </a:r>
          </a:p>
        </p:txBody>
      </p:sp>
      <p:sp>
        <p:nvSpPr>
          <p:cNvPr id="16" name="text">
            <a:extLst xmlns:a="http://schemas.openxmlformats.org/drawingml/2006/main">
              <a:ext uri="{FF2B5EF4-FFF2-40B4-BE49-F238E27FC236}">
                <a16:creationId xmlns:a16="http://schemas.microsoft.com/office/drawing/2014/main" id="{0CA022B8-299B-49A1-B5EA-36896E35A6E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16435495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D36A5EA9-D068-4F18-A885-BCABCC593966}"/>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5B52D7DB-80AD-400A-AD07-43E2DE1AB6B5}"/>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3 to 7</a:t>
            </a:r>
          </a:p>
        </p:txBody>
      </p:sp>
      <p:sp>
        <p:nvSpPr>
          <p:cNvPr id="3" name="text">
            <a:extLst xmlns:a="http://schemas.openxmlformats.org/drawingml/2006/main">
              <a:ext uri="{FF2B5EF4-FFF2-40B4-BE49-F238E27FC236}">
                <a16:creationId xmlns:a16="http://schemas.microsoft.com/office/drawing/2014/main" id="{F14C3715-586F-44F5-B15F-A95BF1F61C4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Starter · ready before mixing</a:t>
            </a:r>
          </a:p>
        </p:txBody>
      </p:sp>
      <p:pic>
        <p:nvPicPr>
          <p:cNvPr id="4" name="">
            <a:extLst xmlns:a="http://schemas.openxmlformats.org/drawingml/2006/main">
              <a:ext uri="{FF2B5EF4-FFF2-40B4-BE49-F238E27FC236}">
                <a16:creationId xmlns:a16="http://schemas.microsoft.com/office/drawing/2014/main" id="{85E138FD-B6C5-4E8E-A63D-76C4531708D5}"/>
              </a:ext>
            </a:extLst>
          </p:cNvPr>
          <p:cNvPicPr>
            <a:picLocks xmlns:a="http://schemas.openxmlformats.org/drawingml/2006/main" noChangeAspect="1"/>
          </p:cNvPicPr>
          <p:nvPr/>
        </p:nvPicPr>
        <p:blipFill>
          <a:blip xmlns:r="http://schemas.openxmlformats.org/officeDocument/2006/relationships" xmlns:a="http://schemas.openxmlformats.org/drawingml/2006/main" r:embed="R9303b0f1d9744f0a"/>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61CF5AA-3EAD-49C5-9D04-309E9CA44B2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83A7428-C1F9-4ED3-8665-04B4AFCE08E5}"/>
              </a:ext>
            </a:extLst>
          </p:cNvPr>
          <p:cNvSpPr>
            <a:spLocks xmlns:a="http://schemas.openxmlformats.org/drawingml/2006/main" noGrp="1"/>
          </p:cNvSpPr>
          <p:nvPr/>
        </p:nvSpPr>
        <p:spPr>
          <a:xfrm xmlns:a="http://schemas.openxmlformats.org/drawingml/2006/main">
            <a:off x="381000" y="1485900"/>
            <a:ext cx="1983581"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C2D748A6-68AA-4D03-A01B-CC35DE080AEE}"/>
              </a:ext>
            </a:extLst>
          </p:cNvPr>
          <p:cNvSpPr>
            <a:spLocks xmlns:a="http://schemas.openxmlformats.org/drawingml/2006/main" noGrp="1"/>
          </p:cNvSpPr>
          <p:nvPr/>
        </p:nvSpPr>
        <p:spPr>
          <a:xfrm xmlns:a="http://schemas.openxmlformats.org/drawingml/2006/main">
            <a:off x="457200" y="16764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Yes. The reaction starts when you mix. Get ready to record before you mix. Get ready to take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samples too.</a:t>
            </a:r>
          </a:p>
        </p:txBody>
      </p:sp>
      <p:sp>
        <p:nvSpPr>
          <p:cNvPr id="8" name="text">
            <a:extLst xmlns:a="http://schemas.openxmlformats.org/drawingml/2006/main">
              <a:ext uri="{FF2B5EF4-FFF2-40B4-BE49-F238E27FC236}">
                <a16:creationId xmlns:a16="http://schemas.microsoft.com/office/drawing/2014/main" id="{5523E9AB-BDF9-4C6B-93FA-14EB18458939}"/>
              </a:ext>
            </a:extLst>
          </p:cNvPr>
          <p:cNvSpPr>
            <a:spLocks xmlns:a="http://schemas.openxmlformats.org/drawingml/2006/main" noGrp="1"/>
          </p:cNvSpPr>
          <p:nvPr/>
        </p:nvSpPr>
        <p:spPr>
          <a:xfrm xmlns:a="http://schemas.openxmlformats.org/drawingml/2006/main">
            <a:off x="457200" y="23622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reaction continues while equipment is found. Early observations may be lost.</a:t>
            </a:r>
          </a:p>
        </p:txBody>
      </p:sp>
      <p:sp>
        <p:nvSpPr>
          <p:cNvPr id="9" name="text">
            <a:extLst xmlns:a="http://schemas.openxmlformats.org/drawingml/2006/main">
              <a:ext uri="{FF2B5EF4-FFF2-40B4-BE49-F238E27FC236}">
                <a16:creationId xmlns:a16="http://schemas.microsoft.com/office/drawing/2014/main" id="{3D7EBDCC-1DE1-472D-AC2D-BCC2B583D210}"/>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0" name="text">
            <a:extLst xmlns:a="http://schemas.openxmlformats.org/drawingml/2006/main">
              <a:ext uri="{FF2B5EF4-FFF2-40B4-BE49-F238E27FC236}">
                <a16:creationId xmlns:a16="http://schemas.microsoft.com/office/drawing/2014/main" id="{071D2A41-0E0F-41EA-8E86-EB346D9F742F}"/>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1" name="text">
            <a:extLst xmlns:a="http://schemas.openxmlformats.org/drawingml/2006/main">
              <a:ext uri="{FF2B5EF4-FFF2-40B4-BE49-F238E27FC236}">
                <a16:creationId xmlns:a16="http://schemas.microsoft.com/office/drawing/2014/main" id="{40CA33F3-15D3-498F-AD01-6C74972F3249}"/>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16 / 53</a:t>
            </a:r>
          </a:p>
        </p:txBody>
      </p:sp>
      <p:sp>
        <p:nvSpPr>
          <p:cNvPr id="12" name="text">
            <a:extLst xmlns:a="http://schemas.openxmlformats.org/drawingml/2006/main">
              <a:ext uri="{FF2B5EF4-FFF2-40B4-BE49-F238E27FC236}">
                <a16:creationId xmlns:a16="http://schemas.microsoft.com/office/drawing/2014/main" id="{25EB2CB9-CA73-47FF-8076-5A23EB633172}"/>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006801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E16ECA29-240F-43B4-99AF-45C0A36A053C}"/>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E826C070-DE29-4ED2-9CD1-4A08C8EF99C5}"/>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7 to 11</a:t>
            </a:r>
          </a:p>
        </p:txBody>
      </p:sp>
      <p:sp>
        <p:nvSpPr>
          <p:cNvPr id="3" name="text">
            <a:extLst xmlns:a="http://schemas.openxmlformats.org/drawingml/2006/main">
              <a:ext uri="{FF2B5EF4-FFF2-40B4-BE49-F238E27FC236}">
                <a16:creationId xmlns:a16="http://schemas.microsoft.com/office/drawing/2014/main" id="{C57F31D6-1A15-4B87-B488-570A5D0A4D81}"/>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follow the sampled drops</a:t>
            </a:r>
          </a:p>
        </p:txBody>
      </p:sp>
      <p:pic>
        <p:nvPicPr>
          <p:cNvPr id="4" name="">
            <a:extLst xmlns:a="http://schemas.openxmlformats.org/drawingml/2006/main">
              <a:ext uri="{FF2B5EF4-FFF2-40B4-BE49-F238E27FC236}">
                <a16:creationId xmlns:a16="http://schemas.microsoft.com/office/drawing/2014/main" id="{55016FBD-C65F-4482-BD75-A29AB809E2EE}"/>
              </a:ext>
            </a:extLst>
          </p:cNvPr>
          <p:cNvPicPr>
            <a:picLocks xmlns:a="http://schemas.openxmlformats.org/drawingml/2006/main" noChangeAspect="1"/>
          </p:cNvPicPr>
          <p:nvPr/>
        </p:nvPicPr>
        <p:blipFill>
          <a:blip xmlns:r="http://schemas.openxmlformats.org/officeDocument/2006/relationships" xmlns:a="http://schemas.openxmlformats.org/drawingml/2006/main" r:embed="R7b99a1498e314042"/>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C7522F5-A84E-4A8E-B197-31F9918538B1}"/>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962CCCC-668C-4789-8C6B-640156D4FE5A}"/>
              </a:ext>
            </a:extLst>
          </p:cNvPr>
          <p:cNvSpPr>
            <a:spLocks xmlns:a="http://schemas.openxmlformats.org/drawingml/2006/main" noGrp="1"/>
          </p:cNvSpPr>
          <p:nvPr/>
        </p:nvSpPr>
        <p:spPr>
          <a:xfrm xmlns:a="http://schemas.openxmlformats.org/drawingml/2006/main">
            <a:off x="381000" y="1485900"/>
            <a:ext cx="311705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8EDCD65-8D97-4156-9446-DF03374CD2B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model. No writing yet.</a:t>
            </a:r>
          </a:p>
        </p:txBody>
      </p:sp>
      <p:sp>
        <p:nvSpPr>
          <p:cNvPr id="8" name="text">
            <a:extLst xmlns:a="http://schemas.openxmlformats.org/drawingml/2006/main">
              <a:ext uri="{FF2B5EF4-FFF2-40B4-BE49-F238E27FC236}">
                <a16:creationId xmlns:a16="http://schemas.microsoft.com/office/drawing/2014/main" id="{F7196B57-1E39-4811-9909-FDB541B7B225}"/>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enzyme — A biological catalyst. It speeds up a reaction. It is not used up.</a:t>
            </a:r>
          </a:p>
        </p:txBody>
      </p:sp>
      <p:sp>
        <p:nvSpPr>
          <p:cNvPr id="9" name="text">
            <a:extLst xmlns:a="http://schemas.openxmlformats.org/drawingml/2006/main">
              <a:ext uri="{FF2B5EF4-FFF2-40B4-BE49-F238E27FC236}">
                <a16:creationId xmlns:a16="http://schemas.microsoft.com/office/drawing/2014/main" id="{E45F23A7-1B8A-4AF9-ADA1-8CD2347A8DA7}"/>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substrate — The substance that an enzyme acts on.</a:t>
            </a:r>
          </a:p>
        </p:txBody>
      </p:sp>
      <p:sp>
        <p:nvSpPr>
          <p:cNvPr id="10" name="text">
            <a:extLst xmlns:a="http://schemas.openxmlformats.org/drawingml/2006/main">
              <a:ext uri="{FF2B5EF4-FFF2-40B4-BE49-F238E27FC236}">
                <a16:creationId xmlns:a16="http://schemas.microsoft.com/office/drawing/2014/main" id="{F5ECE1A7-DA23-4C80-A5B4-00A7CE8AE160}"/>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 A measure of how acid or alkaline a substance is.</a:t>
            </a:r>
          </a:p>
        </p:txBody>
      </p:sp>
      <p:sp>
        <p:nvSpPr>
          <p:cNvPr id="11" name="text">
            <a:extLst xmlns:a="http://schemas.openxmlformats.org/drawingml/2006/main">
              <a:ext uri="{FF2B5EF4-FFF2-40B4-BE49-F238E27FC236}">
                <a16:creationId xmlns:a16="http://schemas.microsoft.com/office/drawing/2014/main" id="{816965E1-2CD4-454C-969A-E01AD92FE0E0}"/>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independent variable — The factor we choose to change. Here we change buffer pH.</a:t>
            </a:r>
          </a:p>
        </p:txBody>
      </p:sp>
      <p:sp>
        <p:nvSpPr>
          <p:cNvPr id="12" name="text">
            <a:extLst xmlns:a="http://schemas.openxmlformats.org/drawingml/2006/main">
              <a:ext uri="{FF2B5EF4-FFF2-40B4-BE49-F238E27FC236}">
                <a16:creationId xmlns:a16="http://schemas.microsoft.com/office/drawing/2014/main" id="{0BBECC1D-3F84-4CB5-94BB-E97D046E3D97}"/>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dependent variable — The outcome we measure. Here it is endpoint time in seconds.</a:t>
            </a:r>
          </a:p>
        </p:txBody>
      </p:sp>
      <p:sp>
        <p:nvSpPr>
          <p:cNvPr id="13" name="text">
            <a:extLst xmlns:a="http://schemas.openxmlformats.org/drawingml/2006/main">
              <a:ext uri="{FF2B5EF4-FFF2-40B4-BE49-F238E27FC236}">
                <a16:creationId xmlns:a16="http://schemas.microsoft.com/office/drawing/2014/main" id="{8BF202D8-DD13-42D3-9107-0D9DA898970F}"/>
              </a:ext>
            </a:extLst>
          </p:cNvPr>
          <p:cNvSpPr>
            <a:spLocks xmlns:a="http://schemas.openxmlformats.org/drawingml/2006/main" noGrp="1"/>
          </p:cNvSpPr>
          <p:nvPr/>
        </p:nvSpPr>
        <p:spPr>
          <a:xfrm xmlns:a="http://schemas.openxmlformats.org/drawingml/2006/main">
            <a:off x="457200" y="40195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control variable — A factor we keep the same. This makes the comparison fair. Here we test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effect of pH.</a:t>
            </a:r>
          </a:p>
        </p:txBody>
      </p:sp>
      <p:sp>
        <p:nvSpPr>
          <p:cNvPr id="14" name="text">
            <a:extLst xmlns:a="http://schemas.openxmlformats.org/drawingml/2006/main">
              <a:ext uri="{FF2B5EF4-FFF2-40B4-BE49-F238E27FC236}">
                <a16:creationId xmlns:a16="http://schemas.microsoft.com/office/drawing/2014/main" id="{7E8114FF-3F69-42D5-9FAF-61BA0E0C0C97}"/>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5" name="text">
            <a:extLst xmlns:a="http://schemas.openxmlformats.org/drawingml/2006/main">
              <a:ext uri="{FF2B5EF4-FFF2-40B4-BE49-F238E27FC236}">
                <a16:creationId xmlns:a16="http://schemas.microsoft.com/office/drawing/2014/main" id="{7245F7C5-6638-414F-9403-2DC428BF642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6" name="text">
            <a:extLst xmlns:a="http://schemas.openxmlformats.org/drawingml/2006/main">
              <a:ext uri="{FF2B5EF4-FFF2-40B4-BE49-F238E27FC236}">
                <a16:creationId xmlns:a16="http://schemas.microsoft.com/office/drawing/2014/main" id="{BD730A65-E363-44E8-A105-9DCECAC372C8}"/>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17 / 53</a:t>
            </a:r>
          </a:p>
        </p:txBody>
      </p:sp>
      <p:sp>
        <p:nvSpPr>
          <p:cNvPr id="17" name="text">
            <a:extLst xmlns:a="http://schemas.openxmlformats.org/drawingml/2006/main">
              <a:ext uri="{FF2B5EF4-FFF2-40B4-BE49-F238E27FC236}">
                <a16:creationId xmlns:a16="http://schemas.microsoft.com/office/drawing/2014/main" id="{D94ABB7A-EF6F-461A-B2CA-13A8E7A6F4A8}"/>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23227942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4C0E42BA-35AE-4B73-AA10-4F83CF41A83A}"/>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8C70B001-EA6F-4369-A080-9D4D28F3C7E6}"/>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7 to 11</a:t>
            </a:r>
          </a:p>
        </p:txBody>
      </p:sp>
      <p:sp>
        <p:nvSpPr>
          <p:cNvPr id="3" name="text">
            <a:extLst xmlns:a="http://schemas.openxmlformats.org/drawingml/2006/main">
              <a:ext uri="{FF2B5EF4-FFF2-40B4-BE49-F238E27FC236}">
                <a16:creationId xmlns:a16="http://schemas.microsoft.com/office/drawing/2014/main" id="{E89A7A37-BF6E-4F39-BDB2-0E0EAE2CB783}"/>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follow the sampled drops</a:t>
            </a:r>
          </a:p>
        </p:txBody>
      </p:sp>
      <p:pic>
        <p:nvPicPr>
          <p:cNvPr id="4" name="">
            <a:extLst xmlns:a="http://schemas.openxmlformats.org/drawingml/2006/main">
              <a:ext uri="{FF2B5EF4-FFF2-40B4-BE49-F238E27FC236}">
                <a16:creationId xmlns:a16="http://schemas.microsoft.com/office/drawing/2014/main" id="{905E025F-D09C-4972-9CB8-DF24619455D1}"/>
              </a:ext>
            </a:extLst>
          </p:cNvPr>
          <p:cNvPicPr>
            <a:picLocks xmlns:a="http://schemas.openxmlformats.org/drawingml/2006/main" noChangeAspect="1"/>
          </p:cNvPicPr>
          <p:nvPr/>
        </p:nvPicPr>
        <p:blipFill>
          <a:blip xmlns:r="http://schemas.openxmlformats.org/officeDocument/2006/relationships" xmlns:a="http://schemas.openxmlformats.org/drawingml/2006/main" r:embed="R868eeab672da4dda"/>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E408AD6-C2A8-40CB-9C08-1081DAC74054}"/>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59CF867-A4A2-4788-B509-6133F37B7580}"/>
              </a:ext>
            </a:extLst>
          </p:cNvPr>
          <p:cNvSpPr>
            <a:spLocks xmlns:a="http://schemas.openxmlformats.org/drawingml/2006/main" noGrp="1"/>
          </p:cNvSpPr>
          <p:nvPr/>
        </p:nvSpPr>
        <p:spPr>
          <a:xfrm xmlns:a="http://schemas.openxmlformats.org/drawingml/2006/main">
            <a:off x="381000" y="1485900"/>
            <a:ext cx="311705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5D3E58A7-46FC-4D89-9D88-9F3A10E26C9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model. No writing yet.</a:t>
            </a:r>
          </a:p>
        </p:txBody>
      </p:sp>
      <p:sp>
        <p:nvSpPr>
          <p:cNvPr id="8" name="text">
            <a:extLst xmlns:a="http://schemas.openxmlformats.org/drawingml/2006/main">
              <a:ext uri="{FF2B5EF4-FFF2-40B4-BE49-F238E27FC236}">
                <a16:creationId xmlns:a16="http://schemas.microsoft.com/office/drawing/2014/main" id="{71D67DF0-311E-4D6A-889D-0D2285A6ECCC}"/>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endpoint — The first sampled time when iodine stays orange-brown.</a:t>
            </a:r>
          </a:p>
        </p:txBody>
      </p:sp>
      <p:sp>
        <p:nvSpPr>
          <p:cNvPr id="9" name="text">
            <a:extLst xmlns:a="http://schemas.openxmlformats.org/drawingml/2006/main">
              <a:ext uri="{FF2B5EF4-FFF2-40B4-BE49-F238E27FC236}">
                <a16:creationId xmlns:a16="http://schemas.microsoft.com/office/drawing/2014/main" id="{028EB060-E271-4F15-9908-C7186AC63CB5}"/>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buffer — A solution that helps keep the chosen pH.</a:t>
            </a:r>
          </a:p>
        </p:txBody>
      </p:sp>
      <p:sp>
        <p:nvSpPr>
          <p:cNvPr id="10" name="text">
            <a:extLst xmlns:a="http://schemas.openxmlformats.org/drawingml/2006/main">
              <a:ext uri="{FF2B5EF4-FFF2-40B4-BE49-F238E27FC236}">
                <a16:creationId xmlns:a16="http://schemas.microsoft.com/office/drawing/2014/main" id="{BFFD536F-AFBE-4B5F-A9C0-9FE0BA1BE13A}"/>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repeat — A further trial. Keep the same stated conditions.</a:t>
            </a:r>
          </a:p>
        </p:txBody>
      </p:sp>
      <p:sp>
        <p:nvSpPr>
          <p:cNvPr id="11" name="text">
            <a:extLst xmlns:a="http://schemas.openxmlformats.org/drawingml/2006/main">
              <a:ext uri="{FF2B5EF4-FFF2-40B4-BE49-F238E27FC236}">
                <a16:creationId xmlns:a16="http://schemas.microsoft.com/office/drawing/2014/main" id="{DDB90DAA-A547-4190-88A3-B3FBE50B7413}"/>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active site — The part of an enzyme where the substrate binds. The shapes fit each other.</a:t>
            </a:r>
          </a:p>
        </p:txBody>
      </p:sp>
      <p:sp>
        <p:nvSpPr>
          <p:cNvPr id="12" name="text">
            <a:extLst xmlns:a="http://schemas.openxmlformats.org/drawingml/2006/main">
              <a:ext uri="{FF2B5EF4-FFF2-40B4-BE49-F238E27FC236}">
                <a16:creationId xmlns:a16="http://schemas.microsoft.com/office/drawing/2014/main" id="{5D4D2B26-BA52-41FC-A3F6-7F973FE2644C}"/>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specificity — An enzyme acts on particular substrates. They fit its active site.</a:t>
            </a:r>
          </a:p>
        </p:txBody>
      </p:sp>
      <p:sp>
        <p:nvSpPr>
          <p:cNvPr id="13" name="text">
            <a:extLst xmlns:a="http://schemas.openxmlformats.org/drawingml/2006/main">
              <a:ext uri="{FF2B5EF4-FFF2-40B4-BE49-F238E27FC236}">
                <a16:creationId xmlns:a16="http://schemas.microsoft.com/office/drawing/2014/main" id="{28B92E26-3844-4B41-965D-CC2439C47209}"/>
              </a:ext>
            </a:extLst>
          </p:cNvPr>
          <p:cNvSpPr>
            <a:spLocks xmlns:a="http://schemas.openxmlformats.org/drawingml/2006/main" noGrp="1"/>
          </p:cNvSpPr>
          <p:nvPr/>
        </p:nvSpPr>
        <p:spPr>
          <a:xfrm xmlns:a="http://schemas.openxmlformats.org/drawingml/2006/main">
            <a:off x="457200" y="40195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denaturation — A change in an enzyme’s three-dimensional shape. It disrupts the active site and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how it works. An unsuitable pH or high temperature can cause this.</a:t>
            </a:r>
          </a:p>
        </p:txBody>
      </p:sp>
      <p:sp>
        <p:nvSpPr>
          <p:cNvPr id="14" name="text">
            <a:extLst xmlns:a="http://schemas.openxmlformats.org/drawingml/2006/main">
              <a:ext uri="{FF2B5EF4-FFF2-40B4-BE49-F238E27FC236}">
                <a16:creationId xmlns:a16="http://schemas.microsoft.com/office/drawing/2014/main" id="{81DD6BFF-9D2F-4DA6-9BD1-0ABD3F214902}"/>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5" name="text">
            <a:extLst xmlns:a="http://schemas.openxmlformats.org/drawingml/2006/main">
              <a:ext uri="{FF2B5EF4-FFF2-40B4-BE49-F238E27FC236}">
                <a16:creationId xmlns:a16="http://schemas.microsoft.com/office/drawing/2014/main" id="{932B6F84-4828-4F70-A137-422B281CE76A}"/>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6" name="text">
            <a:extLst xmlns:a="http://schemas.openxmlformats.org/drawingml/2006/main">
              <a:ext uri="{FF2B5EF4-FFF2-40B4-BE49-F238E27FC236}">
                <a16:creationId xmlns:a16="http://schemas.microsoft.com/office/drawing/2014/main" id="{0DC0B8B9-EC4F-459C-9441-BFBF0BE26E72}"/>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18 / 53</a:t>
            </a:r>
          </a:p>
        </p:txBody>
      </p:sp>
      <p:sp>
        <p:nvSpPr>
          <p:cNvPr id="17" name="text">
            <a:extLst xmlns:a="http://schemas.openxmlformats.org/drawingml/2006/main">
              <a:ext uri="{FF2B5EF4-FFF2-40B4-BE49-F238E27FC236}">
                <a16:creationId xmlns:a16="http://schemas.microsoft.com/office/drawing/2014/main" id="{254A318B-6110-4D33-9B4A-676E4902E49F}"/>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24168168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96EB80EB-9579-432E-BF6A-FECB67FD3721}"/>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7EF6486A-D1E7-4D8C-9AB9-2D7A9D43A37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7 to 11</a:t>
            </a:r>
          </a:p>
        </p:txBody>
      </p:sp>
      <p:sp>
        <p:nvSpPr>
          <p:cNvPr id="3" name="text">
            <a:extLst xmlns:a="http://schemas.openxmlformats.org/drawingml/2006/main">
              <a:ext uri="{FF2B5EF4-FFF2-40B4-BE49-F238E27FC236}">
                <a16:creationId xmlns:a16="http://schemas.microsoft.com/office/drawing/2014/main" id="{4B98D6F3-2019-4364-B3CA-C04F127CCE87}"/>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follow the sampled drops</a:t>
            </a:r>
          </a:p>
        </p:txBody>
      </p:sp>
      <p:pic>
        <p:nvPicPr>
          <p:cNvPr id="4" name="">
            <a:extLst xmlns:a="http://schemas.openxmlformats.org/drawingml/2006/main">
              <a:ext uri="{FF2B5EF4-FFF2-40B4-BE49-F238E27FC236}">
                <a16:creationId xmlns:a16="http://schemas.microsoft.com/office/drawing/2014/main" id="{42B494F2-04DD-4633-9F74-1326A43DDBBB}"/>
              </a:ext>
            </a:extLst>
          </p:cNvPr>
          <p:cNvPicPr>
            <a:picLocks xmlns:a="http://schemas.openxmlformats.org/drawingml/2006/main" noChangeAspect="1"/>
          </p:cNvPicPr>
          <p:nvPr/>
        </p:nvPicPr>
        <p:blipFill>
          <a:blip xmlns:r="http://schemas.openxmlformats.org/officeDocument/2006/relationships" xmlns:a="http://schemas.openxmlformats.org/drawingml/2006/main" r:embed="Rc91ae13898174a6f"/>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A4A0866-1D97-4621-AE38-6583F2AF418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2CD2026-898E-4C04-9D36-1966F66A4685}"/>
              </a:ext>
            </a:extLst>
          </p:cNvPr>
          <p:cNvSpPr>
            <a:spLocks xmlns:a="http://schemas.openxmlformats.org/drawingml/2006/main" noGrp="1"/>
          </p:cNvSpPr>
          <p:nvPr/>
        </p:nvSpPr>
        <p:spPr>
          <a:xfrm xmlns:a="http://schemas.openxmlformats.org/drawingml/2006/main">
            <a:off x="381000" y="1485900"/>
            <a:ext cx="311705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F8BA4F3C-75B5-4BB5-BF27-CE5AD883826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model. No writing yet.</a:t>
            </a:r>
          </a:p>
        </p:txBody>
      </p:sp>
      <p:sp>
        <p:nvSpPr>
          <p:cNvPr id="8" name="text">
            <a:extLst xmlns:a="http://schemas.openxmlformats.org/drawingml/2006/main">
              <a:ext uri="{FF2B5EF4-FFF2-40B4-BE49-F238E27FC236}">
                <a16:creationId xmlns:a16="http://schemas.microsoft.com/office/drawing/2014/main" id="{295F9E87-0C9F-4C8D-A92E-5B49B57010C8}"/>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Take a fresh sample; leave the reaction going</a:t>
            </a:r>
          </a:p>
        </p:txBody>
      </p:sp>
      <p:sp>
        <p:nvSpPr>
          <p:cNvPr id="9" name="text">
            <a:extLst xmlns:a="http://schemas.openxmlformats.org/drawingml/2006/main">
              <a:ext uri="{FF2B5EF4-FFF2-40B4-BE49-F238E27FC236}">
                <a16:creationId xmlns:a16="http://schemas.microsoft.com/office/drawing/2014/main" id="{B82FD7CD-856E-43AF-B2A6-75AFFDAF094A}"/>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reaction mixture stays separate from the iodine spotting wells. Sample at the agreed fixed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interval.</a:t>
            </a:r>
          </a:p>
        </p:txBody>
      </p:sp>
      <p:sp>
        <p:nvSpPr>
          <p:cNvPr id="10" name="text">
            <a:extLst xmlns:a="http://schemas.openxmlformats.org/drawingml/2006/main">
              <a:ext uri="{FF2B5EF4-FFF2-40B4-BE49-F238E27FC236}">
                <a16:creationId xmlns:a16="http://schemas.microsoft.com/office/drawing/2014/main" id="{FCB6C842-77A8-41E3-8315-16D25E3CA61D}"/>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No sample has been revealed. These observations are supplied examples.</a:t>
            </a:r>
          </a:p>
        </p:txBody>
      </p:sp>
      <p:sp>
        <p:nvSpPr>
          <p:cNvPr id="11" name="text">
            <a:extLst xmlns:a="http://schemas.openxmlformats.org/drawingml/2006/main">
              <a:ext uri="{FF2B5EF4-FFF2-40B4-BE49-F238E27FC236}">
                <a16:creationId xmlns:a16="http://schemas.microsoft.com/office/drawing/2014/main" id="{A451C86D-A3A5-4EBE-9726-8AD360A08C9F}"/>
              </a:ext>
            </a:extLst>
          </p:cNvPr>
          <p:cNvSpPr>
            <a:spLocks xmlns:a="http://schemas.openxmlformats.org/drawingml/2006/main" noGrp="1"/>
          </p:cNvSpPr>
          <p:nvPr/>
        </p:nvSpPr>
        <p:spPr>
          <a:xfrm xmlns:a="http://schemas.openxmlformats.org/drawingml/2006/main">
            <a:off x="457200" y="35337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Continuous sampling means taking repeated samples from an ongoing reaction. It does not mean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continuously adding iodine to the reaction.</a:t>
            </a:r>
          </a:p>
        </p:txBody>
      </p:sp>
      <p:sp>
        <p:nvSpPr>
          <p:cNvPr id="12" name="text">
            <a:extLst xmlns:a="http://schemas.openxmlformats.org/drawingml/2006/main">
              <a:ext uri="{FF2B5EF4-FFF2-40B4-BE49-F238E27FC236}">
                <a16:creationId xmlns:a16="http://schemas.microsoft.com/office/drawing/2014/main" id="{7B85C9E3-79A9-478C-80CB-31A90E562C4D}"/>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A6AFE399-4800-4EA2-88D4-ECDB8955AE55}"/>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50526AEE-97AD-4139-AFC8-59216973DCE0}"/>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19 / 53</a:t>
            </a:r>
          </a:p>
        </p:txBody>
      </p:sp>
      <p:sp>
        <p:nvSpPr>
          <p:cNvPr id="15" name="text">
            <a:extLst xmlns:a="http://schemas.openxmlformats.org/drawingml/2006/main">
              <a:ext uri="{FF2B5EF4-FFF2-40B4-BE49-F238E27FC236}">
                <a16:creationId xmlns:a16="http://schemas.microsoft.com/office/drawing/2014/main" id="{9A67FB44-CB85-41C4-86A9-4573BFBC10D2}"/>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6842123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E00D4EA2-5F51-4B61-8516-4E6D933E3397}"/>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18E1872F-2AE0-45A4-9105-2934C523A3B8}"/>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7 to 11</a:t>
            </a:r>
          </a:p>
        </p:txBody>
      </p:sp>
      <p:sp>
        <p:nvSpPr>
          <p:cNvPr id="3" name="text">
            <a:extLst xmlns:a="http://schemas.openxmlformats.org/drawingml/2006/main">
              <a:ext uri="{FF2B5EF4-FFF2-40B4-BE49-F238E27FC236}">
                <a16:creationId xmlns:a16="http://schemas.microsoft.com/office/drawing/2014/main" id="{A5C8438B-3CE5-4C07-9A5D-01626B8E4683}"/>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follow the sampled drops</a:t>
            </a:r>
          </a:p>
        </p:txBody>
      </p:sp>
      <p:pic>
        <p:nvPicPr>
          <p:cNvPr id="4" name="">
            <a:extLst xmlns:a="http://schemas.openxmlformats.org/drawingml/2006/main">
              <a:ext uri="{FF2B5EF4-FFF2-40B4-BE49-F238E27FC236}">
                <a16:creationId xmlns:a16="http://schemas.microsoft.com/office/drawing/2014/main" id="{942DA88C-466A-49B4-BDE7-BA35D099C551}"/>
              </a:ext>
            </a:extLst>
          </p:cNvPr>
          <p:cNvPicPr>
            <a:picLocks xmlns:a="http://schemas.openxmlformats.org/drawingml/2006/main" noChangeAspect="1"/>
          </p:cNvPicPr>
          <p:nvPr/>
        </p:nvPicPr>
        <p:blipFill>
          <a:blip xmlns:r="http://schemas.openxmlformats.org/officeDocument/2006/relationships" xmlns:a="http://schemas.openxmlformats.org/drawingml/2006/main" r:embed="Rb03e0fd6faa14a4f"/>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0E2675-42A2-437E-B9ED-35CA81AE4F9D}"/>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DC95040-FA63-4D85-9C5F-332E1765FF45}"/>
              </a:ext>
            </a:extLst>
          </p:cNvPr>
          <p:cNvSpPr>
            <a:spLocks xmlns:a="http://schemas.openxmlformats.org/drawingml/2006/main" noGrp="1"/>
          </p:cNvSpPr>
          <p:nvPr/>
        </p:nvSpPr>
        <p:spPr>
          <a:xfrm xmlns:a="http://schemas.openxmlformats.org/drawingml/2006/main">
            <a:off x="381000" y="1485900"/>
            <a:ext cx="311705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2421AA5-AF0F-4235-B90F-85C3BB4D788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model. No writing yet.</a:t>
            </a:r>
          </a:p>
        </p:txBody>
      </p:sp>
      <p:sp>
        <p:nvSpPr>
          <p:cNvPr id="8" name="text">
            <a:extLst xmlns:a="http://schemas.openxmlformats.org/drawingml/2006/main">
              <a:ext uri="{FF2B5EF4-FFF2-40B4-BE49-F238E27FC236}">
                <a16:creationId xmlns:a16="http://schemas.microsoft.com/office/drawing/2014/main" id="{0DC94B7B-3DEF-4DFC-BE62-425341BC507B}"/>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For this example, samples are 30 s apart. In a wet practical use the centre-approved interval and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method.</a:t>
            </a:r>
          </a:p>
        </p:txBody>
      </p:sp>
      <p:sp>
        <p:nvSpPr>
          <p:cNvPr id="9" name="text">
            <a:extLst xmlns:a="http://schemas.openxmlformats.org/drawingml/2006/main">
              <a:ext uri="{FF2B5EF4-FFF2-40B4-BE49-F238E27FC236}">
                <a16:creationId xmlns:a16="http://schemas.microsoft.com/office/drawing/2014/main" id="{B7FBE1FF-02B5-4BE5-8677-6DB8B38342D8}"/>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30 s: blue-black. Starch is still detected. Continue sampling.</a:t>
            </a:r>
          </a:p>
        </p:txBody>
      </p:sp>
      <p:sp>
        <p:nvSpPr>
          <p:cNvPr id="10" name="text">
            <a:extLst xmlns:a="http://schemas.openxmlformats.org/drawingml/2006/main">
              <a:ext uri="{FF2B5EF4-FFF2-40B4-BE49-F238E27FC236}">
                <a16:creationId xmlns:a16="http://schemas.microsoft.com/office/drawing/2014/main" id="{8E78EAE1-CC2B-43B4-8EB8-756C381539E3}"/>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60 s: blue-black. Keep the reaction separate from the iodine.</a:t>
            </a:r>
          </a:p>
        </p:txBody>
      </p:sp>
      <p:sp>
        <p:nvSpPr>
          <p:cNvPr id="11" name="text">
            <a:extLst xmlns:a="http://schemas.openxmlformats.org/drawingml/2006/main">
              <a:ext uri="{FF2B5EF4-FFF2-40B4-BE49-F238E27FC236}">
                <a16:creationId xmlns:a16="http://schemas.microsoft.com/office/drawing/2014/main" id="{68167E76-F676-44A7-AF35-BF4DB387208E}"/>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90 s: orange-brown remains. Record the first observed endpoint at 90 s.</a:t>
            </a:r>
          </a:p>
        </p:txBody>
      </p:sp>
      <p:sp>
        <p:nvSpPr>
          <p:cNvPr id="12" name="text">
            <a:extLst xmlns:a="http://schemas.openxmlformats.org/drawingml/2006/main">
              <a:ext uri="{FF2B5EF4-FFF2-40B4-BE49-F238E27FC236}">
                <a16:creationId xmlns:a16="http://schemas.microsoft.com/office/drawing/2014/main" id="{4233BF3B-AAD4-45C3-91A4-9E83041293B9}"/>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3A57580C-93ED-44FB-9AE7-80D67192D6E9}"/>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54FD039E-42AF-4F08-B98B-EE516DF43F49}"/>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20 / 53</a:t>
            </a:r>
          </a:p>
        </p:txBody>
      </p:sp>
      <p:sp>
        <p:nvSpPr>
          <p:cNvPr id="15" name="text">
            <a:extLst xmlns:a="http://schemas.openxmlformats.org/drawingml/2006/main">
              <a:ext uri="{FF2B5EF4-FFF2-40B4-BE49-F238E27FC236}">
                <a16:creationId xmlns:a16="http://schemas.microsoft.com/office/drawing/2014/main" id="{211ECD1C-9C3D-4F62-8046-0CFA9BB6D85E}"/>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61085981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3" name="text">
            <a:extLst xmlns:a="http://schemas.openxmlformats.org/drawingml/2006/main">
              <a:ext uri="{FF2B5EF4-FFF2-40B4-BE49-F238E27FC236}">
                <a16:creationId xmlns:a16="http://schemas.microsoft.com/office/drawing/2014/main" id="{B9A36305-9B24-4ADC-B4C5-7A0E57D3BCC4}"/>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EF79475D-3F36-4E18-82E7-B691DD56DED1}"/>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7 to 11</a:t>
            </a:r>
          </a:p>
        </p:txBody>
      </p:sp>
      <p:sp>
        <p:nvSpPr>
          <p:cNvPr id="3" name="text">
            <a:extLst xmlns:a="http://schemas.openxmlformats.org/drawingml/2006/main">
              <a:ext uri="{FF2B5EF4-FFF2-40B4-BE49-F238E27FC236}">
                <a16:creationId xmlns:a16="http://schemas.microsoft.com/office/drawing/2014/main" id="{8CFA4635-C35E-426A-BF96-9977A6D1C390}"/>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follow the sampled drops</a:t>
            </a:r>
          </a:p>
        </p:txBody>
      </p:sp>
      <p:pic>
        <p:nvPicPr>
          <p:cNvPr id="4" name="">
            <a:extLst xmlns:a="http://schemas.openxmlformats.org/drawingml/2006/main">
              <a:ext uri="{FF2B5EF4-FFF2-40B4-BE49-F238E27FC236}">
                <a16:creationId xmlns:a16="http://schemas.microsoft.com/office/drawing/2014/main" id="{B76A9C34-D357-402C-90C4-92628302D086}"/>
              </a:ext>
            </a:extLst>
          </p:cNvPr>
          <p:cNvPicPr>
            <a:picLocks xmlns:a="http://schemas.openxmlformats.org/drawingml/2006/main" noChangeAspect="1"/>
          </p:cNvPicPr>
          <p:nvPr/>
        </p:nvPicPr>
        <p:blipFill>
          <a:blip xmlns:r="http://schemas.openxmlformats.org/officeDocument/2006/relationships" xmlns:a="http://schemas.openxmlformats.org/drawingml/2006/main" r:embed="Rf0f74fc03a754677"/>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5F2CA8B-8382-467D-9FCD-9D668E73AAB4}"/>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49ED093-0114-4ACB-A151-20FF05BFB1CD}"/>
              </a:ext>
            </a:extLst>
          </p:cNvPr>
          <p:cNvSpPr>
            <a:spLocks xmlns:a="http://schemas.openxmlformats.org/drawingml/2006/main" noGrp="1"/>
          </p:cNvSpPr>
          <p:nvPr/>
        </p:nvSpPr>
        <p:spPr>
          <a:xfrm xmlns:a="http://schemas.openxmlformats.org/drawingml/2006/main">
            <a:off x="381000" y="1485900"/>
            <a:ext cx="311705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DD37B114-CB7B-403F-856A-06890A401A68}"/>
              </a:ext>
            </a:extLst>
          </p:cNvPr>
          <p:cNvSpPr>
            <a:spLocks xmlns:a="http://schemas.openxmlformats.org/drawingml/2006/main" noGrp="1"/>
          </p:cNvSpPr>
          <p:nvPr/>
        </p:nvSpPr>
        <p:spPr>
          <a:xfrm xmlns:a="http://schemas.openxmlformats.org/drawingml/2006/main">
            <a:off x="428625" y="1676400"/>
            <a:ext cx="5286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243746"/>
                </a:solidFill>
                <a:latin typeface="Liberation Sans"/>
                <a:ea typeface="Liberation Sans"/>
                <a:cs typeface="Liberation Sans"/>
              </a:defRPr>
            </a:defPPr>
            <a:lvl1pPr>
              <a:defRPr sz="1650" b="0">
                <a:solidFill>
                  <a:srgbClr val="243746"/>
                </a:solidFill>
                <a:latin typeface="Liberation Sans"/>
                <a:ea typeface="Liberation Sans"/>
                <a:cs typeface="Liberation Sans"/>
              </a:defRPr>
            </a:lvl1pPr>
            <a:lvl2pPr>
              <a:defRPr sz="1650" b="0">
                <a:solidFill>
                  <a:srgbClr val="243746"/>
                </a:solidFill>
                <a:latin typeface="Liberation Sans"/>
                <a:ea typeface="Liberation Sans"/>
                <a:cs typeface="Liberation Sans"/>
              </a:defRPr>
            </a:lvl2pPr>
            <a:lvl3pPr>
              <a:defRPr sz="1650" b="0">
                <a:solidFill>
                  <a:srgbClr val="243746"/>
                </a:solidFill>
                <a:latin typeface="Liberation Sans"/>
                <a:ea typeface="Liberation Sans"/>
                <a:cs typeface="Liberation Sans"/>
              </a:defRPr>
            </a:lvl3pPr>
            <a:lvl4pPr>
              <a:defRPr sz="1650" b="0">
                <a:solidFill>
                  <a:srgbClr val="243746"/>
                </a:solidFill>
                <a:latin typeface="Liberation Sans"/>
                <a:ea typeface="Liberation Sans"/>
                <a:cs typeface="Liberation Sans"/>
              </a:defRPr>
            </a:lvl4pPr>
            <a:lvl5pPr>
              <a:defRPr sz="1650" b="0">
                <a:solidFill>
                  <a:srgbClr val="243746"/>
                </a:solidFill>
                <a:latin typeface="Liberation Sans"/>
                <a:ea typeface="Liberation Sans"/>
                <a:cs typeface="Liberation Sans"/>
              </a:defRPr>
            </a:lvl5pPr>
            <a:lvl6pPr>
              <a:defRPr sz="1650" b="0">
                <a:solidFill>
                  <a:srgbClr val="243746"/>
                </a:solidFill>
                <a:latin typeface="Liberation Sans"/>
                <a:ea typeface="Liberation Sans"/>
                <a:cs typeface="Liberation Sans"/>
              </a:defRPr>
            </a:lvl6pPr>
            <a:lvl7pPr>
              <a:defRPr sz="1650" b="0">
                <a:solidFill>
                  <a:srgbClr val="243746"/>
                </a:solidFill>
                <a:latin typeface="Liberation Sans"/>
                <a:ea typeface="Liberation Sans"/>
                <a:cs typeface="Liberation Sans"/>
              </a:defRPr>
            </a:lvl7pPr>
            <a:lvl8pPr>
              <a:defRPr sz="1650" b="0">
                <a:solidFill>
                  <a:srgbClr val="243746"/>
                </a:solidFill>
                <a:latin typeface="Liberation Sans"/>
                <a:ea typeface="Liberation Sans"/>
                <a:cs typeface="Liberation Sans"/>
              </a:defRPr>
            </a:lvl8pPr>
            <a:lvl9pPr>
              <a:defRPr sz="1650" b="0">
                <a:solidFill>
                  <a:srgbClr val="243746"/>
                </a:solidFill>
                <a:latin typeface="Liberation Sans"/>
                <a:ea typeface="Liberation Sans"/>
                <a:cs typeface="Liberation Sans"/>
              </a:defRPr>
            </a:lvl9pPr>
          </a:lstStyle>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In your book: Watch the model. No writing yet.</a:t>
            </a:r>
          </a:p>
        </p:txBody>
      </p:sp>
      <p:sp>
        <p:nvSpPr>
          <p:cNvPr id="8" name="text">
            <a:extLst xmlns:a="http://schemas.openxmlformats.org/drawingml/2006/main">
              <a:ext uri="{FF2B5EF4-FFF2-40B4-BE49-F238E27FC236}">
                <a16:creationId xmlns:a16="http://schemas.microsoft.com/office/drawing/2014/main" id="{7FD7ECCB-BE55-43D4-A6D6-59C517177EA2}"/>
              </a:ext>
            </a:extLst>
          </p:cNvPr>
          <p:cNvSpPr>
            <a:spLocks xmlns:a="http://schemas.openxmlformats.org/drawingml/2006/main" noGrp="1"/>
          </p:cNvSpPr>
          <p:nvPr/>
        </p:nvSpPr>
        <p:spPr>
          <a:xfrm xmlns:a="http://schemas.openxmlformats.org/drawingml/2006/main">
            <a:off x="428625" y="2019300"/>
            <a:ext cx="52863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243746"/>
                </a:solidFill>
                <a:latin typeface="Liberation Sans"/>
                <a:ea typeface="Liberation Sans"/>
                <a:cs typeface="Liberation Sans"/>
              </a:defRPr>
            </a:defPPr>
            <a:lvl1pPr>
              <a:defRPr sz="1650" b="0">
                <a:solidFill>
                  <a:srgbClr val="243746"/>
                </a:solidFill>
                <a:latin typeface="Liberation Sans"/>
                <a:ea typeface="Liberation Sans"/>
                <a:cs typeface="Liberation Sans"/>
              </a:defRPr>
            </a:lvl1pPr>
            <a:lvl2pPr>
              <a:defRPr sz="1650" b="0">
                <a:solidFill>
                  <a:srgbClr val="243746"/>
                </a:solidFill>
                <a:latin typeface="Liberation Sans"/>
                <a:ea typeface="Liberation Sans"/>
                <a:cs typeface="Liberation Sans"/>
              </a:defRPr>
            </a:lvl2pPr>
            <a:lvl3pPr>
              <a:defRPr sz="1650" b="0">
                <a:solidFill>
                  <a:srgbClr val="243746"/>
                </a:solidFill>
                <a:latin typeface="Liberation Sans"/>
                <a:ea typeface="Liberation Sans"/>
                <a:cs typeface="Liberation Sans"/>
              </a:defRPr>
            </a:lvl3pPr>
            <a:lvl4pPr>
              <a:defRPr sz="1650" b="0">
                <a:solidFill>
                  <a:srgbClr val="243746"/>
                </a:solidFill>
                <a:latin typeface="Liberation Sans"/>
                <a:ea typeface="Liberation Sans"/>
                <a:cs typeface="Liberation Sans"/>
              </a:defRPr>
            </a:lvl4pPr>
            <a:lvl5pPr>
              <a:defRPr sz="1650" b="0">
                <a:solidFill>
                  <a:srgbClr val="243746"/>
                </a:solidFill>
                <a:latin typeface="Liberation Sans"/>
                <a:ea typeface="Liberation Sans"/>
                <a:cs typeface="Liberation Sans"/>
              </a:defRPr>
            </a:lvl5pPr>
            <a:lvl6pPr>
              <a:defRPr sz="1650" b="0">
                <a:solidFill>
                  <a:srgbClr val="243746"/>
                </a:solidFill>
                <a:latin typeface="Liberation Sans"/>
                <a:ea typeface="Liberation Sans"/>
                <a:cs typeface="Liberation Sans"/>
              </a:defRPr>
            </a:lvl6pPr>
            <a:lvl7pPr>
              <a:defRPr sz="1650" b="0">
                <a:solidFill>
                  <a:srgbClr val="243746"/>
                </a:solidFill>
                <a:latin typeface="Liberation Sans"/>
                <a:ea typeface="Liberation Sans"/>
                <a:cs typeface="Liberation Sans"/>
              </a:defRPr>
            </a:lvl7pPr>
            <a:lvl8pPr>
              <a:defRPr sz="1650" b="0">
                <a:solidFill>
                  <a:srgbClr val="243746"/>
                </a:solidFill>
                <a:latin typeface="Liberation Sans"/>
                <a:ea typeface="Liberation Sans"/>
                <a:cs typeface="Liberation Sans"/>
              </a:defRPr>
            </a:lvl8pPr>
            <a:lvl9pPr>
              <a:defRPr sz="1650" b="0">
                <a:solidFill>
                  <a:srgbClr val="243746"/>
                </a:solidFill>
                <a:latin typeface="Liberation Sans"/>
                <a:ea typeface="Liberation Sans"/>
                <a:cs typeface="Liberation Sans"/>
              </a:defRPr>
            </a:lvl9pPr>
          </a:lstStyle>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Continuous sampling means testing separate small</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samples at fixed intervals while the reaction</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continues. Blue-black means starch detected;</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orange-brown remaining means starch not</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detected in that drop.</a:t>
            </a:r>
          </a:p>
        </p:txBody>
      </p:sp>
      <p:sp>
        <p:nvSpPr>
          <p:cNvPr id="9" name="">
            <a:extLst xmlns:a="http://schemas.openxmlformats.org/drawingml/2006/main">
              <a:ext uri="{FF2B5EF4-FFF2-40B4-BE49-F238E27FC236}">
                <a16:creationId xmlns:a16="http://schemas.microsoft.com/office/drawing/2014/main" id="{5F251009-DB6B-4DAB-BEE4-97D8A330F2F0}"/>
              </a:ext>
            </a:extLst>
          </p:cNvPr>
          <p:cNvSpPr>
            <a:spLocks xmlns:a="http://schemas.openxmlformats.org/drawingml/2006/main" noGrp="1"/>
          </p:cNvSpPr>
          <p:nvPr/>
        </p:nvSpPr>
        <p:spPr>
          <a:xfrm xmlns:a="http://schemas.openxmlformats.org/drawingml/2006/main">
            <a:off x="6775609" y="1907858"/>
            <a:ext cx="637699" cy="637699"/>
          </a:xfrm>
          <a:prstGeom xmlns:a="http://schemas.openxmlformats.org/drawingml/2006/main" prst="ellipse">
            <a:avLst/>
          </a:prstGeom>
          <a:solidFill xmlns:a="http://schemas.openxmlformats.org/drawingml/2006/main">
            <a:srgbClr val="243746"/>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B964091F-AB38-43DC-AE78-13513A2BB96A}"/>
              </a:ext>
            </a:extLst>
          </p:cNvPr>
          <p:cNvSpPr>
            <a:spLocks xmlns:a="http://schemas.openxmlformats.org/drawingml/2006/main" noGrp="1"/>
          </p:cNvSpPr>
          <p:nvPr/>
        </p:nvSpPr>
        <p:spPr>
          <a:xfrm xmlns:a="http://schemas.openxmlformats.org/drawingml/2006/main">
            <a:off x="6481286" y="2653475"/>
            <a:ext cx="160896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30 s</a:t>
            </a:r>
          </a:p>
        </p:txBody>
      </p:sp>
      <p:sp>
        <p:nvSpPr>
          <p:cNvPr id="11" name="text">
            <a:extLst xmlns:a="http://schemas.openxmlformats.org/drawingml/2006/main">
              <a:ext uri="{FF2B5EF4-FFF2-40B4-BE49-F238E27FC236}">
                <a16:creationId xmlns:a16="http://schemas.microsoft.com/office/drawing/2014/main" id="{E3410FB2-1C9D-459E-88BD-AF87BB68DDE9}"/>
              </a:ext>
            </a:extLst>
          </p:cNvPr>
          <p:cNvSpPr>
            <a:spLocks xmlns:a="http://schemas.openxmlformats.org/drawingml/2006/main" noGrp="1"/>
          </p:cNvSpPr>
          <p:nvPr/>
        </p:nvSpPr>
        <p:spPr>
          <a:xfrm xmlns:a="http://schemas.openxmlformats.org/drawingml/2006/main">
            <a:off x="6481286" y="2888933"/>
            <a:ext cx="160896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Blue-black</a:t>
            </a:r>
          </a:p>
        </p:txBody>
      </p:sp>
      <p:sp>
        <p:nvSpPr>
          <p:cNvPr id="12" name="">
            <a:extLst xmlns:a="http://schemas.openxmlformats.org/drawingml/2006/main">
              <a:ext uri="{FF2B5EF4-FFF2-40B4-BE49-F238E27FC236}">
                <a16:creationId xmlns:a16="http://schemas.microsoft.com/office/drawing/2014/main" id="{D57AB0DE-6C41-4306-8C50-02123D38E117}"/>
              </a:ext>
            </a:extLst>
          </p:cNvPr>
          <p:cNvSpPr>
            <a:spLocks xmlns:a="http://schemas.openxmlformats.org/drawingml/2006/main" noGrp="1"/>
          </p:cNvSpPr>
          <p:nvPr/>
        </p:nvSpPr>
        <p:spPr>
          <a:xfrm xmlns:a="http://schemas.openxmlformats.org/drawingml/2006/main">
            <a:off x="8404193" y="1907858"/>
            <a:ext cx="637699" cy="637699"/>
          </a:xfrm>
          <a:prstGeom xmlns:a="http://schemas.openxmlformats.org/drawingml/2006/main" prst="ellipse">
            <a:avLst/>
          </a:prstGeom>
          <a:solidFill xmlns:a="http://schemas.openxmlformats.org/drawingml/2006/main">
            <a:srgbClr val="243746"/>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C76D0F6E-CBDB-4509-B13D-720023A34F4E}"/>
              </a:ext>
            </a:extLst>
          </p:cNvPr>
          <p:cNvSpPr>
            <a:spLocks xmlns:a="http://schemas.openxmlformats.org/drawingml/2006/main" noGrp="1"/>
          </p:cNvSpPr>
          <p:nvPr/>
        </p:nvSpPr>
        <p:spPr>
          <a:xfrm xmlns:a="http://schemas.openxmlformats.org/drawingml/2006/main">
            <a:off x="8109871" y="2653475"/>
            <a:ext cx="160896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60 s</a:t>
            </a:r>
          </a:p>
        </p:txBody>
      </p:sp>
      <p:sp>
        <p:nvSpPr>
          <p:cNvPr id="14" name="text">
            <a:extLst xmlns:a="http://schemas.openxmlformats.org/drawingml/2006/main">
              <a:ext uri="{FF2B5EF4-FFF2-40B4-BE49-F238E27FC236}">
                <a16:creationId xmlns:a16="http://schemas.microsoft.com/office/drawing/2014/main" id="{3D113239-1852-4BFC-A726-AA3DDA2B208F}"/>
              </a:ext>
            </a:extLst>
          </p:cNvPr>
          <p:cNvSpPr>
            <a:spLocks xmlns:a="http://schemas.openxmlformats.org/drawingml/2006/main" noGrp="1"/>
          </p:cNvSpPr>
          <p:nvPr/>
        </p:nvSpPr>
        <p:spPr>
          <a:xfrm xmlns:a="http://schemas.openxmlformats.org/drawingml/2006/main">
            <a:off x="8109871" y="2888933"/>
            <a:ext cx="160896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Blue-black</a:t>
            </a:r>
          </a:p>
        </p:txBody>
      </p:sp>
      <p:sp>
        <p:nvSpPr>
          <p:cNvPr id="15" name="">
            <a:extLst xmlns:a="http://schemas.openxmlformats.org/drawingml/2006/main">
              <a:ext uri="{FF2B5EF4-FFF2-40B4-BE49-F238E27FC236}">
                <a16:creationId xmlns:a16="http://schemas.microsoft.com/office/drawing/2014/main" id="{E0C0A0D4-EB47-41BC-B77A-86441833002D}"/>
              </a:ext>
            </a:extLst>
          </p:cNvPr>
          <p:cNvSpPr>
            <a:spLocks xmlns:a="http://schemas.openxmlformats.org/drawingml/2006/main" noGrp="1"/>
          </p:cNvSpPr>
          <p:nvPr/>
        </p:nvSpPr>
        <p:spPr>
          <a:xfrm xmlns:a="http://schemas.openxmlformats.org/drawingml/2006/main">
            <a:off x="10032778" y="1907858"/>
            <a:ext cx="637699" cy="637699"/>
          </a:xfrm>
          <a:prstGeom xmlns:a="http://schemas.openxmlformats.org/drawingml/2006/main" prst="ellipse">
            <a:avLst/>
          </a:prstGeom>
          <a:solidFill xmlns:a="http://schemas.openxmlformats.org/drawingml/2006/main">
            <a:srgbClr val="F8CF86"/>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A206B67E-DF5E-40D3-83AE-232E2A3EBCD4}"/>
              </a:ext>
            </a:extLst>
          </p:cNvPr>
          <p:cNvSpPr>
            <a:spLocks xmlns:a="http://schemas.openxmlformats.org/drawingml/2006/main" noGrp="1"/>
          </p:cNvSpPr>
          <p:nvPr/>
        </p:nvSpPr>
        <p:spPr>
          <a:xfrm xmlns:a="http://schemas.openxmlformats.org/drawingml/2006/main">
            <a:off x="9738455" y="2653475"/>
            <a:ext cx="160896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90 s</a:t>
            </a:r>
          </a:p>
        </p:txBody>
      </p:sp>
      <p:sp>
        <p:nvSpPr>
          <p:cNvPr id="17" name="text">
            <a:extLst xmlns:a="http://schemas.openxmlformats.org/drawingml/2006/main">
              <a:ext uri="{FF2B5EF4-FFF2-40B4-BE49-F238E27FC236}">
                <a16:creationId xmlns:a16="http://schemas.microsoft.com/office/drawing/2014/main" id="{D588351A-7B44-4329-AA6D-3FE383708BE9}"/>
              </a:ext>
            </a:extLst>
          </p:cNvPr>
          <p:cNvSpPr>
            <a:spLocks xmlns:a="http://schemas.openxmlformats.org/drawingml/2006/main" noGrp="1"/>
          </p:cNvSpPr>
          <p:nvPr/>
        </p:nvSpPr>
        <p:spPr>
          <a:xfrm xmlns:a="http://schemas.openxmlformats.org/drawingml/2006/main">
            <a:off x="9738455" y="2888933"/>
            <a:ext cx="160896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Orange-brown</a:t>
            </a:r>
          </a:p>
        </p:txBody>
      </p:sp>
      <p:sp>
        <p:nvSpPr>
          <p:cNvPr id="18" name="text">
            <a:extLst xmlns:a="http://schemas.openxmlformats.org/drawingml/2006/main">
              <a:ext uri="{FF2B5EF4-FFF2-40B4-BE49-F238E27FC236}">
                <a16:creationId xmlns:a16="http://schemas.microsoft.com/office/drawing/2014/main" id="{74E781EE-0482-4C22-B88A-A69BBD610A60}"/>
              </a:ext>
            </a:extLst>
          </p:cNvPr>
          <p:cNvSpPr>
            <a:spLocks xmlns:a="http://schemas.openxmlformats.org/drawingml/2006/main" noGrp="1"/>
          </p:cNvSpPr>
          <p:nvPr/>
        </p:nvSpPr>
        <p:spPr>
          <a:xfrm xmlns:a="http://schemas.openxmlformats.org/drawingml/2006/main">
            <a:off x="6481286" y="3202877"/>
            <a:ext cx="4709160"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Supplied example: samples every 30 s.</a:t>
            </a:r>
          </a:p>
        </p:txBody>
      </p:sp>
      <p:sp>
        <p:nvSpPr>
          <p:cNvPr id="19" name="text">
            <a:extLst xmlns:a="http://schemas.openxmlformats.org/drawingml/2006/main">
              <a:ext uri="{FF2B5EF4-FFF2-40B4-BE49-F238E27FC236}">
                <a16:creationId xmlns:a16="http://schemas.microsoft.com/office/drawing/2014/main" id="{2C53CF4F-2209-4EEA-8106-7C5F136E4122}"/>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20" name="text">
            <a:extLst xmlns:a="http://schemas.openxmlformats.org/drawingml/2006/main">
              <a:ext uri="{FF2B5EF4-FFF2-40B4-BE49-F238E27FC236}">
                <a16:creationId xmlns:a16="http://schemas.microsoft.com/office/drawing/2014/main" id="{7E06BAB4-0984-4B2E-A12C-7F2CFDD5A759}"/>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21" name="text">
            <a:extLst xmlns:a="http://schemas.openxmlformats.org/drawingml/2006/main">
              <a:ext uri="{FF2B5EF4-FFF2-40B4-BE49-F238E27FC236}">
                <a16:creationId xmlns:a16="http://schemas.microsoft.com/office/drawing/2014/main" id="{50800240-2EC8-48BB-BEA9-AADA7A42F3D9}"/>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21 / 53</a:t>
            </a:r>
          </a:p>
        </p:txBody>
      </p:sp>
      <p:sp>
        <p:nvSpPr>
          <p:cNvPr id="22" name="text">
            <a:extLst xmlns:a="http://schemas.openxmlformats.org/drawingml/2006/main">
              <a:ext uri="{FF2B5EF4-FFF2-40B4-BE49-F238E27FC236}">
                <a16:creationId xmlns:a16="http://schemas.microsoft.com/office/drawing/2014/main" id="{BBC83036-CB5B-45C0-B75A-A49F74C1D4FB}"/>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11710648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B74A2FD2-24A4-4125-A34B-140C9241ADC9}"/>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D4EAC605-A72D-4609-A623-D119C981323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11 to 15</a:t>
            </a:r>
          </a:p>
        </p:txBody>
      </p:sp>
      <p:sp>
        <p:nvSpPr>
          <p:cNvPr id="3" name="text">
            <a:extLst xmlns:a="http://schemas.openxmlformats.org/drawingml/2006/main">
              <a:ext uri="{FF2B5EF4-FFF2-40B4-BE49-F238E27FC236}">
                <a16:creationId xmlns:a16="http://schemas.microsoft.com/office/drawing/2014/main" id="{58C0E67B-AE5F-4B86-B268-A14D8015BB2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method-decision checkpoint</a:t>
            </a:r>
          </a:p>
        </p:txBody>
      </p:sp>
      <p:pic>
        <p:nvPicPr>
          <p:cNvPr id="4" name="">
            <a:extLst xmlns:a="http://schemas.openxmlformats.org/drawingml/2006/main">
              <a:ext uri="{FF2B5EF4-FFF2-40B4-BE49-F238E27FC236}">
                <a16:creationId xmlns:a16="http://schemas.microsoft.com/office/drawing/2014/main" id="{02EEDEED-1BA2-4F3C-9493-CC973E215FC1}"/>
              </a:ext>
            </a:extLst>
          </p:cNvPr>
          <p:cNvPicPr>
            <a:picLocks xmlns:a="http://schemas.openxmlformats.org/drawingml/2006/main" noChangeAspect="1"/>
          </p:cNvPicPr>
          <p:nvPr/>
        </p:nvPicPr>
        <p:blipFill>
          <a:blip xmlns:r="http://schemas.openxmlformats.org/officeDocument/2006/relationships" xmlns:a="http://schemas.openxmlformats.org/drawingml/2006/main" r:embed="Rdb3d315ceae54f21"/>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7B3B4E5-0A89-43A6-847A-B7AC9ED6E037}"/>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E019ACB-A836-46F7-95BE-670BB9C296BE}"/>
              </a:ext>
            </a:extLst>
          </p:cNvPr>
          <p:cNvSpPr>
            <a:spLocks xmlns:a="http://schemas.openxmlformats.org/drawingml/2006/main" noGrp="1"/>
          </p:cNvSpPr>
          <p:nvPr/>
        </p:nvSpPr>
        <p:spPr>
          <a:xfrm xmlns:a="http://schemas.openxmlformats.org/drawingml/2006/main">
            <a:off x="381000" y="1485900"/>
            <a:ext cx="4250531"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AF656C4-BA1B-4B48-B0BE-1B2BC07A311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Complete the shared task; record one decision and its reason.</a:t>
            </a:r>
          </a:p>
        </p:txBody>
      </p:sp>
      <p:sp>
        <p:nvSpPr>
          <p:cNvPr id="8" name="text">
            <a:extLst xmlns:a="http://schemas.openxmlformats.org/drawingml/2006/main">
              <a:ext uri="{FF2B5EF4-FFF2-40B4-BE49-F238E27FC236}">
                <a16:creationId xmlns:a16="http://schemas.microsoft.com/office/drawing/2014/main" id="{7C0FDA4B-26AD-43C7-BBC5-D256E38B2905}"/>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Drag a card, or select it then choose its destination.</a:t>
            </a:r>
          </a:p>
        </p:txBody>
      </p:sp>
      <p:sp>
        <p:nvSpPr>
          <p:cNvPr id="9" name="text">
            <a:extLst xmlns:a="http://schemas.openxmlformats.org/drawingml/2006/main">
              <a:ext uri="{FF2B5EF4-FFF2-40B4-BE49-F238E27FC236}">
                <a16:creationId xmlns:a16="http://schemas.microsoft.com/office/drawing/2014/main" id="{039DE895-1F8D-40E8-8AD7-F959EFF614F5}"/>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Ready tile: Goggles are on, iodine wells and labels are ready, roles are agreed and the teacher</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has authorised the setup.</a:t>
            </a:r>
          </a:p>
        </p:txBody>
      </p:sp>
      <p:sp>
        <p:nvSpPr>
          <p:cNvPr id="10" name="text">
            <a:extLst xmlns:a="http://schemas.openxmlformats.org/drawingml/2006/main">
              <a:ext uri="{FF2B5EF4-FFF2-40B4-BE49-F238E27FC236}">
                <a16:creationId xmlns:a16="http://schemas.microsoft.com/office/drawing/2014/main" id="{BF3D5689-8AC3-4E62-BCDE-FAA6FEDA6CD5}"/>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Iodine spill: Iodine is spilled on the bench or skin.</a:t>
            </a:r>
          </a:p>
        </p:txBody>
      </p:sp>
      <p:sp>
        <p:nvSpPr>
          <p:cNvPr id="11" name="text">
            <a:extLst xmlns:a="http://schemas.openxmlformats.org/drawingml/2006/main">
              <a:ext uri="{FF2B5EF4-FFF2-40B4-BE49-F238E27FC236}">
                <a16:creationId xmlns:a16="http://schemas.microsoft.com/office/drawing/2014/main" id="{38C03C36-63E4-4741-8AB0-089ADDCE2C21}"/>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Unlabelled buffer: A buffer container has no clear pH label.</a:t>
            </a:r>
          </a:p>
        </p:txBody>
      </p:sp>
      <p:sp>
        <p:nvSpPr>
          <p:cNvPr id="12" name="text">
            <a:extLst xmlns:a="http://schemas.openxmlformats.org/drawingml/2006/main">
              <a:ext uri="{FF2B5EF4-FFF2-40B4-BE49-F238E27FC236}">
                <a16:creationId xmlns:a16="http://schemas.microsoft.com/office/drawing/2014/main" id="{094F52F4-D2C6-4EE9-B607-38C4CB46A2F0}"/>
              </a:ext>
            </a:extLst>
          </p:cNvPr>
          <p:cNvSpPr>
            <a:spLocks xmlns:a="http://schemas.openxmlformats.org/drawingml/2006/main" noGrp="1"/>
          </p:cNvSpPr>
          <p:nvPr/>
        </p:nvSpPr>
        <p:spPr>
          <a:xfrm xmlns:a="http://schemas.openxmlformats.org/drawingml/2006/main">
            <a:off x="457200" y="39243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Missed interval: The 60 s sample was missed but the reaction and later observations are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otherwise intact.</a:t>
            </a:r>
          </a:p>
        </p:txBody>
      </p:sp>
      <p:sp>
        <p:nvSpPr>
          <p:cNvPr id="13" name="text">
            <a:extLst xmlns:a="http://schemas.openxmlformats.org/drawingml/2006/main">
              <a:ext uri="{FF2B5EF4-FFF2-40B4-BE49-F238E27FC236}">
                <a16:creationId xmlns:a16="http://schemas.microsoft.com/office/drawing/2014/main" id="{552CDBB0-7F96-4988-A6FE-587873E8ADF3}"/>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4" name="text">
            <a:extLst xmlns:a="http://schemas.openxmlformats.org/drawingml/2006/main">
              <a:ext uri="{FF2B5EF4-FFF2-40B4-BE49-F238E27FC236}">
                <a16:creationId xmlns:a16="http://schemas.microsoft.com/office/drawing/2014/main" id="{23E47BC0-F74C-46F2-8793-8E84E1730DAC}"/>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5" name="text">
            <a:extLst xmlns:a="http://schemas.openxmlformats.org/drawingml/2006/main">
              <a:ext uri="{FF2B5EF4-FFF2-40B4-BE49-F238E27FC236}">
                <a16:creationId xmlns:a16="http://schemas.microsoft.com/office/drawing/2014/main" id="{7E0FFE82-CC9D-4DD8-9752-FC07B314CC56}"/>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22 / 53</a:t>
            </a:r>
          </a:p>
        </p:txBody>
      </p:sp>
      <p:sp>
        <p:nvSpPr>
          <p:cNvPr id="16" name="text">
            <a:extLst xmlns:a="http://schemas.openxmlformats.org/drawingml/2006/main">
              <a:ext uri="{FF2B5EF4-FFF2-40B4-BE49-F238E27FC236}">
                <a16:creationId xmlns:a16="http://schemas.microsoft.com/office/drawing/2014/main" id="{DE8CF342-A2E4-4755-B4F1-7F765653DD1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53230001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485A8A9A-6D43-4551-82BA-C926E35C1DEE}"/>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0567695A-D0DA-41F7-BAFD-068B791A2E88}"/>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11 to 15</a:t>
            </a:r>
          </a:p>
        </p:txBody>
      </p:sp>
      <p:sp>
        <p:nvSpPr>
          <p:cNvPr id="3" name="text">
            <a:extLst xmlns:a="http://schemas.openxmlformats.org/drawingml/2006/main">
              <a:ext uri="{FF2B5EF4-FFF2-40B4-BE49-F238E27FC236}">
                <a16:creationId xmlns:a16="http://schemas.microsoft.com/office/drawing/2014/main" id="{71E2460D-6143-4190-87EE-7346BECE58C6}"/>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method-decision checkpoint</a:t>
            </a:r>
          </a:p>
        </p:txBody>
      </p:sp>
      <p:pic>
        <p:nvPicPr>
          <p:cNvPr id="4" name="">
            <a:extLst xmlns:a="http://schemas.openxmlformats.org/drawingml/2006/main">
              <a:ext uri="{FF2B5EF4-FFF2-40B4-BE49-F238E27FC236}">
                <a16:creationId xmlns:a16="http://schemas.microsoft.com/office/drawing/2014/main" id="{578F52A4-0D54-4245-9E4C-EBD59923F707}"/>
              </a:ext>
            </a:extLst>
          </p:cNvPr>
          <p:cNvPicPr>
            <a:picLocks xmlns:a="http://schemas.openxmlformats.org/drawingml/2006/main" noChangeAspect="1"/>
          </p:cNvPicPr>
          <p:nvPr/>
        </p:nvPicPr>
        <p:blipFill>
          <a:blip xmlns:r="http://schemas.openxmlformats.org/officeDocument/2006/relationships" xmlns:a="http://schemas.openxmlformats.org/drawingml/2006/main" r:embed="R9971aa84234b400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6EB7A8B-37F1-45BC-9B8B-81607CB4EEBA}"/>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7BA3CA3-FB32-4676-909D-B3E98634DB39}"/>
              </a:ext>
            </a:extLst>
          </p:cNvPr>
          <p:cNvSpPr>
            <a:spLocks xmlns:a="http://schemas.openxmlformats.org/drawingml/2006/main" noGrp="1"/>
          </p:cNvSpPr>
          <p:nvPr/>
        </p:nvSpPr>
        <p:spPr>
          <a:xfrm xmlns:a="http://schemas.openxmlformats.org/drawingml/2006/main">
            <a:off x="381000" y="1485900"/>
            <a:ext cx="4250531"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4B58CFF-2911-4042-876A-BFBDFF64847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Complete the shared task; record one decision and its reason.</a:t>
            </a:r>
          </a:p>
        </p:txBody>
      </p:sp>
      <p:sp>
        <p:nvSpPr>
          <p:cNvPr id="8" name="text">
            <a:extLst xmlns:a="http://schemas.openxmlformats.org/drawingml/2006/main">
              <a:ext uri="{FF2B5EF4-FFF2-40B4-BE49-F238E27FC236}">
                <a16:creationId xmlns:a16="http://schemas.microsoft.com/office/drawing/2014/main" id="{62552EB2-669D-4BC9-98DC-6E185CB7CC9B}"/>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Borderline colour: A well looks purple-brown and the agreed endpoint cannot be judged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confidently.</a:t>
            </a:r>
          </a:p>
        </p:txBody>
      </p:sp>
      <p:sp>
        <p:nvSpPr>
          <p:cNvPr id="9" name="text">
            <a:extLst xmlns:a="http://schemas.openxmlformats.org/drawingml/2006/main">
              <a:ext uri="{FF2B5EF4-FFF2-40B4-BE49-F238E27FC236}">
                <a16:creationId xmlns:a16="http://schemas.microsoft.com/office/drawing/2014/main" id="{DB17F19D-03A0-4668-8810-B61FB407BDC4}"/>
              </a:ext>
            </a:extLst>
          </p:cNvPr>
          <p:cNvSpPr>
            <a:spLocks xmlns:a="http://schemas.openxmlformats.org/drawingml/2006/main" noGrp="1"/>
          </p:cNvSpPr>
          <p:nvPr/>
        </p:nvSpPr>
        <p:spPr>
          <a:xfrm xmlns:a="http://schemas.openxmlformats.org/drawingml/2006/main">
            <a:off x="457200" y="27527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Clean fixed sample: A clean transfer is made at the agreed interval to the next labelled iodine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well.</a:t>
            </a:r>
          </a:p>
        </p:txBody>
      </p:sp>
      <p:sp>
        <p:nvSpPr>
          <p:cNvPr id="10" name="text">
            <a:extLst xmlns:a="http://schemas.openxmlformats.org/drawingml/2006/main">
              <a:ext uri="{FF2B5EF4-FFF2-40B4-BE49-F238E27FC236}">
                <a16:creationId xmlns:a16="http://schemas.microsoft.com/office/drawing/2014/main" id="{4602E604-D71B-481F-8869-07E5650C0CFB}"/>
              </a:ext>
            </a:extLst>
          </p:cNvPr>
          <p:cNvSpPr>
            <a:spLocks xmlns:a="http://schemas.openxmlformats.org/drawingml/2006/main" noGrp="1"/>
          </p:cNvSpPr>
          <p:nvPr/>
        </p:nvSpPr>
        <p:spPr>
          <a:xfrm xmlns:a="http://schemas.openxmlformats.org/drawingml/2006/main">
            <a:off x="457200" y="34385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Temperature outside range: You check the temperature. It is outside the allowed range in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centre method.</a:t>
            </a:r>
          </a:p>
        </p:txBody>
      </p:sp>
      <p:sp>
        <p:nvSpPr>
          <p:cNvPr id="11" name="text">
            <a:extLst xmlns:a="http://schemas.openxmlformats.org/drawingml/2006/main">
              <a:ext uri="{FF2B5EF4-FFF2-40B4-BE49-F238E27FC236}">
                <a16:creationId xmlns:a16="http://schemas.microsoft.com/office/drawing/2014/main" id="{90922E32-B3D2-4843-A78A-62A2CDDF328A}"/>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2" name="text">
            <a:extLst xmlns:a="http://schemas.openxmlformats.org/drawingml/2006/main">
              <a:ext uri="{FF2B5EF4-FFF2-40B4-BE49-F238E27FC236}">
                <a16:creationId xmlns:a16="http://schemas.microsoft.com/office/drawing/2014/main" id="{D3135A46-A3C9-4934-8C78-DC76EF9B7560}"/>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3" name="text">
            <a:extLst xmlns:a="http://schemas.openxmlformats.org/drawingml/2006/main">
              <a:ext uri="{FF2B5EF4-FFF2-40B4-BE49-F238E27FC236}">
                <a16:creationId xmlns:a16="http://schemas.microsoft.com/office/drawing/2014/main" id="{DC093179-8D30-423A-975C-436C4218D864}"/>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23 / 53</a:t>
            </a:r>
          </a:p>
        </p:txBody>
      </p:sp>
      <p:sp>
        <p:nvSpPr>
          <p:cNvPr id="14" name="text">
            <a:extLst xmlns:a="http://schemas.openxmlformats.org/drawingml/2006/main">
              <a:ext uri="{FF2B5EF4-FFF2-40B4-BE49-F238E27FC236}">
                <a16:creationId xmlns:a16="http://schemas.microsoft.com/office/drawing/2014/main" id="{CC070DF5-A30D-42B7-B0E2-3D536DEBA59D}"/>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24145731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A97DE5FD-9569-4A52-B047-FEBD3423673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849D322D-3ECB-4DBB-A5FF-8F598E78D073}"/>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11 to 15</a:t>
            </a:r>
          </a:p>
        </p:txBody>
      </p:sp>
      <p:sp>
        <p:nvSpPr>
          <p:cNvPr id="3" name="text">
            <a:extLst xmlns:a="http://schemas.openxmlformats.org/drawingml/2006/main">
              <a:ext uri="{FF2B5EF4-FFF2-40B4-BE49-F238E27FC236}">
                <a16:creationId xmlns:a16="http://schemas.microsoft.com/office/drawing/2014/main" id="{1A1D8B27-52F8-42DB-A069-2CE941545201}"/>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method-decision checkpoint</a:t>
            </a:r>
          </a:p>
        </p:txBody>
      </p:sp>
      <p:pic>
        <p:nvPicPr>
          <p:cNvPr id="4" name="">
            <a:extLst xmlns:a="http://schemas.openxmlformats.org/drawingml/2006/main">
              <a:ext uri="{FF2B5EF4-FFF2-40B4-BE49-F238E27FC236}">
                <a16:creationId xmlns:a16="http://schemas.microsoft.com/office/drawing/2014/main" id="{6F63D0A4-F2E6-4D5D-9E22-7B7A4FC01B4C}"/>
              </a:ext>
            </a:extLst>
          </p:cNvPr>
          <p:cNvPicPr>
            <a:picLocks xmlns:a="http://schemas.openxmlformats.org/drawingml/2006/main" noChangeAspect="1"/>
          </p:cNvPicPr>
          <p:nvPr/>
        </p:nvPicPr>
        <p:blipFill>
          <a:blip xmlns:r="http://schemas.openxmlformats.org/officeDocument/2006/relationships" xmlns:a="http://schemas.openxmlformats.org/drawingml/2006/main" r:embed="Rec9aedbdcda5414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EA67B7F-8166-41E6-B2F9-0DF006E049E6}"/>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2FA9165-71FD-4D29-9EC0-3057D5C01884}"/>
              </a:ext>
            </a:extLst>
          </p:cNvPr>
          <p:cNvSpPr>
            <a:spLocks xmlns:a="http://schemas.openxmlformats.org/drawingml/2006/main" noGrp="1"/>
          </p:cNvSpPr>
          <p:nvPr/>
        </p:nvSpPr>
        <p:spPr>
          <a:xfrm xmlns:a="http://schemas.openxmlformats.org/drawingml/2006/main">
            <a:off x="381000" y="1485900"/>
            <a:ext cx="4250531"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BC29F0C-87E1-41CB-8F6F-A2B6594C39E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Complete the shared task; record one decision and its reason.</a:t>
            </a:r>
          </a:p>
        </p:txBody>
      </p:sp>
      <p:sp>
        <p:nvSpPr>
          <p:cNvPr id="8" name="text">
            <a:extLst xmlns:a="http://schemas.openxmlformats.org/drawingml/2006/main">
              <a:ext uri="{FF2B5EF4-FFF2-40B4-BE49-F238E27FC236}">
                <a16:creationId xmlns:a16="http://schemas.microsoft.com/office/drawing/2014/main" id="{9FC8422F-992C-4786-B6F5-E7CEBB1FAAE6}"/>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CONTINUE AS AUTHORISED</a:t>
            </a:r>
          </a:p>
        </p:txBody>
      </p:sp>
      <p:sp>
        <p:nvSpPr>
          <p:cNvPr id="9" name="text">
            <a:extLst xmlns:a="http://schemas.openxmlformats.org/drawingml/2006/main">
              <a:ext uri="{FF2B5EF4-FFF2-40B4-BE49-F238E27FC236}">
                <a16:creationId xmlns:a16="http://schemas.microsoft.com/office/drawing/2014/main" id="{F6986835-2ADD-4F7E-803D-544B246F7E88}"/>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STOP AND CHECK ADULT</a:t>
            </a:r>
          </a:p>
        </p:txBody>
      </p:sp>
      <p:sp>
        <p:nvSpPr>
          <p:cNvPr id="10" name="text">
            <a:extLst xmlns:a="http://schemas.openxmlformats.org/drawingml/2006/main">
              <a:ext uri="{FF2B5EF4-FFF2-40B4-BE49-F238E27FC236}">
                <a16:creationId xmlns:a16="http://schemas.microsoft.com/office/drawing/2014/main" id="{CFDD88A3-D98F-4E91-939C-149BE9B901A1}"/>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RECORD, THEN REPEAT IF AUTHORISED</a:t>
            </a:r>
          </a:p>
        </p:txBody>
      </p:sp>
      <p:sp>
        <p:nvSpPr>
          <p:cNvPr id="11" name="text">
            <a:extLst xmlns:a="http://schemas.openxmlformats.org/drawingml/2006/main">
              <a:ext uri="{FF2B5EF4-FFF2-40B4-BE49-F238E27FC236}">
                <a16:creationId xmlns:a16="http://schemas.microsoft.com/office/drawing/2014/main" id="{CA203B19-6B8C-4F7C-9802-14505C5E062C}"/>
              </a:ext>
            </a:extLst>
          </p:cNvPr>
          <p:cNvSpPr>
            <a:spLocks xmlns:a="http://schemas.openxmlformats.org/drawingml/2006/main" noGrp="1"/>
          </p:cNvSpPr>
          <p:nvPr/>
        </p:nvSpPr>
        <p:spPr>
          <a:xfrm xmlns:a="http://schemas.openxmlformats.org/drawingml/2006/main">
            <a:off x="457200" y="32385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a card, place it, then explain the clue. Discuss one placement together before checking</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rest.</a:t>
            </a:r>
          </a:p>
        </p:txBody>
      </p:sp>
      <p:sp>
        <p:nvSpPr>
          <p:cNvPr id="12" name="text">
            <a:extLst xmlns:a="http://schemas.openxmlformats.org/drawingml/2006/main">
              <a:ext uri="{FF2B5EF4-FFF2-40B4-BE49-F238E27FC236}">
                <a16:creationId xmlns:a16="http://schemas.microsoft.com/office/drawing/2014/main" id="{0D624D3D-1F23-407A-BC17-1585F58CFC8B}"/>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12DBA0B1-D394-4277-8143-E70CE479D090}"/>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DF207352-8F99-4EC8-B845-A7CD4BBF0415}"/>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24 / 53</a:t>
            </a:r>
          </a:p>
        </p:txBody>
      </p:sp>
      <p:sp>
        <p:nvSpPr>
          <p:cNvPr id="15" name="text">
            <a:extLst xmlns:a="http://schemas.openxmlformats.org/drawingml/2006/main">
              <a:ext uri="{FF2B5EF4-FFF2-40B4-BE49-F238E27FC236}">
                <a16:creationId xmlns:a16="http://schemas.microsoft.com/office/drawing/2014/main" id="{6BAE2AFC-EE65-4362-83BB-19D537461A88}"/>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89304942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2" name="text">
            <a:extLst xmlns:a="http://schemas.openxmlformats.org/drawingml/2006/main">
              <a:ext uri="{FF2B5EF4-FFF2-40B4-BE49-F238E27FC236}">
                <a16:creationId xmlns:a16="http://schemas.microsoft.com/office/drawing/2014/main" id="{96EFDFFA-BBD6-49E3-A644-61DB78933A5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5A496D63-E5C3-4BA8-9B95-ED6A469992A8}"/>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11 to 15</a:t>
            </a:r>
          </a:p>
        </p:txBody>
      </p:sp>
      <p:sp>
        <p:nvSpPr>
          <p:cNvPr id="3" name="text">
            <a:extLst xmlns:a="http://schemas.openxmlformats.org/drawingml/2006/main">
              <a:ext uri="{FF2B5EF4-FFF2-40B4-BE49-F238E27FC236}">
                <a16:creationId xmlns:a16="http://schemas.microsoft.com/office/drawing/2014/main" id="{46A7E490-B6A1-4A68-852D-0F2EECB30085}"/>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method-decision checkpoint</a:t>
            </a:r>
          </a:p>
        </p:txBody>
      </p:sp>
      <p:pic>
        <p:nvPicPr>
          <p:cNvPr id="4" name="">
            <a:extLst xmlns:a="http://schemas.openxmlformats.org/drawingml/2006/main">
              <a:ext uri="{FF2B5EF4-FFF2-40B4-BE49-F238E27FC236}">
                <a16:creationId xmlns:a16="http://schemas.microsoft.com/office/drawing/2014/main" id="{0DCD49B9-2473-4FCA-99E1-9B18F0B532E4}"/>
              </a:ext>
            </a:extLst>
          </p:cNvPr>
          <p:cNvPicPr>
            <a:picLocks xmlns:a="http://schemas.openxmlformats.org/drawingml/2006/main" noChangeAspect="1"/>
          </p:cNvPicPr>
          <p:nvPr/>
        </p:nvPicPr>
        <p:blipFill>
          <a:blip xmlns:r="http://schemas.openxmlformats.org/officeDocument/2006/relationships" xmlns:a="http://schemas.openxmlformats.org/drawingml/2006/main" r:embed="Rf4470f44e4f24535"/>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5B11E81-283A-473E-861B-EBD6FD1B66C8}"/>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88477D3-1C0B-4F75-8B75-7D9AEFBA44A5}"/>
              </a:ext>
            </a:extLst>
          </p:cNvPr>
          <p:cNvSpPr>
            <a:spLocks xmlns:a="http://schemas.openxmlformats.org/drawingml/2006/main" noGrp="1"/>
          </p:cNvSpPr>
          <p:nvPr/>
        </p:nvSpPr>
        <p:spPr>
          <a:xfrm xmlns:a="http://schemas.openxmlformats.org/drawingml/2006/main">
            <a:off x="381000" y="1485900"/>
            <a:ext cx="4250531"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A69C362-CC92-41A6-9855-FA30C1849107}"/>
              </a:ext>
            </a:extLst>
          </p:cNvPr>
          <p:cNvSpPr>
            <a:spLocks xmlns:a="http://schemas.openxmlformats.org/drawingml/2006/main" noGrp="1"/>
          </p:cNvSpPr>
          <p:nvPr/>
        </p:nvSpPr>
        <p:spPr>
          <a:xfrm xmlns:a="http://schemas.openxmlformats.org/drawingml/2006/main">
            <a:off x="457200" y="1676400"/>
            <a:ext cx="11277600" cy="2124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Continue: The setup has been checked. It is ready for the next approved step. Stop and tell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adult. Follow the local spill and first-aid rules. Do not make up a way to clean it up. Stop: A</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solution with no label is unsafe. It cannot give valid pH evidence. Record the missed sample as it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is. Repeat only if the approved method allows it and you have time and materials. Record that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result is unclear. Repeat, or check the judgement with others, as the approved rules allow.</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Continue: This way of taking a sample follows the checked method. Stop and check with the adult.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method condition and safe setup must be put right before you go on.</a:t>
            </a:r>
          </a:p>
        </p:txBody>
      </p:sp>
      <p:sp>
        <p:nvSpPr>
          <p:cNvPr id="8" name="text">
            <a:extLst xmlns:a="http://schemas.openxmlformats.org/drawingml/2006/main">
              <a:ext uri="{FF2B5EF4-FFF2-40B4-BE49-F238E27FC236}">
                <a16:creationId xmlns:a16="http://schemas.microsoft.com/office/drawing/2014/main" id="{620B6924-EA0C-4513-8C04-2144E5629F3B}"/>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9" name="text">
            <a:extLst xmlns:a="http://schemas.openxmlformats.org/drawingml/2006/main">
              <a:ext uri="{FF2B5EF4-FFF2-40B4-BE49-F238E27FC236}">
                <a16:creationId xmlns:a16="http://schemas.microsoft.com/office/drawing/2014/main" id="{9B389AFF-DA94-43B2-B612-5696FB03611D}"/>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0" name="text">
            <a:extLst xmlns:a="http://schemas.openxmlformats.org/drawingml/2006/main">
              <a:ext uri="{FF2B5EF4-FFF2-40B4-BE49-F238E27FC236}">
                <a16:creationId xmlns:a16="http://schemas.microsoft.com/office/drawing/2014/main" id="{3C112119-47BD-4789-B6DD-6D0B6B130AEF}"/>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25 / 53</a:t>
            </a:r>
          </a:p>
        </p:txBody>
      </p:sp>
      <p:sp>
        <p:nvSpPr>
          <p:cNvPr id="11" name="text">
            <a:extLst xmlns:a="http://schemas.openxmlformats.org/drawingml/2006/main">
              <a:ext uri="{FF2B5EF4-FFF2-40B4-BE49-F238E27FC236}">
                <a16:creationId xmlns:a16="http://schemas.microsoft.com/office/drawing/2014/main" id="{91DBBB61-291A-4953-A398-70E000399363}"/>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65083218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35432240-7271-40E8-9767-F823E778D104}"/>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1CD81EED-74CB-4DF9-B932-CA74AE19698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11 to 15</a:t>
            </a:r>
          </a:p>
        </p:txBody>
      </p:sp>
      <p:sp>
        <p:nvSpPr>
          <p:cNvPr id="3" name="text">
            <a:extLst xmlns:a="http://schemas.openxmlformats.org/drawingml/2006/main">
              <a:ext uri="{FF2B5EF4-FFF2-40B4-BE49-F238E27FC236}">
                <a16:creationId xmlns:a16="http://schemas.microsoft.com/office/drawing/2014/main" id="{7AC7458E-BAC6-4A04-87E5-9E050D899166}"/>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method-decision checkpoint</a:t>
            </a:r>
          </a:p>
        </p:txBody>
      </p:sp>
      <p:pic>
        <p:nvPicPr>
          <p:cNvPr id="4" name="">
            <a:extLst xmlns:a="http://schemas.openxmlformats.org/drawingml/2006/main">
              <a:ext uri="{FF2B5EF4-FFF2-40B4-BE49-F238E27FC236}">
                <a16:creationId xmlns:a16="http://schemas.microsoft.com/office/drawing/2014/main" id="{9F83DC7D-F0B7-4037-A06E-AB3E2D3B7B87}"/>
              </a:ext>
            </a:extLst>
          </p:cNvPr>
          <p:cNvPicPr>
            <a:picLocks xmlns:a="http://schemas.openxmlformats.org/drawingml/2006/main" noChangeAspect="1"/>
          </p:cNvPicPr>
          <p:nvPr/>
        </p:nvPicPr>
        <p:blipFill>
          <a:blip xmlns:r="http://schemas.openxmlformats.org/officeDocument/2006/relationships" xmlns:a="http://schemas.openxmlformats.org/drawingml/2006/main" r:embed="Rd462c496e6be4383"/>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BFE98F6-FE9C-4186-8226-8AD6C19D0365}"/>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39F45E6-439A-48EA-97D9-D369168B6D69}"/>
              </a:ext>
            </a:extLst>
          </p:cNvPr>
          <p:cNvSpPr>
            <a:spLocks xmlns:a="http://schemas.openxmlformats.org/drawingml/2006/main" noGrp="1"/>
          </p:cNvSpPr>
          <p:nvPr/>
        </p:nvSpPr>
        <p:spPr>
          <a:xfrm xmlns:a="http://schemas.openxmlformats.org/drawingml/2006/main">
            <a:off x="381000" y="1485900"/>
            <a:ext cx="4250531"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AEB3E5BA-0CFB-4415-A5D7-5628133878E9}"/>
              </a:ext>
            </a:extLst>
          </p:cNvPr>
          <p:cNvSpPr>
            <a:spLocks xmlns:a="http://schemas.openxmlformats.org/drawingml/2006/main" noGrp="1"/>
          </p:cNvSpPr>
          <p:nvPr/>
        </p:nvSpPr>
        <p:spPr>
          <a:xfrm xmlns:a="http://schemas.openxmlformats.org/drawingml/2006/main">
            <a:off x="457200" y="16764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State the endpoint and its time window when starch is detected at 60 s and absent at 90 s. [2</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marks]</a:t>
            </a:r>
          </a:p>
        </p:txBody>
      </p:sp>
      <p:sp>
        <p:nvSpPr>
          <p:cNvPr id="8" name="text">
            <a:extLst xmlns:a="http://schemas.openxmlformats.org/drawingml/2006/main">
              <a:ext uri="{FF2B5EF4-FFF2-40B4-BE49-F238E27FC236}">
                <a16:creationId xmlns:a16="http://schemas.microsoft.com/office/drawing/2014/main" id="{A1242F49-EADA-48EF-9544-E39B14AA1917}"/>
              </a:ext>
            </a:extLst>
          </p:cNvPr>
          <p:cNvSpPr>
            <a:spLocks xmlns:a="http://schemas.openxmlformats.org/drawingml/2006/main" noGrp="1"/>
          </p:cNvSpPr>
          <p:nvPr/>
        </p:nvSpPr>
        <p:spPr>
          <a:xfrm xmlns:a="http://schemas.openxmlformats.org/drawingml/2006/main">
            <a:off x="457200" y="23622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Record 90 s as the first observed endpoint. (1 mark)</a:t>
            </a:r>
          </a:p>
        </p:txBody>
      </p:sp>
      <p:sp>
        <p:nvSpPr>
          <p:cNvPr id="9" name="text">
            <a:extLst xmlns:a="http://schemas.openxmlformats.org/drawingml/2006/main">
              <a:ext uri="{FF2B5EF4-FFF2-40B4-BE49-F238E27FC236}">
                <a16:creationId xmlns:a16="http://schemas.microsoft.com/office/drawing/2014/main" id="{CD6E5AA7-EF0E-4D6A-BF3F-63CF2017A7D9}"/>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threshold crossing is after 60 and by 90 s. (1 mark)</a:t>
            </a:r>
          </a:p>
        </p:txBody>
      </p:sp>
      <p:sp>
        <p:nvSpPr>
          <p:cNvPr id="10" name="text">
            <a:extLst xmlns:a="http://schemas.openxmlformats.org/drawingml/2006/main">
              <a:ext uri="{FF2B5EF4-FFF2-40B4-BE49-F238E27FC236}">
                <a16:creationId xmlns:a16="http://schemas.microsoft.com/office/drawing/2014/main" id="{D8DB30DA-2E67-4290-9F46-259E79760742}"/>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1" name="text">
            <a:extLst xmlns:a="http://schemas.openxmlformats.org/drawingml/2006/main">
              <a:ext uri="{FF2B5EF4-FFF2-40B4-BE49-F238E27FC236}">
                <a16:creationId xmlns:a16="http://schemas.microsoft.com/office/drawing/2014/main" id="{B21B2AF9-B1A3-4496-B618-A51D9F517DBB}"/>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2" name="text">
            <a:extLst xmlns:a="http://schemas.openxmlformats.org/drawingml/2006/main">
              <a:ext uri="{FF2B5EF4-FFF2-40B4-BE49-F238E27FC236}">
                <a16:creationId xmlns:a16="http://schemas.microsoft.com/office/drawing/2014/main" id="{74A114EF-9260-47E9-AB37-981E23B570B9}"/>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26 / 53</a:t>
            </a:r>
          </a:p>
        </p:txBody>
      </p:sp>
      <p:sp>
        <p:nvSpPr>
          <p:cNvPr id="13" name="text">
            <a:extLst xmlns:a="http://schemas.openxmlformats.org/drawingml/2006/main">
              <a:ext uri="{FF2B5EF4-FFF2-40B4-BE49-F238E27FC236}">
                <a16:creationId xmlns:a16="http://schemas.microsoft.com/office/drawing/2014/main" id="{A4D3CEA2-40D5-4C36-885F-58BEAB1E4CBF}"/>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57757723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77053ECA-0184-4FB3-A75B-0A061B0F7B5C}"/>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D334EC83-8E1A-41D3-93A9-6E42E5DE1477}"/>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15 to 19</a:t>
            </a:r>
          </a:p>
        </p:txBody>
      </p:sp>
      <p:sp>
        <p:nvSpPr>
          <p:cNvPr id="3" name="text">
            <a:extLst xmlns:a="http://schemas.openxmlformats.org/drawingml/2006/main">
              <a:ext uri="{FF2B5EF4-FFF2-40B4-BE49-F238E27FC236}">
                <a16:creationId xmlns:a16="http://schemas.microsoft.com/office/drawing/2014/main" id="{61882A09-5720-4AF3-A0EE-FDF427B8A555}"/>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record what was observed</a:t>
            </a:r>
          </a:p>
        </p:txBody>
      </p:sp>
      <p:pic>
        <p:nvPicPr>
          <p:cNvPr id="4" name="">
            <a:extLst xmlns:a="http://schemas.openxmlformats.org/drawingml/2006/main">
              <a:ext uri="{FF2B5EF4-FFF2-40B4-BE49-F238E27FC236}">
                <a16:creationId xmlns:a16="http://schemas.microsoft.com/office/drawing/2014/main" id="{C3BC99BC-46FB-4C7B-916B-3BD9D59B5721}"/>
              </a:ext>
            </a:extLst>
          </p:cNvPr>
          <p:cNvPicPr>
            <a:picLocks xmlns:a="http://schemas.openxmlformats.org/drawingml/2006/main" noChangeAspect="1"/>
          </p:cNvPicPr>
          <p:nvPr/>
        </p:nvPicPr>
        <p:blipFill>
          <a:blip xmlns:r="http://schemas.openxmlformats.org/officeDocument/2006/relationships" xmlns:a="http://schemas.openxmlformats.org/drawingml/2006/main" r:embed="R51d71b2d81b0403c"/>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E15032D-E7D3-4E01-922B-FFF369775F0A}"/>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1944278-08D4-44E4-AC10-8B413C70B68F}"/>
              </a:ext>
            </a:extLst>
          </p:cNvPr>
          <p:cNvSpPr>
            <a:spLocks xmlns:a="http://schemas.openxmlformats.org/drawingml/2006/main" noGrp="1"/>
          </p:cNvSpPr>
          <p:nvPr/>
        </p:nvSpPr>
        <p:spPr>
          <a:xfrm xmlns:a="http://schemas.openxmlformats.org/drawingml/2006/main">
            <a:off x="381000" y="1485900"/>
            <a:ext cx="53840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9F27B9D2-12C2-4492-B3BD-EFF49FA0A01A}"/>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Follow the worked example; note the key reasoning step.</a:t>
            </a:r>
          </a:p>
        </p:txBody>
      </p:sp>
      <p:sp>
        <p:nvSpPr>
          <p:cNvPr id="8" name="text">
            <a:extLst xmlns:a="http://schemas.openxmlformats.org/drawingml/2006/main">
              <a:ext uri="{FF2B5EF4-FFF2-40B4-BE49-F238E27FC236}">
                <a16:creationId xmlns:a16="http://schemas.microsoft.com/office/drawing/2014/main" id="{F669F3A4-768B-4EE8-A2BC-C0C212143C9C}"/>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Keep what was observed</a:t>
            </a:r>
          </a:p>
        </p:txBody>
      </p:sp>
      <p:sp>
        <p:nvSpPr>
          <p:cNvPr id="9" name="text">
            <a:extLst xmlns:a="http://schemas.openxmlformats.org/drawingml/2006/main">
              <a:ext uri="{FF2B5EF4-FFF2-40B4-BE49-F238E27FC236}">
                <a16:creationId xmlns:a16="http://schemas.microsoft.com/office/drawing/2014/main" id="{C7D05AF8-40A2-4CD8-82B7-C1A78144B73B}"/>
              </a:ext>
            </a:extLst>
          </p:cNvPr>
          <p:cNvSpPr>
            <a:spLocks xmlns:a="http://schemas.openxmlformats.org/drawingml/2006/main" noGrp="1"/>
          </p:cNvSpPr>
          <p:nvPr/>
        </p:nvSpPr>
        <p:spPr>
          <a:xfrm xmlns:a="http://schemas.openxmlformats.org/drawingml/2006/main">
            <a:off x="457200" y="2457450"/>
            <a:ext cx="11277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Run | Last blue-black / s | First orange-brown / s | Record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7, first run | 60 | 90 | Endpoint 90 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7, repeat | 90 | 120 | Endpoint 120 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Separate run | 300 | Not observed | No endpoint by 300 s</a:t>
            </a:r>
          </a:p>
        </p:txBody>
      </p:sp>
      <p:sp>
        <p:nvSpPr>
          <p:cNvPr id="10" name="text">
            <a:extLst xmlns:a="http://schemas.openxmlformats.org/drawingml/2006/main">
              <a:ext uri="{FF2B5EF4-FFF2-40B4-BE49-F238E27FC236}">
                <a16:creationId xmlns:a16="http://schemas.microsoft.com/office/drawing/2014/main" id="{823587A6-34F6-4EDF-9AF8-91C54DB675EF}"/>
              </a:ext>
            </a:extLst>
          </p:cNvPr>
          <p:cNvSpPr>
            <a:spLocks xmlns:a="http://schemas.openxmlformats.org/drawingml/2006/main" noGrp="1"/>
          </p:cNvSpPr>
          <p:nvPr/>
        </p:nvSpPr>
        <p:spPr>
          <a:xfrm xmlns:a="http://schemas.openxmlformats.org/drawingml/2006/main">
            <a:off x="457200" y="37338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Repeat = another measurement at the same condition. Uncertainty = the limit on what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measurement tells us.</a:t>
            </a:r>
          </a:p>
        </p:txBody>
      </p:sp>
      <p:sp>
        <p:nvSpPr>
          <p:cNvPr id="11" name="text">
            <a:extLst xmlns:a="http://schemas.openxmlformats.org/drawingml/2006/main">
              <a:ext uri="{FF2B5EF4-FFF2-40B4-BE49-F238E27FC236}">
                <a16:creationId xmlns:a16="http://schemas.microsoft.com/office/drawing/2014/main" id="{042B6F20-B275-4282-8CBC-02E455559AA1}"/>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2" name="text">
            <a:extLst xmlns:a="http://schemas.openxmlformats.org/drawingml/2006/main">
              <a:ext uri="{FF2B5EF4-FFF2-40B4-BE49-F238E27FC236}">
                <a16:creationId xmlns:a16="http://schemas.microsoft.com/office/drawing/2014/main" id="{95927398-AEA5-4ADE-B5D1-03B0299277F9}"/>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3" name="text">
            <a:extLst xmlns:a="http://schemas.openxmlformats.org/drawingml/2006/main">
              <a:ext uri="{FF2B5EF4-FFF2-40B4-BE49-F238E27FC236}">
                <a16:creationId xmlns:a16="http://schemas.microsoft.com/office/drawing/2014/main" id="{CB4F2537-B062-424A-AD65-B6095431AD6D}"/>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27 / 53</a:t>
            </a:r>
          </a:p>
        </p:txBody>
      </p:sp>
      <p:sp>
        <p:nvSpPr>
          <p:cNvPr id="14" name="text">
            <a:extLst xmlns:a="http://schemas.openxmlformats.org/drawingml/2006/main">
              <a:ext uri="{FF2B5EF4-FFF2-40B4-BE49-F238E27FC236}">
                <a16:creationId xmlns:a16="http://schemas.microsoft.com/office/drawing/2014/main" id="{C6F9015A-429E-43CF-9F36-356ABEC2E601}"/>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37997090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2" name="text">
            <a:extLst xmlns:a="http://schemas.openxmlformats.org/drawingml/2006/main">
              <a:ext uri="{FF2B5EF4-FFF2-40B4-BE49-F238E27FC236}">
                <a16:creationId xmlns:a16="http://schemas.microsoft.com/office/drawing/2014/main" id="{BC25CDA3-5577-4680-9F60-AEF335A4D516}"/>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786D17CE-383A-4722-8020-EA36F10791D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15 to 19</a:t>
            </a:r>
          </a:p>
        </p:txBody>
      </p:sp>
      <p:sp>
        <p:nvSpPr>
          <p:cNvPr id="3" name="text">
            <a:extLst xmlns:a="http://schemas.openxmlformats.org/drawingml/2006/main">
              <a:ext uri="{FF2B5EF4-FFF2-40B4-BE49-F238E27FC236}">
                <a16:creationId xmlns:a16="http://schemas.microsoft.com/office/drawing/2014/main" id="{F4D9E4ED-5E15-49F9-B326-A2DC38A8E9C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record what was observed</a:t>
            </a:r>
          </a:p>
        </p:txBody>
      </p:sp>
      <p:pic>
        <p:nvPicPr>
          <p:cNvPr id="4" name="">
            <a:extLst xmlns:a="http://schemas.openxmlformats.org/drawingml/2006/main">
              <a:ext uri="{FF2B5EF4-FFF2-40B4-BE49-F238E27FC236}">
                <a16:creationId xmlns:a16="http://schemas.microsoft.com/office/drawing/2014/main" id="{D5B0EBB0-1C80-4158-B3EC-BE20C2A7D8A3}"/>
              </a:ext>
            </a:extLst>
          </p:cNvPr>
          <p:cNvPicPr>
            <a:picLocks xmlns:a="http://schemas.openxmlformats.org/drawingml/2006/main" noChangeAspect="1"/>
          </p:cNvPicPr>
          <p:nvPr/>
        </p:nvPicPr>
        <p:blipFill>
          <a:blip xmlns:r="http://schemas.openxmlformats.org/officeDocument/2006/relationships" xmlns:a="http://schemas.openxmlformats.org/drawingml/2006/main" r:embed="R124c5856936c457d"/>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6222CE8-8FC0-4816-A48A-737EB676B11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5142F72-247F-4870-8502-3A0D04449A62}"/>
              </a:ext>
            </a:extLst>
          </p:cNvPr>
          <p:cNvSpPr>
            <a:spLocks xmlns:a="http://schemas.openxmlformats.org/drawingml/2006/main" noGrp="1"/>
          </p:cNvSpPr>
          <p:nvPr/>
        </p:nvSpPr>
        <p:spPr>
          <a:xfrm xmlns:a="http://schemas.openxmlformats.org/drawingml/2006/main">
            <a:off x="381000" y="1485900"/>
            <a:ext cx="53840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5161E2A3-0BD1-4EF1-9C8F-CCFD77C82F92}"/>
              </a:ext>
            </a:extLst>
          </p:cNvPr>
          <p:cNvSpPr>
            <a:spLocks xmlns:a="http://schemas.openxmlformats.org/drawingml/2006/main" noGrp="1"/>
          </p:cNvSpPr>
          <p:nvPr/>
        </p:nvSpPr>
        <p:spPr>
          <a:xfrm xmlns:a="http://schemas.openxmlformats.org/drawingml/2006/main">
            <a:off x="457200" y="167640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first pH 7 endpoint is recorded at 90 s; its threshold crossing lies after 60 and by 90 s.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repeat is 120 s. Keep both raw values. No endpoint by 300 s does not mean no reaction or a zero</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rate.</a:t>
            </a:r>
          </a:p>
        </p:txBody>
      </p:sp>
      <p:sp>
        <p:nvSpPr>
          <p:cNvPr id="8" name="text">
            <a:extLst xmlns:a="http://schemas.openxmlformats.org/drawingml/2006/main">
              <a:ext uri="{FF2B5EF4-FFF2-40B4-BE49-F238E27FC236}">
                <a16:creationId xmlns:a16="http://schemas.microsoft.com/office/drawing/2014/main" id="{8610D5FA-07E0-4C84-91FA-16D1A74DDE52}"/>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9" name="text">
            <a:extLst xmlns:a="http://schemas.openxmlformats.org/drawingml/2006/main">
              <a:ext uri="{FF2B5EF4-FFF2-40B4-BE49-F238E27FC236}">
                <a16:creationId xmlns:a16="http://schemas.microsoft.com/office/drawing/2014/main" id="{1439F7BD-AFFB-4814-9BB0-B9FED4DF966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0" name="text">
            <a:extLst xmlns:a="http://schemas.openxmlformats.org/drawingml/2006/main">
              <a:ext uri="{FF2B5EF4-FFF2-40B4-BE49-F238E27FC236}">
                <a16:creationId xmlns:a16="http://schemas.microsoft.com/office/drawing/2014/main" id="{D0708E38-B774-4EB7-975E-4B564698178A}"/>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28 / 53</a:t>
            </a:r>
          </a:p>
        </p:txBody>
      </p:sp>
      <p:sp>
        <p:nvSpPr>
          <p:cNvPr id="11" name="text">
            <a:extLst xmlns:a="http://schemas.openxmlformats.org/drawingml/2006/main">
              <a:ext uri="{FF2B5EF4-FFF2-40B4-BE49-F238E27FC236}">
                <a16:creationId xmlns:a16="http://schemas.microsoft.com/office/drawing/2014/main" id="{76971FDC-686F-4D2D-87FC-8636BF7AAC2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56921109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6F75F758-79E7-421C-9AD4-E975545322F6}"/>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2A85746E-5A70-41BC-B0E2-D23312B2DD25}"/>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0051B9CB-82BE-4E81-BF93-AECAFEE0A2E5}"/>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repair an evidence claim</a:t>
            </a:r>
          </a:p>
        </p:txBody>
      </p:sp>
      <p:pic>
        <p:nvPicPr>
          <p:cNvPr id="4" name="">
            <a:extLst xmlns:a="http://schemas.openxmlformats.org/drawingml/2006/main">
              <a:ext uri="{FF2B5EF4-FFF2-40B4-BE49-F238E27FC236}">
                <a16:creationId xmlns:a16="http://schemas.microsoft.com/office/drawing/2014/main" id="{56A5D941-6E1C-4248-9E87-8B1236D16FDD}"/>
              </a:ext>
            </a:extLst>
          </p:cNvPr>
          <p:cNvPicPr>
            <a:picLocks xmlns:a="http://schemas.openxmlformats.org/drawingml/2006/main" noChangeAspect="1"/>
          </p:cNvPicPr>
          <p:nvPr/>
        </p:nvPicPr>
        <p:blipFill>
          <a:blip xmlns:r="http://schemas.openxmlformats.org/officeDocument/2006/relationships" xmlns:a="http://schemas.openxmlformats.org/drawingml/2006/main" r:embed="R86c4af7ce78b464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ABAA4BA-5CF2-47AD-BB1D-349510BC8338}"/>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71125A9-8BB8-4391-B6BA-C96DFE77CF95}"/>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76D1B03A-883F-4055-A937-9AEB899B526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Record one evidence claim and explain its limit.</a:t>
            </a:r>
          </a:p>
        </p:txBody>
      </p:sp>
      <p:sp>
        <p:nvSpPr>
          <p:cNvPr id="8" name="text">
            <a:extLst xmlns:a="http://schemas.openxmlformats.org/drawingml/2006/main">
              <a:ext uri="{FF2B5EF4-FFF2-40B4-BE49-F238E27FC236}">
                <a16:creationId xmlns:a16="http://schemas.microsoft.com/office/drawing/2014/main" id="{907B739E-DF29-4F65-AF51-1832DF29263C}"/>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Observed: blue-black at 60 s; orange-brown at 90 s. A pupil records “endpoint = 75 s exactly”.</a:t>
            </a:r>
          </a:p>
        </p:txBody>
      </p:sp>
      <p:sp>
        <p:nvSpPr>
          <p:cNvPr id="9" name="text">
            <a:extLst xmlns:a="http://schemas.openxmlformats.org/drawingml/2006/main">
              <a:ext uri="{FF2B5EF4-FFF2-40B4-BE49-F238E27FC236}">
                <a16:creationId xmlns:a16="http://schemas.microsoft.com/office/drawing/2014/main" id="{B2B83AAF-6151-45E7-BC36-0F41E7E62111}"/>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a truthful repair.</a:t>
            </a:r>
          </a:p>
        </p:txBody>
      </p:sp>
      <p:sp>
        <p:nvSpPr>
          <p:cNvPr id="10" name="text">
            <a:extLst xmlns:a="http://schemas.openxmlformats.org/drawingml/2006/main">
              <a:ext uri="{FF2B5EF4-FFF2-40B4-BE49-F238E27FC236}">
                <a16:creationId xmlns:a16="http://schemas.microsoft.com/office/drawing/2014/main" id="{87B8F2C4-E738-48FE-9899-D4306022D356}"/>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Record 90 s; the threshold was crossed after 60 and by 90 s.</a:t>
            </a:r>
          </a:p>
        </p:txBody>
      </p:sp>
      <p:sp>
        <p:nvSpPr>
          <p:cNvPr id="11" name="text">
            <a:extLst xmlns:a="http://schemas.openxmlformats.org/drawingml/2006/main">
              <a:ext uri="{FF2B5EF4-FFF2-40B4-BE49-F238E27FC236}">
                <a16:creationId xmlns:a16="http://schemas.microsoft.com/office/drawing/2014/main" id="{689448AC-E6D4-4E44-AD2F-3893860CB482}"/>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 Record 75 s because it is halfway.</a:t>
            </a:r>
          </a:p>
        </p:txBody>
      </p:sp>
      <p:sp>
        <p:nvSpPr>
          <p:cNvPr id="12" name="text">
            <a:extLst xmlns:a="http://schemas.openxmlformats.org/drawingml/2006/main">
              <a:ext uri="{FF2B5EF4-FFF2-40B4-BE49-F238E27FC236}">
                <a16:creationId xmlns:a16="http://schemas.microsoft.com/office/drawing/2014/main" id="{889775F5-77D0-474F-9CD9-DDF2B5F4F0D3}"/>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 Change the colours to make a smooth trend.</a:t>
            </a:r>
          </a:p>
        </p:txBody>
      </p:sp>
      <p:sp>
        <p:nvSpPr>
          <p:cNvPr id="13" name="text">
            <a:extLst xmlns:a="http://schemas.openxmlformats.org/drawingml/2006/main">
              <a:ext uri="{FF2B5EF4-FFF2-40B4-BE49-F238E27FC236}">
                <a16:creationId xmlns:a16="http://schemas.microsoft.com/office/drawing/2014/main" id="{6DB29520-0D28-4FED-84E6-D0AD0C163028}"/>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4" name="text">
            <a:extLst xmlns:a="http://schemas.openxmlformats.org/drawingml/2006/main">
              <a:ext uri="{FF2B5EF4-FFF2-40B4-BE49-F238E27FC236}">
                <a16:creationId xmlns:a16="http://schemas.microsoft.com/office/drawing/2014/main" id="{D9F4156D-CD9A-4347-8499-51C32ABC0592}"/>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5" name="text">
            <a:extLst xmlns:a="http://schemas.openxmlformats.org/drawingml/2006/main">
              <a:ext uri="{FF2B5EF4-FFF2-40B4-BE49-F238E27FC236}">
                <a16:creationId xmlns:a16="http://schemas.microsoft.com/office/drawing/2014/main" id="{C6666AB1-AF6A-42B1-9B2C-FB08E5148E77}"/>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29 / 53</a:t>
            </a:r>
          </a:p>
        </p:txBody>
      </p:sp>
      <p:sp>
        <p:nvSpPr>
          <p:cNvPr id="16" name="text">
            <a:extLst xmlns:a="http://schemas.openxmlformats.org/drawingml/2006/main">
              <a:ext uri="{FF2B5EF4-FFF2-40B4-BE49-F238E27FC236}">
                <a16:creationId xmlns:a16="http://schemas.microsoft.com/office/drawing/2014/main" id="{CF70E6CB-AF7D-40B8-843C-5B65D30F29DF}"/>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6925987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B035059A-2036-42C4-AD72-66811A5A62C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AB02AE2E-D92D-4A82-834B-06EB41E4F44D}"/>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5 min · 19 to 24</a:t>
            </a:r>
          </a:p>
        </p:txBody>
      </p:sp>
      <p:sp>
        <p:nvSpPr>
          <p:cNvPr id="3" name="text">
            <a:extLst xmlns:a="http://schemas.openxmlformats.org/drawingml/2006/main">
              <a:ext uri="{FF2B5EF4-FFF2-40B4-BE49-F238E27FC236}">
                <a16:creationId xmlns:a16="http://schemas.microsoft.com/office/drawing/2014/main" id="{CBDB0F80-05C0-4A89-8E02-6BB517CB6371}"/>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repair an evidence claim</a:t>
            </a:r>
          </a:p>
        </p:txBody>
      </p:sp>
      <p:pic>
        <p:nvPicPr>
          <p:cNvPr id="4" name="">
            <a:extLst xmlns:a="http://schemas.openxmlformats.org/drawingml/2006/main">
              <a:ext uri="{FF2B5EF4-FFF2-40B4-BE49-F238E27FC236}">
                <a16:creationId xmlns:a16="http://schemas.microsoft.com/office/drawing/2014/main" id="{220C8917-6768-4837-8E3D-E2CBA6E5D0F0}"/>
              </a:ext>
            </a:extLst>
          </p:cNvPr>
          <p:cNvPicPr>
            <a:picLocks xmlns:a="http://schemas.openxmlformats.org/drawingml/2006/main" noChangeAspect="1"/>
          </p:cNvPicPr>
          <p:nvPr/>
        </p:nvPicPr>
        <p:blipFill>
          <a:blip xmlns:r="http://schemas.openxmlformats.org/officeDocument/2006/relationships" xmlns:a="http://schemas.openxmlformats.org/drawingml/2006/main" r:embed="Rce17455cd4274e9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1FF0E9F-ECD5-4C97-A42E-6B707DE45876}"/>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4181EF5-60F4-4A69-8762-0A2993CA8B4D}"/>
              </a:ext>
            </a:extLst>
          </p:cNvPr>
          <p:cNvSpPr>
            <a:spLocks xmlns:a="http://schemas.openxmlformats.org/drawingml/2006/main" noGrp="1"/>
          </p:cNvSpPr>
          <p:nvPr/>
        </p:nvSpPr>
        <p:spPr>
          <a:xfrm xmlns:a="http://schemas.openxmlformats.org/drawingml/2006/main">
            <a:off x="381000" y="1485900"/>
            <a:ext cx="68008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D40414B2-D77E-4BFC-920C-FCCD520FC66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Yes. The first observed endpoint is 90 s; the exact crossing time was not measured.</a:t>
            </a:r>
          </a:p>
        </p:txBody>
      </p:sp>
      <p:sp>
        <p:nvSpPr>
          <p:cNvPr id="8" name="text">
            <a:extLst xmlns:a="http://schemas.openxmlformats.org/drawingml/2006/main">
              <a:ext uri="{FF2B5EF4-FFF2-40B4-BE49-F238E27FC236}">
                <a16:creationId xmlns:a16="http://schemas.microsoft.com/office/drawing/2014/main" id="{D0169308-BBC9-4BA9-9D3A-FB1CAD268F74}"/>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midpoint is not an observed value. Preserve the actual sample times.</a:t>
            </a:r>
          </a:p>
        </p:txBody>
      </p:sp>
      <p:sp>
        <p:nvSpPr>
          <p:cNvPr id="9" name="text">
            <a:extLst xmlns:a="http://schemas.openxmlformats.org/drawingml/2006/main">
              <a:ext uri="{FF2B5EF4-FFF2-40B4-BE49-F238E27FC236}">
                <a16:creationId xmlns:a16="http://schemas.microsoft.com/office/drawing/2014/main" id="{9616B229-82BC-4C15-86FD-1FF6D3876C29}"/>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Keep raw observations. A preferred pattern is not a reason to alter them.</a:t>
            </a:r>
          </a:p>
        </p:txBody>
      </p:sp>
      <p:sp>
        <p:nvSpPr>
          <p:cNvPr id="10" name="text">
            <a:extLst xmlns:a="http://schemas.openxmlformats.org/drawingml/2006/main">
              <a:ext uri="{FF2B5EF4-FFF2-40B4-BE49-F238E27FC236}">
                <a16:creationId xmlns:a16="http://schemas.microsoft.com/office/drawing/2014/main" id="{DBB91834-41D5-4491-A049-E0D7C76BC04A}"/>
              </a:ext>
            </a:extLst>
          </p:cNvPr>
          <p:cNvSpPr>
            <a:spLocks xmlns:a="http://schemas.openxmlformats.org/drawingml/2006/main" noGrp="1"/>
          </p:cNvSpPr>
          <p:nvPr/>
        </p:nvSpPr>
        <p:spPr>
          <a:xfrm xmlns:a="http://schemas.openxmlformats.org/drawingml/2006/main">
            <a:off x="457200" y="28479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If 60 s is missing, retain “missed sample”. With blue-black at 30 s and orange-brown at 90 s,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window is now after 30 and by 90 s: 60 s wide.</a:t>
            </a:r>
          </a:p>
        </p:txBody>
      </p:sp>
      <p:sp>
        <p:nvSpPr>
          <p:cNvPr id="11" name="text">
            <a:extLst xmlns:a="http://schemas.openxmlformats.org/drawingml/2006/main">
              <a:ext uri="{FF2B5EF4-FFF2-40B4-BE49-F238E27FC236}">
                <a16:creationId xmlns:a16="http://schemas.microsoft.com/office/drawing/2014/main" id="{1DD07D4A-D2F9-430B-9297-7EBCB51B47D4}"/>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2" name="text">
            <a:extLst xmlns:a="http://schemas.openxmlformats.org/drawingml/2006/main">
              <a:ext uri="{FF2B5EF4-FFF2-40B4-BE49-F238E27FC236}">
                <a16:creationId xmlns:a16="http://schemas.microsoft.com/office/drawing/2014/main" id="{B0B1B68F-BB78-43E6-9317-4F73AA5718A8}"/>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3" name="text">
            <a:extLst xmlns:a="http://schemas.openxmlformats.org/drawingml/2006/main">
              <a:ext uri="{FF2B5EF4-FFF2-40B4-BE49-F238E27FC236}">
                <a16:creationId xmlns:a16="http://schemas.microsoft.com/office/drawing/2014/main" id="{578BED9A-4D59-48D9-A2D5-F31201C1464F}"/>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30 / 53</a:t>
            </a:r>
          </a:p>
        </p:txBody>
      </p:sp>
      <p:sp>
        <p:nvSpPr>
          <p:cNvPr id="14" name="text">
            <a:extLst xmlns:a="http://schemas.openxmlformats.org/drawingml/2006/main">
              <a:ext uri="{FF2B5EF4-FFF2-40B4-BE49-F238E27FC236}">
                <a16:creationId xmlns:a16="http://schemas.microsoft.com/office/drawing/2014/main" id="{9CD8EC2D-D087-478D-8A86-A78B56AED95B}"/>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52620914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A303A6E9-0ADC-4FD0-B5B6-1227A467354A}"/>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D912B63B-4B76-417A-9EAD-829C9FB9A646}"/>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5AA396A9-57B6-4DE1-A5A5-E648B3FE152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C7C89BE1-0724-4546-A28C-C54AE67764C2}"/>
              </a:ext>
            </a:extLst>
          </p:cNvPr>
          <p:cNvPicPr>
            <a:picLocks xmlns:a="http://schemas.openxmlformats.org/drawingml/2006/main" noChangeAspect="1"/>
          </p:cNvPicPr>
          <p:nvPr/>
        </p:nvPicPr>
        <p:blipFill>
          <a:blip xmlns:r="http://schemas.openxmlformats.org/officeDocument/2006/relationships" xmlns:a="http://schemas.openxmlformats.org/drawingml/2006/main" r:embed="R36824b15b66a4c50"/>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79852FD-E94B-4B02-8CA0-3932E019C436}"/>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AC02A5F-8992-4A83-9087-942629E19932}"/>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848AD73-94EE-409E-981B-187E59EFB6F7}"/>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8" name="text">
            <a:extLst xmlns:a="http://schemas.openxmlformats.org/drawingml/2006/main">
              <a:ext uri="{FF2B5EF4-FFF2-40B4-BE49-F238E27FC236}">
                <a16:creationId xmlns:a16="http://schemas.microsoft.com/office/drawing/2014/main" id="{EBE5958D-72A1-4270-A727-EC0928D44B67}"/>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Enzyme: biological catalyst; speeds a reaction without being used up. Substrate: substance it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acts on. pH: a measure of acidity or alkalinity. Amylase acts on starch, producing smaller sugars.</a:t>
            </a:r>
          </a:p>
        </p:txBody>
      </p:sp>
      <p:sp>
        <p:nvSpPr>
          <p:cNvPr id="9" name="text">
            <a:extLst xmlns:a="http://schemas.openxmlformats.org/drawingml/2006/main">
              <a:ext uri="{FF2B5EF4-FFF2-40B4-BE49-F238E27FC236}">
                <a16:creationId xmlns:a16="http://schemas.microsoft.com/office/drawing/2014/main" id="{E27003D3-A1B1-4D11-93E0-97FF463109E0}"/>
              </a:ext>
            </a:extLst>
          </p:cNvPr>
          <p:cNvSpPr>
            <a:spLocks xmlns:a="http://schemas.openxmlformats.org/drawingml/2006/main" noGrp="1"/>
          </p:cNvSpPr>
          <p:nvPr/>
        </p:nvSpPr>
        <p:spPr>
          <a:xfrm xmlns:a="http://schemas.openxmlformats.org/drawingml/2006/main">
            <a:off x="457200" y="2752725"/>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Iodine key: blue-black = starch detected. Orange-brown remains = starch not detected. check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separate sampled drops. Endpoint = first sampled drop leaving iodine orange-brown; record its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time / s.</a:t>
            </a:r>
          </a:p>
        </p:txBody>
      </p:sp>
      <p:sp>
        <p:nvSpPr>
          <p:cNvPr id="10" name="text">
            <a:extLst xmlns:a="http://schemas.openxmlformats.org/drawingml/2006/main">
              <a:ext uri="{FF2B5EF4-FFF2-40B4-BE49-F238E27FC236}">
                <a16:creationId xmlns:a16="http://schemas.microsoft.com/office/drawing/2014/main" id="{F79C25B2-E9E5-417B-8490-618F9A4C58A6}"/>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1" name="text">
            <a:extLst xmlns:a="http://schemas.openxmlformats.org/drawingml/2006/main">
              <a:ext uri="{FF2B5EF4-FFF2-40B4-BE49-F238E27FC236}">
                <a16:creationId xmlns:a16="http://schemas.microsoft.com/office/drawing/2014/main" id="{CF661750-2EFD-423A-B997-1B21F20F7A62}"/>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2" name="text">
            <a:extLst xmlns:a="http://schemas.openxmlformats.org/drawingml/2006/main">
              <a:ext uri="{FF2B5EF4-FFF2-40B4-BE49-F238E27FC236}">
                <a16:creationId xmlns:a16="http://schemas.microsoft.com/office/drawing/2014/main" id="{BE93BA9F-620B-4EC2-9969-E25ACE9CD0DB}"/>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31 / 53</a:t>
            </a:r>
          </a:p>
        </p:txBody>
      </p:sp>
      <p:sp>
        <p:nvSpPr>
          <p:cNvPr id="13" name="text">
            <a:extLst xmlns:a="http://schemas.openxmlformats.org/drawingml/2006/main">
              <a:ext uri="{FF2B5EF4-FFF2-40B4-BE49-F238E27FC236}">
                <a16:creationId xmlns:a16="http://schemas.microsoft.com/office/drawing/2014/main" id="{A83E2A16-75D0-4093-AB00-D137AF35BF9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549532535"/>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8CAF1731-8A10-4491-AA5A-0B82B8BFA09E}"/>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BD05B3B0-AEA4-4DD0-B3E3-2822C93FAD4F}"/>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6F18D23E-A4A7-4B60-B00C-38E0FD063C7A}"/>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E2FDAD5C-FF7B-4454-B3E7-A9947F456CA8}"/>
              </a:ext>
            </a:extLst>
          </p:cNvPr>
          <p:cNvPicPr>
            <a:picLocks xmlns:a="http://schemas.openxmlformats.org/drawingml/2006/main" noChangeAspect="1"/>
          </p:cNvPicPr>
          <p:nvPr/>
        </p:nvPicPr>
        <p:blipFill>
          <a:blip xmlns:r="http://schemas.openxmlformats.org/officeDocument/2006/relationships" xmlns:a="http://schemas.openxmlformats.org/drawingml/2006/main" r:embed="R3886f9ec917641dc"/>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9C8B4F0-2A4F-4CB9-AB19-1CFB4E5B6786}"/>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5CC8815-6A3D-4786-891D-A88952574F7B}"/>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D9CB6749-8337-4A70-9CB0-6EEC34181FA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8" name="text">
            <a:extLst xmlns:a="http://schemas.openxmlformats.org/drawingml/2006/main">
              <a:ext uri="{FF2B5EF4-FFF2-40B4-BE49-F238E27FC236}">
                <a16:creationId xmlns:a16="http://schemas.microsoft.com/office/drawing/2014/main" id="{A12AC4B1-026D-4463-88B2-0831966D1629}"/>
              </a:ext>
            </a:extLst>
          </p:cNvPr>
          <p:cNvSpPr>
            <a:spLocks xmlns:a="http://schemas.openxmlformats.org/drawingml/2006/main" noGrp="1"/>
          </p:cNvSpPr>
          <p:nvPr/>
        </p:nvSpPr>
        <p:spPr>
          <a:xfrm xmlns:a="http://schemas.openxmlformats.org/drawingml/2006/main">
            <a:off x="457200" y="2066925"/>
            <a:ext cx="11277600" cy="1533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Method card | Action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 Prepare and check: approved setup, labelled wells, timer and roles ready.</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 Start together: mix and start timing as the approved method states.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 Sample at fixed times: separate samples into prepared iodine wells.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 Keep raw observations: record colour and time honestly as sampling continues.</a:t>
            </a:r>
          </a:p>
        </p:txBody>
      </p:sp>
      <p:sp>
        <p:nvSpPr>
          <p:cNvPr id="9" name="text">
            <a:extLst xmlns:a="http://schemas.openxmlformats.org/drawingml/2006/main">
              <a:ext uri="{FF2B5EF4-FFF2-40B4-BE49-F238E27FC236}">
                <a16:creationId xmlns:a16="http://schemas.microsoft.com/office/drawing/2014/main" id="{44518AC4-4DAD-4AB0-B597-69FF968230CE}"/>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0" name="text">
            <a:extLst xmlns:a="http://schemas.openxmlformats.org/drawingml/2006/main">
              <a:ext uri="{FF2B5EF4-FFF2-40B4-BE49-F238E27FC236}">
                <a16:creationId xmlns:a16="http://schemas.microsoft.com/office/drawing/2014/main" id="{AC191607-04AF-45FB-A5A3-65CD1103F0EA}"/>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1" name="text">
            <a:extLst xmlns:a="http://schemas.openxmlformats.org/drawingml/2006/main">
              <a:ext uri="{FF2B5EF4-FFF2-40B4-BE49-F238E27FC236}">
                <a16:creationId xmlns:a16="http://schemas.microsoft.com/office/drawing/2014/main" id="{CACED42A-933F-4ED0-8631-5E0F943236B2}"/>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32 / 53</a:t>
            </a:r>
          </a:p>
        </p:txBody>
      </p:sp>
      <p:sp>
        <p:nvSpPr>
          <p:cNvPr id="12" name="text">
            <a:extLst xmlns:a="http://schemas.openxmlformats.org/drawingml/2006/main">
              <a:ext uri="{FF2B5EF4-FFF2-40B4-BE49-F238E27FC236}">
                <a16:creationId xmlns:a16="http://schemas.microsoft.com/office/drawing/2014/main" id="{FB852F8F-E76B-4E35-8955-CF2EBB0A994E}"/>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495058756"/>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7C24AB1F-D383-4229-9079-F4667AA84EFA}"/>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671D76DD-0CE3-4241-868D-0ED8EC90292F}"/>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99CDE55F-ADEE-404B-A847-51EDA99D7170}"/>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66A33621-F9B6-4489-A4FE-521229EB6273}"/>
              </a:ext>
            </a:extLst>
          </p:cNvPr>
          <p:cNvPicPr>
            <a:picLocks xmlns:a="http://schemas.openxmlformats.org/drawingml/2006/main" noChangeAspect="1"/>
          </p:cNvPicPr>
          <p:nvPr/>
        </p:nvPicPr>
        <p:blipFill>
          <a:blip xmlns:r="http://schemas.openxmlformats.org/officeDocument/2006/relationships" xmlns:a="http://schemas.openxmlformats.org/drawingml/2006/main" r:embed="R6783eab7c3fb4660"/>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2FBAF8B-CABA-4F3D-9CED-1E0090AFEB3F}"/>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FB72991-44C9-489D-9346-D8F4819CB94F}"/>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D50662DB-69BF-40E3-9A85-E56A9A7696D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8" name="text">
            <a:extLst xmlns:a="http://schemas.openxmlformats.org/drawingml/2006/main">
              <a:ext uri="{FF2B5EF4-FFF2-40B4-BE49-F238E27FC236}">
                <a16:creationId xmlns:a16="http://schemas.microsoft.com/office/drawing/2014/main" id="{268FCF10-FC46-4C53-BE9C-267BB79220A7}"/>
              </a:ext>
            </a:extLst>
          </p:cNvPr>
          <p:cNvSpPr>
            <a:spLocks xmlns:a="http://schemas.openxmlformats.org/drawingml/2006/main" noGrp="1"/>
          </p:cNvSpPr>
          <p:nvPr/>
        </p:nvSpPr>
        <p:spPr>
          <a:xfrm xmlns:a="http://schemas.openxmlformats.org/drawingml/2006/main">
            <a:off x="457200" y="2066925"/>
            <a:ext cx="112776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Supplied illustrative observations — not your practical results. Single runs; equal starting</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amounts and the same iodine endpoint. Samples every 30 s. pH 7: blue-black at 30/60 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orange-brown at 90 s. Record 90 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 First endpoint / 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 240</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5 | 180</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6 | 120</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7 | 90</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8 | 150</a:t>
            </a:r>
          </a:p>
        </p:txBody>
      </p:sp>
      <p:sp>
        <p:nvSpPr>
          <p:cNvPr id="9" name="text">
            <a:extLst xmlns:a="http://schemas.openxmlformats.org/drawingml/2006/main">
              <a:ext uri="{FF2B5EF4-FFF2-40B4-BE49-F238E27FC236}">
                <a16:creationId xmlns:a16="http://schemas.microsoft.com/office/drawing/2014/main" id="{C72638AF-A649-4975-BF57-AEAB9152962C}"/>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0" name="text">
            <a:extLst xmlns:a="http://schemas.openxmlformats.org/drawingml/2006/main">
              <a:ext uri="{FF2B5EF4-FFF2-40B4-BE49-F238E27FC236}">
                <a16:creationId xmlns:a16="http://schemas.microsoft.com/office/drawing/2014/main" id="{FF761A60-01BD-4A93-862A-C637EE94F7E4}"/>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1" name="text">
            <a:extLst xmlns:a="http://schemas.openxmlformats.org/drawingml/2006/main">
              <a:ext uri="{FF2B5EF4-FFF2-40B4-BE49-F238E27FC236}">
                <a16:creationId xmlns:a16="http://schemas.microsoft.com/office/drawing/2014/main" id="{B27CE4DF-9819-446A-8B85-F547ED7C42EB}"/>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33 / 53</a:t>
            </a:r>
          </a:p>
        </p:txBody>
      </p:sp>
      <p:sp>
        <p:nvSpPr>
          <p:cNvPr id="12" name="text">
            <a:extLst xmlns:a="http://schemas.openxmlformats.org/drawingml/2006/main">
              <a:ext uri="{FF2B5EF4-FFF2-40B4-BE49-F238E27FC236}">
                <a16:creationId xmlns:a16="http://schemas.microsoft.com/office/drawing/2014/main" id="{352DC260-F4B9-4E90-AA8B-6276960D49EB}"/>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61585592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4BEC4201-7559-4589-BE3E-2325BB2E2793}"/>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1137AA65-834B-4FD4-BD19-937DDA0B0467}"/>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7D708920-04EE-42F7-AA49-3BFEEB60987A}"/>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BCAD3B7A-0384-42F4-A967-487A3A1E84BA}"/>
              </a:ext>
            </a:extLst>
          </p:cNvPr>
          <p:cNvPicPr>
            <a:picLocks xmlns:a="http://schemas.openxmlformats.org/drawingml/2006/main" noChangeAspect="1"/>
          </p:cNvPicPr>
          <p:nvPr/>
        </p:nvPicPr>
        <p:blipFill>
          <a:blip xmlns:r="http://schemas.openxmlformats.org/officeDocument/2006/relationships" xmlns:a="http://schemas.openxmlformats.org/drawingml/2006/main" r:embed="R24600879e3d2412d"/>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5C5D83B-B08B-45C9-8E55-1F5ABFDECA25}"/>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C98D3AE-D2D1-450F-B9BE-41623EF0B08E}"/>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C7688D1B-F526-44A6-B10D-87838B79ECF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8" name="text">
            <a:extLst xmlns:a="http://schemas.openxmlformats.org/drawingml/2006/main">
              <a:ext uri="{FF2B5EF4-FFF2-40B4-BE49-F238E27FC236}">
                <a16:creationId xmlns:a16="http://schemas.microsoft.com/office/drawing/2014/main" id="{35E623ED-3408-4886-9BA9-57102466D426}"/>
              </a:ext>
            </a:extLst>
          </p:cNvPr>
          <p:cNvSpPr>
            <a:spLocks xmlns:a="http://schemas.openxmlformats.org/drawingml/2006/main" noGrp="1"/>
          </p:cNvSpPr>
          <p:nvPr/>
        </p:nvSpPr>
        <p:spPr>
          <a:xfrm xmlns:a="http://schemas.openxmlformats.org/drawingml/2006/main">
            <a:off x="457200" y="2066925"/>
            <a:ext cx="11277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For a valid comparison, change pH. Keep temperature the same. Match enzyme and starch</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concentrations and volumes. Match the total volume, the start and how you take samples. A</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separate control with no active amylase should still test positive for starch. That control is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not the same as a factor kept constant.</a:t>
            </a:r>
          </a:p>
        </p:txBody>
      </p:sp>
      <p:sp>
        <p:nvSpPr>
          <p:cNvPr id="9" name="text">
            <a:extLst xmlns:a="http://schemas.openxmlformats.org/drawingml/2006/main">
              <a:ext uri="{FF2B5EF4-FFF2-40B4-BE49-F238E27FC236}">
                <a16:creationId xmlns:a16="http://schemas.microsoft.com/office/drawing/2014/main" id="{110EF213-EB8D-4361-B354-ECB8B53391EE}"/>
              </a:ext>
            </a:extLst>
          </p:cNvPr>
          <p:cNvSpPr>
            <a:spLocks xmlns:a="http://schemas.openxmlformats.org/drawingml/2006/main" noGrp="1"/>
          </p:cNvSpPr>
          <p:nvPr/>
        </p:nvSpPr>
        <p:spPr>
          <a:xfrm xmlns:a="http://schemas.openxmlformats.org/drawingml/2006/main">
            <a:off x="457200" y="3343275"/>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separate pH 7 repeat gave 120 s. Keep both 90 s and 120 s. A further run had no endpoint by</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300 s. Record what was seen. Do not write zero. A paper test uses observations that are given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to you. It does not show that you handled reagents.</a:t>
            </a:r>
          </a:p>
        </p:txBody>
      </p:sp>
      <p:sp>
        <p:nvSpPr>
          <p:cNvPr id="10" name="text">
            <a:extLst xmlns:a="http://schemas.openxmlformats.org/drawingml/2006/main">
              <a:ext uri="{FF2B5EF4-FFF2-40B4-BE49-F238E27FC236}">
                <a16:creationId xmlns:a16="http://schemas.microsoft.com/office/drawing/2014/main" id="{70A8BDAC-1F59-47D1-A5DC-27469E02C61B}"/>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1" name="text">
            <a:extLst xmlns:a="http://schemas.openxmlformats.org/drawingml/2006/main">
              <a:ext uri="{FF2B5EF4-FFF2-40B4-BE49-F238E27FC236}">
                <a16:creationId xmlns:a16="http://schemas.microsoft.com/office/drawing/2014/main" id="{5980703B-4B3B-4E83-9515-6541EF01C12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2" name="text">
            <a:extLst xmlns:a="http://schemas.openxmlformats.org/drawingml/2006/main">
              <a:ext uri="{FF2B5EF4-FFF2-40B4-BE49-F238E27FC236}">
                <a16:creationId xmlns:a16="http://schemas.microsoft.com/office/drawing/2014/main" id="{7D8FB66D-1D49-47D9-85E8-44FEB2277ED6}"/>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34 / 53</a:t>
            </a:r>
          </a:p>
        </p:txBody>
      </p:sp>
      <p:sp>
        <p:nvSpPr>
          <p:cNvPr id="13" name="text">
            <a:extLst xmlns:a="http://schemas.openxmlformats.org/drawingml/2006/main">
              <a:ext uri="{FF2B5EF4-FFF2-40B4-BE49-F238E27FC236}">
                <a16:creationId xmlns:a16="http://schemas.microsoft.com/office/drawing/2014/main" id="{32EAE9D8-464A-4BAE-A652-8BC9F0BC6D49}"/>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62161920"/>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10794104-AC42-41FC-90DE-28A0A6A75DF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A6AAFBA4-1B25-4BE4-82DA-DCCF374E1BA4}"/>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D77C752F-F504-442C-B05B-5CC2FDE913A0}"/>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F1B44F89-516B-4C6D-B5FC-C35ABABA4720}"/>
              </a:ext>
            </a:extLst>
          </p:cNvPr>
          <p:cNvPicPr>
            <a:picLocks xmlns:a="http://schemas.openxmlformats.org/drawingml/2006/main" noChangeAspect="1"/>
          </p:cNvPicPr>
          <p:nvPr/>
        </p:nvPicPr>
        <p:blipFill>
          <a:blip xmlns:r="http://schemas.openxmlformats.org/officeDocument/2006/relationships" xmlns:a="http://schemas.openxmlformats.org/drawingml/2006/main" r:embed="R7f476ed58c434aec"/>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3F5D52A-B791-43C7-B7AE-1355293F52C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EC3CB78-D2C2-4310-B637-3FCC8F7C2645}"/>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291E711-1102-4BE1-A268-53FBEAE4A548}"/>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2EA3F584-8CD7-479F-8BA0-D16E3C225A5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CADA13C7-A469-4260-BD3E-2E35DD996DC7}"/>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CEBB6CEF-7B4A-4B65-ADE2-FB0DC8F35B0F}"/>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Independent</a:t>
            </a:r>
          </a:p>
        </p:txBody>
      </p:sp>
      <p:sp>
        <p:nvSpPr>
          <p:cNvPr id="11" name="">
            <a:extLst xmlns:a="http://schemas.openxmlformats.org/drawingml/2006/main">
              <a:ext uri="{FF2B5EF4-FFF2-40B4-BE49-F238E27FC236}">
                <a16:creationId xmlns:a16="http://schemas.microsoft.com/office/drawing/2014/main" id="{63345599-EFAD-44BB-A009-928A81A03ED6}"/>
              </a:ext>
            </a:extLst>
          </p:cNvPr>
          <p:cNvSpPr>
            <a:spLocks xmlns:a="http://schemas.openxmlformats.org/drawingml/2006/main" noGrp="1"/>
          </p:cNvSpPr>
          <p:nvPr/>
        </p:nvSpPr>
        <p:spPr>
          <a:xfrm xmlns:a="http://schemas.openxmlformats.org/drawingml/2006/main">
            <a:off x="409575" y="2447925"/>
            <a:ext cx="11372850" cy="6477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66DC4D09-0082-4840-B471-90FEB2CDC242}"/>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State the first observed endpoint for pH 7 and the interval in which it was reached, using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supplied observations. [2 marks]</a:t>
            </a:r>
          </a:p>
        </p:txBody>
      </p:sp>
      <p:sp>
        <p:nvSpPr>
          <p:cNvPr id="13" name="">
            <a:extLst xmlns:a="http://schemas.openxmlformats.org/drawingml/2006/main">
              <a:ext uri="{FF2B5EF4-FFF2-40B4-BE49-F238E27FC236}">
                <a16:creationId xmlns:a16="http://schemas.microsoft.com/office/drawing/2014/main" id="{B0959932-F5FD-4D26-A006-BD8B571550BC}"/>
              </a:ext>
            </a:extLst>
          </p:cNvPr>
          <p:cNvSpPr>
            <a:spLocks xmlns:a="http://schemas.openxmlformats.org/drawingml/2006/main" noGrp="1"/>
          </p:cNvSpPr>
          <p:nvPr/>
        </p:nvSpPr>
        <p:spPr>
          <a:xfrm xmlns:a="http://schemas.openxmlformats.org/drawingml/2006/main">
            <a:off x="409575" y="313372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4B063600-DFDB-4F96-9775-D635C3596CA1}"/>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Order the four method cards. Explain why preparation must happen before mixing. [2 marks]</a:t>
            </a:r>
          </a:p>
        </p:txBody>
      </p:sp>
      <p:sp>
        <p:nvSpPr>
          <p:cNvPr id="15" name="text">
            <a:extLst xmlns:a="http://schemas.openxmlformats.org/drawingml/2006/main">
              <a:ext uri="{FF2B5EF4-FFF2-40B4-BE49-F238E27FC236}">
                <a16:creationId xmlns:a16="http://schemas.microsoft.com/office/drawing/2014/main" id="{334D58D0-64BE-4BF3-9D18-8FA0F9700F78}"/>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6" name="text">
            <a:extLst xmlns:a="http://schemas.openxmlformats.org/drawingml/2006/main">
              <a:ext uri="{FF2B5EF4-FFF2-40B4-BE49-F238E27FC236}">
                <a16:creationId xmlns:a16="http://schemas.microsoft.com/office/drawing/2014/main" id="{388AA542-A38B-4431-8332-902335A233BB}"/>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7" name="text">
            <a:extLst xmlns:a="http://schemas.openxmlformats.org/drawingml/2006/main">
              <a:ext uri="{FF2B5EF4-FFF2-40B4-BE49-F238E27FC236}">
                <a16:creationId xmlns:a16="http://schemas.microsoft.com/office/drawing/2014/main" id="{E278E0A1-2769-47C8-9237-7A9FE3FDCFA8}"/>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35 / 53</a:t>
            </a:r>
          </a:p>
        </p:txBody>
      </p:sp>
      <p:sp>
        <p:nvSpPr>
          <p:cNvPr id="18" name="text">
            <a:extLst xmlns:a="http://schemas.openxmlformats.org/drawingml/2006/main">
              <a:ext uri="{FF2B5EF4-FFF2-40B4-BE49-F238E27FC236}">
                <a16:creationId xmlns:a16="http://schemas.microsoft.com/office/drawing/2014/main" id="{765891F6-4FB7-44C3-80D0-A97B48A01C5B}"/>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612806138"/>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307EF962-E42F-42D4-9C93-671D49298518}"/>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D5ABE83C-7B27-4F5B-8F82-3667B24BB0EF}"/>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FA22E0D4-6ED6-4F46-8D1A-76F157411D9F}"/>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0CBE08FC-A800-4F3B-B90E-5D9971507861}"/>
              </a:ext>
            </a:extLst>
          </p:cNvPr>
          <p:cNvPicPr>
            <a:picLocks xmlns:a="http://schemas.openxmlformats.org/drawingml/2006/main" noChangeAspect="1"/>
          </p:cNvPicPr>
          <p:nvPr/>
        </p:nvPicPr>
        <p:blipFill>
          <a:blip xmlns:r="http://schemas.openxmlformats.org/officeDocument/2006/relationships" xmlns:a="http://schemas.openxmlformats.org/drawingml/2006/main" r:embed="R0227ad71b41d486a"/>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A2A9118-9DA9-4711-907C-04D47A764846}"/>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32F5F67-A3FB-45FB-BB0C-D02AEB9744A1}"/>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9E04276-1B3D-4977-AD9A-E7CCADD49382}"/>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03947D9A-264A-46EE-947B-7D271023D94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337CDFC9-B8E5-4C7F-818D-629515D81DCC}"/>
              </a:ext>
            </a:extLst>
          </p:cNvPr>
          <p:cNvSpPr>
            <a:spLocks xmlns:a="http://schemas.openxmlformats.org/drawingml/2006/main" noGrp="1"/>
          </p:cNvSpPr>
          <p:nvPr/>
        </p:nvSpPr>
        <p:spPr>
          <a:xfrm xmlns:a="http://schemas.openxmlformats.org/drawingml/2006/main">
            <a:off x="409575" y="2057400"/>
            <a:ext cx="11372850" cy="6477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041102C6-2317-4AA3-B0C4-C521BD8A04FB}"/>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State the independent variable, dependent variable and one matched control, explaining why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control matters. [4 marks]</a:t>
            </a:r>
          </a:p>
        </p:txBody>
      </p:sp>
      <p:sp>
        <p:nvSpPr>
          <p:cNvPr id="11" name="">
            <a:extLst xmlns:a="http://schemas.openxmlformats.org/drawingml/2006/main">
              <a:ext uri="{FF2B5EF4-FFF2-40B4-BE49-F238E27FC236}">
                <a16:creationId xmlns:a16="http://schemas.microsoft.com/office/drawing/2014/main" id="{FA475784-D98B-42FD-8573-8DE3F1642CF9}"/>
              </a:ext>
            </a:extLst>
          </p:cNvPr>
          <p:cNvSpPr>
            <a:spLocks xmlns:a="http://schemas.openxmlformats.org/drawingml/2006/main" noGrp="1"/>
          </p:cNvSpPr>
          <p:nvPr/>
        </p:nvSpPr>
        <p:spPr>
          <a:xfrm xmlns:a="http://schemas.openxmlformats.org/drawingml/2006/main">
            <a:off x="409575" y="2743200"/>
            <a:ext cx="11372850" cy="6477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4ACA1D6B-BBDC-4EE0-B612-90E7A2AAB6AE}"/>
              </a:ext>
            </a:extLst>
          </p:cNvPr>
          <p:cNvSpPr>
            <a:spLocks xmlns:a="http://schemas.openxmlformats.org/drawingml/2006/main" noGrp="1"/>
          </p:cNvSpPr>
          <p:nvPr/>
        </p:nvSpPr>
        <p:spPr>
          <a:xfrm xmlns:a="http://schemas.openxmlformats.org/drawingml/2006/main">
            <a:off x="457200" y="27527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Repair the proposed exact endpoint of 75 s. Explain what should be recorded if a sample is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missed. [2 marks]</a:t>
            </a:r>
          </a:p>
        </p:txBody>
      </p:sp>
      <p:sp>
        <p:nvSpPr>
          <p:cNvPr id="13" name="">
            <a:extLst xmlns:a="http://schemas.openxmlformats.org/drawingml/2006/main">
              <a:ext uri="{FF2B5EF4-FFF2-40B4-BE49-F238E27FC236}">
                <a16:creationId xmlns:a16="http://schemas.microsoft.com/office/drawing/2014/main" id="{A6AF3891-9948-4B94-9A3C-781EEDE66AD8}"/>
              </a:ext>
            </a:extLst>
          </p:cNvPr>
          <p:cNvSpPr>
            <a:spLocks xmlns:a="http://schemas.openxmlformats.org/drawingml/2006/main" noGrp="1"/>
          </p:cNvSpPr>
          <p:nvPr/>
        </p:nvSpPr>
        <p:spPr>
          <a:xfrm xmlns:a="http://schemas.openxmlformats.org/drawingml/2006/main">
            <a:off x="409575" y="3429000"/>
            <a:ext cx="11372850" cy="6477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A59BCBCF-DF74-477E-BE16-0B2A2B7CC76C}"/>
              </a:ext>
            </a:extLst>
          </p:cNvPr>
          <p:cNvSpPr>
            <a:spLocks xmlns:a="http://schemas.openxmlformats.org/drawingml/2006/main" noGrp="1"/>
          </p:cNvSpPr>
          <p:nvPr/>
        </p:nvSpPr>
        <p:spPr>
          <a:xfrm xmlns:a="http://schemas.openxmlformats.org/drawingml/2006/main">
            <a:off x="457200" y="34385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Compare two pH values using their times. State one limit of the conclusion from this first series.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marks]</a:t>
            </a:r>
          </a:p>
        </p:txBody>
      </p:sp>
      <p:sp>
        <p:nvSpPr>
          <p:cNvPr id="15" name="text">
            <a:extLst xmlns:a="http://schemas.openxmlformats.org/drawingml/2006/main">
              <a:ext uri="{FF2B5EF4-FFF2-40B4-BE49-F238E27FC236}">
                <a16:creationId xmlns:a16="http://schemas.microsoft.com/office/drawing/2014/main" id="{1167A343-5855-4397-BA6D-F671CB1313E4}"/>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6" name="text">
            <a:extLst xmlns:a="http://schemas.openxmlformats.org/drawingml/2006/main">
              <a:ext uri="{FF2B5EF4-FFF2-40B4-BE49-F238E27FC236}">
                <a16:creationId xmlns:a16="http://schemas.microsoft.com/office/drawing/2014/main" id="{CD039B3A-9653-4EC6-A315-4E71DC97D797}"/>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7" name="text">
            <a:extLst xmlns:a="http://schemas.openxmlformats.org/drawingml/2006/main">
              <a:ext uri="{FF2B5EF4-FFF2-40B4-BE49-F238E27FC236}">
                <a16:creationId xmlns:a16="http://schemas.microsoft.com/office/drawing/2014/main" id="{DC96C4E3-B95B-44E9-835F-AB1972394B7F}"/>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36 / 53</a:t>
            </a:r>
          </a:p>
        </p:txBody>
      </p:sp>
      <p:sp>
        <p:nvSpPr>
          <p:cNvPr id="18" name="text">
            <a:extLst xmlns:a="http://schemas.openxmlformats.org/drawingml/2006/main">
              <a:ext uri="{FF2B5EF4-FFF2-40B4-BE49-F238E27FC236}">
                <a16:creationId xmlns:a16="http://schemas.microsoft.com/office/drawing/2014/main" id="{DE3DD60B-6950-49D2-A4D7-CDA2605D9149}"/>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58168480"/>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BA65996D-7653-44F6-938F-0A4091636A13}"/>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607322F9-A383-47C2-8DA4-9A713F80B93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AAB23C2F-74B6-453F-83BA-26F98E35AC24}"/>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0F86DFAF-C467-4D77-8B9A-3F7B1A49D1CB}"/>
              </a:ext>
            </a:extLst>
          </p:cNvPr>
          <p:cNvPicPr>
            <a:picLocks xmlns:a="http://schemas.openxmlformats.org/drawingml/2006/main" noChangeAspect="1"/>
          </p:cNvPicPr>
          <p:nvPr/>
        </p:nvPicPr>
        <p:blipFill>
          <a:blip xmlns:r="http://schemas.openxmlformats.org/officeDocument/2006/relationships" xmlns:a="http://schemas.openxmlformats.org/drawingml/2006/main" r:embed="Rd3c3b7a4f949407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C401741-AD79-4392-BFBA-6936D31B817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2C5BEEB-BB08-45BF-89B4-871774C91E3E}"/>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5E35C93-155C-41CF-9A7F-429CD71A11DD}"/>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93E2CFA7-BDBD-4AE9-85AD-E7159CB5AA0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06570D92-F327-44F4-9B61-E9E476227794}"/>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A146E99C-6181-47C8-AAB8-FDCAABD94F7D}"/>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Supported</a:t>
            </a:r>
          </a:p>
        </p:txBody>
      </p:sp>
      <p:sp>
        <p:nvSpPr>
          <p:cNvPr id="11" name="">
            <a:extLst xmlns:a="http://schemas.openxmlformats.org/drawingml/2006/main">
              <a:ext uri="{FF2B5EF4-FFF2-40B4-BE49-F238E27FC236}">
                <a16:creationId xmlns:a16="http://schemas.microsoft.com/office/drawing/2014/main" id="{8807D9F7-5FC0-4670-B873-1C3774A6EE61}"/>
              </a:ext>
            </a:extLst>
          </p:cNvPr>
          <p:cNvSpPr>
            <a:spLocks xmlns:a="http://schemas.openxmlformats.org/drawingml/2006/main" noGrp="1"/>
          </p:cNvSpPr>
          <p:nvPr/>
        </p:nvSpPr>
        <p:spPr>
          <a:xfrm xmlns:a="http://schemas.openxmlformats.org/drawingml/2006/main">
            <a:off x="409575" y="2447925"/>
            <a:ext cx="11372850" cy="6477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F46B9537-778B-4491-94B7-6AAD7FA1648A}"/>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Read the pH 7 timeline. Name the first orange-brown sampled time and say what that colour</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means.</a:t>
            </a:r>
          </a:p>
        </p:txBody>
      </p:sp>
      <p:sp>
        <p:nvSpPr>
          <p:cNvPr id="13" name="">
            <a:extLst xmlns:a="http://schemas.openxmlformats.org/drawingml/2006/main">
              <a:ext uri="{FF2B5EF4-FFF2-40B4-BE49-F238E27FC236}">
                <a16:creationId xmlns:a16="http://schemas.microsoft.com/office/drawing/2014/main" id="{C93A95D0-CB3A-4506-85B4-4668F7262D09}"/>
              </a:ext>
            </a:extLst>
          </p:cNvPr>
          <p:cNvSpPr>
            <a:spLocks xmlns:a="http://schemas.openxmlformats.org/drawingml/2006/main" noGrp="1"/>
          </p:cNvSpPr>
          <p:nvPr/>
        </p:nvSpPr>
        <p:spPr>
          <a:xfrm xmlns:a="http://schemas.openxmlformats.org/drawingml/2006/main">
            <a:off x="409575" y="3133725"/>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377428E5-41E9-4068-B071-BA7F31D26759}"/>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the colour key beside the three wells. First means the earliest sampled time meeting the rule.</a:t>
            </a:r>
          </a:p>
        </p:txBody>
      </p:sp>
      <p:sp>
        <p:nvSpPr>
          <p:cNvPr id="15" name="">
            <a:extLst xmlns:a="http://schemas.openxmlformats.org/drawingml/2006/main">
              <a:ext uri="{FF2B5EF4-FFF2-40B4-BE49-F238E27FC236}">
                <a16:creationId xmlns:a16="http://schemas.microsoft.com/office/drawing/2014/main" id="{589C73EE-1F8B-4C93-9848-2E1D7B65C69A}"/>
              </a:ext>
            </a:extLst>
          </p:cNvPr>
          <p:cNvSpPr>
            <a:spLocks xmlns:a="http://schemas.openxmlformats.org/drawingml/2006/main" noGrp="1"/>
          </p:cNvSpPr>
          <p:nvPr/>
        </p:nvSpPr>
        <p:spPr>
          <a:xfrm xmlns:a="http://schemas.openxmlformats.org/drawingml/2006/main">
            <a:off x="409575" y="3524250"/>
            <a:ext cx="11372850" cy="6477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20A56828-5DC2-4F2D-B1D4-DE97F9664A15}"/>
              </a:ext>
            </a:extLst>
          </p:cNvPr>
          <p:cNvSpPr>
            <a:spLocks xmlns:a="http://schemas.openxmlformats.org/drawingml/2006/main" noGrp="1"/>
          </p:cNvSpPr>
          <p:nvPr/>
        </p:nvSpPr>
        <p:spPr>
          <a:xfrm xmlns:a="http://schemas.openxmlformats.org/drawingml/2006/main">
            <a:off x="457200" y="35337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Put the four method cards in order: prepare and check; start together; sample at fixed times;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keep the raw observation.</a:t>
            </a:r>
          </a:p>
        </p:txBody>
      </p:sp>
      <p:sp>
        <p:nvSpPr>
          <p:cNvPr id="17" name="text">
            <a:extLst xmlns:a="http://schemas.openxmlformats.org/drawingml/2006/main">
              <a:ext uri="{FF2B5EF4-FFF2-40B4-BE49-F238E27FC236}">
                <a16:creationId xmlns:a16="http://schemas.microsoft.com/office/drawing/2014/main" id="{BB87D909-437E-4B77-B9C3-472438F3E2AD}"/>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8" name="text">
            <a:extLst xmlns:a="http://schemas.openxmlformats.org/drawingml/2006/main">
              <a:ext uri="{FF2B5EF4-FFF2-40B4-BE49-F238E27FC236}">
                <a16:creationId xmlns:a16="http://schemas.microsoft.com/office/drawing/2014/main" id="{2A220F1D-09D1-4587-9774-4923990803B4}"/>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9" name="text">
            <a:extLst xmlns:a="http://schemas.openxmlformats.org/drawingml/2006/main">
              <a:ext uri="{FF2B5EF4-FFF2-40B4-BE49-F238E27FC236}">
                <a16:creationId xmlns:a16="http://schemas.microsoft.com/office/drawing/2014/main" id="{D80BD814-0D99-4618-BF24-87157A3E3C1E}"/>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37 / 53</a:t>
            </a:r>
          </a:p>
        </p:txBody>
      </p:sp>
      <p:sp>
        <p:nvSpPr>
          <p:cNvPr id="20" name="text">
            <a:extLst xmlns:a="http://schemas.openxmlformats.org/drawingml/2006/main">
              <a:ext uri="{FF2B5EF4-FFF2-40B4-BE49-F238E27FC236}">
                <a16:creationId xmlns:a16="http://schemas.microsoft.com/office/drawing/2014/main" id="{7BB69098-283E-4FA1-9FB0-F98C3CD38A68}"/>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43429003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ACDB54FB-2CAA-46BA-9DDE-C654A7C6F7A6}"/>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5C8F42E8-179A-4EA5-9ACF-61B3908B81B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87613831-C987-4AA8-88EE-3708E93C3D94}"/>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9B0ABED6-D169-43BE-87A5-155E3D9F2B39}"/>
              </a:ext>
            </a:extLst>
          </p:cNvPr>
          <p:cNvPicPr>
            <a:picLocks xmlns:a="http://schemas.openxmlformats.org/drawingml/2006/main" noChangeAspect="1"/>
          </p:cNvPicPr>
          <p:nvPr/>
        </p:nvPicPr>
        <p:blipFill>
          <a:blip xmlns:r="http://schemas.openxmlformats.org/officeDocument/2006/relationships" xmlns:a="http://schemas.openxmlformats.org/drawingml/2006/main" r:embed="R6e3dd7742cd5405a"/>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41A769E-20E6-4B47-B3BB-672E36733B9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A73DAC1-56E9-434F-A924-0340456D525C}"/>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F8026C3-7C8B-4C20-B175-803206C1BD1C}"/>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E812DF4B-B05C-46F3-87DE-37255024D21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524F3C49-80E4-4C62-A77A-7AEC16360C74}"/>
              </a:ext>
            </a:extLst>
          </p:cNvPr>
          <p:cNvSpPr>
            <a:spLocks xmlns:a="http://schemas.openxmlformats.org/drawingml/2006/main" noGrp="1"/>
          </p:cNvSpPr>
          <p:nvPr/>
        </p:nvSpPr>
        <p:spPr>
          <a:xfrm xmlns:a="http://schemas.openxmlformats.org/drawingml/2006/main">
            <a:off x="409575" y="2057400"/>
            <a:ext cx="11372850" cy="6477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53C52176-EAFF-4998-9D58-135D135184A4}"/>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Read each card’s action word. The adult authorises practical steps; sorting is a model of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sequence.</a:t>
            </a:r>
          </a:p>
        </p:txBody>
      </p:sp>
      <p:sp>
        <p:nvSpPr>
          <p:cNvPr id="11" name="">
            <a:extLst xmlns:a="http://schemas.openxmlformats.org/drawingml/2006/main">
              <a:ext uri="{FF2B5EF4-FFF2-40B4-BE49-F238E27FC236}">
                <a16:creationId xmlns:a16="http://schemas.microsoft.com/office/drawing/2014/main" id="{A8FC7E84-8D45-4B7B-8305-4B5EC90481AA}"/>
              </a:ext>
            </a:extLst>
          </p:cNvPr>
          <p:cNvSpPr>
            <a:spLocks xmlns:a="http://schemas.openxmlformats.org/drawingml/2006/main" noGrp="1"/>
          </p:cNvSpPr>
          <p:nvPr/>
        </p:nvSpPr>
        <p:spPr>
          <a:xfrm xmlns:a="http://schemas.openxmlformats.org/drawingml/2006/main">
            <a:off x="409575" y="2743200"/>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8C1A7ACA-63F6-46B5-AD6F-B050E0BD0BFB}"/>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Choose one thing to keep matched: temperature / buffer pH. Say why it stays the same.</a:t>
            </a:r>
          </a:p>
        </p:txBody>
      </p:sp>
      <p:sp>
        <p:nvSpPr>
          <p:cNvPr id="13" name="">
            <a:extLst xmlns:a="http://schemas.openxmlformats.org/drawingml/2006/main">
              <a:ext uri="{FF2B5EF4-FFF2-40B4-BE49-F238E27FC236}">
                <a16:creationId xmlns:a16="http://schemas.microsoft.com/office/drawing/2014/main" id="{B3BE98C1-1BAA-4B70-89DC-D0A94330EAF6}"/>
              </a:ext>
            </a:extLst>
          </p:cNvPr>
          <p:cNvSpPr>
            <a:spLocks xmlns:a="http://schemas.openxmlformats.org/drawingml/2006/main" noGrp="1"/>
          </p:cNvSpPr>
          <p:nvPr/>
        </p:nvSpPr>
        <p:spPr>
          <a:xfrm xmlns:a="http://schemas.openxmlformats.org/drawingml/2006/main">
            <a:off x="409575" y="3133725"/>
            <a:ext cx="11372850" cy="6477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501DFE23-6E0F-4D1A-86E1-1DFFFAE10578}"/>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the condition that was not deliberately changed. Try “Keep ___ matched so we compare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a:t>
            </a:r>
          </a:p>
        </p:txBody>
      </p:sp>
      <p:sp>
        <p:nvSpPr>
          <p:cNvPr id="15" name="">
            <a:extLst xmlns:a="http://schemas.openxmlformats.org/drawingml/2006/main">
              <a:ext uri="{FF2B5EF4-FFF2-40B4-BE49-F238E27FC236}">
                <a16:creationId xmlns:a16="http://schemas.microsoft.com/office/drawing/2014/main" id="{FA8ED72B-CF4D-4EE5-880C-F16FE5516404}"/>
              </a:ext>
            </a:extLst>
          </p:cNvPr>
          <p:cNvSpPr>
            <a:spLocks xmlns:a="http://schemas.openxmlformats.org/drawingml/2006/main" noGrp="1"/>
          </p:cNvSpPr>
          <p:nvPr/>
        </p:nvSpPr>
        <p:spPr>
          <a:xfrm xmlns:a="http://schemas.openxmlformats.org/drawingml/2006/main">
            <a:off x="409575" y="3819525"/>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A522D68B-89AF-447D-92EC-019F74C64D9D}"/>
              </a:ext>
            </a:extLst>
          </p:cNvPr>
          <p:cNvSpPr>
            <a:spLocks xmlns:a="http://schemas.openxmlformats.org/drawingml/2006/main" noGrp="1"/>
          </p:cNvSpPr>
          <p:nvPr/>
        </p:nvSpPr>
        <p:spPr>
          <a:xfrm xmlns:a="http://schemas.openxmlformats.org/drawingml/2006/main">
            <a:off x="457200" y="38290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Repair “endpoint = 75 s exactly” using the observed 60 s and 90 s colours.</a:t>
            </a:r>
          </a:p>
        </p:txBody>
      </p:sp>
      <p:sp>
        <p:nvSpPr>
          <p:cNvPr id="17" name="text">
            <a:extLst xmlns:a="http://schemas.openxmlformats.org/drawingml/2006/main">
              <a:ext uri="{FF2B5EF4-FFF2-40B4-BE49-F238E27FC236}">
                <a16:creationId xmlns:a16="http://schemas.microsoft.com/office/drawing/2014/main" id="{E82FD0DC-8329-455F-85CF-8D6620457EF8}"/>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8" name="text">
            <a:extLst xmlns:a="http://schemas.openxmlformats.org/drawingml/2006/main">
              <a:ext uri="{FF2B5EF4-FFF2-40B4-BE49-F238E27FC236}">
                <a16:creationId xmlns:a16="http://schemas.microsoft.com/office/drawing/2014/main" id="{228D4472-A558-4006-9175-07CB9118287E}"/>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9" name="text">
            <a:extLst xmlns:a="http://schemas.openxmlformats.org/drawingml/2006/main">
              <a:ext uri="{FF2B5EF4-FFF2-40B4-BE49-F238E27FC236}">
                <a16:creationId xmlns:a16="http://schemas.microsoft.com/office/drawing/2014/main" id="{D17604F4-856E-4E5F-8783-207925593C8E}"/>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38 / 53</a:t>
            </a:r>
          </a:p>
        </p:txBody>
      </p:sp>
      <p:sp>
        <p:nvSpPr>
          <p:cNvPr id="20" name="text">
            <a:extLst xmlns:a="http://schemas.openxmlformats.org/drawingml/2006/main">
              <a:ext uri="{FF2B5EF4-FFF2-40B4-BE49-F238E27FC236}">
                <a16:creationId xmlns:a16="http://schemas.microsoft.com/office/drawing/2014/main" id="{6E64B635-9BCB-4179-882F-ECA1F3D02F27}"/>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51439335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16BF310A-D73B-42A3-9A0E-9106F9749ABB}"/>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7013D03F-3179-48B0-BB71-438B2A378FBC}"/>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25153B18-6F12-4BD2-BC80-66C10288A8E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6FFB4D79-8A17-4719-902A-AB1662BF242E}"/>
              </a:ext>
            </a:extLst>
          </p:cNvPr>
          <p:cNvPicPr>
            <a:picLocks xmlns:a="http://schemas.openxmlformats.org/drawingml/2006/main" noChangeAspect="1"/>
          </p:cNvPicPr>
          <p:nvPr/>
        </p:nvPicPr>
        <p:blipFill>
          <a:blip xmlns:r="http://schemas.openxmlformats.org/officeDocument/2006/relationships" xmlns:a="http://schemas.openxmlformats.org/drawingml/2006/main" r:embed="Rad7a39617e564edd"/>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3AFFC24-FFF5-4512-8D7F-C9551692D4A3}"/>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14E8ECE-BDE6-4D87-9F8D-C25A8E6C9199}"/>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08BD8D-45A6-473B-AF85-4F5E7F2FA1A5}"/>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75DDCF37-C450-4E18-9BCD-6D1BD65D5A7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13D4992C-2891-4601-A6F0-C3EB8B3EEC66}"/>
              </a:ext>
            </a:extLst>
          </p:cNvPr>
          <p:cNvSpPr>
            <a:spLocks xmlns:a="http://schemas.openxmlformats.org/drawingml/2006/main" noGrp="1"/>
          </p:cNvSpPr>
          <p:nvPr/>
        </p:nvSpPr>
        <p:spPr>
          <a:xfrm xmlns:a="http://schemas.openxmlformats.org/drawingml/2006/main">
            <a:off x="409575" y="2057400"/>
            <a:ext cx="11372850" cy="6477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A4DE712F-F6C0-4042-BCE3-A9C033DE6A50}"/>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stopwatch was read at sampled times only. Choose 60 s / 75 s / 90 s, then use the colour</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clue.</a:t>
            </a:r>
          </a:p>
        </p:txBody>
      </p:sp>
      <p:sp>
        <p:nvSpPr>
          <p:cNvPr id="11" name="">
            <a:extLst xmlns:a="http://schemas.openxmlformats.org/drawingml/2006/main">
              <a:ext uri="{FF2B5EF4-FFF2-40B4-BE49-F238E27FC236}">
                <a16:creationId xmlns:a16="http://schemas.microsoft.com/office/drawing/2014/main" id="{C2AC608C-0031-4670-A69D-1FD923AF5836}"/>
              </a:ext>
            </a:extLst>
          </p:cNvPr>
          <p:cNvSpPr>
            <a:spLocks xmlns:a="http://schemas.openxmlformats.org/drawingml/2006/main" noGrp="1"/>
          </p:cNvSpPr>
          <p:nvPr/>
        </p:nvSpPr>
        <p:spPr>
          <a:xfrm xmlns:a="http://schemas.openxmlformats.org/drawingml/2006/main">
            <a:off x="409575" y="2743200"/>
            <a:ext cx="11372850" cy="6477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1C2B0594-472E-4DFF-BB39-0F3D7C59EB05}"/>
              </a:ext>
            </a:extLst>
          </p:cNvPr>
          <p:cNvSpPr>
            <a:spLocks xmlns:a="http://schemas.openxmlformats.org/drawingml/2006/main" noGrp="1"/>
          </p:cNvSpPr>
          <p:nvPr/>
        </p:nvSpPr>
        <p:spPr>
          <a:xfrm xmlns:a="http://schemas.openxmlformats.org/drawingml/2006/main">
            <a:off x="457200" y="27527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5. Compare the pH 7 and pH 4 times. Choose the faster breakdown and give one number as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evidence.</a:t>
            </a:r>
          </a:p>
        </p:txBody>
      </p:sp>
      <p:sp>
        <p:nvSpPr>
          <p:cNvPr id="13" name="">
            <a:extLst xmlns:a="http://schemas.openxmlformats.org/drawingml/2006/main">
              <a:ext uri="{FF2B5EF4-FFF2-40B4-BE49-F238E27FC236}">
                <a16:creationId xmlns:a16="http://schemas.microsoft.com/office/drawing/2014/main" id="{206AF653-2283-4FB4-B0E8-F9C3E36DF288}"/>
              </a:ext>
            </a:extLst>
          </p:cNvPr>
          <p:cNvSpPr>
            <a:spLocks xmlns:a="http://schemas.openxmlformats.org/drawingml/2006/main" noGrp="1"/>
          </p:cNvSpPr>
          <p:nvPr/>
        </p:nvSpPr>
        <p:spPr>
          <a:xfrm xmlns:a="http://schemas.openxmlformats.org/drawingml/2006/main">
            <a:off x="409575" y="3429000"/>
            <a:ext cx="11372850" cy="6477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963706C1-7D3D-4E05-B798-748878733298}"/>
              </a:ext>
            </a:extLst>
          </p:cNvPr>
          <p:cNvSpPr>
            <a:spLocks xmlns:a="http://schemas.openxmlformats.org/drawingml/2006/main" noGrp="1"/>
          </p:cNvSpPr>
          <p:nvPr/>
        </p:nvSpPr>
        <p:spPr>
          <a:xfrm xmlns:a="http://schemas.openxmlformats.org/drawingml/2006/main">
            <a:off x="457200" y="34385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For the same starting starch and endpoint, shorter time means faster breakdown. Compare 90</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and 240.</a:t>
            </a:r>
          </a:p>
        </p:txBody>
      </p:sp>
      <p:sp>
        <p:nvSpPr>
          <p:cNvPr id="15" name="text">
            <a:extLst xmlns:a="http://schemas.openxmlformats.org/drawingml/2006/main">
              <a:ext uri="{FF2B5EF4-FFF2-40B4-BE49-F238E27FC236}">
                <a16:creationId xmlns:a16="http://schemas.microsoft.com/office/drawing/2014/main" id="{9AEF4F47-A361-4F44-95C7-5EE2B4627FE9}"/>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6" name="text">
            <a:extLst xmlns:a="http://schemas.openxmlformats.org/drawingml/2006/main">
              <a:ext uri="{FF2B5EF4-FFF2-40B4-BE49-F238E27FC236}">
                <a16:creationId xmlns:a16="http://schemas.microsoft.com/office/drawing/2014/main" id="{DB8A4358-9780-4A03-B518-1AFBB424CA92}"/>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7" name="text">
            <a:extLst xmlns:a="http://schemas.openxmlformats.org/drawingml/2006/main">
              <a:ext uri="{FF2B5EF4-FFF2-40B4-BE49-F238E27FC236}">
                <a16:creationId xmlns:a16="http://schemas.microsoft.com/office/drawing/2014/main" id="{834E63C8-17F9-49D3-9C3D-9086CD4AC1A7}"/>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39 / 53</a:t>
            </a:r>
          </a:p>
        </p:txBody>
      </p:sp>
      <p:sp>
        <p:nvSpPr>
          <p:cNvPr id="18" name="text">
            <a:extLst xmlns:a="http://schemas.openxmlformats.org/drawingml/2006/main">
              <a:ext uri="{FF2B5EF4-FFF2-40B4-BE49-F238E27FC236}">
                <a16:creationId xmlns:a16="http://schemas.microsoft.com/office/drawing/2014/main" id="{088D3944-BEAD-4568-A30D-3C7E62C21AA8}"/>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36481550"/>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A483DE72-128C-4202-832C-9A7628E7216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A7F8F1AA-7B34-47E4-B847-B3FD6330DC77}"/>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F6FB3B3D-6058-443E-A664-9A829D8C8DD1}"/>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649F06C9-F36C-4F51-8019-AABA634562C3}"/>
              </a:ext>
            </a:extLst>
          </p:cNvPr>
          <p:cNvPicPr>
            <a:picLocks xmlns:a="http://schemas.openxmlformats.org/drawingml/2006/main" noChangeAspect="1"/>
          </p:cNvPicPr>
          <p:nvPr/>
        </p:nvPicPr>
        <p:blipFill>
          <a:blip xmlns:r="http://schemas.openxmlformats.org/officeDocument/2006/relationships" xmlns:a="http://schemas.openxmlformats.org/drawingml/2006/main" r:embed="R00946220fc314ca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3B46566-2733-4EA5-8676-BCCC798C96CC}"/>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9921CB5-E675-463F-BB83-D9204C254585}"/>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396A70F-AC3F-4AF1-8398-468DFB4D6E63}"/>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F71EBF4F-AF44-4CF7-BD31-7E4D1447428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AED4E10C-5EC0-46B8-9D9C-078E12B5207C}"/>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A8D9CC39-C883-4E7E-9DE8-373AC7C67893}"/>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Choice</a:t>
            </a:r>
          </a:p>
        </p:txBody>
      </p:sp>
      <p:sp>
        <p:nvSpPr>
          <p:cNvPr id="11" name="">
            <a:extLst xmlns:a="http://schemas.openxmlformats.org/drawingml/2006/main">
              <a:ext uri="{FF2B5EF4-FFF2-40B4-BE49-F238E27FC236}">
                <a16:creationId xmlns:a16="http://schemas.microsoft.com/office/drawing/2014/main" id="{D64EB7F3-544D-4553-84CE-B0B11F71AC18}"/>
              </a:ext>
            </a:extLst>
          </p:cNvPr>
          <p:cNvSpPr>
            <a:spLocks xmlns:a="http://schemas.openxmlformats.org/drawingml/2006/main" noGrp="1"/>
          </p:cNvSpPr>
          <p:nvPr/>
        </p:nvSpPr>
        <p:spPr>
          <a:xfrm xmlns:a="http://schemas.openxmlformats.org/drawingml/2006/main">
            <a:off x="409575" y="2447925"/>
            <a:ext cx="11372850" cy="94297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CBF146F3-A206-417E-87EA-1E4A9F6B9557}"/>
              </a:ext>
            </a:extLst>
          </p:cNvPr>
          <p:cNvSpPr>
            <a:spLocks xmlns:a="http://schemas.openxmlformats.org/drawingml/2006/main" noGrp="1"/>
          </p:cNvSpPr>
          <p:nvPr/>
        </p:nvSpPr>
        <p:spPr>
          <a:xfrm xmlns:a="http://schemas.openxmlformats.org/drawingml/2006/main">
            <a:off x="457200" y="245745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the first orange-brown time at pH 7: 60 s / 90 s / 120 s. Choose its window: after 60 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and by 90 s / exactly 75 s. Record the time and colour meaning. Record C beside your book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response.</a:t>
            </a:r>
          </a:p>
        </p:txBody>
      </p:sp>
      <p:sp>
        <p:nvSpPr>
          <p:cNvPr id="13" name="text">
            <a:extLst xmlns:a="http://schemas.openxmlformats.org/drawingml/2006/main">
              <a:ext uri="{FF2B5EF4-FFF2-40B4-BE49-F238E27FC236}">
                <a16:creationId xmlns:a16="http://schemas.microsoft.com/office/drawing/2014/main" id="{DC68C792-4B28-43DB-B3F7-FE4711DBCFD7}"/>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4" name="text">
            <a:extLst xmlns:a="http://schemas.openxmlformats.org/drawingml/2006/main">
              <a:ext uri="{FF2B5EF4-FFF2-40B4-BE49-F238E27FC236}">
                <a16:creationId xmlns:a16="http://schemas.microsoft.com/office/drawing/2014/main" id="{82A41057-2B31-4AAB-934C-36E07DDB7C49}"/>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5" name="text">
            <a:extLst xmlns:a="http://schemas.openxmlformats.org/drawingml/2006/main">
              <a:ext uri="{FF2B5EF4-FFF2-40B4-BE49-F238E27FC236}">
                <a16:creationId xmlns:a16="http://schemas.microsoft.com/office/drawing/2014/main" id="{3F6DD2CA-E970-48D0-8E3A-637D9960445E}"/>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40 / 53</a:t>
            </a:r>
          </a:p>
        </p:txBody>
      </p:sp>
      <p:sp>
        <p:nvSpPr>
          <p:cNvPr id="16" name="text">
            <a:extLst xmlns:a="http://schemas.openxmlformats.org/drawingml/2006/main">
              <a:ext uri="{FF2B5EF4-FFF2-40B4-BE49-F238E27FC236}">
                <a16:creationId xmlns:a16="http://schemas.microsoft.com/office/drawing/2014/main" id="{C8F3E633-5E48-4B81-AE4C-794177B91032}"/>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676289890"/>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81C0D8A7-8132-4C51-A937-361634DBA551}"/>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78C23672-DE23-4CFE-B5E4-A5AEE1EAB1C1}"/>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D40510EA-D7BB-44F1-8952-7C20A52D917A}"/>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9623DC0E-8232-47FB-987C-0860E09DEBA3}"/>
              </a:ext>
            </a:extLst>
          </p:cNvPr>
          <p:cNvPicPr>
            <a:picLocks xmlns:a="http://schemas.openxmlformats.org/drawingml/2006/main" noChangeAspect="1"/>
          </p:cNvPicPr>
          <p:nvPr/>
        </p:nvPicPr>
        <p:blipFill>
          <a:blip xmlns:r="http://schemas.openxmlformats.org/officeDocument/2006/relationships" xmlns:a="http://schemas.openxmlformats.org/drawingml/2006/main" r:embed="R6d42f86a2e7d4dea"/>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91116DC-57AD-45E9-B688-8EBE0CCD5101}"/>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9498ADB-39B8-46C3-B8C7-6F2F8FAF6D52}"/>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D8293DA-856F-49C7-AC79-9413AD9D7D7C}"/>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B6658718-B987-42FD-BC98-C33AF7E40A8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31C4EE38-CFAF-4426-ACC9-1489E3732F02}"/>
              </a:ext>
            </a:extLst>
          </p:cNvPr>
          <p:cNvSpPr>
            <a:spLocks xmlns:a="http://schemas.openxmlformats.org/drawingml/2006/main" noGrp="1"/>
          </p:cNvSpPr>
          <p:nvPr/>
        </p:nvSpPr>
        <p:spPr>
          <a:xfrm xmlns:a="http://schemas.openxmlformats.org/drawingml/2006/main">
            <a:off x="409575" y="2057400"/>
            <a:ext cx="11372850" cy="123825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B7B9D752-E9F8-4216-8C9E-98654B101199}"/>
              </a:ext>
            </a:extLst>
          </p:cNvPr>
          <p:cNvSpPr>
            <a:spLocks xmlns:a="http://schemas.openxmlformats.org/drawingml/2006/main" noGrp="1"/>
          </p:cNvSpPr>
          <p:nvPr/>
        </p:nvSpPr>
        <p:spPr>
          <a:xfrm xmlns:a="http://schemas.openxmlformats.org/drawingml/2006/main">
            <a:off x="457200" y="2066925"/>
            <a:ext cx="11277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Order the shuffled cards: keep observations; sample at fixed times; prepare; start together.</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why preparation precedes mixing: avoid missed early samples / make colour brighter.</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Match pH / endpoint time / temperature to change / measure / keep the same; give one control</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reason.</a:t>
            </a:r>
          </a:p>
        </p:txBody>
      </p:sp>
      <p:sp>
        <p:nvSpPr>
          <p:cNvPr id="11" name="">
            <a:extLst xmlns:a="http://schemas.openxmlformats.org/drawingml/2006/main">
              <a:ext uri="{FF2B5EF4-FFF2-40B4-BE49-F238E27FC236}">
                <a16:creationId xmlns:a16="http://schemas.microsoft.com/office/drawing/2014/main" id="{C86673A0-1CEA-4F86-B674-9BDE3E53BD4B}"/>
              </a:ext>
            </a:extLst>
          </p:cNvPr>
          <p:cNvSpPr>
            <a:spLocks xmlns:a="http://schemas.openxmlformats.org/drawingml/2006/main" noGrp="1"/>
          </p:cNvSpPr>
          <p:nvPr/>
        </p:nvSpPr>
        <p:spPr>
          <a:xfrm xmlns:a="http://schemas.openxmlformats.org/drawingml/2006/main">
            <a:off x="409575" y="3333750"/>
            <a:ext cx="11372850" cy="94297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8AE68534-B1AB-42F1-A18F-2A6C5D1694AB}"/>
              </a:ext>
            </a:extLst>
          </p:cNvPr>
          <p:cNvSpPr>
            <a:spLocks xmlns:a="http://schemas.openxmlformats.org/drawingml/2006/main" noGrp="1"/>
          </p:cNvSpPr>
          <p:nvPr/>
        </p:nvSpPr>
        <p:spPr>
          <a:xfrm xmlns:a="http://schemas.openxmlformats.org/drawingml/2006/main">
            <a:off x="457200" y="3343275"/>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the truthful missed-sample record: labelled gap / invented 75 s. Compare pH 7 at 90 s and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4 at 240 s: choose the faster result and quote a time. Choose the claim: these trials / every</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amylase. Give one reason.</a:t>
            </a:r>
          </a:p>
        </p:txBody>
      </p:sp>
      <p:sp>
        <p:nvSpPr>
          <p:cNvPr id="13" name="">
            <a:extLst xmlns:a="http://schemas.openxmlformats.org/drawingml/2006/main">
              <a:ext uri="{FF2B5EF4-FFF2-40B4-BE49-F238E27FC236}">
                <a16:creationId xmlns:a16="http://schemas.microsoft.com/office/drawing/2014/main" id="{F73AD9C2-8ACC-427F-8566-D42EC732B879}"/>
              </a:ext>
            </a:extLst>
          </p:cNvPr>
          <p:cNvSpPr>
            <a:spLocks xmlns:a="http://schemas.openxmlformats.org/drawingml/2006/main" noGrp="1"/>
          </p:cNvSpPr>
          <p:nvPr/>
        </p:nvSpPr>
        <p:spPr>
          <a:xfrm xmlns:a="http://schemas.openxmlformats.org/drawingml/2006/main">
            <a:off x="409575" y="431482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D4130A23-6ABA-4A24-9830-1E2A14A2D1FE}"/>
              </a:ext>
            </a:extLst>
          </p:cNvPr>
          <p:cNvSpPr>
            <a:spLocks xmlns:a="http://schemas.openxmlformats.org/drawingml/2006/main" noGrp="1"/>
          </p:cNvSpPr>
          <p:nvPr/>
        </p:nvSpPr>
        <p:spPr>
          <a:xfrm xmlns:a="http://schemas.openxmlformats.org/drawingml/2006/main">
            <a:off x="457200" y="43243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After choosing, write one short scientific sentence, label or reason in your book.</a:t>
            </a:r>
          </a:p>
        </p:txBody>
      </p:sp>
      <p:sp>
        <p:nvSpPr>
          <p:cNvPr id="15" name="text">
            <a:extLst xmlns:a="http://schemas.openxmlformats.org/drawingml/2006/main">
              <a:ext uri="{FF2B5EF4-FFF2-40B4-BE49-F238E27FC236}">
                <a16:creationId xmlns:a16="http://schemas.microsoft.com/office/drawing/2014/main" id="{5A456F9A-2B0D-491F-8993-D096DE1EB760}"/>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6" name="text">
            <a:extLst xmlns:a="http://schemas.openxmlformats.org/drawingml/2006/main">
              <a:ext uri="{FF2B5EF4-FFF2-40B4-BE49-F238E27FC236}">
                <a16:creationId xmlns:a16="http://schemas.microsoft.com/office/drawing/2014/main" id="{A205B01C-55DB-4BFC-BA13-466DE6F890A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7" name="text">
            <a:extLst xmlns:a="http://schemas.openxmlformats.org/drawingml/2006/main">
              <a:ext uri="{FF2B5EF4-FFF2-40B4-BE49-F238E27FC236}">
                <a16:creationId xmlns:a16="http://schemas.microsoft.com/office/drawing/2014/main" id="{A6658063-C337-4BE0-9DB5-B75647C22EC5}"/>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41 / 53</a:t>
            </a:r>
          </a:p>
        </p:txBody>
      </p:sp>
      <p:sp>
        <p:nvSpPr>
          <p:cNvPr id="18" name="text">
            <a:extLst xmlns:a="http://schemas.openxmlformats.org/drawingml/2006/main">
              <a:ext uri="{FF2B5EF4-FFF2-40B4-BE49-F238E27FC236}">
                <a16:creationId xmlns:a16="http://schemas.microsoft.com/office/drawing/2014/main" id="{C725FA35-C33C-4B92-A365-B65FFF8880BB}"/>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08113851"/>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A0733B11-E121-4761-8F48-27157ABAE76D}"/>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3B935B3C-95CA-49C0-BFCC-82CBEDB6DFDD}"/>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759E6578-B9DF-4CFC-82F8-BC3FD71454E6}"/>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9A5DDBCC-3BB4-4E01-89D9-EFAEF159CF4C}"/>
              </a:ext>
            </a:extLst>
          </p:cNvPr>
          <p:cNvPicPr>
            <a:picLocks xmlns:a="http://schemas.openxmlformats.org/drawingml/2006/main" noChangeAspect="1"/>
          </p:cNvPicPr>
          <p:nvPr/>
        </p:nvPicPr>
        <p:blipFill>
          <a:blip xmlns:r="http://schemas.openxmlformats.org/officeDocument/2006/relationships" xmlns:a="http://schemas.openxmlformats.org/drawingml/2006/main" r:embed="R5bdbe3b525584b42"/>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9DBCF08-920C-4655-B869-D02A15BDEC57}"/>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07A5320-D54D-4131-A07A-39B6D348F25F}"/>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0E89A94-9212-4745-AAE5-3CC71A0603D6}"/>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F4F9D04B-7FA8-42DA-88DC-6C1FD273795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37C4121A-4A7D-4AF2-A96D-A0F8BEEBA615}"/>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E3372536-3404-4070-B248-5F62768518A4}"/>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Aspire</a:t>
            </a:r>
          </a:p>
        </p:txBody>
      </p:sp>
      <p:sp>
        <p:nvSpPr>
          <p:cNvPr id="11" name="">
            <a:extLst xmlns:a="http://schemas.openxmlformats.org/drawingml/2006/main">
              <a:ext uri="{FF2B5EF4-FFF2-40B4-BE49-F238E27FC236}">
                <a16:creationId xmlns:a16="http://schemas.microsoft.com/office/drawing/2014/main" id="{FEE9AB13-5B16-4132-A3DF-30F75B9C8E3D}"/>
              </a:ext>
            </a:extLst>
          </p:cNvPr>
          <p:cNvSpPr>
            <a:spLocks xmlns:a="http://schemas.openxmlformats.org/drawingml/2006/main" noGrp="1"/>
          </p:cNvSpPr>
          <p:nvPr/>
        </p:nvSpPr>
        <p:spPr>
          <a:xfrm xmlns:a="http://schemas.openxmlformats.org/drawingml/2006/main">
            <a:off x="409575" y="2447925"/>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78EB58F6-E8E6-4EAC-B97B-D68FD047D9E6}"/>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For pH 7, give the endpoint time we record. Show how this differs from the true endpoint window.</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State how wide the window is. [3 marks]</a:t>
            </a:r>
          </a:p>
        </p:txBody>
      </p:sp>
      <p:sp>
        <p:nvSpPr>
          <p:cNvPr id="13" name="">
            <a:extLst xmlns:a="http://schemas.openxmlformats.org/drawingml/2006/main">
              <a:ext uri="{FF2B5EF4-FFF2-40B4-BE49-F238E27FC236}">
                <a16:creationId xmlns:a16="http://schemas.microsoft.com/office/drawing/2014/main" id="{80FACA76-95FC-4378-ACB1-C1F2989B4921}"/>
              </a:ext>
            </a:extLst>
          </p:cNvPr>
          <p:cNvSpPr>
            <a:spLocks xmlns:a="http://schemas.openxmlformats.org/drawingml/2006/main" noGrp="1"/>
          </p:cNvSpPr>
          <p:nvPr/>
        </p:nvSpPr>
        <p:spPr>
          <a:xfrm xmlns:a="http://schemas.openxmlformats.org/drawingml/2006/main">
            <a:off x="409575" y="3133725"/>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77E4B216-6361-4760-B435-7C80B4C9B862}"/>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To find the window width, subtract the two times when samples were taken. Do not call it an exact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±15 s measurement.</a:t>
            </a:r>
          </a:p>
        </p:txBody>
      </p:sp>
      <p:sp>
        <p:nvSpPr>
          <p:cNvPr id="15" name="">
            <a:extLst xmlns:a="http://schemas.openxmlformats.org/drawingml/2006/main">
              <a:ext uri="{FF2B5EF4-FFF2-40B4-BE49-F238E27FC236}">
                <a16:creationId xmlns:a16="http://schemas.microsoft.com/office/drawing/2014/main" id="{01DC6954-529B-4524-B12A-7B4EFACFB1FA}"/>
              </a:ext>
            </a:extLst>
          </p:cNvPr>
          <p:cNvSpPr>
            <a:spLocks xmlns:a="http://schemas.openxmlformats.org/drawingml/2006/main" noGrp="1"/>
          </p:cNvSpPr>
          <p:nvPr/>
        </p:nvSpPr>
        <p:spPr>
          <a:xfrm xmlns:a="http://schemas.openxmlformats.org/drawingml/2006/main">
            <a:off x="409575" y="3819525"/>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9C7BDD3B-34E4-4D8B-983D-F061A34089A7}"/>
              </a:ext>
            </a:extLst>
          </p:cNvPr>
          <p:cNvSpPr>
            <a:spLocks xmlns:a="http://schemas.openxmlformats.org/drawingml/2006/main" noGrp="1"/>
          </p:cNvSpPr>
          <p:nvPr/>
        </p:nvSpPr>
        <p:spPr>
          <a:xfrm xmlns:a="http://schemas.openxmlformats.org/drawingml/2006/main">
            <a:off x="457200" y="38290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Explain why we get the tile ready first. Explain why we take samples at a fixed time gap. Show how</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these protect different parts of the evidence. [2 marks]</a:t>
            </a:r>
          </a:p>
        </p:txBody>
      </p:sp>
      <p:sp>
        <p:nvSpPr>
          <p:cNvPr id="17" name="text">
            <a:extLst xmlns:a="http://schemas.openxmlformats.org/drawingml/2006/main">
              <a:ext uri="{FF2B5EF4-FFF2-40B4-BE49-F238E27FC236}">
                <a16:creationId xmlns:a16="http://schemas.microsoft.com/office/drawing/2014/main" id="{19755B43-168D-42AA-A3BE-9924E98E91F2}"/>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8" name="text">
            <a:extLst xmlns:a="http://schemas.openxmlformats.org/drawingml/2006/main">
              <a:ext uri="{FF2B5EF4-FFF2-40B4-BE49-F238E27FC236}">
                <a16:creationId xmlns:a16="http://schemas.microsoft.com/office/drawing/2014/main" id="{A53921EA-99B8-4732-A485-760E191E11CE}"/>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9" name="text">
            <a:extLst xmlns:a="http://schemas.openxmlformats.org/drawingml/2006/main">
              <a:ext uri="{FF2B5EF4-FFF2-40B4-BE49-F238E27FC236}">
                <a16:creationId xmlns:a16="http://schemas.microsoft.com/office/drawing/2014/main" id="{F900B81E-B845-46E7-BE07-E4B4BAE28FDA}"/>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42 / 53</a:t>
            </a:r>
          </a:p>
        </p:txBody>
      </p:sp>
      <p:sp>
        <p:nvSpPr>
          <p:cNvPr id="20" name="text">
            <a:extLst xmlns:a="http://schemas.openxmlformats.org/drawingml/2006/main">
              <a:ext uri="{FF2B5EF4-FFF2-40B4-BE49-F238E27FC236}">
                <a16:creationId xmlns:a16="http://schemas.microsoft.com/office/drawing/2014/main" id="{87488C47-B2C8-4F9C-A668-781D249D4138}"/>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46728122"/>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539F14DC-5030-4DC9-9215-B79CD5421C68}"/>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9B1ACCEB-6186-4A97-B707-1DD6A932E371}"/>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39470739-0527-4953-BE64-F19CB40683D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D64822D6-D81B-4DCC-A5D2-4B129D418D02}"/>
              </a:ext>
            </a:extLst>
          </p:cNvPr>
          <p:cNvPicPr>
            <a:picLocks xmlns:a="http://schemas.openxmlformats.org/drawingml/2006/main" noChangeAspect="1"/>
          </p:cNvPicPr>
          <p:nvPr/>
        </p:nvPicPr>
        <p:blipFill>
          <a:blip xmlns:r="http://schemas.openxmlformats.org/officeDocument/2006/relationships" xmlns:a="http://schemas.openxmlformats.org/drawingml/2006/main" r:embed="R44804afac926465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C04DE7E-2892-4FA2-88CE-9E975B6329D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BAA8401-BDA9-4557-AC6A-F7CE43CC21D3}"/>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16AE5B7-A9AE-458A-B683-A5128BAEA337}"/>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1021EE57-9A3A-4763-A8A2-E85C5B85C75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CBB84847-A0EA-4063-9F89-BEAC05662D15}"/>
              </a:ext>
            </a:extLst>
          </p:cNvPr>
          <p:cNvSpPr>
            <a:spLocks xmlns:a="http://schemas.openxmlformats.org/drawingml/2006/main" noGrp="1"/>
          </p:cNvSpPr>
          <p:nvPr/>
        </p:nvSpPr>
        <p:spPr>
          <a:xfrm xmlns:a="http://schemas.openxmlformats.org/drawingml/2006/main">
            <a:off x="409575" y="2057400"/>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81BD8280-1399-4DC0-8AFE-EF7D49F8E36A}"/>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Think about missing the start. Then think about what we cannot know between samples taken at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fixed times. These are two different problems.</a:t>
            </a:r>
          </a:p>
        </p:txBody>
      </p:sp>
      <p:sp>
        <p:nvSpPr>
          <p:cNvPr id="11" name="">
            <a:extLst xmlns:a="http://schemas.openxmlformats.org/drawingml/2006/main">
              <a:ext uri="{FF2B5EF4-FFF2-40B4-BE49-F238E27FC236}">
                <a16:creationId xmlns:a16="http://schemas.microsoft.com/office/drawing/2014/main" id="{FC2788F2-4922-4A22-B0F7-06AFE9F163F0}"/>
              </a:ext>
            </a:extLst>
          </p:cNvPr>
          <p:cNvSpPr>
            <a:spLocks xmlns:a="http://schemas.openxmlformats.org/drawingml/2006/main" noGrp="1"/>
          </p:cNvSpPr>
          <p:nvPr/>
        </p:nvSpPr>
        <p:spPr>
          <a:xfrm xmlns:a="http://schemas.openxmlformats.org/drawingml/2006/main">
            <a:off x="409575" y="2743200"/>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4E0AD897-64E0-4B6B-811F-B79DD5454E6E}"/>
              </a:ext>
            </a:extLst>
          </p:cNvPr>
          <p:cNvSpPr>
            <a:spLocks xmlns:a="http://schemas.openxmlformats.org/drawingml/2006/main" noGrp="1"/>
          </p:cNvSpPr>
          <p:nvPr/>
        </p:nvSpPr>
        <p:spPr>
          <a:xfrm xmlns:a="http://schemas.openxmlformats.org/drawingml/2006/main">
            <a:off x="457200" y="27527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Explain why we keep temperature the same. Explain why we use a comparison with no active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amylase. Show how their roles differ. [2 marks]</a:t>
            </a:r>
          </a:p>
        </p:txBody>
      </p:sp>
      <p:sp>
        <p:nvSpPr>
          <p:cNvPr id="13" name="">
            <a:extLst xmlns:a="http://schemas.openxmlformats.org/drawingml/2006/main">
              <a:ext uri="{FF2B5EF4-FFF2-40B4-BE49-F238E27FC236}">
                <a16:creationId xmlns:a16="http://schemas.microsoft.com/office/drawing/2014/main" id="{71FC8A69-5730-4C6A-A7E2-F98BF4131A53}"/>
              </a:ext>
            </a:extLst>
          </p:cNvPr>
          <p:cNvSpPr>
            <a:spLocks xmlns:a="http://schemas.openxmlformats.org/drawingml/2006/main" noGrp="1"/>
          </p:cNvSpPr>
          <p:nvPr/>
        </p:nvSpPr>
        <p:spPr>
          <a:xfrm xmlns:a="http://schemas.openxmlformats.org/drawingml/2006/main">
            <a:off x="409575" y="3429000"/>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9C3BF5E2-3A00-465B-8DE6-D5E399A74B5A}"/>
              </a:ext>
            </a:extLst>
          </p:cNvPr>
          <p:cNvSpPr>
            <a:spLocks xmlns:a="http://schemas.openxmlformats.org/drawingml/2006/main" noGrp="1"/>
          </p:cNvSpPr>
          <p:nvPr/>
        </p:nvSpPr>
        <p:spPr>
          <a:xfrm xmlns:a="http://schemas.openxmlformats.org/drawingml/2006/main">
            <a:off x="457200" y="34385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comparison group and a controlled variable are not the same. For both, match the conditions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that matter.</a:t>
            </a:r>
          </a:p>
        </p:txBody>
      </p:sp>
      <p:sp>
        <p:nvSpPr>
          <p:cNvPr id="15" name="">
            <a:extLst xmlns:a="http://schemas.openxmlformats.org/drawingml/2006/main">
              <a:ext uri="{FF2B5EF4-FFF2-40B4-BE49-F238E27FC236}">
                <a16:creationId xmlns:a16="http://schemas.microsoft.com/office/drawing/2014/main" id="{F5F108EC-4C71-47B9-93AA-9C86048FE170}"/>
              </a:ext>
            </a:extLst>
          </p:cNvPr>
          <p:cNvSpPr>
            <a:spLocks xmlns:a="http://schemas.openxmlformats.org/drawingml/2006/main" noGrp="1"/>
          </p:cNvSpPr>
          <p:nvPr/>
        </p:nvSpPr>
        <p:spPr>
          <a:xfrm xmlns:a="http://schemas.openxmlformats.org/drawingml/2006/main">
            <a:off x="409575" y="4114800"/>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0088992C-BAB8-41DC-A4AA-BD1E9716B63A}"/>
              </a:ext>
            </a:extLst>
          </p:cNvPr>
          <p:cNvSpPr>
            <a:spLocks xmlns:a="http://schemas.openxmlformats.org/drawingml/2006/main" noGrp="1"/>
          </p:cNvSpPr>
          <p:nvPr/>
        </p:nvSpPr>
        <p:spPr>
          <a:xfrm xmlns:a="http://schemas.openxmlformats.org/drawingml/2006/main">
            <a:off x="457200" y="41243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Evaluate this claim: The 60 s sample is missing in a second record; 30 s is blue-black and 90 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orange-brown. State what is now known and repair the claim “the same precision”. [3 marks]</a:t>
            </a:r>
          </a:p>
        </p:txBody>
      </p:sp>
      <p:sp>
        <p:nvSpPr>
          <p:cNvPr id="17" name="text">
            <a:extLst xmlns:a="http://schemas.openxmlformats.org/drawingml/2006/main">
              <a:ext uri="{FF2B5EF4-FFF2-40B4-BE49-F238E27FC236}">
                <a16:creationId xmlns:a16="http://schemas.microsoft.com/office/drawing/2014/main" id="{9243128B-D17F-4810-BCAC-F5905D63546C}"/>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8" name="text">
            <a:extLst xmlns:a="http://schemas.openxmlformats.org/drawingml/2006/main">
              <a:ext uri="{FF2B5EF4-FFF2-40B4-BE49-F238E27FC236}">
                <a16:creationId xmlns:a16="http://schemas.microsoft.com/office/drawing/2014/main" id="{46B436AC-2552-4814-A232-4F7AE6EA37F2}"/>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9" name="text">
            <a:extLst xmlns:a="http://schemas.openxmlformats.org/drawingml/2006/main">
              <a:ext uri="{FF2B5EF4-FFF2-40B4-BE49-F238E27FC236}">
                <a16:creationId xmlns:a16="http://schemas.microsoft.com/office/drawing/2014/main" id="{DFE840B7-240E-4BCD-8AFF-BF05C0033537}"/>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43 / 53</a:t>
            </a:r>
          </a:p>
        </p:txBody>
      </p:sp>
      <p:sp>
        <p:nvSpPr>
          <p:cNvPr id="20" name="text">
            <a:extLst xmlns:a="http://schemas.openxmlformats.org/drawingml/2006/main">
              <a:ext uri="{FF2B5EF4-FFF2-40B4-BE49-F238E27FC236}">
                <a16:creationId xmlns:a16="http://schemas.microsoft.com/office/drawing/2014/main" id="{8939F85E-B1DE-4C02-ACF4-4809170D19B9}"/>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0084215"/>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91C05E72-DA1F-4271-BCBC-66BE90501931}"/>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3D6DA8C3-7158-4FB4-AA3A-B32CD36C1599}"/>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72D88836-A7A7-4FDE-93C7-9CA5BD57F89E}"/>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CC6394FD-6206-4BBC-BC69-937DCD1DCA99}"/>
              </a:ext>
            </a:extLst>
          </p:cNvPr>
          <p:cNvPicPr>
            <a:picLocks xmlns:a="http://schemas.openxmlformats.org/drawingml/2006/main" noChangeAspect="1"/>
          </p:cNvPicPr>
          <p:nvPr/>
        </p:nvPicPr>
        <p:blipFill>
          <a:blip xmlns:r="http://schemas.openxmlformats.org/officeDocument/2006/relationships" xmlns:a="http://schemas.openxmlformats.org/drawingml/2006/main" r:embed="Rbf4477dbf5484536"/>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F02E3B7-3CF5-4B70-97B6-32E1224A26B5}"/>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F38D57F-9C48-4D82-A93F-24D6248D4C70}"/>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793845C-0205-4ABB-8A3F-29AA74F0598C}"/>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D0BE84BC-F089-4153-8F77-9448D5CA5A62}"/>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4E06A109-9E36-4218-AAA7-32724CAFC48A}"/>
              </a:ext>
            </a:extLst>
          </p:cNvPr>
          <p:cNvSpPr>
            <a:spLocks xmlns:a="http://schemas.openxmlformats.org/drawingml/2006/main" noGrp="1"/>
          </p:cNvSpPr>
          <p:nvPr/>
        </p:nvSpPr>
        <p:spPr>
          <a:xfrm xmlns:a="http://schemas.openxmlformats.org/drawingml/2006/main">
            <a:off x="409575" y="2057400"/>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D3F2941C-6C76-4A48-B007-DCE0F48484AA}"/>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actual observations 30 s and 90 s. Their gap is 60 s even though the intended interval was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30 s.</a:t>
            </a:r>
          </a:p>
        </p:txBody>
      </p:sp>
      <p:sp>
        <p:nvSpPr>
          <p:cNvPr id="11" name="">
            <a:extLst xmlns:a="http://schemas.openxmlformats.org/drawingml/2006/main">
              <a:ext uri="{FF2B5EF4-FFF2-40B4-BE49-F238E27FC236}">
                <a16:creationId xmlns:a16="http://schemas.microsoft.com/office/drawing/2014/main" id="{E1C43629-A850-4394-9F33-86E97F8DDC4E}"/>
              </a:ext>
            </a:extLst>
          </p:cNvPr>
          <p:cNvSpPr>
            <a:spLocks xmlns:a="http://schemas.openxmlformats.org/drawingml/2006/main" noGrp="1"/>
          </p:cNvSpPr>
          <p:nvPr/>
        </p:nvSpPr>
        <p:spPr>
          <a:xfrm xmlns:a="http://schemas.openxmlformats.org/drawingml/2006/main">
            <a:off x="409575" y="2743200"/>
            <a:ext cx="11372850" cy="94297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18FAE946-0165-4D9C-8B22-B9F4E3270F7D}"/>
              </a:ext>
            </a:extLst>
          </p:cNvPr>
          <p:cNvSpPr>
            <a:spLocks xmlns:a="http://schemas.openxmlformats.org/drawingml/2006/main" noGrp="1"/>
          </p:cNvSpPr>
          <p:nvPr/>
        </p:nvSpPr>
        <p:spPr>
          <a:xfrm xmlns:a="http://schemas.openxmlformats.org/drawingml/2006/main">
            <a:off x="457200" y="2752725"/>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Compare pH 4 and pH 7 with the times given. Keep your claim to these trials. You might expect a</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smooth trend. A colour might be hard to read. Explain why neither reason lets you change a raw</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observation. [3 marks]</a:t>
            </a:r>
          </a:p>
        </p:txBody>
      </p:sp>
      <p:sp>
        <p:nvSpPr>
          <p:cNvPr id="13" name="">
            <a:extLst xmlns:a="http://schemas.openxmlformats.org/drawingml/2006/main">
              <a:ext uri="{FF2B5EF4-FFF2-40B4-BE49-F238E27FC236}">
                <a16:creationId xmlns:a16="http://schemas.microsoft.com/office/drawing/2014/main" id="{4FA084AB-A687-4DC3-A515-AB0119C464BB}"/>
              </a:ext>
            </a:extLst>
          </p:cNvPr>
          <p:cNvSpPr>
            <a:spLocks xmlns:a="http://schemas.openxmlformats.org/drawingml/2006/main" noGrp="1"/>
          </p:cNvSpPr>
          <p:nvPr/>
        </p:nvSpPr>
        <p:spPr>
          <a:xfrm xmlns:a="http://schemas.openxmlformats.org/drawingml/2006/main">
            <a:off x="409575" y="3724275"/>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6E9B95DE-05BE-48B5-9209-31B43D8107D8}"/>
              </a:ext>
            </a:extLst>
          </p:cNvPr>
          <p:cNvSpPr>
            <a:spLocks xmlns:a="http://schemas.openxmlformats.org/drawingml/2006/main" noGrp="1"/>
          </p:cNvSpPr>
          <p:nvPr/>
        </p:nvSpPr>
        <p:spPr>
          <a:xfrm xmlns:a="http://schemas.openxmlformats.org/drawingml/2006/main">
            <a:off x="457200" y="37338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Keep your claim tied to the conditions of the test. Keep a result even if it is a surprise. This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protects the evidence.</a:t>
            </a:r>
          </a:p>
        </p:txBody>
      </p:sp>
      <p:sp>
        <p:nvSpPr>
          <p:cNvPr id="15" name="text">
            <a:extLst xmlns:a="http://schemas.openxmlformats.org/drawingml/2006/main">
              <a:ext uri="{FF2B5EF4-FFF2-40B4-BE49-F238E27FC236}">
                <a16:creationId xmlns:a16="http://schemas.microsoft.com/office/drawing/2014/main" id="{EB3A9B93-72D3-4804-808D-E7511A2E09CF}"/>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6" name="text">
            <a:extLst xmlns:a="http://schemas.openxmlformats.org/drawingml/2006/main">
              <a:ext uri="{FF2B5EF4-FFF2-40B4-BE49-F238E27FC236}">
                <a16:creationId xmlns:a16="http://schemas.microsoft.com/office/drawing/2014/main" id="{5572F6D7-B05B-4180-89A9-FDF2F8EFCD4B}"/>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7" name="text">
            <a:extLst xmlns:a="http://schemas.openxmlformats.org/drawingml/2006/main">
              <a:ext uri="{FF2B5EF4-FFF2-40B4-BE49-F238E27FC236}">
                <a16:creationId xmlns:a16="http://schemas.microsoft.com/office/drawing/2014/main" id="{467D9083-EC5E-4ECD-A4A1-EF5769E33481}"/>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44 / 53</a:t>
            </a:r>
          </a:p>
        </p:txBody>
      </p:sp>
      <p:sp>
        <p:nvSpPr>
          <p:cNvPr id="18" name="text">
            <a:extLst xmlns:a="http://schemas.openxmlformats.org/drawingml/2006/main">
              <a:ext uri="{FF2B5EF4-FFF2-40B4-BE49-F238E27FC236}">
                <a16:creationId xmlns:a16="http://schemas.microsoft.com/office/drawing/2014/main" id="{BF19F8E8-3193-4F42-8F6C-9FB0DC3625FB}"/>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096729569"/>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6156DB96-A4D9-4434-919C-323222E57036}"/>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BD0297E3-2EC0-4B1E-BDD0-029319E099CD}"/>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690EBC5F-CBE2-4000-9D8B-06ECB843CC69}"/>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82D4EAD3-E524-4904-B5EF-AF196E5E1AEE}"/>
              </a:ext>
            </a:extLst>
          </p:cNvPr>
          <p:cNvPicPr>
            <a:picLocks xmlns:a="http://schemas.openxmlformats.org/drawingml/2006/main" noChangeAspect="1"/>
          </p:cNvPicPr>
          <p:nvPr/>
        </p:nvPicPr>
        <p:blipFill>
          <a:blip xmlns:r="http://schemas.openxmlformats.org/officeDocument/2006/relationships" xmlns:a="http://schemas.openxmlformats.org/drawingml/2006/main" r:embed="R8c874245eebf4584"/>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57D81F5-734E-4255-9F37-433DADDF8267}"/>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75CF4B5-7A15-41C7-8501-11ECE52BAC0D}"/>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5AF799D-CFA0-465E-86F9-BC7795937DB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8" name="text">
            <a:extLst xmlns:a="http://schemas.openxmlformats.org/drawingml/2006/main">
              <a:ext uri="{FF2B5EF4-FFF2-40B4-BE49-F238E27FC236}">
                <a16:creationId xmlns:a16="http://schemas.microsoft.com/office/drawing/2014/main" id="{BF65B5F6-D140-4DCA-BF6E-3B84B47817A2}"/>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Get the centre-approved setup ready. Label the iodine wells. Set out the timer. Agree the roles.</a:t>
            </a:r>
          </a:p>
        </p:txBody>
      </p:sp>
      <p:sp>
        <p:nvSpPr>
          <p:cNvPr id="9" name="text">
            <a:extLst xmlns:a="http://schemas.openxmlformats.org/drawingml/2006/main">
              <a:ext uri="{FF2B5EF4-FFF2-40B4-BE49-F238E27FC236}">
                <a16:creationId xmlns:a16="http://schemas.microsoft.com/office/drawing/2014/main" id="{7C5961E9-2FBE-48B3-B70B-5E9D3C8C4050}"/>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Check with the adult that all is ready. Stop and check before mixing.</a:t>
            </a:r>
          </a:p>
        </p:txBody>
      </p:sp>
      <p:sp>
        <p:nvSpPr>
          <p:cNvPr id="10" name="text">
            <a:extLst xmlns:a="http://schemas.openxmlformats.org/drawingml/2006/main">
              <a:ext uri="{FF2B5EF4-FFF2-40B4-BE49-F238E27FC236}">
                <a16:creationId xmlns:a16="http://schemas.microsoft.com/office/drawing/2014/main" id="{E100F64F-782C-40C0-B365-F24E377C65F4}"/>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Mix and start timing together. Follow the authorised method.</a:t>
            </a:r>
          </a:p>
        </p:txBody>
      </p:sp>
      <p:sp>
        <p:nvSpPr>
          <p:cNvPr id="11" name="text">
            <a:extLst xmlns:a="http://schemas.openxmlformats.org/drawingml/2006/main">
              <a:ext uri="{FF2B5EF4-FFF2-40B4-BE49-F238E27FC236}">
                <a16:creationId xmlns:a16="http://schemas.microsoft.com/office/drawing/2014/main" id="{C3C0269D-DC05-46D9-9DC3-47EB7E2BA47A}"/>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Take a separate sample at each agreed fixed time gap. Put it in an iodine well you have set up.</a:t>
            </a:r>
          </a:p>
        </p:txBody>
      </p:sp>
      <p:sp>
        <p:nvSpPr>
          <p:cNvPr id="12" name="text">
            <a:extLst xmlns:a="http://schemas.openxmlformats.org/drawingml/2006/main">
              <a:ext uri="{FF2B5EF4-FFF2-40B4-BE49-F238E27FC236}">
                <a16:creationId xmlns:a16="http://schemas.microsoft.com/office/drawing/2014/main" id="{3D4FBB97-2435-4C39-AAD1-066AA190CBAE}"/>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A47F6620-4FEF-40FA-B7B0-E33A0DA808AF}"/>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94BFBC18-24B5-43C4-8851-741171D1AF77}"/>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45 / 53</a:t>
            </a:r>
          </a:p>
        </p:txBody>
      </p:sp>
      <p:sp>
        <p:nvSpPr>
          <p:cNvPr id="15" name="text">
            <a:extLst xmlns:a="http://schemas.openxmlformats.org/drawingml/2006/main">
              <a:ext uri="{FF2B5EF4-FFF2-40B4-BE49-F238E27FC236}">
                <a16:creationId xmlns:a16="http://schemas.microsoft.com/office/drawing/2014/main" id="{6D77171D-A7F7-45CE-ABBE-DDE233C2FFE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516832326"/>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37651E86-8F15-4DCA-BBF1-431A1E709219}"/>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CFDE784C-8295-4F38-A1FE-066A4FE1818C}"/>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10 min · 24 to 34</a:t>
            </a:r>
          </a:p>
        </p:txBody>
      </p:sp>
      <p:sp>
        <p:nvSpPr>
          <p:cNvPr id="3" name="text">
            <a:extLst xmlns:a="http://schemas.openxmlformats.org/drawingml/2006/main">
              <a:ext uri="{FF2B5EF4-FFF2-40B4-BE49-F238E27FC236}">
                <a16:creationId xmlns:a16="http://schemas.microsoft.com/office/drawing/2014/main" id="{DB272E53-7908-4C27-8EE3-5B715196DDCE}"/>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D923E6A1-2C77-4888-8517-20355694050F}"/>
              </a:ext>
            </a:extLst>
          </p:cNvPr>
          <p:cNvPicPr>
            <a:picLocks xmlns:a="http://schemas.openxmlformats.org/drawingml/2006/main" noChangeAspect="1"/>
          </p:cNvPicPr>
          <p:nvPr/>
        </p:nvPicPr>
        <p:blipFill>
          <a:blip xmlns:r="http://schemas.openxmlformats.org/officeDocument/2006/relationships" xmlns:a="http://schemas.openxmlformats.org/drawingml/2006/main" r:embed="R57b1089675904d53"/>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1805364-9FF1-4F9A-8284-DD87F29FE258}"/>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7D9237F-43D6-4084-BF2B-A606DB8B73ED}"/>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DC8249B2-7826-41AC-B8A4-8659C041BDB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8" name="text">
            <a:extLst xmlns:a="http://schemas.openxmlformats.org/drawingml/2006/main">
              <a:ext uri="{FF2B5EF4-FFF2-40B4-BE49-F238E27FC236}">
                <a16:creationId xmlns:a16="http://schemas.microsoft.com/office/drawing/2014/main" id="{25435523-2B02-4BCE-B3B8-7B5C5E7F7F52}"/>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Keep the raw time and colour results. Keep any gaps in the record.</a:t>
            </a:r>
          </a:p>
        </p:txBody>
      </p:sp>
      <p:sp>
        <p:nvSpPr>
          <p:cNvPr id="9" name="text">
            <a:extLst xmlns:a="http://schemas.openxmlformats.org/drawingml/2006/main">
              <a:ext uri="{FF2B5EF4-FFF2-40B4-BE49-F238E27FC236}">
                <a16:creationId xmlns:a16="http://schemas.microsoft.com/office/drawing/2014/main" id="{4016E094-96DD-4C9A-9B8E-67EA1E750D22}"/>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Write what you saw in your book. Write one conclusion about pH and amylase activity. Use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evidence to support it.</a:t>
            </a:r>
          </a:p>
        </p:txBody>
      </p:sp>
      <p:sp>
        <p:nvSpPr>
          <p:cNvPr id="10" name="text">
            <a:extLst xmlns:a="http://schemas.openxmlformats.org/drawingml/2006/main">
              <a:ext uri="{FF2B5EF4-FFF2-40B4-BE49-F238E27FC236}">
                <a16:creationId xmlns:a16="http://schemas.microsoft.com/office/drawing/2014/main" id="{3F1062CF-5C1F-4FAA-A0BA-2B78A4CF68C2}"/>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Keep only the kit for this stage on the table. If you cannot take part safely, watch the teacher</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show the task. Use the same observation and conclusion.</a:t>
            </a:r>
          </a:p>
        </p:txBody>
      </p:sp>
      <p:sp>
        <p:nvSpPr>
          <p:cNvPr id="11" name="text">
            <a:extLst xmlns:a="http://schemas.openxmlformats.org/drawingml/2006/main">
              <a:ext uri="{FF2B5EF4-FFF2-40B4-BE49-F238E27FC236}">
                <a16:creationId xmlns:a16="http://schemas.microsoft.com/office/drawing/2014/main" id="{816CBAF1-512B-4AF0-B2C7-97B9FDDC8891}"/>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2" name="text">
            <a:extLst xmlns:a="http://schemas.openxmlformats.org/drawingml/2006/main">
              <a:ext uri="{FF2B5EF4-FFF2-40B4-BE49-F238E27FC236}">
                <a16:creationId xmlns:a16="http://schemas.microsoft.com/office/drawing/2014/main" id="{0252DD6D-5B93-413E-897D-75E2DF9CD3AD}"/>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3" name="text">
            <a:extLst xmlns:a="http://schemas.openxmlformats.org/drawingml/2006/main">
              <a:ext uri="{FF2B5EF4-FFF2-40B4-BE49-F238E27FC236}">
                <a16:creationId xmlns:a16="http://schemas.microsoft.com/office/drawing/2014/main" id="{73FAD1D3-F9E3-41EE-93B9-0AFBD21D1C3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46 / 53</a:t>
            </a:r>
          </a:p>
        </p:txBody>
      </p:sp>
      <p:sp>
        <p:nvSpPr>
          <p:cNvPr id="14" name="text">
            <a:extLst xmlns:a="http://schemas.openxmlformats.org/drawingml/2006/main">
              <a:ext uri="{FF2B5EF4-FFF2-40B4-BE49-F238E27FC236}">
                <a16:creationId xmlns:a16="http://schemas.microsoft.com/office/drawing/2014/main" id="{B57E635C-271E-4188-AD06-6CB5A29003E0}"/>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809401900"/>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AF41EF01-112B-4FFC-B495-45091358DDF3}"/>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208E494C-4323-4E83-AD0A-79F04371BEC1}"/>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34 to 37</a:t>
            </a:r>
          </a:p>
        </p:txBody>
      </p:sp>
      <p:sp>
        <p:nvSpPr>
          <p:cNvPr id="3" name="text">
            <a:extLst xmlns:a="http://schemas.openxmlformats.org/drawingml/2006/main">
              <a:ext uri="{FF2B5EF4-FFF2-40B4-BE49-F238E27FC236}">
                <a16:creationId xmlns:a16="http://schemas.microsoft.com/office/drawing/2014/main" id="{F98715C0-85C3-4971-890E-891E92015B85}"/>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Review and improve</a:t>
            </a:r>
          </a:p>
        </p:txBody>
      </p:sp>
      <p:pic>
        <p:nvPicPr>
          <p:cNvPr id="4" name="">
            <a:extLst xmlns:a="http://schemas.openxmlformats.org/drawingml/2006/main">
              <a:ext uri="{FF2B5EF4-FFF2-40B4-BE49-F238E27FC236}">
                <a16:creationId xmlns:a16="http://schemas.microsoft.com/office/drawing/2014/main" id="{56A9913B-4B9E-4032-9F5E-E44E66A7F35A}"/>
              </a:ext>
            </a:extLst>
          </p:cNvPr>
          <p:cNvPicPr>
            <a:picLocks xmlns:a="http://schemas.openxmlformats.org/drawingml/2006/main" noChangeAspect="1"/>
          </p:cNvPicPr>
          <p:nvPr/>
        </p:nvPicPr>
        <p:blipFill>
          <a:blip xmlns:r="http://schemas.openxmlformats.org/officeDocument/2006/relationships" xmlns:a="http://schemas.openxmlformats.org/drawingml/2006/main" r:embed="R5206ad36663a4c0c"/>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CEA4BC8-C503-4E08-AEAB-4EE1EB0FA3AB}"/>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137986B-3721-4FE0-9A20-E3D9A6D169C7}"/>
              </a:ext>
            </a:extLst>
          </p:cNvPr>
          <p:cNvSpPr>
            <a:spLocks xmlns:a="http://schemas.openxmlformats.org/drawingml/2006/main" noGrp="1"/>
          </p:cNvSpPr>
          <p:nvPr/>
        </p:nvSpPr>
        <p:spPr>
          <a:xfrm xmlns:a="http://schemas.openxmlformats.org/drawingml/2006/main">
            <a:off x="381000" y="1485900"/>
            <a:ext cx="10484644"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8C89481-1B89-43FF-A643-2A6F83C2E5F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Improve one explanation; mark the change // and read it back.</a:t>
            </a:r>
          </a:p>
        </p:txBody>
      </p:sp>
      <p:sp>
        <p:nvSpPr>
          <p:cNvPr id="8" name="text">
            <a:extLst xmlns:a="http://schemas.openxmlformats.org/drawingml/2006/main">
              <a:ext uri="{FF2B5EF4-FFF2-40B4-BE49-F238E27FC236}">
                <a16:creationId xmlns:a16="http://schemas.microsoft.com/office/drawing/2014/main" id="{45946FF9-55E2-4657-A0F8-388C7AE00976}"/>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Keep one correct science claim. Improve one word, unit, piece of evidence or reason. Mark a real</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change //; read it back if asked.</a:t>
            </a:r>
          </a:p>
        </p:txBody>
      </p:sp>
      <p:sp>
        <p:nvSpPr>
          <p:cNvPr id="9" name="text">
            <a:extLst xmlns:a="http://schemas.openxmlformats.org/drawingml/2006/main">
              <a:ext uri="{FF2B5EF4-FFF2-40B4-BE49-F238E27FC236}">
                <a16:creationId xmlns:a16="http://schemas.microsoft.com/office/drawing/2014/main" id="{1122CEE7-06DE-45D3-900A-CE973E2A8853}"/>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0" name="text">
            <a:extLst xmlns:a="http://schemas.openxmlformats.org/drawingml/2006/main">
              <a:ext uri="{FF2B5EF4-FFF2-40B4-BE49-F238E27FC236}">
                <a16:creationId xmlns:a16="http://schemas.microsoft.com/office/drawing/2014/main" id="{D84936DB-6C05-4C75-9C32-2DA7F0A27B27}"/>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1" name="text">
            <a:extLst xmlns:a="http://schemas.openxmlformats.org/drawingml/2006/main">
              <a:ext uri="{FF2B5EF4-FFF2-40B4-BE49-F238E27FC236}">
                <a16:creationId xmlns:a16="http://schemas.microsoft.com/office/drawing/2014/main" id="{3143B3B9-B50D-43DD-84BA-CEB3C7EF64BB}"/>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47 / 53</a:t>
            </a:r>
          </a:p>
        </p:txBody>
      </p:sp>
      <p:sp>
        <p:nvSpPr>
          <p:cNvPr id="12" name="text">
            <a:extLst xmlns:a="http://schemas.openxmlformats.org/drawingml/2006/main">
              <a:ext uri="{FF2B5EF4-FFF2-40B4-BE49-F238E27FC236}">
                <a16:creationId xmlns:a16="http://schemas.microsoft.com/office/drawing/2014/main" id="{B834A22B-8731-43F8-8544-27DE48D30A8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735643929"/>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E85C1CD7-D282-47DA-9F4C-A9029FA89947}"/>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2711A32A-FF5C-4D8A-9EA0-A2A5AFF85152}"/>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37 to 40</a:t>
            </a:r>
          </a:p>
        </p:txBody>
      </p:sp>
      <p:sp>
        <p:nvSpPr>
          <p:cNvPr id="3" name="text">
            <a:extLst xmlns:a="http://schemas.openxmlformats.org/drawingml/2006/main">
              <a:ext uri="{FF2B5EF4-FFF2-40B4-BE49-F238E27FC236}">
                <a16:creationId xmlns:a16="http://schemas.microsoft.com/office/drawing/2014/main" id="{AC765607-65D0-4661-A669-C679CD7AEC3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1106A684-AD42-4A5F-8CB4-8ACAFCE4C3F6}"/>
              </a:ext>
            </a:extLst>
          </p:cNvPr>
          <p:cNvPicPr>
            <a:picLocks xmlns:a="http://schemas.openxmlformats.org/drawingml/2006/main" noChangeAspect="1"/>
          </p:cNvPicPr>
          <p:nvPr/>
        </p:nvPicPr>
        <p:blipFill>
          <a:blip xmlns:r="http://schemas.openxmlformats.org/officeDocument/2006/relationships" xmlns:a="http://schemas.openxmlformats.org/drawingml/2006/main" r:embed="Rdbdcc89f93c34d5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23FB2EA-45FE-4E2D-88CC-3D17E17FA3F1}"/>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7146939-9142-495F-8DE7-95DC5B6C95A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C568AADE-FB22-4F6B-BBBA-6A4AFA946C2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Under the heading Exit ticket: answer the short questions in your book.</a:t>
            </a:r>
          </a:p>
        </p:txBody>
      </p:sp>
      <p:sp>
        <p:nvSpPr>
          <p:cNvPr id="8" name="text">
            <a:extLst xmlns:a="http://schemas.openxmlformats.org/drawingml/2006/main">
              <a:ext uri="{FF2B5EF4-FFF2-40B4-BE49-F238E27FC236}">
                <a16:creationId xmlns:a16="http://schemas.microsoft.com/office/drawing/2014/main" id="{6C633926-02A6-4664-9666-A0BA29A6E08A}"/>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Supported</a:t>
            </a:r>
          </a:p>
        </p:txBody>
      </p:sp>
      <p:sp>
        <p:nvSpPr>
          <p:cNvPr id="9" name="text">
            <a:extLst xmlns:a="http://schemas.openxmlformats.org/drawingml/2006/main">
              <a:ext uri="{FF2B5EF4-FFF2-40B4-BE49-F238E27FC236}">
                <a16:creationId xmlns:a16="http://schemas.microsoft.com/office/drawing/2014/main" id="{3913E0AC-71B5-4DEC-9BB4-60E0B09EFC20}"/>
              </a:ext>
            </a:extLst>
          </p:cNvPr>
          <p:cNvSpPr>
            <a:spLocks xmlns:a="http://schemas.openxmlformats.org/drawingml/2006/main" noGrp="1"/>
          </p:cNvSpPr>
          <p:nvPr/>
        </p:nvSpPr>
        <p:spPr>
          <a:xfrm xmlns:a="http://schemas.openxmlformats.org/drawingml/2006/main">
            <a:off x="457200" y="2457450"/>
            <a:ext cx="11277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These are example results at pH 7: 30 s blue-black; 60 s blue-black; 90 s orange-brown. Blue-black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means starch was detected. Orange-brown means no starch was detected in that sample.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planned interval is 30 s. The amounts at the start match. The temperature and the endpoint rule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match too.</a:t>
            </a:r>
          </a:p>
        </p:txBody>
      </p:sp>
      <p:sp>
        <p:nvSpPr>
          <p:cNvPr id="10" name="text">
            <a:extLst xmlns:a="http://schemas.openxmlformats.org/drawingml/2006/main">
              <a:ext uri="{FF2B5EF4-FFF2-40B4-BE49-F238E27FC236}">
                <a16:creationId xmlns:a16="http://schemas.microsoft.com/office/drawing/2014/main" id="{8B467758-2703-4E50-8D44-335832E67BB7}"/>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1" name="text">
            <a:extLst xmlns:a="http://schemas.openxmlformats.org/drawingml/2006/main">
              <a:ext uri="{FF2B5EF4-FFF2-40B4-BE49-F238E27FC236}">
                <a16:creationId xmlns:a16="http://schemas.microsoft.com/office/drawing/2014/main" id="{F48CFAEA-EE3B-4EF4-BA7C-9B631475556B}"/>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2" name="text">
            <a:extLst xmlns:a="http://schemas.openxmlformats.org/drawingml/2006/main">
              <a:ext uri="{FF2B5EF4-FFF2-40B4-BE49-F238E27FC236}">
                <a16:creationId xmlns:a16="http://schemas.microsoft.com/office/drawing/2014/main" id="{DF5FA9F6-1AAF-4FA5-9054-E0E65E46D71D}"/>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48 / 53</a:t>
            </a:r>
          </a:p>
        </p:txBody>
      </p:sp>
      <p:sp>
        <p:nvSpPr>
          <p:cNvPr id="13" name="text">
            <a:extLst xmlns:a="http://schemas.openxmlformats.org/drawingml/2006/main">
              <a:ext uri="{FF2B5EF4-FFF2-40B4-BE49-F238E27FC236}">
                <a16:creationId xmlns:a16="http://schemas.microsoft.com/office/drawing/2014/main" id="{E1B68B7F-7D1B-4CBD-9687-B34F6910E37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661363815"/>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59F2BB3F-9A83-4E9E-9D04-8EEC8266F474}"/>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5AFA7EF9-DA48-4D79-9903-029CCFF738E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37 to 40</a:t>
            </a:r>
          </a:p>
        </p:txBody>
      </p:sp>
      <p:sp>
        <p:nvSpPr>
          <p:cNvPr id="3" name="text">
            <a:extLst xmlns:a="http://schemas.openxmlformats.org/drawingml/2006/main">
              <a:ext uri="{FF2B5EF4-FFF2-40B4-BE49-F238E27FC236}">
                <a16:creationId xmlns:a16="http://schemas.microsoft.com/office/drawing/2014/main" id="{8594DDF7-1711-4096-BB88-644A48E44DF1}"/>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41969EE5-8C75-42FE-B427-B91DFEBF52DB}"/>
              </a:ext>
            </a:extLst>
          </p:cNvPr>
          <p:cNvPicPr>
            <a:picLocks xmlns:a="http://schemas.openxmlformats.org/drawingml/2006/main" noChangeAspect="1"/>
          </p:cNvPicPr>
          <p:nvPr/>
        </p:nvPicPr>
        <p:blipFill>
          <a:blip xmlns:r="http://schemas.openxmlformats.org/officeDocument/2006/relationships" xmlns:a="http://schemas.openxmlformats.org/drawingml/2006/main" r:embed="R0d34b1ab108a4c98"/>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BC63372-95AC-4426-BE73-E90A25FEA62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172A6A2-728B-4BDB-B658-CD482986D452}"/>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E7C4DC79-2552-4A70-9DD0-F4C984361D1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Under the heading Exit ticket: answer the short questions in your book.</a:t>
            </a:r>
          </a:p>
        </p:txBody>
      </p:sp>
      <p:sp>
        <p:nvSpPr>
          <p:cNvPr id="8" name="text">
            <a:extLst xmlns:a="http://schemas.openxmlformats.org/drawingml/2006/main">
              <a:ext uri="{FF2B5EF4-FFF2-40B4-BE49-F238E27FC236}">
                <a16:creationId xmlns:a16="http://schemas.microsoft.com/office/drawing/2014/main" id="{77C3AC92-433B-4D2D-92F7-36E97174DF14}"/>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Choose the first observed endpoint time: 60 s or 90 s. What does its colour tell you?</a:t>
            </a:r>
          </a:p>
        </p:txBody>
      </p:sp>
      <p:sp>
        <p:nvSpPr>
          <p:cNvPr id="9" name="text">
            <a:extLst xmlns:a="http://schemas.openxmlformats.org/drawingml/2006/main">
              <a:ext uri="{FF2B5EF4-FFF2-40B4-BE49-F238E27FC236}">
                <a16:creationId xmlns:a16="http://schemas.microsoft.com/office/drawing/2014/main" id="{04B526B5-9B81-4794-98B4-D030E6AE30CA}"/>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the colour key. Endpoint = first sample with starch not detected.</a:t>
            </a:r>
          </a:p>
        </p:txBody>
      </p:sp>
      <p:sp>
        <p:nvSpPr>
          <p:cNvPr id="10" name="text">
            <a:extLst xmlns:a="http://schemas.openxmlformats.org/drawingml/2006/main">
              <a:ext uri="{FF2B5EF4-FFF2-40B4-BE49-F238E27FC236}">
                <a16:creationId xmlns:a16="http://schemas.microsoft.com/office/drawing/2014/main" id="{51043F13-8C58-48B6-9665-6E5992A37340}"/>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A friend writes 75 s exactly. Use the sampled times to help them repair it.</a:t>
            </a:r>
          </a:p>
        </p:txBody>
      </p:sp>
      <p:sp>
        <p:nvSpPr>
          <p:cNvPr id="11" name="text">
            <a:extLst xmlns:a="http://schemas.openxmlformats.org/drawingml/2006/main">
              <a:ext uri="{FF2B5EF4-FFF2-40B4-BE49-F238E27FC236}">
                <a16:creationId xmlns:a16="http://schemas.microsoft.com/office/drawing/2014/main" id="{B85C936F-EB53-41DA-9FCB-A81547D008B8}"/>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an observed time. Say “We did not observe …”.</a:t>
            </a:r>
          </a:p>
        </p:txBody>
      </p:sp>
      <p:sp>
        <p:nvSpPr>
          <p:cNvPr id="12" name="text">
            <a:extLst xmlns:a="http://schemas.openxmlformats.org/drawingml/2006/main">
              <a:ext uri="{FF2B5EF4-FFF2-40B4-BE49-F238E27FC236}">
                <a16:creationId xmlns:a16="http://schemas.microsoft.com/office/drawing/2014/main" id="{53F039F4-629E-4F3A-9706-A22B7529A7CB}"/>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596C0911-8BB3-48B4-889A-BBDDD8898FD8}"/>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EEA64EBC-A31A-4457-BC27-324E354DB751}"/>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49 / 53</a:t>
            </a:r>
          </a:p>
        </p:txBody>
      </p:sp>
      <p:sp>
        <p:nvSpPr>
          <p:cNvPr id="15" name="text">
            <a:extLst xmlns:a="http://schemas.openxmlformats.org/drawingml/2006/main">
              <a:ext uri="{FF2B5EF4-FFF2-40B4-BE49-F238E27FC236}">
                <a16:creationId xmlns:a16="http://schemas.microsoft.com/office/drawing/2014/main" id="{E45C2330-ECB4-4284-9453-B2591E4697BD}"/>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65261595"/>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413829EB-D5BE-4285-943A-779A23D0C621}"/>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414EC516-BB94-46AA-A00D-43E5D837BD40}"/>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37 to 40</a:t>
            </a:r>
          </a:p>
        </p:txBody>
      </p:sp>
      <p:sp>
        <p:nvSpPr>
          <p:cNvPr id="3" name="text">
            <a:extLst xmlns:a="http://schemas.openxmlformats.org/drawingml/2006/main">
              <a:ext uri="{FF2B5EF4-FFF2-40B4-BE49-F238E27FC236}">
                <a16:creationId xmlns:a16="http://schemas.microsoft.com/office/drawing/2014/main" id="{54719651-00E7-4F83-BA3C-6300FE7B8DAA}"/>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F9DE1729-5E48-49D4-B16E-FC96F586537D}"/>
              </a:ext>
            </a:extLst>
          </p:cNvPr>
          <p:cNvPicPr>
            <a:picLocks xmlns:a="http://schemas.openxmlformats.org/drawingml/2006/main" noChangeAspect="1"/>
          </p:cNvPicPr>
          <p:nvPr/>
        </p:nvPicPr>
        <p:blipFill>
          <a:blip xmlns:r="http://schemas.openxmlformats.org/officeDocument/2006/relationships" xmlns:a="http://schemas.openxmlformats.org/drawingml/2006/main" r:embed="R9432657ea119474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2BA973A-FF93-47E0-AA81-145D0A44296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491FACF-689D-4988-BC14-7AF9E992083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FC807351-7DA9-4206-9691-36521603F827}"/>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Under the heading Exit ticket: answer the short questions in your book.</a:t>
            </a:r>
          </a:p>
        </p:txBody>
      </p:sp>
      <p:sp>
        <p:nvSpPr>
          <p:cNvPr id="8" name="text">
            <a:extLst xmlns:a="http://schemas.openxmlformats.org/drawingml/2006/main">
              <a:ext uri="{FF2B5EF4-FFF2-40B4-BE49-F238E27FC236}">
                <a16:creationId xmlns:a16="http://schemas.microsoft.com/office/drawing/2014/main" id="{33C1C2C4-113E-486A-9A80-92F5A97084A5}"/>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Independent</a:t>
            </a:r>
          </a:p>
        </p:txBody>
      </p:sp>
      <p:sp>
        <p:nvSpPr>
          <p:cNvPr id="9" name="text">
            <a:extLst xmlns:a="http://schemas.openxmlformats.org/drawingml/2006/main">
              <a:ext uri="{FF2B5EF4-FFF2-40B4-BE49-F238E27FC236}">
                <a16:creationId xmlns:a16="http://schemas.microsoft.com/office/drawing/2014/main" id="{739C4FDB-FCEC-4DF7-A422-3D8EB647DBCA}"/>
              </a:ext>
            </a:extLst>
          </p:cNvPr>
          <p:cNvSpPr>
            <a:spLocks xmlns:a="http://schemas.openxmlformats.org/drawingml/2006/main" noGrp="1"/>
          </p:cNvSpPr>
          <p:nvPr/>
        </p:nvSpPr>
        <p:spPr>
          <a:xfrm xmlns:a="http://schemas.openxmlformats.org/drawingml/2006/main">
            <a:off x="457200" y="2457450"/>
            <a:ext cx="11277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These are example results at pH 7: 30 s blue-black; 60 s blue-black; 90 s orange-brown. Blue-black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means starch was detected. Orange-brown means no starch was detected in that sample.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planned interval is 30 s. The amounts at the start match. The temperature and the endpoint rule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match too.</a:t>
            </a:r>
          </a:p>
        </p:txBody>
      </p:sp>
      <p:sp>
        <p:nvSpPr>
          <p:cNvPr id="10" name="text">
            <a:extLst xmlns:a="http://schemas.openxmlformats.org/drawingml/2006/main">
              <a:ext uri="{FF2B5EF4-FFF2-40B4-BE49-F238E27FC236}">
                <a16:creationId xmlns:a16="http://schemas.microsoft.com/office/drawing/2014/main" id="{BD90D958-9695-4872-8308-5F97BBD0578B}"/>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1" name="text">
            <a:extLst xmlns:a="http://schemas.openxmlformats.org/drawingml/2006/main">
              <a:ext uri="{FF2B5EF4-FFF2-40B4-BE49-F238E27FC236}">
                <a16:creationId xmlns:a16="http://schemas.microsoft.com/office/drawing/2014/main" id="{2CC80620-7777-4E45-9CC3-DCB413EA7EE6}"/>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2" name="text">
            <a:extLst xmlns:a="http://schemas.openxmlformats.org/drawingml/2006/main">
              <a:ext uri="{FF2B5EF4-FFF2-40B4-BE49-F238E27FC236}">
                <a16:creationId xmlns:a16="http://schemas.microsoft.com/office/drawing/2014/main" id="{0E56470B-7CAF-47D6-A0B2-B5BC5B76F96B}"/>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50 / 53</a:t>
            </a:r>
          </a:p>
        </p:txBody>
      </p:sp>
      <p:sp>
        <p:nvSpPr>
          <p:cNvPr id="13" name="text">
            <a:extLst xmlns:a="http://schemas.openxmlformats.org/drawingml/2006/main">
              <a:ext uri="{FF2B5EF4-FFF2-40B4-BE49-F238E27FC236}">
                <a16:creationId xmlns:a16="http://schemas.microsoft.com/office/drawing/2014/main" id="{CF424C4F-2179-40D7-B5F3-53DB9F42B502}"/>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759237379"/>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4E36FCA9-7136-4921-AC0A-B4D8040CECA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4B74BA17-C508-43AB-9A31-47EDE044A63E}"/>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37 to 40</a:t>
            </a:r>
          </a:p>
        </p:txBody>
      </p:sp>
      <p:sp>
        <p:nvSpPr>
          <p:cNvPr id="3" name="text">
            <a:extLst xmlns:a="http://schemas.openxmlformats.org/drawingml/2006/main">
              <a:ext uri="{FF2B5EF4-FFF2-40B4-BE49-F238E27FC236}">
                <a16:creationId xmlns:a16="http://schemas.microsoft.com/office/drawing/2014/main" id="{F19B5531-F2F5-48C8-8145-614DEFF7FE9B}"/>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0BA3E83B-5CFE-44E1-96A0-A3F510E48D0E}"/>
              </a:ext>
            </a:extLst>
          </p:cNvPr>
          <p:cNvPicPr>
            <a:picLocks xmlns:a="http://schemas.openxmlformats.org/drawingml/2006/main" noChangeAspect="1"/>
          </p:cNvPicPr>
          <p:nvPr/>
        </p:nvPicPr>
        <p:blipFill>
          <a:blip xmlns:r="http://schemas.openxmlformats.org/officeDocument/2006/relationships" xmlns:a="http://schemas.openxmlformats.org/drawingml/2006/main" r:embed="Rf21bd01c5dd0413f"/>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B48DA0E-5305-452F-98A1-2FCE093B06DB}"/>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E41E209-E3E3-4772-8470-5626CDCD80E7}"/>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BC782310-D9A2-438D-A249-39121281E15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Under the heading Exit ticket: answer the short questions in your book.</a:t>
            </a:r>
          </a:p>
        </p:txBody>
      </p:sp>
      <p:sp>
        <p:nvSpPr>
          <p:cNvPr id="8" name="text">
            <a:extLst xmlns:a="http://schemas.openxmlformats.org/drawingml/2006/main">
              <a:ext uri="{FF2B5EF4-FFF2-40B4-BE49-F238E27FC236}">
                <a16:creationId xmlns:a16="http://schemas.microsoft.com/office/drawing/2014/main" id="{0DD2FE8E-0398-4E8A-AB14-796BA5BDA6CF}"/>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State the first observed endpoint and the window in which it was reached.</a:t>
            </a:r>
          </a:p>
        </p:txBody>
      </p:sp>
      <p:sp>
        <p:nvSpPr>
          <p:cNvPr id="9" name="text">
            <a:extLst xmlns:a="http://schemas.openxmlformats.org/drawingml/2006/main">
              <a:ext uri="{FF2B5EF4-FFF2-40B4-BE49-F238E27FC236}">
                <a16:creationId xmlns:a16="http://schemas.microsoft.com/office/drawing/2014/main" id="{4CD7ADF1-D383-40C0-9F7B-534E1BD30324}"/>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“record ___ s; after ___ s and by ___ s”.</a:t>
            </a:r>
          </a:p>
        </p:txBody>
      </p:sp>
      <p:sp>
        <p:nvSpPr>
          <p:cNvPr id="10" name="text">
            <a:extLst xmlns:a="http://schemas.openxmlformats.org/drawingml/2006/main">
              <a:ext uri="{FF2B5EF4-FFF2-40B4-BE49-F238E27FC236}">
                <a16:creationId xmlns:a16="http://schemas.microsoft.com/office/drawing/2014/main" id="{9B0FE2F9-717A-4FD0-A7BB-52E63506A89A}"/>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Give one way to protect a fair comparison across pH values and explain why it matters.</a:t>
            </a:r>
          </a:p>
        </p:txBody>
      </p:sp>
      <p:sp>
        <p:nvSpPr>
          <p:cNvPr id="11" name="text">
            <a:extLst xmlns:a="http://schemas.openxmlformats.org/drawingml/2006/main">
              <a:ext uri="{FF2B5EF4-FFF2-40B4-BE49-F238E27FC236}">
                <a16:creationId xmlns:a16="http://schemas.microsoft.com/office/drawing/2014/main" id="{D8317235-DA6A-4870-AE5D-4A014638D1A2}"/>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one matched condition: temperature, starting amounts or sampling interval.</a:t>
            </a:r>
          </a:p>
        </p:txBody>
      </p:sp>
      <p:sp>
        <p:nvSpPr>
          <p:cNvPr id="12" name="text">
            <a:extLst xmlns:a="http://schemas.openxmlformats.org/drawingml/2006/main">
              <a:ext uri="{FF2B5EF4-FFF2-40B4-BE49-F238E27FC236}">
                <a16:creationId xmlns:a16="http://schemas.microsoft.com/office/drawing/2014/main" id="{BBF3B2D9-695A-4AA1-BAE4-DE341125112E}"/>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1A5BC64D-E421-4D19-ADB8-3FEE5ED1F82D}"/>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466EB0D9-D84E-4093-BB5E-97A5CC0292BC}"/>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51 / 53</a:t>
            </a:r>
          </a:p>
        </p:txBody>
      </p:sp>
      <p:sp>
        <p:nvSpPr>
          <p:cNvPr id="15" name="text">
            <a:extLst xmlns:a="http://schemas.openxmlformats.org/drawingml/2006/main">
              <a:ext uri="{FF2B5EF4-FFF2-40B4-BE49-F238E27FC236}">
                <a16:creationId xmlns:a16="http://schemas.microsoft.com/office/drawing/2014/main" id="{B9E63BE0-B7D9-4846-A6A8-84CB8BA2A3E0}"/>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376788069"/>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1302DBED-769B-4C17-8BED-FE9CFF2F9D7B}"/>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61F198D5-5FCA-49DF-AFC1-2611D7F4B77E}"/>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37 to 40</a:t>
            </a:r>
          </a:p>
        </p:txBody>
      </p:sp>
      <p:sp>
        <p:nvSpPr>
          <p:cNvPr id="3" name="text">
            <a:extLst xmlns:a="http://schemas.openxmlformats.org/drawingml/2006/main">
              <a:ext uri="{FF2B5EF4-FFF2-40B4-BE49-F238E27FC236}">
                <a16:creationId xmlns:a16="http://schemas.microsoft.com/office/drawing/2014/main" id="{205A1AB0-2A8A-43CB-9BBE-89FB2D6BE1F9}"/>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85DC2945-87C0-473A-A4BB-649A608C57F2}"/>
              </a:ext>
            </a:extLst>
          </p:cNvPr>
          <p:cNvPicPr>
            <a:picLocks xmlns:a="http://schemas.openxmlformats.org/drawingml/2006/main" noChangeAspect="1"/>
          </p:cNvPicPr>
          <p:nvPr/>
        </p:nvPicPr>
        <p:blipFill>
          <a:blip xmlns:r="http://schemas.openxmlformats.org/officeDocument/2006/relationships" xmlns:a="http://schemas.openxmlformats.org/drawingml/2006/main" r:embed="R7372d7d0273a48e3"/>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34352DA-DA2D-4236-B046-263782F8A248}"/>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5672791-1BBF-418B-9C11-8F98E33A96ED}"/>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C4B7FEBB-964D-4F72-9672-4C354866D6AA}"/>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Under the heading Exit ticket: answer the short questions in your book.</a:t>
            </a:r>
          </a:p>
        </p:txBody>
      </p:sp>
      <p:sp>
        <p:nvSpPr>
          <p:cNvPr id="8" name="text">
            <a:extLst xmlns:a="http://schemas.openxmlformats.org/drawingml/2006/main">
              <a:ext uri="{FF2B5EF4-FFF2-40B4-BE49-F238E27FC236}">
                <a16:creationId xmlns:a16="http://schemas.microsoft.com/office/drawing/2014/main" id="{7DECAA75-39E3-4289-BEC4-C223C9B907A1}"/>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Aspire</a:t>
            </a:r>
          </a:p>
        </p:txBody>
      </p:sp>
      <p:sp>
        <p:nvSpPr>
          <p:cNvPr id="9" name="text">
            <a:extLst xmlns:a="http://schemas.openxmlformats.org/drawingml/2006/main">
              <a:ext uri="{FF2B5EF4-FFF2-40B4-BE49-F238E27FC236}">
                <a16:creationId xmlns:a16="http://schemas.microsoft.com/office/drawing/2014/main" id="{2D496803-1C9E-48F0-BCF3-153F6971F497}"/>
              </a:ext>
            </a:extLst>
          </p:cNvPr>
          <p:cNvSpPr>
            <a:spLocks xmlns:a="http://schemas.openxmlformats.org/drawingml/2006/main" noGrp="1"/>
          </p:cNvSpPr>
          <p:nvPr/>
        </p:nvSpPr>
        <p:spPr>
          <a:xfrm xmlns:a="http://schemas.openxmlformats.org/drawingml/2006/main">
            <a:off x="457200" y="2457450"/>
            <a:ext cx="11277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These are example results at pH 7: 30 s blue-black; 60 s blue-black; 90 s orange-brown. Blue-black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means starch was detected. Orange-brown means no starch was detected in that sample.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planned interval is 30 s. The amounts at the start match. The temperature and the endpoint rule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match too.</a:t>
            </a:r>
          </a:p>
        </p:txBody>
      </p:sp>
      <p:sp>
        <p:nvSpPr>
          <p:cNvPr id="10" name="text">
            <a:extLst xmlns:a="http://schemas.openxmlformats.org/drawingml/2006/main">
              <a:ext uri="{FF2B5EF4-FFF2-40B4-BE49-F238E27FC236}">
                <a16:creationId xmlns:a16="http://schemas.microsoft.com/office/drawing/2014/main" id="{F07A344E-11D9-42FA-99C0-975C0C458601}"/>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1" name="text">
            <a:extLst xmlns:a="http://schemas.openxmlformats.org/drawingml/2006/main">
              <a:ext uri="{FF2B5EF4-FFF2-40B4-BE49-F238E27FC236}">
                <a16:creationId xmlns:a16="http://schemas.microsoft.com/office/drawing/2014/main" id="{65E6A9B8-42CD-42D8-B84A-3048BBA51B56}"/>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2" name="text">
            <a:extLst xmlns:a="http://schemas.openxmlformats.org/drawingml/2006/main">
              <a:ext uri="{FF2B5EF4-FFF2-40B4-BE49-F238E27FC236}">
                <a16:creationId xmlns:a16="http://schemas.microsoft.com/office/drawing/2014/main" id="{21307580-52AC-4503-932C-46E3E7CB9137}"/>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52 / 53</a:t>
            </a:r>
          </a:p>
        </p:txBody>
      </p:sp>
      <p:sp>
        <p:nvSpPr>
          <p:cNvPr id="13" name="text">
            <a:extLst xmlns:a="http://schemas.openxmlformats.org/drawingml/2006/main">
              <a:ext uri="{FF2B5EF4-FFF2-40B4-BE49-F238E27FC236}">
                <a16:creationId xmlns:a16="http://schemas.microsoft.com/office/drawing/2014/main" id="{10BCCA08-44CD-45CB-9051-D72BC0F4E5F8}"/>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096977654"/>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164C7E21-862E-4D49-B7E3-82666A56017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5038D1D2-3050-42C5-B1BA-DC4829C288CE}"/>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37 to 40</a:t>
            </a:r>
          </a:p>
        </p:txBody>
      </p:sp>
      <p:sp>
        <p:nvSpPr>
          <p:cNvPr id="3" name="text">
            <a:extLst xmlns:a="http://schemas.openxmlformats.org/drawingml/2006/main">
              <a:ext uri="{FF2B5EF4-FFF2-40B4-BE49-F238E27FC236}">
                <a16:creationId xmlns:a16="http://schemas.microsoft.com/office/drawing/2014/main" id="{8CDD2EE6-9998-4F18-BBB9-031B6DA0E94F}"/>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FDFAE9F0-E8A7-456B-A0B9-57F91C8F0993}"/>
              </a:ext>
            </a:extLst>
          </p:cNvPr>
          <p:cNvPicPr>
            <a:picLocks xmlns:a="http://schemas.openxmlformats.org/drawingml/2006/main" noChangeAspect="1"/>
          </p:cNvPicPr>
          <p:nvPr/>
        </p:nvPicPr>
        <p:blipFill>
          <a:blip xmlns:r="http://schemas.openxmlformats.org/officeDocument/2006/relationships" xmlns:a="http://schemas.openxmlformats.org/drawingml/2006/main" r:embed="R2cde0d42a4bd4799"/>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C42AF01-15B2-401E-AC8A-E02F3FE1F3AD}"/>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D452EB4-6D01-4BD3-8A19-63FE8478E884}"/>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D90BB9E-0C36-49E9-BC8A-1E81F41039F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Under the heading Exit ticket: answer the short questions in your book.</a:t>
            </a:r>
          </a:p>
        </p:txBody>
      </p:sp>
      <p:sp>
        <p:nvSpPr>
          <p:cNvPr id="8" name="text">
            <a:extLst xmlns:a="http://schemas.openxmlformats.org/drawingml/2006/main">
              <a:ext uri="{FF2B5EF4-FFF2-40B4-BE49-F238E27FC236}">
                <a16:creationId xmlns:a16="http://schemas.microsoft.com/office/drawing/2014/main" id="{12C34F7D-D957-4C0D-8E26-473B51AAE777}"/>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If the 60 s sample was missed, how would your endpoint statement and timing window change?</a:t>
            </a:r>
          </a:p>
        </p:txBody>
      </p:sp>
      <p:sp>
        <p:nvSpPr>
          <p:cNvPr id="9" name="text">
            <a:extLst xmlns:a="http://schemas.openxmlformats.org/drawingml/2006/main">
              <a:ext uri="{FF2B5EF4-FFF2-40B4-BE49-F238E27FC236}">
                <a16:creationId xmlns:a16="http://schemas.microsoft.com/office/drawing/2014/main" id="{ACF6F238-AB23-4EA4-9BF7-00452A418DA5}"/>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only 30 s positive and 90 s negative; do not invent the missing result.</a:t>
            </a:r>
          </a:p>
        </p:txBody>
      </p:sp>
      <p:sp>
        <p:nvSpPr>
          <p:cNvPr id="10" name="text">
            <a:extLst xmlns:a="http://schemas.openxmlformats.org/drawingml/2006/main">
              <a:ext uri="{FF2B5EF4-FFF2-40B4-BE49-F238E27FC236}">
                <a16:creationId xmlns:a16="http://schemas.microsoft.com/office/drawing/2014/main" id="{5557D493-5113-47D2-BCA5-E818A89D2E19}"/>
              </a:ext>
            </a:extLst>
          </p:cNvPr>
          <p:cNvSpPr>
            <a:spLocks xmlns:a="http://schemas.openxmlformats.org/drawingml/2006/main" noGrp="1"/>
          </p:cNvSpPr>
          <p:nvPr/>
        </p:nvSpPr>
        <p:spPr>
          <a:xfrm xmlns:a="http://schemas.openxmlformats.org/drawingml/2006/main">
            <a:off x="457200" y="28479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Name one authorised way to improve this timing limit. Name one uncertainty that it does not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remove.</a:t>
            </a:r>
          </a:p>
        </p:txBody>
      </p:sp>
      <p:sp>
        <p:nvSpPr>
          <p:cNvPr id="11" name="text">
            <a:extLst xmlns:a="http://schemas.openxmlformats.org/drawingml/2006/main">
              <a:ext uri="{FF2B5EF4-FFF2-40B4-BE49-F238E27FC236}">
                <a16:creationId xmlns:a16="http://schemas.microsoft.com/office/drawing/2014/main" id="{767B7E80-225D-434F-821C-3EC2F2A7D2D3}"/>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Link the improvement to the gap between sample times. Then think about judging colour.</a:t>
            </a:r>
          </a:p>
        </p:txBody>
      </p:sp>
      <p:sp>
        <p:nvSpPr>
          <p:cNvPr id="12" name="text">
            <a:extLst xmlns:a="http://schemas.openxmlformats.org/drawingml/2006/main">
              <a:ext uri="{FF2B5EF4-FFF2-40B4-BE49-F238E27FC236}">
                <a16:creationId xmlns:a16="http://schemas.microsoft.com/office/drawing/2014/main" id="{5D0B543A-59E9-499E-B563-29E8C1033E93}"/>
              </a:ext>
            </a:extLst>
          </p:cNvPr>
          <p:cNvSpPr>
            <a:spLocks xmlns:a="http://schemas.openxmlformats.org/drawingml/2006/main" noGrp="1"/>
          </p:cNvSpPr>
          <p:nvPr/>
        </p:nvSpPr>
        <p:spPr>
          <a:xfrm xmlns:a="http://schemas.openxmlformats.org/drawingml/2006/main">
            <a:off x="381000" y="5391150"/>
            <a:ext cx="1123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use continuous-sampling evidence to investigate how pH affects amylase activity.</a:t>
            </a:r>
          </a:p>
        </p:txBody>
      </p:sp>
      <p:sp>
        <p:nvSpPr>
          <p:cNvPr id="13" name="text">
            <a:extLst xmlns:a="http://schemas.openxmlformats.org/drawingml/2006/main">
              <a:ext uri="{FF2B5EF4-FFF2-40B4-BE49-F238E27FC236}">
                <a16:creationId xmlns:a16="http://schemas.microsoft.com/office/drawing/2014/main" id="{253882EF-B4BA-4FFF-92E8-F6C0E6A9CAA6}"/>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SCI-LAUNCH-A1-W08-L2 · Version: ______ · Source page SHA-256: ______</a:t>
            </a:r>
          </a:p>
        </p:txBody>
      </p:sp>
      <p:sp>
        <p:nvSpPr>
          <p:cNvPr id="14" name="text">
            <a:extLst xmlns:a="http://schemas.openxmlformats.org/drawingml/2006/main">
              <a:ext uri="{FF2B5EF4-FFF2-40B4-BE49-F238E27FC236}">
                <a16:creationId xmlns:a16="http://schemas.microsoft.com/office/drawing/2014/main" id="{410F3403-DB83-42C7-903E-1D39FE195114}"/>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53 / 53</a:t>
            </a:r>
          </a:p>
        </p:txBody>
      </p:sp>
      <p:sp>
        <p:nvSpPr>
          <p:cNvPr id="15" name="text">
            <a:extLst xmlns:a="http://schemas.openxmlformats.org/drawingml/2006/main">
              <a:ext uri="{FF2B5EF4-FFF2-40B4-BE49-F238E27FC236}">
                <a16:creationId xmlns:a16="http://schemas.microsoft.com/office/drawing/2014/main" id="{7F910400-42D1-49D3-A190-00BDAD8CD8E4}"/>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332303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Liberation Sans"/>
        <a:cs typeface="Liberation Sans"/>
      </a:majorFont>
      <a:minorFont>
        <a:latin typeface="Liberation Sans"/>
        <a:ea typeface="Liberation Sans"/>
        <a:cs typeface="Liberation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Use: Amylase and pH: Continuous-Sampling Investigation</dc:title>
  <dcterms:created xsi:type="dcterms:W3CDTF">2026-10-18T12:00:15.4640000Z</dcterms:created>
  <dcterms:modified xsi:type="dcterms:W3CDTF">2026-10-18T12:00:15.4640000Z</dcterms:modified>
  <dc:subject>SCI-LAUNCH-A1-W08-L2</dc:subject>
  <dc:description/>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