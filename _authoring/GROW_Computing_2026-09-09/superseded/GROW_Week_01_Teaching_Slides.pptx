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75bd552a414e1f" /><Relationship Type="http://schemas.openxmlformats.org/officeDocument/2006/relationships/extended-properties" Target="/docProps/app.xml" Id="R89241fc50d4b4f27" /><Relationship Type="http://schemas.openxmlformats.org/officeDocument/2006/relationships/officeDocument" Target="/ppt/presentation.xml" Id="Rf7748bb2429e46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d601d45134a41"/>
  </p:sldMasterIdLst>
  <p:notesMasterIdLst>
    <p:notesMasterId xmlns:r="http://schemas.openxmlformats.org/officeDocument/2006/relationships" r:id="Rc8cdf17e42d548ef"/>
  </p:notesMasterIdLst>
  <p:sldIdLst>
    <p:sldId xmlns:r="http://schemas.openxmlformats.org/officeDocument/2006/relationships" id="256" r:id="R515e63a2ec8e404a"/>
    <p:sldId xmlns:r="http://schemas.openxmlformats.org/officeDocument/2006/relationships" id="257" r:id="Rb6ef950d974446aa"/>
    <p:sldId xmlns:r="http://schemas.openxmlformats.org/officeDocument/2006/relationships" id="258" r:id="Rbffe58dc82a4409d"/>
    <p:sldId xmlns:r="http://schemas.openxmlformats.org/officeDocument/2006/relationships" id="259" r:id="Rbdb6d4d6a96c413f"/>
    <p:sldId xmlns:r="http://schemas.openxmlformats.org/officeDocument/2006/relationships" id="260" r:id="R5869c1a590dd4309"/>
    <p:sldId xmlns:r="http://schemas.openxmlformats.org/officeDocument/2006/relationships" id="261" r:id="R14f7661e23614dad"/>
    <p:sldId xmlns:r="http://schemas.openxmlformats.org/officeDocument/2006/relationships" id="262" r:id="Rfe1b7fcc408649ec"/>
    <p:sldId xmlns:r="http://schemas.openxmlformats.org/officeDocument/2006/relationships" id="263" r:id="R3839601b73964c8c"/>
    <p:sldId xmlns:r="http://schemas.openxmlformats.org/officeDocument/2006/relationships" id="264" r:id="R3858894ed71046eb"/>
    <p:sldId xmlns:r="http://schemas.openxmlformats.org/officeDocument/2006/relationships" id="265" r:id="R74eeefa74f8742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5e9118599d4569" /><Relationship Type="http://schemas.openxmlformats.org/officeDocument/2006/relationships/slideMaster" Target="/ppt/slideMasters/slideMaster1.xml" Id="R19ed601d45134a41" /><Relationship Type="http://schemas.openxmlformats.org/officeDocument/2006/relationships/notesMaster" Target="/ppt/notesMasters/notesMaster1.xml" Id="Rc8cdf17e42d548ef" /><Relationship Type="http://schemas.openxmlformats.org/officeDocument/2006/relationships/presProps" Target="/ppt/presProps.xml" Id="Ra9cc6d8fbb394a01" /><Relationship Type="http://schemas.openxmlformats.org/officeDocument/2006/relationships/tableStyles" Target="/ppt/tableStyles.xml" Id="R1d1be8bc05cf4dea" /><Relationship Type="http://schemas.openxmlformats.org/officeDocument/2006/relationships/slide" Target="/ppt/slides/slide1.xml" Id="R515e63a2ec8e404a" /><Relationship Type="http://schemas.openxmlformats.org/officeDocument/2006/relationships/slide" Target="/ppt/slides/slide2.xml" Id="Rb6ef950d974446aa" /><Relationship Type="http://schemas.openxmlformats.org/officeDocument/2006/relationships/slide" Target="/ppt/slides/slide3.xml" Id="Rbffe58dc82a4409d" /><Relationship Type="http://schemas.openxmlformats.org/officeDocument/2006/relationships/slide" Target="/ppt/slides/slide4.xml" Id="Rbdb6d4d6a96c413f" /><Relationship Type="http://schemas.openxmlformats.org/officeDocument/2006/relationships/slide" Target="/ppt/slides/slide5.xml" Id="R5869c1a590dd4309" /><Relationship Type="http://schemas.openxmlformats.org/officeDocument/2006/relationships/slide" Target="/ppt/slides/slide6.xml" Id="R14f7661e23614dad" /><Relationship Type="http://schemas.openxmlformats.org/officeDocument/2006/relationships/slide" Target="/ppt/slides/slide7.xml" Id="Rfe1b7fcc408649ec" /><Relationship Type="http://schemas.openxmlformats.org/officeDocument/2006/relationships/slide" Target="/ppt/slides/slide8.xml" Id="R3839601b73964c8c" /><Relationship Type="http://schemas.openxmlformats.org/officeDocument/2006/relationships/slide" Target="/ppt/slides/slide9.xml" Id="R3858894ed71046eb" /><Relationship Type="http://schemas.openxmlformats.org/officeDocument/2006/relationships/slide" Target="/ppt/slides/slide10.xml" Id="R74eeefa74f8742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6557c89453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b9f37084bf4493" /><Relationship Type="http://schemas.openxmlformats.org/officeDocument/2006/relationships/notesMaster" Target="/ppt/notesMasters/notesMaster1.xml" Id="Rbb1f447146cc4a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e0a94202a843a1" /><Relationship Type="http://schemas.openxmlformats.org/officeDocument/2006/relationships/notesMaster" Target="/ppt/notesMasters/notesMaster1.xml" Id="R747d3acbff9f4a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34940e6faf41c2" /><Relationship Type="http://schemas.openxmlformats.org/officeDocument/2006/relationships/notesMaster" Target="/ppt/notesMasters/notesMaster1.xml" Id="Radad8486c76444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512f4705e4202" /><Relationship Type="http://schemas.openxmlformats.org/officeDocument/2006/relationships/notesMaster" Target="/ppt/notesMasters/notesMaster1.xml" Id="R927e84ea93b144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c8f80b3eb74f1c" /><Relationship Type="http://schemas.openxmlformats.org/officeDocument/2006/relationships/notesMaster" Target="/ppt/notesMasters/notesMaster1.xml" Id="Rf8647de028f54c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03989bb4d84f51" /><Relationship Type="http://schemas.openxmlformats.org/officeDocument/2006/relationships/notesMaster" Target="/ppt/notesMasters/notesMaster1.xml" Id="Rf0747c22401b4b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91239a54a14127" /><Relationship Type="http://schemas.openxmlformats.org/officeDocument/2006/relationships/notesMaster" Target="/ppt/notesMasters/notesMaster1.xml" Id="R93d9e5109b824f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06f6bed6d84aba" /><Relationship Type="http://schemas.openxmlformats.org/officeDocument/2006/relationships/notesMaster" Target="/ppt/notesMasters/notesMaster1.xml" Id="R55892adcae4842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6948554c8f4b93" /><Relationship Type="http://schemas.openxmlformats.org/officeDocument/2006/relationships/notesMaster" Target="/ppt/notesMasters/notesMaster1.xml" Id="Rcef3edb9f8724d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beb08c80a24cb8" /><Relationship Type="http://schemas.openxmlformats.org/officeDocument/2006/relationships/notesMaster" Target="/ppt/notesMasters/notesMaster1.xml" Id="Rcd5e9291d54f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Arrival, elapsed minutes 0-3.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pupil project, not the teacher model. In browser Scratch choose File &gt; Load from your computer. The sprite and practice script are supplied. Check every pupil can see the Courier sprite. Accept pointing or spoken responses. No sign-in or sharing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Starter, elapsed minutes 3-6.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pupils to predict before running the HTML model or changing the supplied Scratch block. B travels further: x becomes 100 rather than 40. A bigger move value changes distance, not a speed setting. Record starting ideas without grading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I do, elapsed minutes 6-11.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supplied script: green flag; go to x:0 y:0; point in direction 90; move 40 steps; say Arrived for 2 seconds. Point out the event hat and attached stack. 90 means right in Scratch. Do not explain all directions yet. Run twice: the position resets each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We do, elapsed minutes 11-15.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starting position, direction and other blocks stay unchanged. Finish positions are x40 and x100. Use the lab or actual Scratch, then transfer to actual Scratch. Ask a pupil to describe the one changed value. Use booklet page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We do, elapsed minutes 15-18.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 the go-to block, both runs end at x100. Without it, movement can accumulate. Use the HTML reset option as a comparison, then restore reset on. This is a model variation, not an extra block pupils must master 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I do 2, elapsed minutes 18-21.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exact school workflow. In browser Scratch, Save to your computer downloads a file. It may land in Downloads; move or save it to the approved pupil folder. Some installed versions label this Save to your computer or Save as. Reopen through File &gt; Load from your computer. Do not sign in to save.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We do 2, elapsed minutes 21-25.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value is 120. Let pupils reason or count the scale before revealing. Use the actual project. If they change go-to as well, reset to x0 y0 and change only move. A successful run is a useful feedback point, not completion of the AQA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Independent task, elapsed minutes 25-32.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Core task is to modify the supplied practice program. Allow message choice from Ready, Delivery complete, or Made it. Support with booklet page 3 and a visual cue. Stretch: use a new target x160 and explain what changes. Never require typing a long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Independent task, elapsed minutes 32-35.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pupil demonstrates their own change, including when working in a pair. Observation can capture a spoken explanation; the booklet is optional supporting evidence. Record support as well as achievement. This is baseline practice for later script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1. Exit, elapsed minutes 35-40.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pupils can locate the real .sb3 file, not just a screenshot or this HTML lesson. Save before loading because loading replaces the current project. Keep a staff backup through school systems. Ask one retrieval question next week: what starts the script?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Resources: GROW_Week_01_Interactive.html, pupil booklet and teacher guide. Use actual Scratch for code construction; the HTML model rehearses the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AQA alignment: Foundation practice for later movement and testing. No complete 71638 outcome is claimed from this lesson alone.</a:t>
            </a:r>
          </a:p>
          <a:p xmlns:a="http://schemas.openxmlformats.org/drawingml/2006/main">
            <a:r>
              <a:t>Source: https://www.aqa.org.uk/programmes/unit-award-scheme/unit-details?unit=71638</a:t>
            </a:r>
          </a:p>
          <a:p xmlns:a="http://schemas.openxmlformats.org/drawingml/2006/main">
            <a:r>
              <a:t>Software: https://scratch.mit.edu/projects/editor/</a:t>
            </a:r>
          </a:p>
          <a:p xmlns:a="http://schemas.openxmlformats.org/drawingml/2006/main">
            <a:r>
              <a:t>These code diagrams are editable teaching representations of the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2c3e87a4344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64ce06e4a489e" /><Relationship Type="http://schemas.openxmlformats.org/officeDocument/2006/relationships/slideLayout" Target="/ppt/slideLayouts/slideLayout1.xml" Id="Rb74a88edf6fe41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4a88edf6fe41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41784b8c343c8" /><Relationship Type="http://schemas.openxmlformats.org/officeDocument/2006/relationships/notesSlide" Target="/ppt/notesSlides/notesSlide1.xml" Id="R8c458872186546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d94c94f3a4920" /><Relationship Type="http://schemas.openxmlformats.org/officeDocument/2006/relationships/notesSlide" Target="/ppt/notesSlides/notesSlide2.xml" Id="Rc2d85c66b50041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47bd87e3f45b5" /><Relationship Type="http://schemas.openxmlformats.org/officeDocument/2006/relationships/notesSlide" Target="/ppt/notesSlides/notesSlide3.xml" Id="Rf04e2dfd5ff44b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c88a3e17d48aa" /><Relationship Type="http://schemas.openxmlformats.org/officeDocument/2006/relationships/notesSlide" Target="/ppt/notesSlides/notesSlide4.xml" Id="Rdb2d574bd5674d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768d7255f4759" /><Relationship Type="http://schemas.openxmlformats.org/officeDocument/2006/relationships/notesSlide" Target="/ppt/notesSlides/notesSlide5.xml" Id="R4923608c117f48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3762b736c4a6a" /><Relationship Type="http://schemas.openxmlformats.org/officeDocument/2006/relationships/notesSlide" Target="/ppt/notesSlides/notesSlide6.xml" Id="R2583948099d8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7fbecaec44add" /><Relationship Type="http://schemas.openxmlformats.org/officeDocument/2006/relationships/notesSlide" Target="/ppt/notesSlides/notesSlide7.xml" Id="Rd0fadec8d3dc47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8eeacf14241cd" /><Relationship Type="http://schemas.openxmlformats.org/officeDocument/2006/relationships/notesSlide" Target="/ppt/notesSlides/notesSlide8.xml" Id="Rdbd6bd7f897042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cb34fc9854d9b" /><Relationship Type="http://schemas.openxmlformats.org/officeDocument/2006/relationships/notesSlide" Target="/ppt/notesSlides/notesSlide9.xml" Id="R672efc8d5efc4a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19fd9ea8241e3" /><Relationship Type="http://schemas.openxmlformats.org/officeDocument/2006/relationships/notesSlide" Target="/ppt/notesSlides/notesSlide10.xml" Id="R94ec113896544c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2091B-D70F-4ECA-B12D-6714980E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EA424-325F-4B75-B672-5F9767C7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ARRIVAL     0-3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9ED51-E43C-469F-8511-01002D77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Get a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E7947-3D3D-4198-A6AC-EBBFA636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42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I can run a program, change one value and save my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3933D-C44C-4456-890E-A30F3A28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Today we will change what a program does.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B2EA4-B5D7-46FC-8189-178544A2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Open W01_Start.sb3 in Scratch.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38588-EE50-4C41-889A-C85EA059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You can write, point or explain aloud.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556B7-EDB7-4574-8D91-36879ACB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E4E69-3BEE-4117-9D66-F1C58B59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4D97D-DDAC-452B-A55D-1566B6C9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Arrival    1 / 10</a:t>
            </a:r>
          </a:p>
        </p:txBody>
      </p:sp>
    </p:spTree>
    <p:extLst>
      <p:ext uri="{BB962C8B-B14F-4D97-AF65-F5344CB8AC3E}">
        <p14:creationId xmlns:p14="http://schemas.microsoft.com/office/powerpoint/2010/main" val="7592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2018F-E5FC-418A-9CC7-9CEDD7FE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D5C6A-DC8E-4F79-A3F1-F6CB1285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STARTER     3-6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4B50B-8FDD-4A0F-9371-3EC6F3D1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Your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C2500-7D36-41A6-B887-4260908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Both start at x = 0 and face right.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39D95-6EE9-4171-9C70-3B87E8FA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69840-2391-4FE2-BA40-D4AC6C2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10DEF-4EB1-4D52-A662-C90EC70C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0A78D-7AA1-4165-8849-79990181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green flag clicked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37A9C-8F08-4C5A-9C73-76EEF300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6ADE7-8FEB-44A9-9F77-2D2CB48F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 to x: 0  y: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674EE-502A-4013-B525-D5CFA90B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626BA-0227-418F-84F5-98D0BE34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point in direction 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57BAF-D58B-4F6C-832E-519C18AD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EB7A0-4CD5-4F58-99E6-E7B53622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 40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F1471-240C-445E-9DB7-FE3993B0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2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DE926-8A16-4C2C-8406-41AB8B55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say Arrived for 2 seconds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424C5-646D-40A7-90E0-99CA97FE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FA03E-7E89-41CD-9D61-2A2108E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green flag clicked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ED18B-B3F3-483D-B247-B7B5C2D4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C7943-9923-4912-AFD8-0A8B9705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 to x: 0  y: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C64DF-BF16-4DB6-8060-34D32D1C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14ECA-F688-42B2-A693-1DEEA03C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point in direction 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C6BA0-23B6-4E87-BC7D-D2376C9B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2A0C09-13AC-4C2D-82BC-ED72470A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 100 steps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5175B3-1321-4156-B5EC-75DA6A5E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5257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2B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08DBA-D1CF-4F56-B039-DA8C7903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say Arrived for 2 seconds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5A66E5-0B3E-4344-B1C7-03E265D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Which travels further right? Predict before running.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EC0DB-02B0-4CAD-8019-916F4BFF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926650-85BC-4C77-9455-FF28104F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0A5D8-D040-45D9-8A85-BE1346D7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Starter    2 / 10</a:t>
            </a:r>
          </a:p>
        </p:txBody>
      </p:sp>
    </p:spTree>
    <p:extLst>
      <p:ext uri="{BB962C8B-B14F-4D97-AF65-F5344CB8AC3E}">
        <p14:creationId xmlns:p14="http://schemas.microsoft.com/office/powerpoint/2010/main" val="1070569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E2CED-AC0C-45B7-A7D0-6FF49E34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7E8C6-349E-4C50-B610-829A75DC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    6-11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EC712-6BF8-4341-BB6E-C21785AE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blocks have an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48BAA-06CF-4364-B9A1-7BBCA21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green flag starts this script.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BF83C-0866-4643-ACDF-2DA993EB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blue blocks set the start and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0EAA8-AE32-47B0-B169-F365640C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next blue block moves the sprite.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AAA26-3C0C-418D-A8EE-DB06814E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9C49F-1C4D-46F9-A091-322BBD7F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green flag clicked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BE370-3B7E-4103-98E1-EFC200A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6BACE-21C5-495C-AB97-787979A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 to x: 0  y: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1C7EE-DF99-4265-8FC1-6A0949D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605DA-3F00-45DF-9A06-D4E37C8F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992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point in direction 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C604C-B318-4839-8C6E-5A1A0CC5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A57B8-63F1-4EE3-B77C-D377556B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 40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93E9C-19DB-4790-AF0D-57E9B5BA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2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1A578-24E0-486F-88B1-DFA5F079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9577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say Arrived for 2 seconds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F5A87-F6D0-4447-8FCC-D4ABF33C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C1D8B-9D3B-4A4D-B912-CE6DA69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61728-FE10-46F8-974D-A6DB8CD0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   3 / 10</a:t>
            </a:r>
          </a:p>
        </p:txBody>
      </p:sp>
    </p:spTree>
    <p:extLst>
      <p:ext uri="{BB962C8B-B14F-4D97-AF65-F5344CB8AC3E}">
        <p14:creationId xmlns:p14="http://schemas.microsoft.com/office/powerpoint/2010/main" val="1195809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33D0A-DE2B-4781-82BF-3B2F7A99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99297-97DE-4D45-9A2D-F87B7EAD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    11-15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DFD7F-33D0-4F6B-8AE4-322F17CD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fair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00A05-2209-474C-BCC3-313A6CE5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Predict the finish for 40 steps. Run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99BED-2119-4B5E-91B8-AA6C4DBD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Change only the move value to 100.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EC878-1D1C-4106-8DBD-A2CA112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Run again. What stayed the same?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EDC83-31F6-4542-837F-18399EE1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B3607-6612-4B4C-AAFB-A918C4CD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green flag clicked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F942F-E6AA-4DB9-BE66-7F8BC7DE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7ACDD-148F-49C4-843C-459F2C00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 to x: 0  y: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6BAD1-F564-4867-9105-302DDA5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51FDF-ECE9-40D5-90B2-16B6A067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992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point in direction 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82F48-9FC3-474A-9DC1-BB81A16C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41638-FC28-40A3-AA46-3DADC0C2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 40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F728B-D586-4200-991D-53E06DEB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2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5DF7F-6D5C-463A-B774-DBCDFBD1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9577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say Arrived for 2 seconds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FBE56-004F-4C82-81DF-618DB580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501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Change one value: 40 to 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83E35-4842-46A2-8B1C-DBE79834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C45B4-DD79-495A-BFAD-D86623AE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BCC6C-ABFB-4642-AC36-BA6B5ECC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   4 / 10</a:t>
            </a:r>
          </a:p>
        </p:txBody>
      </p:sp>
    </p:spTree>
    <p:extLst>
      <p:ext uri="{BB962C8B-B14F-4D97-AF65-F5344CB8AC3E}">
        <p14:creationId xmlns:p14="http://schemas.microsoft.com/office/powerpoint/2010/main" val="209708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C05F9-1E0A-4C05-A746-A345F528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E69A3-4198-41C3-AA90-B96019B0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    15-18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C72D1-7A94-4DE1-BC0E-B8B0469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same start each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D772E-54B5-4ADD-84FC-09307F07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What happens if we run 100 steps twice?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4375D-1592-4749-BAC8-EE386797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Watch the start block on each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82DBF-4A12-4601-8B85-4DEB85F9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Choose: finish at 100 or finish at 200.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9EEEA-04B3-42BC-B105-2FCD7630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D49E7-325A-4A56-8021-E9FEB10C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green flag clicked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AF301-D93C-4BA6-8C51-7EA3E0DB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95F53-094F-4978-9CCA-F753AA11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 to x: 0  y: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9E875-71CF-48B6-90C5-58BEA10B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4D616-738C-44EB-9973-4960B635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992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point in direction 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17F0C-2046-42A3-87EE-0BA8F30A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75441-74A2-472F-9E19-E858A2FC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 100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078B3-9128-4C69-AF5C-D86377C0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2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16E51-16C7-4575-9257-123CEAC0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9577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say Arrived for 2 seconds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38281-8A7A-4426-9BB1-6417F0B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5010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Predict the finish after the second run.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960C6-FE9A-4DD7-899B-2A6803FB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95734-D5C4-4F63-A1B9-269A336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6A2F0-DEE5-4F72-A36D-9B44859A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   5 / 10</a:t>
            </a:r>
          </a:p>
        </p:txBody>
      </p:sp>
    </p:spTree>
    <p:extLst>
      <p:ext uri="{BB962C8B-B14F-4D97-AF65-F5344CB8AC3E}">
        <p14:creationId xmlns:p14="http://schemas.microsoft.com/office/powerpoint/2010/main" val="7628292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05C27-18AC-40B1-89FE-2CF75F5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A2E01-B222-456B-BC28-7977050E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DO 2     18-21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3AD09-E2C5-4969-9AA2-4D86B2AE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A safe save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EAADE-6E51-4AB7-9B41-211DBF11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37E44-EB82-4C84-9738-074D4ADB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2407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File, then Save to your computer.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571FE-FC80-40C9-8796-45973CCF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095DA-0021-4769-A61F-1AF6BA07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Use W01_MyCode.sb3.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811B6-77FD-469E-8352-71938792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9D6AC-48DE-4C0A-8425-4B8B9093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672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Load the saved file and run it again.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73EA6-86D1-4337-BBDB-05C8372E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E5C3C-B1AE-4FE6-8CE6-7B9A3C9B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E85D8-1D0C-4983-85D4-2E57A61A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 do 2    6 / 10</a:t>
            </a:r>
          </a:p>
        </p:txBody>
      </p:sp>
    </p:spTree>
    <p:extLst>
      <p:ext uri="{BB962C8B-B14F-4D97-AF65-F5344CB8AC3E}">
        <p14:creationId xmlns:p14="http://schemas.microsoft.com/office/powerpoint/2010/main" val="1004431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87D3E-7F8D-4436-A0EB-7DA5DDC0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0A563-646A-4205-BD49-BA883D3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WE DO 2     21-25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961AC-14CB-4EE9-A9A8-468DE8C9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delivery marker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75AED-EC48-4FAB-9F3A-DCED7A2E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The marker is at x = 120. We start at x = 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90773-3F65-4BE7-B911-987902D1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Choose a move value to reach the marker.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CA6C6-E0A7-4121-987D-C663EFE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381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Test your idea. Change it if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78FE2-2078-476B-8689-17829203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Start x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886B1-EC0C-43C3-A4F4-0E6C556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Target x = 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73E64-AEF4-49D2-A135-5FF7C99F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5010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11C8E-AF3A-491F-8B2E-3940BBCE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00525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 your value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2FB47-8481-4813-99CE-B2333598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33975"/>
            <a:ext cx="5010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Keep direction 90.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1AE70-1738-48D1-A982-53E39CC1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DB1D2-F07C-4C05-A83A-854D9AC5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26B80-4C02-4C74-AAD3-5D2ABF9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We do 2    7 / 10</a:t>
            </a:r>
          </a:p>
        </p:txBody>
      </p:sp>
    </p:spTree>
    <p:extLst>
      <p:ext uri="{BB962C8B-B14F-4D97-AF65-F5344CB8AC3E}">
        <p14:creationId xmlns:p14="http://schemas.microsoft.com/office/powerpoint/2010/main" val="1035352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C747E-7BB1-45C2-AC02-2B3ADD68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3527C-FA77-4143-ACE1-201DEC5F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INDEPENDENT TASK     25-32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3D5DB-B30F-4A08-85C1-102BDE3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Your delivery program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F8A2B-B0D8-4DDE-BEB6-C43D55C6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41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Make Courier reach x = 120.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616F9-343D-4F99-92E8-0A2060F6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541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Change its message to one you choose.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049A0-1D6A-45B0-8270-FD614450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410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Run twice and check the result each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8769C-999F-4B0E-AEAB-270DFC47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73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758AD-5E69-40AE-B404-8AC5945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when green flag clicked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0AFDC-4D21-4807-A92C-030E7B62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AC361-1C00-4513-8768-3B2BD8F7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go to x: 0  y: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B9EF1-F6FC-4B7B-8440-5DF092DB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63978-C015-455C-B833-5E82E52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992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point in direction 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DBF69-5059-449B-AA73-7287C14C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3B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51566-6EED-4684-B1C2-425A34D9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 your value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A7E23-AB29-4727-827B-D32CFD62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5010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52B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AF0DA-AD7E-4F4B-99B9-40FE3459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95775"/>
            <a:ext cx="472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say Arrived for 2 seconds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2958E-AB24-4DBE-968D-8BD30831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Optional target: x = 160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E2E9F-23EF-47EC-B33D-3EA6E071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8BD8B-6858-4864-B3D7-FCB7D688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35968-4EFD-4579-8ECE-E2313CBB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    8 / 10</a:t>
            </a:r>
          </a:p>
        </p:txBody>
      </p:sp>
    </p:spTree>
    <p:extLst>
      <p:ext uri="{BB962C8B-B14F-4D97-AF65-F5344CB8AC3E}">
        <p14:creationId xmlns:p14="http://schemas.microsoft.com/office/powerpoint/2010/main" val="538724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240E0-088D-4A45-A31C-315F2C58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3EC44-EFE2-4F4C-BFDA-AB2FCF5C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INDEPENDENT TASK     32-35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2C31F-B6EA-4FCC-9D76-C0FA84C2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Your change and your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D7681-B65B-480B-B1A9-A9DFACD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Show which value you 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F6F00-FAD7-4511-9A88-A91CBA2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Explain what happened when you ran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EB77A-23CD-4210-9286-BA9BF439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47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Record one test in your booklet.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E42CB-B374-4F44-8A16-DFAF7060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I changed ___ and it made ___.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FEB40-676C-4529-BAA0-C2934AA6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57041-866D-4131-86DC-75DD7DC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76CE0-911C-4F91-B158-0D714AD8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Independent task    9 / 10</a:t>
            </a:r>
          </a:p>
        </p:txBody>
      </p:sp>
    </p:spTree>
    <p:extLst>
      <p:ext uri="{BB962C8B-B14F-4D97-AF65-F5344CB8AC3E}">
        <p14:creationId xmlns:p14="http://schemas.microsoft.com/office/powerpoint/2010/main" val="20105783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D3325-B612-4602-B46C-C9E045FC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2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AF238-0643-4A4C-9352-AD5768F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EXIT     35-40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B4678-7901-4510-93F5-EDBD42FC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Save and reopen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A4E1E-EF7E-47BC-A008-EBAEC2AB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Save your final version.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0CC9E-2C0D-4AB4-AA39-01867C35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Load that saved file and run it once.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8BDEC-5E75-4E20-A510-9564FF40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42E25"/>
                </a:solidFill>
                <a:latin typeface="DejaVu Sans"/>
                <a:ea typeface="DejaVu Sans"/>
                <a:cs typeface="DejaVu Sans"/>
              </a:rPr>
              <a:t>Finish: I changed ___ and it made 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B164-1548-4723-B63C-7677ED41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962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624A"/>
                </a:solidFill>
                <a:latin typeface="DejaVu Sans"/>
                <a:ea typeface="DejaVu Sans"/>
                <a:cs typeface="DejaVu Sans"/>
              </a:rPr>
              <a:t>Your Scratch file: W01_MyCode.sb3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74FAA-42B1-421D-8B56-71704F9A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C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AB390-A273-4123-BB64-C5CAC23B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GROW computing    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C304C-3063-43BF-97E6-505AF67D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57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A5D"/>
                </a:solidFill>
                <a:latin typeface="DejaVu Sans"/>
                <a:ea typeface="DejaVu Sans"/>
                <a:cs typeface="DejaVu Sans"/>
              </a:rPr>
              <a:t>Exit    10 / 10</a:t>
            </a:r>
          </a:p>
        </p:txBody>
      </p:sp>
    </p:spTree>
    <p:extLst>
      <p:ext uri="{BB962C8B-B14F-4D97-AF65-F5344CB8AC3E}">
        <p14:creationId xmlns:p14="http://schemas.microsoft.com/office/powerpoint/2010/main" val="741592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2026-09-09T15:00:05.5630000Z</dcterms:created>
  <dcterms:modified xsi:type="dcterms:W3CDTF">2026-09-09T15:00:05.5640000Z</dcterms:modified>
</coreProperties>
</file>