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50d8a3e9388840f2"/><Relationship Type="http://schemas.openxmlformats.org/officeDocument/2006/relationships/extended-properties" Target="/docProps/app.xml" Id="R6b1233b521934898"/><Relationship Type="http://schemas.openxmlformats.org/officeDocument/2006/relationships/officeDocument" Target="/ppt/presentation.xml" Id="Rd8005441a3854e64"/><Relationship Id="rIdCustomSource"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0892ac5ae3e7473a"/>
  </p:sldMasterIdLst>
  <p:notesMasterIdLst>
    <p:notesMasterId xmlns:r="http://schemas.openxmlformats.org/officeDocument/2006/relationships" r:id="R076c1744662647f5"/>
  </p:notesMasterIdLst>
  <p:sldIdLst>
    <p:sldId xmlns:r="http://schemas.openxmlformats.org/officeDocument/2006/relationships" id="256" r:id="R013ba069ca1c40fc"/>
    <p:sldId xmlns:r="http://schemas.openxmlformats.org/officeDocument/2006/relationships" id="257" r:id="R9c385b8044af47c2"/>
    <p:sldId xmlns:r="http://schemas.openxmlformats.org/officeDocument/2006/relationships" id="258" r:id="Re40c546f78ff4f46"/>
    <p:sldId xmlns:r="http://schemas.openxmlformats.org/officeDocument/2006/relationships" id="259" r:id="R09b08cdf6f564814"/>
    <p:sldId xmlns:r="http://schemas.openxmlformats.org/officeDocument/2006/relationships" id="260" r:id="R810bcf85c6704add"/>
    <p:sldId xmlns:r="http://schemas.openxmlformats.org/officeDocument/2006/relationships" id="261" r:id="R629575cf0e374401"/>
    <p:sldId xmlns:r="http://schemas.openxmlformats.org/officeDocument/2006/relationships" id="262" r:id="R360e16b5ce3246b5"/>
    <p:sldId xmlns:r="http://schemas.openxmlformats.org/officeDocument/2006/relationships" id="263" r:id="Raa4e85996c314cf2"/>
    <p:sldId xmlns:r="http://schemas.openxmlformats.org/officeDocument/2006/relationships" id="264" r:id="R23ffe84e27ea4e79"/>
    <p:sldId xmlns:r="http://schemas.openxmlformats.org/officeDocument/2006/relationships" id="265" r:id="R21fb2132b92a46ce"/>
    <p:sldId xmlns:r="http://schemas.openxmlformats.org/officeDocument/2006/relationships" id="266" r:id="R0561230472b04f5d"/>
    <p:sldId xmlns:r="http://schemas.openxmlformats.org/officeDocument/2006/relationships" id="267" r:id="Rb2ad2e911e074ffa"/>
    <p:sldId xmlns:r="http://schemas.openxmlformats.org/officeDocument/2006/relationships" id="268" r:id="R7488fe9180584f55"/>
    <p:sldId xmlns:r="http://schemas.openxmlformats.org/officeDocument/2006/relationships" id="269" r:id="R1454303b7efa4780"/>
    <p:sldId xmlns:r="http://schemas.openxmlformats.org/officeDocument/2006/relationships" id="270" r:id="Rd32a2722380744ef"/>
    <p:sldId xmlns:r="http://schemas.openxmlformats.org/officeDocument/2006/relationships" id="271" r:id="R2cfbbdf351cc40d3"/>
    <p:sldId xmlns:r="http://schemas.openxmlformats.org/officeDocument/2006/relationships" id="272" r:id="Rc347ab04f1a54979"/>
    <p:sldId xmlns:r="http://schemas.openxmlformats.org/officeDocument/2006/relationships" id="273" r:id="Rc17b13a19ddd4089"/>
    <p:sldId xmlns:r="http://schemas.openxmlformats.org/officeDocument/2006/relationships" id="274" r:id="R95ec0cf43c4043c0"/>
    <p:sldId xmlns:r="http://schemas.openxmlformats.org/officeDocument/2006/relationships" id="275" r:id="Rc0fa1626f79b4fbb"/>
    <p:sldId xmlns:r="http://schemas.openxmlformats.org/officeDocument/2006/relationships" id="276" r:id="R1ad6d3efb2864ee5"/>
    <p:sldId xmlns:r="http://schemas.openxmlformats.org/officeDocument/2006/relationships" id="277" r:id="Rd5ad3fb203954cbe"/>
    <p:sldId xmlns:r="http://schemas.openxmlformats.org/officeDocument/2006/relationships" id="278" r:id="R4a3573af0482487a"/>
    <p:sldId xmlns:r="http://schemas.openxmlformats.org/officeDocument/2006/relationships" id="279" r:id="Rf087be9724b74e05"/>
    <p:sldId xmlns:r="http://schemas.openxmlformats.org/officeDocument/2006/relationships" id="280" r:id="R71e3db269a154ef6"/>
    <p:sldId xmlns:r="http://schemas.openxmlformats.org/officeDocument/2006/relationships" id="281" r:id="Rd3d871b2f72449e5"/>
    <p:sldId xmlns:r="http://schemas.openxmlformats.org/officeDocument/2006/relationships" id="282" r:id="R181b7ec3eab744ac"/>
    <p:sldId xmlns:r="http://schemas.openxmlformats.org/officeDocument/2006/relationships" id="283" r:id="R6873765e17454c30"/>
    <p:sldId xmlns:r="http://schemas.openxmlformats.org/officeDocument/2006/relationships" id="284" r:id="R9677f070b4264ff6"/>
    <p:sldId xmlns:r="http://schemas.openxmlformats.org/officeDocument/2006/relationships" id="285" r:id="R4b6609d1a5d64c44"/>
    <p:sldId xmlns:r="http://schemas.openxmlformats.org/officeDocument/2006/relationships" id="286" r:id="R10606499a7b44c15"/>
    <p:sldId xmlns:r="http://schemas.openxmlformats.org/officeDocument/2006/relationships" id="287" r:id="Rc9b26e4ddae241a9"/>
    <p:sldId xmlns:r="http://schemas.openxmlformats.org/officeDocument/2006/relationships" id="288" r:id="R17843d585ebb45bd"/>
    <p:sldId xmlns:r="http://schemas.openxmlformats.org/officeDocument/2006/relationships" id="289" r:id="R83618fba71cf4a18"/>
    <p:sldId xmlns:r="http://schemas.openxmlformats.org/officeDocument/2006/relationships" id="290" r:id="R74e3161ab3314faa"/>
    <p:sldId xmlns:r="http://schemas.openxmlformats.org/officeDocument/2006/relationships" id="291" r:id="R5d4e0a8777274af6"/>
    <p:sldId xmlns:r="http://schemas.openxmlformats.org/officeDocument/2006/relationships" id="292" r:id="Re2172f50a1964709"/>
    <p:sldId xmlns:r="http://schemas.openxmlformats.org/officeDocument/2006/relationships" id="293" r:id="R32430b2e9df945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be886db1a33a45df"/><Relationship Type="http://schemas.openxmlformats.org/officeDocument/2006/relationships/slideMaster" Target="/ppt/slideMasters/slideMaster1.xml" Id="R0892ac5ae3e7473a"/><Relationship Type="http://schemas.openxmlformats.org/officeDocument/2006/relationships/notesMaster" Target="/ppt/notesMasters/notesMaster1.xml" Id="R076c1744662647f5"/><Relationship Type="http://schemas.openxmlformats.org/officeDocument/2006/relationships/presProps" Target="/ppt/presProps.xml" Id="Rcc4b4b90381144ce"/><Relationship Type="http://schemas.openxmlformats.org/officeDocument/2006/relationships/tableStyles" Target="/ppt/tableStyles.xml" Id="R57ee282f64fd47f6"/><Relationship Type="http://schemas.openxmlformats.org/officeDocument/2006/relationships/slide" Target="/ppt/slides/slide1.xml" Id="R013ba069ca1c40fc"/><Relationship Type="http://schemas.openxmlformats.org/officeDocument/2006/relationships/slide" Target="/ppt/slides/slide2.xml" Id="R9c385b8044af47c2"/><Relationship Type="http://schemas.openxmlformats.org/officeDocument/2006/relationships/slide" Target="/ppt/slides/slide3.xml" Id="Re40c546f78ff4f46"/><Relationship Type="http://schemas.openxmlformats.org/officeDocument/2006/relationships/slide" Target="/ppt/slides/slide4.xml" Id="R09b08cdf6f564814"/><Relationship Type="http://schemas.openxmlformats.org/officeDocument/2006/relationships/slide" Target="/ppt/slides/slide5.xml" Id="R810bcf85c6704add"/><Relationship Type="http://schemas.openxmlformats.org/officeDocument/2006/relationships/slide" Target="/ppt/slides/slide6.xml" Id="R629575cf0e374401"/><Relationship Type="http://schemas.openxmlformats.org/officeDocument/2006/relationships/slide" Target="/ppt/slides/slide7.xml" Id="R360e16b5ce3246b5"/><Relationship Type="http://schemas.openxmlformats.org/officeDocument/2006/relationships/slide" Target="/ppt/slides/slide8.xml" Id="Raa4e85996c314cf2"/><Relationship Type="http://schemas.openxmlformats.org/officeDocument/2006/relationships/slide" Target="/ppt/slides/slide9.xml" Id="R23ffe84e27ea4e79"/><Relationship Type="http://schemas.openxmlformats.org/officeDocument/2006/relationships/slide" Target="/ppt/slides/slide10.xml" Id="R21fb2132b92a46ce"/><Relationship Type="http://schemas.openxmlformats.org/officeDocument/2006/relationships/slide" Target="/ppt/slides/slide11.xml" Id="R0561230472b04f5d"/><Relationship Type="http://schemas.openxmlformats.org/officeDocument/2006/relationships/slide" Target="/ppt/slides/slide12.xml" Id="Rb2ad2e911e074ffa"/><Relationship Type="http://schemas.openxmlformats.org/officeDocument/2006/relationships/slide" Target="/ppt/slides/slide13.xml" Id="R7488fe9180584f55"/><Relationship Type="http://schemas.openxmlformats.org/officeDocument/2006/relationships/slide" Target="/ppt/slides/slide14.xml" Id="R1454303b7efa4780"/><Relationship Type="http://schemas.openxmlformats.org/officeDocument/2006/relationships/slide" Target="/ppt/slides/slide15.xml" Id="Rd32a2722380744ef"/><Relationship Type="http://schemas.openxmlformats.org/officeDocument/2006/relationships/slide" Target="/ppt/slides/slide16.xml" Id="R2cfbbdf351cc40d3"/><Relationship Type="http://schemas.openxmlformats.org/officeDocument/2006/relationships/slide" Target="/ppt/slides/slide17.xml" Id="Rc347ab04f1a54979"/><Relationship Type="http://schemas.openxmlformats.org/officeDocument/2006/relationships/slide" Target="/ppt/slides/slide18.xml" Id="Rc17b13a19ddd4089"/><Relationship Type="http://schemas.openxmlformats.org/officeDocument/2006/relationships/slide" Target="/ppt/slides/slide19.xml" Id="R95ec0cf43c4043c0"/><Relationship Type="http://schemas.openxmlformats.org/officeDocument/2006/relationships/slide" Target="/ppt/slides/slide20.xml" Id="Rc0fa1626f79b4fbb"/><Relationship Type="http://schemas.openxmlformats.org/officeDocument/2006/relationships/slide" Target="/ppt/slides/slide21.xml" Id="R1ad6d3efb2864ee5"/><Relationship Type="http://schemas.openxmlformats.org/officeDocument/2006/relationships/slide" Target="/ppt/slides/slide22.xml" Id="Rd5ad3fb203954cbe"/><Relationship Type="http://schemas.openxmlformats.org/officeDocument/2006/relationships/slide" Target="/ppt/slides/slide23.xml" Id="R4a3573af0482487a"/><Relationship Type="http://schemas.openxmlformats.org/officeDocument/2006/relationships/slide" Target="/ppt/slides/slide24.xml" Id="Rf087be9724b74e05"/><Relationship Type="http://schemas.openxmlformats.org/officeDocument/2006/relationships/slide" Target="/ppt/slides/slide25.xml" Id="R71e3db269a154ef6"/><Relationship Type="http://schemas.openxmlformats.org/officeDocument/2006/relationships/slide" Target="/ppt/slides/slide26.xml" Id="Rd3d871b2f72449e5"/><Relationship Type="http://schemas.openxmlformats.org/officeDocument/2006/relationships/slide" Target="/ppt/slides/slide27.xml" Id="R181b7ec3eab744ac"/><Relationship Type="http://schemas.openxmlformats.org/officeDocument/2006/relationships/slide" Target="/ppt/slides/slide28.xml" Id="R6873765e17454c30"/><Relationship Type="http://schemas.openxmlformats.org/officeDocument/2006/relationships/slide" Target="/ppt/slides/slide29.xml" Id="R9677f070b4264ff6"/><Relationship Type="http://schemas.openxmlformats.org/officeDocument/2006/relationships/slide" Target="/ppt/slides/slide30.xml" Id="R4b6609d1a5d64c44"/><Relationship Type="http://schemas.openxmlformats.org/officeDocument/2006/relationships/slide" Target="/ppt/slides/slide31.xml" Id="R10606499a7b44c15"/><Relationship Type="http://schemas.openxmlformats.org/officeDocument/2006/relationships/slide" Target="/ppt/slides/slide32.xml" Id="Rc9b26e4ddae241a9"/><Relationship Type="http://schemas.openxmlformats.org/officeDocument/2006/relationships/slide" Target="/ppt/slides/slide33.xml" Id="R17843d585ebb45bd"/><Relationship Type="http://schemas.openxmlformats.org/officeDocument/2006/relationships/slide" Target="/ppt/slides/slide34.xml" Id="R83618fba71cf4a18"/><Relationship Type="http://schemas.openxmlformats.org/officeDocument/2006/relationships/slide" Target="/ppt/slides/slide35.xml" Id="R74e3161ab3314faa"/><Relationship Type="http://schemas.openxmlformats.org/officeDocument/2006/relationships/slide" Target="/ppt/slides/slide36.xml" Id="R5d4e0a8777274af6"/><Relationship Type="http://schemas.openxmlformats.org/officeDocument/2006/relationships/slide" Target="/ppt/slides/slide37.xml" Id="Re2172f50a1964709"/><Relationship Type="http://schemas.openxmlformats.org/officeDocument/2006/relationships/slide" Target="/ppt/slides/slide38.xml" Id="R32430b2e9df945e8"/></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00d6f34b13a4c8f"/></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lang="en-GB">
        <a:latin typeface="Arial"/>
        <a:ea typeface="Arial"/>
        <a:cs typeface="Arial"/>
      </a:defRPr>
    </a:lvl1pPr>
  </p:notesStyle>
</p:notesMaster>
</file>

<file path=ppt/notesMasters/theme/theme3.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0ccac46a989b4ab7"/><Relationship Type="http://schemas.openxmlformats.org/officeDocument/2006/relationships/notesMaster" Target="/ppt/notesMasters/notesMaster1.xml" Id="R194fd53863ca4f77"/></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961865b14dd644ad"/><Relationship Type="http://schemas.openxmlformats.org/officeDocument/2006/relationships/notesMaster" Target="/ppt/notesMasters/notesMaster1.xml" Id="R0a62e2e725f140f6"/></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15c8cb9146b748f6"/><Relationship Type="http://schemas.openxmlformats.org/officeDocument/2006/relationships/notesMaster" Target="/ppt/notesMasters/notesMaster1.xml" Id="R2cdfa40f645a44b1"/></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a83d0721df264043"/><Relationship Type="http://schemas.openxmlformats.org/officeDocument/2006/relationships/notesMaster" Target="/ppt/notesMasters/notesMaster1.xml" Id="Rdc60250854fb4a52"/></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5272219d0a8d4c58"/><Relationship Type="http://schemas.openxmlformats.org/officeDocument/2006/relationships/notesMaster" Target="/ppt/notesMasters/notesMaster1.xml" Id="R1d79c7938a164fda"/></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ba7d085a38284d2d"/><Relationship Type="http://schemas.openxmlformats.org/officeDocument/2006/relationships/notesMaster" Target="/ppt/notesMasters/notesMaster1.xml" Id="R3b63375ed1f7498e"/></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96e27433a6374f5a"/><Relationship Type="http://schemas.openxmlformats.org/officeDocument/2006/relationships/notesMaster" Target="/ppt/notesMasters/notesMaster1.xml" Id="Rc04e20503beb4994"/></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6ac4c4f2dec143d2"/><Relationship Type="http://schemas.openxmlformats.org/officeDocument/2006/relationships/notesMaster" Target="/ppt/notesMasters/notesMaster1.xml" Id="R9040e76a7f664689"/></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68a82a6578324fa0"/><Relationship Type="http://schemas.openxmlformats.org/officeDocument/2006/relationships/notesMaster" Target="/ppt/notesMasters/notesMaster1.xml" Id="Ra88f1d84dcd846eb"/></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110cd88fad604349"/><Relationship Type="http://schemas.openxmlformats.org/officeDocument/2006/relationships/notesMaster" Target="/ppt/notesMasters/notesMaster1.xml" Id="Raf1a56800667487c"/></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2470a9480cdf4fbd"/><Relationship Type="http://schemas.openxmlformats.org/officeDocument/2006/relationships/notesMaster" Target="/ppt/notesMasters/notesMaster1.xml" Id="Rb9a0b4497ba34048"/></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e4d37b1d55d94526"/><Relationship Type="http://schemas.openxmlformats.org/officeDocument/2006/relationships/notesMaster" Target="/ppt/notesMasters/notesMaster1.xml" Id="Rb77095a704844039"/></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e3c107432bd4a8a"/><Relationship Type="http://schemas.openxmlformats.org/officeDocument/2006/relationships/notesMaster" Target="/ppt/notesMasters/notesMaster1.xml" Id="R61de62fb934c4ffd"/></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62d8afb7da294186"/><Relationship Type="http://schemas.openxmlformats.org/officeDocument/2006/relationships/notesMaster" Target="/ppt/notesMasters/notesMaster1.xml" Id="R5b0f92113c9d46f0"/></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a0105d7df4394550"/><Relationship Type="http://schemas.openxmlformats.org/officeDocument/2006/relationships/notesMaster" Target="/ppt/notesMasters/notesMaster1.xml" Id="Rb7fd58f17b764a1d"/></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efd8fcd7fd214bf6"/><Relationship Type="http://schemas.openxmlformats.org/officeDocument/2006/relationships/notesMaster" Target="/ppt/notesMasters/notesMaster1.xml" Id="R9f0ac74048e64ac8"/></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bce47aa2f7e74a10"/><Relationship Type="http://schemas.openxmlformats.org/officeDocument/2006/relationships/notesMaster" Target="/ppt/notesMasters/notesMaster1.xml" Id="Rc9758909dc4a4a9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f79e2852945d4b14"/><Relationship Type="http://schemas.openxmlformats.org/officeDocument/2006/relationships/notesMaster" Target="/ppt/notesMasters/notesMaster1.xml" Id="R5d3d0e55a21b4e83"/></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e645b21dd1c74f4e"/><Relationship Type="http://schemas.openxmlformats.org/officeDocument/2006/relationships/notesMaster" Target="/ppt/notesMasters/notesMaster1.xml" Id="R4c21f70fc2194938"/></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27cde455d2604e79"/><Relationship Type="http://schemas.openxmlformats.org/officeDocument/2006/relationships/notesMaster" Target="/ppt/notesMasters/notesMaster1.xml" Id="R535b6d1a5e03495f"/></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87e3461e095c431a"/><Relationship Type="http://schemas.openxmlformats.org/officeDocument/2006/relationships/notesMaster" Target="/ppt/notesMasters/notesMaster1.xml" Id="R6ccf4906600e402a"/></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374ad4786dfb403b"/><Relationship Type="http://schemas.openxmlformats.org/officeDocument/2006/relationships/notesMaster" Target="/ppt/notesMasters/notesMaster1.xml" Id="R331d301a0bcd4eb6"/></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d0c9f1801d8c4e2d"/><Relationship Type="http://schemas.openxmlformats.org/officeDocument/2006/relationships/notesMaster" Target="/ppt/notesMasters/notesMaster1.xml" Id="Rd42108768e5843ba"/></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583e6bb73c05402c"/><Relationship Type="http://schemas.openxmlformats.org/officeDocument/2006/relationships/notesMaster" Target="/ppt/notesMasters/notesMaster1.xml" Id="Rae89baa17acd417b"/></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f69878715d604c2d"/><Relationship Type="http://schemas.openxmlformats.org/officeDocument/2006/relationships/notesMaster" Target="/ppt/notesMasters/notesMaster1.xml" Id="R22fc9d73b5c345bc"/></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5a78bdce65ac49f1"/><Relationship Type="http://schemas.openxmlformats.org/officeDocument/2006/relationships/notesMaster" Target="/ppt/notesMasters/notesMaster1.xml" Id="R5363aecc19834042"/></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602afef0fb1d4df6"/><Relationship Type="http://schemas.openxmlformats.org/officeDocument/2006/relationships/notesMaster" Target="/ppt/notesMasters/notesMaster1.xml" Id="R3002e096bc844457"/></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62ffcec704594793"/><Relationship Type="http://schemas.openxmlformats.org/officeDocument/2006/relationships/notesMaster" Target="/ppt/notesMasters/notesMaster1.xml" Id="R2b829b53d5394809"/></Relationships>
</file>

<file path=ppt/notesSlides/_rels/notesSlide29.xml.rels><?xml version='1.0' encoding='UTF-8' standalone='yes'?>
<Relationships xmlns="http://schemas.openxmlformats.org/package/2006/relationships"><Relationship Type="http://schemas.openxmlformats.org/officeDocument/2006/relationships/slide" Target="/ppt/slides/slide29.xml" Id="R51d00d17409e4726"/><Relationship Type="http://schemas.openxmlformats.org/officeDocument/2006/relationships/notesMaster" Target="/ppt/notesMasters/notesMaster1.xml" Id="R61891cdd94df4c41"/></Relationships>
</file>

<file path=ppt/notesSlides/_rels/notesSlide30.xml.rels><?xml version='1.0' encoding='UTF-8' standalone='yes'?>
<Relationships xmlns="http://schemas.openxmlformats.org/package/2006/relationships"><Relationship Type="http://schemas.openxmlformats.org/officeDocument/2006/relationships/slide" Target="/ppt/slides/slide30.xml" Id="R70a1f344c5ad4f1b"/><Relationship Type="http://schemas.openxmlformats.org/officeDocument/2006/relationships/notesMaster" Target="/ppt/notesMasters/notesMaster1.xml" Id="Rb3a60a332ea94513"/></Relationships>
</file>

<file path=ppt/notesSlides/_rels/notesSlide31.xml.rels><?xml version='1.0' encoding='UTF-8' standalone='yes'?>
<Relationships xmlns="http://schemas.openxmlformats.org/package/2006/relationships"><Relationship Type="http://schemas.openxmlformats.org/officeDocument/2006/relationships/slide" Target="/ppt/slides/slide31.xml" Id="R69cbb53ef31c4c3e"/><Relationship Type="http://schemas.openxmlformats.org/officeDocument/2006/relationships/notesMaster" Target="/ppt/notesMasters/notesMaster1.xml" Id="Ra6059cbf133f469e"/></Relationships>
</file>

<file path=ppt/notesSlides/_rels/notesSlide32.xml.rels><?xml version='1.0' encoding='UTF-8' standalone='yes'?>
<Relationships xmlns="http://schemas.openxmlformats.org/package/2006/relationships"><Relationship Type="http://schemas.openxmlformats.org/officeDocument/2006/relationships/slide" Target="/ppt/slides/slide32.xml" Id="Re536a5f65e6a4406"/><Relationship Type="http://schemas.openxmlformats.org/officeDocument/2006/relationships/notesMaster" Target="/ppt/notesMasters/notesMaster1.xml" Id="R8a9314058b1945c5"/></Relationships>
</file>

<file path=ppt/notesSlides/_rels/notesSlide33.xml.rels><?xml version='1.0' encoding='UTF-8' standalone='yes'?>
<Relationships xmlns="http://schemas.openxmlformats.org/package/2006/relationships"><Relationship Type="http://schemas.openxmlformats.org/officeDocument/2006/relationships/slide" Target="/ppt/slides/slide33.xml" Id="Re41b68362c9f43fe"/><Relationship Type="http://schemas.openxmlformats.org/officeDocument/2006/relationships/notesMaster" Target="/ppt/notesMasters/notesMaster1.xml" Id="R60a278b4463d4c5c"/></Relationships>
</file>

<file path=ppt/notesSlides/_rels/notesSlide34.xml.rels><?xml version='1.0' encoding='UTF-8' standalone='yes'?>
<Relationships xmlns="http://schemas.openxmlformats.org/package/2006/relationships"><Relationship Type="http://schemas.openxmlformats.org/officeDocument/2006/relationships/slide" Target="/ppt/slides/slide34.xml" Id="Rc5287382d8cb4106"/><Relationship Type="http://schemas.openxmlformats.org/officeDocument/2006/relationships/notesMaster" Target="/ppt/notesMasters/notesMaster1.xml" Id="R3eb8b3401fb445e2"/></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9bfb04b26cbc4327"/><Relationship Type="http://schemas.openxmlformats.org/officeDocument/2006/relationships/notesMaster" Target="/ppt/notesMasters/notesMaster1.xml" Id="R7ad4fcbcad304098"/></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71eefce9e5f64077"/><Relationship Type="http://schemas.openxmlformats.org/officeDocument/2006/relationships/notesMaster" Target="/ppt/notesMasters/notesMaster1.xml" Id="R29d5d608498d449a"/></Relationships>
</file>

<file path=ppt/notesSlides/_rels/notesSlide37.xml.rels><?xml version='1.0' encoding='UTF-8' standalone='yes'?>
<Relationships xmlns="http://schemas.openxmlformats.org/package/2006/relationships"><Relationship Type="http://schemas.openxmlformats.org/officeDocument/2006/relationships/slide" Target="/ppt/slides/slide37.xml" Id="R7b095362d0a941e9"/><Relationship Type="http://schemas.openxmlformats.org/officeDocument/2006/relationships/notesMaster" Target="/ppt/notesMasters/notesMaster1.xml" Id="Racc22cb3a7de4746"/></Relationships>
</file>

<file path=ppt/notesSlides/_rels/notesSlide38.xml.rels><?xml version='1.0' encoding='UTF-8' standalone='yes'?>
<Relationships xmlns="http://schemas.openxmlformats.org/package/2006/relationships"><Relationship Type="http://schemas.openxmlformats.org/officeDocument/2006/relationships/slide" Target="/ppt/slides/slide38.xml" Id="R7b36c8471b784a4b"/><Relationship Type="http://schemas.openxmlformats.org/officeDocument/2006/relationships/notesMaster" Target="/ppt/notesMasters/notesMaster1.xml" Id="R383e14e3765b4726"/></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Opening; 0 minutes; lesson clock 0 to 0.</a:t>
            </a:r>
          </a:p>
          <a:p xmlns:a="http://schemas.openxmlformats.org/drawingml/2006/main">
            <a:r>
              <a:t>Prepare the simple word, shape and colour cards described here before the lesson; no external image, named resource or screen interaction is needed. Read pupil wording aloud, one short prompt at a time. All response choices apply to EVERY question, demonstration response, shared task, route, review and Exit: pupils may point, speak, sign, use symbols, draw or write. A pupil may direct an adult to place a shape or move a card. Offer a silent director role throughout; do not require making marks, touching materials or speaking to the group. Never cold call. Any pupil may pass. A pass needs no book entry.</a:t>
            </a:r>
          </a:p>
          <a:p xmlns:a="http://schemas.openxmlformats.org/drawingml/2006/main">
            <a:r>
              <a:t>Use one Arrival tier and one Exit tier per pupil. Keep Answer (adult) lines out of pupil view until the response. The three Exit checks are brief choices or short responses, not three extended written answers. Allow private thinking before any shared reveal. An adult may record the pupil's own choice, gesture or exact words. No board copying, cutting or gluing is needed in the timed stages.</a:t>
            </a:r>
          </a:p>
          <a:p xmlns:a="http://schemas.openxmlformats.org/drawingml/2006/main">
            <a:r>
              <a:t>Festival context: light and colour are ways some people celebrate. People within a tradition may celebrate in different ways. These are original, made-up classroom pictures of light shapes, not copies of any tradition's sacred images. Never ask about a pupil's belief, family, worship or loss. Discuss the shapes and colours in these pictures, not personal disclosure.</a:t>
            </a:r>
          </a:p>
          <a:p xmlns:a="http://schemas.openxmlformats.org/drawingml/2006/main">
            <a:r>
              <a:t>Materials safety and access: use pencils, pastels or chalk, coloured and dark paper, and optional glue. Any scissors are used with adult care; prepare cut shapes in advance so cutting is never required. Use no flames. Keep chalk on the paper and do not blow dust. Announce each short task, use a predictable short count-in with a matching hand gesture, and show a flat hand for STOP. At STOP, pause marks or card moves and rest tools on the table. A pupil can choose the silent director role, a quiet place or a pause without explaining why. Offer large, clearly spaced shapes and describe their colour and position; do not infer lack of art understanding from a visual or motor access need.</a:t>
            </a:r>
          </a:p>
          <a:p xmlns:a="http://schemas.openxmlformats.org/drawingml/2006/main">
            <a:r>
              <a:t>Kit and stimulus: Each pupil needs a small piece of dark paper, bright yellow, pink and light blue pencils, pastels or chalk, or ready-cut coloured paper shapes with optional glue. Use only two or three bright colours in each artwork. Provide DOT / RING / RAY / LAMP cards: dot = a filled round spot; ring = a round line with an empty middle; ray = one short straight line; lamp = a plain oval outline with three short rays above it, with no flame. A lamp here is only a made-up drawn sign for a light. Add START / STOP cards and a small plan space with SHAPES / COLOURS / BIT TO REPEAT. Say colour names aloud and describe card positions. An adult can draw or place shapes exactly as the pupil directs. No earlier lesson or completed work is needed. Use a retained P1 plan if available, or make a fresh brief plan within the lesson. Prepare four must-know word cards, each with the word and a simple matching symbol, read aloud: plan (a small plan card), shape (a dot and a ring), repeat (one pair, an arrow, the same pair), pattern (a row of marks). Show them from the Opening.</a:t>
            </a:r>
          </a:p>
          <a:p xmlns:a="http://schemas.openxmlformats.org/drawingml/2006/main">
            <a:r>
              <a:t>Adult-made Example A and its plan: Draw or arrange four large, evenly spaced marks in one row on dark paper: yellow dot / pink ring / yellow dot / pink ring. Beside it, make a plan card showing a yellow dot followed by a pink ring, with the words TWO COLOURS: YELLOW, PINK and USE THE PAIR AGAIN. This is an original classroom example, not a named artwork or a sacred image. The finished row matches the plan.</a:t>
            </a:r>
          </a:p>
          <a:p xmlns:a="http://schemas.openxmlformats.org/drawingml/2006/main">
            <a:r>
              <a:t>Adult-made Example B: Make another row on dark paper: yellow dot / pink ring / yellow dot / pink dot. It uses the same two colours as A, but its second pair has a dot where the plan calls for a ring. Prepare the last pink dot as a loose paper shape and a pink ring to swap in, so the adult can show one simple change without covering a pupil's work. Adult cutting happens before the lesson.</a:t>
            </a:r>
          </a:p>
          <a:p xmlns:a="http://schemas.openxmlformats.org/drawingml/2006/main">
            <a:r>
              <a:t>Adult-only EHCP note: Possible outcome areas are communication and interaction; cognition and learning; sensory and/or physical needs; social, emotional and mental health. Link observations only to an actual individual target; do not infer an outcome from participation alone. Regulation strategy: use the announced count-in and visible STOP cue, with an agreed silent return to the next small task if the pupil needs a pause.</a:t>
            </a:r>
          </a:p>
          <a:p xmlns:a="http://schemas.openxmlformats.org/drawingml/2006/main">
            <a:r>
              <a:t>Same-day evidence — ART-BUILD-A2-W01-P2: The assigned adult records one chosen book item or a brief observation of the pupil's own response, response mode and actual prompt used, and files it in the evidence app the same day under ART-BUILD-A2-W01-P2. A photo is optional and needs the accompanying observation; a photo alone does not show understanding. Do not require a public display.</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Opening; 0 minutes; lesson clock 0 to 0.</a:t>
            </a:r>
          </a:p>
          <a:p xmlns:a="http://schemas.openxmlformats.org/drawingml/2006/main">
            <a:r>
              <a:t>Prepare the simple word, shape and colour cards described here before the lesson; no external image, named resource or screen interaction is needed. Read pupil wording aloud, one short prompt at a time. All response choices apply to EVERY question, demonstration response, shared task, route, review and Exit: pupils may point, speak, sign, use symbols, draw or write. A pupil may direct an adult to place a shape or move a card. Offer a silent director role throughout; do not require making marks, touching materials or speaking to the group. Never cold call. Any pupil may pass. A pass needs no book entry.</a:t>
            </a:r>
          </a:p>
          <a:p xmlns:a="http://schemas.openxmlformats.org/drawingml/2006/main">
            <a:r>
              <a:t>Use one Arrival tier and one Exit tier per pupil. Keep Answer (adult) lines out of pupil view until the response. The three Exit checks are brief choices or short responses, not three extended written answers. Allow private thinking before any shared reveal. An adult may record the pupil's own choice, gesture or exact words. No board copying, cutting or gluing is needed in the timed stages.</a:t>
            </a:r>
          </a:p>
          <a:p xmlns:a="http://schemas.openxmlformats.org/drawingml/2006/main">
            <a:r>
              <a:t>Festival context: light and colour are ways some people celebrate. People within a tradition may celebrate in different ways. These are original, made-up classroom pictures of light shapes, not copies of any tradition's sacred images. Never ask about a pupil's belief, family, worship or loss. Discuss the shapes and colours in these pictures, not personal disclosure.</a:t>
            </a:r>
          </a:p>
          <a:p xmlns:a="http://schemas.openxmlformats.org/drawingml/2006/main">
            <a:r>
              <a:t>Materials safety and access: use pencils, pastels or chalk, coloured and dark paper, and optional glue. Any scissors are used with adult care; prepare cut shapes in advance so cutting is never required. Use no flames. Keep chalk on the paper and do not blow dust. Announce each short task, use a predictable short count-in with a matching hand gesture, and show a flat hand for STOP. At STOP, pause marks or card moves and rest tools on the table. A pupil can choose the silent director role, a quiet place or a pause without explaining why. Offer large, clearly spaced shapes and describe their colour and position; do not infer lack of art understanding from a visual or motor access need.</a:t>
            </a:r>
          </a:p>
          <a:p xmlns:a="http://schemas.openxmlformats.org/drawingml/2006/main">
            <a:r>
              <a:t>Kit and stimulus: Each pupil needs a small piece of dark paper, bright yellow, pink and light blue pencils, pastels or chalk, or ready-cut coloured paper shapes with optional glue. Use only two or three bright colours in each artwork. Provide DOT / RING / RAY / LAMP cards: dot = a filled round spot; ring = a round line with an empty middle; ray = one short straight line; lamp = a plain oval outline with three short rays above it, with no flame. A lamp here is only a made-up drawn sign for a light. Add START / STOP cards and a small plan space with SHAPES / COLOURS / BIT TO REPEAT. Say colour names aloud and describe card positions. An adult can draw or place shapes exactly as the pupil directs. No earlier lesson or completed work is needed. Use a retained P1 plan if available, or make a fresh brief plan within the lesson. Prepare four must-know word cards, each with the word and a simple matching symbol, read aloud: plan (a small plan card), shape (a dot and a ring), repeat (one pair, an arrow, the same pair), pattern (a row of marks). Show them from the Opening.</a:t>
            </a:r>
          </a:p>
          <a:p xmlns:a="http://schemas.openxmlformats.org/drawingml/2006/main">
            <a:r>
              <a:t>Adult-made Example A and its plan: Draw or arrange four large, evenly spaced marks in one row on dark paper: yellow dot / pink ring / yellow dot / pink ring. Beside it, make a plan card showing a yellow dot followed by a pink ring, with the words TWO COLOURS: YELLOW, PINK and USE THE PAIR AGAIN. This is an original classroom example, not a named artwork or a sacred image. The finished row matches the plan.</a:t>
            </a:r>
          </a:p>
          <a:p xmlns:a="http://schemas.openxmlformats.org/drawingml/2006/main">
            <a:r>
              <a:t>Adult-made Example B: Make another row on dark paper: yellow dot / pink ring / yellow dot / pink dot. It uses the same two colours as A, but its second pair has a dot where the plan calls for a ring. Prepare the last pink dot as a loose paper shape and a pink ring to swap in, so the adult can show one simple change without covering a pupil's work. Adult cutting happens before the lesson.</a:t>
            </a:r>
          </a:p>
          <a:p xmlns:a="http://schemas.openxmlformats.org/drawingml/2006/main">
            <a:r>
              <a:t>Adult-only EHCP note: Possible outcome areas are communication and interaction; cognition and learning; sensory and/or physical needs; social, emotional and mental health. Link observations only to an actual individual target; do not infer an outcome from participation alone. Regulation strategy: use the announced count-in and visible STOP cue, with an agreed silent return to the next small task if the pupil needs a pause.</a:t>
            </a:r>
          </a:p>
          <a:p xmlns:a="http://schemas.openxmlformats.org/drawingml/2006/main">
            <a:r>
              <a:t>Same-day evidence — ART-BUILD-A2-W01-P2: The assigned adult records one chosen book item or a brief observation of the pupil's own response, response mode and actual prompt used, and files it in the evidence app the same day under ART-BUILD-A2-W01-P2. A photo is optional and needs the accompanying observation; a photo alone does not show understanding. Do not require a public display.</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Arrival; 5 minutes; lesson clock 0 to 5.</a:t>
            </a:r>
          </a:p>
          <a:p xmlns:a="http://schemas.openxmlformats.org/drawingml/2006/main">
            <a:r>
              <a:t>Adult note: Show Example A and its plan. Name the dot and ring shapes, then let each pupil find the order and colours before any reveal. Example A and its plan are supplied clues, not a test of prior learning; pupils do not need to remember P1. Invite four brief responses from one tier.</a:t>
            </a:r>
          </a:p>
          <a:p xmlns:a="http://schemas.openxmlformats.org/drawingml/2006/main">
            <a:r>
              <a:t>Answer guidance: The yellow dot.</a:t>
            </a:r>
          </a:p>
          <a:p xmlns:a="http://schemas.openxmlformats.org/drawingml/2006/main">
            <a:r>
              <a:t>Answer guidance: Pink.</a:t>
            </a:r>
          </a:p>
          <a:p xmlns:a="http://schemas.openxmlformats.org/drawingml/2006/main">
            <a:r>
              <a:t>Answer guidance: A yellow dot, the third mark in the row.</a:t>
            </a:r>
          </a:p>
          <a:p xmlns:a="http://schemas.openxmlformats.org/drawingml/2006/main">
            <a:r>
              <a:t>Answer guidance: The yellow dot, then the pink ring.</a:t>
            </a:r>
          </a:p>
          <a:p xmlns:a="http://schemas.openxmlformats.org/drawingml/2006/main">
            <a:r>
              <a:t>Answer guidance: Yellow dot, then pink ring.</a:t>
            </a:r>
          </a:p>
          <a:p xmlns:a="http://schemas.openxmlformats.org/drawingml/2006/main">
            <a:r>
              <a:t>Answer guidance: Two colours in the marks; the dark paper is the background, not an extra mark colour.</a:t>
            </a:r>
          </a:p>
          <a:p xmlns:a="http://schemas.openxmlformats.org/drawingml/2006/main">
            <a:r>
              <a:t>Answer guidance: A pink ring.</a:t>
            </a:r>
          </a:p>
          <a:p xmlns:a="http://schemas.openxmlformats.org/drawingml/2006/main">
            <a:r>
              <a:t>Answer guidance: Add or direct a yellow dot followed by a pink ring, retaining the same shape and colour order.</a:t>
            </a:r>
          </a:p>
          <a:p xmlns:a="http://schemas.openxmlformats.org/drawingml/2006/main">
            <a:r>
              <a:t>Answer guidance: Pink ring / yellow dot / pink ring / yellow dot.</a:t>
            </a:r>
          </a:p>
          <a:p xmlns:a="http://schemas.openxmlformats.org/drawingml/2006/main">
            <a:r>
              <a:t>Answer guidance: The bright yellow and pink marks stand out against the dark paper. Accept a gesture comparing marks and ground or a simple visibility explanation.</a:t>
            </a:r>
          </a:p>
          <a:p xmlns:a="http://schemas.openxmlformats.org/drawingml/2006/main">
            <a:r>
              <a:t>Answer guidance: A yellow dot followed by a pink ring, in that order, stays the same.</a:t>
            </a:r>
          </a:p>
          <a:p xmlns:a="http://schemas.openxmlformats.org/drawingml/2006/main">
            <a:r>
              <a:t>Answer guidance: Give the dot and the ring new colours and use that pair again.</a:t>
            </a:r>
          </a:p>
          <a:p xmlns:a="http://schemas.openxmlformats.org/drawingml/2006/main">
            <a:r>
              <a:t>Picture description: On dark paper, a yellow dot and pink ring appear twice in the same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Arrival; 5 minutes; lesson clock 0 to 5.</a:t>
            </a:r>
          </a:p>
          <a:p xmlns:a="http://schemas.openxmlformats.org/drawingml/2006/main">
            <a:r>
              <a:t>Adult note: Show Example A and its plan. Name the dot and ring shapes, then let each pupil find the order and colours before any reveal. Example A and its plan are supplied clues, not a test of prior learning; pupils do not need to remember P1. Invite four brief responses from one tier.</a:t>
            </a:r>
          </a:p>
          <a:p xmlns:a="http://schemas.openxmlformats.org/drawingml/2006/main">
            <a:r>
              <a:t>Answer guidance: The yellow dot.</a:t>
            </a:r>
          </a:p>
          <a:p xmlns:a="http://schemas.openxmlformats.org/drawingml/2006/main">
            <a:r>
              <a:t>Answer guidance: Pink.</a:t>
            </a:r>
          </a:p>
          <a:p xmlns:a="http://schemas.openxmlformats.org/drawingml/2006/main">
            <a:r>
              <a:t>Answer guidance: A yellow dot, the third mark in the row.</a:t>
            </a:r>
          </a:p>
          <a:p xmlns:a="http://schemas.openxmlformats.org/drawingml/2006/main">
            <a:r>
              <a:t>Answer guidance: The yellow dot, then the pink ring.</a:t>
            </a:r>
          </a:p>
          <a:p xmlns:a="http://schemas.openxmlformats.org/drawingml/2006/main">
            <a:r>
              <a:t>Answer guidance: Yellow dot, then pink ring.</a:t>
            </a:r>
          </a:p>
          <a:p xmlns:a="http://schemas.openxmlformats.org/drawingml/2006/main">
            <a:r>
              <a:t>Answer guidance: Two colours in the marks; the dark paper is the background, not an extra mark colour.</a:t>
            </a:r>
          </a:p>
          <a:p xmlns:a="http://schemas.openxmlformats.org/drawingml/2006/main">
            <a:r>
              <a:t>Answer guidance: A pink ring.</a:t>
            </a:r>
          </a:p>
          <a:p xmlns:a="http://schemas.openxmlformats.org/drawingml/2006/main">
            <a:r>
              <a:t>Answer guidance: Add or direct a yellow dot followed by a pink ring, retaining the same shape and colour order.</a:t>
            </a:r>
          </a:p>
          <a:p xmlns:a="http://schemas.openxmlformats.org/drawingml/2006/main">
            <a:r>
              <a:t>Answer guidance: Pink ring / yellow dot / pink ring / yellow dot.</a:t>
            </a:r>
          </a:p>
          <a:p xmlns:a="http://schemas.openxmlformats.org/drawingml/2006/main">
            <a:r>
              <a:t>Answer guidance: The bright yellow and pink marks stand out against the dark paper. Accept a gesture comparing marks and ground or a simple visibility explanation.</a:t>
            </a:r>
          </a:p>
          <a:p xmlns:a="http://schemas.openxmlformats.org/drawingml/2006/main">
            <a:r>
              <a:t>Answer guidance: A yellow dot followed by a pink ring, in that order, stays the same.</a:t>
            </a:r>
          </a:p>
          <a:p xmlns:a="http://schemas.openxmlformats.org/drawingml/2006/main">
            <a:r>
              <a:t>Answer guidance: Give the dot and the ring new colours and use that pair again.</a:t>
            </a:r>
          </a:p>
          <a:p xmlns:a="http://schemas.openxmlformats.org/drawingml/2006/main">
            <a:r>
              <a:t>Picture description: The plan shows a yellow dot followed by a pink ring. It names two colours, yellow and pink, and says to use the pair again.</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Arrival; 5 minutes; lesson clock 0 to 5.</a:t>
            </a:r>
          </a:p>
          <a:p xmlns:a="http://schemas.openxmlformats.org/drawingml/2006/main">
            <a:r>
              <a:t>Adult note: Show Example A and its plan. Name the dot and ring shapes, then let each pupil find the order and colours before any reveal. Example A and its plan are supplied clues, not a test of prior learning; pupils do not need to remember P1. Invite four brief responses from one tier.</a:t>
            </a:r>
          </a:p>
          <a:p xmlns:a="http://schemas.openxmlformats.org/drawingml/2006/main">
            <a:r>
              <a:t>Answer guidance: The yellow dot.</a:t>
            </a:r>
          </a:p>
          <a:p xmlns:a="http://schemas.openxmlformats.org/drawingml/2006/main">
            <a:r>
              <a:t>Answer guidance: Pink.</a:t>
            </a:r>
          </a:p>
          <a:p xmlns:a="http://schemas.openxmlformats.org/drawingml/2006/main">
            <a:r>
              <a:t>Answer guidance: A yellow dot, the third mark in the row.</a:t>
            </a:r>
          </a:p>
          <a:p xmlns:a="http://schemas.openxmlformats.org/drawingml/2006/main">
            <a:r>
              <a:t>Answer guidance: The yellow dot, then the pink ring.</a:t>
            </a:r>
          </a:p>
          <a:p xmlns:a="http://schemas.openxmlformats.org/drawingml/2006/main">
            <a:r>
              <a:t>Answer guidance: Yellow dot, then pink ring.</a:t>
            </a:r>
          </a:p>
          <a:p xmlns:a="http://schemas.openxmlformats.org/drawingml/2006/main">
            <a:r>
              <a:t>Answer guidance: Two colours in the marks; the dark paper is the background, not an extra mark colour.</a:t>
            </a:r>
          </a:p>
          <a:p xmlns:a="http://schemas.openxmlformats.org/drawingml/2006/main">
            <a:r>
              <a:t>Answer guidance: A pink ring.</a:t>
            </a:r>
          </a:p>
          <a:p xmlns:a="http://schemas.openxmlformats.org/drawingml/2006/main">
            <a:r>
              <a:t>Answer guidance: Add or direct a yellow dot followed by a pink ring, retaining the same shape and colour order.</a:t>
            </a:r>
          </a:p>
          <a:p xmlns:a="http://schemas.openxmlformats.org/drawingml/2006/main">
            <a:r>
              <a:t>Answer guidance: Pink ring / yellow dot / pink ring / yellow dot.</a:t>
            </a:r>
          </a:p>
          <a:p xmlns:a="http://schemas.openxmlformats.org/drawingml/2006/main">
            <a:r>
              <a:t>Answer guidance: The bright yellow and pink marks stand out against the dark paper. Accept a gesture comparing marks and ground or a simple visibility explanation.</a:t>
            </a:r>
          </a:p>
          <a:p xmlns:a="http://schemas.openxmlformats.org/drawingml/2006/main">
            <a:r>
              <a:t>Answer guidance: A yellow dot followed by a pink ring, in that order, stays the same.</a:t>
            </a:r>
          </a:p>
          <a:p xmlns:a="http://schemas.openxmlformats.org/drawingml/2006/main">
            <a:r>
              <a:t>Answer guidance: Give the dot and the ring new colours and use that pair again.</a:t>
            </a:r>
          </a:p>
          <a:p xmlns:a="http://schemas.openxmlformats.org/drawingml/2006/main">
            <a:r>
              <a:t>Use this tier as an alternative to the other tiers. Continuation adds no teaching time.</a:t>
            </a:r>
          </a:p>
          <a:p xmlns:a="http://schemas.openxmlformats.org/drawingml/2006/main">
            <a:r>
              <a:t>1. Start</a:t>
            </a:r>
          </a:p>
          <a:p xmlns:a="http://schemas.openxmlformats.org/drawingml/2006/main">
            <a:r>
              <a:t>Answer guidance: The yellow dot.</a:t>
            </a:r>
          </a:p>
          <a:p xmlns:a="http://schemas.openxmlformats.org/drawingml/2006/main">
            <a:r>
              <a:t>2. Colours</a:t>
            </a:r>
          </a:p>
          <a:p xmlns:a="http://schemas.openxmlformats.org/drawingml/2006/main">
            <a:r>
              <a:t>Answer guidance: Pink.</a:t>
            </a:r>
          </a:p>
          <a:p xmlns:a="http://schemas.openxmlformats.org/drawingml/2006/main">
            <a:r>
              <a:t>3. Next mark</a:t>
            </a:r>
          </a:p>
          <a:p xmlns:a="http://schemas.openxmlformats.org/drawingml/2006/main">
            <a:r>
              <a:t>Answer guidance: A yellow dot, the third mark in the row.</a:t>
            </a:r>
          </a:p>
          <a:p xmlns:a="http://schemas.openxmlformats.org/drawingml/2006/main">
            <a:r>
              <a:t>4. Again</a:t>
            </a:r>
          </a:p>
          <a:p xmlns:a="http://schemas.openxmlformats.org/drawingml/2006/main">
            <a:r>
              <a:t>Answer guidance: The yellow dot, then the pink ring.</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Arrival; 5 minutes; lesson clock 0 to 5.</a:t>
            </a:r>
          </a:p>
          <a:p xmlns:a="http://schemas.openxmlformats.org/drawingml/2006/main">
            <a:r>
              <a:t>Adult note: Show Example A and its plan. Name the dot and ring shapes, then let each pupil find the order and colours before any reveal. Example A and its plan are supplied clues, not a test of prior learning; pupils do not need to remember P1. Invite four brief responses from one tier.</a:t>
            </a:r>
          </a:p>
          <a:p xmlns:a="http://schemas.openxmlformats.org/drawingml/2006/main">
            <a:r>
              <a:t>Answer guidance: The yellow dot.</a:t>
            </a:r>
          </a:p>
          <a:p xmlns:a="http://schemas.openxmlformats.org/drawingml/2006/main">
            <a:r>
              <a:t>Answer guidance: Pink.</a:t>
            </a:r>
          </a:p>
          <a:p xmlns:a="http://schemas.openxmlformats.org/drawingml/2006/main">
            <a:r>
              <a:t>Answer guidance: A yellow dot, the third mark in the row.</a:t>
            </a:r>
          </a:p>
          <a:p xmlns:a="http://schemas.openxmlformats.org/drawingml/2006/main">
            <a:r>
              <a:t>Answer guidance: The yellow dot, then the pink ring.</a:t>
            </a:r>
          </a:p>
          <a:p xmlns:a="http://schemas.openxmlformats.org/drawingml/2006/main">
            <a:r>
              <a:t>Answer guidance: Yellow dot, then pink ring.</a:t>
            </a:r>
          </a:p>
          <a:p xmlns:a="http://schemas.openxmlformats.org/drawingml/2006/main">
            <a:r>
              <a:t>Answer guidance: Two colours in the marks; the dark paper is the background, not an extra mark colour.</a:t>
            </a:r>
          </a:p>
          <a:p xmlns:a="http://schemas.openxmlformats.org/drawingml/2006/main">
            <a:r>
              <a:t>Answer guidance: A pink ring.</a:t>
            </a:r>
          </a:p>
          <a:p xmlns:a="http://schemas.openxmlformats.org/drawingml/2006/main">
            <a:r>
              <a:t>Answer guidance: Add or direct a yellow dot followed by a pink ring, retaining the same shape and colour order.</a:t>
            </a:r>
          </a:p>
          <a:p xmlns:a="http://schemas.openxmlformats.org/drawingml/2006/main">
            <a:r>
              <a:t>Answer guidance: Pink ring / yellow dot / pink ring / yellow dot.</a:t>
            </a:r>
          </a:p>
          <a:p xmlns:a="http://schemas.openxmlformats.org/drawingml/2006/main">
            <a:r>
              <a:t>Answer guidance: The bright yellow and pink marks stand out against the dark paper. Accept a gesture comparing marks and ground or a simple visibility explanation.</a:t>
            </a:r>
          </a:p>
          <a:p xmlns:a="http://schemas.openxmlformats.org/drawingml/2006/main">
            <a:r>
              <a:t>Answer guidance: A yellow dot followed by a pink ring, in that order, stays the same.</a:t>
            </a:r>
          </a:p>
          <a:p xmlns:a="http://schemas.openxmlformats.org/drawingml/2006/main">
            <a:r>
              <a:t>Answer guidance: Give the dot and the ring new colours and use that pair again.</a:t>
            </a:r>
          </a:p>
          <a:p xmlns:a="http://schemas.openxmlformats.org/drawingml/2006/main">
            <a:r>
              <a:t>Use this tier as an alternative to the other tiers. Continuation adds no teaching time.</a:t>
            </a:r>
          </a:p>
          <a:p xmlns:a="http://schemas.openxmlformats.org/drawingml/2006/main">
            <a:r>
              <a:t>1. Order</a:t>
            </a:r>
          </a:p>
          <a:p xmlns:a="http://schemas.openxmlformats.org/drawingml/2006/main">
            <a:r>
              <a:t>Answer guidance: Yellow dot, then pink ring.</a:t>
            </a:r>
          </a:p>
          <a:p xmlns:a="http://schemas.openxmlformats.org/drawingml/2006/main">
            <a:r>
              <a:t>2. Colours</a:t>
            </a:r>
          </a:p>
          <a:p xmlns:a="http://schemas.openxmlformats.org/drawingml/2006/main">
            <a:r>
              <a:t>Answer guidance: Two colours in the marks; the dark paper is the background, not an extra mark colour.</a:t>
            </a:r>
          </a:p>
          <a:p xmlns:a="http://schemas.openxmlformats.org/drawingml/2006/main">
            <a:r>
              <a:t>3. Next mark</a:t>
            </a:r>
          </a:p>
          <a:p xmlns:a="http://schemas.openxmlformats.org/drawingml/2006/main">
            <a:r>
              <a:t>Answer guidance: A pink ring.</a:t>
            </a:r>
          </a:p>
          <a:p xmlns:a="http://schemas.openxmlformats.org/drawingml/2006/main">
            <a:r>
              <a:t>4. Again</a:t>
            </a:r>
          </a:p>
          <a:p xmlns:a="http://schemas.openxmlformats.org/drawingml/2006/main">
            <a:r>
              <a:t>Answer guidance: Add or direct a yellow dot followed by a pink ring, retaining the same shape and colour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Arrival; 5 minutes; lesson clock 0 to 5.</a:t>
            </a:r>
          </a:p>
          <a:p xmlns:a="http://schemas.openxmlformats.org/drawingml/2006/main">
            <a:r>
              <a:t>Adult note: Show Example A and its plan. Name the dot and ring shapes, then let each pupil find the order and colours before any reveal. Example A and its plan are supplied clues, not a test of prior learning; pupils do not need to remember P1. Invite four brief responses from one tier.</a:t>
            </a:r>
          </a:p>
          <a:p xmlns:a="http://schemas.openxmlformats.org/drawingml/2006/main">
            <a:r>
              <a:t>Answer guidance: The yellow dot.</a:t>
            </a:r>
          </a:p>
          <a:p xmlns:a="http://schemas.openxmlformats.org/drawingml/2006/main">
            <a:r>
              <a:t>Answer guidance: Pink.</a:t>
            </a:r>
          </a:p>
          <a:p xmlns:a="http://schemas.openxmlformats.org/drawingml/2006/main">
            <a:r>
              <a:t>Answer guidance: A yellow dot, the third mark in the row.</a:t>
            </a:r>
          </a:p>
          <a:p xmlns:a="http://schemas.openxmlformats.org/drawingml/2006/main">
            <a:r>
              <a:t>Answer guidance: The yellow dot, then the pink ring.</a:t>
            </a:r>
          </a:p>
          <a:p xmlns:a="http://schemas.openxmlformats.org/drawingml/2006/main">
            <a:r>
              <a:t>Answer guidance: Yellow dot, then pink ring.</a:t>
            </a:r>
          </a:p>
          <a:p xmlns:a="http://schemas.openxmlformats.org/drawingml/2006/main">
            <a:r>
              <a:t>Answer guidance: Two colours in the marks; the dark paper is the background, not an extra mark colour.</a:t>
            </a:r>
          </a:p>
          <a:p xmlns:a="http://schemas.openxmlformats.org/drawingml/2006/main">
            <a:r>
              <a:t>Answer guidance: A pink ring.</a:t>
            </a:r>
          </a:p>
          <a:p xmlns:a="http://schemas.openxmlformats.org/drawingml/2006/main">
            <a:r>
              <a:t>Answer guidance: Add or direct a yellow dot followed by a pink ring, retaining the same shape and colour order.</a:t>
            </a:r>
          </a:p>
          <a:p xmlns:a="http://schemas.openxmlformats.org/drawingml/2006/main">
            <a:r>
              <a:t>Answer guidance: Pink ring / yellow dot / pink ring / yellow dot.</a:t>
            </a:r>
          </a:p>
          <a:p xmlns:a="http://schemas.openxmlformats.org/drawingml/2006/main">
            <a:r>
              <a:t>Answer guidance: The bright yellow and pink marks stand out against the dark paper. Accept a gesture comparing marks and ground or a simple visibility explanation.</a:t>
            </a:r>
          </a:p>
          <a:p xmlns:a="http://schemas.openxmlformats.org/drawingml/2006/main">
            <a:r>
              <a:t>Answer guidance: A yellow dot followed by a pink ring, in that order, stays the same.</a:t>
            </a:r>
          </a:p>
          <a:p xmlns:a="http://schemas.openxmlformats.org/drawingml/2006/main">
            <a:r>
              <a:t>Answer guidance: Give the dot and the ring new colours and use that pair again.</a:t>
            </a:r>
          </a:p>
          <a:p xmlns:a="http://schemas.openxmlformats.org/drawingml/2006/main">
            <a:r>
              <a:t>Use this tier as an alternative to the other tiers. Continuation adds no teaching time.</a:t>
            </a:r>
          </a:p>
          <a:p xmlns:a="http://schemas.openxmlformats.org/drawingml/2006/main">
            <a:r>
              <a:t>1. Order</a:t>
            </a:r>
          </a:p>
          <a:p xmlns:a="http://schemas.openxmlformats.org/drawingml/2006/main">
            <a:r>
              <a:t>Answer guidance: Pink ring / yellow dot / pink ring / yellow dot.</a:t>
            </a:r>
          </a:p>
          <a:p xmlns:a="http://schemas.openxmlformats.org/drawingml/2006/main">
            <a:r>
              <a:t>2. Dark paper</a:t>
            </a:r>
          </a:p>
          <a:p xmlns:a="http://schemas.openxmlformats.org/drawingml/2006/main">
            <a:r>
              <a:t>Answer guidance: The bright yellow and pink marks stand out against the dark paper. Accept a gesture comparing marks and ground or a simple visibility explanation.</a:t>
            </a:r>
          </a:p>
          <a:p xmlns:a="http://schemas.openxmlformats.org/drawingml/2006/main">
            <a:r>
              <a:t>3. Again</a:t>
            </a:r>
          </a:p>
          <a:p xmlns:a="http://schemas.openxmlformats.org/drawingml/2006/main">
            <a:r>
              <a:t>Answer guidance: A yellow dot followed by a pink ring, in that order, stays the same.</a:t>
            </a:r>
          </a:p>
          <a:p xmlns:a="http://schemas.openxmlformats.org/drawingml/2006/main">
            <a:r>
              <a:t>4. Change</a:t>
            </a:r>
          </a:p>
          <a:p xmlns:a="http://schemas.openxmlformats.org/drawingml/2006/main">
            <a:r>
              <a:t>Answer guidance: Give the dot and the ring new colours and use that pair again.</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Starter; 3 minutes; lesson clock 5 to 8.</a:t>
            </a:r>
          </a:p>
          <a:p xmlns:a="http://schemas.openxmlformats.org/drawingml/2006/main">
            <a:r>
              <a:t>Adult note: Show and read both rows, pointing to each mark; each pupil chooses privately before a shared reveal. Use the two adult-made examples described above.</a:t>
            </a:r>
          </a:p>
          <a:p xmlns:a="http://schemas.openxmlformats.org/drawingml/2006/main">
            <a:r>
              <a:t>Answer guidance: A repeats the yellow-dot/pink-ring pair. B changes the last shape to a dot, so its second pair does not match the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Starter; 3 minutes; lesson clock 5 to 8.</a:t>
            </a:r>
          </a:p>
          <a:p xmlns:a="http://schemas.openxmlformats.org/drawingml/2006/main">
            <a:r>
              <a:t>Adult note: Show and read both rows, pointing to each mark; each pupil chooses privately before a shared reveal. Use the two adult-made examples described above.</a:t>
            </a:r>
          </a:p>
          <a:p xmlns:a="http://schemas.openxmlformats.org/drawingml/2006/main">
            <a:r>
              <a:t>Answer guidance: A repeats the yellow-dot/pink-ring pair. B changes the last shape to a dot, so its second pair does not match the first.</a:t>
            </a:r>
          </a:p>
          <a:p xmlns:a="http://schemas.openxmlformats.org/drawingml/2006/main">
            <a:r>
              <a:t>Picture description: On dark paper, a yellow dot and pink ring appear twice in the same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Starter; 3 minutes; lesson clock 5 to 8.</a:t>
            </a:r>
          </a:p>
          <a:p xmlns:a="http://schemas.openxmlformats.org/drawingml/2006/main">
            <a:r>
              <a:t>Adult note: Show and read both rows, pointing to each mark; each pupil chooses privately before a shared reveal. Use the two adult-made examples described above.</a:t>
            </a:r>
          </a:p>
          <a:p xmlns:a="http://schemas.openxmlformats.org/drawingml/2006/main">
            <a:r>
              <a:t>Answer guidance: A repeats the yellow-dot/pink-ring pair. B changes the last shape to a dot, so its second pair does not match the first.</a:t>
            </a:r>
          </a:p>
          <a:p xmlns:a="http://schemas.openxmlformats.org/drawingml/2006/main">
            <a:r>
              <a:t>Picture description: The row on dark paper is yellow dot, pink ring, yellow dot, pink dot. The last shape differs from the planned ring.</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I do; 2 minutes; lesson clock 8 to 10.</a:t>
            </a:r>
          </a:p>
          <a:p xmlns:a="http://schemas.openxmlformats.org/drawingml/2006/main">
            <a:r>
              <a:t>Adult note: Spend four minutes modelling the plan, repeat and one check, then two on the word meanings and one choice. Show the plan for A beside B. Move a finger along the first pair, then the second, so the comparison is visible. Use loose shapes for the one change.</a:t>
            </a:r>
          </a:p>
          <a:p xmlns:a="http://schemas.openxmlformats.org/drawingml/2006/main">
            <a:r>
              <a:t>Adult note: Swap only the last pink dot for the prepared pink ring. Invite every pupil to show the shape named in the plan before revealing the change. A pupil whose work already matches may show that match; a change is not compulsory. The aim is one intentional check, not a neat copy of the adult's artwork.</a:t>
            </a:r>
          </a:p>
          <a:p xmlns:a="http://schemas.openxmlformats.org/drawingml/2006/main">
            <a:r>
              <a:t>Answer guidance: The planned last shape is a pink ring. The adult's check compares the actual shape with the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I do; 2 minutes; lesson clock 8 to 10.</a:t>
            </a:r>
          </a:p>
          <a:p xmlns:a="http://schemas.openxmlformats.org/drawingml/2006/main">
            <a:r>
              <a:t>Adult note: Spend four minutes modelling the plan, repeat and one check, then two on the word meanings and one choice. Show the plan for A beside B. Move a finger along the first pair, then the second, so the comparison is visible. Use loose shapes for the one change.</a:t>
            </a:r>
          </a:p>
          <a:p xmlns:a="http://schemas.openxmlformats.org/drawingml/2006/main">
            <a:r>
              <a:t>Adult note: Swap only the last pink dot for the prepared pink ring. Invite every pupil to show the shape named in the plan before revealing the change. A pupil whose work already matches may show that match; a change is not compulsory. The aim is one intentional check, not a neat copy of the adult's artwork.</a:t>
            </a:r>
          </a:p>
          <a:p xmlns:a="http://schemas.openxmlformats.org/drawingml/2006/main">
            <a:r>
              <a:t>Answer guidance: The planned last shape is a pink ring. The adult's check compares the actual shape with the plan.</a:t>
            </a:r>
          </a:p>
          <a:p xmlns:a="http://schemas.openxmlformats.org/drawingml/2006/main">
            <a:r>
              <a:t>Picture description: The plan shows a yellow dot followed by a pink ring. It names two colours, yellow and pink, and says to use the pair again.</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I do; 2 minutes; lesson clock 8 to 10.</a:t>
            </a:r>
          </a:p>
          <a:p xmlns:a="http://schemas.openxmlformats.org/drawingml/2006/main">
            <a:r>
              <a:t>Adult note: Spend four minutes modelling the plan, repeat and one check, then two on the word meanings and one choice. Show the plan for A beside B. Move a finger along the first pair, then the second, so the comparison is visible. Use loose shapes for the one change.</a:t>
            </a:r>
          </a:p>
          <a:p xmlns:a="http://schemas.openxmlformats.org/drawingml/2006/main">
            <a:r>
              <a:t>Adult note: Swap only the last pink dot for the prepared pink ring. Invite every pupil to show the shape named in the plan before revealing the change. A pupil whose work already matches may show that match; a change is not compulsory. The aim is one intentional check, not a neat copy of the adult's artwork.</a:t>
            </a:r>
          </a:p>
          <a:p xmlns:a="http://schemas.openxmlformats.org/drawingml/2006/main">
            <a:r>
              <a:t>Answer guidance: The planned last shape is a pink ring. The adult's check compares the actual shape with the plan.</a:t>
            </a:r>
          </a:p>
          <a:p xmlns:a="http://schemas.openxmlformats.org/drawingml/2006/main">
            <a:r>
              <a:t>Picture description: The row on dark paper is yellow dot, pink ring, yellow dot, pink dot. The last shape differs from the planned ring.</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I do; 2 minutes; lesson clock 8 to 10.</a:t>
            </a:r>
          </a:p>
          <a:p xmlns:a="http://schemas.openxmlformats.org/drawingml/2006/main">
            <a:r>
              <a:t>Adult note: Spend four minutes modelling the plan, repeat and one check, then two on the word meanings and one choice. Show the plan for A beside B. Move a finger along the first pair, then the second, so the comparison is visible. Use loose shapes for the one change.</a:t>
            </a:r>
          </a:p>
          <a:p xmlns:a="http://schemas.openxmlformats.org/drawingml/2006/main">
            <a:r>
              <a:t>Adult note: Swap only the last pink dot for the prepared pink ring. Invite every pupil to show the shape named in the plan before revealing the change. A pupil whose work already matches may show that match; a change is not compulsory. The aim is one intentional check, not a neat copy of the adult's artwork.</a:t>
            </a:r>
          </a:p>
          <a:p xmlns:a="http://schemas.openxmlformats.org/drawingml/2006/main">
            <a:r>
              <a:t>Answer guidance: The planned last shape is a pink ring. The adult's check compares the actual shape with the plan.</a:t>
            </a:r>
          </a:p>
          <a:p xmlns:a="http://schemas.openxmlformats.org/drawingml/2006/main">
            <a:r>
              <a:t>Picture description: A loose pink ring can replace the last pink dot in Example B.</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I do; 2 minutes; lesson clock 10 to 12.</a:t>
            </a:r>
          </a:p>
          <a:p xmlns:a="http://schemas.openxmlformats.org/drawingml/2006/main">
            <a:r>
              <a:t>Adult note: Spend four minutes modelling the plan, repeat and one check, then two on the word meanings and one choice. Show the plan for A beside B. Move a finger along the first pair, then the second, so the comparison is visible. Use loose shapes for the one change.</a:t>
            </a:r>
          </a:p>
          <a:p xmlns:a="http://schemas.openxmlformats.org/drawingml/2006/main">
            <a:r>
              <a:t>Adult note: Swap only the last pink dot for the prepared pink ring. Invite every pupil to show the shape named in the plan before revealing the change. A pupil whose work already matches may show that match; a change is not compulsory. The aim is one intentional check, not a neat copy of the adult's artwork.</a:t>
            </a:r>
          </a:p>
          <a:p xmlns:a="http://schemas.openxmlformats.org/drawingml/2006/main">
            <a:r>
              <a:t>Answer guidance: The planned last shape is a pink ring. The adult's check compares the actual shape with the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I do; 2 minutes; lesson clock 10 to 12.</a:t>
            </a:r>
          </a:p>
          <a:p xmlns:a="http://schemas.openxmlformats.org/drawingml/2006/main">
            <a:r>
              <a:t>Adult note: Spend four minutes modelling the plan, repeat and one check, then two on the word meanings and one choice. Show the plan for A beside B. Move a finger along the first pair, then the second, so the comparison is visible. Use loose shapes for the one change.</a:t>
            </a:r>
          </a:p>
          <a:p xmlns:a="http://schemas.openxmlformats.org/drawingml/2006/main">
            <a:r>
              <a:t>Adult note: Swap only the last pink dot for the prepared pink ring. Invite every pupil to show the shape named in the plan before revealing the change. A pupil whose work already matches may show that match; a change is not compulsory. The aim is one intentional check, not a neat copy of the adult's artwork.</a:t>
            </a:r>
          </a:p>
          <a:p xmlns:a="http://schemas.openxmlformats.org/drawingml/2006/main">
            <a:r>
              <a:t>Answer guidance: The planned last shape is a pink ring. The adult's check compares the actual shape with the plan.</a:t>
            </a:r>
          </a:p>
          <a:p xmlns:a="http://schemas.openxmlformats.org/drawingml/2006/main">
            <a:r>
              <a:t>Picture description: The plan shows a yellow dot followed by a pink ring. It names two colours, yellow and pink, and says to use the pair again.</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I do; 2 minutes; lesson clock 10 to 12.</a:t>
            </a:r>
          </a:p>
          <a:p xmlns:a="http://schemas.openxmlformats.org/drawingml/2006/main">
            <a:r>
              <a:t>Adult note: Spend four minutes modelling the plan, repeat and one check, then two on the word meanings and one choice. Show the plan for A beside B. Move a finger along the first pair, then the second, so the comparison is visible. Use loose shapes for the one change.</a:t>
            </a:r>
          </a:p>
          <a:p xmlns:a="http://schemas.openxmlformats.org/drawingml/2006/main">
            <a:r>
              <a:t>Adult note: Swap only the last pink dot for the prepared pink ring. Invite every pupil to show the shape named in the plan before revealing the change. A pupil whose work already matches may show that match; a change is not compulsory. The aim is one intentional check, not a neat copy of the adult's artwork.</a:t>
            </a:r>
          </a:p>
          <a:p xmlns:a="http://schemas.openxmlformats.org/drawingml/2006/main">
            <a:r>
              <a:t>Answer guidance: The planned last shape is a pink ring. The adult's check compares the actual shape with the plan.</a:t>
            </a:r>
          </a:p>
          <a:p xmlns:a="http://schemas.openxmlformats.org/drawingml/2006/main">
            <a:r>
              <a:t>Picture description: The row on dark paper is yellow dot, pink ring, yellow dot, pink dot. The last shape differs from the planned ring.</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I do; 2 minutes; lesson clock 10 to 12.</a:t>
            </a:r>
          </a:p>
          <a:p xmlns:a="http://schemas.openxmlformats.org/drawingml/2006/main">
            <a:r>
              <a:t>Adult note: Spend four minutes modelling the plan, repeat and one check, then two on the word meanings and one choice. Show the plan for A beside B. Move a finger along the first pair, then the second, so the comparison is visible. Use loose shapes for the one change.</a:t>
            </a:r>
          </a:p>
          <a:p xmlns:a="http://schemas.openxmlformats.org/drawingml/2006/main">
            <a:r>
              <a:t>Adult note: Swap only the last pink dot for the prepared pink ring. Invite every pupil to show the shape named in the plan before revealing the change. A pupil whose work already matches may show that match; a change is not compulsory. The aim is one intentional check, not a neat copy of the adult's artwork.</a:t>
            </a:r>
          </a:p>
          <a:p xmlns:a="http://schemas.openxmlformats.org/drawingml/2006/main">
            <a:r>
              <a:t>Answer guidance: The planned last shape is a pink ring. The adult's check compares the actual shape with the plan.</a:t>
            </a:r>
          </a:p>
          <a:p xmlns:a="http://schemas.openxmlformats.org/drawingml/2006/main">
            <a:r>
              <a:t>Picture description: A loose pink ring can replace the last pink dot in Example B.</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I do; 2 minutes; lesson clock 12 to 14.</a:t>
            </a:r>
          </a:p>
          <a:p xmlns:a="http://schemas.openxmlformats.org/drawingml/2006/main">
            <a:r>
              <a:t>Adult note: Spend four minutes modelling the plan, repeat and one check, then two on the word meanings and one choice. Show the plan for A beside B. Move a finger along the first pair, then the second, so the comparison is visible. Use loose shapes for the one change.</a:t>
            </a:r>
          </a:p>
          <a:p xmlns:a="http://schemas.openxmlformats.org/drawingml/2006/main">
            <a:r>
              <a:t>Adult note: Swap only the last pink dot for the prepared pink ring. Invite every pupil to show the shape named in the plan before revealing the change. A pupil whose work already matches may show that match; a change is not compulsory. The aim is one intentional check, not a neat copy of the adult's artwork.</a:t>
            </a:r>
          </a:p>
          <a:p xmlns:a="http://schemas.openxmlformats.org/drawingml/2006/main">
            <a:r>
              <a:t>Answer guidance: The planned last shape is a pink ring. The adult's check compares the actual shape with the plan.</a:t>
            </a:r>
          </a:p>
          <a:p xmlns:a="http://schemas.openxmlformats.org/drawingml/2006/main">
            <a:r>
              <a:t>Picture description: A plan card has spaces for shapes, colours and the bit to repeat.</a:t>
            </a:r>
          </a:p>
          <a:p xmlns:a="http://schemas.openxmlformats.org/drawingml/2006/main">
            <a:r>
              <a:t>Picture description: A filled dot and a round ring show two shapes.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I do; 2 minutes; lesson clock 12 to 14.</a:t>
            </a:r>
          </a:p>
          <a:p xmlns:a="http://schemas.openxmlformats.org/drawingml/2006/main">
            <a:r>
              <a:t>Adult note: Spend four minutes modelling the plan, repeat and one check, then two on the word meanings and one choice. Show the plan for A beside B. Move a finger along the first pair, then the second, so the comparison is visible. Use loose shapes for the one change.</a:t>
            </a:r>
          </a:p>
          <a:p xmlns:a="http://schemas.openxmlformats.org/drawingml/2006/main">
            <a:r>
              <a:t>Adult note: Swap only the last pink dot for the prepared pink ring. Invite every pupil to show the shape named in the plan before revealing the change. A pupil whose work already matches may show that match; a change is not compulsory. The aim is one intentional check, not a neat copy of the adult's artwork.</a:t>
            </a:r>
          </a:p>
          <a:p xmlns:a="http://schemas.openxmlformats.org/drawingml/2006/main">
            <a:r>
              <a:t>Answer guidance: The planned last shape is a pink ring. The adult's check compares the actual shape with the plan.</a:t>
            </a:r>
          </a:p>
          <a:p xmlns:a="http://schemas.openxmlformats.org/drawingml/2006/main">
            <a:r>
              <a:t>Picture description: A dot-and-ring pair is shown twice. An arrow goes from the first pair to the next.</a:t>
            </a:r>
          </a:p>
          <a:p xmlns:a="http://schemas.openxmlformats.org/drawingml/2006/main">
            <a:r>
              <a:t>Picture description: A dot, a ring, a dot and a ring are put in a row.</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We do; 4 minutes; lesson clock 14 to 18.</a:t>
            </a:r>
          </a:p>
          <a:p xmlns:a="http://schemas.openxmlformats.org/drawingml/2006/main">
            <a:r>
              <a:t>Adult note: Two minutes for the guided example, four to plan and try, two to check. Every pupil has dark paper or a dark card space and dot/ring choices in two bright colours. A pupil can direct an adult or use selected shape cards. All decide before shared cards move.</a:t>
            </a:r>
          </a:p>
          <a:p xmlns:a="http://schemas.openxmlformats.org/drawingml/2006/main">
            <a:r>
              <a:t>Adult note: Every pupil makes or directs their own short trial. A pair with one mark of each chosen colour is a manageable starting point. If a pupil plans a third colour, use a three-mark unit and repeat the whole unit. Save the plan as cards, marks or an adult record for You do; no public display is required.</a:t>
            </a:r>
          </a:p>
          <a:p xmlns:a="http://schemas.openxmlformats.org/drawingml/2006/main">
            <a:r>
              <a:t>Answer guidance: Pink ring. The adult models reading the first pair, then every pupil chooses the last shape before the shared example is completed.</a:t>
            </a:r>
          </a:p>
          <a:p xmlns:a="http://schemas.openxmlformats.org/drawingml/2006/main">
            <a:r>
              <a:t>Answer guidance: A pupil-chosen unit in two or three bright colours, repeated on dark paper, with one actual shape or colour compared with the pupil's stated plan. A match, a noticed mismatch or an intentional change can be valid evidence; note what the pupil showed.</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We do; 4 minutes; lesson clock 14 to 18.</a:t>
            </a:r>
          </a:p>
          <a:p xmlns:a="http://schemas.openxmlformats.org/drawingml/2006/main">
            <a:r>
              <a:t>Adult note: Two minutes for the guided example, four to plan and try, two to check. Every pupil has dark paper or a dark card space and dot/ring choices in two bright colours. A pupil can direct an adult or use selected shape cards. All decide before shared cards move.</a:t>
            </a:r>
          </a:p>
          <a:p xmlns:a="http://schemas.openxmlformats.org/drawingml/2006/main">
            <a:r>
              <a:t>Adult note: Every pupil makes or directs their own short trial. A pair with one mark of each chosen colour is a manageable starting point. If a pupil plans a third colour, use a three-mark unit and repeat the whole unit. Save the plan as cards, marks or an adult record for You do; no public display is required.</a:t>
            </a:r>
          </a:p>
          <a:p xmlns:a="http://schemas.openxmlformats.org/drawingml/2006/main">
            <a:r>
              <a:t>Answer guidance: Pink ring. The adult models reading the first pair, then every pupil chooses the last shape before the shared example is completed.</a:t>
            </a:r>
          </a:p>
          <a:p xmlns:a="http://schemas.openxmlformats.org/drawingml/2006/main">
            <a:r>
              <a:t>Answer guidance: A pupil-chosen unit in two or three bright colours, repeated on dark paper, with one actual shape or colour compared with the pupil's stated plan. A match, a noticed mismatch or an intentional change can be valid evidence; note what the pupil showed.</a:t>
            </a:r>
          </a:p>
          <a:p xmlns:a="http://schemas.openxmlformats.org/drawingml/2006/main">
            <a:r>
              <a:t>Picture description: The row on dark paper shows a yellow dot, pink ring and yellow dot, with a blank space for the last shape.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We do; 4 minutes; lesson clock 18 to 22.</a:t>
            </a:r>
          </a:p>
          <a:p xmlns:a="http://schemas.openxmlformats.org/drawingml/2006/main">
            <a:r>
              <a:t>Adult note: Two minutes for the guided example, four to plan and try, two to check. Every pupil has dark paper or a dark card space and dot/ring choices in two bright colours. A pupil can direct an adult or use selected shape cards. All decide before shared cards move.</a:t>
            </a:r>
          </a:p>
          <a:p xmlns:a="http://schemas.openxmlformats.org/drawingml/2006/main">
            <a:r>
              <a:t>Adult note: Every pupil makes or directs their own short trial. A pair with one mark of each chosen colour is a manageable starting point. If a pupil plans a third colour, use a three-mark unit and repeat the whole unit. Save the plan as cards, marks or an adult record for You do; no public display is required.</a:t>
            </a:r>
          </a:p>
          <a:p xmlns:a="http://schemas.openxmlformats.org/drawingml/2006/main">
            <a:r>
              <a:t>Answer guidance: Pink ring. The adult models reading the first pair, then every pupil chooses the last shape before the shared example is completed.</a:t>
            </a:r>
          </a:p>
          <a:p xmlns:a="http://schemas.openxmlformats.org/drawingml/2006/main">
            <a:r>
              <a:t>Answer guidance: A pupil-chosen unit in two or three bright colours, repeated on dark paper, with one actual shape or colour compared with the pupil's stated plan. A match, a noticed mismatch or an intentional change can be valid evidence; note what the pupil showed.</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We do; 4 minutes; lesson clock 18 to 22.</a:t>
            </a:r>
          </a:p>
          <a:p xmlns:a="http://schemas.openxmlformats.org/drawingml/2006/main">
            <a:r>
              <a:t>Adult note: Two minutes for the guided example, four to plan and try, two to check. Every pupil has dark paper or a dark card space and dot/ring choices in two bright colours. A pupil can direct an adult or use selected shape cards. All decide before shared cards move.</a:t>
            </a:r>
          </a:p>
          <a:p xmlns:a="http://schemas.openxmlformats.org/drawingml/2006/main">
            <a:r>
              <a:t>Adult note: Every pupil makes or directs their own short trial. A pair with one mark of each chosen colour is a manageable starting point. If a pupil plans a third colour, use a three-mark unit and repeat the whole unit. Save the plan as cards, marks or an adult record for You do; no public display is required.</a:t>
            </a:r>
          </a:p>
          <a:p xmlns:a="http://schemas.openxmlformats.org/drawingml/2006/main">
            <a:r>
              <a:t>Answer guidance: Pink ring. The adult models reading the first pair, then every pupil chooses the last shape before the shared example is completed.</a:t>
            </a:r>
          </a:p>
          <a:p xmlns:a="http://schemas.openxmlformats.org/drawingml/2006/main">
            <a:r>
              <a:t>Answer guidance: A pupil-chosen unit in two or three bright colours, repeated on dark paper, with one actual shape or colour compared with the pupil's stated plan. A match, a noticed mismatch or an intentional change can be valid evidence; note what the pupil showed.</a:t>
            </a:r>
          </a:p>
          <a:p xmlns:a="http://schemas.openxmlformats.org/drawingml/2006/main">
            <a:r>
              <a:t>Picture description: The row on dark paper shows a yellow dot, pink ring and yellow dot, with a blank space for the last shape.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You do; 15 minutes; lesson clock 22 to 37.</a:t>
            </a:r>
          </a:p>
          <a:p xmlns:a="http://schemas.openxmlformats.org/drawingml/2006/main">
            <a:r>
              <a:t>Adult note: Two minutes to set up; eleven to plan, make and record; final two to review one check. Offer a small piece of dark paper and drawing or ready-cut shape choices. Every route can be completed as a silent director. No earlier work is required; the model and full instructions are here. Reuse a P1 or We do plan if the pupil chooses, or record a fresh shape/colour plan before making. Give one precise success and one next step, and allow the pupil to show the check or a chosen change. Use only two or three bright mark colours; the dark background does not count as one of them. Name back what the pupil made and one choice they made, ask for one spoken, signed or shown reason, and scribe it with the evidence.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 pupil-owned plan precedes a small artwork on dark paper with a repeated unit and two or three bright colours. The pupil compares one stated shape or colour in the plan with the work. Accept a matching feature, a pupil-identified mismatch with a proposed change, or an explained intentional change. Fine motor precision is not the success criterion.</a:t>
            </a:r>
          </a:p>
          <a:p xmlns:a="http://schemas.openxmlformats.org/drawingml/2006/main">
            <a:r>
              <a:t>Answer guidance: A chosen dot or ring used in two chosen bright colours, with the two-colour pair repeated on dark paper. The pupil identifies one planned colour and locates it in the work, or notices a difference. Record whether the choices, repetition and check were independent or prompted.</a:t>
            </a:r>
          </a:p>
          <a:p xmlns:a="http://schemas.openxmlformats.org/drawingml/2006/main">
            <a:r>
              <a:t>Answer guidance: The pupil selects a method, shape and two or three bright colours, then makes or directs a repeated unit on a dark ground. The review compares an actual feature with one planned shape or colour. Ready-cut shapes may remain arranged on the paper until the pupil directs an adult to glue them; the pupil's decisions are the evidence, not who controls the tool. Record C, the method chosen and the pupil's one word, phrase or reason.</a:t>
            </a:r>
          </a:p>
          <a:p xmlns:a="http://schemas.openxmlformats.org/drawingml/2006/main">
            <a:r>
              <a:t>Answer guidance: A planned artwork uses a repeated unit and two or three bright colours on dark paper, with an intentional one- or two-row layout. The pupil compares one planned feature with the work and identifies how their spacing helps the shapes remain clear or separated. If they change the plan, record the original choice, actual change and reason rather than requiring a replica of the model.</a:t>
            </a:r>
          </a:p>
          <a:p xmlns:a="http://schemas.openxmlformats.org/drawingml/2006/main">
            <a:r>
              <a:t>Picture description: A plan card has spaces for shapes, colours and the bit to repeat.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You do; 15 minutes; lesson clock 22 to 37.</a:t>
            </a:r>
          </a:p>
          <a:p xmlns:a="http://schemas.openxmlformats.org/drawingml/2006/main">
            <a:r>
              <a:t>Adult note: Two minutes to set up; eleven to plan, make and record; final two to review one check. Offer a small piece of dark paper and drawing or ready-cut shape choices. Every route can be completed as a silent director. No earlier work is required; the model and full instructions are here. Reuse a P1 or We do plan if the pupil chooses, or record a fresh shape/colour plan before making. Give one precise success and one next step, and allow the pupil to show the check or a chosen change. Use only two or three bright mark colours; the dark background does not count as one of them. Name back what the pupil made and one choice they made, ask for one spoken, signed or shown reason, and scribe it with the evidence.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 pupil-owned plan precedes a small artwork on dark paper with a repeated unit and two or three bright colours. The pupil compares one stated shape or colour in the plan with the work. Accept a matching feature, a pupil-identified mismatch with a proposed change, or an explained intentional change. Fine motor precision is not the success criterion.</a:t>
            </a:r>
          </a:p>
          <a:p xmlns:a="http://schemas.openxmlformats.org/drawingml/2006/main">
            <a:r>
              <a:t>Answer guidance: A chosen dot or ring used in two chosen bright colours, with the two-colour pair repeated on dark paper. The pupil identifies one planned colour and locates it in the work, or notices a difference. Record whether the choices, repetition and check were independent or prompted.</a:t>
            </a:r>
          </a:p>
          <a:p xmlns:a="http://schemas.openxmlformats.org/drawingml/2006/main">
            <a:r>
              <a:t>Answer guidance: The pupil selects a method, shape and two or three bright colours, then makes or directs a repeated unit on a dark ground. The review compares an actual feature with one planned shape or colour. Ready-cut shapes may remain arranged on the paper until the pupil directs an adult to glue them; the pupil's decisions are the evidence, not who controls the tool. Record C, the method chosen and the pupil's one word, phrase or reason.</a:t>
            </a:r>
          </a:p>
          <a:p xmlns:a="http://schemas.openxmlformats.org/drawingml/2006/main">
            <a:r>
              <a:t>Answer guidance: A planned artwork uses a repeated unit and two or three bright colours on dark paper, with an intentional one- or two-row layout. The pupil compares one planned feature with the work and identifies how their spacing helps the shapes remain clear or separated. If they change the plan, record the original choice, actual change and reason rather than requiring a replica of the model.</a:t>
            </a:r>
          </a:p>
          <a:p xmlns:a="http://schemas.openxmlformats.org/drawingml/2006/main">
            <a:r>
              <a:t>Answer guidance: A pupil-owned plan precedes a small artwork on dark paper with a repeated unit and two or three bright colours. The pupil compares one stated shape or colour in the plan with the work. Accept a matching feature, a pupil-identified mismatch with a proposed change, or an explained intentional change. Fine motor precision is not the success criterion.</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You do; 15 minutes; lesson clock 22 to 37.</a:t>
            </a:r>
          </a:p>
          <a:p xmlns:a="http://schemas.openxmlformats.org/drawingml/2006/main">
            <a:r>
              <a:t>Adult note: Two minutes to set up; eleven to plan, make and record; final two to review one check. Offer a small piece of dark paper and drawing or ready-cut shape choices. Every route can be completed as a silent director. No earlier work is required; the model and full instructions are here. Reuse a P1 or We do plan if the pupil chooses, or record a fresh shape/colour plan before making. Give one precise success and one next step, and allow the pupil to show the check or a chosen change. Use only two or three bright mark colours; the dark background does not count as one of them. Name back what the pupil made and one choice they made, ask for one spoken, signed or shown reason, and scribe it with the evidence.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 pupil-owned plan precedes a small artwork on dark paper with a repeated unit and two or three bright colours. The pupil compares one stated shape or colour in the plan with the work. Accept a matching feature, a pupil-identified mismatch with a proposed change, or an explained intentional change. Fine motor precision is not the success criterion.</a:t>
            </a:r>
          </a:p>
          <a:p xmlns:a="http://schemas.openxmlformats.org/drawingml/2006/main">
            <a:r>
              <a:t>Answer guidance: A chosen dot or ring used in two chosen bright colours, with the two-colour pair repeated on dark paper. The pupil identifies one planned colour and locates it in the work, or notices a difference. Record whether the choices, repetition and check were independent or prompted.</a:t>
            </a:r>
          </a:p>
          <a:p xmlns:a="http://schemas.openxmlformats.org/drawingml/2006/main">
            <a:r>
              <a:t>Answer guidance: The pupil selects a method, shape and two or three bright colours, then makes or directs a repeated unit on a dark ground. The review compares an actual feature with one planned shape or colour. Ready-cut shapes may remain arranged on the paper until the pupil directs an adult to glue them; the pupil's decisions are the evidence, not who controls the tool. Record C, the method chosen and the pupil's one word, phrase or reason.</a:t>
            </a:r>
          </a:p>
          <a:p xmlns:a="http://schemas.openxmlformats.org/drawingml/2006/main">
            <a:r>
              <a:t>Answer guidance: A planned artwork uses a repeated unit and two or three bright colours on dark paper, with an intentional one- or two-row layout. The pupil compares one planned feature with the work and identifies how their spacing helps the shapes remain clear or separated. If they change the plan, record the original choice, actual change and reason rather than requiring a replica of the model.</a:t>
            </a:r>
          </a:p>
          <a:p xmlns:a="http://schemas.openxmlformats.org/drawingml/2006/main">
            <a:r>
              <a:t>Answer guidance: A pupil-owned plan precedes a small artwork on dark paper with a repeated unit and two or three bright colours. The pupil compares one stated shape or colour in the plan with the work. Accept a matching feature, a pupil-identified mismatch with a proposed change, or an explained intentional change. Fine motor precision is not the success criterion.</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You do; 15 minutes; lesson clock 22 to 37.</a:t>
            </a:r>
          </a:p>
          <a:p xmlns:a="http://schemas.openxmlformats.org/drawingml/2006/main">
            <a:r>
              <a:t>Adult note: Two minutes to set up; eleven to plan, make and record; final two to review one check. Offer a small piece of dark paper and drawing or ready-cut shape choices. Every route can be completed as a silent director. No earlier work is required; the model and full instructions are here. Reuse a P1 or We do plan if the pupil chooses, or record a fresh shape/colour plan before making. Give one precise success and one next step, and allow the pupil to show the check or a chosen change. Use only two or three bright mark colours; the dark background does not count as one of them. Name back what the pupil made and one choice they made, ask for one spoken, signed or shown reason, and scribe it with the evidence.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 pupil-owned plan precedes a small artwork on dark paper with a repeated unit and two or three bright colours. The pupil compares one stated shape or colour in the plan with the work. Accept a matching feature, a pupil-identified mismatch with a proposed change, or an explained intentional change. Fine motor precision is not the success criterion.</a:t>
            </a:r>
          </a:p>
          <a:p xmlns:a="http://schemas.openxmlformats.org/drawingml/2006/main">
            <a:r>
              <a:t>Answer guidance: A chosen dot or ring used in two chosen bright colours, with the two-colour pair repeated on dark paper. The pupil identifies one planned colour and locates it in the work, or notices a difference. Record whether the choices, repetition and check were independent or prompted.</a:t>
            </a:r>
          </a:p>
          <a:p xmlns:a="http://schemas.openxmlformats.org/drawingml/2006/main">
            <a:r>
              <a:t>Answer guidance: The pupil selects a method, shape and two or three bright colours, then makes or directs a repeated unit on a dark ground. The review compares an actual feature with one planned shape or colour. Ready-cut shapes may remain arranged on the paper until the pupil directs an adult to glue them; the pupil's decisions are the evidence, not who controls the tool. Record C, the method chosen and the pupil's one word, phrase or reason.</a:t>
            </a:r>
          </a:p>
          <a:p xmlns:a="http://schemas.openxmlformats.org/drawingml/2006/main">
            <a:r>
              <a:t>Answer guidance: A planned artwork uses a repeated unit and two or three bright colours on dark paper, with an intentional one- or two-row layout. The pupil compares one planned feature with the work and identifies how their spacing helps the shapes remain clear or separated. If they change the plan, record the original choice, actual change and reason rather than requiring a replica of the model.</a:t>
            </a:r>
          </a:p>
          <a:p xmlns:a="http://schemas.openxmlformats.org/drawingml/2006/main">
            <a:r>
              <a:t>Adult note: Offer the shape choice, then colour choices, one step at a time. Place the pupil's plan beside the dark paper; do not choose for them. The adult may draw, move or glue ready-cut shapes only on the pupil's direction. Record the actual help.</a:t>
            </a:r>
          </a:p>
          <a:p xmlns:a="http://schemas.openxmlformats.org/drawingml/2006/main">
            <a:r>
              <a:t>Answer guidance: A chosen dot or ring used in two chosen bright colours, with the two-colour pair repeated on dark paper. The pupil identifies one planned colour and locates it in the work, or notices a difference. Record whether the choices, repetition and check were independent or prompted.</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You do; 15 minutes; lesson clock 22 to 37.</a:t>
            </a:r>
          </a:p>
          <a:p xmlns:a="http://schemas.openxmlformats.org/drawingml/2006/main">
            <a:r>
              <a:t>Adult note: Two minutes to set up; eleven to plan, make and record; final two to review one check. Offer a small piece of dark paper and drawing or ready-cut shape choices. Every route can be completed as a silent director. No earlier work is required; the model and full instructions are here. Reuse a P1 or We do plan if the pupil chooses, or record a fresh shape/colour plan before making. Give one precise success and one next step, and allow the pupil to show the check or a chosen change. Use only two or three bright mark colours; the dark background does not count as one of them. Name back what the pupil made and one choice they made, ask for one spoken, signed or shown reason, and scribe it with the evidence.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 pupil-owned plan precedes a small artwork on dark paper with a repeated unit and two or three bright colours. The pupil compares one stated shape or colour in the plan with the work. Accept a matching feature, a pupil-identified mismatch with a proposed change, or an explained intentional change. Fine motor precision is not the success criterion.</a:t>
            </a:r>
          </a:p>
          <a:p xmlns:a="http://schemas.openxmlformats.org/drawingml/2006/main">
            <a:r>
              <a:t>Answer guidance: A chosen dot or ring used in two chosen bright colours, with the two-colour pair repeated on dark paper. The pupil identifies one planned colour and locates it in the work, or notices a difference. Record whether the choices, repetition and check were independent or prompted.</a:t>
            </a:r>
          </a:p>
          <a:p xmlns:a="http://schemas.openxmlformats.org/drawingml/2006/main">
            <a:r>
              <a:t>Answer guidance: The pupil selects a method, shape and two or three bright colours, then makes or directs a repeated unit on a dark ground. The review compares an actual feature with one planned shape or colour. Ready-cut shapes may remain arranged on the paper until the pupil directs an adult to glue them; the pupil's decisions are the evidence, not who controls the tool. Record C, the method chosen and the pupil's one word, phrase or reason.</a:t>
            </a:r>
          </a:p>
          <a:p xmlns:a="http://schemas.openxmlformats.org/drawingml/2006/main">
            <a:r>
              <a:t>Answer guidance: A planned artwork uses a repeated unit and two or three bright colours on dark paper, with an intentional one- or two-row layout. The pupil compares one planned feature with the work and identifies how their spacing helps the shapes remain clear or separated. If they change the plan, record the original choice, actual change and reason rather than requiring a replica of the model.</a:t>
            </a:r>
          </a:p>
          <a:p xmlns:a="http://schemas.openxmlformats.org/drawingml/2006/main">
            <a:r>
              <a:t>Adult note: Offer the shape choice, then colour choices, one step at a time. Place the pupil's plan beside the dark paper; do not choose for them. The adult may draw, move or glue ready-cut shapes only on the pupil's direction. Record the actual help.</a:t>
            </a:r>
          </a:p>
          <a:p xmlns:a="http://schemas.openxmlformats.org/drawingml/2006/main">
            <a:r>
              <a:t>Answer guidance: A chosen dot or ring used in two chosen bright colours, with the two-colour pair repeated on dark paper. The pupil identifies one planned colour and locates it in the work, or notices a difference. Record whether the choices, repetition and check were independent or prompted.</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You do; 15 minutes; lesson clock 22 to 37.</a:t>
            </a:r>
          </a:p>
          <a:p xmlns:a="http://schemas.openxmlformats.org/drawingml/2006/main">
            <a:r>
              <a:t>Adult note: Two minutes to set up; eleven to plan, make and record; final two to review one check. Offer a small piece of dark paper and drawing or ready-cut shape choices. Every route can be completed as a silent director. No earlier work is required; the model and full instructions are here. Reuse a P1 or We do plan if the pupil chooses, or record a fresh shape/colour plan before making. Give one precise success and one next step, and allow the pupil to show the check or a chosen change. Use only two or three bright mark colours; the dark background does not count as one of them. Name back what the pupil made and one choice they made, ask for one spoken, signed or shown reason, and scribe it with the evidence.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 pupil-owned plan precedes a small artwork on dark paper with a repeated unit and two or three bright colours. The pupil compares one stated shape or colour in the plan with the work. Accept a matching feature, a pupil-identified mismatch with a proposed change, or an explained intentional change. Fine motor precision is not the success criterion.</a:t>
            </a:r>
          </a:p>
          <a:p xmlns:a="http://schemas.openxmlformats.org/drawingml/2006/main">
            <a:r>
              <a:t>Answer guidance: A chosen dot or ring used in two chosen bright colours, with the two-colour pair repeated on dark paper. The pupil identifies one planned colour and locates it in the work, or notices a difference. Record whether the choices, repetition and check were independent or prompted.</a:t>
            </a:r>
          </a:p>
          <a:p xmlns:a="http://schemas.openxmlformats.org/drawingml/2006/main">
            <a:r>
              <a:t>Answer guidance: The pupil selects a method, shape and two or three bright colours, then makes or directs a repeated unit on a dark ground. The review compares an actual feature with one planned shape or colour. Ready-cut shapes may remain arranged on the paper until the pupil directs an adult to glue them; the pupil's decisions are the evidence, not who controls the tool. Record C, the method chosen and the pupil's one word, phrase or reason.</a:t>
            </a:r>
          </a:p>
          <a:p xmlns:a="http://schemas.openxmlformats.org/drawingml/2006/main">
            <a:r>
              <a:t>Answer guidance: A planned artwork uses a repeated unit and two or three bright colours on dark paper, with an intentional one- or two-row layout. The pupil compares one planned feature with the work and identifies how their spacing helps the shapes remain clear or separated. If they change the plan, record the original choice, actual change and reason rather than requiring a replica of the model.</a:t>
            </a:r>
          </a:p>
          <a:p xmlns:a="http://schemas.openxmlformats.org/drawingml/2006/main">
            <a:r>
              <a:t>Answer guidance: The pupil selects a method, shape and two or three bright colours, then makes or directs a repeated unit on a dark ground. The review compares an actual feature with one planned shape or colour. Ready-cut shapes may remain arranged on the paper until the pupil directs an adult to glue them; the pupil's decisions are the evidence, not who controls the tool. Record C, the method chosen and the pupil's one word, phrase or reason.</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You do; 15 minutes; lesson clock 22 to 37.</a:t>
            </a:r>
          </a:p>
          <a:p xmlns:a="http://schemas.openxmlformats.org/drawingml/2006/main">
            <a:r>
              <a:t>Adult note: Two minutes to set up; eleven to plan, make and record; final two to review one check. Offer a small piece of dark paper and drawing or ready-cut shape choices. Every route can be completed as a silent director. No earlier work is required; the model and full instructions are here. Reuse a P1 or We do plan if the pupil chooses, or record a fresh shape/colour plan before making. Give one precise success and one next step, and allow the pupil to show the check or a chosen change. Use only two or three bright mark colours; the dark background does not count as one of them. Name back what the pupil made and one choice they made, ask for one spoken, signed or shown reason, and scribe it with the evidence.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 pupil-owned plan precedes a small artwork on dark paper with a repeated unit and two or three bright colours. The pupil compares one stated shape or colour in the plan with the work. Accept a matching feature, a pupil-identified mismatch with a proposed change, or an explained intentional change. Fine motor precision is not the success criterion.</a:t>
            </a:r>
          </a:p>
          <a:p xmlns:a="http://schemas.openxmlformats.org/drawingml/2006/main">
            <a:r>
              <a:t>Answer guidance: A chosen dot or ring used in two chosen bright colours, with the two-colour pair repeated on dark paper. The pupil identifies one planned colour and locates it in the work, or notices a difference. Record whether the choices, repetition and check were independent or prompted.</a:t>
            </a:r>
          </a:p>
          <a:p xmlns:a="http://schemas.openxmlformats.org/drawingml/2006/main">
            <a:r>
              <a:t>Answer guidance: The pupil selects a method, shape and two or three bright colours, then makes or directs a repeated unit on a dark ground. The review compares an actual feature with one planned shape or colour. Ready-cut shapes may remain arranged on the paper until the pupil directs an adult to glue them; the pupil's decisions are the evidence, not who controls the tool. Record C, the method chosen and the pupil's one word, phrase or reason.</a:t>
            </a:r>
          </a:p>
          <a:p xmlns:a="http://schemas.openxmlformats.org/drawingml/2006/main">
            <a:r>
              <a:t>Answer guidance: A planned artwork uses a repeated unit and two or three bright colours on dark paper, with an intentional one- or two-row layout. The pupil compares one planned feature with the work and identifies how their spacing helps the shapes remain clear or separated. If they change the plan, record the original choice, actual change and reason rather than requiring a replica of the model.</a:t>
            </a:r>
          </a:p>
          <a:p xmlns:a="http://schemas.openxmlformats.org/drawingml/2006/main">
            <a:r>
              <a:t>Answer guidance: The pupil selects a method, shape and two or three bright colours, then makes or directs a repeated unit on a dark ground. The review compares an actual feature with one planned shape or colour. Ready-cut shapes may remain arranged on the paper until the pupil directs an adult to glue them; the pupil's decisions are the evidence, not who controls the tool. Record C, the method chosen and the pupil's one word, phrase or reason.</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You do; 15 minutes; lesson clock 22 to 37.</a:t>
            </a:r>
          </a:p>
          <a:p xmlns:a="http://schemas.openxmlformats.org/drawingml/2006/main">
            <a:r>
              <a:t>Adult note: Two minutes to set up; eleven to plan, make and record; final two to review one check. Offer a small piece of dark paper and drawing or ready-cut shape choices. Every route can be completed as a silent director. No earlier work is required; the model and full instructions are here. Reuse a P1 or We do plan if the pupil chooses, or record a fresh shape/colour plan before making. Give one precise success and one next step, and allow the pupil to show the check or a chosen change. Use only two or three bright mark colours; the dark background does not count as one of them. Name back what the pupil made and one choice they made, ask for one spoken, signed or shown reason, and scribe it with the evidence.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 pupil-owned plan precedes a small artwork on dark paper with a repeated unit and two or three bright colours. The pupil compares one stated shape or colour in the plan with the work. Accept a matching feature, a pupil-identified mismatch with a proposed change, or an explained intentional change. Fine motor precision is not the success criterion.</a:t>
            </a:r>
          </a:p>
          <a:p xmlns:a="http://schemas.openxmlformats.org/drawingml/2006/main">
            <a:r>
              <a:t>Answer guidance: A chosen dot or ring used in two chosen bright colours, with the two-colour pair repeated on dark paper. The pupil identifies one planned colour and locates it in the work, or notices a difference. Record whether the choices, repetition and check were independent or prompted.</a:t>
            </a:r>
          </a:p>
          <a:p xmlns:a="http://schemas.openxmlformats.org/drawingml/2006/main">
            <a:r>
              <a:t>Answer guidance: The pupil selects a method, shape and two or three bright colours, then makes or directs a repeated unit on a dark ground. The review compares an actual feature with one planned shape or colour. Ready-cut shapes may remain arranged on the paper until the pupil directs an adult to glue them; the pupil's decisions are the evidence, not who controls the tool. Record C, the method chosen and the pupil's one word, phrase or reason.</a:t>
            </a:r>
          </a:p>
          <a:p xmlns:a="http://schemas.openxmlformats.org/drawingml/2006/main">
            <a:r>
              <a:t>Answer guidance: A planned artwork uses a repeated unit and two or three bright colours on dark paper, with an intentional one- or two-row layout. The pupil compares one planned feature with the work and identifies how their spacing helps the shapes remain clear or separated. If they change the plan, record the original choice, actual change and reason rather than requiring a replica of the model.</a:t>
            </a:r>
          </a:p>
          <a:p xmlns:a="http://schemas.openxmlformats.org/drawingml/2006/main">
            <a:r>
              <a:t>Answer guidance: A planned artwork uses a repeated unit and two or three bright colours on dark paper, with an intentional one- or two-row layout. The pupil compares one planned feature with the work and identifies how their spacing helps the shapes remain clear or separated. If they change the plan, record the original choice, actual change and reason rather than requiring a replica of the model.</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You do; 15 minutes; lesson clock 22 to 37.</a:t>
            </a:r>
          </a:p>
          <a:p xmlns:a="http://schemas.openxmlformats.org/drawingml/2006/main">
            <a:r>
              <a:t>Adult note: Two minutes to set up; eleven to plan, make and record; final two to review one check. Offer a small piece of dark paper and drawing or ready-cut shape choices. Every route can be completed as a silent director. No earlier work is required; the model and full instructions are here. Reuse a P1 or We do plan if the pupil chooses, or record a fresh shape/colour plan before making. Give one precise success and one next step, and allow the pupil to show the check or a chosen change. Use only two or three bright mark colours; the dark background does not count as one of them. Name back what the pupil made and one choice they made, ask for one spoken, signed or shown reason, and scribe it with the evidence.</a:t>
            </a:r>
          </a:p>
          <a:p xmlns:a="http://schemas.openxmlformats.org/drawingml/2006/main">
            <a:r>
              <a:t>the adult marks I (Independent), S (Supported) or C (Choice) and records actual support. For Aspire, record I or S according to the support used.</a:t>
            </a:r>
          </a:p>
          <a:p xmlns:a="http://schemas.openxmlformats.org/drawingml/2006/main">
            <a:r>
              <a:t>Answer guidance: A pupil-owned plan precedes a small artwork on dark paper with a repeated unit and two or three bright colours. The pupil compares one stated shape or colour in the plan with the work. Accept a matching feature, a pupil-identified mismatch with a proposed change, or an explained intentional change. Fine motor precision is not the success criterion.</a:t>
            </a:r>
          </a:p>
          <a:p xmlns:a="http://schemas.openxmlformats.org/drawingml/2006/main">
            <a:r>
              <a:t>Answer guidance: A chosen dot or ring used in two chosen bright colours, with the two-colour pair repeated on dark paper. The pupil identifies one planned colour and locates it in the work, or notices a difference. Record whether the choices, repetition and check were independent or prompted.</a:t>
            </a:r>
          </a:p>
          <a:p xmlns:a="http://schemas.openxmlformats.org/drawingml/2006/main">
            <a:r>
              <a:t>Answer guidance: The pupil selects a method, shape and two or three bright colours, then makes or directs a repeated unit on a dark ground. The review compares an actual feature with one planned shape or colour. Ready-cut shapes may remain arranged on the paper until the pupil directs an adult to glue them; the pupil's decisions are the evidence, not who controls the tool. Record C, the method chosen and the pupil's one word, phrase or reason.</a:t>
            </a:r>
          </a:p>
          <a:p xmlns:a="http://schemas.openxmlformats.org/drawingml/2006/main">
            <a:r>
              <a:t>Answer guidance: A planned artwork uses a repeated unit and two or three bright colours on dark paper, with an intentional one- or two-row layout. The pupil compares one planned feature with the work and identifies how their spacing helps the shapes remain clear or separated. If they change the plan, record the original choice, actual change and reason rather than requiring a replica of the model.</a:t>
            </a:r>
          </a:p>
          <a:p xmlns:a="http://schemas.openxmlformats.org/drawingml/2006/main">
            <a:r>
              <a:t>Answer guidance: A planned artwork uses a repeated unit and two or three bright colours on dark paper, with an intentional one- or two-row layout. The pupil compares one planned feature with the work and identifies how their spacing helps the shapes remain clear or separated. If they change the plan, record the original choice, actual change and reason rather than requiring a replica of the model.</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Exit; 3 minutes; lesson clock 37 to 40.</a:t>
            </a:r>
          </a:p>
          <a:p xmlns:a="http://schemas.openxmlformats.org/drawingml/2006/main">
            <a:r>
              <a:t>Adult note: Show the unchanged Example A and its plan. Use one tier and brief responses. Use the pupil's plan and artwork wherever a check asks for their work.</a:t>
            </a:r>
          </a:p>
          <a:p xmlns:a="http://schemas.openxmlformats.org/drawingml/2006/main">
            <a:r>
              <a:t>Answer guidance: Use the same bit again.</a:t>
            </a:r>
          </a:p>
          <a:p xmlns:a="http://schemas.openxmlformats.org/drawingml/2006/main">
            <a:r>
              <a:t>Answer guidance: The pupil points to two places where their own unit appears. Record what they showed.</a:t>
            </a:r>
          </a:p>
          <a:p xmlns:a="http://schemas.openxmlformats.org/drawingml/2006/main">
            <a:r>
              <a:t>Answer guidance: The pupil locates a planned colour in their artwork, or identifies that it is missing or different. Record the actual match or difference shown.</a:t>
            </a:r>
          </a:p>
          <a:p xmlns:a="http://schemas.openxmlformats.org/drawingml/2006/main">
            <a:r>
              <a:t>Answer guidance: The pupil shows two occurrences of their own repeated unit, in the same order.</a:t>
            </a:r>
          </a:p>
          <a:p xmlns:a="http://schemas.openxmlformats.org/drawingml/2006/main">
            <a:r>
              <a:t>Answer guidance: Compare one planned shape, colour or repeat with the artwork. A clear demonstration of such a comparison is valid.</a:t>
            </a:r>
          </a:p>
          <a:p xmlns:a="http://schemas.openxmlformats.org/drawingml/2006/main">
            <a:r>
              <a:t>Answer guidance: A pupil-owned shape, colour, repeat or placement decision. Accept a gesture to that part with a clear meaning.</a:t>
            </a:r>
          </a:p>
          <a:p xmlns:a="http://schemas.openxmlformats.org/drawingml/2006/main">
            <a:r>
              <a:t>Answer guidance: No. The dark paper is the background; A uses two bright colours for its marks.</a:t>
            </a:r>
          </a:p>
          <a:p xmlns:a="http://schemas.openxmlformats.org/drawingml/2006/main">
            <a:r>
              <a:t>Answer guidance: All three marks, in the same order each time; the whole three-mark unit is used again.</a:t>
            </a:r>
          </a:p>
          <a:p xmlns:a="http://schemas.openxmlformats.org/drawingml/2006/main">
            <a:r>
              <a:t>Answer guidance: A specific comparison, such as planned pink rings present in the work, one missing ring noticed, or an intentional colour change identified. No change is required when the chosen feature already matches.</a:t>
            </a:r>
          </a:p>
          <a:p xmlns:a="http://schemas.openxmlformats.org/drawingml/2006/main">
            <a:r>
              <a:t>Picture description: On dark paper, a yellow dot and pink ring appear twice in the same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Exit; 3 minutes; lesson clock 37 to 40.</a:t>
            </a:r>
          </a:p>
          <a:p xmlns:a="http://schemas.openxmlformats.org/drawingml/2006/main">
            <a:r>
              <a:t>Adult note: Show the unchanged Example A and its plan. Use one tier and brief responses. Use the pupil's plan and artwork wherever a check asks for their work.</a:t>
            </a:r>
          </a:p>
          <a:p xmlns:a="http://schemas.openxmlformats.org/drawingml/2006/main">
            <a:r>
              <a:t>Answer guidance: Use the same bit again.</a:t>
            </a:r>
          </a:p>
          <a:p xmlns:a="http://schemas.openxmlformats.org/drawingml/2006/main">
            <a:r>
              <a:t>Answer guidance: The pupil points to two places where their own unit appears. Record what they showed.</a:t>
            </a:r>
          </a:p>
          <a:p xmlns:a="http://schemas.openxmlformats.org/drawingml/2006/main">
            <a:r>
              <a:t>Answer guidance: The pupil locates a planned colour in their artwork, or identifies that it is missing or different. Record the actual match or difference shown.</a:t>
            </a:r>
          </a:p>
          <a:p xmlns:a="http://schemas.openxmlformats.org/drawingml/2006/main">
            <a:r>
              <a:t>Answer guidance: The pupil shows two occurrences of their own repeated unit, in the same order.</a:t>
            </a:r>
          </a:p>
          <a:p xmlns:a="http://schemas.openxmlformats.org/drawingml/2006/main">
            <a:r>
              <a:t>Answer guidance: Compare one planned shape, colour or repeat with the artwork. A clear demonstration of such a comparison is valid.</a:t>
            </a:r>
          </a:p>
          <a:p xmlns:a="http://schemas.openxmlformats.org/drawingml/2006/main">
            <a:r>
              <a:t>Answer guidance: A pupil-owned shape, colour, repeat or placement decision. Accept a gesture to that part with a clear meaning.</a:t>
            </a:r>
          </a:p>
          <a:p xmlns:a="http://schemas.openxmlformats.org/drawingml/2006/main">
            <a:r>
              <a:t>Answer guidance: No. The dark paper is the background; A uses two bright colours for its marks.</a:t>
            </a:r>
          </a:p>
          <a:p xmlns:a="http://schemas.openxmlformats.org/drawingml/2006/main">
            <a:r>
              <a:t>Answer guidance: All three marks, in the same order each time; the whole three-mark unit is used again.</a:t>
            </a:r>
          </a:p>
          <a:p xmlns:a="http://schemas.openxmlformats.org/drawingml/2006/main">
            <a:r>
              <a:t>Answer guidance: A specific comparison, such as planned pink rings present in the work, one missing ring noticed, or an intentional colour change identified. No change is required when the chosen feature already matches.</a:t>
            </a:r>
          </a:p>
          <a:p xmlns:a="http://schemas.openxmlformats.org/drawingml/2006/main">
            <a:r>
              <a:t>Picture description: The plan shows a yellow dot followed by a pink ring. It names two colours, yellow and pink, and says to use the pair again.</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Exit; 3 minutes; lesson clock 37 to 40.</a:t>
            </a:r>
          </a:p>
          <a:p xmlns:a="http://schemas.openxmlformats.org/drawingml/2006/main">
            <a:r>
              <a:t>Adult note: Show the unchanged Example A and its plan. Use one tier and brief responses. Use the pupil's plan and artwork wherever a check asks for their work.</a:t>
            </a:r>
          </a:p>
          <a:p xmlns:a="http://schemas.openxmlformats.org/drawingml/2006/main">
            <a:r>
              <a:t>Answer guidance: Use the same bit again.</a:t>
            </a:r>
          </a:p>
          <a:p xmlns:a="http://schemas.openxmlformats.org/drawingml/2006/main">
            <a:r>
              <a:t>Answer guidance: The pupil points to two places where their own unit appears. Record what they showed.</a:t>
            </a:r>
          </a:p>
          <a:p xmlns:a="http://schemas.openxmlformats.org/drawingml/2006/main">
            <a:r>
              <a:t>Answer guidance: The pupil locates a planned colour in their artwork, or identifies that it is missing or different. Record the actual match or difference shown.</a:t>
            </a:r>
          </a:p>
          <a:p xmlns:a="http://schemas.openxmlformats.org/drawingml/2006/main">
            <a:r>
              <a:t>Answer guidance: The pupil shows two occurrences of their own repeated unit, in the same order.</a:t>
            </a:r>
          </a:p>
          <a:p xmlns:a="http://schemas.openxmlformats.org/drawingml/2006/main">
            <a:r>
              <a:t>Answer guidance: Compare one planned shape, colour or repeat with the artwork. A clear demonstration of such a comparison is valid.</a:t>
            </a:r>
          </a:p>
          <a:p xmlns:a="http://schemas.openxmlformats.org/drawingml/2006/main">
            <a:r>
              <a:t>Answer guidance: A pupil-owned shape, colour, repeat or placement decision. Accept a gesture to that part with a clear meaning.</a:t>
            </a:r>
          </a:p>
          <a:p xmlns:a="http://schemas.openxmlformats.org/drawingml/2006/main">
            <a:r>
              <a:t>Answer guidance: No. The dark paper is the background; A uses two bright colours for its marks.</a:t>
            </a:r>
          </a:p>
          <a:p xmlns:a="http://schemas.openxmlformats.org/drawingml/2006/main">
            <a:r>
              <a:t>Answer guidance: All three marks, in the same order each time; the whole three-mark unit is used again.</a:t>
            </a:r>
          </a:p>
          <a:p xmlns:a="http://schemas.openxmlformats.org/drawingml/2006/main">
            <a:r>
              <a:t>Answer guidance: A specific comparison, such as planned pink rings present in the work, one missing ring noticed, or an intentional colour change identified. No change is required when the chosen feature already matches.</a:t>
            </a:r>
          </a:p>
          <a:p xmlns:a="http://schemas.openxmlformats.org/drawingml/2006/main">
            <a:r>
              <a:t>Use this tier as an alternative to the other tiers. Continuation adds no teaching time.</a:t>
            </a:r>
          </a:p>
          <a:p xmlns:a="http://schemas.openxmlformats.org/drawingml/2006/main">
            <a:r>
              <a:t>1. Repeat</a:t>
            </a:r>
          </a:p>
          <a:p xmlns:a="http://schemas.openxmlformats.org/drawingml/2006/main">
            <a:r>
              <a:t>Answer guidance: Use the same bit again.</a:t>
            </a:r>
          </a:p>
          <a:p xmlns:a="http://schemas.openxmlformats.org/drawingml/2006/main">
            <a:r>
              <a:t>2. Again</a:t>
            </a:r>
          </a:p>
          <a:p xmlns:a="http://schemas.openxmlformats.org/drawingml/2006/main">
            <a:r>
              <a:t>Answer guidance: The pupil points to two places where their own unit appears. Record what they showed.</a:t>
            </a:r>
          </a:p>
          <a:p xmlns:a="http://schemas.openxmlformats.org/drawingml/2006/main">
            <a:r>
              <a:t>3. Check</a:t>
            </a:r>
          </a:p>
          <a:p xmlns:a="http://schemas.openxmlformats.org/drawingml/2006/main">
            <a:r>
              <a:t>Answer guidance: The pupil locates a planned colour in their artwork, or identifies that it is missing or different. Record the actual match or difference shown.</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Exit; 3 minutes; lesson clock 37 to 40.</a:t>
            </a:r>
          </a:p>
          <a:p xmlns:a="http://schemas.openxmlformats.org/drawingml/2006/main">
            <a:r>
              <a:t>Adult note: Show the unchanged Example A and its plan. Use one tier and brief responses. Use the pupil's plan and artwork wherever a check asks for their work.</a:t>
            </a:r>
          </a:p>
          <a:p xmlns:a="http://schemas.openxmlformats.org/drawingml/2006/main">
            <a:r>
              <a:t>Answer guidance: Use the same bit again.</a:t>
            </a:r>
          </a:p>
          <a:p xmlns:a="http://schemas.openxmlformats.org/drawingml/2006/main">
            <a:r>
              <a:t>Answer guidance: The pupil points to two places where their own unit appears. Record what they showed.</a:t>
            </a:r>
          </a:p>
          <a:p xmlns:a="http://schemas.openxmlformats.org/drawingml/2006/main">
            <a:r>
              <a:t>Answer guidance: The pupil locates a planned colour in their artwork, or identifies that it is missing or different. Record the actual match or difference shown.</a:t>
            </a:r>
          </a:p>
          <a:p xmlns:a="http://schemas.openxmlformats.org/drawingml/2006/main">
            <a:r>
              <a:t>Answer guidance: The pupil shows two occurrences of their own repeated unit, in the same order.</a:t>
            </a:r>
          </a:p>
          <a:p xmlns:a="http://schemas.openxmlformats.org/drawingml/2006/main">
            <a:r>
              <a:t>Answer guidance: Compare one planned shape, colour or repeat with the artwork. A clear demonstration of such a comparison is valid.</a:t>
            </a:r>
          </a:p>
          <a:p xmlns:a="http://schemas.openxmlformats.org/drawingml/2006/main">
            <a:r>
              <a:t>Answer guidance: A pupil-owned shape, colour, repeat or placement decision. Accept a gesture to that part with a clear meaning.</a:t>
            </a:r>
          </a:p>
          <a:p xmlns:a="http://schemas.openxmlformats.org/drawingml/2006/main">
            <a:r>
              <a:t>Answer guidance: No. The dark paper is the background; A uses two bright colours for its marks.</a:t>
            </a:r>
          </a:p>
          <a:p xmlns:a="http://schemas.openxmlformats.org/drawingml/2006/main">
            <a:r>
              <a:t>Answer guidance: All three marks, in the same order each time; the whole three-mark unit is used again.</a:t>
            </a:r>
          </a:p>
          <a:p xmlns:a="http://schemas.openxmlformats.org/drawingml/2006/main">
            <a:r>
              <a:t>Answer guidance: A specific comparison, such as planned pink rings present in the work, one missing ring noticed, or an intentional colour change identified. No change is required when the chosen feature already matches.</a:t>
            </a:r>
          </a:p>
          <a:p xmlns:a="http://schemas.openxmlformats.org/drawingml/2006/main">
            <a:r>
              <a:t>Use this tier as an alternative to the other tiers. Continuation adds no teaching time.</a:t>
            </a:r>
          </a:p>
          <a:p xmlns:a="http://schemas.openxmlformats.org/drawingml/2006/main">
            <a:r>
              <a:t>1. Repeat</a:t>
            </a:r>
          </a:p>
          <a:p xmlns:a="http://schemas.openxmlformats.org/drawingml/2006/main">
            <a:r>
              <a:t>Answer guidance: The pupil shows two occurrences of their own repeated unit, in the same order.</a:t>
            </a:r>
          </a:p>
          <a:p xmlns:a="http://schemas.openxmlformats.org/drawingml/2006/main">
            <a:r>
              <a:t>2. Check</a:t>
            </a:r>
          </a:p>
          <a:p xmlns:a="http://schemas.openxmlformats.org/drawingml/2006/main">
            <a:r>
              <a:t>Answer guidance: Compare one planned shape, colour or repeat with the artwork. A clear demonstration of such a comparison is valid.</a:t>
            </a:r>
          </a:p>
          <a:p xmlns:a="http://schemas.openxmlformats.org/drawingml/2006/main">
            <a:r>
              <a:t>3. Choice</a:t>
            </a:r>
          </a:p>
          <a:p xmlns:a="http://schemas.openxmlformats.org/drawingml/2006/main">
            <a:r>
              <a:t>Answer guidance: A pupil-owned shape, colour, repeat or placement decision. Accept a gesture to that part with a clear meaning.</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ART-BUILD-A2-W01-P2</a:t>
            </a:r>
          </a:p>
          <a:p xmlns:a="http://schemas.openxmlformats.org/drawingml/2006/main">
            <a:r>
              <a:t>Stage: Exit; 3 minutes; lesson clock 37 to 40.</a:t>
            </a:r>
          </a:p>
          <a:p xmlns:a="http://schemas.openxmlformats.org/drawingml/2006/main">
            <a:r>
              <a:t>Adult note: Show the unchanged Example A and its plan. Use one tier and brief responses. Use the pupil's plan and artwork wherever a check asks for their work.</a:t>
            </a:r>
          </a:p>
          <a:p xmlns:a="http://schemas.openxmlformats.org/drawingml/2006/main">
            <a:r>
              <a:t>Answer guidance: Use the same bit again.</a:t>
            </a:r>
          </a:p>
          <a:p xmlns:a="http://schemas.openxmlformats.org/drawingml/2006/main">
            <a:r>
              <a:t>Answer guidance: The pupil points to two places where their own unit appears. Record what they showed.</a:t>
            </a:r>
          </a:p>
          <a:p xmlns:a="http://schemas.openxmlformats.org/drawingml/2006/main">
            <a:r>
              <a:t>Answer guidance: The pupil locates a planned colour in their artwork, or identifies that it is missing or different. Record the actual match or difference shown.</a:t>
            </a:r>
          </a:p>
          <a:p xmlns:a="http://schemas.openxmlformats.org/drawingml/2006/main">
            <a:r>
              <a:t>Answer guidance: The pupil shows two occurrences of their own repeated unit, in the same order.</a:t>
            </a:r>
          </a:p>
          <a:p xmlns:a="http://schemas.openxmlformats.org/drawingml/2006/main">
            <a:r>
              <a:t>Answer guidance: Compare one planned shape, colour or repeat with the artwork. A clear demonstration of such a comparison is valid.</a:t>
            </a:r>
          </a:p>
          <a:p xmlns:a="http://schemas.openxmlformats.org/drawingml/2006/main">
            <a:r>
              <a:t>Answer guidance: A pupil-owned shape, colour, repeat or placement decision. Accept a gesture to that part with a clear meaning.</a:t>
            </a:r>
          </a:p>
          <a:p xmlns:a="http://schemas.openxmlformats.org/drawingml/2006/main">
            <a:r>
              <a:t>Answer guidance: No. The dark paper is the background; A uses two bright colours for its marks.</a:t>
            </a:r>
          </a:p>
          <a:p xmlns:a="http://schemas.openxmlformats.org/drawingml/2006/main">
            <a:r>
              <a:t>Answer guidance: All three marks, in the same order each time; the whole three-mark unit is used again.</a:t>
            </a:r>
          </a:p>
          <a:p xmlns:a="http://schemas.openxmlformats.org/drawingml/2006/main">
            <a:r>
              <a:t>Answer guidance: A specific comparison, such as planned pink rings present in the work, one missing ring noticed, or an intentional colour change identified. No change is required when the chosen feature already matches.</a:t>
            </a:r>
          </a:p>
          <a:p xmlns:a="http://schemas.openxmlformats.org/drawingml/2006/main">
            <a:r>
              <a:t>Use this tier as an alternative to the other tiers. Continuation adds no teaching time.</a:t>
            </a:r>
          </a:p>
          <a:p xmlns:a="http://schemas.openxmlformats.org/drawingml/2006/main">
            <a:r>
              <a:t>1. Colours</a:t>
            </a:r>
          </a:p>
          <a:p xmlns:a="http://schemas.openxmlformats.org/drawingml/2006/main">
            <a:r>
              <a:t>Answer guidance: No. The dark paper is the background; A uses two bright colours for its marks.</a:t>
            </a:r>
          </a:p>
          <a:p xmlns:a="http://schemas.openxmlformats.org/drawingml/2006/main">
            <a:r>
              <a:t>2. Change</a:t>
            </a:r>
          </a:p>
          <a:p xmlns:a="http://schemas.openxmlformats.org/drawingml/2006/main">
            <a:r>
              <a:t>Answer guidance: All three marks, in the same order each time; the whole three-mark unit is used again.</a:t>
            </a:r>
          </a:p>
          <a:p xmlns:a="http://schemas.openxmlformats.org/drawingml/2006/main">
            <a:r>
              <a:t>3. Check</a:t>
            </a:r>
          </a:p>
          <a:p xmlns:a="http://schemas.openxmlformats.org/drawingml/2006/main">
            <a:r>
              <a:t>Answer guidance: A specific comparison, such as planned pink rings present in the work, one missing ring noticed, or an intentional colour change identified. No change is required when the chosen feature already matches.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0b57eb5a7fb748c2"/></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9e1588597d5840d5"/></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460aefdb70c14590"/></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6a3d27816d954cfa"/></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7c093c626bb741e9"/></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12101e6ff2814e8c"/></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D704ED6-8352-4FBB-AA25-E24C82E06166}"/>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7DCF225-E086-48AF-88C0-CD02ACE25A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AB3F2E9C-7907-4584-8B2C-9952C0760B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EFF95F9E-13CB-4A8C-8E77-05666D118FCA}"/>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83DE3BC-2FF3-4E8A-BE2D-FE841714F4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6E241D4-575D-4B57-95E4-97C96A0903A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00EE7A9-B588-4F10-B243-97CD631558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53BB8B2-50A8-40D0-8FC9-66254ABA2A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438A3D58-7F8B-4DB4-9B3A-30E0A9066F6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4E38280-FE22-41B4-AFA1-842E91891B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75E7B93-CD1B-4CE3-8F45-D5E33A2FB1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CD04D0D-04E9-41EA-8DD0-BB63368605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908E1D5-467E-4142-B43D-0DF617A9370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426351B-0159-449A-866A-3C48CD1EB3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A9B8EE5-23BA-422B-915A-0770AFCF32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52f498854ae74a4c"/><Relationship Type="http://schemas.openxmlformats.org/officeDocument/2006/relationships/slideLayout" Target="/ppt/slideLayouts/slideLayout1.xml" Id="R75393a0564454b7e"/><Relationship Type="http://schemas.openxmlformats.org/officeDocument/2006/relationships/slideLayout" Target="/ppt/slideLayouts/slideLayout2.xml" Id="Re50ea55e666a4107"/><Relationship Type="http://schemas.openxmlformats.org/officeDocument/2006/relationships/slideLayout" Target="/ppt/slideLayouts/slideLayout3.xml" Id="Rb7c0ec47ef2444df"/><Relationship Type="http://schemas.openxmlformats.org/officeDocument/2006/relationships/slideLayout" Target="/ppt/slideLayouts/slideLayout4.xml" Id="R1b772d4a15104d6a"/><Relationship Type="http://schemas.openxmlformats.org/officeDocument/2006/relationships/slideLayout" Target="/ppt/slideLayouts/slideLayout5.xml" Id="Red9f5450371f43f4"/><Relationship Type="http://schemas.openxmlformats.org/officeDocument/2006/relationships/slideLayout" Target="/ppt/slideLayouts/slideLayout6.xml" Id="Rc75218243e704a5f"/></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393a0564454b7e"/>
    <p:sldLayoutId xmlns:r="http://schemas.openxmlformats.org/officeDocument/2006/relationships" id="2147483650" r:id="Re50ea55e666a4107"/>
    <p:sldLayoutId xmlns:r="http://schemas.openxmlformats.org/officeDocument/2006/relationships" id="2147483651" r:id="Rb7c0ec47ef2444df"/>
    <p:sldLayoutId xmlns:r="http://schemas.openxmlformats.org/officeDocument/2006/relationships" id="2147483652" r:id="R1b772d4a15104d6a"/>
    <p:sldLayoutId xmlns:r="http://schemas.openxmlformats.org/officeDocument/2006/relationships" id="2147483653" r:id="Red9f5450371f43f4"/>
    <p:sldLayoutId xmlns:r="http://schemas.openxmlformats.org/officeDocument/2006/relationships" id="2147483654" r:id="Rc75218243e704a5f"/>
  </p:sldLayoutIdLst>
  <p:txStyles>
    <p:titleStyle>
      <a:lvl1pPr xmlns:a="http://schemas.openxmlformats.org/drawingml/2006/main" algn="l">
        <a:lnSpc>
          <a:spcPct val="90000"/>
        </a:lnSpc>
        <a:spcBef>
          <a:spcPts val="0"/>
        </a:spcBef>
        <a:buNone/>
        <a:defRPr sz="4400" lang="en-GB">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lang="en-GB">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lang="en-GB">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lang="en-GB">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lang="en-GB">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lang="en-GB">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lang="en-GB">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lang="en-GB">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lang="en-GB">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lang="en-GB">
          <a:solidFill>
            <a:schemeClr val="tx1"/>
          </a:solidFill>
          <a:latin typeface="Arial"/>
          <a:ea typeface="Arial"/>
          <a:cs typeface="Arial"/>
        </a:defRPr>
      </a:lvl9pPr>
    </p:bodyStyle>
    <p:otherStyle>
      <a:lvl1pPr xmlns:a="http://schemas.openxmlformats.org/drawingml/2006/main" marL="0" algn="l">
        <a:buNone/>
        <a:defRPr sz="1800" lang="en-GB">
          <a:solidFill>
            <a:schemeClr val="tx1"/>
          </a:solidFill>
          <a:latin typeface="Arial"/>
          <a:ea typeface="Arial"/>
          <a:cs typeface="Arial"/>
        </a:defRPr>
      </a:lvl1pPr>
      <a:lvl2pPr xmlns:a="http://schemas.openxmlformats.org/drawingml/2006/main" marL="457200" algn="l">
        <a:buNone/>
        <a:defRPr sz="1800" lang="en-GB">
          <a:solidFill>
            <a:schemeClr val="tx1"/>
          </a:solidFill>
          <a:latin typeface="Arial"/>
          <a:ea typeface="Arial"/>
          <a:cs typeface="Arial"/>
        </a:defRPr>
      </a:lvl2pPr>
      <a:lvl3pPr xmlns:a="http://schemas.openxmlformats.org/drawingml/2006/main" marL="914400" algn="l">
        <a:buNone/>
        <a:defRPr sz="1800" lang="en-GB">
          <a:solidFill>
            <a:schemeClr val="tx1"/>
          </a:solidFill>
          <a:latin typeface="Arial"/>
          <a:ea typeface="Arial"/>
          <a:cs typeface="Arial"/>
        </a:defRPr>
      </a:lvl3pPr>
      <a:lvl4pPr xmlns:a="http://schemas.openxmlformats.org/drawingml/2006/main" marL="1371600" algn="l">
        <a:buNone/>
        <a:defRPr sz="1800" lang="en-GB">
          <a:solidFill>
            <a:schemeClr val="tx1"/>
          </a:solidFill>
          <a:latin typeface="Arial"/>
          <a:ea typeface="Arial"/>
          <a:cs typeface="Arial"/>
        </a:defRPr>
      </a:lvl4pPr>
      <a:lvl5pPr xmlns:a="http://schemas.openxmlformats.org/drawingml/2006/main" marL="1828800" algn="l">
        <a:buNone/>
        <a:defRPr sz="1800" lang="en-GB">
          <a:solidFill>
            <a:schemeClr val="tx1"/>
          </a:solidFill>
          <a:latin typeface="Arial"/>
          <a:ea typeface="Arial"/>
          <a:cs typeface="Arial"/>
        </a:defRPr>
      </a:lvl5pPr>
      <a:lvl6pPr xmlns:a="http://schemas.openxmlformats.org/drawingml/2006/main" marL="2286000" algn="l">
        <a:buNone/>
        <a:defRPr sz="1800" lang="en-GB">
          <a:solidFill>
            <a:schemeClr val="tx1"/>
          </a:solidFill>
          <a:latin typeface="Arial"/>
          <a:ea typeface="Arial"/>
          <a:cs typeface="Arial"/>
        </a:defRPr>
      </a:lvl6pPr>
      <a:lvl7pPr xmlns:a="http://schemas.openxmlformats.org/drawingml/2006/main" marL="2743200" algn="l">
        <a:buNone/>
        <a:defRPr sz="1800" lang="en-GB">
          <a:solidFill>
            <a:schemeClr val="tx1"/>
          </a:solidFill>
          <a:latin typeface="Arial"/>
          <a:ea typeface="Arial"/>
          <a:cs typeface="Arial"/>
        </a:defRPr>
      </a:lvl7pPr>
      <a:lvl8pPr xmlns:a="http://schemas.openxmlformats.org/drawingml/2006/main" marL="3200400" algn="l">
        <a:buNone/>
        <a:defRPr sz="1800" lang="en-GB">
          <a:solidFill>
            <a:schemeClr val="tx1"/>
          </a:solidFill>
          <a:latin typeface="Arial"/>
          <a:ea typeface="Arial"/>
          <a:cs typeface="Arial"/>
        </a:defRPr>
      </a:lvl8pPr>
      <a:lvl9pPr xmlns:a="http://schemas.openxmlformats.org/drawingml/2006/main" marL="3657600" algn="l">
        <a:buNone/>
        <a:defRPr sz="1800" lang="en-GB">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fc111c3b086e4427"/><Relationship Type="http://schemas.openxmlformats.org/officeDocument/2006/relationships/image" Target="/ppt/media/image.jpeg" Id="R83541d45203b4b1e"/><Relationship Type="http://schemas.openxmlformats.org/officeDocument/2006/relationships/notesSlide" Target="/ppt/notesSlides/notesSlide1.xml" Id="Rdccec45522f542b7"/></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0ca947d7124443c2"/><Relationship Type="http://schemas.openxmlformats.org/officeDocument/2006/relationships/image" Target="../media/image.jpeg" Id="R23e06fc671ef4971"/><Relationship Type="http://schemas.openxmlformats.org/officeDocument/2006/relationships/notesSlide" Target="/ppt/notesSlides/notesSlide2.xml" Id="Ra463e3a3aa304675"/></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7fbbaf9928a94511"/><Relationship Type="http://schemas.openxmlformats.org/officeDocument/2006/relationships/image" Target="../media/image.jpeg" Id="R89ea383c1cdc4312"/><Relationship Type="http://schemas.openxmlformats.org/officeDocument/2006/relationships/notesSlide" Target="/ppt/notesSlides/notesSlide3.xml" Id="Ra5eb2ee5cfad45aa"/></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b6a30cc24f9b4d5e"/><Relationship Type="http://schemas.openxmlformats.org/officeDocument/2006/relationships/image" Target="../media/image.jpeg" Id="R666a1118abd14c73"/><Relationship Type="http://schemas.openxmlformats.org/officeDocument/2006/relationships/notesSlide" Target="/ppt/notesSlides/notesSlide4.xml" Id="Ree7b70a218134e81"/></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a44f6fb6ccef4c13"/><Relationship Type="http://schemas.openxmlformats.org/officeDocument/2006/relationships/image" Target="../media/image.jpeg" Id="Rccf83f3601d544ff"/><Relationship Type="http://schemas.openxmlformats.org/officeDocument/2006/relationships/notesSlide" Target="/ppt/notesSlides/notesSlide5.xml" Id="Rca89db42a8d34b60"/></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9f49bb86176b4aeb"/><Relationship Type="http://schemas.openxmlformats.org/officeDocument/2006/relationships/image" Target="../media/image.jpeg" Id="R746f16d3df0c45e0"/><Relationship Type="http://schemas.openxmlformats.org/officeDocument/2006/relationships/notesSlide" Target="/ppt/notesSlides/notesSlide6.xml" Id="R0b55b204ca8f4727"/></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2690d52dea2141e5"/><Relationship Type="http://schemas.openxmlformats.org/officeDocument/2006/relationships/image" Target="../media/image.jpeg" Id="R76aa729272704398"/><Relationship Type="http://schemas.openxmlformats.org/officeDocument/2006/relationships/notesSlide" Target="/ppt/notesSlides/notesSlide7.xml" Id="Ra58769cdc9ac4a07"/></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7025ffc74c354cb1"/><Relationship Type="http://schemas.openxmlformats.org/officeDocument/2006/relationships/image" Target="../media/image.jpeg" Id="Rc647ff97ffc745c0"/><Relationship Type="http://schemas.openxmlformats.org/officeDocument/2006/relationships/notesSlide" Target="/ppt/notesSlides/notesSlide8.xml" Id="Rab80da29cf7f43ce"/></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16a84ff945b04769"/><Relationship Type="http://schemas.openxmlformats.org/officeDocument/2006/relationships/image" Target="../media/image.jpeg" Id="R923b80a4282a456c"/><Relationship Type="http://schemas.openxmlformats.org/officeDocument/2006/relationships/notesSlide" Target="/ppt/notesSlides/notesSlide9.xml" Id="R4164c5cbbdc34820"/></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3b7cd8df146f4c94"/><Relationship Type="http://schemas.openxmlformats.org/officeDocument/2006/relationships/image" Target="../media/image.jpeg" Id="R5814d261ee1344c1"/><Relationship Type="http://schemas.openxmlformats.org/officeDocument/2006/relationships/notesSlide" Target="/ppt/notesSlides/notesSlide10.xml" Id="R8a0f10483be94a73"/></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1061c4266806442a"/><Relationship Type="http://schemas.openxmlformats.org/officeDocument/2006/relationships/image" Target="../media/image.jpeg" Id="Rc42c4fc938f64a48"/><Relationship Type="http://schemas.openxmlformats.org/officeDocument/2006/relationships/notesSlide" Target="/ppt/notesSlides/notesSlide11.xml" Id="Rf01240c23bd64697"/></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cfaa8cfa008b491d"/><Relationship Type="http://schemas.openxmlformats.org/officeDocument/2006/relationships/image" Target="../media/image.jpeg" Id="R4fe60a540a84452c"/><Relationship Type="http://schemas.openxmlformats.org/officeDocument/2006/relationships/notesSlide" Target="/ppt/notesSlides/notesSlide12.xml" Id="Rde69efd0283c486a"/></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33268b7abc2d474f"/><Relationship Type="http://schemas.openxmlformats.org/officeDocument/2006/relationships/image" Target="../media/image.jpeg" Id="Ra96f5f5bc0df4501"/><Relationship Type="http://schemas.openxmlformats.org/officeDocument/2006/relationships/notesSlide" Target="/ppt/notesSlides/notesSlide13.xml" Id="R3aa46a5703e3406f"/></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a2614eada37d45a5"/><Relationship Type="http://schemas.openxmlformats.org/officeDocument/2006/relationships/image" Target="../media/image.jpeg" Id="Rfc5abc7c13054458"/><Relationship Type="http://schemas.openxmlformats.org/officeDocument/2006/relationships/notesSlide" Target="/ppt/notesSlides/notesSlide14.xml" Id="R9ba78bdfc4c34170"/></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8f390ae7cc6c4968"/><Relationship Type="http://schemas.openxmlformats.org/officeDocument/2006/relationships/image" Target="../media/image.jpeg" Id="R61c7252cb1bd4485"/><Relationship Type="http://schemas.openxmlformats.org/officeDocument/2006/relationships/notesSlide" Target="/ppt/notesSlides/notesSlide15.xml" Id="R23d8c64f5f864d08"/></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70dda3bd114a401e"/><Relationship Type="http://schemas.openxmlformats.org/officeDocument/2006/relationships/image" Target="../media/image.jpeg" Id="R1d9416646e0245cf"/><Relationship Type="http://schemas.openxmlformats.org/officeDocument/2006/relationships/notesSlide" Target="/ppt/notesSlides/notesSlide16.xml" Id="R6fe7e469bf17472d"/></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4c9d5ce9fdff4d6c"/><Relationship Type="http://schemas.openxmlformats.org/officeDocument/2006/relationships/image" Target="../media/image.jpeg" Id="R9d26f44ff7be46fe"/><Relationship Type="http://schemas.openxmlformats.org/officeDocument/2006/relationships/notesSlide" Target="/ppt/notesSlides/notesSlide17.xml" Id="Ra0129807364c4064"/></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73c285822c4643f0"/><Relationship Type="http://schemas.openxmlformats.org/officeDocument/2006/relationships/image" Target="../media/image.jpeg" Id="R06c691de31c74aae"/><Relationship Type="http://schemas.openxmlformats.org/officeDocument/2006/relationships/notesSlide" Target="/ppt/notesSlides/notesSlide18.xml" Id="Rb21cc8541a81483f"/></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dd38dd534037473c"/><Relationship Type="http://schemas.openxmlformats.org/officeDocument/2006/relationships/image" Target="../media/image.jpeg" Id="Ra4e6f93710614ed6"/><Relationship Type="http://schemas.openxmlformats.org/officeDocument/2006/relationships/notesSlide" Target="/ppt/notesSlides/notesSlide19.xml" Id="Rce8eb9400bf847ca"/></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aea02879626c45f1"/><Relationship Type="http://schemas.openxmlformats.org/officeDocument/2006/relationships/image" Target="../media/image.jpeg" Id="R2e561cab11eb4b4a"/><Relationship Type="http://schemas.openxmlformats.org/officeDocument/2006/relationships/notesSlide" Target="/ppt/notesSlides/notesSlide20.xml" Id="Rdeee20aa4a204dd7"/></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e6741c1f0c0d481c"/><Relationship Type="http://schemas.openxmlformats.org/officeDocument/2006/relationships/image" Target="../media/image.jpeg" Id="R3a74bb8f11774d40"/><Relationship Type="http://schemas.openxmlformats.org/officeDocument/2006/relationships/notesSlide" Target="/ppt/notesSlides/notesSlide21.xml" Id="R41386113c3424856"/></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128a4c1eb14f4bd6"/><Relationship Type="http://schemas.openxmlformats.org/officeDocument/2006/relationships/image" Target="../media/image.jpeg" Id="Rbd14a309f62443e7"/><Relationship Type="http://schemas.openxmlformats.org/officeDocument/2006/relationships/notesSlide" Target="/ppt/notesSlides/notesSlide22.xml" Id="Red4ea44fbe2f48f2"/></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f54c010e66cb4c73"/><Relationship Type="http://schemas.openxmlformats.org/officeDocument/2006/relationships/image" Target="../media/image.jpeg" Id="R12147f0659d34522"/><Relationship Type="http://schemas.openxmlformats.org/officeDocument/2006/relationships/notesSlide" Target="/ppt/notesSlides/notesSlide23.xml" Id="Ra360b8ebb2ae44f5"/></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c547b2479b274b9d"/><Relationship Type="http://schemas.openxmlformats.org/officeDocument/2006/relationships/image" Target="../media/image.jpeg" Id="R68006f754d2c4f0e"/><Relationship Type="http://schemas.openxmlformats.org/officeDocument/2006/relationships/notesSlide" Target="/ppt/notesSlides/notesSlide24.xml" Id="R6c0281838bcf4d24"/></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0cef0cbbde9544d4"/><Relationship Type="http://schemas.openxmlformats.org/officeDocument/2006/relationships/image" Target="../media/image.jpeg" Id="R881c8aa5c6354e2e"/><Relationship Type="http://schemas.openxmlformats.org/officeDocument/2006/relationships/notesSlide" Target="/ppt/notesSlides/notesSlide25.xml" Id="R612f946c376647c9"/></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00e891868ead42f0"/><Relationship Type="http://schemas.openxmlformats.org/officeDocument/2006/relationships/image" Target="../media/image.jpeg" Id="R6c41c90b63294c02"/><Relationship Type="http://schemas.openxmlformats.org/officeDocument/2006/relationships/notesSlide" Target="/ppt/notesSlides/notesSlide26.xml" Id="R876967f291e2427f"/></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401717ba9f7b4228"/><Relationship Type="http://schemas.openxmlformats.org/officeDocument/2006/relationships/image" Target="../media/image.jpeg" Id="R6ca9665937694f0b"/><Relationship Type="http://schemas.openxmlformats.org/officeDocument/2006/relationships/notesSlide" Target="/ppt/notesSlides/notesSlide27.xml" Id="Re786177b75d64b1e"/></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3481af5973934365"/><Relationship Type="http://schemas.openxmlformats.org/officeDocument/2006/relationships/image" Target="../media/image.jpeg" Id="Rb3d4bd1911e04bf9"/><Relationship Type="http://schemas.openxmlformats.org/officeDocument/2006/relationships/notesSlide" Target="/ppt/notesSlides/notesSlide28.xml" Id="R2652f814b4734f96"/></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0fcc0fcacbb64298"/><Relationship Type="http://schemas.openxmlformats.org/officeDocument/2006/relationships/image" Target="../media/image.jpeg" Id="Reaa8692cea1d4aa0"/><Relationship Type="http://schemas.openxmlformats.org/officeDocument/2006/relationships/notesSlide" Target="/ppt/notesSlides/notesSlide29.xml" Id="Rd16e35f3fa6a4fcc"/></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ebc14ad2a9fb41cc"/><Relationship Type="http://schemas.openxmlformats.org/officeDocument/2006/relationships/image" Target="../media/image.jpeg" Id="Rf49a6c50cdf846d9"/><Relationship Type="http://schemas.openxmlformats.org/officeDocument/2006/relationships/notesSlide" Target="/ppt/notesSlides/notesSlide30.xml" Id="Re9b644b5ef854697"/></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7f0e476c576e4875"/><Relationship Type="http://schemas.openxmlformats.org/officeDocument/2006/relationships/image" Target="../media/image.jpeg" Id="R6726952452bb45e2"/><Relationship Type="http://schemas.openxmlformats.org/officeDocument/2006/relationships/notesSlide" Target="/ppt/notesSlides/notesSlide31.xml" Id="R99acb2e3dc9e42c1"/></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0cde38b9ec334ab3"/><Relationship Type="http://schemas.openxmlformats.org/officeDocument/2006/relationships/image" Target="../media/image.jpeg" Id="R532065c4009249d7"/><Relationship Type="http://schemas.openxmlformats.org/officeDocument/2006/relationships/notesSlide" Target="/ppt/notesSlides/notesSlide32.xml" Id="Ra5c5c61895504faa"/></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74badd85109444df"/><Relationship Type="http://schemas.openxmlformats.org/officeDocument/2006/relationships/image" Target="../media/image.jpeg" Id="Rb5c6f53ed6be4e24"/><Relationship Type="http://schemas.openxmlformats.org/officeDocument/2006/relationships/notesSlide" Target="/ppt/notesSlides/notesSlide33.xml" Id="Rb0742570deb54e03"/></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57e9893daa0f43b9"/><Relationship Type="http://schemas.openxmlformats.org/officeDocument/2006/relationships/image" Target="../media/image.jpeg" Id="R1a161c1f245f4652"/><Relationship Type="http://schemas.openxmlformats.org/officeDocument/2006/relationships/notesSlide" Target="/ppt/notesSlides/notesSlide34.xml" Id="R68e3d4da1f7241a3"/></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61f3e5bbec974f7f"/><Relationship Type="http://schemas.openxmlformats.org/officeDocument/2006/relationships/image" Target="../media/image.jpeg" Id="R262bc7d0ebbf4ed4"/><Relationship Type="http://schemas.openxmlformats.org/officeDocument/2006/relationships/notesSlide" Target="/ppt/notesSlides/notesSlide35.xml" Id="R0f60f6038cab4479"/></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24d941a3b3764676"/><Relationship Type="http://schemas.openxmlformats.org/officeDocument/2006/relationships/image" Target="../media/image.jpeg" Id="Rf6322ac18d0943fa"/><Relationship Type="http://schemas.openxmlformats.org/officeDocument/2006/relationships/notesSlide" Target="/ppt/notesSlides/notesSlide36.xml" Id="R7af19ad3ddad4ea6"/></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224ea1a49c254fd9"/><Relationship Type="http://schemas.openxmlformats.org/officeDocument/2006/relationships/image" Target="../media/image.jpeg" Id="R9c6a46dd1cb9407f"/><Relationship Type="http://schemas.openxmlformats.org/officeDocument/2006/relationships/notesSlide" Target="/ppt/notesSlides/notesSlide37.xml" Id="Re43d53b704e142e6"/></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49e3c439245c44e3"/><Relationship Type="http://schemas.openxmlformats.org/officeDocument/2006/relationships/image" Target="../media/image.jpeg" Id="Re013a011157d4888"/><Relationship Type="http://schemas.openxmlformats.org/officeDocument/2006/relationships/notesSlide" Target="/ppt/notesSlides/notesSlide38.xml" Id="R8621cb77c8fc4a5b"/></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DDCD434-634B-4883-966B-EE9350FE5D15}"/>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73C6ED49-9901-4DB0-9F85-AB31D7EC0F3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Opening · 0 min · 00 to 00</a:t>
            </a:r>
          </a:p>
        </p:txBody>
      </p:sp>
      <p:sp>
        <p:nvSpPr>
          <p:cNvPr id="3" name="slide-title">
            <a:extLst xmlns:a="http://schemas.openxmlformats.org/drawingml/2006/main">
              <a:ext uri="{FF2B5EF4-FFF2-40B4-BE49-F238E27FC236}">
                <a16:creationId xmlns:a16="http://schemas.microsoft.com/office/drawing/2014/main" id="{FEC461DA-633E-493C-8DDE-809843454765}"/>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Make — My festival light pattern</a:t>
            </a:r>
          </a:p>
        </p:txBody>
      </p:sp>
      <p:pic>
        <p:nvPicPr>
          <p:cNvPr id="4" name="">
            <a:extLst xmlns:a="http://schemas.openxmlformats.org/drawingml/2006/main">
              <a:ext uri="{FF2B5EF4-FFF2-40B4-BE49-F238E27FC236}">
                <a16:creationId xmlns:a16="http://schemas.microsoft.com/office/drawing/2014/main" id="{B3418152-63B1-45C2-A65D-8306B16E8FEF}"/>
              </a:ext>
            </a:extLst>
          </p:cNvPr>
          <p:cNvPicPr>
            <a:picLocks xmlns:a="http://schemas.openxmlformats.org/drawingml/2006/main" noChangeAspect="1"/>
          </p:cNvPicPr>
          <p:nvPr/>
        </p:nvPicPr>
        <p:blipFill>
          <a:blip xmlns:r="http://schemas.openxmlformats.org/officeDocument/2006/relationships" xmlns:a="http://schemas.openxmlformats.org/drawingml/2006/main" r:embed="R83541d45203b4b1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48B4B5E7-1662-4AA2-AF63-C104065FEB4F}"/>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0DD74D34-C536-4FA6-91C5-4BBD612AB3C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4C3DBB5D-3055-4798-BD33-225F914643D5}"/>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A586B63-0ACB-412C-B0A9-2810838712A6}"/>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C020B4A-26E8-4790-BF37-B626B83BA120}"/>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6245B7D-E61A-4052-B0B3-EDBA31469D3F}"/>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59E86B69-D81B-4FA0-9D97-601E7DEC5B89}"/>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EC7A48C5-5CE5-4941-951E-1FD2325C7B2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DD94DD38-0CAC-4BEE-865E-3FE41FF1FD1A}"/>
              </a:ext>
            </a:extLst>
          </p:cNvPr>
          <p:cNvSpPr>
            <a:spLocks xmlns:a="http://schemas.openxmlformats.org/drawingml/2006/main" noGrp="1"/>
          </p:cNvSpPr>
          <p:nvPr/>
        </p:nvSpPr>
        <p:spPr>
          <a:xfrm xmlns:a="http://schemas.openxmlformats.org/drawingml/2006/main">
            <a:off x="381000" y="140970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Learning goal</a:t>
            </a:r>
          </a:p>
        </p:txBody>
      </p:sp>
      <p:sp>
        <p:nvSpPr>
          <p:cNvPr id="14" name="body-1">
            <a:extLst xmlns:a="http://schemas.openxmlformats.org/drawingml/2006/main">
              <a:ext uri="{FF2B5EF4-FFF2-40B4-BE49-F238E27FC236}">
                <a16:creationId xmlns:a16="http://schemas.microsoft.com/office/drawing/2014/main" id="{A5F96956-5F57-49EB-80A4-74B5DFDE2929}"/>
              </a:ext>
            </a:extLst>
          </p:cNvPr>
          <p:cNvSpPr>
            <a:spLocks xmlns:a="http://schemas.openxmlformats.org/drawingml/2006/main" noGrp="1"/>
          </p:cNvSpPr>
          <p:nvPr/>
        </p:nvSpPr>
        <p:spPr>
          <a:xfrm xmlns:a="http://schemas.openxmlformats.org/drawingml/2006/main">
            <a:off x="381000" y="1951292"/>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make a light pattern on dark paper.</a:t>
            </a:r>
          </a:p>
        </p:txBody>
      </p:sp>
      <p:sp>
        <p:nvSpPr>
          <p:cNvPr id="15" name="body-2">
            <a:extLst xmlns:a="http://schemas.openxmlformats.org/drawingml/2006/main">
              <a:ext uri="{FF2B5EF4-FFF2-40B4-BE49-F238E27FC236}">
                <a16:creationId xmlns:a16="http://schemas.microsoft.com/office/drawing/2014/main" id="{46B66E36-2F63-4061-BF68-5938A76E0CC6}"/>
              </a:ext>
            </a:extLst>
          </p:cNvPr>
          <p:cNvSpPr>
            <a:spLocks xmlns:a="http://schemas.openxmlformats.org/drawingml/2006/main" noGrp="1"/>
          </p:cNvSpPr>
          <p:nvPr/>
        </p:nvSpPr>
        <p:spPr>
          <a:xfrm xmlns:a="http://schemas.openxmlformats.org/drawingml/2006/main">
            <a:off x="381000" y="2492883"/>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Today I can</a:t>
            </a:r>
          </a:p>
        </p:txBody>
      </p:sp>
      <p:sp>
        <p:nvSpPr>
          <p:cNvPr id="16" name="body-3">
            <a:extLst xmlns:a="http://schemas.openxmlformats.org/drawingml/2006/main">
              <a:ext uri="{FF2B5EF4-FFF2-40B4-BE49-F238E27FC236}">
                <a16:creationId xmlns:a16="http://schemas.microsoft.com/office/drawing/2014/main" id="{A4066C70-1860-4857-A51E-BDAEECBE7C1D}"/>
              </a:ext>
            </a:extLst>
          </p:cNvPr>
          <p:cNvSpPr>
            <a:spLocks xmlns:a="http://schemas.openxmlformats.org/drawingml/2006/main" noGrp="1"/>
          </p:cNvSpPr>
          <p:nvPr/>
        </p:nvSpPr>
        <p:spPr>
          <a:xfrm xmlns:a="http://schemas.openxmlformats.org/drawingml/2006/main">
            <a:off x="381000" y="3034475"/>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choose shapes and two or three bright colours.</a:t>
            </a:r>
          </a:p>
        </p:txBody>
      </p:sp>
      <p:sp>
        <p:nvSpPr>
          <p:cNvPr id="17" name="body-4">
            <a:extLst xmlns:a="http://schemas.openxmlformats.org/drawingml/2006/main">
              <a:ext uri="{FF2B5EF4-FFF2-40B4-BE49-F238E27FC236}">
                <a16:creationId xmlns:a16="http://schemas.microsoft.com/office/drawing/2014/main" id="{E1845CEB-F666-419C-B755-EF3E503CD59E}"/>
              </a:ext>
            </a:extLst>
          </p:cNvPr>
          <p:cNvSpPr>
            <a:spLocks xmlns:a="http://schemas.openxmlformats.org/drawingml/2006/main" noGrp="1"/>
          </p:cNvSpPr>
          <p:nvPr/>
        </p:nvSpPr>
        <p:spPr>
          <a:xfrm xmlns:a="http://schemas.openxmlformats.org/drawingml/2006/main">
            <a:off x="381000" y="3576066"/>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use the same bit again.</a:t>
            </a:r>
          </a:p>
        </p:txBody>
      </p:sp>
      <p:sp>
        <p:nvSpPr>
          <p:cNvPr id="18" name="body-5">
            <a:extLst xmlns:a="http://schemas.openxmlformats.org/drawingml/2006/main">
              <a:ext uri="{FF2B5EF4-FFF2-40B4-BE49-F238E27FC236}">
                <a16:creationId xmlns:a16="http://schemas.microsoft.com/office/drawing/2014/main" id="{69FEBCCC-2D32-4085-9DED-599C12614D0C}"/>
              </a:ext>
            </a:extLst>
          </p:cNvPr>
          <p:cNvSpPr>
            <a:spLocks xmlns:a="http://schemas.openxmlformats.org/drawingml/2006/main" noGrp="1"/>
          </p:cNvSpPr>
          <p:nvPr/>
        </p:nvSpPr>
        <p:spPr>
          <a:xfrm xmlns:a="http://schemas.openxmlformats.org/drawingml/2006/main">
            <a:off x="381000" y="4117658"/>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check one thing in my plan.</a:t>
            </a:r>
          </a:p>
        </p:txBody>
      </p:sp>
      <p:sp>
        <p:nvSpPr>
          <p:cNvPr id="19" name="body-6">
            <a:extLst xmlns:a="http://schemas.openxmlformats.org/drawingml/2006/main">
              <a:ext uri="{FF2B5EF4-FFF2-40B4-BE49-F238E27FC236}">
                <a16:creationId xmlns:a16="http://schemas.microsoft.com/office/drawing/2014/main" id="{0708D573-9E92-4832-A37C-DF1AAB314730}"/>
              </a:ext>
            </a:extLst>
          </p:cNvPr>
          <p:cNvSpPr>
            <a:spLocks xmlns:a="http://schemas.openxmlformats.org/drawingml/2006/main" noGrp="1"/>
          </p:cNvSpPr>
          <p:nvPr/>
        </p:nvSpPr>
        <p:spPr>
          <a:xfrm xmlns:a="http://schemas.openxmlformats.org/drawingml/2006/main">
            <a:off x="381000" y="465924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can point, speak, sign, use symbols, draw or write.</a:t>
            </a:r>
          </a:p>
        </p:txBody>
      </p:sp>
      <p:sp>
        <p:nvSpPr>
          <p:cNvPr id="20" name="body-7">
            <a:extLst xmlns:a="http://schemas.openxmlformats.org/drawingml/2006/main">
              <a:ext uri="{FF2B5EF4-FFF2-40B4-BE49-F238E27FC236}">
                <a16:creationId xmlns:a16="http://schemas.microsoft.com/office/drawing/2014/main" id="{508011F9-7E65-4BA8-B9A4-91745D5A63CE}"/>
              </a:ext>
            </a:extLst>
          </p:cNvPr>
          <p:cNvSpPr>
            <a:spLocks xmlns:a="http://schemas.openxmlformats.org/drawingml/2006/main" noGrp="1"/>
          </p:cNvSpPr>
          <p:nvPr/>
        </p:nvSpPr>
        <p:spPr>
          <a:xfrm xmlns:a="http://schemas.openxmlformats.org/drawingml/2006/main">
            <a:off x="381000" y="520084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can ask an adult to move your shapes.</a:t>
            </a:r>
          </a:p>
        </p:txBody>
      </p:sp>
    </p:spTree>
    <p:extLst>
      <p:ext uri="{BB962C8B-B14F-4D97-AF65-F5344CB8AC3E}">
        <p14:creationId xmlns:p14="http://schemas.microsoft.com/office/powerpoint/2010/main" val="15990457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lesson-header">
            <a:extLst xmlns:a="http://schemas.openxmlformats.org/drawingml/2006/main">
              <a:ext uri="{FF2B5EF4-FFF2-40B4-BE49-F238E27FC236}">
                <a16:creationId xmlns:a16="http://schemas.microsoft.com/office/drawing/2014/main" id="{67017E7A-5300-4B9B-A027-317016D9B9F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038DC497-13DB-468F-B59E-5EFF909E10DF}"/>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Opening · 0 min · 00 to 00</a:t>
            </a:r>
          </a:p>
        </p:txBody>
      </p:sp>
      <p:sp>
        <p:nvSpPr>
          <p:cNvPr id="3" name="slide-title">
            <a:extLst xmlns:a="http://schemas.openxmlformats.org/drawingml/2006/main">
              <a:ext uri="{FF2B5EF4-FFF2-40B4-BE49-F238E27FC236}">
                <a16:creationId xmlns:a16="http://schemas.microsoft.com/office/drawing/2014/main" id="{B30CB93C-35E6-4C43-B2B1-A39DC6E5C94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Make — My festival light pattern · continued</a:t>
            </a:r>
          </a:p>
        </p:txBody>
      </p:sp>
      <p:pic>
        <p:nvPicPr>
          <p:cNvPr id="4" name="">
            <a:extLst xmlns:a="http://schemas.openxmlformats.org/drawingml/2006/main">
              <a:ext uri="{FF2B5EF4-FFF2-40B4-BE49-F238E27FC236}">
                <a16:creationId xmlns:a16="http://schemas.microsoft.com/office/drawing/2014/main" id="{7D43D604-9879-4944-8D38-A8B93DA13AB4}"/>
              </a:ext>
            </a:extLst>
          </p:cNvPr>
          <p:cNvPicPr>
            <a:picLocks xmlns:a="http://schemas.openxmlformats.org/drawingml/2006/main" noChangeAspect="1"/>
          </p:cNvPicPr>
          <p:nvPr/>
        </p:nvPicPr>
        <p:blipFill>
          <a:blip xmlns:r="http://schemas.openxmlformats.org/officeDocument/2006/relationships" xmlns:a="http://schemas.openxmlformats.org/drawingml/2006/main" r:embed="R23e06fc671ef497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584C936A-E653-4A76-8021-7A8DC219DB71}"/>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16E81E58-5ABD-4D45-A647-DEC1181FD1D0}"/>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C08FBF3-28DC-4B4C-B3E7-B681952DC16A}"/>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8B648F17-BC80-47DC-A265-08936014EE7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9F8FC41-EABA-4BA7-A086-3CB21C3AF79F}"/>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8E9ACFD-9125-4F66-B223-666F3B0B1FA2}"/>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6CB752F3-592B-4B58-BD25-3E186BE468F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44251FCB-6421-4A3B-B6F5-58BF978695B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002C84DC-037A-4427-B505-A2309C665103}"/>
              </a:ext>
            </a:extLst>
          </p:cNvPr>
          <p:cNvSpPr>
            <a:spLocks xmlns:a="http://schemas.openxmlformats.org/drawingml/2006/main" noGrp="1"/>
          </p:cNvSpPr>
          <p:nvPr/>
        </p:nvSpPr>
        <p:spPr>
          <a:xfrm xmlns:a="http://schemas.openxmlformats.org/drawingml/2006/main">
            <a:off x="381000" y="140970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pass.</a:t>
            </a:r>
          </a:p>
        </p:txBody>
      </p:sp>
    </p:spTree>
    <p:extLst>
      <p:ext uri="{BB962C8B-B14F-4D97-AF65-F5344CB8AC3E}">
        <p14:creationId xmlns:p14="http://schemas.microsoft.com/office/powerpoint/2010/main" val="283957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978FB9A9-80A8-4A28-9E6C-7516AE215CC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3D407897-1391-430D-9493-D7BA1C67182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D255DF6C-7FAF-4AE8-87FC-439BCB096983}"/>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Arrival · 1 of 2</a:t>
            </a:r>
          </a:p>
        </p:txBody>
      </p:sp>
      <p:pic>
        <p:nvPicPr>
          <p:cNvPr id="4" name="">
            <a:extLst xmlns:a="http://schemas.openxmlformats.org/drawingml/2006/main">
              <a:ext uri="{FF2B5EF4-FFF2-40B4-BE49-F238E27FC236}">
                <a16:creationId xmlns:a16="http://schemas.microsoft.com/office/drawing/2014/main" id="{B4C90DA9-7B1D-4CE5-9414-31FB71DB9FF7}"/>
              </a:ext>
            </a:extLst>
          </p:cNvPr>
          <p:cNvPicPr>
            <a:picLocks xmlns:a="http://schemas.openxmlformats.org/drawingml/2006/main" noChangeAspect="1"/>
          </p:cNvPicPr>
          <p:nvPr/>
        </p:nvPicPr>
        <p:blipFill>
          <a:blip xmlns:r="http://schemas.openxmlformats.org/officeDocument/2006/relationships" xmlns:a="http://schemas.openxmlformats.org/drawingml/2006/main" r:embed="R89ea383c1cdc431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8173BBF8-509A-4BC6-8225-3881D3402F73}"/>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438CFC3F-CA1A-4AC4-A2D8-D76BAE999F71}"/>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94252F6-3F2D-4F99-9628-8935F7E58DC8}"/>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40BC8C8-87BA-49BF-B7AF-9930C0DF4B7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94C207FC-F88D-4DD5-A57D-A097E1A374D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53568F0-88E3-4487-BA95-D1C557BE01F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F9987F9F-4A52-4002-9BF5-4A8EB4AF3BEF}"/>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6905CAC7-E52E-4DB1-9A3E-84F7A60F9D5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B4FD5300-81AB-48D3-BA24-6347DA2860D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small choices or marks, numbered 1 to 4, one for each question.</a:t>
            </a:r>
          </a:p>
        </p:txBody>
      </p:sp>
      <p:sp>
        <p:nvSpPr>
          <p:cNvPr id="14" name="figure-example_a-0">
            <a:extLst xmlns:a="http://schemas.openxmlformats.org/drawingml/2006/main">
              <a:ext uri="{FF2B5EF4-FFF2-40B4-BE49-F238E27FC236}">
                <a16:creationId xmlns:a16="http://schemas.microsoft.com/office/drawing/2014/main" id="{6CD0B33F-FBA5-45CC-8447-E394421438FF}"/>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D5397B0E-F99E-45E4-83D4-67D9CFB8806C}"/>
              </a:ext>
            </a:extLst>
          </p:cNvPr>
          <p:cNvSpPr>
            <a:spLocks xmlns:a="http://schemas.openxmlformats.org/drawingml/2006/main" noGrp="1"/>
          </p:cNvSpPr>
          <p:nvPr/>
        </p:nvSpPr>
        <p:spPr>
          <a:xfrm xmlns:a="http://schemas.openxmlformats.org/drawingml/2006/main">
            <a:off x="2190750"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example_a-2">
            <a:extLst xmlns:a="http://schemas.openxmlformats.org/drawingml/2006/main">
              <a:ext uri="{FF2B5EF4-FFF2-40B4-BE49-F238E27FC236}">
                <a16:creationId xmlns:a16="http://schemas.microsoft.com/office/drawing/2014/main" id="{0AC763E7-8BB4-4ED7-8865-48531FD0818F}"/>
              </a:ext>
            </a:extLst>
          </p:cNvPr>
          <p:cNvSpPr>
            <a:spLocks xmlns:a="http://schemas.openxmlformats.org/drawingml/2006/main" noGrp="1"/>
          </p:cNvSpPr>
          <p:nvPr/>
        </p:nvSpPr>
        <p:spPr>
          <a:xfrm xmlns:a="http://schemas.openxmlformats.org/drawingml/2006/main">
            <a:off x="4476750"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7" name="figure-example_a-3">
            <a:extLst xmlns:a="http://schemas.openxmlformats.org/drawingml/2006/main">
              <a:ext uri="{FF2B5EF4-FFF2-40B4-BE49-F238E27FC236}">
                <a16:creationId xmlns:a16="http://schemas.microsoft.com/office/drawing/2014/main" id="{A801D485-3ED1-41AA-9B76-F0F100A745BF}"/>
              </a:ext>
            </a:extLst>
          </p:cNvPr>
          <p:cNvSpPr>
            <a:spLocks xmlns:a="http://schemas.openxmlformats.org/drawingml/2006/main" noGrp="1"/>
          </p:cNvSpPr>
          <p:nvPr/>
        </p:nvSpPr>
        <p:spPr>
          <a:xfrm xmlns:a="http://schemas.openxmlformats.org/drawingml/2006/main">
            <a:off x="6762750"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example_a-4">
            <a:extLst xmlns:a="http://schemas.openxmlformats.org/drawingml/2006/main">
              <a:ext uri="{FF2B5EF4-FFF2-40B4-BE49-F238E27FC236}">
                <a16:creationId xmlns:a16="http://schemas.microsoft.com/office/drawing/2014/main" id="{F3F4F255-FDD1-4313-84CC-6F94B9121232}"/>
              </a:ext>
            </a:extLst>
          </p:cNvPr>
          <p:cNvSpPr>
            <a:spLocks xmlns:a="http://schemas.openxmlformats.org/drawingml/2006/main" noGrp="1"/>
          </p:cNvSpPr>
          <p:nvPr/>
        </p:nvSpPr>
        <p:spPr>
          <a:xfrm xmlns:a="http://schemas.openxmlformats.org/drawingml/2006/main">
            <a:off x="9048750"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9" name="figure-description-example_a">
            <a:extLst xmlns:a="http://schemas.openxmlformats.org/drawingml/2006/main">
              <a:ext uri="{FF2B5EF4-FFF2-40B4-BE49-F238E27FC236}">
                <a16:creationId xmlns:a16="http://schemas.microsoft.com/office/drawing/2014/main" id="{508416F8-9432-444E-80D3-B7F3A5933FC7}"/>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On dark paper, a yellow dot and pink ring appear twice in the same order.</a:t>
            </a:r>
          </a:p>
        </p:txBody>
      </p:sp>
    </p:spTree>
    <p:extLst>
      <p:ext uri="{BB962C8B-B14F-4D97-AF65-F5344CB8AC3E}">
        <p14:creationId xmlns:p14="http://schemas.microsoft.com/office/powerpoint/2010/main" val="20456807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B0BA5AEB-1B0F-4F69-BFF3-8AB487D0E0F7}"/>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C0FB11EB-DED6-4F05-BA9F-C1634BF3C16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8538AD54-2957-4E21-983E-AF4174D08DC1}"/>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Arrival · 2 of 2</a:t>
            </a:r>
          </a:p>
        </p:txBody>
      </p:sp>
      <p:pic>
        <p:nvPicPr>
          <p:cNvPr id="4" name="">
            <a:extLst xmlns:a="http://schemas.openxmlformats.org/drawingml/2006/main">
              <a:ext uri="{FF2B5EF4-FFF2-40B4-BE49-F238E27FC236}">
                <a16:creationId xmlns:a16="http://schemas.microsoft.com/office/drawing/2014/main" id="{7B488269-2DB5-4859-ADAD-7BBA32556F07}"/>
              </a:ext>
            </a:extLst>
          </p:cNvPr>
          <p:cNvPicPr>
            <a:picLocks xmlns:a="http://schemas.openxmlformats.org/drawingml/2006/main" noChangeAspect="1"/>
          </p:cNvPicPr>
          <p:nvPr/>
        </p:nvPicPr>
        <p:blipFill>
          <a:blip xmlns:r="http://schemas.openxmlformats.org/officeDocument/2006/relationships" xmlns:a="http://schemas.openxmlformats.org/drawingml/2006/main" r:embed="R666a1118abd14c7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48B90A8F-D817-4303-976D-A9EDF479F9E7}"/>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4C6F5C5-5F24-41F1-884A-23418FD1F90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7CB3AEB-529D-44AB-AF5B-575BDD868D0C}"/>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1E69C893-FB94-4F4F-BEE7-C657B21E0D02}"/>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210222B-5A10-4589-90E2-0F695B99F2A3}"/>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6A50199B-0DD0-4D1E-BAEF-79421D2045C5}"/>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4AEFF5CE-DEDB-49C1-B89F-46596565200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BDF8CBD9-2759-4E57-ADC9-79DFC87EC8F3}"/>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D51CAC1C-3EA6-4586-BA6B-04FD73F16088}"/>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small choices or marks, numbered 1 to 4, one for each question.</a:t>
            </a:r>
          </a:p>
        </p:txBody>
      </p:sp>
      <p:sp>
        <p:nvSpPr>
          <p:cNvPr id="14" name="figure-plan_a-0">
            <a:extLst xmlns:a="http://schemas.openxmlformats.org/drawingml/2006/main">
              <a:ext uri="{FF2B5EF4-FFF2-40B4-BE49-F238E27FC236}">
                <a16:creationId xmlns:a16="http://schemas.microsoft.com/office/drawing/2014/main" id="{9C6D6236-A736-4C7B-A89C-B209211007E6}"/>
              </a:ext>
            </a:extLst>
          </p:cNvPr>
          <p:cNvSpPr>
            <a:spLocks xmlns:a="http://schemas.openxmlformats.org/drawingml/2006/main" noGrp="1"/>
          </p:cNvSpPr>
          <p:nvPr/>
        </p:nvSpPr>
        <p:spPr>
          <a:xfrm xmlns:a="http://schemas.openxmlformats.org/drawingml/2006/main">
            <a:off x="1598981" y="1904619"/>
            <a:ext cx="8994038" cy="1967446"/>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plan_a-1">
            <a:extLst xmlns:a="http://schemas.openxmlformats.org/drawingml/2006/main">
              <a:ext uri="{FF2B5EF4-FFF2-40B4-BE49-F238E27FC236}">
                <a16:creationId xmlns:a16="http://schemas.microsoft.com/office/drawing/2014/main" id="{9C1AB356-F121-4089-B6A3-ACEBC62FD9EE}"/>
              </a:ext>
            </a:extLst>
          </p:cNvPr>
          <p:cNvSpPr>
            <a:spLocks xmlns:a="http://schemas.openxmlformats.org/drawingml/2006/main" noGrp="1"/>
          </p:cNvSpPr>
          <p:nvPr/>
        </p:nvSpPr>
        <p:spPr>
          <a:xfrm xmlns:a="http://schemas.openxmlformats.org/drawingml/2006/main">
            <a:off x="4184767" y="2466746"/>
            <a:ext cx="824454" cy="824454"/>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plan_a-2">
            <a:extLst xmlns:a="http://schemas.openxmlformats.org/drawingml/2006/main">
              <a:ext uri="{FF2B5EF4-FFF2-40B4-BE49-F238E27FC236}">
                <a16:creationId xmlns:a16="http://schemas.microsoft.com/office/drawing/2014/main" id="{F88ECF83-B326-4F69-BB02-B4C8AC5F4DD6}"/>
              </a:ext>
            </a:extLst>
          </p:cNvPr>
          <p:cNvSpPr>
            <a:spLocks xmlns:a="http://schemas.openxmlformats.org/drawingml/2006/main" noGrp="1"/>
          </p:cNvSpPr>
          <p:nvPr/>
        </p:nvSpPr>
        <p:spPr>
          <a:xfrm xmlns:a="http://schemas.openxmlformats.org/drawingml/2006/main">
            <a:off x="7182780" y="2466746"/>
            <a:ext cx="824454" cy="824454"/>
          </a:xfrm>
          <a:prstGeom xmlns:a="http://schemas.openxmlformats.org/drawingml/2006/main" prst="ellipse">
            <a:avLst/>
          </a:prstGeom>
          <a:noFill xmlns:a="http://schemas.openxmlformats.org/drawingml/2006/main"/>
          <a:ln xmlns:a="http://schemas.openxmlformats.org/drawingml/2006/main" w="93688">
            <a:solidFill>
              <a:srgbClr val="FF69B4"/>
            </a:solidFill>
          </a:ln>
        </p:spPr>
      </p:sp>
      <p:sp>
        <p:nvSpPr>
          <p:cNvPr id="17" name="figure-plan_a-3">
            <a:extLst xmlns:a="http://schemas.openxmlformats.org/drawingml/2006/main">
              <a:ext uri="{FF2B5EF4-FFF2-40B4-BE49-F238E27FC236}">
                <a16:creationId xmlns:a16="http://schemas.microsoft.com/office/drawing/2014/main" id="{AE638A43-C97F-4CA9-B9A4-1E5B88968D99}"/>
              </a:ext>
            </a:extLst>
          </p:cNvPr>
          <p:cNvSpPr>
            <a:spLocks xmlns:a="http://schemas.openxmlformats.org/drawingml/2006/main" noGrp="1"/>
          </p:cNvSpPr>
          <p:nvPr/>
        </p:nvSpPr>
        <p:spPr>
          <a:xfrm xmlns:a="http://schemas.openxmlformats.org/drawingml/2006/main">
            <a:off x="1915302" y="4304716"/>
            <a:ext cx="5495607" cy="498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803" b="0" lang="en-GB">
                <a:solidFill>
                  <a:srgbClr val="152238"/>
                </a:solidFill>
                <a:latin typeface="Arial"/>
                <a:ea typeface="Arial"/>
                <a:cs typeface="Arial"/>
              </a:defRPr>
            </a:defPPr>
          </a:lstStyle>
          <a:p xmlns:a="http://schemas.openxmlformats.org/drawingml/2006/main">
            <a:pPr algn="l">
              <a:lnSpc>
                <a:spcPct val="108000"/>
              </a:lnSpc>
              <a:buNone/>
              <a:defRPr sz="2803" b="0" lang="en-GB">
                <a:solidFill>
                  <a:srgbClr val="152238"/>
                </a:solidFill>
                <a:latin typeface="Arial"/>
                <a:ea typeface="Arial"/>
                <a:cs typeface="Arial"/>
              </a:defRPr>
            </a:pPr>
            <a:r>
              <a:rPr sz="2803" b="0" lang="en-GB">
                <a:solidFill>
                  <a:srgbClr val="152238"/>
                </a:solidFill>
                <a:latin typeface="Arial"/>
                <a:ea typeface="Arial"/>
                <a:cs typeface="Arial"/>
              </a:rPr>
              <a:t>TWO COLOURS: YELLOW, PINK</a:t>
            </a:r>
          </a:p>
        </p:txBody>
      </p:sp>
      <p:sp>
        <p:nvSpPr>
          <p:cNvPr id="18" name="figure-plan_a-4">
            <a:extLst xmlns:a="http://schemas.openxmlformats.org/drawingml/2006/main">
              <a:ext uri="{FF2B5EF4-FFF2-40B4-BE49-F238E27FC236}">
                <a16:creationId xmlns:a16="http://schemas.microsoft.com/office/drawing/2014/main" id="{6D1B7856-C63B-4BCE-8E98-0B1BC7687FD1}"/>
              </a:ext>
            </a:extLst>
          </p:cNvPr>
          <p:cNvSpPr>
            <a:spLocks xmlns:a="http://schemas.openxmlformats.org/drawingml/2006/main" noGrp="1"/>
          </p:cNvSpPr>
          <p:nvPr/>
        </p:nvSpPr>
        <p:spPr>
          <a:xfrm xmlns:a="http://schemas.openxmlformats.org/drawingml/2006/main">
            <a:off x="1915302" y="4998006"/>
            <a:ext cx="3774815" cy="498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803" b="0" lang="en-GB">
                <a:solidFill>
                  <a:srgbClr val="152238"/>
                </a:solidFill>
                <a:latin typeface="Arial"/>
                <a:ea typeface="Arial"/>
                <a:cs typeface="Arial"/>
              </a:defRPr>
            </a:defPPr>
          </a:lstStyle>
          <a:p xmlns:a="http://schemas.openxmlformats.org/drawingml/2006/main">
            <a:pPr algn="l">
              <a:lnSpc>
                <a:spcPct val="108000"/>
              </a:lnSpc>
              <a:buNone/>
              <a:defRPr sz="2803" b="0" lang="en-GB">
                <a:solidFill>
                  <a:srgbClr val="152238"/>
                </a:solidFill>
                <a:latin typeface="Arial"/>
                <a:ea typeface="Arial"/>
                <a:cs typeface="Arial"/>
              </a:defRPr>
            </a:pPr>
            <a:r>
              <a:rPr sz="2803" b="0" lang="en-GB">
                <a:solidFill>
                  <a:srgbClr val="152238"/>
                </a:solidFill>
                <a:latin typeface="Arial"/>
                <a:ea typeface="Arial"/>
                <a:cs typeface="Arial"/>
              </a:rPr>
              <a:t>USE THE PAIR AGAIN</a:t>
            </a:r>
          </a:p>
        </p:txBody>
      </p:sp>
      <p:sp>
        <p:nvSpPr>
          <p:cNvPr id="19" name="figure-description-plan_a">
            <a:extLst xmlns:a="http://schemas.openxmlformats.org/drawingml/2006/main">
              <a:ext uri="{FF2B5EF4-FFF2-40B4-BE49-F238E27FC236}">
                <a16:creationId xmlns:a16="http://schemas.microsoft.com/office/drawing/2014/main" id="{765AE7DD-D246-4421-B898-A82B53FF80CC}"/>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plan shows a yellow dot followed by a pink ring. It names two colours, yellow and pink, and says to use the pair again.</a:t>
            </a:r>
          </a:p>
        </p:txBody>
      </p:sp>
    </p:spTree>
    <p:extLst>
      <p:ext uri="{BB962C8B-B14F-4D97-AF65-F5344CB8AC3E}">
        <p14:creationId xmlns:p14="http://schemas.microsoft.com/office/powerpoint/2010/main" val="19937208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E31FB4A4-CB5F-4E9A-B6B1-25FCACE91F8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86E37388-F096-4933-B293-413FB85C9A0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1974E3AD-0C2C-471F-8A95-F058CB406B69}"/>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E830A521-E9D0-42B7-BB03-A3F79ED1B784}"/>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F2F575FA-68AE-42AC-A9A6-5D7E36B96903}"/>
              </a:ext>
            </a:extLst>
          </p:cNvPr>
          <p:cNvPicPr>
            <a:picLocks xmlns:a="http://schemas.openxmlformats.org/drawingml/2006/main" noChangeAspect="1"/>
          </p:cNvPicPr>
          <p:nvPr/>
        </p:nvPicPr>
        <p:blipFill>
          <a:blip xmlns:r="http://schemas.openxmlformats.org/officeDocument/2006/relationships" xmlns:a="http://schemas.openxmlformats.org/drawingml/2006/main" r:embed="Rccf83f3601d544ff"/>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ADCB5FEC-53BB-4FCA-AE6F-244CA0EFCED8}"/>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9F9841EF-393B-49DE-BB99-40994B5B767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A4B2F2AC-57C9-4C82-B1F2-0D949A82A74E}"/>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F705EDA-B9C7-4B87-9339-06E1B6E4A21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F714A7EB-75D3-4F54-A8C5-910345B1500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190B2BE8-CE5C-4777-9141-114F66B78F1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A61D7026-AE63-408A-BCCA-452DD1F3E72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3" name="licence-footer">
            <a:extLst xmlns:a="http://schemas.openxmlformats.org/drawingml/2006/main">
              <a:ext uri="{FF2B5EF4-FFF2-40B4-BE49-F238E27FC236}">
                <a16:creationId xmlns:a16="http://schemas.microsoft.com/office/drawing/2014/main" id="{FF8C0AB9-8956-4C37-85ED-F9063BF955F3}"/>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BA8B34CB-752A-45C8-8724-CCAB2F1824D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small choices or marks, numbered 1 to 4, one for each question.</a:t>
            </a:r>
          </a:p>
        </p:txBody>
      </p:sp>
      <p:sp>
        <p:nvSpPr>
          <p:cNvPr id="15" name="item-1-title">
            <a:extLst xmlns:a="http://schemas.openxmlformats.org/drawingml/2006/main">
              <a:ext uri="{FF2B5EF4-FFF2-40B4-BE49-F238E27FC236}">
                <a16:creationId xmlns:a16="http://schemas.microsoft.com/office/drawing/2014/main" id="{B6A6B986-BD0E-4520-B6E3-0B2AF2ED679D}"/>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Start</a:t>
            </a:r>
          </a:p>
        </p:txBody>
      </p:sp>
      <p:sp>
        <p:nvSpPr>
          <p:cNvPr id="16" name="item-1-question">
            <a:extLst xmlns:a="http://schemas.openxmlformats.org/drawingml/2006/main">
              <a:ext uri="{FF2B5EF4-FFF2-40B4-BE49-F238E27FC236}">
                <a16:creationId xmlns:a16="http://schemas.microsoft.com/office/drawing/2014/main" id="{9E4AD3ED-894A-4A86-A3E9-8F5A21EC9509}"/>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comes first: the yellow dot or pink ring?</a:t>
            </a:r>
          </a:p>
        </p:txBody>
      </p:sp>
      <p:sp>
        <p:nvSpPr>
          <p:cNvPr id="17" name="item-1-clue">
            <a:extLst xmlns:a="http://schemas.openxmlformats.org/drawingml/2006/main">
              <a:ext uri="{FF2B5EF4-FFF2-40B4-BE49-F238E27FC236}">
                <a16:creationId xmlns:a16="http://schemas.microsoft.com/office/drawing/2014/main" id="{DD70D0AA-7423-4345-856B-A6C3355F52F2}"/>
              </a:ext>
            </a:extLst>
          </p:cNvPr>
          <p:cNvSpPr>
            <a:spLocks xmlns:a="http://schemas.openxmlformats.org/drawingml/2006/main" noGrp="1"/>
          </p:cNvSpPr>
          <p:nvPr/>
        </p:nvSpPr>
        <p:spPr>
          <a:xfrm xmlns:a="http://schemas.openxmlformats.org/drawingml/2006/main">
            <a:off x="38100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Look at the left end of A.</a:t>
            </a:r>
          </a:p>
        </p:txBody>
      </p:sp>
      <p:sp>
        <p:nvSpPr>
          <p:cNvPr id="18" name="item-2-title">
            <a:extLst xmlns:a="http://schemas.openxmlformats.org/drawingml/2006/main">
              <a:ext uri="{FF2B5EF4-FFF2-40B4-BE49-F238E27FC236}">
                <a16:creationId xmlns:a16="http://schemas.microsoft.com/office/drawing/2014/main" id="{339AA672-A1B8-4C75-8256-B1281D3C2ACF}"/>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Colours</a:t>
            </a:r>
          </a:p>
        </p:txBody>
      </p:sp>
      <p:sp>
        <p:nvSpPr>
          <p:cNvPr id="19" name="item-2-question">
            <a:extLst xmlns:a="http://schemas.openxmlformats.org/drawingml/2006/main">
              <a:ext uri="{FF2B5EF4-FFF2-40B4-BE49-F238E27FC236}">
                <a16:creationId xmlns:a16="http://schemas.microsoft.com/office/drawing/2014/main" id="{98194042-2B13-4213-92F5-3D788F51C9CE}"/>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Is the ring pink or yellow?</a:t>
            </a:r>
          </a:p>
        </p:txBody>
      </p:sp>
      <p:sp>
        <p:nvSpPr>
          <p:cNvPr id="20" name="item-2-clue">
            <a:extLst xmlns:a="http://schemas.openxmlformats.org/drawingml/2006/main">
              <a:ext uri="{FF2B5EF4-FFF2-40B4-BE49-F238E27FC236}">
                <a16:creationId xmlns:a16="http://schemas.microsoft.com/office/drawing/2014/main" id="{DC9F9580-96FC-4AB2-98E6-6B1FF6300F5B}"/>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Look at a round line with an empty middle.</a:t>
            </a:r>
          </a:p>
        </p:txBody>
      </p:sp>
      <p:sp>
        <p:nvSpPr>
          <p:cNvPr id="21" name="item-3-title">
            <a:extLst xmlns:a="http://schemas.openxmlformats.org/drawingml/2006/main">
              <a:ext uri="{FF2B5EF4-FFF2-40B4-BE49-F238E27FC236}">
                <a16:creationId xmlns:a16="http://schemas.microsoft.com/office/drawing/2014/main" id="{58BF7422-927A-460C-AD66-571175F3F861}"/>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Next mark</a:t>
            </a:r>
          </a:p>
        </p:txBody>
      </p:sp>
      <p:sp>
        <p:nvSpPr>
          <p:cNvPr id="22" name="item-3-question">
            <a:extLst xmlns:a="http://schemas.openxmlformats.org/drawingml/2006/main">
              <a:ext uri="{FF2B5EF4-FFF2-40B4-BE49-F238E27FC236}">
                <a16:creationId xmlns:a16="http://schemas.microsoft.com/office/drawing/2014/main" id="{6FF4FFAE-9000-49FD-A662-034C940322CE}"/>
              </a:ext>
            </a:extLst>
          </p:cNvPr>
          <p:cNvSpPr>
            <a:spLocks xmlns:a="http://schemas.openxmlformats.org/drawingml/2006/main" noGrp="1"/>
          </p:cNvSpPr>
          <p:nvPr/>
        </p:nvSpPr>
        <p:spPr>
          <a:xfrm xmlns:a="http://schemas.openxmlformats.org/drawingml/2006/main">
            <a:off x="38100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comes just after the first ring?</a:t>
            </a:r>
          </a:p>
        </p:txBody>
      </p:sp>
      <p:sp>
        <p:nvSpPr>
          <p:cNvPr id="23" name="item-3-clue">
            <a:extLst xmlns:a="http://schemas.openxmlformats.org/drawingml/2006/main">
              <a:ext uri="{FF2B5EF4-FFF2-40B4-BE49-F238E27FC236}">
                <a16:creationId xmlns:a16="http://schemas.microsoft.com/office/drawing/2014/main" id="{E7B68793-D63D-4AA0-AA7B-2A9C141C0F29}"/>
              </a:ext>
            </a:extLst>
          </p:cNvPr>
          <p:cNvSpPr>
            <a:spLocks xmlns:a="http://schemas.openxmlformats.org/drawingml/2006/main" noGrp="1"/>
          </p:cNvSpPr>
          <p:nvPr/>
        </p:nvSpPr>
        <p:spPr>
          <a:xfrm xmlns:a="http://schemas.openxmlformats.org/drawingml/2006/main">
            <a:off x="38100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Choose: yellow dot or pink ring.</a:t>
            </a:r>
          </a:p>
        </p:txBody>
      </p:sp>
      <p:sp>
        <p:nvSpPr>
          <p:cNvPr id="24" name="item-4-title">
            <a:extLst xmlns:a="http://schemas.openxmlformats.org/drawingml/2006/main">
              <a:ext uri="{FF2B5EF4-FFF2-40B4-BE49-F238E27FC236}">
                <a16:creationId xmlns:a16="http://schemas.microsoft.com/office/drawing/2014/main" id="{017A11E8-731C-423E-BA6A-580792237E50}"/>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4. Again</a:t>
            </a:r>
          </a:p>
        </p:txBody>
      </p:sp>
      <p:sp>
        <p:nvSpPr>
          <p:cNvPr id="25" name="item-4-question">
            <a:extLst xmlns:a="http://schemas.openxmlformats.org/drawingml/2006/main">
              <a:ext uri="{FF2B5EF4-FFF2-40B4-BE49-F238E27FC236}">
                <a16:creationId xmlns:a16="http://schemas.microsoft.com/office/drawing/2014/main" id="{BEC74BF6-AD26-42BD-A034-C274B3AFD459}"/>
              </a:ext>
            </a:extLst>
          </p:cNvPr>
          <p:cNvSpPr>
            <a:spLocks xmlns:a="http://schemas.openxmlformats.org/drawingml/2006/main" noGrp="1"/>
          </p:cNvSpPr>
          <p:nvPr/>
        </p:nvSpPr>
        <p:spPr>
          <a:xfrm xmlns:a="http://schemas.openxmlformats.org/drawingml/2006/main">
            <a:off x="622935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pair will we use again today?</a:t>
            </a:r>
          </a:p>
        </p:txBody>
      </p:sp>
      <p:sp>
        <p:nvSpPr>
          <p:cNvPr id="26" name="item-4-clue">
            <a:extLst xmlns:a="http://schemas.openxmlformats.org/drawingml/2006/main">
              <a:ext uri="{FF2B5EF4-FFF2-40B4-BE49-F238E27FC236}">
                <a16:creationId xmlns:a16="http://schemas.microsoft.com/office/drawing/2014/main" id="{5977DE91-C0BA-4B31-B258-095A9478D930}"/>
              </a:ext>
            </a:extLst>
          </p:cNvPr>
          <p:cNvSpPr>
            <a:spLocks xmlns:a="http://schemas.openxmlformats.org/drawingml/2006/main" noGrp="1"/>
          </p:cNvSpPr>
          <p:nvPr/>
        </p:nvSpPr>
        <p:spPr>
          <a:xfrm xmlns:a="http://schemas.openxmlformats.org/drawingml/2006/main">
            <a:off x="622935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Look at the card beside A.</a:t>
            </a:r>
          </a:p>
        </p:txBody>
      </p:sp>
    </p:spTree>
    <p:extLst>
      <p:ext uri="{BB962C8B-B14F-4D97-AF65-F5344CB8AC3E}">
        <p14:creationId xmlns:p14="http://schemas.microsoft.com/office/powerpoint/2010/main" val="9655348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52540B31-0112-4486-B339-1703EF5D3D77}"/>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03183993-2F26-4B4F-BF80-5CD67610BD0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808D81F4-103C-40D4-939F-9CB109DC174C}"/>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40706B0A-D231-4782-9DF4-C5FE841C6602}"/>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Standard</a:t>
            </a:r>
          </a:p>
        </p:txBody>
      </p:sp>
      <p:pic>
        <p:nvPicPr>
          <p:cNvPr id="5" name="">
            <a:extLst xmlns:a="http://schemas.openxmlformats.org/drawingml/2006/main">
              <a:ext uri="{FF2B5EF4-FFF2-40B4-BE49-F238E27FC236}">
                <a16:creationId xmlns:a16="http://schemas.microsoft.com/office/drawing/2014/main" id="{F69DDEF2-3C02-4D68-9736-83825C15273C}"/>
              </a:ext>
            </a:extLst>
          </p:cNvPr>
          <p:cNvPicPr>
            <a:picLocks xmlns:a="http://schemas.openxmlformats.org/drawingml/2006/main" noChangeAspect="1"/>
          </p:cNvPicPr>
          <p:nvPr/>
        </p:nvPicPr>
        <p:blipFill>
          <a:blip xmlns:r="http://schemas.openxmlformats.org/officeDocument/2006/relationships" xmlns:a="http://schemas.openxmlformats.org/drawingml/2006/main" r:embed="R746f16d3df0c45e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8C646A89-8345-44C3-B4B1-43D78A12DF09}"/>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1114886-184E-4163-A233-2F19D71708EB}"/>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219355B5-C977-4A6D-8426-83DB60A100D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D9CDB54D-B4B5-4363-83EB-69718056C755}"/>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B7F97527-37C1-46DD-8A58-6710FE53601B}"/>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BEE6C665-B026-4121-B9CC-224BF9742FA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621C94CF-AF5A-4DB5-AAEB-D9BC1A2032F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3" name="licence-footer">
            <a:extLst xmlns:a="http://schemas.openxmlformats.org/drawingml/2006/main">
              <a:ext uri="{FF2B5EF4-FFF2-40B4-BE49-F238E27FC236}">
                <a16:creationId xmlns:a16="http://schemas.microsoft.com/office/drawing/2014/main" id="{C16BAFB4-1352-4F3F-822A-2E6D94BBB13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6DD39521-E492-4936-8735-5240ED4D0611}"/>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small choices or marks, numbered 1 to 4, one for each question.</a:t>
            </a:r>
          </a:p>
        </p:txBody>
      </p:sp>
      <p:sp>
        <p:nvSpPr>
          <p:cNvPr id="15" name="item-1-title">
            <a:extLst xmlns:a="http://schemas.openxmlformats.org/drawingml/2006/main">
              <a:ext uri="{FF2B5EF4-FFF2-40B4-BE49-F238E27FC236}">
                <a16:creationId xmlns:a16="http://schemas.microsoft.com/office/drawing/2014/main" id="{37543B96-5720-443F-B51A-E48095AA8A61}"/>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Order</a:t>
            </a:r>
          </a:p>
        </p:txBody>
      </p:sp>
      <p:sp>
        <p:nvSpPr>
          <p:cNvPr id="16" name="item-1-question">
            <a:extLst xmlns:a="http://schemas.openxmlformats.org/drawingml/2006/main">
              <a:ext uri="{FF2B5EF4-FFF2-40B4-BE49-F238E27FC236}">
                <a16:creationId xmlns:a16="http://schemas.microsoft.com/office/drawing/2014/main" id="{4DA8C119-5B32-43E2-8AE3-1262B0AFDF8F}"/>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Show the first two marks.</a:t>
            </a:r>
          </a:p>
        </p:txBody>
      </p:sp>
      <p:sp>
        <p:nvSpPr>
          <p:cNvPr id="17" name="item-1-clue">
            <a:extLst xmlns:a="http://schemas.openxmlformats.org/drawingml/2006/main">
              <a:ext uri="{FF2B5EF4-FFF2-40B4-BE49-F238E27FC236}">
                <a16:creationId xmlns:a16="http://schemas.microsoft.com/office/drawing/2014/main" id="{D018BEB1-EA5E-4D19-BCC5-516D370388CA}"/>
              </a:ext>
            </a:extLst>
          </p:cNvPr>
          <p:cNvSpPr>
            <a:spLocks xmlns:a="http://schemas.openxmlformats.org/drawingml/2006/main" noGrp="1"/>
          </p:cNvSpPr>
          <p:nvPr/>
        </p:nvSpPr>
        <p:spPr>
          <a:xfrm xmlns:a="http://schemas.openxmlformats.org/drawingml/2006/main">
            <a:off x="38100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Start at the left end of A.</a:t>
            </a:r>
          </a:p>
        </p:txBody>
      </p:sp>
      <p:sp>
        <p:nvSpPr>
          <p:cNvPr id="18" name="item-2-title">
            <a:extLst xmlns:a="http://schemas.openxmlformats.org/drawingml/2006/main">
              <a:ext uri="{FF2B5EF4-FFF2-40B4-BE49-F238E27FC236}">
                <a16:creationId xmlns:a16="http://schemas.microsoft.com/office/drawing/2014/main" id="{4E37CC5B-13FD-4FFC-9398-0FC5B63B744A}"/>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Colours</a:t>
            </a:r>
          </a:p>
        </p:txBody>
      </p:sp>
      <p:sp>
        <p:nvSpPr>
          <p:cNvPr id="19" name="item-2-question">
            <a:extLst xmlns:a="http://schemas.openxmlformats.org/drawingml/2006/main">
              <a:ext uri="{FF2B5EF4-FFF2-40B4-BE49-F238E27FC236}">
                <a16:creationId xmlns:a16="http://schemas.microsoft.com/office/drawing/2014/main" id="{30056F64-7F6C-4E08-B347-0FA60C40A919}"/>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How many colours are in the marks?</a:t>
            </a:r>
          </a:p>
        </p:txBody>
      </p:sp>
      <p:sp>
        <p:nvSpPr>
          <p:cNvPr id="20" name="item-2-clue">
            <a:extLst xmlns:a="http://schemas.openxmlformats.org/drawingml/2006/main">
              <a:ext uri="{FF2B5EF4-FFF2-40B4-BE49-F238E27FC236}">
                <a16:creationId xmlns:a16="http://schemas.microsoft.com/office/drawing/2014/main" id="{0EE38E2B-63BA-4AA2-A59F-0D11D84447D3}"/>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Name yellow and pink once each.</a:t>
            </a:r>
          </a:p>
        </p:txBody>
      </p:sp>
      <p:sp>
        <p:nvSpPr>
          <p:cNvPr id="21" name="item-3-title">
            <a:extLst xmlns:a="http://schemas.openxmlformats.org/drawingml/2006/main">
              <a:ext uri="{FF2B5EF4-FFF2-40B4-BE49-F238E27FC236}">
                <a16:creationId xmlns:a16="http://schemas.microsoft.com/office/drawing/2014/main" id="{D45F6526-35E2-41B8-A7EA-4CC04768F5E0}"/>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Next mark</a:t>
            </a:r>
          </a:p>
        </p:txBody>
      </p:sp>
      <p:sp>
        <p:nvSpPr>
          <p:cNvPr id="22" name="item-3-question">
            <a:extLst xmlns:a="http://schemas.openxmlformats.org/drawingml/2006/main">
              <a:ext uri="{FF2B5EF4-FFF2-40B4-BE49-F238E27FC236}">
                <a16:creationId xmlns:a16="http://schemas.microsoft.com/office/drawing/2014/main" id="{FDE86163-7C9F-4239-83C5-D2B1CEBA5EDD}"/>
              </a:ext>
            </a:extLst>
          </p:cNvPr>
          <p:cNvSpPr>
            <a:spLocks xmlns:a="http://schemas.openxmlformats.org/drawingml/2006/main" noGrp="1"/>
          </p:cNvSpPr>
          <p:nvPr/>
        </p:nvSpPr>
        <p:spPr>
          <a:xfrm xmlns:a="http://schemas.openxmlformats.org/drawingml/2006/main">
            <a:off x="38100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comes just after each dot?</a:t>
            </a:r>
          </a:p>
        </p:txBody>
      </p:sp>
      <p:sp>
        <p:nvSpPr>
          <p:cNvPr id="23" name="item-3-clue">
            <a:extLst xmlns:a="http://schemas.openxmlformats.org/drawingml/2006/main">
              <a:ext uri="{FF2B5EF4-FFF2-40B4-BE49-F238E27FC236}">
                <a16:creationId xmlns:a16="http://schemas.microsoft.com/office/drawing/2014/main" id="{1A193947-3A11-47E7-9BD3-DE5DB38B8661}"/>
              </a:ext>
            </a:extLst>
          </p:cNvPr>
          <p:cNvSpPr>
            <a:spLocks xmlns:a="http://schemas.openxmlformats.org/drawingml/2006/main" noGrp="1"/>
          </p:cNvSpPr>
          <p:nvPr/>
        </p:nvSpPr>
        <p:spPr>
          <a:xfrm xmlns:a="http://schemas.openxmlformats.org/drawingml/2006/main">
            <a:off x="38100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Follow the row from the left.</a:t>
            </a:r>
          </a:p>
        </p:txBody>
      </p:sp>
      <p:sp>
        <p:nvSpPr>
          <p:cNvPr id="24" name="item-4-title">
            <a:extLst xmlns:a="http://schemas.openxmlformats.org/drawingml/2006/main">
              <a:ext uri="{FF2B5EF4-FFF2-40B4-BE49-F238E27FC236}">
                <a16:creationId xmlns:a16="http://schemas.microsoft.com/office/drawing/2014/main" id="{8644BDB2-F885-4924-B7BB-01CBE4E01FED}"/>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4. Again</a:t>
            </a:r>
          </a:p>
        </p:txBody>
      </p:sp>
      <p:sp>
        <p:nvSpPr>
          <p:cNvPr id="25" name="item-4-question">
            <a:extLst xmlns:a="http://schemas.openxmlformats.org/drawingml/2006/main">
              <a:ext uri="{FF2B5EF4-FFF2-40B4-BE49-F238E27FC236}">
                <a16:creationId xmlns:a16="http://schemas.microsoft.com/office/drawing/2014/main" id="{B4D711DA-0148-48D9-9E81-0E211A8DA6EE}"/>
              </a:ext>
            </a:extLst>
          </p:cNvPr>
          <p:cNvSpPr>
            <a:spLocks xmlns:a="http://schemas.openxmlformats.org/drawingml/2006/main" noGrp="1"/>
          </p:cNvSpPr>
          <p:nvPr/>
        </p:nvSpPr>
        <p:spPr>
          <a:xfrm xmlns:a="http://schemas.openxmlformats.org/drawingml/2006/main">
            <a:off x="622935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How would you show this pair once more?</a:t>
            </a:r>
          </a:p>
        </p:txBody>
      </p:sp>
      <p:sp>
        <p:nvSpPr>
          <p:cNvPr id="26" name="item-4-clue">
            <a:extLst xmlns:a="http://schemas.openxmlformats.org/drawingml/2006/main">
              <a:ext uri="{FF2B5EF4-FFF2-40B4-BE49-F238E27FC236}">
                <a16:creationId xmlns:a16="http://schemas.microsoft.com/office/drawing/2014/main" id="{BABD4265-CDD6-4660-8F9D-4D032618F07B}"/>
              </a:ext>
            </a:extLst>
          </p:cNvPr>
          <p:cNvSpPr>
            <a:spLocks xmlns:a="http://schemas.openxmlformats.org/drawingml/2006/main" noGrp="1"/>
          </p:cNvSpPr>
          <p:nvPr/>
        </p:nvSpPr>
        <p:spPr>
          <a:xfrm xmlns:a="http://schemas.openxmlformats.org/drawingml/2006/main">
            <a:off x="622935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Look at the first two marks.</a:t>
            </a:r>
          </a:p>
        </p:txBody>
      </p:sp>
    </p:spTree>
    <p:extLst>
      <p:ext uri="{BB962C8B-B14F-4D97-AF65-F5344CB8AC3E}">
        <p14:creationId xmlns:p14="http://schemas.microsoft.com/office/powerpoint/2010/main" val="237958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A58BAF49-4E60-4405-9FBE-C44E6769DED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A69CA87B-EA31-4FFA-A533-8FB70D40918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5CCCC895-819E-4A81-A74F-A0AF1B5D410B}"/>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B389839E-2D6B-44B0-97DA-8C315B39B0C2}"/>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Stretch</a:t>
            </a:r>
          </a:p>
        </p:txBody>
      </p:sp>
      <p:pic>
        <p:nvPicPr>
          <p:cNvPr id="5" name="">
            <a:extLst xmlns:a="http://schemas.openxmlformats.org/drawingml/2006/main">
              <a:ext uri="{FF2B5EF4-FFF2-40B4-BE49-F238E27FC236}">
                <a16:creationId xmlns:a16="http://schemas.microsoft.com/office/drawing/2014/main" id="{B15E6D4B-E8C8-4650-BF51-330D35123CA6}"/>
              </a:ext>
            </a:extLst>
          </p:cNvPr>
          <p:cNvPicPr>
            <a:picLocks xmlns:a="http://schemas.openxmlformats.org/drawingml/2006/main" noChangeAspect="1"/>
          </p:cNvPicPr>
          <p:nvPr/>
        </p:nvPicPr>
        <p:blipFill>
          <a:blip xmlns:r="http://schemas.openxmlformats.org/officeDocument/2006/relationships" xmlns:a="http://schemas.openxmlformats.org/drawingml/2006/main" r:embed="R76aa72927270439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33997103-828A-40A3-AE9C-53AD3838C643}"/>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FD32EE1-2098-4091-A3EB-0B1C49870E8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61ABDD8C-668D-4C85-9CA8-93E90B8864CA}"/>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0DB88F39-BE21-4D25-A3D9-864DD758A84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3C2C3E4-9DF5-4B06-B966-7296FC0A91F9}"/>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64C99811-2200-483C-BB10-897E2519FAD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6892D259-5EBF-48A5-9497-0842788B2B19}"/>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3" name="licence-footer">
            <a:extLst xmlns:a="http://schemas.openxmlformats.org/drawingml/2006/main">
              <a:ext uri="{FF2B5EF4-FFF2-40B4-BE49-F238E27FC236}">
                <a16:creationId xmlns:a16="http://schemas.microsoft.com/office/drawing/2014/main" id="{1B915827-779E-4578-8B0D-4ABE76CF4829}"/>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515AB824-35DB-4684-B1BC-53647FC34AA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Four small choices or marks, numbered 1 to 4, one for each question.</a:t>
            </a:r>
          </a:p>
        </p:txBody>
      </p:sp>
      <p:sp>
        <p:nvSpPr>
          <p:cNvPr id="15" name="item-1-title">
            <a:extLst xmlns:a="http://schemas.openxmlformats.org/drawingml/2006/main">
              <a:ext uri="{FF2B5EF4-FFF2-40B4-BE49-F238E27FC236}">
                <a16:creationId xmlns:a16="http://schemas.microsoft.com/office/drawing/2014/main" id="{F13CDA44-7BCA-4347-86D1-7721598A5317}"/>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Order</a:t>
            </a:r>
          </a:p>
        </p:txBody>
      </p:sp>
      <p:sp>
        <p:nvSpPr>
          <p:cNvPr id="16" name="item-1-question">
            <a:extLst xmlns:a="http://schemas.openxmlformats.org/drawingml/2006/main">
              <a:ext uri="{FF2B5EF4-FFF2-40B4-BE49-F238E27FC236}">
                <a16:creationId xmlns:a16="http://schemas.microsoft.com/office/drawing/2014/main" id="{51A4FC79-C303-48F4-B3F1-C9D050A53CF5}"/>
              </a:ext>
            </a:extLst>
          </p:cNvPr>
          <p:cNvSpPr>
            <a:spLocks xmlns:a="http://schemas.openxmlformats.org/drawingml/2006/main" noGrp="1"/>
          </p:cNvSpPr>
          <p:nvPr/>
        </p:nvSpPr>
        <p:spPr>
          <a:xfrm xmlns:a="http://schemas.openxmlformats.org/drawingml/2006/main">
            <a:off x="381000" y="2317242"/>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If each pair starts with a ring, what is the new row?</a:t>
            </a:r>
          </a:p>
        </p:txBody>
      </p:sp>
      <p:sp>
        <p:nvSpPr>
          <p:cNvPr id="17" name="item-1-clue">
            <a:extLst xmlns:a="http://schemas.openxmlformats.org/drawingml/2006/main">
              <a:ext uri="{FF2B5EF4-FFF2-40B4-BE49-F238E27FC236}">
                <a16:creationId xmlns:a16="http://schemas.microsoft.com/office/drawing/2014/main" id="{1A726A49-4D32-4F2E-BDC5-E3FC7D64DE6B}"/>
              </a:ext>
            </a:extLst>
          </p:cNvPr>
          <p:cNvSpPr>
            <a:spLocks xmlns:a="http://schemas.openxmlformats.org/drawingml/2006/main" noGrp="1"/>
          </p:cNvSpPr>
          <p:nvPr/>
        </p:nvSpPr>
        <p:spPr>
          <a:xfrm xmlns:a="http://schemas.openxmlformats.org/drawingml/2006/main">
            <a:off x="381000" y="3082671"/>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Swap the two marks in both pairs.</a:t>
            </a:r>
          </a:p>
        </p:txBody>
      </p:sp>
      <p:sp>
        <p:nvSpPr>
          <p:cNvPr id="18" name="item-2-title">
            <a:extLst xmlns:a="http://schemas.openxmlformats.org/drawingml/2006/main">
              <a:ext uri="{FF2B5EF4-FFF2-40B4-BE49-F238E27FC236}">
                <a16:creationId xmlns:a16="http://schemas.microsoft.com/office/drawing/2014/main" id="{5C775FF3-1185-4142-9C38-C8F329307543}"/>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Dark paper</a:t>
            </a:r>
          </a:p>
        </p:txBody>
      </p:sp>
      <p:sp>
        <p:nvSpPr>
          <p:cNvPr id="19" name="item-2-question">
            <a:extLst xmlns:a="http://schemas.openxmlformats.org/drawingml/2006/main">
              <a:ext uri="{FF2B5EF4-FFF2-40B4-BE49-F238E27FC236}">
                <a16:creationId xmlns:a16="http://schemas.microsoft.com/office/drawing/2014/main" id="{867AF5EB-AA3F-4CBE-8C70-70DC815AFF22}"/>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Why might dark paper help these bright marks?</a:t>
            </a:r>
          </a:p>
        </p:txBody>
      </p:sp>
      <p:sp>
        <p:nvSpPr>
          <p:cNvPr id="20" name="item-2-clue">
            <a:extLst xmlns:a="http://schemas.openxmlformats.org/drawingml/2006/main">
              <a:ext uri="{FF2B5EF4-FFF2-40B4-BE49-F238E27FC236}">
                <a16:creationId xmlns:a16="http://schemas.microsoft.com/office/drawing/2014/main" id="{775E5380-F867-446F-8B25-AB90FF89DE76}"/>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how clear they are to see.</a:t>
            </a:r>
          </a:p>
        </p:txBody>
      </p:sp>
      <p:sp>
        <p:nvSpPr>
          <p:cNvPr id="21" name="item-3-title">
            <a:extLst xmlns:a="http://schemas.openxmlformats.org/drawingml/2006/main">
              <a:ext uri="{FF2B5EF4-FFF2-40B4-BE49-F238E27FC236}">
                <a16:creationId xmlns:a16="http://schemas.microsoft.com/office/drawing/2014/main" id="{AF724324-A447-49B3-96FF-94A51DC47F8D}"/>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Again</a:t>
            </a:r>
          </a:p>
        </p:txBody>
      </p:sp>
      <p:sp>
        <p:nvSpPr>
          <p:cNvPr id="22" name="item-3-question">
            <a:extLst xmlns:a="http://schemas.openxmlformats.org/drawingml/2006/main">
              <a:ext uri="{FF2B5EF4-FFF2-40B4-BE49-F238E27FC236}">
                <a16:creationId xmlns:a16="http://schemas.microsoft.com/office/drawing/2014/main" id="{3E7A2F79-CBA3-4EA5-9232-D12536D7050F}"/>
              </a:ext>
            </a:extLst>
          </p:cNvPr>
          <p:cNvSpPr>
            <a:spLocks xmlns:a="http://schemas.openxmlformats.org/drawingml/2006/main" noGrp="1"/>
          </p:cNvSpPr>
          <p:nvPr/>
        </p:nvSpPr>
        <p:spPr>
          <a:xfrm xmlns:a="http://schemas.openxmlformats.org/drawingml/2006/main">
            <a:off x="38100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stays the same when we use this pair again?</a:t>
            </a:r>
          </a:p>
        </p:txBody>
      </p:sp>
      <p:sp>
        <p:nvSpPr>
          <p:cNvPr id="23" name="item-3-clue">
            <a:extLst xmlns:a="http://schemas.openxmlformats.org/drawingml/2006/main">
              <a:ext uri="{FF2B5EF4-FFF2-40B4-BE49-F238E27FC236}">
                <a16:creationId xmlns:a16="http://schemas.microsoft.com/office/drawing/2014/main" id="{193746EC-173C-41A2-80FF-219177F13EC1}"/>
              </a:ext>
            </a:extLst>
          </p:cNvPr>
          <p:cNvSpPr>
            <a:spLocks xmlns:a="http://schemas.openxmlformats.org/drawingml/2006/main" noGrp="1"/>
          </p:cNvSpPr>
          <p:nvPr/>
        </p:nvSpPr>
        <p:spPr>
          <a:xfrm xmlns:a="http://schemas.openxmlformats.org/drawingml/2006/main">
            <a:off x="38100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Look at each mark and its colour.</a:t>
            </a:r>
          </a:p>
        </p:txBody>
      </p:sp>
      <p:sp>
        <p:nvSpPr>
          <p:cNvPr id="24" name="item-4-title">
            <a:extLst xmlns:a="http://schemas.openxmlformats.org/drawingml/2006/main">
              <a:ext uri="{FF2B5EF4-FFF2-40B4-BE49-F238E27FC236}">
                <a16:creationId xmlns:a16="http://schemas.microsoft.com/office/drawing/2014/main" id="{DCBD18EE-93AD-4763-86F6-421FBB81D6AA}"/>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4. Change</a:t>
            </a:r>
          </a:p>
        </p:txBody>
      </p:sp>
      <p:sp>
        <p:nvSpPr>
          <p:cNvPr id="25" name="item-4-question">
            <a:extLst xmlns:a="http://schemas.openxmlformats.org/drawingml/2006/main">
              <a:ext uri="{FF2B5EF4-FFF2-40B4-BE49-F238E27FC236}">
                <a16:creationId xmlns:a16="http://schemas.microsoft.com/office/drawing/2014/main" id="{0D5B6E8D-08DC-4976-AF46-7FBAD286363C}"/>
              </a:ext>
            </a:extLst>
          </p:cNvPr>
          <p:cNvSpPr>
            <a:spLocks xmlns:a="http://schemas.openxmlformats.org/drawingml/2006/main" noGrp="1"/>
          </p:cNvSpPr>
          <p:nvPr/>
        </p:nvSpPr>
        <p:spPr>
          <a:xfrm xmlns:a="http://schemas.openxmlformats.org/drawingml/2006/main">
            <a:off x="6229350" y="4546283"/>
            <a:ext cx="558165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How could we use new colours and still use a pair again?</a:t>
            </a:r>
          </a:p>
        </p:txBody>
      </p:sp>
      <p:sp>
        <p:nvSpPr>
          <p:cNvPr id="26" name="item-4-clue">
            <a:extLst xmlns:a="http://schemas.openxmlformats.org/drawingml/2006/main">
              <a:ext uri="{FF2B5EF4-FFF2-40B4-BE49-F238E27FC236}">
                <a16:creationId xmlns:a16="http://schemas.microsoft.com/office/drawing/2014/main" id="{F5EB6F9D-BEB8-46C8-9547-4D6C06A770BB}"/>
              </a:ext>
            </a:extLst>
          </p:cNvPr>
          <p:cNvSpPr>
            <a:spLocks xmlns:a="http://schemas.openxmlformats.org/drawingml/2006/main" noGrp="1"/>
          </p:cNvSpPr>
          <p:nvPr/>
        </p:nvSpPr>
        <p:spPr>
          <a:xfrm xmlns:a="http://schemas.openxmlformats.org/drawingml/2006/main">
            <a:off x="6229350" y="5311712"/>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blue dots and yellow rings.</a:t>
            </a:r>
          </a:p>
        </p:txBody>
      </p:sp>
    </p:spTree>
    <p:extLst>
      <p:ext uri="{BB962C8B-B14F-4D97-AF65-F5344CB8AC3E}">
        <p14:creationId xmlns:p14="http://schemas.microsoft.com/office/powerpoint/2010/main" val="15450623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A55FCDEC-FDF0-4906-8EF1-C554C1955DE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AC66D6A4-C515-429A-9302-43E7E792ED7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Starter · 3 min · 05 to 08</a:t>
            </a:r>
          </a:p>
        </p:txBody>
      </p:sp>
      <p:sp>
        <p:nvSpPr>
          <p:cNvPr id="3" name="slide-title">
            <a:extLst xmlns:a="http://schemas.openxmlformats.org/drawingml/2006/main">
              <a:ext uri="{FF2B5EF4-FFF2-40B4-BE49-F238E27FC236}">
                <a16:creationId xmlns:a16="http://schemas.microsoft.com/office/drawing/2014/main" id="{732A80DE-6A21-4569-84D3-21A111A1EC66}"/>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Starter</a:t>
            </a:r>
          </a:p>
        </p:txBody>
      </p:sp>
      <p:pic>
        <p:nvPicPr>
          <p:cNvPr id="4" name="">
            <a:extLst xmlns:a="http://schemas.openxmlformats.org/drawingml/2006/main">
              <a:ext uri="{FF2B5EF4-FFF2-40B4-BE49-F238E27FC236}">
                <a16:creationId xmlns:a16="http://schemas.microsoft.com/office/drawing/2014/main" id="{0A857D67-1C0A-4F6F-9B81-755E1C40576A}"/>
              </a:ext>
            </a:extLst>
          </p:cNvPr>
          <p:cNvPicPr>
            <a:picLocks xmlns:a="http://schemas.openxmlformats.org/drawingml/2006/main" noChangeAspect="1"/>
          </p:cNvPicPr>
          <p:nvPr/>
        </p:nvPicPr>
        <p:blipFill>
          <a:blip xmlns:r="http://schemas.openxmlformats.org/officeDocument/2006/relationships" xmlns:a="http://schemas.openxmlformats.org/drawingml/2006/main" r:embed="Rc647ff97ffc745c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68C8F96E-520D-4615-B293-DFCAE3624472}"/>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3A532FDB-3D94-4525-B1DD-EF47CA874CD1}"/>
              </a:ext>
            </a:extLst>
          </p:cNvPr>
          <p:cNvSpPr>
            <a:spLocks xmlns:a="http://schemas.openxmlformats.org/drawingml/2006/main" noGrp="1"/>
          </p:cNvSpPr>
          <p:nvPr/>
        </p:nvSpPr>
        <p:spPr>
          <a:xfrm xmlns:a="http://schemas.openxmlformats.org/drawingml/2006/main">
            <a:off x="1809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3EF3A40-9D81-44A4-ABA5-7BDA81849BE6}"/>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C28BB21-2889-4ECC-80EA-C5F6CBE8966E}"/>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85AC42E-3057-4E95-A71C-CC720CD4470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78F8894C-2AF7-4193-AFA4-5AF29F3E3411}"/>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ADF144E-9B1D-431B-ACDB-AFEB7CC46ABB}"/>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F48C5318-E2CA-4796-B4B5-444FDD4F5673}"/>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D73076C5-A5E0-46EE-8FAE-BF343DFA9A12}"/>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chosen row and its pair, in words or marks.</a:t>
            </a:r>
          </a:p>
        </p:txBody>
      </p:sp>
      <p:sp>
        <p:nvSpPr>
          <p:cNvPr id="14" name="body-0">
            <a:extLst xmlns:a="http://schemas.openxmlformats.org/drawingml/2006/main">
              <a:ext uri="{FF2B5EF4-FFF2-40B4-BE49-F238E27FC236}">
                <a16:creationId xmlns:a16="http://schemas.microsoft.com/office/drawing/2014/main" id="{BE2E7584-6C1B-4851-B32E-FD19E9B798F7}"/>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Which row uses the same pair again?</a:t>
            </a:r>
          </a:p>
        </p:txBody>
      </p:sp>
      <p:sp>
        <p:nvSpPr>
          <p:cNvPr id="15" name="body-1">
            <a:extLst xmlns:a="http://schemas.openxmlformats.org/drawingml/2006/main">
              <a:ext uri="{FF2B5EF4-FFF2-40B4-BE49-F238E27FC236}">
                <a16:creationId xmlns:a16="http://schemas.microsoft.com/office/drawing/2014/main" id="{DEDA1B56-4CB0-44B8-8C9F-DC647FC9DD70}"/>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 Yellow dot / pink ring / yellow dot / pink ring.</a:t>
            </a:r>
          </a:p>
        </p:txBody>
      </p:sp>
      <p:sp>
        <p:nvSpPr>
          <p:cNvPr id="16" name="body-2">
            <a:extLst xmlns:a="http://schemas.openxmlformats.org/drawingml/2006/main">
              <a:ext uri="{FF2B5EF4-FFF2-40B4-BE49-F238E27FC236}">
                <a16:creationId xmlns:a16="http://schemas.microsoft.com/office/drawing/2014/main" id="{C9FD350A-5F79-4F07-9CED-1CB30B67B985}"/>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B: Yellow dot / pink ring / yellow dot / pink dot.</a:t>
            </a:r>
          </a:p>
        </p:txBody>
      </p:sp>
      <p:sp>
        <p:nvSpPr>
          <p:cNvPr id="17" name="body-3">
            <a:extLst xmlns:a="http://schemas.openxmlformats.org/drawingml/2006/main">
              <a:ext uri="{FF2B5EF4-FFF2-40B4-BE49-F238E27FC236}">
                <a16:creationId xmlns:a16="http://schemas.microsoft.com/office/drawing/2014/main" id="{191901FD-1AFB-47BB-B7AA-E7519D32109B}"/>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your choice. Find the same pair again.</a:t>
            </a:r>
          </a:p>
        </p:txBody>
      </p:sp>
    </p:spTree>
    <p:extLst>
      <p:ext uri="{BB962C8B-B14F-4D97-AF65-F5344CB8AC3E}">
        <p14:creationId xmlns:p14="http://schemas.microsoft.com/office/powerpoint/2010/main" val="11145416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29903F93-C032-458F-AE46-003E2798F4DB}"/>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819212A4-D2EC-4CD3-A064-E33C07B3FA7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Starter · 3 min · 05 to 08</a:t>
            </a:r>
          </a:p>
        </p:txBody>
      </p:sp>
      <p:sp>
        <p:nvSpPr>
          <p:cNvPr id="3" name="slide-title">
            <a:extLst xmlns:a="http://schemas.openxmlformats.org/drawingml/2006/main">
              <a:ext uri="{FF2B5EF4-FFF2-40B4-BE49-F238E27FC236}">
                <a16:creationId xmlns:a16="http://schemas.microsoft.com/office/drawing/2014/main" id="{A8E2A258-E5C5-4D42-8CAD-5D0826F67994}"/>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Starter · 1 of 2</a:t>
            </a:r>
          </a:p>
        </p:txBody>
      </p:sp>
      <p:pic>
        <p:nvPicPr>
          <p:cNvPr id="4" name="">
            <a:extLst xmlns:a="http://schemas.openxmlformats.org/drawingml/2006/main">
              <a:ext uri="{FF2B5EF4-FFF2-40B4-BE49-F238E27FC236}">
                <a16:creationId xmlns:a16="http://schemas.microsoft.com/office/drawing/2014/main" id="{052CF428-CA28-468A-A9DF-55FAD30CB5E1}"/>
              </a:ext>
            </a:extLst>
          </p:cNvPr>
          <p:cNvPicPr>
            <a:picLocks xmlns:a="http://schemas.openxmlformats.org/drawingml/2006/main" noChangeAspect="1"/>
          </p:cNvPicPr>
          <p:nvPr/>
        </p:nvPicPr>
        <p:blipFill>
          <a:blip xmlns:r="http://schemas.openxmlformats.org/officeDocument/2006/relationships" xmlns:a="http://schemas.openxmlformats.org/drawingml/2006/main" r:embed="R923b80a4282a456c"/>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716F4925-40CA-4F0D-84EC-C96338292DE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3D27C50C-5643-44C9-9FD3-50F194F703F6}"/>
              </a:ext>
            </a:extLst>
          </p:cNvPr>
          <p:cNvSpPr>
            <a:spLocks xmlns:a="http://schemas.openxmlformats.org/drawingml/2006/main" noGrp="1"/>
          </p:cNvSpPr>
          <p:nvPr/>
        </p:nvSpPr>
        <p:spPr>
          <a:xfrm xmlns:a="http://schemas.openxmlformats.org/drawingml/2006/main">
            <a:off x="1809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E359D91-D99D-4536-9AE4-3682631D9E75}"/>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843A1E1C-8533-492E-ADD8-44B3F46ECA23}"/>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65732A90-2577-4F8E-B4F9-E9247F49284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79E946C-A5B0-40D6-AD72-E513EA799EBB}"/>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E2EB9857-A5A9-4FB8-9DF9-3F22FD090AD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1E4123DD-560F-4F91-8515-ADD42DC9286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C57392EF-5DC5-4637-BF54-BDF9CFB5F4DA}"/>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chosen row and its pair, in words or marks.</a:t>
            </a:r>
          </a:p>
        </p:txBody>
      </p:sp>
      <p:sp>
        <p:nvSpPr>
          <p:cNvPr id="14" name="figure-example_a-0">
            <a:extLst xmlns:a="http://schemas.openxmlformats.org/drawingml/2006/main">
              <a:ext uri="{FF2B5EF4-FFF2-40B4-BE49-F238E27FC236}">
                <a16:creationId xmlns:a16="http://schemas.microsoft.com/office/drawing/2014/main" id="{536D2A5A-D24E-4551-96D6-1236358D7109}"/>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46099708-9EB6-4204-B60E-8011318F23E2}"/>
              </a:ext>
            </a:extLst>
          </p:cNvPr>
          <p:cNvSpPr>
            <a:spLocks xmlns:a="http://schemas.openxmlformats.org/drawingml/2006/main" noGrp="1"/>
          </p:cNvSpPr>
          <p:nvPr/>
        </p:nvSpPr>
        <p:spPr>
          <a:xfrm xmlns:a="http://schemas.openxmlformats.org/drawingml/2006/main">
            <a:off x="2190750"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example_a-2">
            <a:extLst xmlns:a="http://schemas.openxmlformats.org/drawingml/2006/main">
              <a:ext uri="{FF2B5EF4-FFF2-40B4-BE49-F238E27FC236}">
                <a16:creationId xmlns:a16="http://schemas.microsoft.com/office/drawing/2014/main" id="{2F739C05-DC4B-4AB5-B540-D348BF2C007E}"/>
              </a:ext>
            </a:extLst>
          </p:cNvPr>
          <p:cNvSpPr>
            <a:spLocks xmlns:a="http://schemas.openxmlformats.org/drawingml/2006/main" noGrp="1"/>
          </p:cNvSpPr>
          <p:nvPr/>
        </p:nvSpPr>
        <p:spPr>
          <a:xfrm xmlns:a="http://schemas.openxmlformats.org/drawingml/2006/main">
            <a:off x="4476750"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7" name="figure-example_a-3">
            <a:extLst xmlns:a="http://schemas.openxmlformats.org/drawingml/2006/main">
              <a:ext uri="{FF2B5EF4-FFF2-40B4-BE49-F238E27FC236}">
                <a16:creationId xmlns:a16="http://schemas.microsoft.com/office/drawing/2014/main" id="{474685BC-DEA2-41F0-B359-5C29DC248F15}"/>
              </a:ext>
            </a:extLst>
          </p:cNvPr>
          <p:cNvSpPr>
            <a:spLocks xmlns:a="http://schemas.openxmlformats.org/drawingml/2006/main" noGrp="1"/>
          </p:cNvSpPr>
          <p:nvPr/>
        </p:nvSpPr>
        <p:spPr>
          <a:xfrm xmlns:a="http://schemas.openxmlformats.org/drawingml/2006/main">
            <a:off x="6762750"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example_a-4">
            <a:extLst xmlns:a="http://schemas.openxmlformats.org/drawingml/2006/main">
              <a:ext uri="{FF2B5EF4-FFF2-40B4-BE49-F238E27FC236}">
                <a16:creationId xmlns:a16="http://schemas.microsoft.com/office/drawing/2014/main" id="{6EEE22C7-72A7-43BB-86FA-5C0DDEA04B9F}"/>
              </a:ext>
            </a:extLst>
          </p:cNvPr>
          <p:cNvSpPr>
            <a:spLocks xmlns:a="http://schemas.openxmlformats.org/drawingml/2006/main" noGrp="1"/>
          </p:cNvSpPr>
          <p:nvPr/>
        </p:nvSpPr>
        <p:spPr>
          <a:xfrm xmlns:a="http://schemas.openxmlformats.org/drawingml/2006/main">
            <a:off x="9048750"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9" name="figure-description-example_a">
            <a:extLst xmlns:a="http://schemas.openxmlformats.org/drawingml/2006/main">
              <a:ext uri="{FF2B5EF4-FFF2-40B4-BE49-F238E27FC236}">
                <a16:creationId xmlns:a16="http://schemas.microsoft.com/office/drawing/2014/main" id="{E32F2C54-F8C0-4E5F-BCF7-4C6825E5A21C}"/>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On dark paper, a yellow dot and pink ring appear twice in the same order.</a:t>
            </a:r>
          </a:p>
        </p:txBody>
      </p:sp>
    </p:spTree>
    <p:extLst>
      <p:ext uri="{BB962C8B-B14F-4D97-AF65-F5344CB8AC3E}">
        <p14:creationId xmlns:p14="http://schemas.microsoft.com/office/powerpoint/2010/main" val="7238352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E8B41479-F6B7-41B5-AB30-1CD053EF4F36}"/>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654CD06B-062B-4B9B-BF5C-0624B5299CCE}"/>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Starter · 3 min · 05 to 08</a:t>
            </a:r>
          </a:p>
        </p:txBody>
      </p:sp>
      <p:sp>
        <p:nvSpPr>
          <p:cNvPr id="3" name="slide-title">
            <a:extLst xmlns:a="http://schemas.openxmlformats.org/drawingml/2006/main">
              <a:ext uri="{FF2B5EF4-FFF2-40B4-BE49-F238E27FC236}">
                <a16:creationId xmlns:a16="http://schemas.microsoft.com/office/drawing/2014/main" id="{70AA9B91-D207-4C77-9CF5-36B4BBCF7F3E}"/>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Starter · 2 of 2</a:t>
            </a:r>
          </a:p>
        </p:txBody>
      </p:sp>
      <p:pic>
        <p:nvPicPr>
          <p:cNvPr id="4" name="">
            <a:extLst xmlns:a="http://schemas.openxmlformats.org/drawingml/2006/main">
              <a:ext uri="{FF2B5EF4-FFF2-40B4-BE49-F238E27FC236}">
                <a16:creationId xmlns:a16="http://schemas.microsoft.com/office/drawing/2014/main" id="{C9651FCE-8CEC-476E-A9DE-7243C4269865}"/>
              </a:ext>
            </a:extLst>
          </p:cNvPr>
          <p:cNvPicPr>
            <a:picLocks xmlns:a="http://schemas.openxmlformats.org/drawingml/2006/main" noChangeAspect="1"/>
          </p:cNvPicPr>
          <p:nvPr/>
        </p:nvPicPr>
        <p:blipFill>
          <a:blip xmlns:r="http://schemas.openxmlformats.org/officeDocument/2006/relationships" xmlns:a="http://schemas.openxmlformats.org/drawingml/2006/main" r:embed="R5814d261ee1344c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AA25DB66-EAC2-4956-8E66-47747DB87081}"/>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C0D41E66-AE1E-4FC4-A4D2-8DBD0FE3FD9C}"/>
              </a:ext>
            </a:extLst>
          </p:cNvPr>
          <p:cNvSpPr>
            <a:spLocks xmlns:a="http://schemas.openxmlformats.org/drawingml/2006/main" noGrp="1"/>
          </p:cNvSpPr>
          <p:nvPr/>
        </p:nvSpPr>
        <p:spPr>
          <a:xfrm xmlns:a="http://schemas.openxmlformats.org/drawingml/2006/main">
            <a:off x="1809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70194C60-C551-471E-B204-143D7F17B680}"/>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315F918-569E-4ADC-921F-CB64A36A913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AB34BFA-4565-46F3-9E8D-6026D8660584}"/>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EA0E0943-921C-4F78-9511-C7A171FDF071}"/>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D1A06C1A-91CD-4260-93AC-39A470EFC206}"/>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CA1F9301-EB26-4E25-B04E-14FA138718F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30AFA9E8-1862-4D62-82A3-49189FC42BE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chosen row and its pair, in words or marks.</a:t>
            </a:r>
          </a:p>
        </p:txBody>
      </p:sp>
      <p:sp>
        <p:nvSpPr>
          <p:cNvPr id="14" name="figure-example_b-0">
            <a:extLst xmlns:a="http://schemas.openxmlformats.org/drawingml/2006/main">
              <a:ext uri="{FF2B5EF4-FFF2-40B4-BE49-F238E27FC236}">
                <a16:creationId xmlns:a16="http://schemas.microsoft.com/office/drawing/2014/main" id="{44EB6B6B-5358-43EC-9DBE-250D0111B80A}"/>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76223E7C-F9F8-47BA-93B1-91A6CEE908CD}"/>
              </a:ext>
            </a:extLst>
          </p:cNvPr>
          <p:cNvSpPr>
            <a:spLocks xmlns:a="http://schemas.openxmlformats.org/drawingml/2006/main" noGrp="1"/>
          </p:cNvSpPr>
          <p:nvPr/>
        </p:nvSpPr>
        <p:spPr>
          <a:xfrm xmlns:a="http://schemas.openxmlformats.org/drawingml/2006/main">
            <a:off x="2190750"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example_b-2">
            <a:extLst xmlns:a="http://schemas.openxmlformats.org/drawingml/2006/main">
              <a:ext uri="{FF2B5EF4-FFF2-40B4-BE49-F238E27FC236}">
                <a16:creationId xmlns:a16="http://schemas.microsoft.com/office/drawing/2014/main" id="{C4C10E2E-9F14-473C-9EBC-B664DB052080}"/>
              </a:ext>
            </a:extLst>
          </p:cNvPr>
          <p:cNvSpPr>
            <a:spLocks xmlns:a="http://schemas.openxmlformats.org/drawingml/2006/main" noGrp="1"/>
          </p:cNvSpPr>
          <p:nvPr/>
        </p:nvSpPr>
        <p:spPr>
          <a:xfrm xmlns:a="http://schemas.openxmlformats.org/drawingml/2006/main">
            <a:off x="4476750"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7" name="figure-example_b-3">
            <a:extLst xmlns:a="http://schemas.openxmlformats.org/drawingml/2006/main">
              <a:ext uri="{FF2B5EF4-FFF2-40B4-BE49-F238E27FC236}">
                <a16:creationId xmlns:a16="http://schemas.microsoft.com/office/drawing/2014/main" id="{2C385998-4291-4B7E-A41F-5F9D02CB6D4A}"/>
              </a:ext>
            </a:extLst>
          </p:cNvPr>
          <p:cNvSpPr>
            <a:spLocks xmlns:a="http://schemas.openxmlformats.org/drawingml/2006/main" noGrp="1"/>
          </p:cNvSpPr>
          <p:nvPr/>
        </p:nvSpPr>
        <p:spPr>
          <a:xfrm xmlns:a="http://schemas.openxmlformats.org/drawingml/2006/main">
            <a:off x="6762750"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example_b-4">
            <a:extLst xmlns:a="http://schemas.openxmlformats.org/drawingml/2006/main">
              <a:ext uri="{FF2B5EF4-FFF2-40B4-BE49-F238E27FC236}">
                <a16:creationId xmlns:a16="http://schemas.microsoft.com/office/drawing/2014/main" id="{999E254D-8A2C-449A-A30D-29F23112E3B8}"/>
              </a:ext>
            </a:extLst>
          </p:cNvPr>
          <p:cNvSpPr>
            <a:spLocks xmlns:a="http://schemas.openxmlformats.org/drawingml/2006/main" noGrp="1"/>
          </p:cNvSpPr>
          <p:nvPr/>
        </p:nvSpPr>
        <p:spPr>
          <a:xfrm xmlns:a="http://schemas.openxmlformats.org/drawingml/2006/main">
            <a:off x="9048750" y="3302127"/>
            <a:ext cx="952500" cy="952500"/>
          </a:xfrm>
          <a:prstGeom xmlns:a="http://schemas.openxmlformats.org/drawingml/2006/main" prst="ellipse">
            <a:avLst/>
          </a:prstGeom>
          <a:solidFill xmlns:a="http://schemas.openxmlformats.org/drawingml/2006/main">
            <a:srgbClr val="FF69B4"/>
          </a:solidFill>
          <a:ln xmlns:a="http://schemas.openxmlformats.org/drawingml/2006/main" w="0">
            <a:noFill/>
          </a:ln>
        </p:spPr>
      </p:sp>
      <p:sp>
        <p:nvSpPr>
          <p:cNvPr id="19" name="figure-description-example_b">
            <a:extLst xmlns:a="http://schemas.openxmlformats.org/drawingml/2006/main">
              <a:ext uri="{FF2B5EF4-FFF2-40B4-BE49-F238E27FC236}">
                <a16:creationId xmlns:a16="http://schemas.microsoft.com/office/drawing/2014/main" id="{9D78809C-B952-45C8-B39E-0307C8D1E92C}"/>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row on dark paper is yellow dot, pink ring, yellow dot, pink dot. The last shape differs from the planned ring.</a:t>
            </a:r>
          </a:p>
        </p:txBody>
      </p:sp>
    </p:spTree>
    <p:extLst>
      <p:ext uri="{BB962C8B-B14F-4D97-AF65-F5344CB8AC3E}">
        <p14:creationId xmlns:p14="http://schemas.microsoft.com/office/powerpoint/2010/main" val="14678933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B3440FDE-7570-4DE4-ADD9-989537D19CEB}"/>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E35C49B7-692D-44C8-A209-0E0E029697E1}"/>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A7D87C68-4F3D-4765-B37B-0AAB582BA1E7}"/>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1 of 3</a:t>
            </a:r>
          </a:p>
        </p:txBody>
      </p:sp>
      <p:pic>
        <p:nvPicPr>
          <p:cNvPr id="4" name="">
            <a:extLst xmlns:a="http://schemas.openxmlformats.org/drawingml/2006/main">
              <a:ext uri="{FF2B5EF4-FFF2-40B4-BE49-F238E27FC236}">
                <a16:creationId xmlns:a16="http://schemas.microsoft.com/office/drawing/2014/main" id="{C4C11B6D-924C-412E-93A8-EE1E36B8E420}"/>
              </a:ext>
            </a:extLst>
          </p:cNvPr>
          <p:cNvPicPr>
            <a:picLocks xmlns:a="http://schemas.openxmlformats.org/drawingml/2006/main" noChangeAspect="1"/>
          </p:cNvPicPr>
          <p:nvPr/>
        </p:nvPicPr>
        <p:blipFill>
          <a:blip xmlns:r="http://schemas.openxmlformats.org/officeDocument/2006/relationships" xmlns:a="http://schemas.openxmlformats.org/drawingml/2006/main" r:embed="Rc42c4fc938f64a4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BDF0CFA5-B81B-4C72-ABA8-0331357698F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CA5845BE-C79C-48EA-ABEC-775375398481}"/>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CD421E9-CF40-49B8-AC1F-83A5B03E707E}"/>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08AB8E6-CED6-451B-914E-F1D02BB8A29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166E320C-593B-48C0-AAA4-888DCC3E9426}"/>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E0EFF2B1-73B7-46EF-81EE-1295FB0DC3FF}"/>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D629E955-2B90-4928-9058-7CD9E752753D}"/>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30EFF1E1-E962-4E70-935F-2484D6744A0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1910E304-512C-4F4E-9D81-1148CE5BEFC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planned pair, with one mark to show the shape check.</a:t>
            </a:r>
          </a:p>
        </p:txBody>
      </p:sp>
      <p:sp>
        <p:nvSpPr>
          <p:cNvPr id="14" name="body-0">
            <a:extLst xmlns:a="http://schemas.openxmlformats.org/drawingml/2006/main">
              <a:ext uri="{FF2B5EF4-FFF2-40B4-BE49-F238E27FC236}">
                <a16:creationId xmlns:a16="http://schemas.microsoft.com/office/drawing/2014/main" id="{7F68AC79-1935-42B7-AB86-A6F366C75F5E}"/>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We can make light art for a made-up festival.</a:t>
            </a:r>
          </a:p>
        </p:txBody>
      </p:sp>
      <p:sp>
        <p:nvSpPr>
          <p:cNvPr id="15" name="body-1">
            <a:extLst xmlns:a="http://schemas.openxmlformats.org/drawingml/2006/main">
              <a:ext uri="{FF2B5EF4-FFF2-40B4-BE49-F238E27FC236}">
                <a16:creationId xmlns:a16="http://schemas.microsoft.com/office/drawing/2014/main" id="{B26C107C-91E7-4613-8118-2A6479B5CBA2}"/>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My plan is a yellow dot, then a pink ring.</a:t>
            </a:r>
          </a:p>
        </p:txBody>
      </p:sp>
      <p:sp>
        <p:nvSpPr>
          <p:cNvPr id="16" name="body-2">
            <a:extLst xmlns:a="http://schemas.openxmlformats.org/drawingml/2006/main">
              <a:ext uri="{FF2B5EF4-FFF2-40B4-BE49-F238E27FC236}">
                <a16:creationId xmlns:a16="http://schemas.microsoft.com/office/drawing/2014/main" id="{0666917D-A065-4129-845C-2E8493A19205}"/>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will use two bright colours on dark paper.</a:t>
            </a:r>
          </a:p>
        </p:txBody>
      </p:sp>
      <p:sp>
        <p:nvSpPr>
          <p:cNvPr id="17" name="body-3">
            <a:extLst xmlns:a="http://schemas.openxmlformats.org/drawingml/2006/main">
              <a:ext uri="{FF2B5EF4-FFF2-40B4-BE49-F238E27FC236}">
                <a16:creationId xmlns:a16="http://schemas.microsoft.com/office/drawing/2014/main" id="{A1C618AD-8C34-4CFF-8F01-FB4D688DBBA3}"/>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make a dot, then a ring.</a:t>
            </a:r>
          </a:p>
        </p:txBody>
      </p:sp>
      <p:sp>
        <p:nvSpPr>
          <p:cNvPr id="18" name="body-4">
            <a:extLst xmlns:a="http://schemas.openxmlformats.org/drawingml/2006/main">
              <a:ext uri="{FF2B5EF4-FFF2-40B4-BE49-F238E27FC236}">
                <a16:creationId xmlns:a16="http://schemas.microsoft.com/office/drawing/2014/main" id="{4E44C51F-A976-4E8D-9670-5C7CB2C7CDCE}"/>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use that pair again.</a:t>
            </a:r>
          </a:p>
        </p:txBody>
      </p:sp>
      <p:sp>
        <p:nvSpPr>
          <p:cNvPr id="19" name="body-5">
            <a:extLst xmlns:a="http://schemas.openxmlformats.org/drawingml/2006/main">
              <a:ext uri="{FF2B5EF4-FFF2-40B4-BE49-F238E27FC236}">
                <a16:creationId xmlns:a16="http://schemas.microsoft.com/office/drawing/2014/main" id="{343A76B1-18B9-442D-9884-F161D6F25BC1}"/>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Now I check one thing: my shapes.</a:t>
            </a:r>
          </a:p>
        </p:txBody>
      </p:sp>
      <p:sp>
        <p:nvSpPr>
          <p:cNvPr id="20" name="body-6">
            <a:extLst xmlns:a="http://schemas.openxmlformats.org/drawingml/2006/main">
              <a:ext uri="{FF2B5EF4-FFF2-40B4-BE49-F238E27FC236}">
                <a16:creationId xmlns:a16="http://schemas.microsoft.com/office/drawing/2014/main" id="{475CD085-2B41-464A-999D-E398DB4F294B}"/>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The last mark in B is a dot. I planned a ring.</a:t>
            </a:r>
          </a:p>
        </p:txBody>
      </p:sp>
    </p:spTree>
    <p:extLst>
      <p:ext uri="{BB962C8B-B14F-4D97-AF65-F5344CB8AC3E}">
        <p14:creationId xmlns:p14="http://schemas.microsoft.com/office/powerpoint/2010/main" val="15450993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7AA31E38-AC9A-44BC-AEC8-0DA915756B38}"/>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00111E55-BCCA-4102-8791-72B4F14E46E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BB75ED34-A8C3-4187-B4E4-FF9AD89F6EEB}"/>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1 of 3 · 1 of 3</a:t>
            </a:r>
          </a:p>
        </p:txBody>
      </p:sp>
      <p:pic>
        <p:nvPicPr>
          <p:cNvPr id="4" name="">
            <a:extLst xmlns:a="http://schemas.openxmlformats.org/drawingml/2006/main">
              <a:ext uri="{FF2B5EF4-FFF2-40B4-BE49-F238E27FC236}">
                <a16:creationId xmlns:a16="http://schemas.microsoft.com/office/drawing/2014/main" id="{9BDEEC66-5EFC-4B6F-981C-17C3175D7B00}"/>
              </a:ext>
            </a:extLst>
          </p:cNvPr>
          <p:cNvPicPr>
            <a:picLocks xmlns:a="http://schemas.openxmlformats.org/drawingml/2006/main" noChangeAspect="1"/>
          </p:cNvPicPr>
          <p:nvPr/>
        </p:nvPicPr>
        <p:blipFill>
          <a:blip xmlns:r="http://schemas.openxmlformats.org/officeDocument/2006/relationships" xmlns:a="http://schemas.openxmlformats.org/drawingml/2006/main" r:embed="R4fe60a540a84452c"/>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54632B91-1EB1-4500-9EBE-183FFBE9CC3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14C4DC1A-597A-4B81-A710-BBC64857A9D8}"/>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8257824-00F8-421C-8D0F-348634B9656E}"/>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560B3B5B-3983-4425-ABDF-0FA0F7BB214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5A5E19CE-4B28-4879-946E-1D482BEC8F11}"/>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9EC0B56-ED07-4884-B679-B85470C29ED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C5DB1AFC-D522-439D-AEF3-F0F9D08B6C8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503B38BC-B310-4027-BFB6-108E588DBAF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762324D8-962D-4B80-8543-2B3A3F539985}"/>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planned pair, with one mark to show the shape check.</a:t>
            </a:r>
          </a:p>
        </p:txBody>
      </p:sp>
      <p:sp>
        <p:nvSpPr>
          <p:cNvPr id="14" name="figure-plan_a-0">
            <a:extLst xmlns:a="http://schemas.openxmlformats.org/drawingml/2006/main">
              <a:ext uri="{FF2B5EF4-FFF2-40B4-BE49-F238E27FC236}">
                <a16:creationId xmlns:a16="http://schemas.microsoft.com/office/drawing/2014/main" id="{22D0D42B-36D3-4D68-AAEA-F12F31FCDF4F}"/>
              </a:ext>
            </a:extLst>
          </p:cNvPr>
          <p:cNvSpPr>
            <a:spLocks xmlns:a="http://schemas.openxmlformats.org/drawingml/2006/main" noGrp="1"/>
          </p:cNvSpPr>
          <p:nvPr/>
        </p:nvSpPr>
        <p:spPr>
          <a:xfrm xmlns:a="http://schemas.openxmlformats.org/drawingml/2006/main">
            <a:off x="1598981" y="1904619"/>
            <a:ext cx="8994038" cy="1967446"/>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plan_a-1">
            <a:extLst xmlns:a="http://schemas.openxmlformats.org/drawingml/2006/main">
              <a:ext uri="{FF2B5EF4-FFF2-40B4-BE49-F238E27FC236}">
                <a16:creationId xmlns:a16="http://schemas.microsoft.com/office/drawing/2014/main" id="{66A49CE7-3D97-4E95-B67E-8123E4499C98}"/>
              </a:ext>
            </a:extLst>
          </p:cNvPr>
          <p:cNvSpPr>
            <a:spLocks xmlns:a="http://schemas.openxmlformats.org/drawingml/2006/main" noGrp="1"/>
          </p:cNvSpPr>
          <p:nvPr/>
        </p:nvSpPr>
        <p:spPr>
          <a:xfrm xmlns:a="http://schemas.openxmlformats.org/drawingml/2006/main">
            <a:off x="4184767" y="2466746"/>
            <a:ext cx="824454" cy="824454"/>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plan_a-2">
            <a:extLst xmlns:a="http://schemas.openxmlformats.org/drawingml/2006/main">
              <a:ext uri="{FF2B5EF4-FFF2-40B4-BE49-F238E27FC236}">
                <a16:creationId xmlns:a16="http://schemas.microsoft.com/office/drawing/2014/main" id="{CC0DA9D8-3871-4EAD-9661-8340C33186EA}"/>
              </a:ext>
            </a:extLst>
          </p:cNvPr>
          <p:cNvSpPr>
            <a:spLocks xmlns:a="http://schemas.openxmlformats.org/drawingml/2006/main" noGrp="1"/>
          </p:cNvSpPr>
          <p:nvPr/>
        </p:nvSpPr>
        <p:spPr>
          <a:xfrm xmlns:a="http://schemas.openxmlformats.org/drawingml/2006/main">
            <a:off x="7182780" y="2466746"/>
            <a:ext cx="824454" cy="824454"/>
          </a:xfrm>
          <a:prstGeom xmlns:a="http://schemas.openxmlformats.org/drawingml/2006/main" prst="ellipse">
            <a:avLst/>
          </a:prstGeom>
          <a:noFill xmlns:a="http://schemas.openxmlformats.org/drawingml/2006/main"/>
          <a:ln xmlns:a="http://schemas.openxmlformats.org/drawingml/2006/main" w="93688">
            <a:solidFill>
              <a:srgbClr val="FF69B4"/>
            </a:solidFill>
          </a:ln>
        </p:spPr>
      </p:sp>
      <p:sp>
        <p:nvSpPr>
          <p:cNvPr id="17" name="figure-plan_a-3">
            <a:extLst xmlns:a="http://schemas.openxmlformats.org/drawingml/2006/main">
              <a:ext uri="{FF2B5EF4-FFF2-40B4-BE49-F238E27FC236}">
                <a16:creationId xmlns:a16="http://schemas.microsoft.com/office/drawing/2014/main" id="{4EBE13B6-1FE9-4099-818A-2AE2B35E97CF}"/>
              </a:ext>
            </a:extLst>
          </p:cNvPr>
          <p:cNvSpPr>
            <a:spLocks xmlns:a="http://schemas.openxmlformats.org/drawingml/2006/main" noGrp="1"/>
          </p:cNvSpPr>
          <p:nvPr/>
        </p:nvSpPr>
        <p:spPr>
          <a:xfrm xmlns:a="http://schemas.openxmlformats.org/drawingml/2006/main">
            <a:off x="1915302" y="4304716"/>
            <a:ext cx="5495607" cy="498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803" b="0" lang="en-GB">
                <a:solidFill>
                  <a:srgbClr val="152238"/>
                </a:solidFill>
                <a:latin typeface="Arial"/>
                <a:ea typeface="Arial"/>
                <a:cs typeface="Arial"/>
              </a:defRPr>
            </a:defPPr>
          </a:lstStyle>
          <a:p xmlns:a="http://schemas.openxmlformats.org/drawingml/2006/main">
            <a:pPr algn="l">
              <a:lnSpc>
                <a:spcPct val="108000"/>
              </a:lnSpc>
              <a:buNone/>
              <a:defRPr sz="2803" b="0" lang="en-GB">
                <a:solidFill>
                  <a:srgbClr val="152238"/>
                </a:solidFill>
                <a:latin typeface="Arial"/>
                <a:ea typeface="Arial"/>
                <a:cs typeface="Arial"/>
              </a:defRPr>
            </a:pPr>
            <a:r>
              <a:rPr sz="2803" b="0" lang="en-GB">
                <a:solidFill>
                  <a:srgbClr val="152238"/>
                </a:solidFill>
                <a:latin typeface="Arial"/>
                <a:ea typeface="Arial"/>
                <a:cs typeface="Arial"/>
              </a:rPr>
              <a:t>TWO COLOURS: YELLOW, PINK</a:t>
            </a:r>
          </a:p>
        </p:txBody>
      </p:sp>
      <p:sp>
        <p:nvSpPr>
          <p:cNvPr id="18" name="figure-plan_a-4">
            <a:extLst xmlns:a="http://schemas.openxmlformats.org/drawingml/2006/main">
              <a:ext uri="{FF2B5EF4-FFF2-40B4-BE49-F238E27FC236}">
                <a16:creationId xmlns:a16="http://schemas.microsoft.com/office/drawing/2014/main" id="{096BBDD8-E635-4FE3-8C4D-E4493E60514A}"/>
              </a:ext>
            </a:extLst>
          </p:cNvPr>
          <p:cNvSpPr>
            <a:spLocks xmlns:a="http://schemas.openxmlformats.org/drawingml/2006/main" noGrp="1"/>
          </p:cNvSpPr>
          <p:nvPr/>
        </p:nvSpPr>
        <p:spPr>
          <a:xfrm xmlns:a="http://schemas.openxmlformats.org/drawingml/2006/main">
            <a:off x="1915302" y="4998006"/>
            <a:ext cx="3774815" cy="498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803" b="0" lang="en-GB">
                <a:solidFill>
                  <a:srgbClr val="152238"/>
                </a:solidFill>
                <a:latin typeface="Arial"/>
                <a:ea typeface="Arial"/>
                <a:cs typeface="Arial"/>
              </a:defRPr>
            </a:defPPr>
          </a:lstStyle>
          <a:p xmlns:a="http://schemas.openxmlformats.org/drawingml/2006/main">
            <a:pPr algn="l">
              <a:lnSpc>
                <a:spcPct val="108000"/>
              </a:lnSpc>
              <a:buNone/>
              <a:defRPr sz="2803" b="0" lang="en-GB">
                <a:solidFill>
                  <a:srgbClr val="152238"/>
                </a:solidFill>
                <a:latin typeface="Arial"/>
                <a:ea typeface="Arial"/>
                <a:cs typeface="Arial"/>
              </a:defRPr>
            </a:pPr>
            <a:r>
              <a:rPr sz="2803" b="0" lang="en-GB">
                <a:solidFill>
                  <a:srgbClr val="152238"/>
                </a:solidFill>
                <a:latin typeface="Arial"/>
                <a:ea typeface="Arial"/>
                <a:cs typeface="Arial"/>
              </a:rPr>
              <a:t>USE THE PAIR AGAIN</a:t>
            </a:r>
          </a:p>
        </p:txBody>
      </p:sp>
      <p:sp>
        <p:nvSpPr>
          <p:cNvPr id="19" name="figure-description-plan_a">
            <a:extLst xmlns:a="http://schemas.openxmlformats.org/drawingml/2006/main">
              <a:ext uri="{FF2B5EF4-FFF2-40B4-BE49-F238E27FC236}">
                <a16:creationId xmlns:a16="http://schemas.microsoft.com/office/drawing/2014/main" id="{1B1D801D-2C91-4D1A-9121-C19718F9D69E}"/>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plan shows a yellow dot followed by a pink ring. It names two colours, yellow and pink, and says to use the pair again.</a:t>
            </a:r>
          </a:p>
        </p:txBody>
      </p:sp>
    </p:spTree>
    <p:extLst>
      <p:ext uri="{BB962C8B-B14F-4D97-AF65-F5344CB8AC3E}">
        <p14:creationId xmlns:p14="http://schemas.microsoft.com/office/powerpoint/2010/main" val="7252485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CDF6B077-83FC-4F57-A236-45FC8852AD1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4F6470C2-B305-4D29-9817-6E175917624C}"/>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33FFEB65-E53D-47A5-BBD4-86D6851A10BE}"/>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1 of 3 · 2 of 3</a:t>
            </a:r>
          </a:p>
        </p:txBody>
      </p:sp>
      <p:pic>
        <p:nvPicPr>
          <p:cNvPr id="4" name="">
            <a:extLst xmlns:a="http://schemas.openxmlformats.org/drawingml/2006/main">
              <a:ext uri="{FF2B5EF4-FFF2-40B4-BE49-F238E27FC236}">
                <a16:creationId xmlns:a16="http://schemas.microsoft.com/office/drawing/2014/main" id="{013DC6D8-5939-4068-BAB6-AF4034F900A5}"/>
              </a:ext>
            </a:extLst>
          </p:cNvPr>
          <p:cNvPicPr>
            <a:picLocks xmlns:a="http://schemas.openxmlformats.org/drawingml/2006/main" noChangeAspect="1"/>
          </p:cNvPicPr>
          <p:nvPr/>
        </p:nvPicPr>
        <p:blipFill>
          <a:blip xmlns:r="http://schemas.openxmlformats.org/officeDocument/2006/relationships" xmlns:a="http://schemas.openxmlformats.org/drawingml/2006/main" r:embed="Ra96f5f5bc0df450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6B060008-625C-4BB5-967E-DD8B41798233}"/>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6A213A96-4B46-4A96-9D4D-B3590D247A6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962C5784-4FA6-4F49-9C90-14C9C30B8DA1}"/>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28B904A-5DB4-4969-8DE2-5095F80971E5}"/>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58BFFC0-8145-4D62-AE32-1BF4E3D26B1E}"/>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031D3330-F1A6-416C-A023-A72F0B4083FA}"/>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79CC8708-5475-4ED9-9E9A-C72027DA2B7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64169917-F3DA-489B-A979-212FDE6EE4C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8B5E2DF0-2837-490D-9DA3-688D1CCAA898}"/>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planned pair, with one mark to show the shape check.</a:t>
            </a:r>
          </a:p>
        </p:txBody>
      </p:sp>
      <p:sp>
        <p:nvSpPr>
          <p:cNvPr id="14" name="figure-example_b-0">
            <a:extLst xmlns:a="http://schemas.openxmlformats.org/drawingml/2006/main">
              <a:ext uri="{FF2B5EF4-FFF2-40B4-BE49-F238E27FC236}">
                <a16:creationId xmlns:a16="http://schemas.microsoft.com/office/drawing/2014/main" id="{36FC85F4-F671-4535-AEA2-34DA330A333D}"/>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B148F9B1-CB87-429C-9C58-6F4FD90B2D44}"/>
              </a:ext>
            </a:extLst>
          </p:cNvPr>
          <p:cNvSpPr>
            <a:spLocks xmlns:a="http://schemas.openxmlformats.org/drawingml/2006/main" noGrp="1"/>
          </p:cNvSpPr>
          <p:nvPr/>
        </p:nvSpPr>
        <p:spPr>
          <a:xfrm xmlns:a="http://schemas.openxmlformats.org/drawingml/2006/main">
            <a:off x="2190750"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example_b-2">
            <a:extLst xmlns:a="http://schemas.openxmlformats.org/drawingml/2006/main">
              <a:ext uri="{FF2B5EF4-FFF2-40B4-BE49-F238E27FC236}">
                <a16:creationId xmlns:a16="http://schemas.microsoft.com/office/drawing/2014/main" id="{3D6D8CA8-4D0E-43F0-B8FE-ADB5DB573BA4}"/>
              </a:ext>
            </a:extLst>
          </p:cNvPr>
          <p:cNvSpPr>
            <a:spLocks xmlns:a="http://schemas.openxmlformats.org/drawingml/2006/main" noGrp="1"/>
          </p:cNvSpPr>
          <p:nvPr/>
        </p:nvSpPr>
        <p:spPr>
          <a:xfrm xmlns:a="http://schemas.openxmlformats.org/drawingml/2006/main">
            <a:off x="4476750"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7" name="figure-example_b-3">
            <a:extLst xmlns:a="http://schemas.openxmlformats.org/drawingml/2006/main">
              <a:ext uri="{FF2B5EF4-FFF2-40B4-BE49-F238E27FC236}">
                <a16:creationId xmlns:a16="http://schemas.microsoft.com/office/drawing/2014/main" id="{89FF5D83-7A67-46CA-BDF0-FE59CAD0589E}"/>
              </a:ext>
            </a:extLst>
          </p:cNvPr>
          <p:cNvSpPr>
            <a:spLocks xmlns:a="http://schemas.openxmlformats.org/drawingml/2006/main" noGrp="1"/>
          </p:cNvSpPr>
          <p:nvPr/>
        </p:nvSpPr>
        <p:spPr>
          <a:xfrm xmlns:a="http://schemas.openxmlformats.org/drawingml/2006/main">
            <a:off x="6762750"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example_b-4">
            <a:extLst xmlns:a="http://schemas.openxmlformats.org/drawingml/2006/main">
              <a:ext uri="{FF2B5EF4-FFF2-40B4-BE49-F238E27FC236}">
                <a16:creationId xmlns:a16="http://schemas.microsoft.com/office/drawing/2014/main" id="{C66F0F82-DC3D-47AA-8830-8B0CE32C9E85}"/>
              </a:ext>
            </a:extLst>
          </p:cNvPr>
          <p:cNvSpPr>
            <a:spLocks xmlns:a="http://schemas.openxmlformats.org/drawingml/2006/main" noGrp="1"/>
          </p:cNvSpPr>
          <p:nvPr/>
        </p:nvSpPr>
        <p:spPr>
          <a:xfrm xmlns:a="http://schemas.openxmlformats.org/drawingml/2006/main">
            <a:off x="9048750" y="3302127"/>
            <a:ext cx="952500" cy="952500"/>
          </a:xfrm>
          <a:prstGeom xmlns:a="http://schemas.openxmlformats.org/drawingml/2006/main" prst="ellipse">
            <a:avLst/>
          </a:prstGeom>
          <a:solidFill xmlns:a="http://schemas.openxmlformats.org/drawingml/2006/main">
            <a:srgbClr val="FF69B4"/>
          </a:solidFill>
          <a:ln xmlns:a="http://schemas.openxmlformats.org/drawingml/2006/main" w="0">
            <a:noFill/>
          </a:ln>
        </p:spPr>
      </p:sp>
      <p:sp>
        <p:nvSpPr>
          <p:cNvPr id="19" name="figure-description-example_b">
            <a:extLst xmlns:a="http://schemas.openxmlformats.org/drawingml/2006/main">
              <a:ext uri="{FF2B5EF4-FFF2-40B4-BE49-F238E27FC236}">
                <a16:creationId xmlns:a16="http://schemas.microsoft.com/office/drawing/2014/main" id="{9B2F67FB-BE51-4D96-8A04-4FD95B77484B}"/>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row on dark paper is yellow dot, pink ring, yellow dot, pink dot. The last shape differs from the planned ring.</a:t>
            </a:r>
          </a:p>
        </p:txBody>
      </p:sp>
    </p:spTree>
    <p:extLst>
      <p:ext uri="{BB962C8B-B14F-4D97-AF65-F5344CB8AC3E}">
        <p14:creationId xmlns:p14="http://schemas.microsoft.com/office/powerpoint/2010/main" val="99781288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08D847E9-6FF3-44D1-A3E5-506518BCFE2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D3C28D4D-9B84-49E7-98CD-D260B745391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2BD376F4-8CBE-4B2D-8454-5083ABE8D929}"/>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1 of 3 · 3 of 3</a:t>
            </a:r>
          </a:p>
        </p:txBody>
      </p:sp>
      <p:pic>
        <p:nvPicPr>
          <p:cNvPr id="4" name="">
            <a:extLst xmlns:a="http://schemas.openxmlformats.org/drawingml/2006/main">
              <a:ext uri="{FF2B5EF4-FFF2-40B4-BE49-F238E27FC236}">
                <a16:creationId xmlns:a16="http://schemas.microsoft.com/office/drawing/2014/main" id="{F31A5634-707C-4AD3-95CB-2F6FBCC967EE}"/>
              </a:ext>
            </a:extLst>
          </p:cNvPr>
          <p:cNvPicPr>
            <a:picLocks xmlns:a="http://schemas.openxmlformats.org/drawingml/2006/main" noChangeAspect="1"/>
          </p:cNvPicPr>
          <p:nvPr/>
        </p:nvPicPr>
        <p:blipFill>
          <a:blip xmlns:r="http://schemas.openxmlformats.org/officeDocument/2006/relationships" xmlns:a="http://schemas.openxmlformats.org/drawingml/2006/main" r:embed="Rfc5abc7c1305445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33440752-C0AA-42D3-9506-242822C37B45}"/>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4D82C0DB-9164-4F6A-B2DE-BE5861E2A6CA}"/>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1722F15-057A-46C9-8F99-B43E8BFA79F3}"/>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854BA6A0-2AE1-4C5B-9C1B-CAE71EF384B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FCA5FF3-A28F-48D6-AD4B-ED96FFD576D3}"/>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6B059116-DBC9-4E49-956C-59500E419672}"/>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1E591503-0F3D-455C-AE41-A39A2F05077D}"/>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8F6930F9-2658-414B-BC96-87D67DD3BDC8}"/>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E89A4F9E-03A9-442A-B705-BD798E9D252D}"/>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planned pair, with one mark to show the shape check.</a:t>
            </a:r>
          </a:p>
        </p:txBody>
      </p:sp>
      <p:sp>
        <p:nvSpPr>
          <p:cNvPr id="14" name="figure-swap_pink_ring-0">
            <a:extLst xmlns:a="http://schemas.openxmlformats.org/drawingml/2006/main">
              <a:ext uri="{FF2B5EF4-FFF2-40B4-BE49-F238E27FC236}">
                <a16:creationId xmlns:a16="http://schemas.microsoft.com/office/drawing/2014/main" id="{EDDC8DCA-52E5-40D1-9D7C-04F47B4772E8}"/>
              </a:ext>
            </a:extLst>
          </p:cNvPr>
          <p:cNvSpPr>
            <a:spLocks xmlns:a="http://schemas.openxmlformats.org/drawingml/2006/main" noGrp="1"/>
          </p:cNvSpPr>
          <p:nvPr/>
        </p:nvSpPr>
        <p:spPr>
          <a:xfrm xmlns:a="http://schemas.openxmlformats.org/drawingml/2006/main">
            <a:off x="3954562" y="1904619"/>
            <a:ext cx="4282875" cy="3747516"/>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swap_pink_ring-1">
            <a:extLst xmlns:a="http://schemas.openxmlformats.org/drawingml/2006/main">
              <a:ext uri="{FF2B5EF4-FFF2-40B4-BE49-F238E27FC236}">
                <a16:creationId xmlns:a16="http://schemas.microsoft.com/office/drawing/2014/main" id="{D0D31F6D-9ED4-4C60-86E3-3CFCD3E0EAC0}"/>
              </a:ext>
            </a:extLst>
          </p:cNvPr>
          <p:cNvSpPr>
            <a:spLocks xmlns:a="http://schemas.openxmlformats.org/drawingml/2006/main" noGrp="1"/>
          </p:cNvSpPr>
          <p:nvPr/>
        </p:nvSpPr>
        <p:spPr>
          <a:xfrm xmlns:a="http://schemas.openxmlformats.org/drawingml/2006/main">
            <a:off x="5292961" y="2975338"/>
            <a:ext cx="1606078" cy="1606078"/>
          </a:xfrm>
          <a:prstGeom xmlns:a="http://schemas.openxmlformats.org/drawingml/2006/main" prst="ellipse">
            <a:avLst/>
          </a:prstGeom>
          <a:noFill xmlns:a="http://schemas.openxmlformats.org/drawingml/2006/main"/>
          <a:ln xmlns:a="http://schemas.openxmlformats.org/drawingml/2006/main" w="160608">
            <a:solidFill>
              <a:srgbClr val="FF69B4"/>
            </a:solidFill>
          </a:ln>
        </p:spPr>
      </p:sp>
      <p:sp>
        <p:nvSpPr>
          <p:cNvPr id="16" name="figure-description-swap_pink_ring">
            <a:extLst xmlns:a="http://schemas.openxmlformats.org/drawingml/2006/main">
              <a:ext uri="{FF2B5EF4-FFF2-40B4-BE49-F238E27FC236}">
                <a16:creationId xmlns:a16="http://schemas.microsoft.com/office/drawing/2014/main" id="{EF3F66BD-50E7-4816-8C60-000899211ADA}"/>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loose pink ring can replace the last pink dot in Example B.</a:t>
            </a:r>
          </a:p>
        </p:txBody>
      </p:sp>
    </p:spTree>
    <p:extLst>
      <p:ext uri="{BB962C8B-B14F-4D97-AF65-F5344CB8AC3E}">
        <p14:creationId xmlns:p14="http://schemas.microsoft.com/office/powerpoint/2010/main" val="116479863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header">
            <a:extLst xmlns:a="http://schemas.openxmlformats.org/drawingml/2006/main">
              <a:ext uri="{FF2B5EF4-FFF2-40B4-BE49-F238E27FC236}">
                <a16:creationId xmlns:a16="http://schemas.microsoft.com/office/drawing/2014/main" id="{E7250163-2257-45AE-A3E3-458ABB2AED5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BBB02038-4ADC-4268-B3DF-C7D7B20E732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DEF31383-93BE-42C1-96A1-D82956171E95}"/>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2 of 3</a:t>
            </a:r>
          </a:p>
        </p:txBody>
      </p:sp>
      <p:pic>
        <p:nvPicPr>
          <p:cNvPr id="4" name="">
            <a:extLst xmlns:a="http://schemas.openxmlformats.org/drawingml/2006/main">
              <a:ext uri="{FF2B5EF4-FFF2-40B4-BE49-F238E27FC236}">
                <a16:creationId xmlns:a16="http://schemas.microsoft.com/office/drawing/2014/main" id="{92756339-8526-44A7-840C-EDD6FF23B125}"/>
              </a:ext>
            </a:extLst>
          </p:cNvPr>
          <p:cNvPicPr>
            <a:picLocks xmlns:a="http://schemas.openxmlformats.org/drawingml/2006/main" noChangeAspect="1"/>
          </p:cNvPicPr>
          <p:nvPr/>
        </p:nvPicPr>
        <p:blipFill>
          <a:blip xmlns:r="http://schemas.openxmlformats.org/officeDocument/2006/relationships" xmlns:a="http://schemas.openxmlformats.org/drawingml/2006/main" r:embed="R61c7252cb1bd4485"/>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874FC180-7CA6-46B8-9FDE-28F33969E8FE}"/>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20F70B34-7F5E-44BB-80BA-6271A011E3F0}"/>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FF024D9-80A9-40C5-935F-DD6A809F3E9B}"/>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6D7CCB12-8935-4EC4-83C0-4A05E471AF15}"/>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C1BC2D3-D696-4D93-AC9D-80EBCF27162F}"/>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B615A3B-3419-457B-A5A8-CBAC3C36BC4D}"/>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D83D537C-81DE-422C-9616-840C2036716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7EF812DD-D6CA-4A3D-91A8-106B2191EBF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FB16F753-B403-4249-8861-5AB3ADD3A05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planned pair, with one mark to show the shape check.</a:t>
            </a:r>
          </a:p>
        </p:txBody>
      </p:sp>
      <p:sp>
        <p:nvSpPr>
          <p:cNvPr id="14" name="body-0">
            <a:extLst xmlns:a="http://schemas.openxmlformats.org/drawingml/2006/main">
              <a:ext uri="{FF2B5EF4-FFF2-40B4-BE49-F238E27FC236}">
                <a16:creationId xmlns:a16="http://schemas.microsoft.com/office/drawing/2014/main" id="{2AD8D5CE-571E-4C07-861A-9EA5417AA752}"/>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swap that dot for a ring.</a:t>
            </a:r>
          </a:p>
        </p:txBody>
      </p:sp>
      <p:sp>
        <p:nvSpPr>
          <p:cNvPr id="15" name="body-1">
            <a:extLst xmlns:a="http://schemas.openxmlformats.org/drawingml/2006/main">
              <a:ext uri="{FF2B5EF4-FFF2-40B4-BE49-F238E27FC236}">
                <a16:creationId xmlns:a16="http://schemas.microsoft.com/office/drawing/2014/main" id="{B273B75E-479A-45D0-8C4B-28BC29714147}"/>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Now my second pair has the shapes I planned.</a:t>
            </a:r>
          </a:p>
        </p:txBody>
      </p:sp>
    </p:spTree>
    <p:extLst>
      <p:ext uri="{BB962C8B-B14F-4D97-AF65-F5344CB8AC3E}">
        <p14:creationId xmlns:p14="http://schemas.microsoft.com/office/powerpoint/2010/main" val="152015495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6CAF3B52-0C3B-4B60-89F3-E7FB56A3348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AB088723-41DE-44E8-AD5E-95578F3CF821}"/>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5388155C-8FD2-471F-A74E-097D763BC9E2}"/>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2 of 3 · 1 of 3</a:t>
            </a:r>
          </a:p>
        </p:txBody>
      </p:sp>
      <p:pic>
        <p:nvPicPr>
          <p:cNvPr id="4" name="">
            <a:extLst xmlns:a="http://schemas.openxmlformats.org/drawingml/2006/main">
              <a:ext uri="{FF2B5EF4-FFF2-40B4-BE49-F238E27FC236}">
                <a16:creationId xmlns:a16="http://schemas.microsoft.com/office/drawing/2014/main" id="{4B1946AF-A1E2-43DA-9845-9D95DE5FA976}"/>
              </a:ext>
            </a:extLst>
          </p:cNvPr>
          <p:cNvPicPr>
            <a:picLocks xmlns:a="http://schemas.openxmlformats.org/drawingml/2006/main" noChangeAspect="1"/>
          </p:cNvPicPr>
          <p:nvPr/>
        </p:nvPicPr>
        <p:blipFill>
          <a:blip xmlns:r="http://schemas.openxmlformats.org/officeDocument/2006/relationships" xmlns:a="http://schemas.openxmlformats.org/drawingml/2006/main" r:embed="R1d9416646e0245cf"/>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2D80B170-9E6E-48B6-9C97-4A0267A50E36}"/>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A26A0CEB-96D1-4439-AD26-C20CBC29C9E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245AB34-419B-4EDE-B95D-17C7BBC8EECE}"/>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BFB2B68-CF86-4860-90C4-7726641AD393}"/>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E7F1B03-1E8A-4E87-9C65-397A38DBBC2D}"/>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7AE06776-4942-4BAB-85FB-E5D5A7D49F4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3E2F13A2-8992-46DD-B5B6-4A500D80382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8585E395-CE9C-4AC1-8681-6E6275BFE62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5DFACD02-2DAD-4C2E-9CFD-4625EFF3911E}"/>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planned pair, with one mark to show the shape check.</a:t>
            </a:r>
          </a:p>
        </p:txBody>
      </p:sp>
      <p:sp>
        <p:nvSpPr>
          <p:cNvPr id="14" name="figure-plan_a-0">
            <a:extLst xmlns:a="http://schemas.openxmlformats.org/drawingml/2006/main">
              <a:ext uri="{FF2B5EF4-FFF2-40B4-BE49-F238E27FC236}">
                <a16:creationId xmlns:a16="http://schemas.microsoft.com/office/drawing/2014/main" id="{D821D025-7445-4900-B363-13D749E70C8F}"/>
              </a:ext>
            </a:extLst>
          </p:cNvPr>
          <p:cNvSpPr>
            <a:spLocks xmlns:a="http://schemas.openxmlformats.org/drawingml/2006/main" noGrp="1"/>
          </p:cNvSpPr>
          <p:nvPr/>
        </p:nvSpPr>
        <p:spPr>
          <a:xfrm xmlns:a="http://schemas.openxmlformats.org/drawingml/2006/main">
            <a:off x="1598981" y="1904619"/>
            <a:ext cx="8994038" cy="1967446"/>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plan_a-1">
            <a:extLst xmlns:a="http://schemas.openxmlformats.org/drawingml/2006/main">
              <a:ext uri="{FF2B5EF4-FFF2-40B4-BE49-F238E27FC236}">
                <a16:creationId xmlns:a16="http://schemas.microsoft.com/office/drawing/2014/main" id="{CC8DC047-5004-4DF0-94C8-8303C0DAB754}"/>
              </a:ext>
            </a:extLst>
          </p:cNvPr>
          <p:cNvSpPr>
            <a:spLocks xmlns:a="http://schemas.openxmlformats.org/drawingml/2006/main" noGrp="1"/>
          </p:cNvSpPr>
          <p:nvPr/>
        </p:nvSpPr>
        <p:spPr>
          <a:xfrm xmlns:a="http://schemas.openxmlformats.org/drawingml/2006/main">
            <a:off x="4184767" y="2466746"/>
            <a:ext cx="824454" cy="824454"/>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plan_a-2">
            <a:extLst xmlns:a="http://schemas.openxmlformats.org/drawingml/2006/main">
              <a:ext uri="{FF2B5EF4-FFF2-40B4-BE49-F238E27FC236}">
                <a16:creationId xmlns:a16="http://schemas.microsoft.com/office/drawing/2014/main" id="{33A302FD-9BBE-489B-AAC6-7F3901AB2492}"/>
              </a:ext>
            </a:extLst>
          </p:cNvPr>
          <p:cNvSpPr>
            <a:spLocks xmlns:a="http://schemas.openxmlformats.org/drawingml/2006/main" noGrp="1"/>
          </p:cNvSpPr>
          <p:nvPr/>
        </p:nvSpPr>
        <p:spPr>
          <a:xfrm xmlns:a="http://schemas.openxmlformats.org/drawingml/2006/main">
            <a:off x="7182780" y="2466746"/>
            <a:ext cx="824454" cy="824454"/>
          </a:xfrm>
          <a:prstGeom xmlns:a="http://schemas.openxmlformats.org/drawingml/2006/main" prst="ellipse">
            <a:avLst/>
          </a:prstGeom>
          <a:noFill xmlns:a="http://schemas.openxmlformats.org/drawingml/2006/main"/>
          <a:ln xmlns:a="http://schemas.openxmlformats.org/drawingml/2006/main" w="93688">
            <a:solidFill>
              <a:srgbClr val="FF69B4"/>
            </a:solidFill>
          </a:ln>
        </p:spPr>
      </p:sp>
      <p:sp>
        <p:nvSpPr>
          <p:cNvPr id="17" name="figure-plan_a-3">
            <a:extLst xmlns:a="http://schemas.openxmlformats.org/drawingml/2006/main">
              <a:ext uri="{FF2B5EF4-FFF2-40B4-BE49-F238E27FC236}">
                <a16:creationId xmlns:a16="http://schemas.microsoft.com/office/drawing/2014/main" id="{EDBEBA72-3341-4E9B-BB19-78DDF61DDE91}"/>
              </a:ext>
            </a:extLst>
          </p:cNvPr>
          <p:cNvSpPr>
            <a:spLocks xmlns:a="http://schemas.openxmlformats.org/drawingml/2006/main" noGrp="1"/>
          </p:cNvSpPr>
          <p:nvPr/>
        </p:nvSpPr>
        <p:spPr>
          <a:xfrm xmlns:a="http://schemas.openxmlformats.org/drawingml/2006/main">
            <a:off x="1915302" y="4304716"/>
            <a:ext cx="5495607" cy="498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803" b="0" lang="en-GB">
                <a:solidFill>
                  <a:srgbClr val="152238"/>
                </a:solidFill>
                <a:latin typeface="Arial"/>
                <a:ea typeface="Arial"/>
                <a:cs typeface="Arial"/>
              </a:defRPr>
            </a:defPPr>
          </a:lstStyle>
          <a:p xmlns:a="http://schemas.openxmlformats.org/drawingml/2006/main">
            <a:pPr algn="l">
              <a:lnSpc>
                <a:spcPct val="108000"/>
              </a:lnSpc>
              <a:buNone/>
              <a:defRPr sz="2803" b="0" lang="en-GB">
                <a:solidFill>
                  <a:srgbClr val="152238"/>
                </a:solidFill>
                <a:latin typeface="Arial"/>
                <a:ea typeface="Arial"/>
                <a:cs typeface="Arial"/>
              </a:defRPr>
            </a:pPr>
            <a:r>
              <a:rPr sz="2803" b="0" lang="en-GB">
                <a:solidFill>
                  <a:srgbClr val="152238"/>
                </a:solidFill>
                <a:latin typeface="Arial"/>
                <a:ea typeface="Arial"/>
                <a:cs typeface="Arial"/>
              </a:rPr>
              <a:t>TWO COLOURS: YELLOW, PINK</a:t>
            </a:r>
          </a:p>
        </p:txBody>
      </p:sp>
      <p:sp>
        <p:nvSpPr>
          <p:cNvPr id="18" name="figure-plan_a-4">
            <a:extLst xmlns:a="http://schemas.openxmlformats.org/drawingml/2006/main">
              <a:ext uri="{FF2B5EF4-FFF2-40B4-BE49-F238E27FC236}">
                <a16:creationId xmlns:a16="http://schemas.microsoft.com/office/drawing/2014/main" id="{FC56AA24-3BB6-4A6A-A18C-B0AD8959A515}"/>
              </a:ext>
            </a:extLst>
          </p:cNvPr>
          <p:cNvSpPr>
            <a:spLocks xmlns:a="http://schemas.openxmlformats.org/drawingml/2006/main" noGrp="1"/>
          </p:cNvSpPr>
          <p:nvPr/>
        </p:nvSpPr>
        <p:spPr>
          <a:xfrm xmlns:a="http://schemas.openxmlformats.org/drawingml/2006/main">
            <a:off x="1915302" y="4998006"/>
            <a:ext cx="3774815" cy="498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803" b="0" lang="en-GB">
                <a:solidFill>
                  <a:srgbClr val="152238"/>
                </a:solidFill>
                <a:latin typeface="Arial"/>
                <a:ea typeface="Arial"/>
                <a:cs typeface="Arial"/>
              </a:defRPr>
            </a:defPPr>
          </a:lstStyle>
          <a:p xmlns:a="http://schemas.openxmlformats.org/drawingml/2006/main">
            <a:pPr algn="l">
              <a:lnSpc>
                <a:spcPct val="108000"/>
              </a:lnSpc>
              <a:buNone/>
              <a:defRPr sz="2803" b="0" lang="en-GB">
                <a:solidFill>
                  <a:srgbClr val="152238"/>
                </a:solidFill>
                <a:latin typeface="Arial"/>
                <a:ea typeface="Arial"/>
                <a:cs typeface="Arial"/>
              </a:defRPr>
            </a:pPr>
            <a:r>
              <a:rPr sz="2803" b="0" lang="en-GB">
                <a:solidFill>
                  <a:srgbClr val="152238"/>
                </a:solidFill>
                <a:latin typeface="Arial"/>
                <a:ea typeface="Arial"/>
                <a:cs typeface="Arial"/>
              </a:rPr>
              <a:t>USE THE PAIR AGAIN</a:t>
            </a:r>
          </a:p>
        </p:txBody>
      </p:sp>
      <p:sp>
        <p:nvSpPr>
          <p:cNvPr id="19" name="figure-description-plan_a">
            <a:extLst xmlns:a="http://schemas.openxmlformats.org/drawingml/2006/main">
              <a:ext uri="{FF2B5EF4-FFF2-40B4-BE49-F238E27FC236}">
                <a16:creationId xmlns:a16="http://schemas.microsoft.com/office/drawing/2014/main" id="{688885CC-E116-490C-BA42-101600B8C851}"/>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plan shows a yellow dot followed by a pink ring. It names two colours, yellow and pink, and says to use the pair again.</a:t>
            </a:r>
          </a:p>
        </p:txBody>
      </p:sp>
    </p:spTree>
    <p:extLst>
      <p:ext uri="{BB962C8B-B14F-4D97-AF65-F5344CB8AC3E}">
        <p14:creationId xmlns:p14="http://schemas.microsoft.com/office/powerpoint/2010/main" val="113416927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E7F2C209-7BE0-4FFE-BC5B-476FC7D5BA5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A32CB0EA-0AB9-4223-9CD7-3EDA6E29F93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523590A1-159D-45A3-BA7C-A272DFC2CF6A}"/>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2 of 3 · 2 of 3</a:t>
            </a:r>
          </a:p>
        </p:txBody>
      </p:sp>
      <p:pic>
        <p:nvPicPr>
          <p:cNvPr id="4" name="">
            <a:extLst xmlns:a="http://schemas.openxmlformats.org/drawingml/2006/main">
              <a:ext uri="{FF2B5EF4-FFF2-40B4-BE49-F238E27FC236}">
                <a16:creationId xmlns:a16="http://schemas.microsoft.com/office/drawing/2014/main" id="{B34D1EDC-E3E9-4C72-9A2B-73825613AE05}"/>
              </a:ext>
            </a:extLst>
          </p:cNvPr>
          <p:cNvPicPr>
            <a:picLocks xmlns:a="http://schemas.openxmlformats.org/drawingml/2006/main" noChangeAspect="1"/>
          </p:cNvPicPr>
          <p:nvPr/>
        </p:nvPicPr>
        <p:blipFill>
          <a:blip xmlns:r="http://schemas.openxmlformats.org/officeDocument/2006/relationships" xmlns:a="http://schemas.openxmlformats.org/drawingml/2006/main" r:embed="R9d26f44ff7be46f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39FB3358-8349-452F-A534-5DA4D91FF0E2}"/>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E9F8DB75-37E7-43E9-8ED1-7D70E4229F68}"/>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386E27C-B899-4549-8771-A6098303B22A}"/>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B350F1C-D543-4EC0-85FF-DB6FE0B0B381}"/>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01DDA242-52C3-4778-BD0D-70679DE93243}"/>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5F91F49-BFAC-45D8-A56C-A06C50FCEFF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B125BD1B-37B0-4EA3-BC41-EB0ACB68601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861FEFDB-F2B1-4D5A-85B3-8CF4424F37E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0BD0B638-EFCF-4246-B052-5D04DDFE6C5C}"/>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planned pair, with one mark to show the shape check.</a:t>
            </a:r>
          </a:p>
        </p:txBody>
      </p:sp>
      <p:sp>
        <p:nvSpPr>
          <p:cNvPr id="14" name="figure-example_b-0">
            <a:extLst xmlns:a="http://schemas.openxmlformats.org/drawingml/2006/main">
              <a:ext uri="{FF2B5EF4-FFF2-40B4-BE49-F238E27FC236}">
                <a16:creationId xmlns:a16="http://schemas.microsoft.com/office/drawing/2014/main" id="{9C2DF661-F02C-45C6-8991-911735A25893}"/>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b-1">
            <a:extLst xmlns:a="http://schemas.openxmlformats.org/drawingml/2006/main">
              <a:ext uri="{FF2B5EF4-FFF2-40B4-BE49-F238E27FC236}">
                <a16:creationId xmlns:a16="http://schemas.microsoft.com/office/drawing/2014/main" id="{85D048FC-785F-41E3-9AF2-C5D4900BFAD1}"/>
              </a:ext>
            </a:extLst>
          </p:cNvPr>
          <p:cNvSpPr>
            <a:spLocks xmlns:a="http://schemas.openxmlformats.org/drawingml/2006/main" noGrp="1"/>
          </p:cNvSpPr>
          <p:nvPr/>
        </p:nvSpPr>
        <p:spPr>
          <a:xfrm xmlns:a="http://schemas.openxmlformats.org/drawingml/2006/main">
            <a:off x="2190750"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example_b-2">
            <a:extLst xmlns:a="http://schemas.openxmlformats.org/drawingml/2006/main">
              <a:ext uri="{FF2B5EF4-FFF2-40B4-BE49-F238E27FC236}">
                <a16:creationId xmlns:a16="http://schemas.microsoft.com/office/drawing/2014/main" id="{316F8114-E3A7-46A7-9B8D-21C03513F99D}"/>
              </a:ext>
            </a:extLst>
          </p:cNvPr>
          <p:cNvSpPr>
            <a:spLocks xmlns:a="http://schemas.openxmlformats.org/drawingml/2006/main" noGrp="1"/>
          </p:cNvSpPr>
          <p:nvPr/>
        </p:nvSpPr>
        <p:spPr>
          <a:xfrm xmlns:a="http://schemas.openxmlformats.org/drawingml/2006/main">
            <a:off x="4476750"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7" name="figure-example_b-3">
            <a:extLst xmlns:a="http://schemas.openxmlformats.org/drawingml/2006/main">
              <a:ext uri="{FF2B5EF4-FFF2-40B4-BE49-F238E27FC236}">
                <a16:creationId xmlns:a16="http://schemas.microsoft.com/office/drawing/2014/main" id="{EB384005-BC25-4B1A-B5D6-72F7FA021809}"/>
              </a:ext>
            </a:extLst>
          </p:cNvPr>
          <p:cNvSpPr>
            <a:spLocks xmlns:a="http://schemas.openxmlformats.org/drawingml/2006/main" noGrp="1"/>
          </p:cNvSpPr>
          <p:nvPr/>
        </p:nvSpPr>
        <p:spPr>
          <a:xfrm xmlns:a="http://schemas.openxmlformats.org/drawingml/2006/main">
            <a:off x="6762750"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example_b-4">
            <a:extLst xmlns:a="http://schemas.openxmlformats.org/drawingml/2006/main">
              <a:ext uri="{FF2B5EF4-FFF2-40B4-BE49-F238E27FC236}">
                <a16:creationId xmlns:a16="http://schemas.microsoft.com/office/drawing/2014/main" id="{B518E3E7-6781-4DF8-BB8D-F0C0730B7318}"/>
              </a:ext>
            </a:extLst>
          </p:cNvPr>
          <p:cNvSpPr>
            <a:spLocks xmlns:a="http://schemas.openxmlformats.org/drawingml/2006/main" noGrp="1"/>
          </p:cNvSpPr>
          <p:nvPr/>
        </p:nvSpPr>
        <p:spPr>
          <a:xfrm xmlns:a="http://schemas.openxmlformats.org/drawingml/2006/main">
            <a:off x="9048750" y="3302127"/>
            <a:ext cx="952500" cy="952500"/>
          </a:xfrm>
          <a:prstGeom xmlns:a="http://schemas.openxmlformats.org/drawingml/2006/main" prst="ellipse">
            <a:avLst/>
          </a:prstGeom>
          <a:solidFill xmlns:a="http://schemas.openxmlformats.org/drawingml/2006/main">
            <a:srgbClr val="FF69B4"/>
          </a:solidFill>
          <a:ln xmlns:a="http://schemas.openxmlformats.org/drawingml/2006/main" w="0">
            <a:noFill/>
          </a:ln>
        </p:spPr>
      </p:sp>
      <p:sp>
        <p:nvSpPr>
          <p:cNvPr id="19" name="figure-description-example_b">
            <a:extLst xmlns:a="http://schemas.openxmlformats.org/drawingml/2006/main">
              <a:ext uri="{FF2B5EF4-FFF2-40B4-BE49-F238E27FC236}">
                <a16:creationId xmlns:a16="http://schemas.microsoft.com/office/drawing/2014/main" id="{0D245C13-E4CA-4756-957D-4FE1F9C2A1E6}"/>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row on dark paper is yellow dot, pink ring, yellow dot, pink dot. The last shape differs from the planned ring.</a:t>
            </a:r>
          </a:p>
        </p:txBody>
      </p:sp>
    </p:spTree>
    <p:extLst>
      <p:ext uri="{BB962C8B-B14F-4D97-AF65-F5344CB8AC3E}">
        <p14:creationId xmlns:p14="http://schemas.microsoft.com/office/powerpoint/2010/main" val="91541257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8CABD3B7-FDBB-4EDC-8A54-C4EEB1973FE7}"/>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778E6C11-D651-446F-B65A-1C8EFD5C2DD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B87ACFC7-0FFA-49A2-BCAA-B5B664175F2A}"/>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2 of 3 · 3 of 3</a:t>
            </a:r>
          </a:p>
        </p:txBody>
      </p:sp>
      <p:pic>
        <p:nvPicPr>
          <p:cNvPr id="4" name="">
            <a:extLst xmlns:a="http://schemas.openxmlformats.org/drawingml/2006/main">
              <a:ext uri="{FF2B5EF4-FFF2-40B4-BE49-F238E27FC236}">
                <a16:creationId xmlns:a16="http://schemas.microsoft.com/office/drawing/2014/main" id="{8E351B5B-E44A-4C9A-87CD-CBA0016E1401}"/>
              </a:ext>
            </a:extLst>
          </p:cNvPr>
          <p:cNvPicPr>
            <a:picLocks xmlns:a="http://schemas.openxmlformats.org/drawingml/2006/main" noChangeAspect="1"/>
          </p:cNvPicPr>
          <p:nvPr/>
        </p:nvPicPr>
        <p:blipFill>
          <a:blip xmlns:r="http://schemas.openxmlformats.org/officeDocument/2006/relationships" xmlns:a="http://schemas.openxmlformats.org/drawingml/2006/main" r:embed="R06c691de31c74aa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C6970930-EFBB-4949-A4CE-86591C4DCC47}"/>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FE8DF474-88FD-4E2C-BD4B-A948D50E5BB6}"/>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960DEB2-D0AD-459A-BF79-4DE0BFC408C0}"/>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88EE13F5-77EC-4E6A-AE81-7341CCDFB8B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C681C28-6CB3-45CC-A3A6-C513B7887C90}"/>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05D4FD6-05A3-4892-B316-3B84A8BB925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4C530276-2E76-4661-A2FE-125148ECF059}"/>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91575102-56AB-49EB-9C68-A6ED5FB762B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C22D173D-C776-49DF-B657-06CE2527A96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planned pair, with one mark to show the shape check.</a:t>
            </a:r>
          </a:p>
        </p:txBody>
      </p:sp>
      <p:sp>
        <p:nvSpPr>
          <p:cNvPr id="14" name="figure-swap_pink_ring-0">
            <a:extLst xmlns:a="http://schemas.openxmlformats.org/drawingml/2006/main">
              <a:ext uri="{FF2B5EF4-FFF2-40B4-BE49-F238E27FC236}">
                <a16:creationId xmlns:a16="http://schemas.microsoft.com/office/drawing/2014/main" id="{5326684E-D570-40C0-839C-8B897A2301BF}"/>
              </a:ext>
            </a:extLst>
          </p:cNvPr>
          <p:cNvSpPr>
            <a:spLocks xmlns:a="http://schemas.openxmlformats.org/drawingml/2006/main" noGrp="1"/>
          </p:cNvSpPr>
          <p:nvPr/>
        </p:nvSpPr>
        <p:spPr>
          <a:xfrm xmlns:a="http://schemas.openxmlformats.org/drawingml/2006/main">
            <a:off x="3954562" y="1904619"/>
            <a:ext cx="4282875" cy="3747516"/>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swap_pink_ring-1">
            <a:extLst xmlns:a="http://schemas.openxmlformats.org/drawingml/2006/main">
              <a:ext uri="{FF2B5EF4-FFF2-40B4-BE49-F238E27FC236}">
                <a16:creationId xmlns:a16="http://schemas.microsoft.com/office/drawing/2014/main" id="{68596598-54DE-4BFB-BEE1-8DBEC8AFA8EE}"/>
              </a:ext>
            </a:extLst>
          </p:cNvPr>
          <p:cNvSpPr>
            <a:spLocks xmlns:a="http://schemas.openxmlformats.org/drawingml/2006/main" noGrp="1"/>
          </p:cNvSpPr>
          <p:nvPr/>
        </p:nvSpPr>
        <p:spPr>
          <a:xfrm xmlns:a="http://schemas.openxmlformats.org/drawingml/2006/main">
            <a:off x="5292961" y="2975338"/>
            <a:ext cx="1606078" cy="1606078"/>
          </a:xfrm>
          <a:prstGeom xmlns:a="http://schemas.openxmlformats.org/drawingml/2006/main" prst="ellipse">
            <a:avLst/>
          </a:prstGeom>
          <a:noFill xmlns:a="http://schemas.openxmlformats.org/drawingml/2006/main"/>
          <a:ln xmlns:a="http://schemas.openxmlformats.org/drawingml/2006/main" w="160608">
            <a:solidFill>
              <a:srgbClr val="FF69B4"/>
            </a:solidFill>
          </a:ln>
        </p:spPr>
      </p:sp>
      <p:sp>
        <p:nvSpPr>
          <p:cNvPr id="16" name="figure-description-swap_pink_ring">
            <a:extLst xmlns:a="http://schemas.openxmlformats.org/drawingml/2006/main">
              <a:ext uri="{FF2B5EF4-FFF2-40B4-BE49-F238E27FC236}">
                <a16:creationId xmlns:a16="http://schemas.microsoft.com/office/drawing/2014/main" id="{60DA5FA5-0EB2-40CF-A51A-00030BBE542C}"/>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loose pink ring can replace the last pink dot in Example B.</a:t>
            </a:r>
          </a:p>
        </p:txBody>
      </p:sp>
    </p:spTree>
    <p:extLst>
      <p:ext uri="{BB962C8B-B14F-4D97-AF65-F5344CB8AC3E}">
        <p14:creationId xmlns:p14="http://schemas.microsoft.com/office/powerpoint/2010/main" val="18038143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2188D153-7CC9-45DA-AABC-A2FD7F51B0E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B42B228E-496C-4981-AA85-F7A10B311EDF}"/>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12 to 14</a:t>
            </a:r>
          </a:p>
        </p:txBody>
      </p:sp>
      <p:sp>
        <p:nvSpPr>
          <p:cNvPr id="3" name="slide-title">
            <a:extLst xmlns:a="http://schemas.openxmlformats.org/drawingml/2006/main">
              <a:ext uri="{FF2B5EF4-FFF2-40B4-BE49-F238E27FC236}">
                <a16:creationId xmlns:a16="http://schemas.microsoft.com/office/drawing/2014/main" id="{461B9292-81D2-4ADA-B405-0AE9B8FDA924}"/>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3 of 3 · words 1–2</a:t>
            </a:r>
          </a:p>
        </p:txBody>
      </p:sp>
      <p:pic>
        <p:nvPicPr>
          <p:cNvPr id="4" name="">
            <a:extLst xmlns:a="http://schemas.openxmlformats.org/drawingml/2006/main">
              <a:ext uri="{FF2B5EF4-FFF2-40B4-BE49-F238E27FC236}">
                <a16:creationId xmlns:a16="http://schemas.microsoft.com/office/drawing/2014/main" id="{AF4D1E9C-F762-4758-BA5A-50428488FA85}"/>
              </a:ext>
            </a:extLst>
          </p:cNvPr>
          <p:cNvPicPr>
            <a:picLocks xmlns:a="http://schemas.openxmlformats.org/drawingml/2006/main" noChangeAspect="1"/>
          </p:cNvPicPr>
          <p:nvPr/>
        </p:nvPicPr>
        <p:blipFill>
          <a:blip xmlns:r="http://schemas.openxmlformats.org/officeDocument/2006/relationships" xmlns:a="http://schemas.openxmlformats.org/drawingml/2006/main" r:embed="Ra4e6f93710614ed6"/>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32D94DF0-CA4A-4CE2-812E-B77DFE8B2202}"/>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02AA9FD0-8C92-4421-ACF8-A9A4F4B0BC3A}"/>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66C2AEAB-8C21-4B05-9DB1-DB76458112D0}"/>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B617319-2835-4B12-A218-9B8D89F28C0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577C6056-C691-4061-A556-CD988AEF14A3}"/>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BBAF5A96-EB40-4D39-BB9D-BF6CE1AE54B7}"/>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84BCC854-0F76-4680-B6C7-B224E7565D1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924D6EBD-327E-4BF2-B083-D77EFB035044}"/>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84F57131-DC6A-43CD-92DA-A29AD25F84E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planned pair, with one mark to show the shape check.</a:t>
            </a:r>
          </a:p>
        </p:txBody>
      </p:sp>
      <p:sp>
        <p:nvSpPr>
          <p:cNvPr id="14" name="vocabulary-heading">
            <a:extLst xmlns:a="http://schemas.openxmlformats.org/drawingml/2006/main">
              <a:ext uri="{FF2B5EF4-FFF2-40B4-BE49-F238E27FC236}">
                <a16:creationId xmlns:a16="http://schemas.microsoft.com/office/drawing/2014/main" id="{089EB41B-E0DA-4089-8DCE-579E1F144C95}"/>
              </a:ext>
            </a:extLst>
          </p:cNvPr>
          <p:cNvSpPr>
            <a:spLocks xmlns:a="http://schemas.openxmlformats.org/drawingml/2006/main" noGrp="1"/>
          </p:cNvSpPr>
          <p:nvPr/>
        </p:nvSpPr>
        <p:spPr>
          <a:xfrm xmlns:a="http://schemas.openxmlformats.org/drawingml/2006/main">
            <a:off x="381000" y="1904619"/>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365F78"/>
                </a:solidFill>
                <a:latin typeface="Arial"/>
                <a:ea typeface="Arial"/>
                <a:cs typeface="Arial"/>
              </a:defRPr>
            </a:defPPr>
          </a:lstStyle>
          <a:p xmlns:a="http://schemas.openxmlformats.org/drawingml/2006/main">
            <a:pPr algn="l">
              <a:lnSpc>
                <a:spcPct val="108000"/>
              </a:lnSpc>
              <a:buNone/>
              <a:defRPr sz="1875" b="1" lang="en-GB">
                <a:solidFill>
                  <a:srgbClr val="365F78"/>
                </a:solidFill>
                <a:latin typeface="Arial"/>
                <a:ea typeface="Arial"/>
                <a:cs typeface="Arial"/>
              </a:defRPr>
            </a:pPr>
            <a:r>
              <a:rPr sz="1875" b="1" lang="en-GB">
                <a:solidFill>
                  <a:srgbClr val="365F78"/>
                </a:solidFill>
                <a:latin typeface="Arial"/>
                <a:ea typeface="Arial"/>
                <a:cs typeface="Arial"/>
              </a:rPr>
              <a:t>Must-know words — four (word-and-symbol cards)</a:t>
            </a:r>
          </a:p>
        </p:txBody>
      </p:sp>
      <p:sp>
        <p:nvSpPr>
          <p:cNvPr id="15" name="vocabulary-0">
            <a:extLst xmlns:a="http://schemas.openxmlformats.org/drawingml/2006/main">
              <a:ext uri="{FF2B5EF4-FFF2-40B4-BE49-F238E27FC236}">
                <a16:creationId xmlns:a16="http://schemas.microsoft.com/office/drawing/2014/main" id="{4EC12D1F-8C70-4481-B9ED-DB482514213D}"/>
              </a:ext>
            </a:extLst>
          </p:cNvPr>
          <p:cNvSpPr>
            <a:spLocks xmlns:a="http://schemas.openxmlformats.org/drawingml/2006/main" noGrp="1"/>
          </p:cNvSpPr>
          <p:nvPr/>
        </p:nvSpPr>
        <p:spPr>
          <a:xfrm xmlns:a="http://schemas.openxmlformats.org/drawingml/2006/main">
            <a:off x="381000" y="2361819"/>
            <a:ext cx="556260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plan — choose what to make before you start.</a:t>
            </a:r>
          </a:p>
        </p:txBody>
      </p:sp>
      <p:sp>
        <p:nvSpPr>
          <p:cNvPr id="16" name="figure-word_plan-0">
            <a:extLst xmlns:a="http://schemas.openxmlformats.org/drawingml/2006/main">
              <a:ext uri="{FF2B5EF4-FFF2-40B4-BE49-F238E27FC236}">
                <a16:creationId xmlns:a16="http://schemas.microsoft.com/office/drawing/2014/main" id="{3F83B39F-A58C-4118-A499-86312B8611A0}"/>
              </a:ext>
            </a:extLst>
          </p:cNvPr>
          <p:cNvSpPr>
            <a:spLocks xmlns:a="http://schemas.openxmlformats.org/drawingml/2006/main" noGrp="1"/>
          </p:cNvSpPr>
          <p:nvPr/>
        </p:nvSpPr>
        <p:spPr>
          <a:xfrm xmlns:a="http://schemas.openxmlformats.org/drawingml/2006/main">
            <a:off x="715921" y="2936714"/>
            <a:ext cx="4892757" cy="2699452"/>
          </a:xfrm>
          <a:prstGeom xmlns:a="http://schemas.openxmlformats.org/drawingml/2006/main" prst="rect">
            <a:avLst/>
          </a:prstGeom>
          <a:solidFill xmlns:a="http://schemas.openxmlformats.org/drawingml/2006/main">
            <a:srgbClr val="FFFFFF"/>
          </a:solidFill>
          <a:ln xmlns:a="http://schemas.openxmlformats.org/drawingml/2006/main" w="33743">
            <a:solidFill>
              <a:srgbClr val="152238"/>
            </a:solidFill>
          </a:ln>
        </p:spPr>
      </p:sp>
      <p:sp>
        <p:nvSpPr>
          <p:cNvPr id="17" name="figure-word_plan-1">
            <a:extLst xmlns:a="http://schemas.openxmlformats.org/drawingml/2006/main">
              <a:ext uri="{FF2B5EF4-FFF2-40B4-BE49-F238E27FC236}">
                <a16:creationId xmlns:a16="http://schemas.microsoft.com/office/drawing/2014/main" id="{E92FA396-5191-4143-9BE8-44A2335A69BA}"/>
              </a:ext>
            </a:extLst>
          </p:cNvPr>
          <p:cNvSpPr>
            <a:spLocks xmlns:a="http://schemas.openxmlformats.org/drawingml/2006/main" noGrp="1"/>
          </p:cNvSpPr>
          <p:nvPr/>
        </p:nvSpPr>
        <p:spPr>
          <a:xfrm xmlns:a="http://schemas.openxmlformats.org/drawingml/2006/main">
            <a:off x="948040" y="3238209"/>
            <a:ext cx="1258903" cy="4015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258" b="0" lang="en-GB">
                <a:solidFill>
                  <a:srgbClr val="152238"/>
                </a:solidFill>
                <a:latin typeface="Arial"/>
                <a:ea typeface="Arial"/>
                <a:cs typeface="Arial"/>
              </a:defRPr>
            </a:defPPr>
          </a:lstStyle>
          <a:p xmlns:a="http://schemas.openxmlformats.org/drawingml/2006/main">
            <a:pPr algn="l">
              <a:lnSpc>
                <a:spcPct val="108000"/>
              </a:lnSpc>
              <a:buNone/>
              <a:defRPr sz="2258" b="0" lang="en-GB">
                <a:solidFill>
                  <a:srgbClr val="152238"/>
                </a:solidFill>
                <a:latin typeface="Arial"/>
                <a:ea typeface="Arial"/>
                <a:cs typeface="Arial"/>
              </a:defRPr>
            </a:pPr>
            <a:r>
              <a:rPr sz="2258" b="0" lang="en-GB">
                <a:solidFill>
                  <a:srgbClr val="152238"/>
                </a:solidFill>
                <a:latin typeface="Arial"/>
                <a:ea typeface="Arial"/>
                <a:cs typeface="Arial"/>
              </a:rPr>
              <a:t>SHAPES</a:t>
            </a:r>
          </a:p>
        </p:txBody>
      </p:sp>
      <p:sp>
        <p:nvSpPr>
          <p:cNvPr id="18" name="figure-word_plan-2">
            <a:extLst xmlns:a="http://schemas.openxmlformats.org/drawingml/2006/main">
              <a:ext uri="{FF2B5EF4-FFF2-40B4-BE49-F238E27FC236}">
                <a16:creationId xmlns:a16="http://schemas.microsoft.com/office/drawing/2014/main" id="{CE60792A-CD34-4B25-98F6-705A99561BF9}"/>
              </a:ext>
            </a:extLst>
          </p:cNvPr>
          <p:cNvSpPr>
            <a:spLocks xmlns:a="http://schemas.openxmlformats.org/drawingml/2006/main" noGrp="1"/>
          </p:cNvSpPr>
          <p:nvPr/>
        </p:nvSpPr>
        <p:spPr>
          <a:xfrm xmlns:a="http://schemas.openxmlformats.org/drawingml/2006/main">
            <a:off x="2824868" y="3560963"/>
            <a:ext cx="2480122" cy="16872"/>
          </a:xfrm>
          <a:custGeom xmlns:a="http://schemas.openxmlformats.org/drawingml/2006/main">
            <a:pathLst>
              <a:path w="2480122" h="16872">
                <a:moveTo>
                  <a:pt x="0" y="0"/>
                </a:moveTo>
                <a:lnTo>
                  <a:pt x="2480122" y="0"/>
                </a:lnTo>
              </a:path>
            </a:pathLst>
          </a:custGeom>
          <a:noFill xmlns:a="http://schemas.openxmlformats.org/drawingml/2006/main"/>
          <a:ln xmlns:a="http://schemas.openxmlformats.org/drawingml/2006/main" w="50615">
            <a:solidFill>
              <a:srgbClr val="152238"/>
            </a:solidFill>
          </a:ln>
        </p:spPr>
      </p:sp>
      <p:sp>
        <p:nvSpPr>
          <p:cNvPr id="19" name="figure-word_plan-3">
            <a:extLst xmlns:a="http://schemas.openxmlformats.org/drawingml/2006/main">
              <a:ext uri="{FF2B5EF4-FFF2-40B4-BE49-F238E27FC236}">
                <a16:creationId xmlns:a16="http://schemas.microsoft.com/office/drawing/2014/main" id="{EFD6D13C-0792-460C-8CAE-8732C1848CD1}"/>
              </a:ext>
            </a:extLst>
          </p:cNvPr>
          <p:cNvSpPr>
            <a:spLocks xmlns:a="http://schemas.openxmlformats.org/drawingml/2006/main" noGrp="1"/>
          </p:cNvSpPr>
          <p:nvPr/>
        </p:nvSpPr>
        <p:spPr>
          <a:xfrm xmlns:a="http://schemas.openxmlformats.org/drawingml/2006/main">
            <a:off x="948040" y="4031174"/>
            <a:ext cx="1513649" cy="4015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258" b="0" lang="en-GB">
                <a:solidFill>
                  <a:srgbClr val="152238"/>
                </a:solidFill>
                <a:latin typeface="Arial"/>
                <a:ea typeface="Arial"/>
                <a:cs typeface="Arial"/>
              </a:defRPr>
            </a:defPPr>
          </a:lstStyle>
          <a:p xmlns:a="http://schemas.openxmlformats.org/drawingml/2006/main">
            <a:pPr algn="l">
              <a:lnSpc>
                <a:spcPct val="108000"/>
              </a:lnSpc>
              <a:buNone/>
              <a:defRPr sz="2258" b="0" lang="en-GB">
                <a:solidFill>
                  <a:srgbClr val="152238"/>
                </a:solidFill>
                <a:latin typeface="Arial"/>
                <a:ea typeface="Arial"/>
                <a:cs typeface="Arial"/>
              </a:defRPr>
            </a:pPr>
            <a:r>
              <a:rPr sz="2258" b="0" lang="en-GB">
                <a:solidFill>
                  <a:srgbClr val="152238"/>
                </a:solidFill>
                <a:latin typeface="Arial"/>
                <a:ea typeface="Arial"/>
                <a:cs typeface="Arial"/>
              </a:rPr>
              <a:t>COLOURS</a:t>
            </a:r>
          </a:p>
        </p:txBody>
      </p:sp>
      <p:sp>
        <p:nvSpPr>
          <p:cNvPr id="20" name="figure-word_plan-4">
            <a:extLst xmlns:a="http://schemas.openxmlformats.org/drawingml/2006/main">
              <a:ext uri="{FF2B5EF4-FFF2-40B4-BE49-F238E27FC236}">
                <a16:creationId xmlns:a16="http://schemas.microsoft.com/office/drawing/2014/main" id="{7CD582FF-F001-421F-BFEB-61BE5E8FC548}"/>
              </a:ext>
            </a:extLst>
          </p:cNvPr>
          <p:cNvSpPr>
            <a:spLocks xmlns:a="http://schemas.openxmlformats.org/drawingml/2006/main" noGrp="1"/>
          </p:cNvSpPr>
          <p:nvPr/>
        </p:nvSpPr>
        <p:spPr>
          <a:xfrm xmlns:a="http://schemas.openxmlformats.org/drawingml/2006/main">
            <a:off x="2824868" y="4353927"/>
            <a:ext cx="2480122" cy="16872"/>
          </a:xfrm>
          <a:custGeom xmlns:a="http://schemas.openxmlformats.org/drawingml/2006/main">
            <a:pathLst>
              <a:path w="2480122" h="16872">
                <a:moveTo>
                  <a:pt x="0" y="0"/>
                </a:moveTo>
                <a:lnTo>
                  <a:pt x="2480122" y="0"/>
                </a:lnTo>
              </a:path>
            </a:pathLst>
          </a:custGeom>
          <a:noFill xmlns:a="http://schemas.openxmlformats.org/drawingml/2006/main"/>
          <a:ln xmlns:a="http://schemas.openxmlformats.org/drawingml/2006/main" w="50615">
            <a:solidFill>
              <a:srgbClr val="152238"/>
            </a:solidFill>
          </a:ln>
        </p:spPr>
      </p:sp>
      <p:sp>
        <p:nvSpPr>
          <p:cNvPr id="21" name="figure-word_plan-5">
            <a:extLst xmlns:a="http://schemas.openxmlformats.org/drawingml/2006/main">
              <a:ext uri="{FF2B5EF4-FFF2-40B4-BE49-F238E27FC236}">
                <a16:creationId xmlns:a16="http://schemas.microsoft.com/office/drawing/2014/main" id="{51021E77-6F0A-4852-A5CD-342CB9653C4F}"/>
              </a:ext>
            </a:extLst>
          </p:cNvPr>
          <p:cNvSpPr>
            <a:spLocks xmlns:a="http://schemas.openxmlformats.org/drawingml/2006/main" noGrp="1"/>
          </p:cNvSpPr>
          <p:nvPr/>
        </p:nvSpPr>
        <p:spPr>
          <a:xfrm xmlns:a="http://schemas.openxmlformats.org/drawingml/2006/main">
            <a:off x="948040" y="4756651"/>
            <a:ext cx="2246656" cy="4015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258" b="0" lang="en-GB">
                <a:solidFill>
                  <a:srgbClr val="152238"/>
                </a:solidFill>
                <a:latin typeface="Arial"/>
                <a:ea typeface="Arial"/>
                <a:cs typeface="Arial"/>
              </a:defRPr>
            </a:defPPr>
          </a:lstStyle>
          <a:p xmlns:a="http://schemas.openxmlformats.org/drawingml/2006/main">
            <a:pPr algn="l">
              <a:lnSpc>
                <a:spcPct val="108000"/>
              </a:lnSpc>
              <a:buNone/>
              <a:defRPr sz="2258" b="0" lang="en-GB">
                <a:solidFill>
                  <a:srgbClr val="152238"/>
                </a:solidFill>
                <a:latin typeface="Arial"/>
                <a:ea typeface="Arial"/>
                <a:cs typeface="Arial"/>
              </a:defRPr>
            </a:pPr>
            <a:r>
              <a:rPr sz="2258" b="0" lang="en-GB">
                <a:solidFill>
                  <a:srgbClr val="152238"/>
                </a:solidFill>
                <a:latin typeface="Arial"/>
                <a:ea typeface="Arial"/>
                <a:cs typeface="Arial"/>
              </a:rPr>
              <a:t>BIT TO REPEAT</a:t>
            </a:r>
          </a:p>
        </p:txBody>
      </p:sp>
      <p:sp>
        <p:nvSpPr>
          <p:cNvPr id="22" name="figure-word_plan-6">
            <a:extLst xmlns:a="http://schemas.openxmlformats.org/drawingml/2006/main">
              <a:ext uri="{FF2B5EF4-FFF2-40B4-BE49-F238E27FC236}">
                <a16:creationId xmlns:a16="http://schemas.microsoft.com/office/drawing/2014/main" id="{BC4F665A-0D2C-4E1D-AA47-445AB46E22C4}"/>
              </a:ext>
            </a:extLst>
          </p:cNvPr>
          <p:cNvSpPr>
            <a:spLocks xmlns:a="http://schemas.openxmlformats.org/drawingml/2006/main" noGrp="1"/>
          </p:cNvSpPr>
          <p:nvPr/>
        </p:nvSpPr>
        <p:spPr>
          <a:xfrm xmlns:a="http://schemas.openxmlformats.org/drawingml/2006/main">
            <a:off x="968995" y="5383093"/>
            <a:ext cx="4335995" cy="16872"/>
          </a:xfrm>
          <a:custGeom xmlns:a="http://schemas.openxmlformats.org/drawingml/2006/main">
            <a:pathLst>
              <a:path w="4335995" h="16872">
                <a:moveTo>
                  <a:pt x="0" y="0"/>
                </a:moveTo>
                <a:lnTo>
                  <a:pt x="4335995" y="0"/>
                </a:lnTo>
              </a:path>
            </a:pathLst>
          </a:custGeom>
          <a:noFill xmlns:a="http://schemas.openxmlformats.org/drawingml/2006/main"/>
          <a:ln xmlns:a="http://schemas.openxmlformats.org/drawingml/2006/main" w="50615">
            <a:solidFill>
              <a:srgbClr val="152238"/>
            </a:solidFill>
          </a:ln>
        </p:spPr>
      </p:sp>
      <p:sp>
        <p:nvSpPr>
          <p:cNvPr id="23" name="figure-description-word_plan">
            <a:extLst xmlns:a="http://schemas.openxmlformats.org/drawingml/2006/main">
              <a:ext uri="{FF2B5EF4-FFF2-40B4-BE49-F238E27FC236}">
                <a16:creationId xmlns:a16="http://schemas.microsoft.com/office/drawing/2014/main" id="{3F632BED-D2C7-4701-93BA-471973BC205F}"/>
              </a:ext>
            </a:extLst>
          </p:cNvPr>
          <p:cNvSpPr>
            <a:spLocks xmlns:a="http://schemas.openxmlformats.org/drawingml/2006/main" noGrp="1"/>
          </p:cNvSpPr>
          <p:nvPr/>
        </p:nvSpPr>
        <p:spPr>
          <a:xfrm xmlns:a="http://schemas.openxmlformats.org/drawingml/2006/main">
            <a:off x="381000" y="581577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 plan card has spaces for shapes, colours and the bit to repeat.</a:t>
            </a:r>
          </a:p>
        </p:txBody>
      </p:sp>
      <p:sp>
        <p:nvSpPr>
          <p:cNvPr id="24" name="vocabulary-1">
            <a:extLst xmlns:a="http://schemas.openxmlformats.org/drawingml/2006/main">
              <a:ext uri="{FF2B5EF4-FFF2-40B4-BE49-F238E27FC236}">
                <a16:creationId xmlns:a16="http://schemas.microsoft.com/office/drawing/2014/main" id="{80C6711B-8926-4B13-9E27-F9DA985DBEFC}"/>
              </a:ext>
            </a:extLst>
          </p:cNvPr>
          <p:cNvSpPr>
            <a:spLocks xmlns:a="http://schemas.openxmlformats.org/drawingml/2006/main" noGrp="1"/>
          </p:cNvSpPr>
          <p:nvPr/>
        </p:nvSpPr>
        <p:spPr>
          <a:xfrm xmlns:a="http://schemas.openxmlformats.org/drawingml/2006/main">
            <a:off x="6248400" y="2361819"/>
            <a:ext cx="556260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shape — the form of a mark, like a dot or a ring.</a:t>
            </a:r>
          </a:p>
        </p:txBody>
      </p:sp>
      <p:sp>
        <p:nvSpPr>
          <p:cNvPr id="25" name="figure-word_shape-0">
            <a:extLst xmlns:a="http://schemas.openxmlformats.org/drawingml/2006/main">
              <a:ext uri="{FF2B5EF4-FFF2-40B4-BE49-F238E27FC236}">
                <a16:creationId xmlns:a16="http://schemas.microsoft.com/office/drawing/2014/main" id="{E001A456-2ED2-4E08-8871-D1EC1611CE2F}"/>
              </a:ext>
            </a:extLst>
          </p:cNvPr>
          <p:cNvSpPr>
            <a:spLocks xmlns:a="http://schemas.openxmlformats.org/drawingml/2006/main" noGrp="1"/>
          </p:cNvSpPr>
          <p:nvPr/>
        </p:nvSpPr>
        <p:spPr>
          <a:xfrm xmlns:a="http://schemas.openxmlformats.org/drawingml/2006/main">
            <a:off x="7333740" y="3650455"/>
            <a:ext cx="1147267" cy="1147267"/>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26" name="figure-word_shape-1">
            <a:extLst xmlns:a="http://schemas.openxmlformats.org/drawingml/2006/main">
              <a:ext uri="{FF2B5EF4-FFF2-40B4-BE49-F238E27FC236}">
                <a16:creationId xmlns:a16="http://schemas.microsoft.com/office/drawing/2014/main" id="{4F388E8F-2A9B-4DA3-8615-53A170EB336C}"/>
              </a:ext>
            </a:extLst>
          </p:cNvPr>
          <p:cNvSpPr>
            <a:spLocks xmlns:a="http://schemas.openxmlformats.org/drawingml/2006/main" noGrp="1"/>
          </p:cNvSpPr>
          <p:nvPr/>
        </p:nvSpPr>
        <p:spPr>
          <a:xfrm xmlns:a="http://schemas.openxmlformats.org/drawingml/2006/main">
            <a:off x="9578393" y="3650455"/>
            <a:ext cx="1147267" cy="1147267"/>
          </a:xfrm>
          <a:prstGeom xmlns:a="http://schemas.openxmlformats.org/drawingml/2006/main" prst="ellipse">
            <a:avLst/>
          </a:prstGeom>
          <a:noFill xmlns:a="http://schemas.openxmlformats.org/drawingml/2006/main"/>
          <a:ln xmlns:a="http://schemas.openxmlformats.org/drawingml/2006/main" w="124703">
            <a:solidFill>
              <a:srgbClr val="152238"/>
            </a:solidFill>
          </a:ln>
        </p:spPr>
      </p:sp>
      <p:sp>
        <p:nvSpPr>
          <p:cNvPr id="27" name="figure-description-word_shape">
            <a:extLst xmlns:a="http://schemas.openxmlformats.org/drawingml/2006/main">
              <a:ext uri="{FF2B5EF4-FFF2-40B4-BE49-F238E27FC236}">
                <a16:creationId xmlns:a16="http://schemas.microsoft.com/office/drawing/2014/main" id="{AB8BA24B-02DB-4FC2-8787-D3985BB239A7}"/>
              </a:ext>
            </a:extLst>
          </p:cNvPr>
          <p:cNvSpPr>
            <a:spLocks xmlns:a="http://schemas.openxmlformats.org/drawingml/2006/main" noGrp="1"/>
          </p:cNvSpPr>
          <p:nvPr/>
        </p:nvSpPr>
        <p:spPr>
          <a:xfrm xmlns:a="http://schemas.openxmlformats.org/drawingml/2006/main">
            <a:off x="6248400" y="581577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 filled dot and a round ring show two shapes.</a:t>
            </a:r>
          </a:p>
        </p:txBody>
      </p:sp>
    </p:spTree>
    <p:extLst>
      <p:ext uri="{BB962C8B-B14F-4D97-AF65-F5344CB8AC3E}">
        <p14:creationId xmlns:p14="http://schemas.microsoft.com/office/powerpoint/2010/main" val="12807615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C29FE054-8374-4DAC-99E6-70125298D77B}"/>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453364E7-4E17-49D1-A789-60A28DD85E1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12 to 14</a:t>
            </a:r>
          </a:p>
        </p:txBody>
      </p:sp>
      <p:sp>
        <p:nvSpPr>
          <p:cNvPr id="3" name="slide-title">
            <a:extLst xmlns:a="http://schemas.openxmlformats.org/drawingml/2006/main">
              <a:ext uri="{FF2B5EF4-FFF2-40B4-BE49-F238E27FC236}">
                <a16:creationId xmlns:a16="http://schemas.microsoft.com/office/drawing/2014/main" id="{5D4D689A-9EA7-4580-A3F2-CAAE3CBF46B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3 of 3 · words 3–4</a:t>
            </a:r>
          </a:p>
        </p:txBody>
      </p:sp>
      <p:pic>
        <p:nvPicPr>
          <p:cNvPr id="4" name="">
            <a:extLst xmlns:a="http://schemas.openxmlformats.org/drawingml/2006/main">
              <a:ext uri="{FF2B5EF4-FFF2-40B4-BE49-F238E27FC236}">
                <a16:creationId xmlns:a16="http://schemas.microsoft.com/office/drawing/2014/main" id="{CDC21802-621A-4A86-AD7A-2CA62CF9C7C4}"/>
              </a:ext>
            </a:extLst>
          </p:cNvPr>
          <p:cNvPicPr>
            <a:picLocks xmlns:a="http://schemas.openxmlformats.org/drawingml/2006/main" noChangeAspect="1"/>
          </p:cNvPicPr>
          <p:nvPr/>
        </p:nvPicPr>
        <p:blipFill>
          <a:blip xmlns:r="http://schemas.openxmlformats.org/officeDocument/2006/relationships" xmlns:a="http://schemas.openxmlformats.org/drawingml/2006/main" r:embed="R2e561cab11eb4b4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678D0642-7A71-4213-86A7-40354BCD0E7D}"/>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8A51B282-5E83-4451-8260-8743D18548EC}"/>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A7C243AE-7575-4B6A-AD2C-B329C720CAF3}"/>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5DBD38A-0711-4B6B-AFA6-77A41473882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1160B77-C900-4EE4-B267-C056617E2ACC}"/>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BE860201-A614-4CDA-B9EB-E61108FD6CB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70FE5916-C30C-4CBF-BE83-4D679DC48E5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84F6DEFA-C370-44C5-81E4-4340D3CB0CF5}"/>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A78E1501-C741-4082-9BFA-E27F80B26C7E}"/>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The planned pair, with one mark to show the shape check.</a:t>
            </a:r>
          </a:p>
        </p:txBody>
      </p:sp>
      <p:sp>
        <p:nvSpPr>
          <p:cNvPr id="14" name="vocabulary-heading">
            <a:extLst xmlns:a="http://schemas.openxmlformats.org/drawingml/2006/main">
              <a:ext uri="{FF2B5EF4-FFF2-40B4-BE49-F238E27FC236}">
                <a16:creationId xmlns:a16="http://schemas.microsoft.com/office/drawing/2014/main" id="{2D1DDE90-6ECD-40A6-ACB9-8D06D4E1F7DD}"/>
              </a:ext>
            </a:extLst>
          </p:cNvPr>
          <p:cNvSpPr>
            <a:spLocks xmlns:a="http://schemas.openxmlformats.org/drawingml/2006/main" noGrp="1"/>
          </p:cNvSpPr>
          <p:nvPr/>
        </p:nvSpPr>
        <p:spPr>
          <a:xfrm xmlns:a="http://schemas.openxmlformats.org/drawingml/2006/main">
            <a:off x="381000" y="1904619"/>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365F78"/>
                </a:solidFill>
                <a:latin typeface="Arial"/>
                <a:ea typeface="Arial"/>
                <a:cs typeface="Arial"/>
              </a:defRPr>
            </a:defPPr>
          </a:lstStyle>
          <a:p xmlns:a="http://schemas.openxmlformats.org/drawingml/2006/main">
            <a:pPr algn="l">
              <a:lnSpc>
                <a:spcPct val="108000"/>
              </a:lnSpc>
              <a:buNone/>
              <a:defRPr sz="1875" b="1" lang="en-GB">
                <a:solidFill>
                  <a:srgbClr val="365F78"/>
                </a:solidFill>
                <a:latin typeface="Arial"/>
                <a:ea typeface="Arial"/>
                <a:cs typeface="Arial"/>
              </a:defRPr>
            </a:pPr>
            <a:r>
              <a:rPr sz="1875" b="1" lang="en-GB">
                <a:solidFill>
                  <a:srgbClr val="365F78"/>
                </a:solidFill>
                <a:latin typeface="Arial"/>
                <a:ea typeface="Arial"/>
                <a:cs typeface="Arial"/>
              </a:rPr>
              <a:t>Must-know words — four (word-and-symbol cards)</a:t>
            </a:r>
          </a:p>
        </p:txBody>
      </p:sp>
      <p:sp>
        <p:nvSpPr>
          <p:cNvPr id="15" name="vocabulary-2">
            <a:extLst xmlns:a="http://schemas.openxmlformats.org/drawingml/2006/main">
              <a:ext uri="{FF2B5EF4-FFF2-40B4-BE49-F238E27FC236}">
                <a16:creationId xmlns:a16="http://schemas.microsoft.com/office/drawing/2014/main" id="{09115189-48F7-4833-A473-497E7102F0E0}"/>
              </a:ext>
            </a:extLst>
          </p:cNvPr>
          <p:cNvSpPr>
            <a:spLocks xmlns:a="http://schemas.openxmlformats.org/drawingml/2006/main" noGrp="1"/>
          </p:cNvSpPr>
          <p:nvPr/>
        </p:nvSpPr>
        <p:spPr>
          <a:xfrm xmlns:a="http://schemas.openxmlformats.org/drawingml/2006/main">
            <a:off x="381000" y="2361819"/>
            <a:ext cx="556260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repeat — use the same bit again.</a:t>
            </a:r>
          </a:p>
        </p:txBody>
      </p:sp>
      <p:sp>
        <p:nvSpPr>
          <p:cNvPr id="16" name="figure-word_repeat-0">
            <a:extLst xmlns:a="http://schemas.openxmlformats.org/drawingml/2006/main">
              <a:ext uri="{FF2B5EF4-FFF2-40B4-BE49-F238E27FC236}">
                <a16:creationId xmlns:a16="http://schemas.microsoft.com/office/drawing/2014/main" id="{DD473204-7FD4-4AF5-BBB9-3FC49EE43E33}"/>
              </a:ext>
            </a:extLst>
          </p:cNvPr>
          <p:cNvSpPr>
            <a:spLocks xmlns:a="http://schemas.openxmlformats.org/drawingml/2006/main" noGrp="1"/>
          </p:cNvSpPr>
          <p:nvPr/>
        </p:nvSpPr>
        <p:spPr>
          <a:xfrm xmlns:a="http://schemas.openxmlformats.org/drawingml/2006/main">
            <a:off x="788924" y="3892264"/>
            <a:ext cx="667512" cy="667512"/>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17" name="figure-word_repeat-1">
            <a:extLst xmlns:a="http://schemas.openxmlformats.org/drawingml/2006/main">
              <a:ext uri="{FF2B5EF4-FFF2-40B4-BE49-F238E27FC236}">
                <a16:creationId xmlns:a16="http://schemas.microsoft.com/office/drawing/2014/main" id="{9C8068AA-D10F-4F7F-89A2-B69622005263}"/>
              </a:ext>
            </a:extLst>
          </p:cNvPr>
          <p:cNvSpPr>
            <a:spLocks xmlns:a="http://schemas.openxmlformats.org/drawingml/2006/main" noGrp="1"/>
          </p:cNvSpPr>
          <p:nvPr/>
        </p:nvSpPr>
        <p:spPr>
          <a:xfrm xmlns:a="http://schemas.openxmlformats.org/drawingml/2006/main">
            <a:off x="1808734" y="3892264"/>
            <a:ext cx="667512" cy="667512"/>
          </a:xfrm>
          <a:prstGeom xmlns:a="http://schemas.openxmlformats.org/drawingml/2006/main" prst="ellipse">
            <a:avLst/>
          </a:prstGeom>
          <a:noFill xmlns:a="http://schemas.openxmlformats.org/drawingml/2006/main"/>
          <a:ln xmlns:a="http://schemas.openxmlformats.org/drawingml/2006/main" w="74168">
            <a:solidFill>
              <a:srgbClr val="152238"/>
            </a:solidFill>
          </a:ln>
        </p:spPr>
      </p:sp>
      <p:sp>
        <p:nvSpPr>
          <p:cNvPr id="18" name="figure-word_repeat-2">
            <a:extLst xmlns:a="http://schemas.openxmlformats.org/drawingml/2006/main">
              <a:ext uri="{FF2B5EF4-FFF2-40B4-BE49-F238E27FC236}">
                <a16:creationId xmlns:a16="http://schemas.microsoft.com/office/drawing/2014/main" id="{4E4BCC90-0771-4B64-8EE4-4506503E1D34}"/>
              </a:ext>
            </a:extLst>
          </p:cNvPr>
          <p:cNvSpPr>
            <a:spLocks xmlns:a="http://schemas.openxmlformats.org/drawingml/2006/main" noGrp="1"/>
          </p:cNvSpPr>
          <p:nvPr/>
        </p:nvSpPr>
        <p:spPr>
          <a:xfrm xmlns:a="http://schemas.openxmlformats.org/drawingml/2006/main">
            <a:off x="3941064" y="3892264"/>
            <a:ext cx="667512" cy="667512"/>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19" name="figure-word_repeat-3">
            <a:extLst xmlns:a="http://schemas.openxmlformats.org/drawingml/2006/main">
              <a:ext uri="{FF2B5EF4-FFF2-40B4-BE49-F238E27FC236}">
                <a16:creationId xmlns:a16="http://schemas.microsoft.com/office/drawing/2014/main" id="{59896CEF-ED98-4557-9108-8AD933BF24A0}"/>
              </a:ext>
            </a:extLst>
          </p:cNvPr>
          <p:cNvSpPr>
            <a:spLocks xmlns:a="http://schemas.openxmlformats.org/drawingml/2006/main" noGrp="1"/>
          </p:cNvSpPr>
          <p:nvPr/>
        </p:nvSpPr>
        <p:spPr>
          <a:xfrm xmlns:a="http://schemas.openxmlformats.org/drawingml/2006/main">
            <a:off x="4960874" y="3892264"/>
            <a:ext cx="667512" cy="667512"/>
          </a:xfrm>
          <a:prstGeom xmlns:a="http://schemas.openxmlformats.org/drawingml/2006/main" prst="ellipse">
            <a:avLst/>
          </a:prstGeom>
          <a:noFill xmlns:a="http://schemas.openxmlformats.org/drawingml/2006/main"/>
          <a:ln xmlns:a="http://schemas.openxmlformats.org/drawingml/2006/main" w="74168">
            <a:solidFill>
              <a:srgbClr val="152238"/>
            </a:solidFill>
          </a:ln>
        </p:spPr>
      </p:sp>
      <p:sp>
        <p:nvSpPr>
          <p:cNvPr id="20" name="figure-word_repeat-4">
            <a:extLst xmlns:a="http://schemas.openxmlformats.org/drawingml/2006/main">
              <a:ext uri="{FF2B5EF4-FFF2-40B4-BE49-F238E27FC236}">
                <a16:creationId xmlns:a16="http://schemas.microsoft.com/office/drawing/2014/main" id="{A1EED584-1A36-4124-823B-2F39D3634FB1}"/>
              </a:ext>
            </a:extLst>
          </p:cNvPr>
          <p:cNvSpPr>
            <a:spLocks xmlns:a="http://schemas.openxmlformats.org/drawingml/2006/main" noGrp="1"/>
          </p:cNvSpPr>
          <p:nvPr/>
        </p:nvSpPr>
        <p:spPr>
          <a:xfrm xmlns:a="http://schemas.openxmlformats.org/drawingml/2006/main">
            <a:off x="1678940" y="3484340"/>
            <a:ext cx="3096514" cy="18542"/>
          </a:xfrm>
          <a:custGeom xmlns:a="http://schemas.openxmlformats.org/drawingml/2006/main">
            <a:pathLst>
              <a:path w="3096514" h="18542">
                <a:moveTo>
                  <a:pt x="0" y="0"/>
                </a:moveTo>
                <a:lnTo>
                  <a:pt x="3096514" y="0"/>
                </a:lnTo>
              </a:path>
            </a:pathLst>
          </a:custGeom>
          <a:noFill xmlns:a="http://schemas.openxmlformats.org/drawingml/2006/main"/>
          <a:ln xmlns:a="http://schemas.openxmlformats.org/drawingml/2006/main" w="55626">
            <a:solidFill>
              <a:srgbClr val="152238"/>
            </a:solidFill>
          </a:ln>
        </p:spPr>
      </p:sp>
      <p:sp>
        <p:nvSpPr>
          <p:cNvPr id="21" name="figure-word_repeat-5">
            <a:extLst xmlns:a="http://schemas.openxmlformats.org/drawingml/2006/main">
              <a:ext uri="{FF2B5EF4-FFF2-40B4-BE49-F238E27FC236}">
                <a16:creationId xmlns:a16="http://schemas.microsoft.com/office/drawing/2014/main" id="{769A70CE-5B3F-4E64-AA11-E74EB1AAB8EE}"/>
              </a:ext>
            </a:extLst>
          </p:cNvPr>
          <p:cNvSpPr>
            <a:spLocks xmlns:a="http://schemas.openxmlformats.org/drawingml/2006/main" noGrp="1"/>
          </p:cNvSpPr>
          <p:nvPr/>
        </p:nvSpPr>
        <p:spPr>
          <a:xfrm xmlns:a="http://schemas.openxmlformats.org/drawingml/2006/main">
            <a:off x="4571492" y="3336004"/>
            <a:ext cx="203962" cy="148336"/>
          </a:xfrm>
          <a:custGeom xmlns:a="http://schemas.openxmlformats.org/drawingml/2006/main">
            <a:pathLst>
              <a:path w="203962" h="148336">
                <a:moveTo>
                  <a:pt x="203962" y="148336"/>
                </a:moveTo>
                <a:lnTo>
                  <a:pt x="0" y="0"/>
                </a:lnTo>
              </a:path>
            </a:pathLst>
          </a:custGeom>
          <a:noFill xmlns:a="http://schemas.openxmlformats.org/drawingml/2006/main"/>
          <a:ln xmlns:a="http://schemas.openxmlformats.org/drawingml/2006/main" w="55626">
            <a:solidFill>
              <a:srgbClr val="152238"/>
            </a:solidFill>
          </a:ln>
        </p:spPr>
      </p:sp>
      <p:sp>
        <p:nvSpPr>
          <p:cNvPr id="22" name="figure-word_repeat-6">
            <a:extLst xmlns:a="http://schemas.openxmlformats.org/drawingml/2006/main">
              <a:ext uri="{FF2B5EF4-FFF2-40B4-BE49-F238E27FC236}">
                <a16:creationId xmlns:a16="http://schemas.microsoft.com/office/drawing/2014/main" id="{CEE41052-42E0-45A5-8A66-7E4B1FCDF48D}"/>
              </a:ext>
            </a:extLst>
          </p:cNvPr>
          <p:cNvSpPr>
            <a:spLocks xmlns:a="http://schemas.openxmlformats.org/drawingml/2006/main" noGrp="1"/>
          </p:cNvSpPr>
          <p:nvPr/>
        </p:nvSpPr>
        <p:spPr>
          <a:xfrm xmlns:a="http://schemas.openxmlformats.org/drawingml/2006/main">
            <a:off x="4571492" y="3484340"/>
            <a:ext cx="203962" cy="148336"/>
          </a:xfrm>
          <a:custGeom xmlns:a="http://schemas.openxmlformats.org/drawingml/2006/main">
            <a:pathLst>
              <a:path w="203962" h="148336">
                <a:moveTo>
                  <a:pt x="203962" y="0"/>
                </a:moveTo>
                <a:lnTo>
                  <a:pt x="0" y="148336"/>
                </a:lnTo>
              </a:path>
            </a:pathLst>
          </a:custGeom>
          <a:noFill xmlns:a="http://schemas.openxmlformats.org/drawingml/2006/main"/>
          <a:ln xmlns:a="http://schemas.openxmlformats.org/drawingml/2006/main" w="55626">
            <a:solidFill>
              <a:srgbClr val="152238"/>
            </a:solidFill>
          </a:ln>
        </p:spPr>
      </p:sp>
      <p:sp>
        <p:nvSpPr>
          <p:cNvPr id="23" name="figure-description-word_repeat">
            <a:extLst xmlns:a="http://schemas.openxmlformats.org/drawingml/2006/main">
              <a:ext uri="{FF2B5EF4-FFF2-40B4-BE49-F238E27FC236}">
                <a16:creationId xmlns:a16="http://schemas.microsoft.com/office/drawing/2014/main" id="{61CFB402-E1E3-43CF-8E5C-877710A80E79}"/>
              </a:ext>
            </a:extLst>
          </p:cNvPr>
          <p:cNvSpPr>
            <a:spLocks xmlns:a="http://schemas.openxmlformats.org/drawingml/2006/main" noGrp="1"/>
          </p:cNvSpPr>
          <p:nvPr/>
        </p:nvSpPr>
        <p:spPr>
          <a:xfrm xmlns:a="http://schemas.openxmlformats.org/drawingml/2006/main">
            <a:off x="381000" y="5602224"/>
            <a:ext cx="5562600" cy="4937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 dot-and-ring pair is shown twice. An arrow goes from the first pair to the next.</a:t>
            </a:r>
          </a:p>
        </p:txBody>
      </p:sp>
      <p:sp>
        <p:nvSpPr>
          <p:cNvPr id="24" name="vocabulary-3">
            <a:extLst xmlns:a="http://schemas.openxmlformats.org/drawingml/2006/main">
              <a:ext uri="{FF2B5EF4-FFF2-40B4-BE49-F238E27FC236}">
                <a16:creationId xmlns:a16="http://schemas.microsoft.com/office/drawing/2014/main" id="{AAD1E90A-1122-4F65-BDD7-C98691635592}"/>
              </a:ext>
            </a:extLst>
          </p:cNvPr>
          <p:cNvSpPr>
            <a:spLocks xmlns:a="http://schemas.openxmlformats.org/drawingml/2006/main" noGrp="1"/>
          </p:cNvSpPr>
          <p:nvPr/>
        </p:nvSpPr>
        <p:spPr>
          <a:xfrm xmlns:a="http://schemas.openxmlformats.org/drawingml/2006/main">
            <a:off x="6248400" y="2361819"/>
            <a:ext cx="556260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pattern — marks put in an order.</a:t>
            </a:r>
          </a:p>
        </p:txBody>
      </p:sp>
      <p:sp>
        <p:nvSpPr>
          <p:cNvPr id="25" name="figure-word_pattern-0">
            <a:extLst xmlns:a="http://schemas.openxmlformats.org/drawingml/2006/main">
              <a:ext uri="{FF2B5EF4-FFF2-40B4-BE49-F238E27FC236}">
                <a16:creationId xmlns:a16="http://schemas.microsoft.com/office/drawing/2014/main" id="{3F5B2677-B66F-41AE-AFE4-BC0E374BF892}"/>
              </a:ext>
            </a:extLst>
          </p:cNvPr>
          <p:cNvSpPr>
            <a:spLocks xmlns:a="http://schemas.openxmlformats.org/drawingml/2006/main" noGrp="1"/>
          </p:cNvSpPr>
          <p:nvPr/>
        </p:nvSpPr>
        <p:spPr>
          <a:xfrm xmlns:a="http://schemas.openxmlformats.org/drawingml/2006/main">
            <a:off x="6725194" y="3928845"/>
            <a:ext cx="715191" cy="715191"/>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26" name="figure-word_pattern-1">
            <a:extLst xmlns:a="http://schemas.openxmlformats.org/drawingml/2006/main">
              <a:ext uri="{FF2B5EF4-FFF2-40B4-BE49-F238E27FC236}">
                <a16:creationId xmlns:a16="http://schemas.microsoft.com/office/drawing/2014/main" id="{19C94E53-3098-4427-A0A0-CC2589832568}"/>
              </a:ext>
            </a:extLst>
          </p:cNvPr>
          <p:cNvSpPr>
            <a:spLocks xmlns:a="http://schemas.openxmlformats.org/drawingml/2006/main" noGrp="1"/>
          </p:cNvSpPr>
          <p:nvPr/>
        </p:nvSpPr>
        <p:spPr>
          <a:xfrm xmlns:a="http://schemas.openxmlformats.org/drawingml/2006/main">
            <a:off x="8036379" y="3928845"/>
            <a:ext cx="715191" cy="715191"/>
          </a:xfrm>
          <a:prstGeom xmlns:a="http://schemas.openxmlformats.org/drawingml/2006/main" prst="ellipse">
            <a:avLst/>
          </a:prstGeom>
          <a:noFill xmlns:a="http://schemas.openxmlformats.org/drawingml/2006/main"/>
          <a:ln xmlns:a="http://schemas.openxmlformats.org/drawingml/2006/main" w="79466">
            <a:solidFill>
              <a:srgbClr val="152238"/>
            </a:solidFill>
          </a:ln>
        </p:spPr>
      </p:sp>
      <p:sp>
        <p:nvSpPr>
          <p:cNvPr id="27" name="figure-word_pattern-2">
            <a:extLst xmlns:a="http://schemas.openxmlformats.org/drawingml/2006/main">
              <a:ext uri="{FF2B5EF4-FFF2-40B4-BE49-F238E27FC236}">
                <a16:creationId xmlns:a16="http://schemas.microsoft.com/office/drawing/2014/main" id="{0BDCAEFA-7B96-4DA8-8833-D0185D5321E2}"/>
              </a:ext>
            </a:extLst>
          </p:cNvPr>
          <p:cNvSpPr>
            <a:spLocks xmlns:a="http://schemas.openxmlformats.org/drawingml/2006/main" noGrp="1"/>
          </p:cNvSpPr>
          <p:nvPr/>
        </p:nvSpPr>
        <p:spPr>
          <a:xfrm xmlns:a="http://schemas.openxmlformats.org/drawingml/2006/main">
            <a:off x="9347563" y="3928845"/>
            <a:ext cx="715191" cy="715191"/>
          </a:xfrm>
          <a:prstGeom xmlns:a="http://schemas.openxmlformats.org/drawingml/2006/main" prst="ellipse">
            <a:avLst/>
          </a:prstGeom>
          <a:solidFill xmlns:a="http://schemas.openxmlformats.org/drawingml/2006/main">
            <a:srgbClr val="152238"/>
          </a:solidFill>
          <a:ln xmlns:a="http://schemas.openxmlformats.org/drawingml/2006/main" w="0">
            <a:noFill/>
          </a:ln>
        </p:spPr>
      </p:sp>
      <p:sp>
        <p:nvSpPr>
          <p:cNvPr id="28" name="figure-word_pattern-3">
            <a:extLst xmlns:a="http://schemas.openxmlformats.org/drawingml/2006/main">
              <a:ext uri="{FF2B5EF4-FFF2-40B4-BE49-F238E27FC236}">
                <a16:creationId xmlns:a16="http://schemas.microsoft.com/office/drawing/2014/main" id="{24F25E48-CEB9-4F8F-8F66-8FF3737C3F63}"/>
              </a:ext>
            </a:extLst>
          </p:cNvPr>
          <p:cNvSpPr>
            <a:spLocks xmlns:a="http://schemas.openxmlformats.org/drawingml/2006/main" noGrp="1"/>
          </p:cNvSpPr>
          <p:nvPr/>
        </p:nvSpPr>
        <p:spPr>
          <a:xfrm xmlns:a="http://schemas.openxmlformats.org/drawingml/2006/main">
            <a:off x="10658747" y="3928845"/>
            <a:ext cx="715191" cy="715191"/>
          </a:xfrm>
          <a:prstGeom xmlns:a="http://schemas.openxmlformats.org/drawingml/2006/main" prst="ellipse">
            <a:avLst/>
          </a:prstGeom>
          <a:noFill xmlns:a="http://schemas.openxmlformats.org/drawingml/2006/main"/>
          <a:ln xmlns:a="http://schemas.openxmlformats.org/drawingml/2006/main" w="79466">
            <a:solidFill>
              <a:srgbClr val="152238"/>
            </a:solidFill>
          </a:ln>
        </p:spPr>
      </p:sp>
      <p:sp>
        <p:nvSpPr>
          <p:cNvPr id="29" name="figure-description-word_pattern">
            <a:extLst xmlns:a="http://schemas.openxmlformats.org/drawingml/2006/main">
              <a:ext uri="{FF2B5EF4-FFF2-40B4-BE49-F238E27FC236}">
                <a16:creationId xmlns:a16="http://schemas.microsoft.com/office/drawing/2014/main" id="{AACBD333-129C-4901-9726-0C58F4C57CCF}"/>
              </a:ext>
            </a:extLst>
          </p:cNvPr>
          <p:cNvSpPr>
            <a:spLocks xmlns:a="http://schemas.openxmlformats.org/drawingml/2006/main" noGrp="1"/>
          </p:cNvSpPr>
          <p:nvPr/>
        </p:nvSpPr>
        <p:spPr>
          <a:xfrm xmlns:a="http://schemas.openxmlformats.org/drawingml/2006/main">
            <a:off x="6248400" y="581577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 dot, a ring, a dot and a ring are put in a row.</a:t>
            </a:r>
          </a:p>
        </p:txBody>
      </p:sp>
    </p:spTree>
    <p:extLst>
      <p:ext uri="{BB962C8B-B14F-4D97-AF65-F5344CB8AC3E}">
        <p14:creationId xmlns:p14="http://schemas.microsoft.com/office/powerpoint/2010/main" val="55815765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9DD598D2-47D1-425D-A570-D3B44ECDB54F}"/>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3259DB44-3247-4A19-A7CB-2281F0AD5F7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23E906A4-B508-442C-9758-D2D2347B8FF4}"/>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We do · 1 of 2</a:t>
            </a:r>
          </a:p>
        </p:txBody>
      </p:sp>
      <p:pic>
        <p:nvPicPr>
          <p:cNvPr id="4" name="">
            <a:extLst xmlns:a="http://schemas.openxmlformats.org/drawingml/2006/main">
              <a:ext uri="{FF2B5EF4-FFF2-40B4-BE49-F238E27FC236}">
                <a16:creationId xmlns:a16="http://schemas.microsoft.com/office/drawing/2014/main" id="{17A4BEBB-DE73-4964-948E-11C6752B6083}"/>
              </a:ext>
            </a:extLst>
          </p:cNvPr>
          <p:cNvPicPr>
            <a:picLocks xmlns:a="http://schemas.openxmlformats.org/drawingml/2006/main" noChangeAspect="1"/>
          </p:cNvPicPr>
          <p:nvPr/>
        </p:nvPicPr>
        <p:blipFill>
          <a:blip xmlns:r="http://schemas.openxmlformats.org/officeDocument/2006/relationships" xmlns:a="http://schemas.openxmlformats.org/drawingml/2006/main" r:embed="R3a74bb8f11774d4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7C24E0FE-BA02-45A8-902B-F29DE3396C2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E4839B86-6A52-4561-B722-3C00F4AECBC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CCD68D22-39B0-47F7-BD15-B22C3A07D827}"/>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37B796F-3E11-4D71-A9F1-04C886D76C7F}"/>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492F032-CAA1-4594-A278-6B5D757A8FC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7376571-F731-4D87-9778-D3410C12C457}"/>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223FA6E3-AFDA-453E-8AB6-F3A1640D07D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5105D26C-8AE0-4C30-A1C2-072D0A4A92A5}"/>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0415FC7E-180A-407A-9E5B-35128953A40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Our guided example's last shape, then your planned bit, with one shape or colour check shown.</a:t>
            </a:r>
          </a:p>
        </p:txBody>
      </p:sp>
      <p:sp>
        <p:nvSpPr>
          <p:cNvPr id="14" name="body-0">
            <a:extLst xmlns:a="http://schemas.openxmlformats.org/drawingml/2006/main">
              <a:ext uri="{FF2B5EF4-FFF2-40B4-BE49-F238E27FC236}">
                <a16:creationId xmlns:a16="http://schemas.microsoft.com/office/drawing/2014/main" id="{DEC1A57B-BECA-46E0-8503-260E72187AF9}"/>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Build our pattern</a:t>
            </a:r>
          </a:p>
        </p:txBody>
      </p:sp>
      <p:sp>
        <p:nvSpPr>
          <p:cNvPr id="15" name="body-1">
            <a:extLst xmlns:a="http://schemas.openxmlformats.org/drawingml/2006/main">
              <a:ext uri="{FF2B5EF4-FFF2-40B4-BE49-F238E27FC236}">
                <a16:creationId xmlns:a16="http://schemas.microsoft.com/office/drawing/2014/main" id="{78FE69A2-E69D-4C68-A579-A2BA946BF84C}"/>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Guided example</a:t>
            </a:r>
          </a:p>
        </p:txBody>
      </p:sp>
      <p:sp>
        <p:nvSpPr>
          <p:cNvPr id="16" name="body-2">
            <a:extLst xmlns:a="http://schemas.openxmlformats.org/drawingml/2006/main">
              <a:ext uri="{FF2B5EF4-FFF2-40B4-BE49-F238E27FC236}">
                <a16:creationId xmlns:a16="http://schemas.microsoft.com/office/drawing/2014/main" id="{7A14A245-CE8D-4B02-80C9-F397001B381D}"/>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Our plan is a yellow dot, then a pink ring.</a:t>
            </a:r>
          </a:p>
        </p:txBody>
      </p:sp>
      <p:sp>
        <p:nvSpPr>
          <p:cNvPr id="17" name="body-3">
            <a:extLst xmlns:a="http://schemas.openxmlformats.org/drawingml/2006/main">
              <a:ext uri="{FF2B5EF4-FFF2-40B4-BE49-F238E27FC236}">
                <a16:creationId xmlns:a16="http://schemas.microsoft.com/office/drawing/2014/main" id="{030D3F79-EABE-42B4-A11D-AD494835DC3C}"/>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We use that pair again.</a:t>
            </a:r>
          </a:p>
        </p:txBody>
      </p:sp>
      <p:sp>
        <p:nvSpPr>
          <p:cNvPr id="18" name="body-4">
            <a:extLst xmlns:a="http://schemas.openxmlformats.org/drawingml/2006/main">
              <a:ext uri="{FF2B5EF4-FFF2-40B4-BE49-F238E27FC236}">
                <a16:creationId xmlns:a16="http://schemas.microsoft.com/office/drawing/2014/main" id="{31A00EF1-5F80-4773-866B-C552FBFBADE4}"/>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Our example space: Yellow dot / pink ring / yellow dot / __________</a:t>
            </a:r>
          </a:p>
        </p:txBody>
      </p:sp>
      <p:sp>
        <p:nvSpPr>
          <p:cNvPr id="19" name="body-5">
            <a:extLst xmlns:a="http://schemas.openxmlformats.org/drawingml/2006/main">
              <a:ext uri="{FF2B5EF4-FFF2-40B4-BE49-F238E27FC236}">
                <a16:creationId xmlns:a16="http://schemas.microsoft.com/office/drawing/2014/main" id="{C1E75A27-07D6-4792-8C7F-25107EE12D40}"/>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the last shape. Now show our pair twice.</a:t>
            </a:r>
          </a:p>
        </p:txBody>
      </p:sp>
      <p:sp>
        <p:nvSpPr>
          <p:cNvPr id="20" name="body-6">
            <a:extLst xmlns:a="http://schemas.openxmlformats.org/drawingml/2006/main">
              <a:ext uri="{FF2B5EF4-FFF2-40B4-BE49-F238E27FC236}">
                <a16:creationId xmlns:a16="http://schemas.microsoft.com/office/drawing/2014/main" id="{1F1408F2-678F-4DF5-BE62-6A0014B342EF}"/>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Each of us now makes a plan.</a:t>
            </a:r>
          </a:p>
        </p:txBody>
      </p:sp>
    </p:spTree>
    <p:extLst>
      <p:ext uri="{BB962C8B-B14F-4D97-AF65-F5344CB8AC3E}">
        <p14:creationId xmlns:p14="http://schemas.microsoft.com/office/powerpoint/2010/main" val="56957134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C431A42-D5B2-46CC-AC02-0B8E89E53C17}"/>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D07435AF-6199-4AFC-82D7-DC3195AE7AF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A4248AFA-5D10-435D-8823-02B9590890B8}"/>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We do · 1 of 2</a:t>
            </a:r>
          </a:p>
        </p:txBody>
      </p:sp>
      <p:pic>
        <p:nvPicPr>
          <p:cNvPr id="4" name="">
            <a:extLst xmlns:a="http://schemas.openxmlformats.org/drawingml/2006/main">
              <a:ext uri="{FF2B5EF4-FFF2-40B4-BE49-F238E27FC236}">
                <a16:creationId xmlns:a16="http://schemas.microsoft.com/office/drawing/2014/main" id="{BB5C9241-3ECC-4C53-B179-A4027DE96CCA}"/>
              </a:ext>
            </a:extLst>
          </p:cNvPr>
          <p:cNvPicPr>
            <a:picLocks xmlns:a="http://schemas.openxmlformats.org/drawingml/2006/main" noChangeAspect="1"/>
          </p:cNvPicPr>
          <p:nvPr/>
        </p:nvPicPr>
        <p:blipFill>
          <a:blip xmlns:r="http://schemas.openxmlformats.org/officeDocument/2006/relationships" xmlns:a="http://schemas.openxmlformats.org/drawingml/2006/main" r:embed="Rbd14a309f62443e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37465877-DA1D-486B-A540-56CAC952F36A}"/>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B6727A9E-D817-4ED1-93B8-B6D8ADAAD211}"/>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5BA6738-D669-46C8-A4A0-EE137C69391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8C3CC8D-686F-4A4F-AB4A-7AEDA757BD68}"/>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BE9D257-8040-4915-A48F-0BE40B42DAD4}"/>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F96EDF82-8776-451A-A781-1E59E8ACE89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96DC1A89-FC0F-4D8A-BE1E-DFE9F33F9778}"/>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DAAE9C71-142A-475F-B51B-ACA3A64425B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35D4586C-A852-417C-B980-BA476A9C2D75}"/>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Our guided example's last shape, then your planned bit, with one shape or colour check shown.</a:t>
            </a:r>
          </a:p>
        </p:txBody>
      </p:sp>
      <p:sp>
        <p:nvSpPr>
          <p:cNvPr id="14" name="figure-guided_row-0">
            <a:extLst xmlns:a="http://schemas.openxmlformats.org/drawingml/2006/main">
              <a:ext uri="{FF2B5EF4-FFF2-40B4-BE49-F238E27FC236}">
                <a16:creationId xmlns:a16="http://schemas.microsoft.com/office/drawing/2014/main" id="{A4EC2B28-9839-41F8-8139-843DE9F742BE}"/>
              </a:ext>
            </a:extLst>
          </p:cNvPr>
          <p:cNvSpPr>
            <a:spLocks xmlns:a="http://schemas.openxmlformats.org/drawingml/2006/main" noGrp="1"/>
          </p:cNvSpPr>
          <p:nvPr/>
        </p:nvSpPr>
        <p:spPr>
          <a:xfrm xmlns:a="http://schemas.openxmlformats.org/drawingml/2006/main">
            <a:off x="1099312" y="1904619"/>
            <a:ext cx="9993376" cy="2706539"/>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guided_row-1">
            <a:extLst xmlns:a="http://schemas.openxmlformats.org/drawingml/2006/main">
              <a:ext uri="{FF2B5EF4-FFF2-40B4-BE49-F238E27FC236}">
                <a16:creationId xmlns:a16="http://schemas.microsoft.com/office/drawing/2014/main" id="{1639ED1E-327D-4857-9CB9-37EB057BD383}"/>
              </a:ext>
            </a:extLst>
          </p:cNvPr>
          <p:cNvSpPr>
            <a:spLocks xmlns:a="http://schemas.openxmlformats.org/drawingml/2006/main" noGrp="1"/>
          </p:cNvSpPr>
          <p:nvPr/>
        </p:nvSpPr>
        <p:spPr>
          <a:xfrm xmlns:a="http://schemas.openxmlformats.org/drawingml/2006/main">
            <a:off x="2306845" y="2799859"/>
            <a:ext cx="916059" cy="916059"/>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guided_row-2">
            <a:extLst xmlns:a="http://schemas.openxmlformats.org/drawingml/2006/main">
              <a:ext uri="{FF2B5EF4-FFF2-40B4-BE49-F238E27FC236}">
                <a16:creationId xmlns:a16="http://schemas.microsoft.com/office/drawing/2014/main" id="{EBABEADD-CEE4-402E-8AF3-70916CE0FAAF}"/>
              </a:ext>
            </a:extLst>
          </p:cNvPr>
          <p:cNvSpPr>
            <a:spLocks xmlns:a="http://schemas.openxmlformats.org/drawingml/2006/main" noGrp="1"/>
          </p:cNvSpPr>
          <p:nvPr/>
        </p:nvSpPr>
        <p:spPr>
          <a:xfrm xmlns:a="http://schemas.openxmlformats.org/drawingml/2006/main">
            <a:off x="4596994" y="2799859"/>
            <a:ext cx="916059" cy="916059"/>
          </a:xfrm>
          <a:prstGeom xmlns:a="http://schemas.openxmlformats.org/drawingml/2006/main" prst="ellipse">
            <a:avLst/>
          </a:prstGeom>
          <a:noFill xmlns:a="http://schemas.openxmlformats.org/drawingml/2006/main"/>
          <a:ln xmlns:a="http://schemas.openxmlformats.org/drawingml/2006/main" w="104098">
            <a:solidFill>
              <a:srgbClr val="FF69B4"/>
            </a:solidFill>
          </a:ln>
        </p:spPr>
      </p:sp>
      <p:sp>
        <p:nvSpPr>
          <p:cNvPr id="17" name="figure-guided_row-3">
            <a:extLst xmlns:a="http://schemas.openxmlformats.org/drawingml/2006/main">
              <a:ext uri="{FF2B5EF4-FFF2-40B4-BE49-F238E27FC236}">
                <a16:creationId xmlns:a16="http://schemas.microsoft.com/office/drawing/2014/main" id="{6CF65175-6648-42EF-956F-08290E824254}"/>
              </a:ext>
            </a:extLst>
          </p:cNvPr>
          <p:cNvSpPr>
            <a:spLocks xmlns:a="http://schemas.openxmlformats.org/drawingml/2006/main" noGrp="1"/>
          </p:cNvSpPr>
          <p:nvPr/>
        </p:nvSpPr>
        <p:spPr>
          <a:xfrm xmlns:a="http://schemas.openxmlformats.org/drawingml/2006/main">
            <a:off x="6887142" y="2799859"/>
            <a:ext cx="916059" cy="916059"/>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guided_row-4">
            <a:extLst xmlns:a="http://schemas.openxmlformats.org/drawingml/2006/main">
              <a:ext uri="{FF2B5EF4-FFF2-40B4-BE49-F238E27FC236}">
                <a16:creationId xmlns:a16="http://schemas.microsoft.com/office/drawing/2014/main" id="{A544F55C-6D9F-4231-A282-1EAD76A4C55A}"/>
              </a:ext>
            </a:extLst>
          </p:cNvPr>
          <p:cNvSpPr>
            <a:spLocks xmlns:a="http://schemas.openxmlformats.org/drawingml/2006/main" noGrp="1"/>
          </p:cNvSpPr>
          <p:nvPr/>
        </p:nvSpPr>
        <p:spPr>
          <a:xfrm xmlns:a="http://schemas.openxmlformats.org/drawingml/2006/main">
            <a:off x="9177291" y="2674942"/>
            <a:ext cx="1145074" cy="1165894"/>
          </a:xfrm>
          <a:prstGeom xmlns:a="http://schemas.openxmlformats.org/drawingml/2006/main" prst="rect">
            <a:avLst/>
          </a:prstGeom>
          <a:noFill xmlns:a="http://schemas.openxmlformats.org/drawingml/2006/main"/>
          <a:ln xmlns:a="http://schemas.openxmlformats.org/drawingml/2006/main" w="41639">
            <a:solidFill>
              <a:srgbClr val="FFFFFF"/>
            </a:solidFill>
          </a:ln>
        </p:spPr>
      </p:sp>
      <p:sp>
        <p:nvSpPr>
          <p:cNvPr id="19" name="figure-guided_row-5">
            <a:extLst xmlns:a="http://schemas.openxmlformats.org/drawingml/2006/main">
              <a:ext uri="{FF2B5EF4-FFF2-40B4-BE49-F238E27FC236}">
                <a16:creationId xmlns:a16="http://schemas.microsoft.com/office/drawing/2014/main" id="{D8B7D619-ED5D-44D8-B6A1-810412FB0ECC}"/>
              </a:ext>
            </a:extLst>
          </p:cNvPr>
          <p:cNvSpPr>
            <a:spLocks xmlns:a="http://schemas.openxmlformats.org/drawingml/2006/main" noGrp="1"/>
          </p:cNvSpPr>
          <p:nvPr/>
        </p:nvSpPr>
        <p:spPr>
          <a:xfrm xmlns:a="http://schemas.openxmlformats.org/drawingml/2006/main">
            <a:off x="9093877" y="5006313"/>
            <a:ext cx="1032495" cy="5246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951" b="0" lang="en-GB">
                <a:solidFill>
                  <a:srgbClr val="152238"/>
                </a:solidFill>
                <a:latin typeface="Arial"/>
                <a:ea typeface="Arial"/>
                <a:cs typeface="Arial"/>
              </a:defRPr>
            </a:defPPr>
          </a:lstStyle>
          <a:p xmlns:a="http://schemas.openxmlformats.org/drawingml/2006/main">
            <a:pPr algn="l">
              <a:lnSpc>
                <a:spcPct val="108000"/>
              </a:lnSpc>
              <a:buNone/>
              <a:defRPr sz="2951" b="0" lang="en-GB">
                <a:solidFill>
                  <a:srgbClr val="152238"/>
                </a:solidFill>
                <a:latin typeface="Arial"/>
                <a:ea typeface="Arial"/>
                <a:cs typeface="Arial"/>
              </a:defRPr>
            </a:pPr>
            <a:r>
              <a:rPr sz="2951" b="0" lang="en-GB">
                <a:solidFill>
                  <a:srgbClr val="152238"/>
                </a:solidFill>
                <a:latin typeface="Arial"/>
                <a:ea typeface="Arial"/>
                <a:cs typeface="Arial"/>
              </a:rPr>
              <a:t>LAST</a:t>
            </a:r>
          </a:p>
        </p:txBody>
      </p:sp>
      <p:sp>
        <p:nvSpPr>
          <p:cNvPr id="20" name="figure-description-guided_row">
            <a:extLst xmlns:a="http://schemas.openxmlformats.org/drawingml/2006/main">
              <a:ext uri="{FF2B5EF4-FFF2-40B4-BE49-F238E27FC236}">
                <a16:creationId xmlns:a16="http://schemas.microsoft.com/office/drawing/2014/main" id="{CC8BB442-37F3-4918-9766-EF18848C0ED2}"/>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row on dark paper shows a yellow dot, pink ring and yellow dot, with a blank space for the last shape.</a:t>
            </a:r>
          </a:p>
        </p:txBody>
      </p:sp>
    </p:spTree>
    <p:extLst>
      <p:ext uri="{BB962C8B-B14F-4D97-AF65-F5344CB8AC3E}">
        <p14:creationId xmlns:p14="http://schemas.microsoft.com/office/powerpoint/2010/main" val="106935154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1327DE53-8297-4549-898B-9111196BF751}"/>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1C32CE67-3A07-49CB-8D06-E2803BDCC9D1}"/>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59070856-E9E7-4072-9EF1-33982562B4EC}"/>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We do · 2 of 2</a:t>
            </a:r>
          </a:p>
        </p:txBody>
      </p:sp>
      <p:pic>
        <p:nvPicPr>
          <p:cNvPr id="4" name="">
            <a:extLst xmlns:a="http://schemas.openxmlformats.org/drawingml/2006/main">
              <a:ext uri="{FF2B5EF4-FFF2-40B4-BE49-F238E27FC236}">
                <a16:creationId xmlns:a16="http://schemas.microsoft.com/office/drawing/2014/main" id="{B2780A6F-2427-4DA1-BD1A-35AD4419B12C}"/>
              </a:ext>
            </a:extLst>
          </p:cNvPr>
          <p:cNvPicPr>
            <a:picLocks xmlns:a="http://schemas.openxmlformats.org/drawingml/2006/main" noChangeAspect="1"/>
          </p:cNvPicPr>
          <p:nvPr/>
        </p:nvPicPr>
        <p:blipFill>
          <a:blip xmlns:r="http://schemas.openxmlformats.org/officeDocument/2006/relationships" xmlns:a="http://schemas.openxmlformats.org/drawingml/2006/main" r:embed="R12147f0659d3452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B9222020-FC1B-4051-B01D-D7D4C4979661}"/>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3C106E8C-2507-4233-A86C-E4BAB4F6014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0DCC422D-87F2-4BC6-9FD0-A2DC2817E338}"/>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6F41D782-9AC9-4CA9-99C3-C8BDA1AFBFB0}"/>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953E115-ABFD-4368-A9A4-E751FE03C191}"/>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8F54017-1400-462F-80C5-5D9362757BD2}"/>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82ACBAD-7871-45DD-A686-DB468719B2C6}"/>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4AFE4513-7837-4B1E-A154-EEC82A3025F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BE262BC0-88A7-4AD7-9C81-910338324EEC}"/>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Our guided example's last shape, then your planned bit, with one shape or colour check shown.</a:t>
            </a:r>
          </a:p>
        </p:txBody>
      </p:sp>
      <p:sp>
        <p:nvSpPr>
          <p:cNvPr id="14" name="body-0">
            <a:extLst xmlns:a="http://schemas.openxmlformats.org/drawingml/2006/main">
              <a:ext uri="{FF2B5EF4-FFF2-40B4-BE49-F238E27FC236}">
                <a16:creationId xmlns:a16="http://schemas.microsoft.com/office/drawing/2014/main" id="{317AF23C-B577-4EAD-ADE3-A8903B2D4D94}"/>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Pick one or two shapes.</a:t>
            </a:r>
          </a:p>
        </p:txBody>
      </p:sp>
      <p:sp>
        <p:nvSpPr>
          <p:cNvPr id="15" name="body-1">
            <a:extLst xmlns:a="http://schemas.openxmlformats.org/drawingml/2006/main">
              <a:ext uri="{FF2B5EF4-FFF2-40B4-BE49-F238E27FC236}">
                <a16:creationId xmlns:a16="http://schemas.microsoft.com/office/drawing/2014/main" id="{FBEAA0D3-14FA-419C-AC35-5EB9D71D5D69}"/>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two bright colours.</a:t>
            </a:r>
          </a:p>
        </p:txBody>
      </p:sp>
      <p:sp>
        <p:nvSpPr>
          <p:cNvPr id="16" name="body-2">
            <a:extLst xmlns:a="http://schemas.openxmlformats.org/drawingml/2006/main">
              <a:ext uri="{FF2B5EF4-FFF2-40B4-BE49-F238E27FC236}">
                <a16:creationId xmlns:a16="http://schemas.microsoft.com/office/drawing/2014/main" id="{F0F1E27B-ED89-4620-8DC6-226D3871255E}"/>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Put your shapes in a small bit.</a:t>
            </a:r>
          </a:p>
        </p:txBody>
      </p:sp>
      <p:sp>
        <p:nvSpPr>
          <p:cNvPr id="17" name="body-3">
            <a:extLst xmlns:a="http://schemas.openxmlformats.org/drawingml/2006/main">
              <a:ext uri="{FF2B5EF4-FFF2-40B4-BE49-F238E27FC236}">
                <a16:creationId xmlns:a16="http://schemas.microsoft.com/office/drawing/2014/main" id="{7334F0D9-AE6A-4782-BACB-BE85CA415FC1}"/>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that bit once more on dark paper.</a:t>
            </a:r>
          </a:p>
        </p:txBody>
      </p:sp>
      <p:sp>
        <p:nvSpPr>
          <p:cNvPr id="18" name="body-4">
            <a:extLst xmlns:a="http://schemas.openxmlformats.org/drawingml/2006/main">
              <a:ext uri="{FF2B5EF4-FFF2-40B4-BE49-F238E27FC236}">
                <a16:creationId xmlns:a16="http://schemas.microsoft.com/office/drawing/2014/main" id="{93B3C899-640D-45E2-ACDE-21593E095B3B}"/>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Check one thing: a shape or a colour.</a:t>
            </a:r>
          </a:p>
        </p:txBody>
      </p:sp>
      <p:sp>
        <p:nvSpPr>
          <p:cNvPr id="19" name="body-5">
            <a:extLst xmlns:a="http://schemas.openxmlformats.org/drawingml/2006/main">
              <a:ext uri="{FF2B5EF4-FFF2-40B4-BE49-F238E27FC236}">
                <a16:creationId xmlns:a16="http://schemas.microsoft.com/office/drawing/2014/main" id="{C435C220-19EC-4A66-AF76-9C34AA568A1E}"/>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Does it match your plan?</a:t>
            </a:r>
          </a:p>
        </p:txBody>
      </p:sp>
    </p:spTree>
    <p:extLst>
      <p:ext uri="{BB962C8B-B14F-4D97-AF65-F5344CB8AC3E}">
        <p14:creationId xmlns:p14="http://schemas.microsoft.com/office/powerpoint/2010/main" val="157164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F798845F-E275-4A33-8EDB-AF5B9ABB2AE7}"/>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C7D81026-F934-4FF6-A297-BD6A4716581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97C07265-C98B-42A8-82DD-428C2570A02C}"/>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We do · 2 of 2</a:t>
            </a:r>
          </a:p>
        </p:txBody>
      </p:sp>
      <p:pic>
        <p:nvPicPr>
          <p:cNvPr id="4" name="">
            <a:extLst xmlns:a="http://schemas.openxmlformats.org/drawingml/2006/main">
              <a:ext uri="{FF2B5EF4-FFF2-40B4-BE49-F238E27FC236}">
                <a16:creationId xmlns:a16="http://schemas.microsoft.com/office/drawing/2014/main" id="{2CD1326E-F6D8-45E5-B6EC-87EAFE8132BF}"/>
              </a:ext>
            </a:extLst>
          </p:cNvPr>
          <p:cNvPicPr>
            <a:picLocks xmlns:a="http://schemas.openxmlformats.org/drawingml/2006/main" noChangeAspect="1"/>
          </p:cNvPicPr>
          <p:nvPr/>
        </p:nvPicPr>
        <p:blipFill>
          <a:blip xmlns:r="http://schemas.openxmlformats.org/officeDocument/2006/relationships" xmlns:a="http://schemas.openxmlformats.org/drawingml/2006/main" r:embed="R68006f754d2c4f0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284E9ECB-7C3A-40C9-9626-7A57C1617BC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B8615E0D-D468-4703-97B4-3C207DE98CC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9A8F0F16-2DBA-4696-8501-DCF4E0E01B46}"/>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F585E90-7DF9-4FDA-91B7-B2F3B023CCF4}"/>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DB8E96D-B08B-425C-A736-E7791EC8BD6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9FDDAB6-B679-425E-BF61-AFA42935F0F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D840906C-9F43-4A6B-8C81-7E06F872219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C3FD4EF3-4455-4863-BE10-56BEF9682DE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09E4438B-909D-4AF5-AD3C-32C32DB1045C}"/>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Our guided example's last shape, then your planned bit, with one shape or colour check shown.</a:t>
            </a:r>
          </a:p>
        </p:txBody>
      </p:sp>
      <p:sp>
        <p:nvSpPr>
          <p:cNvPr id="14" name="figure-guided_row-0">
            <a:extLst xmlns:a="http://schemas.openxmlformats.org/drawingml/2006/main">
              <a:ext uri="{FF2B5EF4-FFF2-40B4-BE49-F238E27FC236}">
                <a16:creationId xmlns:a16="http://schemas.microsoft.com/office/drawing/2014/main" id="{FEF58B9D-14F6-4DA7-ACDF-DB04BD0D6E5A}"/>
              </a:ext>
            </a:extLst>
          </p:cNvPr>
          <p:cNvSpPr>
            <a:spLocks xmlns:a="http://schemas.openxmlformats.org/drawingml/2006/main" noGrp="1"/>
          </p:cNvSpPr>
          <p:nvPr/>
        </p:nvSpPr>
        <p:spPr>
          <a:xfrm xmlns:a="http://schemas.openxmlformats.org/drawingml/2006/main">
            <a:off x="1099312" y="1904619"/>
            <a:ext cx="9993376" cy="2706539"/>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guided_row-1">
            <a:extLst xmlns:a="http://schemas.openxmlformats.org/drawingml/2006/main">
              <a:ext uri="{FF2B5EF4-FFF2-40B4-BE49-F238E27FC236}">
                <a16:creationId xmlns:a16="http://schemas.microsoft.com/office/drawing/2014/main" id="{AB191971-0C77-4F5A-B880-B5AE3AD74C4B}"/>
              </a:ext>
            </a:extLst>
          </p:cNvPr>
          <p:cNvSpPr>
            <a:spLocks xmlns:a="http://schemas.openxmlformats.org/drawingml/2006/main" noGrp="1"/>
          </p:cNvSpPr>
          <p:nvPr/>
        </p:nvSpPr>
        <p:spPr>
          <a:xfrm xmlns:a="http://schemas.openxmlformats.org/drawingml/2006/main">
            <a:off x="2306845" y="2799859"/>
            <a:ext cx="916059" cy="916059"/>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guided_row-2">
            <a:extLst xmlns:a="http://schemas.openxmlformats.org/drawingml/2006/main">
              <a:ext uri="{FF2B5EF4-FFF2-40B4-BE49-F238E27FC236}">
                <a16:creationId xmlns:a16="http://schemas.microsoft.com/office/drawing/2014/main" id="{EABE5414-5F2E-4126-90F7-2D0FD21E8DA4}"/>
              </a:ext>
            </a:extLst>
          </p:cNvPr>
          <p:cNvSpPr>
            <a:spLocks xmlns:a="http://schemas.openxmlformats.org/drawingml/2006/main" noGrp="1"/>
          </p:cNvSpPr>
          <p:nvPr/>
        </p:nvSpPr>
        <p:spPr>
          <a:xfrm xmlns:a="http://schemas.openxmlformats.org/drawingml/2006/main">
            <a:off x="4596994" y="2799859"/>
            <a:ext cx="916059" cy="916059"/>
          </a:xfrm>
          <a:prstGeom xmlns:a="http://schemas.openxmlformats.org/drawingml/2006/main" prst="ellipse">
            <a:avLst/>
          </a:prstGeom>
          <a:noFill xmlns:a="http://schemas.openxmlformats.org/drawingml/2006/main"/>
          <a:ln xmlns:a="http://schemas.openxmlformats.org/drawingml/2006/main" w="104098">
            <a:solidFill>
              <a:srgbClr val="FF69B4"/>
            </a:solidFill>
          </a:ln>
        </p:spPr>
      </p:sp>
      <p:sp>
        <p:nvSpPr>
          <p:cNvPr id="17" name="figure-guided_row-3">
            <a:extLst xmlns:a="http://schemas.openxmlformats.org/drawingml/2006/main">
              <a:ext uri="{FF2B5EF4-FFF2-40B4-BE49-F238E27FC236}">
                <a16:creationId xmlns:a16="http://schemas.microsoft.com/office/drawing/2014/main" id="{756D0CF0-5405-49D0-BB14-F63862248BBD}"/>
              </a:ext>
            </a:extLst>
          </p:cNvPr>
          <p:cNvSpPr>
            <a:spLocks xmlns:a="http://schemas.openxmlformats.org/drawingml/2006/main" noGrp="1"/>
          </p:cNvSpPr>
          <p:nvPr/>
        </p:nvSpPr>
        <p:spPr>
          <a:xfrm xmlns:a="http://schemas.openxmlformats.org/drawingml/2006/main">
            <a:off x="6887142" y="2799859"/>
            <a:ext cx="916059" cy="916059"/>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guided_row-4">
            <a:extLst xmlns:a="http://schemas.openxmlformats.org/drawingml/2006/main">
              <a:ext uri="{FF2B5EF4-FFF2-40B4-BE49-F238E27FC236}">
                <a16:creationId xmlns:a16="http://schemas.microsoft.com/office/drawing/2014/main" id="{23ACD8DB-3D67-4D21-AF58-8BCB7E2AF8BC}"/>
              </a:ext>
            </a:extLst>
          </p:cNvPr>
          <p:cNvSpPr>
            <a:spLocks xmlns:a="http://schemas.openxmlformats.org/drawingml/2006/main" noGrp="1"/>
          </p:cNvSpPr>
          <p:nvPr/>
        </p:nvSpPr>
        <p:spPr>
          <a:xfrm xmlns:a="http://schemas.openxmlformats.org/drawingml/2006/main">
            <a:off x="9177291" y="2674942"/>
            <a:ext cx="1145074" cy="1165894"/>
          </a:xfrm>
          <a:prstGeom xmlns:a="http://schemas.openxmlformats.org/drawingml/2006/main" prst="rect">
            <a:avLst/>
          </a:prstGeom>
          <a:noFill xmlns:a="http://schemas.openxmlformats.org/drawingml/2006/main"/>
          <a:ln xmlns:a="http://schemas.openxmlformats.org/drawingml/2006/main" w="41639">
            <a:solidFill>
              <a:srgbClr val="FFFFFF"/>
            </a:solidFill>
          </a:ln>
        </p:spPr>
      </p:sp>
      <p:sp>
        <p:nvSpPr>
          <p:cNvPr id="19" name="figure-guided_row-5">
            <a:extLst xmlns:a="http://schemas.openxmlformats.org/drawingml/2006/main">
              <a:ext uri="{FF2B5EF4-FFF2-40B4-BE49-F238E27FC236}">
                <a16:creationId xmlns:a16="http://schemas.microsoft.com/office/drawing/2014/main" id="{5130DAB9-5B28-4388-A483-7A0A7F6DDCD5}"/>
              </a:ext>
            </a:extLst>
          </p:cNvPr>
          <p:cNvSpPr>
            <a:spLocks xmlns:a="http://schemas.openxmlformats.org/drawingml/2006/main" noGrp="1"/>
          </p:cNvSpPr>
          <p:nvPr/>
        </p:nvSpPr>
        <p:spPr>
          <a:xfrm xmlns:a="http://schemas.openxmlformats.org/drawingml/2006/main">
            <a:off x="9093877" y="5006313"/>
            <a:ext cx="1032495" cy="5246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951" b="0" lang="en-GB">
                <a:solidFill>
                  <a:srgbClr val="152238"/>
                </a:solidFill>
                <a:latin typeface="Arial"/>
                <a:ea typeface="Arial"/>
                <a:cs typeface="Arial"/>
              </a:defRPr>
            </a:defPPr>
          </a:lstStyle>
          <a:p xmlns:a="http://schemas.openxmlformats.org/drawingml/2006/main">
            <a:pPr algn="l">
              <a:lnSpc>
                <a:spcPct val="108000"/>
              </a:lnSpc>
              <a:buNone/>
              <a:defRPr sz="2951" b="0" lang="en-GB">
                <a:solidFill>
                  <a:srgbClr val="152238"/>
                </a:solidFill>
                <a:latin typeface="Arial"/>
                <a:ea typeface="Arial"/>
                <a:cs typeface="Arial"/>
              </a:defRPr>
            </a:pPr>
            <a:r>
              <a:rPr sz="2951" b="0" lang="en-GB">
                <a:solidFill>
                  <a:srgbClr val="152238"/>
                </a:solidFill>
                <a:latin typeface="Arial"/>
                <a:ea typeface="Arial"/>
                <a:cs typeface="Arial"/>
              </a:rPr>
              <a:t>LAST</a:t>
            </a:r>
          </a:p>
        </p:txBody>
      </p:sp>
      <p:sp>
        <p:nvSpPr>
          <p:cNvPr id="20" name="figure-description-guided_row">
            <a:extLst xmlns:a="http://schemas.openxmlformats.org/drawingml/2006/main">
              <a:ext uri="{FF2B5EF4-FFF2-40B4-BE49-F238E27FC236}">
                <a16:creationId xmlns:a16="http://schemas.microsoft.com/office/drawing/2014/main" id="{55E51CC6-434A-44B7-AD69-56C1BAD946BB}"/>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row on dark paper shows a yellow dot, pink ring and yellow dot, with a blank space for the last shape.</a:t>
            </a:r>
          </a:p>
        </p:txBody>
      </p:sp>
    </p:spTree>
    <p:extLst>
      <p:ext uri="{BB962C8B-B14F-4D97-AF65-F5344CB8AC3E}">
        <p14:creationId xmlns:p14="http://schemas.microsoft.com/office/powerpoint/2010/main" val="84452329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lesson-header">
            <a:extLst xmlns:a="http://schemas.openxmlformats.org/drawingml/2006/main">
              <a:ext uri="{FF2B5EF4-FFF2-40B4-BE49-F238E27FC236}">
                <a16:creationId xmlns:a16="http://schemas.microsoft.com/office/drawing/2014/main" id="{20D25059-FEE6-425C-923F-3F0DF9816F0F}"/>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B336F349-B5A5-4120-891D-9E147C57123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DE3281E9-6AA8-4331-993C-394F57CC9D0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a:t>
            </a:r>
          </a:p>
        </p:txBody>
      </p:sp>
      <p:pic>
        <p:nvPicPr>
          <p:cNvPr id="4" name="">
            <a:extLst xmlns:a="http://schemas.openxmlformats.org/drawingml/2006/main">
              <a:ext uri="{FF2B5EF4-FFF2-40B4-BE49-F238E27FC236}">
                <a16:creationId xmlns:a16="http://schemas.microsoft.com/office/drawing/2014/main" id="{4619E0AE-11D2-4ABA-A5C8-6D5565CE0DDA}"/>
              </a:ext>
            </a:extLst>
          </p:cNvPr>
          <p:cNvPicPr>
            <a:picLocks xmlns:a="http://schemas.openxmlformats.org/drawingml/2006/main" noChangeAspect="1"/>
          </p:cNvPicPr>
          <p:nvPr/>
        </p:nvPicPr>
        <p:blipFill>
          <a:blip xmlns:r="http://schemas.openxmlformats.org/officeDocument/2006/relationships" xmlns:a="http://schemas.openxmlformats.org/drawingml/2006/main" r:embed="R881c8aa5c6354e2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6599BD23-8220-4ABB-8089-17183C23C08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DD0E72B4-75BF-4244-9D95-EE7A8B5113CE}"/>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67F2089D-17C6-4640-864B-D76473123CC7}"/>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8069537-26FF-4FE0-A7A4-8B93965C24E6}"/>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1A48D8D-FACD-4D33-A000-00CA7B2B3FEC}"/>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0291ABA-4947-4D66-9D0D-AFE96F89EB0F}"/>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0A1100C6-4B3A-4439-875A-E3A07EB365F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E2B27395-CFDA-4910-A016-4660F8F2865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ED92F53A-22DC-478E-BD84-7EB9549E2E9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pattern and one change or check.</a:t>
            </a:r>
          </a:p>
        </p:txBody>
      </p:sp>
      <p:sp>
        <p:nvSpPr>
          <p:cNvPr id="14" name="body-0">
            <a:extLst xmlns:a="http://schemas.openxmlformats.org/drawingml/2006/main">
              <a:ext uri="{FF2B5EF4-FFF2-40B4-BE49-F238E27FC236}">
                <a16:creationId xmlns:a16="http://schemas.microsoft.com/office/drawing/2014/main" id="{09EFE9C3-EA75-4858-BE17-29846686675F}"/>
              </a:ext>
            </a:extLst>
          </p:cNvPr>
          <p:cNvSpPr>
            <a:spLocks xmlns:a="http://schemas.openxmlformats.org/drawingml/2006/main" noGrp="1"/>
          </p:cNvSpPr>
          <p:nvPr/>
        </p:nvSpPr>
        <p:spPr>
          <a:xfrm xmlns:a="http://schemas.openxmlformats.org/drawingml/2006/main">
            <a:off x="381000" y="1904619"/>
            <a:ext cx="5476875"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one route.</a:t>
            </a:r>
          </a:p>
        </p:txBody>
      </p:sp>
      <p:sp>
        <p:nvSpPr>
          <p:cNvPr id="15" name="figure-word_plan-0">
            <a:extLst xmlns:a="http://schemas.openxmlformats.org/drawingml/2006/main">
              <a:ext uri="{FF2B5EF4-FFF2-40B4-BE49-F238E27FC236}">
                <a16:creationId xmlns:a16="http://schemas.microsoft.com/office/drawing/2014/main" id="{FD643460-C683-45DE-9DE9-A9C0D8952EE1}"/>
              </a:ext>
            </a:extLst>
          </p:cNvPr>
          <p:cNvSpPr>
            <a:spLocks xmlns:a="http://schemas.openxmlformats.org/drawingml/2006/main" noGrp="1"/>
          </p:cNvSpPr>
          <p:nvPr/>
        </p:nvSpPr>
        <p:spPr>
          <a:xfrm xmlns:a="http://schemas.openxmlformats.org/drawingml/2006/main">
            <a:off x="6378575" y="2305177"/>
            <a:ext cx="5340350" cy="2946400"/>
          </a:xfrm>
          <a:prstGeom xmlns:a="http://schemas.openxmlformats.org/drawingml/2006/main" prst="rect">
            <a:avLst/>
          </a:prstGeom>
          <a:solidFill xmlns:a="http://schemas.openxmlformats.org/drawingml/2006/main">
            <a:srgbClr val="FFFFFF"/>
          </a:solidFill>
          <a:ln xmlns:a="http://schemas.openxmlformats.org/drawingml/2006/main" w="36830">
            <a:solidFill>
              <a:srgbClr val="152238"/>
            </a:solidFill>
          </a:ln>
        </p:spPr>
      </p:sp>
      <p:sp>
        <p:nvSpPr>
          <p:cNvPr id="16" name="figure-word_plan-1">
            <a:extLst xmlns:a="http://schemas.openxmlformats.org/drawingml/2006/main">
              <a:ext uri="{FF2B5EF4-FFF2-40B4-BE49-F238E27FC236}">
                <a16:creationId xmlns:a16="http://schemas.microsoft.com/office/drawing/2014/main" id="{9709419B-8E3D-454A-89EE-F7889A9091B1}"/>
              </a:ext>
            </a:extLst>
          </p:cNvPr>
          <p:cNvSpPr>
            <a:spLocks xmlns:a="http://schemas.openxmlformats.org/drawingml/2006/main" noGrp="1"/>
          </p:cNvSpPr>
          <p:nvPr/>
        </p:nvSpPr>
        <p:spPr>
          <a:xfrm xmlns:a="http://schemas.openxmlformats.org/drawingml/2006/main">
            <a:off x="6633845" y="2634253"/>
            <a:ext cx="1365354" cy="4382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465" b="0" lang="en-GB">
                <a:solidFill>
                  <a:srgbClr val="152238"/>
                </a:solidFill>
                <a:latin typeface="Arial"/>
                <a:ea typeface="Arial"/>
                <a:cs typeface="Arial"/>
              </a:defRPr>
            </a:defPPr>
          </a:lstStyle>
          <a:p xmlns:a="http://schemas.openxmlformats.org/drawingml/2006/main">
            <a:pPr algn="l">
              <a:lnSpc>
                <a:spcPct val="108000"/>
              </a:lnSpc>
              <a:buNone/>
              <a:defRPr sz="2465" b="0" lang="en-GB">
                <a:solidFill>
                  <a:srgbClr val="152238"/>
                </a:solidFill>
                <a:latin typeface="Arial"/>
                <a:ea typeface="Arial"/>
                <a:cs typeface="Arial"/>
              </a:defRPr>
            </a:pPr>
            <a:r>
              <a:rPr sz="2465" b="0" lang="en-GB">
                <a:solidFill>
                  <a:srgbClr val="152238"/>
                </a:solidFill>
                <a:latin typeface="Arial"/>
                <a:ea typeface="Arial"/>
                <a:cs typeface="Arial"/>
              </a:rPr>
              <a:t>SHAPES</a:t>
            </a:r>
          </a:p>
        </p:txBody>
      </p:sp>
      <p:sp>
        <p:nvSpPr>
          <p:cNvPr id="17" name="figure-word_plan-2">
            <a:extLst xmlns:a="http://schemas.openxmlformats.org/drawingml/2006/main">
              <a:ext uri="{FF2B5EF4-FFF2-40B4-BE49-F238E27FC236}">
                <a16:creationId xmlns:a16="http://schemas.microsoft.com/office/drawing/2014/main" id="{7ED676F1-20F7-451A-A774-DA3A6AD25FAF}"/>
              </a:ext>
            </a:extLst>
          </p:cNvPr>
          <p:cNvSpPr>
            <a:spLocks xmlns:a="http://schemas.openxmlformats.org/drawingml/2006/main" noGrp="1"/>
          </p:cNvSpPr>
          <p:nvPr/>
        </p:nvSpPr>
        <p:spPr>
          <a:xfrm xmlns:a="http://schemas.openxmlformats.org/drawingml/2006/main">
            <a:off x="8680450" y="2986532"/>
            <a:ext cx="2707005" cy="18415"/>
          </a:xfrm>
          <a:custGeom xmlns:a="http://schemas.openxmlformats.org/drawingml/2006/main">
            <a:pathLst>
              <a:path w="2707005" h="18415">
                <a:moveTo>
                  <a:pt x="0" y="0"/>
                </a:moveTo>
                <a:lnTo>
                  <a:pt x="2707005" y="0"/>
                </a:lnTo>
              </a:path>
            </a:pathLst>
          </a:custGeom>
          <a:noFill xmlns:a="http://schemas.openxmlformats.org/drawingml/2006/main"/>
          <a:ln xmlns:a="http://schemas.openxmlformats.org/drawingml/2006/main" w="55245">
            <a:solidFill>
              <a:srgbClr val="152238"/>
            </a:solidFill>
          </a:ln>
        </p:spPr>
      </p:sp>
      <p:sp>
        <p:nvSpPr>
          <p:cNvPr id="18" name="figure-word_plan-3">
            <a:extLst xmlns:a="http://schemas.openxmlformats.org/drawingml/2006/main">
              <a:ext uri="{FF2B5EF4-FFF2-40B4-BE49-F238E27FC236}">
                <a16:creationId xmlns:a16="http://schemas.microsoft.com/office/drawing/2014/main" id="{6A794A4C-C978-41A6-A03C-4AF763E225E5}"/>
              </a:ext>
            </a:extLst>
          </p:cNvPr>
          <p:cNvSpPr>
            <a:spLocks xmlns:a="http://schemas.openxmlformats.org/drawingml/2006/main" noGrp="1"/>
          </p:cNvSpPr>
          <p:nvPr/>
        </p:nvSpPr>
        <p:spPr>
          <a:xfrm xmlns:a="http://schemas.openxmlformats.org/drawingml/2006/main">
            <a:off x="6633845" y="3499758"/>
            <a:ext cx="1643405" cy="4382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465" b="0" lang="en-GB">
                <a:solidFill>
                  <a:srgbClr val="152238"/>
                </a:solidFill>
                <a:latin typeface="Arial"/>
                <a:ea typeface="Arial"/>
                <a:cs typeface="Arial"/>
              </a:defRPr>
            </a:defPPr>
          </a:lstStyle>
          <a:p xmlns:a="http://schemas.openxmlformats.org/drawingml/2006/main">
            <a:pPr algn="l">
              <a:lnSpc>
                <a:spcPct val="108000"/>
              </a:lnSpc>
              <a:buNone/>
              <a:defRPr sz="2465" b="0" lang="en-GB">
                <a:solidFill>
                  <a:srgbClr val="152238"/>
                </a:solidFill>
                <a:latin typeface="Arial"/>
                <a:ea typeface="Arial"/>
                <a:cs typeface="Arial"/>
              </a:defRPr>
            </a:pPr>
            <a:r>
              <a:rPr sz="2465" b="0" lang="en-GB">
                <a:solidFill>
                  <a:srgbClr val="152238"/>
                </a:solidFill>
                <a:latin typeface="Arial"/>
                <a:ea typeface="Arial"/>
                <a:cs typeface="Arial"/>
              </a:rPr>
              <a:t>COLOURS</a:t>
            </a:r>
          </a:p>
        </p:txBody>
      </p:sp>
      <p:sp>
        <p:nvSpPr>
          <p:cNvPr id="19" name="figure-word_plan-4">
            <a:extLst xmlns:a="http://schemas.openxmlformats.org/drawingml/2006/main">
              <a:ext uri="{FF2B5EF4-FFF2-40B4-BE49-F238E27FC236}">
                <a16:creationId xmlns:a16="http://schemas.microsoft.com/office/drawing/2014/main" id="{50E30BAA-1C05-4990-8DC0-15EC5EBA94DD}"/>
              </a:ext>
            </a:extLst>
          </p:cNvPr>
          <p:cNvSpPr>
            <a:spLocks xmlns:a="http://schemas.openxmlformats.org/drawingml/2006/main" noGrp="1"/>
          </p:cNvSpPr>
          <p:nvPr/>
        </p:nvSpPr>
        <p:spPr>
          <a:xfrm xmlns:a="http://schemas.openxmlformats.org/drawingml/2006/main">
            <a:off x="8680450" y="3852037"/>
            <a:ext cx="2707005" cy="18415"/>
          </a:xfrm>
          <a:custGeom xmlns:a="http://schemas.openxmlformats.org/drawingml/2006/main">
            <a:pathLst>
              <a:path w="2707005" h="18415">
                <a:moveTo>
                  <a:pt x="0" y="0"/>
                </a:moveTo>
                <a:lnTo>
                  <a:pt x="2707005" y="0"/>
                </a:lnTo>
              </a:path>
            </a:pathLst>
          </a:custGeom>
          <a:noFill xmlns:a="http://schemas.openxmlformats.org/drawingml/2006/main"/>
          <a:ln xmlns:a="http://schemas.openxmlformats.org/drawingml/2006/main" w="55245">
            <a:solidFill>
              <a:srgbClr val="152238"/>
            </a:solidFill>
          </a:ln>
        </p:spPr>
      </p:sp>
      <p:sp>
        <p:nvSpPr>
          <p:cNvPr id="20" name="figure-word_plan-5">
            <a:extLst xmlns:a="http://schemas.openxmlformats.org/drawingml/2006/main">
              <a:ext uri="{FF2B5EF4-FFF2-40B4-BE49-F238E27FC236}">
                <a16:creationId xmlns:a16="http://schemas.microsoft.com/office/drawing/2014/main" id="{7259CF19-8C2A-45C7-8F28-8152180AC60C}"/>
              </a:ext>
            </a:extLst>
          </p:cNvPr>
          <p:cNvSpPr>
            <a:spLocks xmlns:a="http://schemas.openxmlformats.org/drawingml/2006/main" noGrp="1"/>
          </p:cNvSpPr>
          <p:nvPr/>
        </p:nvSpPr>
        <p:spPr>
          <a:xfrm xmlns:a="http://schemas.openxmlformats.org/drawingml/2006/main">
            <a:off x="6633845" y="4291603"/>
            <a:ext cx="2443468" cy="4382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465" b="0" lang="en-GB">
                <a:solidFill>
                  <a:srgbClr val="152238"/>
                </a:solidFill>
                <a:latin typeface="Arial"/>
                <a:ea typeface="Arial"/>
                <a:cs typeface="Arial"/>
              </a:defRPr>
            </a:defPPr>
          </a:lstStyle>
          <a:p xmlns:a="http://schemas.openxmlformats.org/drawingml/2006/main">
            <a:pPr algn="l">
              <a:lnSpc>
                <a:spcPct val="108000"/>
              </a:lnSpc>
              <a:buNone/>
              <a:defRPr sz="2465" b="0" lang="en-GB">
                <a:solidFill>
                  <a:srgbClr val="152238"/>
                </a:solidFill>
                <a:latin typeface="Arial"/>
                <a:ea typeface="Arial"/>
                <a:cs typeface="Arial"/>
              </a:defRPr>
            </a:pPr>
            <a:r>
              <a:rPr sz="2465" b="0" lang="en-GB">
                <a:solidFill>
                  <a:srgbClr val="152238"/>
                </a:solidFill>
                <a:latin typeface="Arial"/>
                <a:ea typeface="Arial"/>
                <a:cs typeface="Arial"/>
              </a:rPr>
              <a:t>BIT TO REPEAT</a:t>
            </a:r>
          </a:p>
        </p:txBody>
      </p:sp>
      <p:sp>
        <p:nvSpPr>
          <p:cNvPr id="21" name="figure-word_plan-6">
            <a:extLst xmlns:a="http://schemas.openxmlformats.org/drawingml/2006/main">
              <a:ext uri="{FF2B5EF4-FFF2-40B4-BE49-F238E27FC236}">
                <a16:creationId xmlns:a16="http://schemas.microsoft.com/office/drawing/2014/main" id="{782D0200-B7A8-4044-A061-21A4CF555A98}"/>
              </a:ext>
            </a:extLst>
          </p:cNvPr>
          <p:cNvSpPr>
            <a:spLocks xmlns:a="http://schemas.openxmlformats.org/drawingml/2006/main" noGrp="1"/>
          </p:cNvSpPr>
          <p:nvPr/>
        </p:nvSpPr>
        <p:spPr>
          <a:xfrm xmlns:a="http://schemas.openxmlformats.org/drawingml/2006/main">
            <a:off x="6654800" y="4975352"/>
            <a:ext cx="4732655" cy="18415"/>
          </a:xfrm>
          <a:custGeom xmlns:a="http://schemas.openxmlformats.org/drawingml/2006/main">
            <a:pathLst>
              <a:path w="4732655" h="18415">
                <a:moveTo>
                  <a:pt x="0" y="0"/>
                </a:moveTo>
                <a:lnTo>
                  <a:pt x="4732655" y="0"/>
                </a:lnTo>
              </a:path>
            </a:pathLst>
          </a:custGeom>
          <a:noFill xmlns:a="http://schemas.openxmlformats.org/drawingml/2006/main"/>
          <a:ln xmlns:a="http://schemas.openxmlformats.org/drawingml/2006/main" w="55245">
            <a:solidFill>
              <a:srgbClr val="152238"/>
            </a:solidFill>
          </a:ln>
        </p:spPr>
      </p:sp>
      <p:sp>
        <p:nvSpPr>
          <p:cNvPr id="22" name="figure-description-word_plan">
            <a:extLst xmlns:a="http://schemas.openxmlformats.org/drawingml/2006/main">
              <a:ext uri="{FF2B5EF4-FFF2-40B4-BE49-F238E27FC236}">
                <a16:creationId xmlns:a16="http://schemas.microsoft.com/office/drawing/2014/main" id="{D3E73964-0D9B-4C08-8496-BF4F6D9E3C75}"/>
              </a:ext>
            </a:extLst>
          </p:cNvPr>
          <p:cNvSpPr>
            <a:spLocks xmlns:a="http://schemas.openxmlformats.org/drawingml/2006/main" noGrp="1"/>
          </p:cNvSpPr>
          <p:nvPr/>
        </p:nvSpPr>
        <p:spPr>
          <a:xfrm xmlns:a="http://schemas.openxmlformats.org/drawingml/2006/main">
            <a:off x="6286500" y="5842635"/>
            <a:ext cx="55245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plan card has spaces for shapes, colours and the bit to repeat.</a:t>
            </a:r>
          </a:p>
        </p:txBody>
      </p:sp>
    </p:spTree>
    <p:extLst>
      <p:ext uri="{BB962C8B-B14F-4D97-AF65-F5344CB8AC3E}">
        <p14:creationId xmlns:p14="http://schemas.microsoft.com/office/powerpoint/2010/main" val="137416826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EE113FB5-72FA-4A8A-9F3E-8E19A46CA896}"/>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C2649F02-5F32-4D58-B2B0-3304315A2A6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3B3442B3-066F-4E1B-80C2-3BE1A5AABED1}"/>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4159FFEF-57E5-4680-A0A5-9406B1E4A4F5}"/>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Independent</a:t>
            </a:r>
          </a:p>
        </p:txBody>
      </p:sp>
      <p:pic>
        <p:nvPicPr>
          <p:cNvPr id="5" name="">
            <a:extLst xmlns:a="http://schemas.openxmlformats.org/drawingml/2006/main">
              <a:ext uri="{FF2B5EF4-FFF2-40B4-BE49-F238E27FC236}">
                <a16:creationId xmlns:a16="http://schemas.microsoft.com/office/drawing/2014/main" id="{F11E27F0-A5B6-46FC-BBB0-FE5A6A524459}"/>
              </a:ext>
            </a:extLst>
          </p:cNvPr>
          <p:cNvPicPr>
            <a:picLocks xmlns:a="http://schemas.openxmlformats.org/drawingml/2006/main" noChangeAspect="1"/>
          </p:cNvPicPr>
          <p:nvPr/>
        </p:nvPicPr>
        <p:blipFill>
          <a:blip xmlns:r="http://schemas.openxmlformats.org/officeDocument/2006/relationships" xmlns:a="http://schemas.openxmlformats.org/drawingml/2006/main" r:embed="R6c41c90b63294c0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EED8ADCD-0199-4D3E-85BD-9FFB65E9E37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DC07BBB6-B2D9-4CA9-B96D-46C41B3F1670}"/>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28CA6B50-2930-47DB-8B86-FCB5DA72F832}"/>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5511377-1C7A-4AF7-A2F8-69BB11765555}"/>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64F602E-847A-4923-B3EA-5C8F712F028D}"/>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AB03F2EE-514C-4DD5-BFC0-9DFCBEBC27F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FF69667B-003B-4481-A839-E77C0C2D4765}"/>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3" name="licence-footer">
            <a:extLst xmlns:a="http://schemas.openxmlformats.org/drawingml/2006/main">
              <a:ext uri="{FF2B5EF4-FFF2-40B4-BE49-F238E27FC236}">
                <a16:creationId xmlns:a16="http://schemas.microsoft.com/office/drawing/2014/main" id="{B097A983-074F-4184-9F05-A4EB6D80DA13}"/>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1BD1E3E4-8736-4709-8BE7-037B50CF08E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pattern and one change or check.</a:t>
            </a:r>
          </a:p>
        </p:txBody>
      </p:sp>
      <p:sp>
        <p:nvSpPr>
          <p:cNvPr id="15" name="body-0">
            <a:extLst xmlns:a="http://schemas.openxmlformats.org/drawingml/2006/main">
              <a:ext uri="{FF2B5EF4-FFF2-40B4-BE49-F238E27FC236}">
                <a16:creationId xmlns:a16="http://schemas.microsoft.com/office/drawing/2014/main" id="{F0F34373-AF2B-4833-B478-B9088AB5B226}"/>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a small light pattern on dark paper.</a:t>
            </a:r>
          </a:p>
        </p:txBody>
      </p:sp>
      <p:sp>
        <p:nvSpPr>
          <p:cNvPr id="16" name="body-1">
            <a:extLst xmlns:a="http://schemas.openxmlformats.org/drawingml/2006/main">
              <a:ext uri="{FF2B5EF4-FFF2-40B4-BE49-F238E27FC236}">
                <a16:creationId xmlns:a16="http://schemas.microsoft.com/office/drawing/2014/main" id="{702DBAC1-0D86-41DF-931F-C53AE94144F6}"/>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First, plan one or two shapes.</a:t>
            </a:r>
          </a:p>
        </p:txBody>
      </p:sp>
      <p:sp>
        <p:nvSpPr>
          <p:cNvPr id="17" name="body-2">
            <a:extLst xmlns:a="http://schemas.openxmlformats.org/drawingml/2006/main">
              <a:ext uri="{FF2B5EF4-FFF2-40B4-BE49-F238E27FC236}">
                <a16:creationId xmlns:a16="http://schemas.microsoft.com/office/drawing/2014/main" id="{726E4EA0-A2BA-4BE9-A2BA-E8A3DE73B7FE}"/>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two or three bright colours.</a:t>
            </a:r>
          </a:p>
        </p:txBody>
      </p:sp>
      <p:sp>
        <p:nvSpPr>
          <p:cNvPr id="18" name="body-3">
            <a:extLst xmlns:a="http://schemas.openxmlformats.org/drawingml/2006/main">
              <a:ext uri="{FF2B5EF4-FFF2-40B4-BE49-F238E27FC236}">
                <a16:creationId xmlns:a16="http://schemas.microsoft.com/office/drawing/2014/main" id="{E311F9A0-6604-4442-BE04-D18B26CB3931}"/>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the bit you will use again.</a:t>
            </a:r>
          </a:p>
        </p:txBody>
      </p:sp>
      <p:sp>
        <p:nvSpPr>
          <p:cNvPr id="19" name="body-4">
            <a:extLst xmlns:a="http://schemas.openxmlformats.org/drawingml/2006/main">
              <a:ext uri="{FF2B5EF4-FFF2-40B4-BE49-F238E27FC236}">
                <a16:creationId xmlns:a16="http://schemas.microsoft.com/office/drawing/2014/main" id="{26112F87-6DC0-49E9-A672-586798DFF1F0}"/>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that bit. Then use it again.</a:t>
            </a:r>
          </a:p>
        </p:txBody>
      </p:sp>
      <p:sp>
        <p:nvSpPr>
          <p:cNvPr id="20" name="body-5">
            <a:extLst xmlns:a="http://schemas.openxmlformats.org/drawingml/2006/main">
              <a:ext uri="{FF2B5EF4-FFF2-40B4-BE49-F238E27FC236}">
                <a16:creationId xmlns:a16="http://schemas.microsoft.com/office/drawing/2014/main" id="{CC023B53-C21A-4762-A0BB-7C9CB3354C1E}"/>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all the colours you chose.</a:t>
            </a:r>
          </a:p>
        </p:txBody>
      </p:sp>
      <p:sp>
        <p:nvSpPr>
          <p:cNvPr id="21" name="body-6">
            <a:extLst xmlns:a="http://schemas.openxmlformats.org/drawingml/2006/main">
              <a:ext uri="{FF2B5EF4-FFF2-40B4-BE49-F238E27FC236}">
                <a16:creationId xmlns:a16="http://schemas.microsoft.com/office/drawing/2014/main" id="{EDBDF3C5-F3F6-4A2A-866B-BB01F168DECF}"/>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Pick one thing in your plan: a shape or a colour.</a:t>
            </a:r>
          </a:p>
        </p:txBody>
      </p:sp>
    </p:spTree>
    <p:extLst>
      <p:ext uri="{BB962C8B-B14F-4D97-AF65-F5344CB8AC3E}">
        <p14:creationId xmlns:p14="http://schemas.microsoft.com/office/powerpoint/2010/main" val="203253022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header">
            <a:extLst xmlns:a="http://schemas.openxmlformats.org/drawingml/2006/main">
              <a:ext uri="{FF2B5EF4-FFF2-40B4-BE49-F238E27FC236}">
                <a16:creationId xmlns:a16="http://schemas.microsoft.com/office/drawing/2014/main" id="{395ACC9A-DF0C-4799-A3B5-3F178EBF313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894AC66B-C896-4691-A5E9-963AC960F41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A95DA26B-63A2-46DF-95CE-9FA9C675B4D4}"/>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534BA768-C227-465C-B7CB-84ACD91B6F8E}"/>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Independent</a:t>
            </a:r>
          </a:p>
        </p:txBody>
      </p:sp>
      <p:pic>
        <p:nvPicPr>
          <p:cNvPr id="5" name="">
            <a:extLst xmlns:a="http://schemas.openxmlformats.org/drawingml/2006/main">
              <a:ext uri="{FF2B5EF4-FFF2-40B4-BE49-F238E27FC236}">
                <a16:creationId xmlns:a16="http://schemas.microsoft.com/office/drawing/2014/main" id="{1F969665-848C-4CA1-B631-97AB2FB9B4A2}"/>
              </a:ext>
            </a:extLst>
          </p:cNvPr>
          <p:cNvPicPr>
            <a:picLocks xmlns:a="http://schemas.openxmlformats.org/drawingml/2006/main" noChangeAspect="1"/>
          </p:cNvPicPr>
          <p:nvPr/>
        </p:nvPicPr>
        <p:blipFill>
          <a:blip xmlns:r="http://schemas.openxmlformats.org/officeDocument/2006/relationships" xmlns:a="http://schemas.openxmlformats.org/drawingml/2006/main" r:embed="R6ca9665937694f0b"/>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439DB47F-0BFE-4804-9F16-7EDDD8211FB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7E4352A3-211E-4E20-9F75-2F22A53A7F9A}"/>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60720BF5-074E-408B-8A78-E8B1F81CC892}"/>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04DCF7FC-6596-463D-B53D-F8F438328B4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C4EB6229-7A05-462C-BFE3-42BC8D1D368D}"/>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041684CE-D8E2-4340-B49E-4FECE24871C1}"/>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56E70715-6816-4C86-9C4C-E1AEC98643C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3" name="licence-footer">
            <a:extLst xmlns:a="http://schemas.openxmlformats.org/drawingml/2006/main">
              <a:ext uri="{FF2B5EF4-FFF2-40B4-BE49-F238E27FC236}">
                <a16:creationId xmlns:a16="http://schemas.microsoft.com/office/drawing/2014/main" id="{D25EC4C5-DF91-4B1E-8DFA-D8AA2B8A331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1F54CD0E-BCB4-4BE5-B96E-D4FFF2D5F641}"/>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pattern and one change or check.</a:t>
            </a:r>
          </a:p>
        </p:txBody>
      </p:sp>
      <p:sp>
        <p:nvSpPr>
          <p:cNvPr id="15" name="body-0">
            <a:extLst xmlns:a="http://schemas.openxmlformats.org/drawingml/2006/main">
              <a:ext uri="{FF2B5EF4-FFF2-40B4-BE49-F238E27FC236}">
                <a16:creationId xmlns:a16="http://schemas.microsoft.com/office/drawing/2014/main" id="{029B5B80-E5A7-4192-B3AB-7B5EC7AD5DB8}"/>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Find it in your work. Does it match? Show a match or a change.</a:t>
            </a:r>
          </a:p>
        </p:txBody>
      </p:sp>
    </p:spTree>
    <p:extLst>
      <p:ext uri="{BB962C8B-B14F-4D97-AF65-F5344CB8AC3E}">
        <p14:creationId xmlns:p14="http://schemas.microsoft.com/office/powerpoint/2010/main" val="188208734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D71AD51F-A731-42D7-B3CC-75393752B51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04F40678-D5BF-41B9-9D8F-94789195835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B3C4DA13-5B74-4AAA-98E5-365D44C777A7}"/>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2C60BD00-7BBE-43D4-ACA2-87C37B88F35F}"/>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5AD27352-9577-45EF-871B-2F4E969B4D3B}"/>
              </a:ext>
            </a:extLst>
          </p:cNvPr>
          <p:cNvPicPr>
            <a:picLocks xmlns:a="http://schemas.openxmlformats.org/drawingml/2006/main" noChangeAspect="1"/>
          </p:cNvPicPr>
          <p:nvPr/>
        </p:nvPicPr>
        <p:blipFill>
          <a:blip xmlns:r="http://schemas.openxmlformats.org/officeDocument/2006/relationships" xmlns:a="http://schemas.openxmlformats.org/drawingml/2006/main" r:embed="Rb3d4bd1911e04bf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72940D21-1A1A-455B-83EC-B4E362677297}"/>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062B50D2-CA23-491B-AB0E-1189393572E6}"/>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873D1D4-F0BA-4469-8828-BD0AFEE728FF}"/>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E5755C77-8EA8-4017-BE69-97E19D404C3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EA7F2907-2273-46C4-9740-45F07E2C4DBE}"/>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51A6402D-77C4-4685-BC9D-04BEBBC7383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15409763-9D92-4490-849E-AAA85B2871E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3" name="licence-footer">
            <a:extLst xmlns:a="http://schemas.openxmlformats.org/drawingml/2006/main">
              <a:ext uri="{FF2B5EF4-FFF2-40B4-BE49-F238E27FC236}">
                <a16:creationId xmlns:a16="http://schemas.microsoft.com/office/drawing/2014/main" id="{ADC1751E-ECC6-47C5-AD45-6C0DF624FAF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7EA93DE1-B454-4AAB-A84F-CAB8CA77CA41}"/>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pattern and one change or check.</a:t>
            </a:r>
          </a:p>
        </p:txBody>
      </p:sp>
      <p:sp>
        <p:nvSpPr>
          <p:cNvPr id="15" name="body-0">
            <a:extLst xmlns:a="http://schemas.openxmlformats.org/drawingml/2006/main">
              <a:ext uri="{FF2B5EF4-FFF2-40B4-BE49-F238E27FC236}">
                <a16:creationId xmlns:a16="http://schemas.microsoft.com/office/drawing/2014/main" id="{4A5D6061-27B4-4BFC-B97A-5ECDF997E625}"/>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a dot or a ring.</a:t>
            </a:r>
          </a:p>
        </p:txBody>
      </p:sp>
      <p:sp>
        <p:nvSpPr>
          <p:cNvPr id="16" name="body-1">
            <a:extLst xmlns:a="http://schemas.openxmlformats.org/drawingml/2006/main">
              <a:ext uri="{FF2B5EF4-FFF2-40B4-BE49-F238E27FC236}">
                <a16:creationId xmlns:a16="http://schemas.microsoft.com/office/drawing/2014/main" id="{42BEDEC7-5B20-46F5-BCAA-3CD6217413AD}"/>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two bright colours.</a:t>
            </a:r>
          </a:p>
        </p:txBody>
      </p:sp>
      <p:sp>
        <p:nvSpPr>
          <p:cNvPr id="17" name="body-2">
            <a:extLst xmlns:a="http://schemas.openxmlformats.org/drawingml/2006/main">
              <a:ext uri="{FF2B5EF4-FFF2-40B4-BE49-F238E27FC236}">
                <a16:creationId xmlns:a16="http://schemas.microsoft.com/office/drawing/2014/main" id="{DE8BC195-7929-4C07-8FE1-C52D3D73C578}"/>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This is your plan: one shape in each colour.</a:t>
            </a:r>
          </a:p>
        </p:txBody>
      </p:sp>
      <p:sp>
        <p:nvSpPr>
          <p:cNvPr id="18" name="body-3">
            <a:extLst xmlns:a="http://schemas.openxmlformats.org/drawingml/2006/main">
              <a:ext uri="{FF2B5EF4-FFF2-40B4-BE49-F238E27FC236}">
                <a16:creationId xmlns:a16="http://schemas.microsoft.com/office/drawing/2014/main" id="{4D82417E-06BB-4519-8325-0A248246E854}"/>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your plan with an adult.</a:t>
            </a:r>
          </a:p>
        </p:txBody>
      </p:sp>
      <p:sp>
        <p:nvSpPr>
          <p:cNvPr id="19" name="body-4">
            <a:extLst xmlns:a="http://schemas.openxmlformats.org/drawingml/2006/main">
              <a:ext uri="{FF2B5EF4-FFF2-40B4-BE49-F238E27FC236}">
                <a16:creationId xmlns:a16="http://schemas.microsoft.com/office/drawing/2014/main" id="{187FCEBE-F7D3-4DEC-8708-BD0F034EC45A}"/>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that pair on dark paper.</a:t>
            </a:r>
          </a:p>
        </p:txBody>
      </p:sp>
      <p:sp>
        <p:nvSpPr>
          <p:cNvPr id="20" name="body-5">
            <a:extLst xmlns:a="http://schemas.openxmlformats.org/drawingml/2006/main">
              <a:ext uri="{FF2B5EF4-FFF2-40B4-BE49-F238E27FC236}">
                <a16:creationId xmlns:a16="http://schemas.microsoft.com/office/drawing/2014/main" id="{138DAA3A-57FB-4D6B-811E-6282DFCB851C}"/>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the same pair once more.</a:t>
            </a:r>
          </a:p>
        </p:txBody>
      </p:sp>
      <p:sp>
        <p:nvSpPr>
          <p:cNvPr id="21" name="body-6">
            <a:extLst xmlns:a="http://schemas.openxmlformats.org/drawingml/2006/main">
              <a:ext uri="{FF2B5EF4-FFF2-40B4-BE49-F238E27FC236}">
                <a16:creationId xmlns:a16="http://schemas.microsoft.com/office/drawing/2014/main" id="{64647501-B884-439B-BE8C-0C88C80EC334}"/>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Pick one colour in your plan.</a:t>
            </a:r>
          </a:p>
        </p:txBody>
      </p:sp>
    </p:spTree>
    <p:extLst>
      <p:ext uri="{BB962C8B-B14F-4D97-AF65-F5344CB8AC3E}">
        <p14:creationId xmlns:p14="http://schemas.microsoft.com/office/powerpoint/2010/main" val="143646559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header">
            <a:extLst xmlns:a="http://schemas.openxmlformats.org/drawingml/2006/main">
              <a:ext uri="{FF2B5EF4-FFF2-40B4-BE49-F238E27FC236}">
                <a16:creationId xmlns:a16="http://schemas.microsoft.com/office/drawing/2014/main" id="{1776BB0C-26B3-4D4B-BA1A-D0084B40D86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E6D2136F-1E27-451F-8E35-E9E9E580FF9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98FA017E-282D-4D1F-8C1B-9EA1858938C3}"/>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B6C0A0D8-4603-4190-AD5F-FB8156CE3479}"/>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BC176254-6F1B-4EA9-8CD1-D7F6851653E1}"/>
              </a:ext>
            </a:extLst>
          </p:cNvPr>
          <p:cNvPicPr>
            <a:picLocks xmlns:a="http://schemas.openxmlformats.org/drawingml/2006/main" noChangeAspect="1"/>
          </p:cNvPicPr>
          <p:nvPr/>
        </p:nvPicPr>
        <p:blipFill>
          <a:blip xmlns:r="http://schemas.openxmlformats.org/officeDocument/2006/relationships" xmlns:a="http://schemas.openxmlformats.org/drawingml/2006/main" r:embed="Reaa8692cea1d4aa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91589AB0-57F5-4C54-8742-7786496D3E0D}"/>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F1127A05-B49E-4CF8-B18C-0C007C48D330}"/>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A45BC23A-5094-4087-BA63-814A2569605A}"/>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078754CD-6C8E-4E05-9D4A-B5B55294DCD2}"/>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C1D26288-01BC-413C-A494-27C46283D2CC}"/>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84DD5499-56CF-402A-87FD-38681947A9A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E9465CB9-2C33-49F6-A554-F723D2BD0E3D}"/>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3" name="licence-footer">
            <a:extLst xmlns:a="http://schemas.openxmlformats.org/drawingml/2006/main">
              <a:ext uri="{FF2B5EF4-FFF2-40B4-BE49-F238E27FC236}">
                <a16:creationId xmlns:a16="http://schemas.microsoft.com/office/drawing/2014/main" id="{E7C72543-768D-4908-B35C-87290FA5C9A4}"/>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E772B669-59AD-4AC9-B164-BAB03DDB23E8}"/>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pattern and one change or check.</a:t>
            </a:r>
          </a:p>
        </p:txBody>
      </p:sp>
      <p:sp>
        <p:nvSpPr>
          <p:cNvPr id="15" name="body-0">
            <a:extLst xmlns:a="http://schemas.openxmlformats.org/drawingml/2006/main">
              <a:ext uri="{FF2B5EF4-FFF2-40B4-BE49-F238E27FC236}">
                <a16:creationId xmlns:a16="http://schemas.microsoft.com/office/drawing/2014/main" id="{FD8A74B7-1E50-45B3-BF14-B0B7F565F7C2}"/>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Find it in your work. Does it match?</a:t>
            </a:r>
          </a:p>
        </p:txBody>
      </p:sp>
    </p:spTree>
    <p:extLst>
      <p:ext uri="{BB962C8B-B14F-4D97-AF65-F5344CB8AC3E}">
        <p14:creationId xmlns:p14="http://schemas.microsoft.com/office/powerpoint/2010/main" val="75969307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2A27F9B7-DD8B-4CA1-90D3-40FBDAB8804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0B78751C-D011-4BAE-9541-8AA98B55F100}"/>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63B8F902-B40B-43AD-89AA-55EE357205BD}"/>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5E624A8A-4B56-4018-A23A-8D8C2A6F1A81}"/>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Choice</a:t>
            </a:r>
          </a:p>
        </p:txBody>
      </p:sp>
      <p:pic>
        <p:nvPicPr>
          <p:cNvPr id="5" name="">
            <a:extLst xmlns:a="http://schemas.openxmlformats.org/drawingml/2006/main">
              <a:ext uri="{FF2B5EF4-FFF2-40B4-BE49-F238E27FC236}">
                <a16:creationId xmlns:a16="http://schemas.microsoft.com/office/drawing/2014/main" id="{6C4CDA28-7A3E-4C65-A54E-41579BB69C7C}"/>
              </a:ext>
            </a:extLst>
          </p:cNvPr>
          <p:cNvPicPr>
            <a:picLocks xmlns:a="http://schemas.openxmlformats.org/drawingml/2006/main" noChangeAspect="1"/>
          </p:cNvPicPr>
          <p:nvPr/>
        </p:nvPicPr>
        <p:blipFill>
          <a:blip xmlns:r="http://schemas.openxmlformats.org/officeDocument/2006/relationships" xmlns:a="http://schemas.openxmlformats.org/drawingml/2006/main" r:embed="Rf49a6c50cdf846d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E3548A19-57A1-4BA6-88BE-FF7B3612F444}"/>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0687E1D3-E85C-494D-8F02-54E84A57BA9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12D206F-5006-4F22-A637-EA799698BFF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6E98671C-C32A-48EA-AC24-B071CED99A31}"/>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C4CBBE1-1AD1-4EB1-AA2A-131E28254889}"/>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6F283770-25A4-4EA2-8C63-3EB65E718E7A}"/>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91418927-4B65-4CA4-AE61-397C0331B2AB}"/>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3" name="licence-footer">
            <a:extLst xmlns:a="http://schemas.openxmlformats.org/drawingml/2006/main">
              <a:ext uri="{FF2B5EF4-FFF2-40B4-BE49-F238E27FC236}">
                <a16:creationId xmlns:a16="http://schemas.microsoft.com/office/drawing/2014/main" id="{249A6DED-4E7B-415E-9AF5-2A88E6CAD06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3B95A857-8BDD-4685-8F2C-CCE357E26ED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pattern and one change or check.</a:t>
            </a:r>
          </a:p>
        </p:txBody>
      </p:sp>
      <p:sp>
        <p:nvSpPr>
          <p:cNvPr id="15" name="body-0">
            <a:extLst xmlns:a="http://schemas.openxmlformats.org/drawingml/2006/main">
              <a:ext uri="{FF2B5EF4-FFF2-40B4-BE49-F238E27FC236}">
                <a16:creationId xmlns:a16="http://schemas.microsoft.com/office/drawing/2014/main" id="{503449B9-BDC5-42C9-9F23-54F996E9CFA1}"/>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to draw, move cut shapes or direct an adult.</a:t>
            </a:r>
          </a:p>
        </p:txBody>
      </p:sp>
      <p:sp>
        <p:nvSpPr>
          <p:cNvPr id="16" name="body-1">
            <a:extLst xmlns:a="http://schemas.openxmlformats.org/drawingml/2006/main">
              <a:ext uri="{FF2B5EF4-FFF2-40B4-BE49-F238E27FC236}">
                <a16:creationId xmlns:a16="http://schemas.microsoft.com/office/drawing/2014/main" id="{30F1C601-7C26-4656-8D65-5737DF260060}"/>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Plan a dot, ring, ray or lamp shape.</a:t>
            </a:r>
          </a:p>
        </p:txBody>
      </p:sp>
      <p:sp>
        <p:nvSpPr>
          <p:cNvPr id="17" name="body-2">
            <a:extLst xmlns:a="http://schemas.openxmlformats.org/drawingml/2006/main">
              <a:ext uri="{FF2B5EF4-FFF2-40B4-BE49-F238E27FC236}">
                <a16:creationId xmlns:a16="http://schemas.microsoft.com/office/drawing/2014/main" id="{84EE62E1-BD6F-4146-BCAD-A283953D30AA}"/>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two or three bright colours.</a:t>
            </a:r>
          </a:p>
        </p:txBody>
      </p:sp>
      <p:sp>
        <p:nvSpPr>
          <p:cNvPr id="18" name="body-3">
            <a:extLst xmlns:a="http://schemas.openxmlformats.org/drawingml/2006/main">
              <a:ext uri="{FF2B5EF4-FFF2-40B4-BE49-F238E27FC236}">
                <a16:creationId xmlns:a16="http://schemas.microsoft.com/office/drawing/2014/main" id="{D14480F6-83BD-4E4F-9DA3-435E2B93A4A4}"/>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Put one mark in each colour in an order.</a:t>
            </a:r>
          </a:p>
        </p:txBody>
      </p:sp>
      <p:sp>
        <p:nvSpPr>
          <p:cNvPr id="19" name="body-4">
            <a:extLst xmlns:a="http://schemas.openxmlformats.org/drawingml/2006/main">
              <a:ext uri="{FF2B5EF4-FFF2-40B4-BE49-F238E27FC236}">
                <a16:creationId xmlns:a16="http://schemas.microsoft.com/office/drawing/2014/main" id="{1DCA161E-5889-4AFD-9C3F-1F8C7D51564E}"/>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That is the bit to use again.</a:t>
            </a:r>
          </a:p>
        </p:txBody>
      </p:sp>
      <p:sp>
        <p:nvSpPr>
          <p:cNvPr id="20" name="body-5">
            <a:extLst xmlns:a="http://schemas.openxmlformats.org/drawingml/2006/main">
              <a:ext uri="{FF2B5EF4-FFF2-40B4-BE49-F238E27FC236}">
                <a16:creationId xmlns:a16="http://schemas.microsoft.com/office/drawing/2014/main" id="{BCE44651-DFB0-4BA8-9CE2-5B08ECCC370A}"/>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it on dark paper. Make the same bit once more.</a:t>
            </a:r>
          </a:p>
        </p:txBody>
      </p:sp>
      <p:sp>
        <p:nvSpPr>
          <p:cNvPr id="21" name="body-6">
            <a:extLst xmlns:a="http://schemas.openxmlformats.org/drawingml/2006/main">
              <a:ext uri="{FF2B5EF4-FFF2-40B4-BE49-F238E27FC236}">
                <a16:creationId xmlns:a16="http://schemas.microsoft.com/office/drawing/2014/main" id="{B692CF08-57B7-4B89-98A1-B703EF01869B}"/>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Pick your shape or one colour from the plan.</a:t>
            </a:r>
          </a:p>
        </p:txBody>
      </p:sp>
    </p:spTree>
    <p:extLst>
      <p:ext uri="{BB962C8B-B14F-4D97-AF65-F5344CB8AC3E}">
        <p14:creationId xmlns:p14="http://schemas.microsoft.com/office/powerpoint/2010/main" val="86061378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EB6E295A-0693-4D9C-85CC-8598AC29D02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FDA6BB7B-B8EA-4AA8-9876-5FBFD337B9A0}"/>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2A7CBBE0-E471-4200-9303-D6A59E0D4DB5}"/>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F878641C-0D62-4C74-8C36-DB7EF5C9282F}"/>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Choice</a:t>
            </a:r>
          </a:p>
        </p:txBody>
      </p:sp>
      <p:pic>
        <p:nvPicPr>
          <p:cNvPr id="5" name="">
            <a:extLst xmlns:a="http://schemas.openxmlformats.org/drawingml/2006/main">
              <a:ext uri="{FF2B5EF4-FFF2-40B4-BE49-F238E27FC236}">
                <a16:creationId xmlns:a16="http://schemas.microsoft.com/office/drawing/2014/main" id="{D0AC5AAA-C2F0-4A46-AD21-67922C8580A7}"/>
              </a:ext>
            </a:extLst>
          </p:cNvPr>
          <p:cNvPicPr>
            <a:picLocks xmlns:a="http://schemas.openxmlformats.org/drawingml/2006/main" noChangeAspect="1"/>
          </p:cNvPicPr>
          <p:nvPr/>
        </p:nvPicPr>
        <p:blipFill>
          <a:blip xmlns:r="http://schemas.openxmlformats.org/officeDocument/2006/relationships" xmlns:a="http://schemas.openxmlformats.org/drawingml/2006/main" r:embed="R6726952452bb45e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01D8B151-CEE6-4BCB-B7D4-D8103243B7FA}"/>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1218CCF-634B-49DD-BC15-D8CFAF0F25E2}"/>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3CE5ADC-4626-47A4-AB32-DB5CC657D932}"/>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1435388-24E6-48F5-9F27-68E5624B4FA5}"/>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9E50B57-4BD2-4E2A-9BD9-A57058240E6C}"/>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D1DB5BBA-42DC-4BCA-926D-CE845498F0C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9BF4CC5A-E481-4FB3-AF06-9FD62606509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3" name="licence-footer">
            <a:extLst xmlns:a="http://schemas.openxmlformats.org/drawingml/2006/main">
              <a:ext uri="{FF2B5EF4-FFF2-40B4-BE49-F238E27FC236}">
                <a16:creationId xmlns:a16="http://schemas.microsoft.com/office/drawing/2014/main" id="{11519A55-5C1C-43C2-9EDE-C0B6AF6C88C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9638D85E-7819-4B63-9E81-31E451B093B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pattern and one change or check.</a:t>
            </a:r>
          </a:p>
        </p:txBody>
      </p:sp>
      <p:sp>
        <p:nvSpPr>
          <p:cNvPr id="15" name="body-0">
            <a:extLst xmlns:a="http://schemas.openxmlformats.org/drawingml/2006/main">
              <a:ext uri="{FF2B5EF4-FFF2-40B4-BE49-F238E27FC236}">
                <a16:creationId xmlns:a16="http://schemas.microsoft.com/office/drawing/2014/main" id="{773F3F07-5853-4D5A-9AEA-E50BA4D695EF}"/>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where it is in your work. Does it match?</a:t>
            </a:r>
          </a:p>
        </p:txBody>
      </p:sp>
      <p:sp>
        <p:nvSpPr>
          <p:cNvPr id="16" name="body-1">
            <a:extLst xmlns:a="http://schemas.openxmlformats.org/drawingml/2006/main">
              <a:ext uri="{FF2B5EF4-FFF2-40B4-BE49-F238E27FC236}">
                <a16:creationId xmlns:a16="http://schemas.microsoft.com/office/drawing/2014/main" id="{70E80A68-363D-4E03-92D7-5D3E5C28FD91}"/>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Say, sign or show one word or reason for your choice.</a:t>
            </a:r>
          </a:p>
        </p:txBody>
      </p:sp>
    </p:spTree>
    <p:extLst>
      <p:ext uri="{BB962C8B-B14F-4D97-AF65-F5344CB8AC3E}">
        <p14:creationId xmlns:p14="http://schemas.microsoft.com/office/powerpoint/2010/main" val="143530383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A4EB98E6-A0C2-4C84-BB59-C79ACF1E8ED6}"/>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BB7D45BC-17B0-4C92-A498-087657F5250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FCC50FDE-13B8-4DD2-A0BB-D80DCF0604CD}"/>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3D77E7D6-EAE2-4CD1-B969-6C47DBC5BD09}"/>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Aspire</a:t>
            </a:r>
          </a:p>
        </p:txBody>
      </p:sp>
      <p:pic>
        <p:nvPicPr>
          <p:cNvPr id="5" name="">
            <a:extLst xmlns:a="http://schemas.openxmlformats.org/drawingml/2006/main">
              <a:ext uri="{FF2B5EF4-FFF2-40B4-BE49-F238E27FC236}">
                <a16:creationId xmlns:a16="http://schemas.microsoft.com/office/drawing/2014/main" id="{E994D4C4-AC1C-47AF-97FF-BB70337FB73B}"/>
              </a:ext>
            </a:extLst>
          </p:cNvPr>
          <p:cNvPicPr>
            <a:picLocks xmlns:a="http://schemas.openxmlformats.org/drawingml/2006/main" noChangeAspect="1"/>
          </p:cNvPicPr>
          <p:nvPr/>
        </p:nvPicPr>
        <p:blipFill>
          <a:blip xmlns:r="http://schemas.openxmlformats.org/officeDocument/2006/relationships" xmlns:a="http://schemas.openxmlformats.org/drawingml/2006/main" r:embed="R532065c4009249d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B28032C2-329A-4CEC-B169-8E50E9073EB1}"/>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5FD0EDA-77B8-4EBF-84D8-6622B15A68AC}"/>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299D39B-90D4-40F1-B30C-D694B0115F5F}"/>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27A2EE5-6F64-4340-9D77-486C86ED9A7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BD70C572-0560-483F-9CFD-8F6604B28620}"/>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6DD7E295-0943-4DAA-911A-E578B795C99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4081CF55-2743-4625-87EF-C2CE66FD4AF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3" name="licence-footer">
            <a:extLst xmlns:a="http://schemas.openxmlformats.org/drawingml/2006/main">
              <a:ext uri="{FF2B5EF4-FFF2-40B4-BE49-F238E27FC236}">
                <a16:creationId xmlns:a16="http://schemas.microsoft.com/office/drawing/2014/main" id="{1BF17AA4-8F33-4F8F-8994-C5E362C23DB2}"/>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16B0F8B3-C498-4513-8B4D-F7824239FBA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pattern and one change or check.</a:t>
            </a:r>
          </a:p>
        </p:txBody>
      </p:sp>
      <p:sp>
        <p:nvSpPr>
          <p:cNvPr id="15" name="body-0">
            <a:extLst xmlns:a="http://schemas.openxmlformats.org/drawingml/2006/main">
              <a:ext uri="{FF2B5EF4-FFF2-40B4-BE49-F238E27FC236}">
                <a16:creationId xmlns:a16="http://schemas.microsoft.com/office/drawing/2014/main" id="{5D3EC78C-7C02-424E-BC06-C5757ADD7B6D}"/>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Plan a small light pattern on dark paper.</a:t>
            </a:r>
          </a:p>
        </p:txBody>
      </p:sp>
      <p:sp>
        <p:nvSpPr>
          <p:cNvPr id="16" name="body-1">
            <a:extLst xmlns:a="http://schemas.openxmlformats.org/drawingml/2006/main">
              <a:ext uri="{FF2B5EF4-FFF2-40B4-BE49-F238E27FC236}">
                <a16:creationId xmlns:a16="http://schemas.microsoft.com/office/drawing/2014/main" id="{99A9D2E2-96C9-4201-A1CD-DF09E636C662}"/>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Pick one or two shapes and two or three bright colours.</a:t>
            </a:r>
          </a:p>
        </p:txBody>
      </p:sp>
      <p:sp>
        <p:nvSpPr>
          <p:cNvPr id="17" name="body-2">
            <a:extLst xmlns:a="http://schemas.openxmlformats.org/drawingml/2006/main">
              <a:ext uri="{FF2B5EF4-FFF2-40B4-BE49-F238E27FC236}">
                <a16:creationId xmlns:a16="http://schemas.microsoft.com/office/drawing/2014/main" id="{ACC6B4E0-ED5D-437F-9DF4-32B05ECAFDED}"/>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the bit you will use again.</a:t>
            </a:r>
          </a:p>
        </p:txBody>
      </p:sp>
      <p:sp>
        <p:nvSpPr>
          <p:cNvPr id="18" name="body-3">
            <a:extLst xmlns:a="http://schemas.openxmlformats.org/drawingml/2006/main">
              <a:ext uri="{FF2B5EF4-FFF2-40B4-BE49-F238E27FC236}">
                <a16:creationId xmlns:a16="http://schemas.microsoft.com/office/drawing/2014/main" id="{3EF43B6E-D7C5-46D9-954D-576D765F4B5E}"/>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where it will go: one row or two rows.</a:t>
            </a:r>
          </a:p>
        </p:txBody>
      </p:sp>
      <p:sp>
        <p:nvSpPr>
          <p:cNvPr id="19" name="body-4">
            <a:extLst xmlns:a="http://schemas.openxmlformats.org/drawingml/2006/main">
              <a:ext uri="{FF2B5EF4-FFF2-40B4-BE49-F238E27FC236}">
                <a16:creationId xmlns:a16="http://schemas.microsoft.com/office/drawing/2014/main" id="{87710E83-9D9B-436B-BC06-E0F2E3E1698C}"/>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your bit at least twice.</a:t>
            </a:r>
          </a:p>
        </p:txBody>
      </p:sp>
      <p:sp>
        <p:nvSpPr>
          <p:cNvPr id="20" name="body-5">
            <a:extLst xmlns:a="http://schemas.openxmlformats.org/drawingml/2006/main">
              <a:ext uri="{FF2B5EF4-FFF2-40B4-BE49-F238E27FC236}">
                <a16:creationId xmlns:a16="http://schemas.microsoft.com/office/drawing/2014/main" id="{988FE0FA-B186-46C2-99AF-DCC6D26CEE10}"/>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Leave space so the shapes are clear to see.</a:t>
            </a:r>
          </a:p>
        </p:txBody>
      </p:sp>
      <p:sp>
        <p:nvSpPr>
          <p:cNvPr id="21" name="body-6">
            <a:extLst xmlns:a="http://schemas.openxmlformats.org/drawingml/2006/main">
              <a:ext uri="{FF2B5EF4-FFF2-40B4-BE49-F238E27FC236}">
                <a16:creationId xmlns:a16="http://schemas.microsoft.com/office/drawing/2014/main" id="{2B3CC54F-3F21-4B28-9E57-AC337F67AA87}"/>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Choose one thing in your plan to check.</a:t>
            </a:r>
          </a:p>
        </p:txBody>
      </p:sp>
    </p:spTree>
    <p:extLst>
      <p:ext uri="{BB962C8B-B14F-4D97-AF65-F5344CB8AC3E}">
        <p14:creationId xmlns:p14="http://schemas.microsoft.com/office/powerpoint/2010/main" val="160517105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header">
            <a:extLst xmlns:a="http://schemas.openxmlformats.org/drawingml/2006/main">
              <a:ext uri="{FF2B5EF4-FFF2-40B4-BE49-F238E27FC236}">
                <a16:creationId xmlns:a16="http://schemas.microsoft.com/office/drawing/2014/main" id="{F44B61FD-E0FC-4D74-B09F-EF84BEAC5A5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93CF44A1-4D60-478F-81A3-C21BE027E88E}"/>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6FAE2884-CA9F-4C40-94ED-0F73A0A60744}"/>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9500CF22-5FC7-42AB-A8C6-9E179B2CEE80}"/>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Aspire</a:t>
            </a:r>
          </a:p>
        </p:txBody>
      </p:sp>
      <p:pic>
        <p:nvPicPr>
          <p:cNvPr id="5" name="">
            <a:extLst xmlns:a="http://schemas.openxmlformats.org/drawingml/2006/main">
              <a:ext uri="{FF2B5EF4-FFF2-40B4-BE49-F238E27FC236}">
                <a16:creationId xmlns:a16="http://schemas.microsoft.com/office/drawing/2014/main" id="{0F768780-BDD0-4C47-B1FB-8A2876955744}"/>
              </a:ext>
            </a:extLst>
          </p:cNvPr>
          <p:cNvPicPr>
            <a:picLocks xmlns:a="http://schemas.openxmlformats.org/drawingml/2006/main" noChangeAspect="1"/>
          </p:cNvPicPr>
          <p:nvPr/>
        </p:nvPicPr>
        <p:blipFill>
          <a:blip xmlns:r="http://schemas.openxmlformats.org/officeDocument/2006/relationships" xmlns:a="http://schemas.openxmlformats.org/drawingml/2006/main" r:embed="Rb5c6f53ed6be4e2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832F73BE-75A8-4313-8345-E49E211AA7C9}"/>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3A89B82-3DFE-4007-88DF-E93F89E0D55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107BBF4A-720A-42C2-887C-A414FDCE8413}"/>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E21FA285-A683-4B78-B200-B313B24599AF}"/>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BAEF682-8817-4E17-A09B-722B5132470F}"/>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C8445CD5-A820-4C50-92C0-F6DEB4E0682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0D3CC15F-0161-48CA-8828-DC1C9F32CB2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3" name="licence-footer">
            <a:extLst xmlns:a="http://schemas.openxmlformats.org/drawingml/2006/main">
              <a:ext uri="{FF2B5EF4-FFF2-40B4-BE49-F238E27FC236}">
                <a16:creationId xmlns:a16="http://schemas.microsoft.com/office/drawing/2014/main" id="{38BF8C44-E74F-44C3-BA61-2FB5B6E89E1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9AFD3292-87EC-4DD2-A9E0-A951F27FB8F2}"/>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pattern and one change or check.</a:t>
            </a:r>
          </a:p>
        </p:txBody>
      </p:sp>
      <p:sp>
        <p:nvSpPr>
          <p:cNvPr id="15" name="body-0">
            <a:extLst xmlns:a="http://schemas.openxmlformats.org/drawingml/2006/main">
              <a:ext uri="{FF2B5EF4-FFF2-40B4-BE49-F238E27FC236}">
                <a16:creationId xmlns:a16="http://schemas.microsoft.com/office/drawing/2014/main" id="{37ECA5B5-5340-4864-BB35-DA4D88B54C16}"/>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a match or a change. Show why you chose that space.</a:t>
            </a:r>
          </a:p>
        </p:txBody>
      </p:sp>
    </p:spTree>
    <p:extLst>
      <p:ext uri="{BB962C8B-B14F-4D97-AF65-F5344CB8AC3E}">
        <p14:creationId xmlns:p14="http://schemas.microsoft.com/office/powerpoint/2010/main" val="115653007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964286F1-5AE0-427A-BF13-4D984DCBB6C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DA7659AE-7148-4C1D-BAF7-0519BEDE185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A5AD3C4C-2F41-40D4-A750-9DBD2FC575AB}"/>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Exit ticket · 1 of 2</a:t>
            </a:r>
          </a:p>
        </p:txBody>
      </p:sp>
      <p:pic>
        <p:nvPicPr>
          <p:cNvPr id="4" name="">
            <a:extLst xmlns:a="http://schemas.openxmlformats.org/drawingml/2006/main">
              <a:ext uri="{FF2B5EF4-FFF2-40B4-BE49-F238E27FC236}">
                <a16:creationId xmlns:a16="http://schemas.microsoft.com/office/drawing/2014/main" id="{36B618D8-D205-4007-9642-BA5A143371C0}"/>
              </a:ext>
            </a:extLst>
          </p:cNvPr>
          <p:cNvPicPr>
            <a:picLocks xmlns:a="http://schemas.openxmlformats.org/drawingml/2006/main" noChangeAspect="1"/>
          </p:cNvPicPr>
          <p:nvPr/>
        </p:nvPicPr>
        <p:blipFill>
          <a:blip xmlns:r="http://schemas.openxmlformats.org/officeDocument/2006/relationships" xmlns:a="http://schemas.openxmlformats.org/drawingml/2006/main" r:embed="R1a161c1f245f465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0A72AAB1-1F66-47BC-8048-F4FD6A4DE7D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B1B09212-C456-4780-91E8-591ED286B09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757BE62-4654-4E5F-8190-74C31A713B98}"/>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178956F7-957F-4AD1-B3FA-761E8641A34E}"/>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0D6029C-7608-4BE8-86BC-AE348F78C56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B9B601A9-29A8-49C2-AAD1-F914093CC839}"/>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94D82023-6570-4036-9432-91D08239DD6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5218F901-70AF-4760-A1DB-C8BEFAE949B0}"/>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17A36810-70A2-4B4E-8733-A7312F0440C4}"/>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check, in words or marks.</a:t>
            </a:r>
          </a:p>
        </p:txBody>
      </p:sp>
      <p:sp>
        <p:nvSpPr>
          <p:cNvPr id="14" name="figure-example_a-0">
            <a:extLst xmlns:a="http://schemas.openxmlformats.org/drawingml/2006/main">
              <a:ext uri="{FF2B5EF4-FFF2-40B4-BE49-F238E27FC236}">
                <a16:creationId xmlns:a16="http://schemas.microsoft.com/office/drawing/2014/main" id="{896A758B-54C1-4CF7-96B8-A3C176C92CA8}"/>
              </a:ext>
            </a:extLst>
          </p:cNvPr>
          <p:cNvSpPr>
            <a:spLocks xmlns:a="http://schemas.openxmlformats.org/drawingml/2006/main" noGrp="1"/>
          </p:cNvSpPr>
          <p:nvPr/>
        </p:nvSpPr>
        <p:spPr>
          <a:xfrm xmlns:a="http://schemas.openxmlformats.org/drawingml/2006/main">
            <a:off x="381000" y="1992439"/>
            <a:ext cx="11430000" cy="3571875"/>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example_a-1">
            <a:extLst xmlns:a="http://schemas.openxmlformats.org/drawingml/2006/main">
              <a:ext uri="{FF2B5EF4-FFF2-40B4-BE49-F238E27FC236}">
                <a16:creationId xmlns:a16="http://schemas.microsoft.com/office/drawing/2014/main" id="{FE68490C-6245-4262-944D-FB88BEB173F7}"/>
              </a:ext>
            </a:extLst>
          </p:cNvPr>
          <p:cNvSpPr>
            <a:spLocks xmlns:a="http://schemas.openxmlformats.org/drawingml/2006/main" noGrp="1"/>
          </p:cNvSpPr>
          <p:nvPr/>
        </p:nvSpPr>
        <p:spPr>
          <a:xfrm xmlns:a="http://schemas.openxmlformats.org/drawingml/2006/main">
            <a:off x="2190750"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example_a-2">
            <a:extLst xmlns:a="http://schemas.openxmlformats.org/drawingml/2006/main">
              <a:ext uri="{FF2B5EF4-FFF2-40B4-BE49-F238E27FC236}">
                <a16:creationId xmlns:a16="http://schemas.microsoft.com/office/drawing/2014/main" id="{04D49F36-0400-4844-A40C-7D73EA5A3F91}"/>
              </a:ext>
            </a:extLst>
          </p:cNvPr>
          <p:cNvSpPr>
            <a:spLocks xmlns:a="http://schemas.openxmlformats.org/drawingml/2006/main" noGrp="1"/>
          </p:cNvSpPr>
          <p:nvPr/>
        </p:nvSpPr>
        <p:spPr>
          <a:xfrm xmlns:a="http://schemas.openxmlformats.org/drawingml/2006/main">
            <a:off x="4476750"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7" name="figure-example_a-3">
            <a:extLst xmlns:a="http://schemas.openxmlformats.org/drawingml/2006/main">
              <a:ext uri="{FF2B5EF4-FFF2-40B4-BE49-F238E27FC236}">
                <a16:creationId xmlns:a16="http://schemas.microsoft.com/office/drawing/2014/main" id="{49544F68-3099-404B-9045-31A3928BB921}"/>
              </a:ext>
            </a:extLst>
          </p:cNvPr>
          <p:cNvSpPr>
            <a:spLocks xmlns:a="http://schemas.openxmlformats.org/drawingml/2006/main" noGrp="1"/>
          </p:cNvSpPr>
          <p:nvPr/>
        </p:nvSpPr>
        <p:spPr>
          <a:xfrm xmlns:a="http://schemas.openxmlformats.org/drawingml/2006/main">
            <a:off x="6762750" y="3302127"/>
            <a:ext cx="952500" cy="952500"/>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8" name="figure-example_a-4">
            <a:extLst xmlns:a="http://schemas.openxmlformats.org/drawingml/2006/main">
              <a:ext uri="{FF2B5EF4-FFF2-40B4-BE49-F238E27FC236}">
                <a16:creationId xmlns:a16="http://schemas.microsoft.com/office/drawing/2014/main" id="{CA7A2F8F-776B-440D-B90D-7F3DC613A6F5}"/>
              </a:ext>
            </a:extLst>
          </p:cNvPr>
          <p:cNvSpPr>
            <a:spLocks xmlns:a="http://schemas.openxmlformats.org/drawingml/2006/main" noGrp="1"/>
          </p:cNvSpPr>
          <p:nvPr/>
        </p:nvSpPr>
        <p:spPr>
          <a:xfrm xmlns:a="http://schemas.openxmlformats.org/drawingml/2006/main">
            <a:off x="9048750" y="3302127"/>
            <a:ext cx="952500" cy="952500"/>
          </a:xfrm>
          <a:prstGeom xmlns:a="http://schemas.openxmlformats.org/drawingml/2006/main" prst="ellipse">
            <a:avLst/>
          </a:prstGeom>
          <a:noFill xmlns:a="http://schemas.openxmlformats.org/drawingml/2006/main"/>
          <a:ln xmlns:a="http://schemas.openxmlformats.org/drawingml/2006/main" w="119063">
            <a:solidFill>
              <a:srgbClr val="FF69B4"/>
            </a:solidFill>
          </a:ln>
        </p:spPr>
      </p:sp>
      <p:sp>
        <p:nvSpPr>
          <p:cNvPr id="19" name="figure-description-example_a">
            <a:extLst xmlns:a="http://schemas.openxmlformats.org/drawingml/2006/main">
              <a:ext uri="{FF2B5EF4-FFF2-40B4-BE49-F238E27FC236}">
                <a16:creationId xmlns:a16="http://schemas.microsoft.com/office/drawing/2014/main" id="{5CC9F40E-BBCE-496A-8D0E-6BB2CB45FA0C}"/>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On dark paper, a yellow dot and pink ring appear twice in the same order.</a:t>
            </a:r>
          </a:p>
        </p:txBody>
      </p:sp>
    </p:spTree>
    <p:extLst>
      <p:ext uri="{BB962C8B-B14F-4D97-AF65-F5344CB8AC3E}">
        <p14:creationId xmlns:p14="http://schemas.microsoft.com/office/powerpoint/2010/main" val="4338078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902653B0-0216-4A54-8DC1-C3A7D26766A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1A1848E0-B4E4-4DB0-B137-E6E354CD6CAA}"/>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7BAD1DD9-E212-4BAD-97EA-D1104BCF013A}"/>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Exit ticket · 2 of 2</a:t>
            </a:r>
          </a:p>
        </p:txBody>
      </p:sp>
      <p:pic>
        <p:nvPicPr>
          <p:cNvPr id="4" name="">
            <a:extLst xmlns:a="http://schemas.openxmlformats.org/drawingml/2006/main">
              <a:ext uri="{FF2B5EF4-FFF2-40B4-BE49-F238E27FC236}">
                <a16:creationId xmlns:a16="http://schemas.microsoft.com/office/drawing/2014/main" id="{4E010795-7E6D-4852-ADF9-876982894215}"/>
              </a:ext>
            </a:extLst>
          </p:cNvPr>
          <p:cNvPicPr>
            <a:picLocks xmlns:a="http://schemas.openxmlformats.org/drawingml/2006/main" noChangeAspect="1"/>
          </p:cNvPicPr>
          <p:nvPr/>
        </p:nvPicPr>
        <p:blipFill>
          <a:blip xmlns:r="http://schemas.openxmlformats.org/officeDocument/2006/relationships" xmlns:a="http://schemas.openxmlformats.org/drawingml/2006/main" r:embed="R262bc7d0ebbf4ed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971EDE75-8100-40FD-8780-428E7B39D9C2}"/>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611BF895-BFB5-4347-B3C8-12F93D7CF1A8}"/>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63A676E6-A689-4443-8241-CD8D78567EE2}"/>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D6F01CD-C8AE-4271-B3C5-A12B813DED5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27B911F-7ACB-4E5E-8BCB-C423231294BC}"/>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F056F48-4DCE-4326-BBB8-75DB59BF63AF}"/>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E7BD9D2-097F-49A0-A001-7F3A7D5C6B3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2" name="licence-footer">
            <a:extLst xmlns:a="http://schemas.openxmlformats.org/drawingml/2006/main">
              <a:ext uri="{FF2B5EF4-FFF2-40B4-BE49-F238E27FC236}">
                <a16:creationId xmlns:a16="http://schemas.microsoft.com/office/drawing/2014/main" id="{238B51DD-B322-4150-AB57-FD1C90678B7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187F579C-4B78-4009-96BF-7A482941408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check, in words or marks.</a:t>
            </a:r>
          </a:p>
        </p:txBody>
      </p:sp>
      <p:sp>
        <p:nvSpPr>
          <p:cNvPr id="14" name="figure-plan_a-0">
            <a:extLst xmlns:a="http://schemas.openxmlformats.org/drawingml/2006/main">
              <a:ext uri="{FF2B5EF4-FFF2-40B4-BE49-F238E27FC236}">
                <a16:creationId xmlns:a16="http://schemas.microsoft.com/office/drawing/2014/main" id="{E7D435CD-5B78-4780-9C4C-D643E7D2391A}"/>
              </a:ext>
            </a:extLst>
          </p:cNvPr>
          <p:cNvSpPr>
            <a:spLocks xmlns:a="http://schemas.openxmlformats.org/drawingml/2006/main" noGrp="1"/>
          </p:cNvSpPr>
          <p:nvPr/>
        </p:nvSpPr>
        <p:spPr>
          <a:xfrm xmlns:a="http://schemas.openxmlformats.org/drawingml/2006/main">
            <a:off x="1598981" y="1904619"/>
            <a:ext cx="8994038" cy="1967446"/>
          </a:xfrm>
          <a:prstGeom xmlns:a="http://schemas.openxmlformats.org/drawingml/2006/main" prst="rect">
            <a:avLst/>
          </a:prstGeom>
          <a:solidFill xmlns:a="http://schemas.openxmlformats.org/drawingml/2006/main">
            <a:srgbClr val="14213D"/>
          </a:solidFill>
          <a:ln xmlns:a="http://schemas.openxmlformats.org/drawingml/2006/main" w="0">
            <a:noFill/>
          </a:ln>
        </p:spPr>
      </p:sp>
      <p:sp>
        <p:nvSpPr>
          <p:cNvPr id="15" name="figure-plan_a-1">
            <a:extLst xmlns:a="http://schemas.openxmlformats.org/drawingml/2006/main">
              <a:ext uri="{FF2B5EF4-FFF2-40B4-BE49-F238E27FC236}">
                <a16:creationId xmlns:a16="http://schemas.microsoft.com/office/drawing/2014/main" id="{DEFAF698-0727-4FD9-B644-392393A9FCBA}"/>
              </a:ext>
            </a:extLst>
          </p:cNvPr>
          <p:cNvSpPr>
            <a:spLocks xmlns:a="http://schemas.openxmlformats.org/drawingml/2006/main" noGrp="1"/>
          </p:cNvSpPr>
          <p:nvPr/>
        </p:nvSpPr>
        <p:spPr>
          <a:xfrm xmlns:a="http://schemas.openxmlformats.org/drawingml/2006/main">
            <a:off x="4184767" y="2466746"/>
            <a:ext cx="824454" cy="824454"/>
          </a:xfrm>
          <a:prstGeom xmlns:a="http://schemas.openxmlformats.org/drawingml/2006/main" prst="ellipse">
            <a:avLst/>
          </a:prstGeom>
          <a:solidFill xmlns:a="http://schemas.openxmlformats.org/drawingml/2006/main">
            <a:srgbClr val="FFE45E"/>
          </a:solidFill>
          <a:ln xmlns:a="http://schemas.openxmlformats.org/drawingml/2006/main" w="0">
            <a:noFill/>
          </a:ln>
        </p:spPr>
      </p:sp>
      <p:sp>
        <p:nvSpPr>
          <p:cNvPr id="16" name="figure-plan_a-2">
            <a:extLst xmlns:a="http://schemas.openxmlformats.org/drawingml/2006/main">
              <a:ext uri="{FF2B5EF4-FFF2-40B4-BE49-F238E27FC236}">
                <a16:creationId xmlns:a16="http://schemas.microsoft.com/office/drawing/2014/main" id="{C5B72E5E-1723-43FD-8D23-115E9C85AA86}"/>
              </a:ext>
            </a:extLst>
          </p:cNvPr>
          <p:cNvSpPr>
            <a:spLocks xmlns:a="http://schemas.openxmlformats.org/drawingml/2006/main" noGrp="1"/>
          </p:cNvSpPr>
          <p:nvPr/>
        </p:nvSpPr>
        <p:spPr>
          <a:xfrm xmlns:a="http://schemas.openxmlformats.org/drawingml/2006/main">
            <a:off x="7182780" y="2466746"/>
            <a:ext cx="824454" cy="824454"/>
          </a:xfrm>
          <a:prstGeom xmlns:a="http://schemas.openxmlformats.org/drawingml/2006/main" prst="ellipse">
            <a:avLst/>
          </a:prstGeom>
          <a:noFill xmlns:a="http://schemas.openxmlformats.org/drawingml/2006/main"/>
          <a:ln xmlns:a="http://schemas.openxmlformats.org/drawingml/2006/main" w="93688">
            <a:solidFill>
              <a:srgbClr val="FF69B4"/>
            </a:solidFill>
          </a:ln>
        </p:spPr>
      </p:sp>
      <p:sp>
        <p:nvSpPr>
          <p:cNvPr id="17" name="figure-plan_a-3">
            <a:extLst xmlns:a="http://schemas.openxmlformats.org/drawingml/2006/main">
              <a:ext uri="{FF2B5EF4-FFF2-40B4-BE49-F238E27FC236}">
                <a16:creationId xmlns:a16="http://schemas.microsoft.com/office/drawing/2014/main" id="{31821293-89AE-4655-A390-FE3B866FB448}"/>
              </a:ext>
            </a:extLst>
          </p:cNvPr>
          <p:cNvSpPr>
            <a:spLocks xmlns:a="http://schemas.openxmlformats.org/drawingml/2006/main" noGrp="1"/>
          </p:cNvSpPr>
          <p:nvPr/>
        </p:nvSpPr>
        <p:spPr>
          <a:xfrm xmlns:a="http://schemas.openxmlformats.org/drawingml/2006/main">
            <a:off x="1915302" y="4304716"/>
            <a:ext cx="5495607" cy="498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803" b="0" lang="en-GB">
                <a:solidFill>
                  <a:srgbClr val="152238"/>
                </a:solidFill>
                <a:latin typeface="Arial"/>
                <a:ea typeface="Arial"/>
                <a:cs typeface="Arial"/>
              </a:defRPr>
            </a:defPPr>
          </a:lstStyle>
          <a:p xmlns:a="http://schemas.openxmlformats.org/drawingml/2006/main">
            <a:pPr algn="l">
              <a:lnSpc>
                <a:spcPct val="108000"/>
              </a:lnSpc>
              <a:buNone/>
              <a:defRPr sz="2803" b="0" lang="en-GB">
                <a:solidFill>
                  <a:srgbClr val="152238"/>
                </a:solidFill>
                <a:latin typeface="Arial"/>
                <a:ea typeface="Arial"/>
                <a:cs typeface="Arial"/>
              </a:defRPr>
            </a:pPr>
            <a:r>
              <a:rPr sz="2803" b="0" lang="en-GB">
                <a:solidFill>
                  <a:srgbClr val="152238"/>
                </a:solidFill>
                <a:latin typeface="Arial"/>
                <a:ea typeface="Arial"/>
                <a:cs typeface="Arial"/>
              </a:rPr>
              <a:t>TWO COLOURS: YELLOW, PINK</a:t>
            </a:r>
          </a:p>
        </p:txBody>
      </p:sp>
      <p:sp>
        <p:nvSpPr>
          <p:cNvPr id="18" name="figure-plan_a-4">
            <a:extLst xmlns:a="http://schemas.openxmlformats.org/drawingml/2006/main">
              <a:ext uri="{FF2B5EF4-FFF2-40B4-BE49-F238E27FC236}">
                <a16:creationId xmlns:a16="http://schemas.microsoft.com/office/drawing/2014/main" id="{20383759-F7B6-46B8-9B88-53E4ACD8668A}"/>
              </a:ext>
            </a:extLst>
          </p:cNvPr>
          <p:cNvSpPr>
            <a:spLocks xmlns:a="http://schemas.openxmlformats.org/drawingml/2006/main" noGrp="1"/>
          </p:cNvSpPr>
          <p:nvPr/>
        </p:nvSpPr>
        <p:spPr>
          <a:xfrm xmlns:a="http://schemas.openxmlformats.org/drawingml/2006/main">
            <a:off x="1915302" y="4998006"/>
            <a:ext cx="3774815" cy="498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803" b="0" lang="en-GB">
                <a:solidFill>
                  <a:srgbClr val="152238"/>
                </a:solidFill>
                <a:latin typeface="Arial"/>
                <a:ea typeface="Arial"/>
                <a:cs typeface="Arial"/>
              </a:defRPr>
            </a:defPPr>
          </a:lstStyle>
          <a:p xmlns:a="http://schemas.openxmlformats.org/drawingml/2006/main">
            <a:pPr algn="l">
              <a:lnSpc>
                <a:spcPct val="108000"/>
              </a:lnSpc>
              <a:buNone/>
              <a:defRPr sz="2803" b="0" lang="en-GB">
                <a:solidFill>
                  <a:srgbClr val="152238"/>
                </a:solidFill>
                <a:latin typeface="Arial"/>
                <a:ea typeface="Arial"/>
                <a:cs typeface="Arial"/>
              </a:defRPr>
            </a:pPr>
            <a:r>
              <a:rPr sz="2803" b="0" lang="en-GB">
                <a:solidFill>
                  <a:srgbClr val="152238"/>
                </a:solidFill>
                <a:latin typeface="Arial"/>
                <a:ea typeface="Arial"/>
                <a:cs typeface="Arial"/>
              </a:rPr>
              <a:t>USE THE PAIR AGAIN</a:t>
            </a:r>
          </a:p>
        </p:txBody>
      </p:sp>
      <p:sp>
        <p:nvSpPr>
          <p:cNvPr id="19" name="figure-description-plan_a">
            <a:extLst xmlns:a="http://schemas.openxmlformats.org/drawingml/2006/main">
              <a:ext uri="{FF2B5EF4-FFF2-40B4-BE49-F238E27FC236}">
                <a16:creationId xmlns:a16="http://schemas.microsoft.com/office/drawing/2014/main" id="{E22BCF3C-49D3-4C8A-B2A3-865ED7940556}"/>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The plan shows a yellow dot followed by a pink ring. It names two colours, yellow and pink, and says to use the pair again.</a:t>
            </a:r>
          </a:p>
        </p:txBody>
      </p:sp>
    </p:spTree>
    <p:extLst>
      <p:ext uri="{BB962C8B-B14F-4D97-AF65-F5344CB8AC3E}">
        <p14:creationId xmlns:p14="http://schemas.microsoft.com/office/powerpoint/2010/main" val="203602777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634D1A02-BC5D-456D-81DF-15791936F01F}"/>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1EA9DB11-182D-46B1-A6F1-05D317A833F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133C29E5-C7F2-4B8C-9ED1-75CDBE51356F}"/>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C98EFC60-A9D7-420E-88F0-3B0D16C03882}"/>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FC5A0E41-318F-4B95-BB4A-B7624C767ABB}"/>
              </a:ext>
            </a:extLst>
          </p:cNvPr>
          <p:cNvPicPr>
            <a:picLocks xmlns:a="http://schemas.openxmlformats.org/drawingml/2006/main" noChangeAspect="1"/>
          </p:cNvPicPr>
          <p:nvPr/>
        </p:nvPicPr>
        <p:blipFill>
          <a:blip xmlns:r="http://schemas.openxmlformats.org/officeDocument/2006/relationships" xmlns:a="http://schemas.openxmlformats.org/drawingml/2006/main" r:embed="Rf6322ac18d0943f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FF499904-3E1A-44A6-B9F0-586328B5D6C5}"/>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B5B4D0F-DC78-497C-BF19-FBE8683FABD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6961BD20-F861-4650-A28F-37E56A3064D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92F6815-EAA2-4A44-967D-FC24EA072343}"/>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00D05D3-3E65-428F-921E-664E66443AD3}"/>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5473B829-17EB-45AA-9D48-63CE2A3DAC54}"/>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A2290CF2-A147-4515-A378-D493BBED2EA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3" name="licence-footer">
            <a:extLst xmlns:a="http://schemas.openxmlformats.org/drawingml/2006/main">
              <a:ext uri="{FF2B5EF4-FFF2-40B4-BE49-F238E27FC236}">
                <a16:creationId xmlns:a16="http://schemas.microsoft.com/office/drawing/2014/main" id="{8E61B062-A5E6-47E1-A1D0-27D37E002FF2}"/>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7C6C5C0D-AF64-4816-AEF2-19740BEEE84D}"/>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check, in words or marks.</a:t>
            </a:r>
          </a:p>
        </p:txBody>
      </p:sp>
      <p:sp>
        <p:nvSpPr>
          <p:cNvPr id="15" name="item-1-title">
            <a:extLst xmlns:a="http://schemas.openxmlformats.org/drawingml/2006/main">
              <a:ext uri="{FF2B5EF4-FFF2-40B4-BE49-F238E27FC236}">
                <a16:creationId xmlns:a16="http://schemas.microsoft.com/office/drawing/2014/main" id="{2E1E7711-BD83-4394-967B-A1623D32A969}"/>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Repeat</a:t>
            </a:r>
          </a:p>
        </p:txBody>
      </p:sp>
      <p:sp>
        <p:nvSpPr>
          <p:cNvPr id="16" name="item-1-question">
            <a:extLst xmlns:a="http://schemas.openxmlformats.org/drawingml/2006/main">
              <a:ext uri="{FF2B5EF4-FFF2-40B4-BE49-F238E27FC236}">
                <a16:creationId xmlns:a16="http://schemas.microsoft.com/office/drawing/2014/main" id="{B900CC7F-A9F5-477B-AA95-B3C3C2207CAF}"/>
              </a:ext>
            </a:extLst>
          </p:cNvPr>
          <p:cNvSpPr>
            <a:spLocks xmlns:a="http://schemas.openxmlformats.org/drawingml/2006/main" noGrp="1"/>
          </p:cNvSpPr>
          <p:nvPr/>
        </p:nvSpPr>
        <p:spPr>
          <a:xfrm xmlns:a="http://schemas.openxmlformats.org/drawingml/2006/main">
            <a:off x="381000" y="2317242"/>
            <a:ext cx="363220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does repeat ask us to do?</a:t>
            </a:r>
          </a:p>
        </p:txBody>
      </p:sp>
      <p:sp>
        <p:nvSpPr>
          <p:cNvPr id="17" name="item-1-clue">
            <a:extLst xmlns:a="http://schemas.openxmlformats.org/drawingml/2006/main">
              <a:ext uri="{FF2B5EF4-FFF2-40B4-BE49-F238E27FC236}">
                <a16:creationId xmlns:a16="http://schemas.microsoft.com/office/drawing/2014/main" id="{081B4838-26F5-4117-907E-F1D9D9856128}"/>
              </a:ext>
            </a:extLst>
          </p:cNvPr>
          <p:cNvSpPr>
            <a:spLocks xmlns:a="http://schemas.openxmlformats.org/drawingml/2006/main" noGrp="1"/>
          </p:cNvSpPr>
          <p:nvPr/>
        </p:nvSpPr>
        <p:spPr>
          <a:xfrm xmlns:a="http://schemas.openxmlformats.org/drawingml/2006/main">
            <a:off x="381000" y="2790444"/>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Choose: use the same bit again or use a new bit.</a:t>
            </a:r>
          </a:p>
        </p:txBody>
      </p:sp>
      <p:sp>
        <p:nvSpPr>
          <p:cNvPr id="18" name="item-2-title">
            <a:extLst xmlns:a="http://schemas.openxmlformats.org/drawingml/2006/main">
              <a:ext uri="{FF2B5EF4-FFF2-40B4-BE49-F238E27FC236}">
                <a16:creationId xmlns:a16="http://schemas.microsoft.com/office/drawing/2014/main" id="{95AE9722-D722-4111-BD7D-3B1E032496FB}"/>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Again</a:t>
            </a:r>
          </a:p>
        </p:txBody>
      </p:sp>
      <p:sp>
        <p:nvSpPr>
          <p:cNvPr id="19" name="item-2-question">
            <a:extLst xmlns:a="http://schemas.openxmlformats.org/drawingml/2006/main">
              <a:ext uri="{FF2B5EF4-FFF2-40B4-BE49-F238E27FC236}">
                <a16:creationId xmlns:a16="http://schemas.microsoft.com/office/drawing/2014/main" id="{FDBD6FBB-4720-404C-A98F-FEB0AA289019}"/>
              </a:ext>
            </a:extLst>
          </p:cNvPr>
          <p:cNvSpPr>
            <a:spLocks xmlns:a="http://schemas.openxmlformats.org/drawingml/2006/main" noGrp="1"/>
          </p:cNvSpPr>
          <p:nvPr/>
        </p:nvSpPr>
        <p:spPr>
          <a:xfrm xmlns:a="http://schemas.openxmlformats.org/drawingml/2006/main">
            <a:off x="42799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Show the bit you used again in your work.</a:t>
            </a:r>
          </a:p>
        </p:txBody>
      </p:sp>
      <p:sp>
        <p:nvSpPr>
          <p:cNvPr id="20" name="item-2-clue">
            <a:extLst xmlns:a="http://schemas.openxmlformats.org/drawingml/2006/main">
              <a:ext uri="{FF2B5EF4-FFF2-40B4-BE49-F238E27FC236}">
                <a16:creationId xmlns:a16="http://schemas.microsoft.com/office/drawing/2014/main" id="{AB4784CD-4655-4B4F-B62A-2520FF461A3E}"/>
              </a:ext>
            </a:extLst>
          </p:cNvPr>
          <p:cNvSpPr>
            <a:spLocks xmlns:a="http://schemas.openxmlformats.org/drawingml/2006/main" noGrp="1"/>
          </p:cNvSpPr>
          <p:nvPr/>
        </p:nvSpPr>
        <p:spPr>
          <a:xfrm xmlns:a="http://schemas.openxmlformats.org/drawingml/2006/main">
            <a:off x="42799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Point to it, then point to it again.</a:t>
            </a:r>
          </a:p>
        </p:txBody>
      </p:sp>
      <p:sp>
        <p:nvSpPr>
          <p:cNvPr id="21" name="item-3-title">
            <a:extLst xmlns:a="http://schemas.openxmlformats.org/drawingml/2006/main">
              <a:ext uri="{FF2B5EF4-FFF2-40B4-BE49-F238E27FC236}">
                <a16:creationId xmlns:a16="http://schemas.microsoft.com/office/drawing/2014/main" id="{D2471F45-7675-4338-BBDF-8F044A226CAB}"/>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Check</a:t>
            </a:r>
          </a:p>
        </p:txBody>
      </p:sp>
      <p:sp>
        <p:nvSpPr>
          <p:cNvPr id="22" name="item-3-question">
            <a:extLst xmlns:a="http://schemas.openxmlformats.org/drawingml/2006/main">
              <a:ext uri="{FF2B5EF4-FFF2-40B4-BE49-F238E27FC236}">
                <a16:creationId xmlns:a16="http://schemas.microsoft.com/office/drawing/2014/main" id="{0920EC5E-0871-4108-8836-7D25A37A0022}"/>
              </a:ext>
            </a:extLst>
          </p:cNvPr>
          <p:cNvSpPr>
            <a:spLocks xmlns:a="http://schemas.openxmlformats.org/drawingml/2006/main" noGrp="1"/>
          </p:cNvSpPr>
          <p:nvPr/>
        </p:nvSpPr>
        <p:spPr>
          <a:xfrm xmlns:a="http://schemas.openxmlformats.org/drawingml/2006/main">
            <a:off x="81788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Find one colour from your plan in your work.</a:t>
            </a:r>
          </a:p>
        </p:txBody>
      </p:sp>
      <p:sp>
        <p:nvSpPr>
          <p:cNvPr id="23" name="item-3-clue">
            <a:extLst xmlns:a="http://schemas.openxmlformats.org/drawingml/2006/main">
              <a:ext uri="{FF2B5EF4-FFF2-40B4-BE49-F238E27FC236}">
                <a16:creationId xmlns:a16="http://schemas.microsoft.com/office/drawing/2014/main" id="{FBD37D0F-AA4D-43FB-8F07-68E7A1DF3F02}"/>
              </a:ext>
            </a:extLst>
          </p:cNvPr>
          <p:cNvSpPr>
            <a:spLocks xmlns:a="http://schemas.openxmlformats.org/drawingml/2006/main" noGrp="1"/>
          </p:cNvSpPr>
          <p:nvPr/>
        </p:nvSpPr>
        <p:spPr>
          <a:xfrm xmlns:a="http://schemas.openxmlformats.org/drawingml/2006/main">
            <a:off x="8178800" y="3082671"/>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Put the plan and your work side by side.</a:t>
            </a:r>
          </a:p>
        </p:txBody>
      </p:sp>
    </p:spTree>
    <p:extLst>
      <p:ext uri="{BB962C8B-B14F-4D97-AF65-F5344CB8AC3E}">
        <p14:creationId xmlns:p14="http://schemas.microsoft.com/office/powerpoint/2010/main" val="175202794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8581315E-3A83-4164-8FBC-47764A4FC30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8DA968B4-5BC1-4F96-9BFF-99FA1C076D9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D855AF50-680A-4FD9-AB13-8D6DA07D3CF6}"/>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9CC9981E-5C80-42DD-9C00-B77BC8FCCFE5}"/>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Standard</a:t>
            </a:r>
          </a:p>
        </p:txBody>
      </p:sp>
      <p:pic>
        <p:nvPicPr>
          <p:cNvPr id="5" name="">
            <a:extLst xmlns:a="http://schemas.openxmlformats.org/drawingml/2006/main">
              <a:ext uri="{FF2B5EF4-FFF2-40B4-BE49-F238E27FC236}">
                <a16:creationId xmlns:a16="http://schemas.microsoft.com/office/drawing/2014/main" id="{69807A9A-FAFB-42BD-B24B-E68785B9655B}"/>
              </a:ext>
            </a:extLst>
          </p:cNvPr>
          <p:cNvPicPr>
            <a:picLocks xmlns:a="http://schemas.openxmlformats.org/drawingml/2006/main" noChangeAspect="1"/>
          </p:cNvPicPr>
          <p:nvPr/>
        </p:nvPicPr>
        <p:blipFill>
          <a:blip xmlns:r="http://schemas.openxmlformats.org/officeDocument/2006/relationships" xmlns:a="http://schemas.openxmlformats.org/drawingml/2006/main" r:embed="R9c6a46dd1cb9407f"/>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5C32ABA3-1543-4056-B058-C3B80B554355}"/>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FC97B24-48B3-4F9A-90D8-EA6EA5FE850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24C64CD-17CA-40F7-81D2-AD2BC593DFDC}"/>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5DD3CFF1-8E50-46F6-A18F-424F86B9D42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9BDCB14-F9FF-4BD3-9461-837E6E7F641A}"/>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E371EA28-81F7-4D17-AA20-AF31FA0EB1FE}"/>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C05E9646-DF75-44B2-9364-2A6340B329FB}"/>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3" name="licence-footer">
            <a:extLst xmlns:a="http://schemas.openxmlformats.org/drawingml/2006/main">
              <a:ext uri="{FF2B5EF4-FFF2-40B4-BE49-F238E27FC236}">
                <a16:creationId xmlns:a16="http://schemas.microsoft.com/office/drawing/2014/main" id="{323CDB72-3D32-4BA4-9CD7-0F97B7846F52}"/>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18BC79E1-9C44-4749-864D-AD5FDBE1DFB1}"/>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check, in words or marks.</a:t>
            </a:r>
          </a:p>
        </p:txBody>
      </p:sp>
      <p:sp>
        <p:nvSpPr>
          <p:cNvPr id="15" name="item-1-title">
            <a:extLst xmlns:a="http://schemas.openxmlformats.org/drawingml/2006/main">
              <a:ext uri="{FF2B5EF4-FFF2-40B4-BE49-F238E27FC236}">
                <a16:creationId xmlns:a16="http://schemas.microsoft.com/office/drawing/2014/main" id="{49DFC1E6-1EC0-44FA-8574-FF131034AA1D}"/>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Repeat</a:t>
            </a:r>
          </a:p>
        </p:txBody>
      </p:sp>
      <p:sp>
        <p:nvSpPr>
          <p:cNvPr id="16" name="item-1-question">
            <a:extLst xmlns:a="http://schemas.openxmlformats.org/drawingml/2006/main">
              <a:ext uri="{FF2B5EF4-FFF2-40B4-BE49-F238E27FC236}">
                <a16:creationId xmlns:a16="http://schemas.microsoft.com/office/drawing/2014/main" id="{18EBCEB8-A024-472A-81CB-797131267CCE}"/>
              </a:ext>
            </a:extLst>
          </p:cNvPr>
          <p:cNvSpPr>
            <a:spLocks xmlns:a="http://schemas.openxmlformats.org/drawingml/2006/main" noGrp="1"/>
          </p:cNvSpPr>
          <p:nvPr/>
        </p:nvSpPr>
        <p:spPr>
          <a:xfrm xmlns:a="http://schemas.openxmlformats.org/drawingml/2006/main">
            <a:off x="3810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Show the bit you used again in your pattern.</a:t>
            </a:r>
          </a:p>
        </p:txBody>
      </p:sp>
      <p:sp>
        <p:nvSpPr>
          <p:cNvPr id="17" name="item-1-clue">
            <a:extLst xmlns:a="http://schemas.openxmlformats.org/drawingml/2006/main">
              <a:ext uri="{FF2B5EF4-FFF2-40B4-BE49-F238E27FC236}">
                <a16:creationId xmlns:a16="http://schemas.microsoft.com/office/drawing/2014/main" id="{4D836CB2-35A3-491E-A27E-EECE46FE5992}"/>
              </a:ext>
            </a:extLst>
          </p:cNvPr>
          <p:cNvSpPr>
            <a:spLocks xmlns:a="http://schemas.openxmlformats.org/drawingml/2006/main" noGrp="1"/>
          </p:cNvSpPr>
          <p:nvPr/>
        </p:nvSpPr>
        <p:spPr>
          <a:xfrm xmlns:a="http://schemas.openxmlformats.org/drawingml/2006/main">
            <a:off x="3810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Find it twice.</a:t>
            </a:r>
          </a:p>
        </p:txBody>
      </p:sp>
      <p:sp>
        <p:nvSpPr>
          <p:cNvPr id="18" name="item-2-title">
            <a:extLst xmlns:a="http://schemas.openxmlformats.org/drawingml/2006/main">
              <a:ext uri="{FF2B5EF4-FFF2-40B4-BE49-F238E27FC236}">
                <a16:creationId xmlns:a16="http://schemas.microsoft.com/office/drawing/2014/main" id="{60272AB2-D02B-46C1-8729-B5ED2CE6132F}"/>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Check</a:t>
            </a:r>
          </a:p>
        </p:txBody>
      </p:sp>
      <p:sp>
        <p:nvSpPr>
          <p:cNvPr id="19" name="item-2-question">
            <a:extLst xmlns:a="http://schemas.openxmlformats.org/drawingml/2006/main">
              <a:ext uri="{FF2B5EF4-FFF2-40B4-BE49-F238E27FC236}">
                <a16:creationId xmlns:a16="http://schemas.microsoft.com/office/drawing/2014/main" id="{A2EAAFBF-C1D5-47A9-92FD-9DB61186BDD7}"/>
              </a:ext>
            </a:extLst>
          </p:cNvPr>
          <p:cNvSpPr>
            <a:spLocks xmlns:a="http://schemas.openxmlformats.org/drawingml/2006/main" noGrp="1"/>
          </p:cNvSpPr>
          <p:nvPr/>
        </p:nvSpPr>
        <p:spPr>
          <a:xfrm xmlns:a="http://schemas.openxmlformats.org/drawingml/2006/main">
            <a:off x="42799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How can you check your pattern?</a:t>
            </a:r>
          </a:p>
        </p:txBody>
      </p:sp>
      <p:sp>
        <p:nvSpPr>
          <p:cNvPr id="20" name="item-2-clue">
            <a:extLst xmlns:a="http://schemas.openxmlformats.org/drawingml/2006/main">
              <a:ext uri="{FF2B5EF4-FFF2-40B4-BE49-F238E27FC236}">
                <a16:creationId xmlns:a16="http://schemas.microsoft.com/office/drawing/2014/main" id="{F72C540D-A964-431C-AABC-E5803E8C8302}"/>
              </a:ext>
            </a:extLst>
          </p:cNvPr>
          <p:cNvSpPr>
            <a:spLocks xmlns:a="http://schemas.openxmlformats.org/drawingml/2006/main" noGrp="1"/>
          </p:cNvSpPr>
          <p:nvPr/>
        </p:nvSpPr>
        <p:spPr>
          <a:xfrm xmlns:a="http://schemas.openxmlformats.org/drawingml/2006/main">
            <a:off x="42799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the plan beside your art.</a:t>
            </a:r>
          </a:p>
        </p:txBody>
      </p:sp>
      <p:sp>
        <p:nvSpPr>
          <p:cNvPr id="21" name="item-3-title">
            <a:extLst xmlns:a="http://schemas.openxmlformats.org/drawingml/2006/main">
              <a:ext uri="{FF2B5EF4-FFF2-40B4-BE49-F238E27FC236}">
                <a16:creationId xmlns:a16="http://schemas.microsoft.com/office/drawing/2014/main" id="{AA8CF332-6EB9-4D81-902E-94E7CEFBF60A}"/>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Choice</a:t>
            </a:r>
          </a:p>
        </p:txBody>
      </p:sp>
      <p:sp>
        <p:nvSpPr>
          <p:cNvPr id="22" name="item-3-question">
            <a:extLst xmlns:a="http://schemas.openxmlformats.org/drawingml/2006/main">
              <a:ext uri="{FF2B5EF4-FFF2-40B4-BE49-F238E27FC236}">
                <a16:creationId xmlns:a16="http://schemas.microsoft.com/office/drawing/2014/main" id="{7BB05C8D-F2AD-404B-AE36-FD2F39EE90B3}"/>
              </a:ext>
            </a:extLst>
          </p:cNvPr>
          <p:cNvSpPr>
            <a:spLocks xmlns:a="http://schemas.openxmlformats.org/drawingml/2006/main" noGrp="1"/>
          </p:cNvSpPr>
          <p:nvPr/>
        </p:nvSpPr>
        <p:spPr>
          <a:xfrm xmlns:a="http://schemas.openxmlformats.org/drawingml/2006/main">
            <a:off x="81788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Show one choice you made in your light pattern.</a:t>
            </a:r>
          </a:p>
        </p:txBody>
      </p:sp>
      <p:sp>
        <p:nvSpPr>
          <p:cNvPr id="23" name="item-3-clue">
            <a:extLst xmlns:a="http://schemas.openxmlformats.org/drawingml/2006/main">
              <a:ext uri="{FF2B5EF4-FFF2-40B4-BE49-F238E27FC236}">
                <a16:creationId xmlns:a16="http://schemas.microsoft.com/office/drawing/2014/main" id="{F44D3E67-3B3C-4221-8259-C2BE3E80632D}"/>
              </a:ext>
            </a:extLst>
          </p:cNvPr>
          <p:cNvSpPr>
            <a:spLocks xmlns:a="http://schemas.openxmlformats.org/drawingml/2006/main" noGrp="1"/>
          </p:cNvSpPr>
          <p:nvPr/>
        </p:nvSpPr>
        <p:spPr>
          <a:xfrm xmlns:a="http://schemas.openxmlformats.org/drawingml/2006/main">
            <a:off x="81788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shape or colour.</a:t>
            </a:r>
          </a:p>
        </p:txBody>
      </p:sp>
    </p:spTree>
    <p:extLst>
      <p:ext uri="{BB962C8B-B14F-4D97-AF65-F5344CB8AC3E}">
        <p14:creationId xmlns:p14="http://schemas.microsoft.com/office/powerpoint/2010/main" val="206524949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4B7F5855-B435-4533-A45A-9191DE2722F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Art · BUILD · Autumn 2 · Week 1</a:t>
            </a:r>
          </a:p>
        </p:txBody>
      </p:sp>
      <p:sp>
        <p:nvSpPr>
          <p:cNvPr id="2" name="stage-time">
            <a:extLst xmlns:a="http://schemas.openxmlformats.org/drawingml/2006/main">
              <a:ext uri="{FF2B5EF4-FFF2-40B4-BE49-F238E27FC236}">
                <a16:creationId xmlns:a16="http://schemas.microsoft.com/office/drawing/2014/main" id="{0E37CABC-C443-418D-84BC-CEB4A10B5DD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188D8D71-8FF5-4D2B-AA61-7C38002485E5}"/>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8C1BCD56-D9A5-4FB1-B116-F039BA76921D}"/>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Stretch</a:t>
            </a:r>
          </a:p>
        </p:txBody>
      </p:sp>
      <p:pic>
        <p:nvPicPr>
          <p:cNvPr id="5" name="">
            <a:extLst xmlns:a="http://schemas.openxmlformats.org/drawingml/2006/main">
              <a:ext uri="{FF2B5EF4-FFF2-40B4-BE49-F238E27FC236}">
                <a16:creationId xmlns:a16="http://schemas.microsoft.com/office/drawing/2014/main" id="{812216F2-56E8-46C3-B7C4-39B35B21F0E8}"/>
              </a:ext>
            </a:extLst>
          </p:cNvPr>
          <p:cNvPicPr>
            <a:picLocks xmlns:a="http://schemas.openxmlformats.org/drawingml/2006/main" noChangeAspect="1"/>
          </p:cNvPicPr>
          <p:nvPr/>
        </p:nvPicPr>
        <p:blipFill>
          <a:blip xmlns:r="http://schemas.openxmlformats.org/officeDocument/2006/relationships" xmlns:a="http://schemas.openxmlformats.org/drawingml/2006/main" r:embed="Re013a011157d488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81AFAB0F-F793-4817-ABEC-B763D0938EBB}"/>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93176B53-5C0C-488D-9895-A477A40A5C67}"/>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3FE5CB0E-94AE-4BBA-BFAB-19DDB2E4636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E3C92B8-80CE-4380-B7F1-B1FA25242F71}"/>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595E9E8-A898-4391-8222-7ED72B3BBAFB}"/>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48536787-3AF5-40AC-BCDB-6E49C6904161}"/>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C58ADD40-D423-4DFC-A53B-336E19408CB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ART-BUILD-A2-W01-P2 · version ______</a:t>
            </a:r>
          </a:p>
        </p:txBody>
      </p:sp>
      <p:sp>
        <p:nvSpPr>
          <p:cNvPr id="13" name="licence-footer">
            <a:extLst xmlns:a="http://schemas.openxmlformats.org/drawingml/2006/main">
              <a:ext uri="{FF2B5EF4-FFF2-40B4-BE49-F238E27FC236}">
                <a16:creationId xmlns:a16="http://schemas.microsoft.com/office/drawing/2014/main" id="{4E5318F7-840E-4F16-9EA1-9E9F63342FF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5737BBFD-E8EB-4E80-A3B8-24296231F5C2}"/>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check, in words or marks.</a:t>
            </a:r>
          </a:p>
        </p:txBody>
      </p:sp>
      <p:sp>
        <p:nvSpPr>
          <p:cNvPr id="15" name="item-1-title">
            <a:extLst xmlns:a="http://schemas.openxmlformats.org/drawingml/2006/main">
              <a:ext uri="{FF2B5EF4-FFF2-40B4-BE49-F238E27FC236}">
                <a16:creationId xmlns:a16="http://schemas.microsoft.com/office/drawing/2014/main" id="{385C7137-3052-434E-BFC0-79A58503036E}"/>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Colours</a:t>
            </a:r>
          </a:p>
        </p:txBody>
      </p:sp>
      <p:sp>
        <p:nvSpPr>
          <p:cNvPr id="16" name="item-1-question">
            <a:extLst xmlns:a="http://schemas.openxmlformats.org/drawingml/2006/main">
              <a:ext uri="{FF2B5EF4-FFF2-40B4-BE49-F238E27FC236}">
                <a16:creationId xmlns:a16="http://schemas.microsoft.com/office/drawing/2014/main" id="{EA3CF330-6F3E-4ACB-878D-264A54CECAB9}"/>
              </a:ext>
            </a:extLst>
          </p:cNvPr>
          <p:cNvSpPr>
            <a:spLocks xmlns:a="http://schemas.openxmlformats.org/drawingml/2006/main" noGrp="1"/>
          </p:cNvSpPr>
          <p:nvPr/>
        </p:nvSpPr>
        <p:spPr>
          <a:xfrm xmlns:a="http://schemas.openxmlformats.org/drawingml/2006/main">
            <a:off x="3810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Does the dark paper count as a third mark colour in A?</a:t>
            </a:r>
          </a:p>
        </p:txBody>
      </p:sp>
      <p:sp>
        <p:nvSpPr>
          <p:cNvPr id="17" name="item-1-clue">
            <a:extLst xmlns:a="http://schemas.openxmlformats.org/drawingml/2006/main">
              <a:ext uri="{FF2B5EF4-FFF2-40B4-BE49-F238E27FC236}">
                <a16:creationId xmlns:a16="http://schemas.microsoft.com/office/drawing/2014/main" id="{FA918C35-5FDC-4858-9C7E-DB1FC5964829}"/>
              </a:ext>
            </a:extLst>
          </p:cNvPr>
          <p:cNvSpPr>
            <a:spLocks xmlns:a="http://schemas.openxmlformats.org/drawingml/2006/main" noGrp="1"/>
          </p:cNvSpPr>
          <p:nvPr/>
        </p:nvSpPr>
        <p:spPr>
          <a:xfrm xmlns:a="http://schemas.openxmlformats.org/drawingml/2006/main">
            <a:off x="3810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the yellow and pink marks.</a:t>
            </a:r>
          </a:p>
        </p:txBody>
      </p:sp>
      <p:sp>
        <p:nvSpPr>
          <p:cNvPr id="18" name="item-2-title">
            <a:extLst xmlns:a="http://schemas.openxmlformats.org/drawingml/2006/main">
              <a:ext uri="{FF2B5EF4-FFF2-40B4-BE49-F238E27FC236}">
                <a16:creationId xmlns:a16="http://schemas.microsoft.com/office/drawing/2014/main" id="{A7B7D16C-AE8A-493D-B97A-2999DE9ACF27}"/>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Change</a:t>
            </a:r>
          </a:p>
        </p:txBody>
      </p:sp>
      <p:sp>
        <p:nvSpPr>
          <p:cNvPr id="19" name="item-2-question">
            <a:extLst xmlns:a="http://schemas.openxmlformats.org/drawingml/2006/main">
              <a:ext uri="{FF2B5EF4-FFF2-40B4-BE49-F238E27FC236}">
                <a16:creationId xmlns:a16="http://schemas.microsoft.com/office/drawing/2014/main" id="{617BDFA4-5B7B-46A1-B2C4-10E419B9ED01}"/>
              </a:ext>
            </a:extLst>
          </p:cNvPr>
          <p:cNvSpPr>
            <a:spLocks xmlns:a="http://schemas.openxmlformats.org/drawingml/2006/main" noGrp="1"/>
          </p:cNvSpPr>
          <p:nvPr/>
        </p:nvSpPr>
        <p:spPr>
          <a:xfrm xmlns:a="http://schemas.openxmlformats.org/drawingml/2006/main">
            <a:off x="4279900" y="2317242"/>
            <a:ext cx="3632200" cy="94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If you used three colours, what must the bit you use again include?</a:t>
            </a:r>
          </a:p>
        </p:txBody>
      </p:sp>
      <p:sp>
        <p:nvSpPr>
          <p:cNvPr id="20" name="item-2-clue">
            <a:extLst xmlns:a="http://schemas.openxmlformats.org/drawingml/2006/main">
              <a:ext uri="{FF2B5EF4-FFF2-40B4-BE49-F238E27FC236}">
                <a16:creationId xmlns:a16="http://schemas.microsoft.com/office/drawing/2014/main" id="{830FE1ED-CF07-474C-9125-CB1D235DE790}"/>
              </a:ext>
            </a:extLst>
          </p:cNvPr>
          <p:cNvSpPr>
            <a:spLocks xmlns:a="http://schemas.openxmlformats.org/drawingml/2006/main" noGrp="1"/>
          </p:cNvSpPr>
          <p:nvPr/>
        </p:nvSpPr>
        <p:spPr>
          <a:xfrm xmlns:a="http://schemas.openxmlformats.org/drawingml/2006/main">
            <a:off x="4279900" y="3374898"/>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one mark in each colour.</a:t>
            </a:r>
          </a:p>
        </p:txBody>
      </p:sp>
      <p:sp>
        <p:nvSpPr>
          <p:cNvPr id="21" name="item-3-title">
            <a:extLst xmlns:a="http://schemas.openxmlformats.org/drawingml/2006/main">
              <a:ext uri="{FF2B5EF4-FFF2-40B4-BE49-F238E27FC236}">
                <a16:creationId xmlns:a16="http://schemas.microsoft.com/office/drawing/2014/main" id="{128EEB8B-DB04-4168-818A-EA97121E4317}"/>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Check</a:t>
            </a:r>
          </a:p>
        </p:txBody>
      </p:sp>
      <p:sp>
        <p:nvSpPr>
          <p:cNvPr id="22" name="item-3-question">
            <a:extLst xmlns:a="http://schemas.openxmlformats.org/drawingml/2006/main">
              <a:ext uri="{FF2B5EF4-FFF2-40B4-BE49-F238E27FC236}">
                <a16:creationId xmlns:a16="http://schemas.microsoft.com/office/drawing/2014/main" id="{A7859FAE-D04F-41A2-A844-C32FC6EF766A}"/>
              </a:ext>
            </a:extLst>
          </p:cNvPr>
          <p:cNvSpPr>
            <a:spLocks xmlns:a="http://schemas.openxmlformats.org/drawingml/2006/main" noGrp="1"/>
          </p:cNvSpPr>
          <p:nvPr/>
        </p:nvSpPr>
        <p:spPr>
          <a:xfrm xmlns:a="http://schemas.openxmlformats.org/drawingml/2006/main">
            <a:off x="8178800" y="2317242"/>
            <a:ext cx="363220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did your check show?</a:t>
            </a:r>
          </a:p>
        </p:txBody>
      </p:sp>
      <p:sp>
        <p:nvSpPr>
          <p:cNvPr id="23" name="item-3-clue">
            <a:extLst xmlns:a="http://schemas.openxmlformats.org/drawingml/2006/main">
              <a:ext uri="{FF2B5EF4-FFF2-40B4-BE49-F238E27FC236}">
                <a16:creationId xmlns:a16="http://schemas.microsoft.com/office/drawing/2014/main" id="{FCA6B33F-2677-4CF3-A77B-367335093E73}"/>
              </a:ext>
            </a:extLst>
          </p:cNvPr>
          <p:cNvSpPr>
            <a:spLocks xmlns:a="http://schemas.openxmlformats.org/drawingml/2006/main" noGrp="1"/>
          </p:cNvSpPr>
          <p:nvPr/>
        </p:nvSpPr>
        <p:spPr>
          <a:xfrm xmlns:a="http://schemas.openxmlformats.org/drawingml/2006/main">
            <a:off x="8178800" y="2790444"/>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Use one thing from your plan and your work.</a:t>
            </a:r>
          </a:p>
        </p:txBody>
      </p:sp>
    </p:spTree>
    <p:extLst>
      <p:ext uri="{BB962C8B-B14F-4D97-AF65-F5344CB8AC3E}">
        <p14:creationId xmlns:p14="http://schemas.microsoft.com/office/powerpoint/2010/main" val="1328491704"/>
      </p:ext>
    </p:extLst>
  </p:cSld>
</p:sld>
</file>

<file path=ppt/theme/theme1.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Make — My festival light pattern</dc:title>
  <dcterms:created xsi:type="dcterms:W3CDTF"/>
  <dcterms:modified xsi:type="dcterms:W3CDTF"/>
  <dc:subject>ART-BUILD-A2-W01-P2</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