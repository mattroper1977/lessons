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4b55f7334b34a94" Type="http://schemas.openxmlformats.org/officeDocument/2006/relationships/officeDocument" Target="ppt/presentation.xml"/><Relationship Id="R7c88c88b9a5545b0" Type="http://schemas.openxmlformats.org/package/2006/relationships/metadata/core-properties" Target="docProps/core.xml"/><Relationship Id="Rb6b593fdf6e9430e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cbc6b6b2eb449e"/>
  </p:sldMasterIdLst>
  <p:notesMasterIdLst>
    <p:notesMasterId xmlns:r="http://schemas.openxmlformats.org/officeDocument/2006/relationships" r:id="R38c650de4fcc410f"/>
  </p:notesMasterIdLst>
  <p:sldIdLst>
    <p:sldId xmlns:r="http://schemas.openxmlformats.org/officeDocument/2006/relationships" id="256" r:id="R19a5b16145894f39"/>
    <p:sldId xmlns:r="http://schemas.openxmlformats.org/officeDocument/2006/relationships" id="257" r:id="Rfdda3ffce21e43fa"/>
    <p:sldId xmlns:r="http://schemas.openxmlformats.org/officeDocument/2006/relationships" id="258" r:id="R3a13ce6cf0484446"/>
    <p:sldId xmlns:r="http://schemas.openxmlformats.org/officeDocument/2006/relationships" id="259" r:id="R3182b9b9239444d8"/>
    <p:sldId xmlns:r="http://schemas.openxmlformats.org/officeDocument/2006/relationships" id="260" r:id="R09cbc88ef8e24f4c"/>
    <p:sldId xmlns:r="http://schemas.openxmlformats.org/officeDocument/2006/relationships" id="261" r:id="Rc42fdac74e46435c"/>
    <p:sldId xmlns:r="http://schemas.openxmlformats.org/officeDocument/2006/relationships" id="262" r:id="R8152bbfebf2741fe"/>
    <p:sldId xmlns:r="http://schemas.openxmlformats.org/officeDocument/2006/relationships" id="263" r:id="R91d70ad1ee5140c8"/>
    <p:sldId xmlns:r="http://schemas.openxmlformats.org/officeDocument/2006/relationships" id="264" r:id="Rafb721387fac405b"/>
    <p:sldId xmlns:r="http://schemas.openxmlformats.org/officeDocument/2006/relationships" id="265" r:id="Rc2812d61a4a347b0"/>
    <p:sldId xmlns:r="http://schemas.openxmlformats.org/officeDocument/2006/relationships" id="266" r:id="R072a409f7006423b"/>
    <p:sldId xmlns:r="http://schemas.openxmlformats.org/officeDocument/2006/relationships" id="267" r:id="R729e23f8b4c6423d"/>
    <p:sldId xmlns:r="http://schemas.openxmlformats.org/officeDocument/2006/relationships" id="268" r:id="Ree8cc82e399248b6"/>
    <p:sldId xmlns:r="http://schemas.openxmlformats.org/officeDocument/2006/relationships" id="269" r:id="R385b47f5922e4aca"/>
    <p:sldId xmlns:r="http://schemas.openxmlformats.org/officeDocument/2006/relationships" id="270" r:id="R9dc08d497a4b4b4c"/>
    <p:sldId xmlns:r="http://schemas.openxmlformats.org/officeDocument/2006/relationships" id="271" r:id="R0cbe28454b504069"/>
    <p:sldId xmlns:r="http://schemas.openxmlformats.org/officeDocument/2006/relationships" id="272" r:id="Rf2b5281208714ed6"/>
    <p:sldId xmlns:r="http://schemas.openxmlformats.org/officeDocument/2006/relationships" id="273" r:id="Rff715322ec50405d"/>
    <p:sldId xmlns:r="http://schemas.openxmlformats.org/officeDocument/2006/relationships" id="274" r:id="R068762b2d4784a4e"/>
    <p:sldId xmlns:r="http://schemas.openxmlformats.org/officeDocument/2006/relationships" id="275" r:id="Rc2a66a97bb184c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8762b2d4784a4e" Type="http://schemas.openxmlformats.org/officeDocument/2006/relationships/slide" Target="slides/slide19.xml"/><Relationship Id="R072a409f7006423b" Type="http://schemas.openxmlformats.org/officeDocument/2006/relationships/slide" Target="slides/slide11.xml"/><Relationship Id="R09cbc88ef8e24f4c" Type="http://schemas.openxmlformats.org/officeDocument/2006/relationships/slide" Target="slides/slide5.xml"/><Relationship Id="R0cbe28454b504069" Type="http://schemas.openxmlformats.org/officeDocument/2006/relationships/slide" Target="slides/slide16.xml"/><Relationship Id="R19a5b16145894f39" Type="http://schemas.openxmlformats.org/officeDocument/2006/relationships/slide" Target="slides/slide1.xml"/><Relationship Id="R1bcbc6b6b2eb449e" Type="http://schemas.openxmlformats.org/officeDocument/2006/relationships/slideMaster" Target="slideMasters/slideMaster1.xml"/><Relationship Id="R3182b9b9239444d8" Type="http://schemas.openxmlformats.org/officeDocument/2006/relationships/slide" Target="slides/slide4.xml"/><Relationship Id="R385b47f5922e4aca" Type="http://schemas.openxmlformats.org/officeDocument/2006/relationships/slide" Target="slides/slide14.xml"/><Relationship Id="R38c650de4fcc410f" Type="http://schemas.openxmlformats.org/officeDocument/2006/relationships/notesMaster" Target="notesMasters/notesMaster1.xml"/><Relationship Id="R3a13ce6cf0484446" Type="http://schemas.openxmlformats.org/officeDocument/2006/relationships/slide" Target="slides/slide3.xml"/><Relationship Id="R47a9049d89034dd9" Type="http://schemas.openxmlformats.org/officeDocument/2006/relationships/presProps" Target="presProps.xml"/><Relationship Id="R47f63993954249c5" Type="http://schemas.openxmlformats.org/officeDocument/2006/relationships/theme" Target="theme/theme1.xml"/><Relationship Id="R729e23f8b4c6423d" Type="http://schemas.openxmlformats.org/officeDocument/2006/relationships/slide" Target="slides/slide12.xml"/><Relationship Id="R8152bbfebf2741fe" Type="http://schemas.openxmlformats.org/officeDocument/2006/relationships/slide" Target="slides/slide7.xml"/><Relationship Id="R91d70ad1ee5140c8" Type="http://schemas.openxmlformats.org/officeDocument/2006/relationships/slide" Target="slides/slide8.xml"/><Relationship Id="R9dc08d497a4b4b4c" Type="http://schemas.openxmlformats.org/officeDocument/2006/relationships/slide" Target="slides/slide15.xml"/><Relationship Id="Rafb721387fac405b" Type="http://schemas.openxmlformats.org/officeDocument/2006/relationships/slide" Target="slides/slide9.xml"/><Relationship Id="Rc2812d61a4a347b0" Type="http://schemas.openxmlformats.org/officeDocument/2006/relationships/slide" Target="slides/slide10.xml"/><Relationship Id="Rc2a66a97bb184cbc" Type="http://schemas.openxmlformats.org/officeDocument/2006/relationships/slide" Target="slides/slide20.xml"/><Relationship Id="Rc42fdac74e46435c" Type="http://schemas.openxmlformats.org/officeDocument/2006/relationships/slide" Target="slides/slide6.xml"/><Relationship Id="Rd8bdd8ca12844967" Type="http://schemas.openxmlformats.org/officeDocument/2006/relationships/tableStyles" Target="tableStyles.xml"/><Relationship Id="Ree8cc82e399248b6" Type="http://schemas.openxmlformats.org/officeDocument/2006/relationships/slide" Target="slides/slide13.xml"/><Relationship Id="Rf2b5281208714ed6" Type="http://schemas.openxmlformats.org/officeDocument/2006/relationships/slide" Target="slides/slide17.xml"/><Relationship Id="Rfdda3ffce21e43fa" Type="http://schemas.openxmlformats.org/officeDocument/2006/relationships/slide" Target="slides/slide2.xml"/><Relationship Id="Rff715322ec50405d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a0155aa950a04f9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278c8501bea47d6" Type="http://schemas.openxmlformats.org/officeDocument/2006/relationships/notesMaster" Target="../notesMasters/notesMaster1.xml"/><Relationship Id="R30ffd441194a4a44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f4e69d430954057" Type="http://schemas.openxmlformats.org/officeDocument/2006/relationships/notesMaster" Target="../notesMasters/notesMaster1.xml"/><Relationship Id="R81a26bf55bf64220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9a825dfc85484112" Type="http://schemas.openxmlformats.org/officeDocument/2006/relationships/notesMaster" Target="../notesMasters/notesMaster1.xml"/><Relationship Id="Rd1689bb8f6494c29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632a4cfc4a154199" Type="http://schemas.openxmlformats.org/officeDocument/2006/relationships/notesMaster" Target="../notesMasters/notesMaster1.xml"/><Relationship Id="R6eacc423c3dd4f5a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e11f0f9dc494375" Type="http://schemas.openxmlformats.org/officeDocument/2006/relationships/notesMaster" Target="../notesMasters/notesMaster1.xml"/><Relationship Id="R7ce1ef90c0694cd4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90e4cb644f74a4d" Type="http://schemas.openxmlformats.org/officeDocument/2006/relationships/notesMaster" Target="../notesMasters/notesMaster1.xml"/><Relationship Id="R2bb2be39b73b415a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3d655093d3f4d54" Type="http://schemas.openxmlformats.org/officeDocument/2006/relationships/notesMaster" Target="../notesMasters/notesMaster1.xml"/><Relationship Id="Ref88883e402942de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94093b0d96a046e0" Type="http://schemas.openxmlformats.org/officeDocument/2006/relationships/slide" Target="../slides/slide8.xml"/><Relationship Id="Ra62acd9fdeb24d2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381a573d07f84185" Type="http://schemas.openxmlformats.org/officeDocument/2006/relationships/slide" Target="../slides/slide9.xml"/><Relationship Id="R3e42cf6e4ccb4518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1f507ceb6bed41b8" Type="http://schemas.openxmlformats.org/officeDocument/2006/relationships/slide" Target="../slides/slide10.xml"/><Relationship Id="R3d12f646cc724967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92ac591c6f554228" Type="http://schemas.openxmlformats.org/officeDocument/2006/relationships/slide" Target="../slides/slide11.xml"/><Relationship Id="Rc64cf21d9c244a2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bc86e427a3f44bec" Type="http://schemas.openxmlformats.org/officeDocument/2006/relationships/slide" Target="../slides/slide12.xml"/><Relationship Id="Rf3e641f7122d4736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0341e10b9cb44c5f" Type="http://schemas.openxmlformats.org/officeDocument/2006/relationships/notesMaster" Target="../notesMasters/notesMaster1.xml"/><Relationship Id="Rea4dea13c93a4286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4b83d644c38a4249" Type="http://schemas.openxmlformats.org/officeDocument/2006/relationships/notesMaster" Target="../notesMasters/notesMaster1.xml"/><Relationship Id="R4e817d1a2c704c01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22271136d22d4b71" Type="http://schemas.openxmlformats.org/officeDocument/2006/relationships/notesMaster" Target="../notesMasters/notesMaster1.xml"/><Relationship Id="R88047a2f4ec64219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22b7d3b4acdf4efc" Type="http://schemas.openxmlformats.org/officeDocument/2006/relationships/slide" Target="../slides/slide16.xml"/><Relationship Id="Ra07c884c50f74fad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a42323c6ef24e4a" Type="http://schemas.openxmlformats.org/officeDocument/2006/relationships/notesMaster" Target="../notesMasters/notesMaster1.xml"/><Relationship Id="Rc65c77e3656d45d3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069f788e555544db" Type="http://schemas.openxmlformats.org/officeDocument/2006/relationships/notesMaster" Target="../notesMasters/notesMaster1.xml"/><Relationship Id="Rf26e66159e62439f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2787fc085d6844ed" Type="http://schemas.openxmlformats.org/officeDocument/2006/relationships/slide" Target="../slides/slide19.xml"/><Relationship Id="Recfc1ad25abd4cae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482373f150fc4d80" Type="http://schemas.openxmlformats.org/officeDocument/2006/relationships/notesMaster" Target="../notesMasters/notesMaster1.xml"/><Relationship Id="Rb2882c66534d487f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annotations, evidence selection and questioning.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A sustained bus boycott and legal challenge contributed to desegregation in 1956.</a:t>
            </a:r>
          </a:p>
          <a:p xmlns:a="http://schemas.openxmlformats.org/drawingml/2006/main">
            <a:r>
              <a:t>Choose: An action expressing opposition OR Choosing not to use a service or buy goods. Answer: An action expressing opposition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No. The source describes years of civil-rights work.</a:t>
            </a:r>
          </a:p>
          <a:p xmlns:a="http://schemas.openxmlformats.org/drawingml/2006/main">
            <a:r>
              <a:t>Give a reason when ready. Answer: It selects events and cannot represent every participant’s experience.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annotations, evidence selection and questioning.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source annotations, evidence selection and questioning.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source annotations, evidence selection and questioning.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source annotations, evidence selection and questioning.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source annotations, evidence selection and questioning.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The biography shows ___. This helps us understand ___. It cannot tell us ___.</a:t>
            </a:r>
          </a:p>
          <a:p xmlns:a="http://schemas.openxmlformats.org/drawingml/2006/main">
            <a:r>
              <a:t>Ask what is it, what does it show and what can we learn of the NPS biography. Explain using a named detail.</a:t>
            </a:r>
          </a:p>
          <a:p xmlns:a="http://schemas.openxmlformats.org/drawingml/2006/main">
            <a:r>
              <a:t>Suggest a contemporary source that could be compared with the later biography.</a:t>
            </a:r>
          </a:p>
          <a:p xmlns:a="http://schemas.openxmlformats.org/drawingml/2006/main">
            <a:r>
              <a:t>F: source annotations, evidence selection and questioning.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Years of organising — Supported — A describes earlier civil-rights work.</a:t>
            </a:r>
          </a:p>
          <a:p xmlns:a="http://schemas.openxmlformats.org/drawingml/2006/main">
            <a:r>
              <a:t>Parks alone changed everything — Not established — The campaign involved wider community and legal action.</a:t>
            </a:r>
          </a:p>
          <a:p xmlns:a="http://schemas.openxmlformats.org/drawingml/2006/main">
            <a:r>
              <a:t>The biography selects events — Source limit — A biography cannot include every experience.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The biography shows ___. This helps us understand ___. It cannot tell us ___. Complete the organiser one space at a time. The biography shows ___. This helps us understand ___. It cannot tell us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source annotations, evidence selection and questioning.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biography shows ___. This helps us understand ___. It cannot tell us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source annotations, evidence selection and questioning.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Suggest a contemporary source that could be compared with the later biography.</a:t>
            </a:r>
          </a:p>
          <a:p xmlns:a="http://schemas.openxmlformats.org/drawingml/2006/main">
            <a:r>
              <a:t>F: source annotations, evidence selection and questioning.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annotations, evidence selection and questioning.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No. The source describes years of civil-rights work.</a:t>
            </a:r>
          </a:p>
          <a:p xmlns:a="http://schemas.openxmlformats.org/drawingml/2006/main">
            <a:r>
              <a:t>It selects events and cannot represent every participant’s experience.</a:t>
            </a:r>
          </a:p>
          <a:p xmlns:a="http://schemas.openxmlformats.org/drawingml/2006/main">
            <a:r>
              <a:t>Support: The biography shows ___. This helps us understand ___. It cannot tell us ___.</a:t>
            </a:r>
          </a:p>
          <a:p xmlns:a="http://schemas.openxmlformats.org/drawingml/2006/main">
            <a:r>
              <a:t>Extension: Suggest a contemporary source that could be compared with the later biography.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annotations, evidence selection and questioning.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annotations, evidence selection and questioning.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annotations, evidence selection and questioning.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annotations, evidence selection and questioning.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3fd6b48a6de443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1d0b050e7664ee2" Type="http://schemas.openxmlformats.org/officeDocument/2006/relationships/theme" Target="theme/theme2.xml"/><Relationship Id="Rc98f2960e1cf4f85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8f2960e1cf4f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bbf8ad31b6c49f3" Type="http://schemas.openxmlformats.org/officeDocument/2006/relationships/slideLayout" Target="../slideLayouts/slideLayout1.xml"/><Relationship Id="R745002056d0b4a7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a0baa68927504a29" Type="http://schemas.openxmlformats.org/officeDocument/2006/relationships/slideLayout" Target="../slideLayouts/slideLayout1.xml"/><Relationship Id="Rd1b7c036caeb4e5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83db8091dc24b43" Type="http://schemas.openxmlformats.org/officeDocument/2006/relationships/slideLayout" Target="../slideLayouts/slideLayout1.xml"/><Relationship Id="Rba96a8bcb0f34a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aa01b6cc2b74062" Type="http://schemas.openxmlformats.org/officeDocument/2006/relationships/slideLayout" Target="../slideLayouts/slideLayout1.xml"/><Relationship Id="Rc7967b9283014fc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7893f1f184874b52" Type="http://schemas.openxmlformats.org/officeDocument/2006/relationships/notesSlide" Target="../notesSlides/notesSlide5.xml"/><Relationship Id="R977730276bc44bd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aec5633f8614429d" Type="http://schemas.openxmlformats.org/officeDocument/2006/relationships/notesSlide" Target="../notesSlides/notesSlide6.xml"/><Relationship Id="Rfa07437d77874633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3bae3943e4e344fc" Type="http://schemas.openxmlformats.org/officeDocument/2006/relationships/notesSlide" Target="../notesSlides/notesSlide7.xml"/><Relationship Id="R3f5d1d2bb88b47d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206f3dab04964251" Type="http://schemas.openxmlformats.org/officeDocument/2006/relationships/notesSlide" Target="../notesSlides/notesSlide8.xml"/><Relationship Id="R7d80813d38bb49be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60b7530011d425a" Type="http://schemas.openxmlformats.org/officeDocument/2006/relationships/notesSlide" Target="../notesSlides/notesSlide9.xml"/><Relationship Id="Rc777e1a2a02b45ef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8093ccd250444c41" Type="http://schemas.openxmlformats.org/officeDocument/2006/relationships/notesSlide" Target="../notesSlides/notesSlide10.xml"/><Relationship Id="Rfa26b14abaa54593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8919fcba0e574d28" Type="http://schemas.openxmlformats.org/officeDocument/2006/relationships/slideLayout" Target="../slideLayouts/slideLayout1.xml"/><Relationship Id="Re6a354be5f4941b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5baed3b13c3548af" Type="http://schemas.openxmlformats.org/officeDocument/2006/relationships/notesSlide" Target="../notesSlides/notesSlide12.xml"/><Relationship Id="R69865521e2ed4ba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cf1a5a0c5b9b4f94" Type="http://schemas.openxmlformats.org/officeDocument/2006/relationships/notesSlide" Target="../notesSlides/notesSlide13.xml"/><Relationship Id="Reaa17d08959f4215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e40a21c015d34686" Type="http://schemas.openxmlformats.org/officeDocument/2006/relationships/slideLayout" Target="../slideLayouts/slideLayout1.xml"/><Relationship Id="Rf5f8139838b04bff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5827130ce2d74124" Type="http://schemas.openxmlformats.org/officeDocument/2006/relationships/slideLayout" Target="../slideLayouts/slideLayout1.xml"/><Relationship Id="R6dd13ce15a044c70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a337f91d75314653" Type="http://schemas.openxmlformats.org/officeDocument/2006/relationships/notesSlide" Target="../notesSlides/notesSlide16.xml"/><Relationship Id="Rd048f71bd1494bee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8a7103b3de014d98" Type="http://schemas.openxmlformats.org/officeDocument/2006/relationships/notesSlide" Target="../notesSlides/notesSlide17.xml"/><Relationship Id="Rea35aa7ec7d14098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a018b6cee8674c90" Type="http://schemas.openxmlformats.org/officeDocument/2006/relationships/notesSlide" Target="../notesSlides/notesSlide18.xml"/><Relationship Id="Rad5467b9221047f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3b0a08cc3d754a9f" Type="http://schemas.openxmlformats.org/officeDocument/2006/relationships/slideLayout" Target="../slideLayouts/slideLayout1.xml"/><Relationship Id="R49cfa19094cb48e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95e749a106ac4b9a" Type="http://schemas.openxmlformats.org/officeDocument/2006/relationships/slideLayout" Target="../slideLayouts/slideLayout1.xml"/><Relationship Id="Rc63def50775c4042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6E017-CC02-4204-825B-51C0D1C4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Investigating a rights campaign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1A631-7153-4C59-A23E-A1E94A11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03189-D03B-4AC3-8C12-EE4636C4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sources to investigate a campaign for rights and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93B28-E169-49EF-B548-E8E7A7D2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Spring 1 /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84A00-7E04-4390-848A-30DAFE2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8830506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ECEB8-6951-403E-A222-0C665BA8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37298-46C3-42C1-83CC-39D3942C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599EA-D776-4D73-9A2B-909D21B7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happened after the 1955 arrest?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9E4AA-A884-48DD-B3A7-4832B0F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protest?</a:t>
            </a:r>
          </a:p>
        </p:txBody>
      </p:sp>
    </p:spTree>
    <p:extLst>
      <p:ext uri="{BB962C8B-B14F-4D97-AF65-F5344CB8AC3E}">
        <p14:creationId xmlns:p14="http://schemas.microsoft.com/office/powerpoint/2010/main" val="8033082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C49F4-423D-4465-8E91-0CE6E3A5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A159D-ED67-48F3-B209-C20F7D7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206C4-44C8-45E8-ABF5-EFA25D46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Was Parks’ action separate from all earlier organising?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3FAF4-3F0C-4A93-98AD-894861B4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is a limitation of one later biography?</a:t>
            </a:r>
          </a:p>
        </p:txBody>
      </p:sp>
    </p:spTree>
    <p:extLst>
      <p:ext uri="{BB962C8B-B14F-4D97-AF65-F5344CB8AC3E}">
        <p14:creationId xmlns:p14="http://schemas.microsoft.com/office/powerpoint/2010/main" val="3728736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3FC92-DECD-42D8-81BE-87EAC25C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AB6DE-B59A-44C4-9081-0E7D25BC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1137B-4AC6-4BD4-9940-B51FCD83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protest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action expressing opposition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F020B-1147-4470-92DF-6745BE04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boycott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Choosing not to use a service or buy goods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7DE5B-DBEE-4B9E-BE8C-84A79FA9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segregation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Enforced separation of groups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9AAF1-1F02-487A-96C2-32AFFA28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significance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a person or event matters</a:t>
            </a:r>
          </a:p>
        </p:txBody>
      </p:sp>
    </p:spTree>
    <p:extLst>
      <p:ext uri="{BB962C8B-B14F-4D97-AF65-F5344CB8AC3E}">
        <p14:creationId xmlns:p14="http://schemas.microsoft.com/office/powerpoint/2010/main" val="30279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71CA0-A3C0-4797-90CD-F4ECC197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62331-1BA8-4789-AEA7-31B29344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70D10-6059-4239-8866-662E2D7D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Ask what is it, what does it show and what can we learn of the NPS biography.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3B16C-EB88-4C2B-AD2F-F7EBEDED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E692F-6F80-4429-9FA3-B7B628DA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The biography shows ___. This helps us understand ___. It cannot tell us ___.</a:t>
            </a:r>
          </a:p>
        </p:txBody>
      </p:sp>
    </p:spTree>
    <p:extLst>
      <p:ext uri="{BB962C8B-B14F-4D97-AF65-F5344CB8AC3E}">
        <p14:creationId xmlns:p14="http://schemas.microsoft.com/office/powerpoint/2010/main" val="291443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9F3EC-E88A-47FD-9BCA-22107BB7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CC5BD-C39E-4CAC-8163-D512DB1B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76916-A372-45AF-B19F-A4CD2033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Was Parks’ action separate from all earlier organising?</a:t>
            </a:r>
          </a:p>
        </p:txBody>
      </p:sp>
    </p:spTree>
    <p:extLst>
      <p:ext uri="{BB962C8B-B14F-4D97-AF65-F5344CB8AC3E}">
        <p14:creationId xmlns:p14="http://schemas.microsoft.com/office/powerpoint/2010/main" val="965743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55CD8-4DD2-4F77-983C-70B3244E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2017E-4B3A-4D97-80D8-1395A9A2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A4852-DEDD-4AB0-B485-D8B5F439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Before December 1955: Rosa Parks had years of civil-rights organising experience, including work with the NAACP. Montgomery buses enforced racial segregation.</a:t>
            </a:r>
          </a:p>
        </p:txBody>
      </p:sp>
    </p:spTree>
    <p:extLst>
      <p:ext uri="{BB962C8B-B14F-4D97-AF65-F5344CB8AC3E}">
        <p14:creationId xmlns:p14="http://schemas.microsoft.com/office/powerpoint/2010/main" val="4417424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7E281-F927-4AB8-BB83-C8CC0BC7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1CB06-ABB6-4537-A819-1C0ACA49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A0D42-E0CB-4899-B370-BC3C3695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No. The source describes years of civil-rights work.</a:t>
            </a:r>
          </a:p>
        </p:txBody>
      </p:sp>
    </p:spTree>
    <p:extLst>
      <p:ext uri="{BB962C8B-B14F-4D97-AF65-F5344CB8AC3E}">
        <p14:creationId xmlns:p14="http://schemas.microsoft.com/office/powerpoint/2010/main" val="1734968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E0C2C-71D7-4EB7-A2B3-97029F3A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C0417-29FD-4856-9C0F-420D0316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2B60F-8FE1-4FB4-83BE-1FAFA51B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is a limitation of one later biography? It selects events and cannot represent every participant’s experience.</a:t>
            </a:r>
          </a:p>
        </p:txBody>
      </p:sp>
    </p:spTree>
    <p:extLst>
      <p:ext uri="{BB962C8B-B14F-4D97-AF65-F5344CB8AC3E}">
        <p14:creationId xmlns:p14="http://schemas.microsoft.com/office/powerpoint/2010/main" val="18567045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A89D3-F443-40EB-A8C0-918836B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E81AC-076D-47D8-B557-5E3C763B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934FB-80D1-4D3E-AA9C-3AED49C7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Ask what is it, what does it show and what can we learn of the NPS biography.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8D1D6-33EA-4425-BA3D-2E22D305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Highlight evidence of individual and collective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B944C-8C5E-4DAB-85FE-191ECC2A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9428368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BCF56-24D2-4F32-8445-AEF5F148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9C855-CECA-4EF0-8054-4E92529F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D472B-F01B-46AE-BCEB-698A1E58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Years of organising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11BB6-AA95-44F8-A3EC-8E5BCADD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Parks alone changed everything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5FB2F-E7F1-4E07-B18C-B1DB9DC2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biography selects events</a:t>
            </a:r>
          </a:p>
        </p:txBody>
      </p:sp>
    </p:spTree>
    <p:extLst>
      <p:ext uri="{BB962C8B-B14F-4D97-AF65-F5344CB8AC3E}">
        <p14:creationId xmlns:p14="http://schemas.microsoft.com/office/powerpoint/2010/main" val="18367624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24A7E-CD33-428E-95FB-8D05105D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A1970-1F65-4415-B883-3A3EE5A6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55E11-93BC-4030-A193-F4AA6927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Annotate the supplied source summary.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EE575-444A-40CB-86C6-6B0A3AD6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two details about the campaign.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A0FD9-8718-4706-A5CB-107EB322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supported judgement about why the account is useful and what it leaves out.</a:t>
            </a:r>
          </a:p>
        </p:txBody>
      </p:sp>
    </p:spTree>
    <p:extLst>
      <p:ext uri="{BB962C8B-B14F-4D97-AF65-F5344CB8AC3E}">
        <p14:creationId xmlns:p14="http://schemas.microsoft.com/office/powerpoint/2010/main" val="5025135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4ED49-C89D-4BCB-A396-1C2174D3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100AD-E6D1-4ECC-B3D4-3A3C58AB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B816F-1E8E-49E6-8914-16F2D7ED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Annotate the supplied source summary.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B6192-6D3F-4EFA-9B91-1FD57204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two details about the campaign.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04340-D28D-41B5-938B-1DAD343E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supported judgement about why the account is useful and what it leaves out.</a:t>
            </a:r>
          </a:p>
        </p:txBody>
      </p:sp>
    </p:spTree>
    <p:extLst>
      <p:ext uri="{BB962C8B-B14F-4D97-AF65-F5344CB8AC3E}">
        <p14:creationId xmlns:p14="http://schemas.microsoft.com/office/powerpoint/2010/main" val="13970519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8C877-B224-4524-B373-11AE2AF5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4E282-A446-4A66-8223-6A512346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0417B-6005-4163-BFB7-370C9B24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Annotate the supplied source summary.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420AF-B084-4A12-9D15-64E25E24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two details about the campaign.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E8CCE-43C5-488B-A76A-8FD7FFC7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supported judgement about why the account is useful and what it leaves 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1C002-31F5-4141-9524-12B8BB2E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contemporary source that could be compared with the later biography.</a:t>
            </a:r>
          </a:p>
        </p:txBody>
      </p:sp>
    </p:spTree>
    <p:extLst>
      <p:ext uri="{BB962C8B-B14F-4D97-AF65-F5344CB8AC3E}">
        <p14:creationId xmlns:p14="http://schemas.microsoft.com/office/powerpoint/2010/main" val="16352405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03908-0FCD-4913-A3E2-8BB81BBE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610E7-9107-4584-8443-0DC3BD9A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2DEF2-6960-40E3-AAD7-61971666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source annotations, evidence selection and questioning.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81C7C-801D-4235-8799-AFCD878E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D731F-B3B3-432D-836D-6F64EF22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6996905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F6C90-A2E4-4B5E-A608-12798977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1CD1C-7449-42B3-9DA0-F8E2628C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016F9-BD66-4F2D-8BF5-C27264D9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Was Parks’ action separate from all earlier organising?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16FBE-341D-4DC5-9D2D-871B57BD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is a limitation of one later biography?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B401E-E823-459E-B2AC-46E0DA3D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9743244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2E1A9-77A0-4223-9D04-C4BC105B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Before December 1955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CE93A-B8F1-457C-AADA-146C203C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E43BC-65B0-4CAB-A1EE-445738A2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Rosa Parks had years of civil-rights organising experience, including work with the NAACP. Montgomery buses enforced racial segregation.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B7608-F27E-486B-831F-35081BBC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9890E-1DEC-45B8-AC67-374E87E8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later biography selects events; it is not a recording made at the time.</a:t>
            </a:r>
          </a:p>
        </p:txBody>
      </p:sp>
    </p:spTree>
    <p:extLst>
      <p:ext uri="{BB962C8B-B14F-4D97-AF65-F5344CB8AC3E}">
        <p14:creationId xmlns:p14="http://schemas.microsoft.com/office/powerpoint/2010/main" val="7575335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4123A-8F80-4C4C-A8A2-45A3FDC3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1 December 1955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BF131-39D0-4577-A2F8-D903F41A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66010-099E-4B2A-B199-D2E07778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Parks was arrested after refusing to give up her seat to a white man on a Montgomery bus. Her action helped trigger a sustained community boycott.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65538-C6D3-400F-8843-54A1BFFD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29FE5-6A59-4DA7-ABC6-11F3496D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person’s action should be connected to wider organisation and community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13966821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A7360-71D9-4C67-B61A-5E375F6A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1956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9D674-4105-448E-B223-17B85DE7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23EDE-67D8-4771-9874-F8E3122D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boycott and legal action challenged segregation. A Supreme Court ruling and pressure on bus revenues contributed to the desegregation of Montgomery buses.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DC136-9C7E-458E-8227-02E13D85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D8C69-EA11-4A64-8EEB-AF8D7985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Bus desegregation did not end all racism or inequality.</a:t>
            </a:r>
          </a:p>
        </p:txBody>
      </p:sp>
    </p:spTree>
    <p:extLst>
      <p:ext uri="{BB962C8B-B14F-4D97-AF65-F5344CB8AC3E}">
        <p14:creationId xmlns:p14="http://schemas.microsoft.com/office/powerpoint/2010/main" val="4604863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4BD58-54A6-425C-A68D-C1CDFD9C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Later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8DA29-AB5F-426A-9D75-DAE8CE87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W2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546B6-64D2-4596-AA5B-FC149253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Parks moved to Detroit in 1957 and continued civil-rights work. In 1987 the Rosa and Raymond Parks Institute was established to support young people.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D1750-532A-467F-9348-2CEF5906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5552E-3EFD-4686-A404-1AAE3FBF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Later recognition is evidence of legacy, but not a measure of everyone’s views.</a:t>
            </a:r>
          </a:p>
        </p:txBody>
      </p:sp>
    </p:spTree>
    <p:extLst>
      <p:ext uri="{BB962C8B-B14F-4D97-AF65-F5344CB8AC3E}">
        <p14:creationId xmlns:p14="http://schemas.microsoft.com/office/powerpoint/2010/main" val="452610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2026-09-19T18:37:05.1910000Z</dcterms:created>
  <dcterms:modified xsi:type="dcterms:W3CDTF">2026-09-19T18:37:05.1910000Z</dcterms:modified>
</coreProperties>
</file>