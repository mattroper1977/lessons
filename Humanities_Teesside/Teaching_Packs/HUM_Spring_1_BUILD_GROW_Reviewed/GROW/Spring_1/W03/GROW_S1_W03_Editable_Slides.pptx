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02a402f7944c4c" Type="http://schemas.openxmlformats.org/officeDocument/2006/relationships/extended-properties" Target="docProps/app.xml"/><Relationship Id="R88d15f97bd624187" Type="http://schemas.openxmlformats.org/package/2006/relationships/metadata/core-properties" Target="docProps/core.xml"/><Relationship Id="Rc0151d92c113487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6719e2a5d4c6b"/>
  </p:sldMasterIdLst>
  <p:notesMasterIdLst>
    <p:notesMasterId xmlns:r="http://schemas.openxmlformats.org/officeDocument/2006/relationships" r:id="Rcc477dc4a0d54ab0"/>
  </p:notesMasterIdLst>
  <p:sldIdLst>
    <p:sldId xmlns:r="http://schemas.openxmlformats.org/officeDocument/2006/relationships" id="256" r:id="Rb15e2b1dcb5d4408"/>
    <p:sldId xmlns:r="http://schemas.openxmlformats.org/officeDocument/2006/relationships" id="257" r:id="Rf18dd16201e84409"/>
    <p:sldId xmlns:r="http://schemas.openxmlformats.org/officeDocument/2006/relationships" id="258" r:id="R94988de9fb924707"/>
    <p:sldId xmlns:r="http://schemas.openxmlformats.org/officeDocument/2006/relationships" id="259" r:id="R2a0623294f1143a5"/>
    <p:sldId xmlns:r="http://schemas.openxmlformats.org/officeDocument/2006/relationships" id="260" r:id="Rd3fcf777b3014538"/>
    <p:sldId xmlns:r="http://schemas.openxmlformats.org/officeDocument/2006/relationships" id="261" r:id="R60bf01001f514a8d"/>
    <p:sldId xmlns:r="http://schemas.openxmlformats.org/officeDocument/2006/relationships" id="262" r:id="Rc4e2197ff75f4a66"/>
    <p:sldId xmlns:r="http://schemas.openxmlformats.org/officeDocument/2006/relationships" id="263" r:id="Re1418a753757418a"/>
    <p:sldId xmlns:r="http://schemas.openxmlformats.org/officeDocument/2006/relationships" id="264" r:id="R2305d0ad73974633"/>
    <p:sldId xmlns:r="http://schemas.openxmlformats.org/officeDocument/2006/relationships" id="265" r:id="R1de56621885c451f"/>
    <p:sldId xmlns:r="http://schemas.openxmlformats.org/officeDocument/2006/relationships" id="266" r:id="R5a84cb6a07794c86"/>
    <p:sldId xmlns:r="http://schemas.openxmlformats.org/officeDocument/2006/relationships" id="267" r:id="Rb3472cf66da24ac3"/>
    <p:sldId xmlns:r="http://schemas.openxmlformats.org/officeDocument/2006/relationships" id="268" r:id="R6ae11a2525f041f8"/>
    <p:sldId xmlns:r="http://schemas.openxmlformats.org/officeDocument/2006/relationships" id="269" r:id="R7cdf7fc4409a478c"/>
    <p:sldId xmlns:r="http://schemas.openxmlformats.org/officeDocument/2006/relationships" id="270" r:id="Ra891a1607526435b"/>
    <p:sldId xmlns:r="http://schemas.openxmlformats.org/officeDocument/2006/relationships" id="271" r:id="Rd712d8ef379942b6"/>
    <p:sldId xmlns:r="http://schemas.openxmlformats.org/officeDocument/2006/relationships" id="272" r:id="Re3ac64e172284c68"/>
    <p:sldId xmlns:r="http://schemas.openxmlformats.org/officeDocument/2006/relationships" id="273" r:id="R1b2f0f0018724a8d"/>
    <p:sldId xmlns:r="http://schemas.openxmlformats.org/officeDocument/2006/relationships" id="274" r:id="R88f2f8b902704c14"/>
    <p:sldId xmlns:r="http://schemas.openxmlformats.org/officeDocument/2006/relationships" id="275" r:id="R9667cb334ac344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b43e2d44c0470f" Type="http://schemas.openxmlformats.org/officeDocument/2006/relationships/theme" Target="theme/theme1.xml"/><Relationship Id="R1b2f0f0018724a8d" Type="http://schemas.openxmlformats.org/officeDocument/2006/relationships/slide" Target="slides/slide18.xml"/><Relationship Id="R1de56621885c451f" Type="http://schemas.openxmlformats.org/officeDocument/2006/relationships/slide" Target="slides/slide10.xml"/><Relationship Id="R2305d0ad73974633" Type="http://schemas.openxmlformats.org/officeDocument/2006/relationships/slide" Target="slides/slide9.xml"/><Relationship Id="R2a0623294f1143a5" Type="http://schemas.openxmlformats.org/officeDocument/2006/relationships/slide" Target="slides/slide4.xml"/><Relationship Id="R44d639ffdf5145b3" Type="http://schemas.openxmlformats.org/officeDocument/2006/relationships/tableStyles" Target="tableStyles.xml"/><Relationship Id="R5a84cb6a07794c86" Type="http://schemas.openxmlformats.org/officeDocument/2006/relationships/slide" Target="slides/slide11.xml"/><Relationship Id="R60bf01001f514a8d" Type="http://schemas.openxmlformats.org/officeDocument/2006/relationships/slide" Target="slides/slide6.xml"/><Relationship Id="R6ae11a2525f041f8" Type="http://schemas.openxmlformats.org/officeDocument/2006/relationships/slide" Target="slides/slide13.xml"/><Relationship Id="R7cdf7fc4409a478c" Type="http://schemas.openxmlformats.org/officeDocument/2006/relationships/slide" Target="slides/slide14.xml"/><Relationship Id="R88f2f8b902704c14" Type="http://schemas.openxmlformats.org/officeDocument/2006/relationships/slide" Target="slides/slide19.xml"/><Relationship Id="R94988de9fb924707" Type="http://schemas.openxmlformats.org/officeDocument/2006/relationships/slide" Target="slides/slide3.xml"/><Relationship Id="R9667cb334ac344e0" Type="http://schemas.openxmlformats.org/officeDocument/2006/relationships/slide" Target="slides/slide20.xml"/><Relationship Id="Ra891a1607526435b" Type="http://schemas.openxmlformats.org/officeDocument/2006/relationships/slide" Target="slides/slide15.xml"/><Relationship Id="Raacc2893f32e4374" Type="http://schemas.openxmlformats.org/officeDocument/2006/relationships/presProps" Target="presProps.xml"/><Relationship Id="Rb15e2b1dcb5d4408" Type="http://schemas.openxmlformats.org/officeDocument/2006/relationships/slide" Target="slides/slide1.xml"/><Relationship Id="Rb3472cf66da24ac3" Type="http://schemas.openxmlformats.org/officeDocument/2006/relationships/slide" Target="slides/slide12.xml"/><Relationship Id="Rc4e2197ff75f4a66" Type="http://schemas.openxmlformats.org/officeDocument/2006/relationships/slide" Target="slides/slide7.xml"/><Relationship Id="Rcc477dc4a0d54ab0" Type="http://schemas.openxmlformats.org/officeDocument/2006/relationships/notesMaster" Target="notesMasters/notesMaster1.xml"/><Relationship Id="Rd3fcf777b3014538" Type="http://schemas.openxmlformats.org/officeDocument/2006/relationships/slide" Target="slides/slide5.xml"/><Relationship Id="Rd712d8ef379942b6" Type="http://schemas.openxmlformats.org/officeDocument/2006/relationships/slide" Target="slides/slide16.xml"/><Relationship Id="Rdeb6719e2a5d4c6b" Type="http://schemas.openxmlformats.org/officeDocument/2006/relationships/slideMaster" Target="slideMasters/slideMaster1.xml"/><Relationship Id="Re1418a753757418a" Type="http://schemas.openxmlformats.org/officeDocument/2006/relationships/slide" Target="slides/slide8.xml"/><Relationship Id="Re3ac64e172284c68" Type="http://schemas.openxmlformats.org/officeDocument/2006/relationships/slide" Target="slides/slide17.xml"/><Relationship Id="Rf18dd16201e8440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8bd69e8fd8ef4b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d7a655cc7fc4438" Type="http://schemas.openxmlformats.org/officeDocument/2006/relationships/slide" Target="../slides/slide1.xml"/><Relationship Id="Re4fdcefa555a443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4c411e1996948ef" Type="http://schemas.openxmlformats.org/officeDocument/2006/relationships/notesMaster" Target="../notesMasters/notesMaster1.xml"/><Relationship Id="Rcc25af05acb04f4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82b612a4f1b4715" Type="http://schemas.openxmlformats.org/officeDocument/2006/relationships/notesMaster" Target="../notesMasters/notesMaster1.xml"/><Relationship Id="Rc3a67190cf9e4aa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c769f0f15a5473f" Type="http://schemas.openxmlformats.org/officeDocument/2006/relationships/notesMaster" Target="../notesMasters/notesMaster1.xml"/><Relationship Id="R7fe22b34747349cf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e646f5ab33e4e3b" Type="http://schemas.openxmlformats.org/officeDocument/2006/relationships/slide" Target="../slides/slide5.xml"/><Relationship Id="R96927bf82866400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d496d4d47a84968" Type="http://schemas.openxmlformats.org/officeDocument/2006/relationships/notesMaster" Target="../notesMasters/notesMaster1.xml"/><Relationship Id="Rd915ba7c35db4a1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bb4a37e26344129" Type="http://schemas.openxmlformats.org/officeDocument/2006/relationships/notesMaster" Target="../notesMasters/notesMaster1.xml"/><Relationship Id="R8c7f93f7fa8b416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93e42756b4e4e80" Type="http://schemas.openxmlformats.org/officeDocument/2006/relationships/notesMaster" Target="../notesMasters/notesMaster1.xml"/><Relationship Id="Rbe42364ce59a453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bfff971eae943e1" Type="http://schemas.openxmlformats.org/officeDocument/2006/relationships/slide" Target="../slides/slide9.xml"/><Relationship Id="R6a05c87527414db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9ef44038bc54705" Type="http://schemas.openxmlformats.org/officeDocument/2006/relationships/slide" Target="../slides/slide10.xml"/><Relationship Id="Raa6cdb5a6455443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c1b3bb2d4ce40f5" Type="http://schemas.openxmlformats.org/officeDocument/2006/relationships/slide" Target="../slides/slide11.xml"/><Relationship Id="Re780f804546545a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cbb70a1ddcc434a" Type="http://schemas.openxmlformats.org/officeDocument/2006/relationships/notesMaster" Target="../notesMasters/notesMaster1.xml"/><Relationship Id="Rb3424d3982484f69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30d9c97859a47f2" Type="http://schemas.openxmlformats.org/officeDocument/2006/relationships/slide" Target="../slides/slide13.xml"/><Relationship Id="R631e71f40ba24f24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2d39ebeedb24a09" Type="http://schemas.openxmlformats.org/officeDocument/2006/relationships/slide" Target="../slides/slide14.xml"/><Relationship Id="R9f5af0c98cff40c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19ac83ddecb45b9" Type="http://schemas.openxmlformats.org/officeDocument/2006/relationships/slide" Target="../slides/slide15.xml"/><Relationship Id="Rf96f89401c884b6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bf10c359a014bf6" Type="http://schemas.openxmlformats.org/officeDocument/2006/relationships/notesMaster" Target="../notesMasters/notesMaster1.xml"/><Relationship Id="Re4ff126d2b59414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a3dc2ff375e4bf0" Type="http://schemas.openxmlformats.org/officeDocument/2006/relationships/notesMaster" Target="../notesMasters/notesMaster1.xml"/><Relationship Id="R8780b2fe41d54e7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9b6a114786c4d17" Type="http://schemas.openxmlformats.org/officeDocument/2006/relationships/slide" Target="../slides/slide18.xml"/><Relationship Id="Reccf4961898e4a5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b9e30c4d9bb24f47" Type="http://schemas.openxmlformats.org/officeDocument/2006/relationships/notesMaster" Target="../notesMasters/notesMaster1.xml"/><Relationship Id="Re2830950b3bf4987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b41732154e84d01" Type="http://schemas.openxmlformats.org/officeDocument/2006/relationships/notesMaster" Target="../notesMasters/notesMaster1.xml"/><Relationship Id="R224894a17e3c4603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The source describes years of civil-rights work.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enforced racial segregation and unequal treatment.</a:t>
            </a:r>
          </a:p>
          <a:p xmlns:a="http://schemas.openxmlformats.org/drawingml/2006/main">
            <a:r>
              <a:t>Give a reason when ready. Answer: Community action and legal decisions also mattered.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Because ___, people ___. Alongside ___, this contributed to ___.</a:t>
            </a:r>
          </a:p>
          <a:p xmlns:a="http://schemas.openxmlformats.org/drawingml/2006/main">
            <a:r>
              <a:t>Connect segregation, protest and desegregation. Explain using a named detail.</a:t>
            </a:r>
          </a:p>
          <a:p xmlns:a="http://schemas.openxmlformats.org/drawingml/2006/main">
            <a:r>
              <a:t>Explain how two factors worked together.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Enforced bus segregation — Cause — This was the unjust system being challenged.</a:t>
            </a:r>
          </a:p>
          <a:p xmlns:a="http://schemas.openxmlformats.org/drawingml/2006/main">
            <a:r>
              <a:t>Boycott and legal action — Action — People organised and challenged the rules.</a:t>
            </a:r>
          </a:p>
          <a:p xmlns:a="http://schemas.openxmlformats.org/drawingml/2006/main">
            <a:r>
              <a:t>Desegregation of buses — Consequence — The 1956 change addressed the bus system.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Because ___, people ___. Alongside ___, this contributed to ___. Complete the organiser one space at a time. Because ___, people ___. Alongside ___, this contributed to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Because ___, people ___. Alongside ___, this contributed to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two factors worked together.</a:t>
            </a:r>
          </a:p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enforced racial segregation and unequal treatment.</a:t>
            </a:r>
          </a:p>
          <a:p xmlns:a="http://schemas.openxmlformats.org/drawingml/2006/main">
            <a:r>
              <a:t>Community action and legal decisions also mattered.</a:t>
            </a:r>
          </a:p>
          <a:p xmlns:a="http://schemas.openxmlformats.org/drawingml/2006/main">
            <a:r>
              <a:t>Support: Because ___, people ___. Alongside ___, this contributed to ___.</a:t>
            </a:r>
          </a:p>
          <a:p xmlns:a="http://schemas.openxmlformats.org/drawingml/2006/main">
            <a:r>
              <a:t>Extension: Explain how two factors worked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causal explanation and exit check.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d71475d6dba48f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7b3678e324e4c30" Type="http://schemas.openxmlformats.org/officeDocument/2006/relationships/slideLayout" Target="../slideLayouts/slideLayout1.xml"/><Relationship Id="Rded177eb8777440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b3678e324e4c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290896519fa4a9f" Type="http://schemas.openxmlformats.org/officeDocument/2006/relationships/notesSlide" Target="../notesSlides/notesSlide1.xml"/><Relationship Id="R7ca04b5ecf5a459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247ee5bf70f46c5" Type="http://schemas.openxmlformats.org/officeDocument/2006/relationships/notesSlide" Target="../notesSlides/notesSlide2.xml"/><Relationship Id="R9777d43f8d974c9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78bce8f7ea34371" Type="http://schemas.openxmlformats.org/officeDocument/2006/relationships/notesSlide" Target="../notesSlides/notesSlide3.xml"/><Relationship Id="Re3b6124a0b714a8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dc6ad20bfda8405d" Type="http://schemas.openxmlformats.org/officeDocument/2006/relationships/notesSlide" Target="../notesSlides/notesSlide4.xml"/><Relationship Id="Rf0d180862e9442e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d65ab7e2d3744101" Type="http://schemas.openxmlformats.org/officeDocument/2006/relationships/slideLayout" Target="../slideLayouts/slideLayout1.xml"/><Relationship Id="Rf90538b75d4d465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75e2db7050d41c8" Type="http://schemas.openxmlformats.org/officeDocument/2006/relationships/slideLayout" Target="../slideLayouts/slideLayout1.xml"/><Relationship Id="R29ebb500ab1b44f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91189b41894253" Type="http://schemas.openxmlformats.org/officeDocument/2006/relationships/notesSlide" Target="../notesSlides/notesSlide7.xml"/><Relationship Id="R50fe73768e3d4a5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e3118b3a7a64d4b" Type="http://schemas.openxmlformats.org/officeDocument/2006/relationships/notesSlide" Target="../notesSlides/notesSlide8.xml"/><Relationship Id="Re1cdb8432af84c5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929a22ed30d4f79" Type="http://schemas.openxmlformats.org/officeDocument/2006/relationships/slideLayout" Target="../slideLayouts/slideLayout1.xml"/><Relationship Id="R2e88724fbd534b4f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1a558f75e8b4fda" Type="http://schemas.openxmlformats.org/officeDocument/2006/relationships/slideLayout" Target="../slideLayouts/slideLayout1.xml"/><Relationship Id="Rd6867ca959b84a7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38d8cf5fe20423d" Type="http://schemas.openxmlformats.org/officeDocument/2006/relationships/notesSlide" Target="../notesSlides/notesSlide11.xml"/><Relationship Id="Rc5f92dac5745433e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6d93d7aa40e1448a" Type="http://schemas.openxmlformats.org/officeDocument/2006/relationships/notesSlide" Target="../notesSlides/notesSlide12.xml"/><Relationship Id="Rd20ce148340b419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67b1f598b5a4e71" Type="http://schemas.openxmlformats.org/officeDocument/2006/relationships/slideLayout" Target="../slideLayouts/slideLayout1.xml"/><Relationship Id="Ra844a6b9c2674fca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0b411de7bdd45a2" Type="http://schemas.openxmlformats.org/officeDocument/2006/relationships/notesSlide" Target="../notesSlides/notesSlide14.xml"/><Relationship Id="R6ce251908ec44a5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cf0c8bdad664662" Type="http://schemas.openxmlformats.org/officeDocument/2006/relationships/notesSlide" Target="../notesSlides/notesSlide15.xml"/><Relationship Id="R69297d823892461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740250d89f84d25" Type="http://schemas.openxmlformats.org/officeDocument/2006/relationships/notesSlide" Target="../notesSlides/notesSlide16.xml"/><Relationship Id="R6981fcf1ed42485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02071702a8634245" Type="http://schemas.openxmlformats.org/officeDocument/2006/relationships/slideLayout" Target="../slideLayouts/slideLayout1.xml"/><Relationship Id="R30bd7e2d6811490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c535117cc864ea2" Type="http://schemas.openxmlformats.org/officeDocument/2006/relationships/notesSlide" Target="../notesSlides/notesSlide18.xml"/><Relationship Id="Rba6d056f1f514d8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39f88ad923c463b" Type="http://schemas.openxmlformats.org/officeDocument/2006/relationships/slideLayout" Target="../slideLayouts/slideLayout1.xml"/><Relationship Id="R5b89946ff73c421b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6e7b89816fd4a9e" Type="http://schemas.openxmlformats.org/officeDocument/2006/relationships/notesSlide" Target="../notesSlides/notesSlide20.xml"/><Relationship Id="Rfaaf81c7be77411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9D4CD-E991-4663-91B8-5E7A062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Causes and consequences of protest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8BE3C-6829-401D-8609-D1F7863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D16E4-93D3-4F4B-ADF2-C0BC4D8A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causes and consequences of a protest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6DD0B-B2D9-4F45-8969-1826C1D4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CD9D-174C-416C-9EA0-D9F4407B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08167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60C7A-4A54-4ABB-87C3-9465058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06CBD-230D-4ACE-8C13-B988DDC3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C6C65-0B18-4AB9-A58A-5BB0D6E9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Was Parks’ action separate from all earlier organising?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7BC52-FE2E-4D59-8B59-F2E77F5A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614511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8F702-9757-4AF9-AC64-8D1F6758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E4C26-425B-4FA9-9BAD-21900E5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C50DB-FAB3-4D49-93BD-AF96207A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was the bus system challenged?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9F99F-46A9-4505-93D9-EC9CA8C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avoid saying Parks alone ended segregation?</a:t>
            </a:r>
          </a:p>
        </p:txBody>
      </p:sp>
    </p:spTree>
    <p:extLst>
      <p:ext uri="{BB962C8B-B14F-4D97-AF65-F5344CB8AC3E}">
        <p14:creationId xmlns:p14="http://schemas.microsoft.com/office/powerpoint/2010/main" val="2145426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6B6B-C2D9-4701-AC50-266C1FD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F9446-B1EB-4BBB-898A-4EFD5B9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952C8-5CEB-4CC5-98B2-EDC9F34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A7C38-C43A-42F4-8E9C-AC5E4E6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C008-98F6-4091-95A3-4096E5A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FC4BE-5C91-4DBC-B04B-87828E1A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1723836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DCE35-D57C-411A-AA0B-F8CBFFC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63BA8-FA9E-44DE-A66B-B46435B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961CD-D50B-4418-9E37-66BA96E7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 segregation, protest and desegregation.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A55F3-E1E6-43BD-9C79-15883EA7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2655C-CB08-4868-A134-C140A88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Because ___, people ___. Alongside ___, this contributed to ___.</a:t>
            </a:r>
          </a:p>
        </p:txBody>
      </p:sp>
    </p:spTree>
    <p:extLst>
      <p:ext uri="{BB962C8B-B14F-4D97-AF65-F5344CB8AC3E}">
        <p14:creationId xmlns:p14="http://schemas.microsoft.com/office/powerpoint/2010/main" val="1702708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42063-7182-4E31-AEA6-26B0EFB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FFCF9-2529-47F4-B7D3-9A06765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BF302-97DD-437F-919F-C6588B07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was the bus system challenged?</a:t>
            </a:r>
          </a:p>
        </p:txBody>
      </p:sp>
    </p:spTree>
    <p:extLst>
      <p:ext uri="{BB962C8B-B14F-4D97-AF65-F5344CB8AC3E}">
        <p14:creationId xmlns:p14="http://schemas.microsoft.com/office/powerpoint/2010/main" val="2077246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4DC25-04F1-46D0-A113-48503DB7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8D296-96C3-40B4-B4D3-EFEB0ADA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A1A4E-2EA5-450D-AF48-B991B7C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Before December 1955: Rosa Parks had years of civil-rights organising experience, including work with the NAACP. Montgomery buses enforced racial segregation.</a:t>
            </a:r>
          </a:p>
        </p:txBody>
      </p:sp>
    </p:spTree>
    <p:extLst>
      <p:ext uri="{BB962C8B-B14F-4D97-AF65-F5344CB8AC3E}">
        <p14:creationId xmlns:p14="http://schemas.microsoft.com/office/powerpoint/2010/main" val="429950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2EE8C-DB8E-43B8-B8F3-52D8675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0188B-422C-41E9-BBAA-686ECA6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C9FC9-D2B4-4859-A0B9-BB688F4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enforced racial segregation and unequal treatment.</a:t>
            </a:r>
          </a:p>
        </p:txBody>
      </p:sp>
    </p:spTree>
    <p:extLst>
      <p:ext uri="{BB962C8B-B14F-4D97-AF65-F5344CB8AC3E}">
        <p14:creationId xmlns:p14="http://schemas.microsoft.com/office/powerpoint/2010/main" val="365533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161A7-71F0-42DC-B777-641F8992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9D77-EFEB-4F5E-BC37-5C32C5FB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D9F7-236D-4F1A-8B75-064238E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avoid saying Parks alone ended segregation? Community action and legal decisions also mattered.</a:t>
            </a:r>
          </a:p>
        </p:txBody>
      </p:sp>
    </p:spTree>
    <p:extLst>
      <p:ext uri="{BB962C8B-B14F-4D97-AF65-F5344CB8AC3E}">
        <p14:creationId xmlns:p14="http://schemas.microsoft.com/office/powerpoint/2010/main" val="1756806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7959C-AD63-4F86-8EB8-3CEDEE3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E5842-AEBA-49C7-A664-33BDEC4C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60389-05E7-4B90-9763-D7778BAC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Connect segregation, protest and desegregation.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D1810-07AB-4F7C-9DF2-22A057C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the role of legal action to avoid a single-cause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2B1B3-284D-456C-A4DE-2CF8B89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650553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93801-0907-4164-9F0B-4188409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998A-34E2-47B8-B530-E9D29FC7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B6447-2F3B-4F23-BB56-D884AD7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bus segregation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0C9AE-9D98-4D61-8777-2757C89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 and legal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71BAF-CCFE-4B3D-AF3C-20E14C58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Desegregation of buses</a:t>
            </a:r>
          </a:p>
        </p:txBody>
      </p:sp>
    </p:spTree>
    <p:extLst>
      <p:ext uri="{BB962C8B-B14F-4D97-AF65-F5344CB8AC3E}">
        <p14:creationId xmlns:p14="http://schemas.microsoft.com/office/powerpoint/2010/main" val="1752826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B99A7-9919-430A-BF69-A7DD15B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DB5C-15BC-45A4-B5A4-0B1724F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CCDFC-C0BB-49B9-BAA9-394EF26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cause, event and consequence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CEFD2-55E0-4D03-B57D-6EE10BC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links using because and therefore plus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6C57D-B3C7-4546-BC04-D133D5F8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one thing the change did not solve.</a:t>
            </a:r>
          </a:p>
        </p:txBody>
      </p:sp>
    </p:spTree>
    <p:extLst>
      <p:ext uri="{BB962C8B-B14F-4D97-AF65-F5344CB8AC3E}">
        <p14:creationId xmlns:p14="http://schemas.microsoft.com/office/powerpoint/2010/main" val="16109999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D4061-D385-488A-A6E2-1644920A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8BF0-D17E-4945-85F3-8782830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0DB67-9AD5-49F5-84C4-FEC26579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cause, event and consequence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1E041-C260-43B6-B37E-055C09F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links using because and therefore plus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64DD8-577A-4828-B1ED-A35EE41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one thing the change did not solve.</a:t>
            </a:r>
          </a:p>
        </p:txBody>
      </p:sp>
    </p:spTree>
    <p:extLst>
      <p:ext uri="{BB962C8B-B14F-4D97-AF65-F5344CB8AC3E}">
        <p14:creationId xmlns:p14="http://schemas.microsoft.com/office/powerpoint/2010/main" val="9267886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46D37-ABA0-42C2-ADEF-39B7774E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F77F7-8212-46A7-9069-841955E4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23290-1BA3-43E0-9991-1E5C323F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cause, event and consequence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8944D-E842-4DCE-B7FA-B4AC93C3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links using because and therefore plus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4BB6E-3D04-48E5-9145-126FB74A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one thing the change did not solve.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22A2D-6093-48CA-8C4A-D48A9456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two factors worked together.</a:t>
            </a:r>
          </a:p>
        </p:txBody>
      </p:sp>
    </p:spTree>
    <p:extLst>
      <p:ext uri="{BB962C8B-B14F-4D97-AF65-F5344CB8AC3E}">
        <p14:creationId xmlns:p14="http://schemas.microsoft.com/office/powerpoint/2010/main" val="10558524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AE635-1843-41EE-8FDF-188DDEB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E309D-1654-4DCE-BEAB-F00D4A6D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60E89-FF78-44AC-A364-AF33D3DC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causal explanation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B20E6-B0F0-4084-ACF4-0113FEA6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2FD1C-AD58-4342-A189-C5EA47D5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3304979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BB6A3-A69A-4C19-9D7C-5F37347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E2A31-BEEF-458F-8BFC-0E04E5E0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E3FCF-377C-4760-B4F2-4F86035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was the bus system challenged?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32B0-4917-4C13-B8B1-C84A88C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avoid saying Parks alone ended segregation?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A349-5C7F-4E9E-88EB-5018AF9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179051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D8B7E-2678-4263-BE7F-14DFC62A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0A6E8-D3B3-48BC-A194-214A69D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DCE9E-4505-443A-8F74-5A9D3399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15D9C-0AF4-45D2-B8DC-6A26E03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4FFC7-E877-4837-AA10-A250E825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1462966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B3196-04A9-4DCB-91B0-C211CF41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1D81B-E56A-47CA-BA30-4C31288E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F0AA3-AD1F-4784-85C1-8CEBAF3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52EB-98EF-4B2F-9D99-F4DC7E0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88D1-5DFC-465E-BFB2-E356CF5F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4566570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1C397-526D-4E10-9709-F3685A1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F2B8B-7A77-4D25-9961-60B6BFB0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8A477-BE21-48B5-A1EA-5F1B9CF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0A0EE-DAD7-4F0F-AB5C-8712D2A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CFE5D-5343-4402-8439-2E268B2A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474124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12E2-54AA-4488-8C70-86491023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44BB5-C5CB-4556-9B3C-510AB66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B12C9-A213-429A-8712-DCD70122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7D1C3-62C5-430E-AE68-42657BA8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7495E-E60C-47A7-861C-A6D43D1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898939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2026-09-19T18:37:09.0210000Z</dcterms:created>
  <dcterms:modified xsi:type="dcterms:W3CDTF">2026-09-19T18:37:09.0210000Z</dcterms:modified>
</coreProperties>
</file>