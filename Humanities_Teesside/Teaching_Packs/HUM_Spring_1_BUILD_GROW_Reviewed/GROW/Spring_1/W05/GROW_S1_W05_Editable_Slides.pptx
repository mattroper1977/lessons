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71ba0b94168422a" Type="http://schemas.openxmlformats.org/officeDocument/2006/relationships/extended-properties" Target="docProps/app.xml"/><Relationship Id="R6b30ee59fe5f4658" Type="http://schemas.openxmlformats.org/officeDocument/2006/relationships/officeDocument" Target="ppt/presentation.xml"/><Relationship Id="Re51d2dc0472b4cf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4c8019b8164310"/>
  </p:sldMasterIdLst>
  <p:notesMasterIdLst>
    <p:notesMasterId xmlns:r="http://schemas.openxmlformats.org/officeDocument/2006/relationships" r:id="Re541997807134854"/>
  </p:notesMasterIdLst>
  <p:sldIdLst>
    <p:sldId xmlns:r="http://schemas.openxmlformats.org/officeDocument/2006/relationships" id="256" r:id="Rf5875d204f134a8a"/>
    <p:sldId xmlns:r="http://schemas.openxmlformats.org/officeDocument/2006/relationships" id="257" r:id="Rf12d027a57ad4695"/>
    <p:sldId xmlns:r="http://schemas.openxmlformats.org/officeDocument/2006/relationships" id="258" r:id="R5abb3ad9e73f4b7c"/>
    <p:sldId xmlns:r="http://schemas.openxmlformats.org/officeDocument/2006/relationships" id="259" r:id="R26611a0b82ae4a3a"/>
    <p:sldId xmlns:r="http://schemas.openxmlformats.org/officeDocument/2006/relationships" id="260" r:id="Rcf138dd28b2b40bc"/>
    <p:sldId xmlns:r="http://schemas.openxmlformats.org/officeDocument/2006/relationships" id="261" r:id="R6ad36c9f974e4b3d"/>
    <p:sldId xmlns:r="http://schemas.openxmlformats.org/officeDocument/2006/relationships" id="262" r:id="R93308b77310a4708"/>
    <p:sldId xmlns:r="http://schemas.openxmlformats.org/officeDocument/2006/relationships" id="263" r:id="Rbfdd24ee86b64e3d"/>
    <p:sldId xmlns:r="http://schemas.openxmlformats.org/officeDocument/2006/relationships" id="264" r:id="R36d5d529f4f543d9"/>
    <p:sldId xmlns:r="http://schemas.openxmlformats.org/officeDocument/2006/relationships" id="265" r:id="R4a72f430c03a4368"/>
    <p:sldId xmlns:r="http://schemas.openxmlformats.org/officeDocument/2006/relationships" id="266" r:id="Rba5c5c65380a4a2e"/>
    <p:sldId xmlns:r="http://schemas.openxmlformats.org/officeDocument/2006/relationships" id="267" r:id="R55e81ac3710d4856"/>
    <p:sldId xmlns:r="http://schemas.openxmlformats.org/officeDocument/2006/relationships" id="268" r:id="R1df0c711deed4347"/>
    <p:sldId xmlns:r="http://schemas.openxmlformats.org/officeDocument/2006/relationships" id="269" r:id="R073e8d955cd049c9"/>
    <p:sldId xmlns:r="http://schemas.openxmlformats.org/officeDocument/2006/relationships" id="270" r:id="Rf9020e939ead47b7"/>
    <p:sldId xmlns:r="http://schemas.openxmlformats.org/officeDocument/2006/relationships" id="271" r:id="Rfcb36f85244f4276"/>
    <p:sldId xmlns:r="http://schemas.openxmlformats.org/officeDocument/2006/relationships" id="272" r:id="R7dea4e3cd10d471c"/>
    <p:sldId xmlns:r="http://schemas.openxmlformats.org/officeDocument/2006/relationships" id="273" r:id="R086d0b36d91d4c69"/>
    <p:sldId xmlns:r="http://schemas.openxmlformats.org/officeDocument/2006/relationships" id="274" r:id="R2de389db86b4445a"/>
    <p:sldId xmlns:r="http://schemas.openxmlformats.org/officeDocument/2006/relationships" id="275" r:id="Rb3d803f35b7c47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559a6cab8b4259" Type="http://schemas.openxmlformats.org/officeDocument/2006/relationships/theme" Target="theme/theme1.xml"/><Relationship Id="R073e8d955cd049c9" Type="http://schemas.openxmlformats.org/officeDocument/2006/relationships/slide" Target="slides/slide14.xml"/><Relationship Id="R086d0b36d91d4c69" Type="http://schemas.openxmlformats.org/officeDocument/2006/relationships/slide" Target="slides/slide18.xml"/><Relationship Id="R1df0c711deed4347" Type="http://schemas.openxmlformats.org/officeDocument/2006/relationships/slide" Target="slides/slide13.xml"/><Relationship Id="R26611a0b82ae4a3a" Type="http://schemas.openxmlformats.org/officeDocument/2006/relationships/slide" Target="slides/slide4.xml"/><Relationship Id="R2de389db86b4445a" Type="http://schemas.openxmlformats.org/officeDocument/2006/relationships/slide" Target="slides/slide19.xml"/><Relationship Id="R36d5d529f4f543d9" Type="http://schemas.openxmlformats.org/officeDocument/2006/relationships/slide" Target="slides/slide9.xml"/><Relationship Id="R4a72f430c03a4368" Type="http://schemas.openxmlformats.org/officeDocument/2006/relationships/slide" Target="slides/slide10.xml"/><Relationship Id="R55e81ac3710d4856" Type="http://schemas.openxmlformats.org/officeDocument/2006/relationships/slide" Target="slides/slide12.xml"/><Relationship Id="R5abb3ad9e73f4b7c" Type="http://schemas.openxmlformats.org/officeDocument/2006/relationships/slide" Target="slides/slide3.xml"/><Relationship Id="R6ad36c9f974e4b3d" Type="http://schemas.openxmlformats.org/officeDocument/2006/relationships/slide" Target="slides/slide6.xml"/><Relationship Id="R7dea4e3cd10d471c" Type="http://schemas.openxmlformats.org/officeDocument/2006/relationships/slide" Target="slides/slide17.xml"/><Relationship Id="R93308b77310a4708" Type="http://schemas.openxmlformats.org/officeDocument/2006/relationships/slide" Target="slides/slide7.xml"/><Relationship Id="Rb3d803f35b7c472e" Type="http://schemas.openxmlformats.org/officeDocument/2006/relationships/slide" Target="slides/slide20.xml"/><Relationship Id="Rba5c5c65380a4a2e" Type="http://schemas.openxmlformats.org/officeDocument/2006/relationships/slide" Target="slides/slide11.xml"/><Relationship Id="Rbfdd24ee86b64e3d" Type="http://schemas.openxmlformats.org/officeDocument/2006/relationships/slide" Target="slides/slide8.xml"/><Relationship Id="Rc24c8019b8164310" Type="http://schemas.openxmlformats.org/officeDocument/2006/relationships/slideMaster" Target="slideMasters/slideMaster1.xml"/><Relationship Id="Rcf138dd28b2b40bc" Type="http://schemas.openxmlformats.org/officeDocument/2006/relationships/slide" Target="slides/slide5.xml"/><Relationship Id="Rd2c69c90ffab4447" Type="http://schemas.openxmlformats.org/officeDocument/2006/relationships/tableStyles" Target="tableStyles.xml"/><Relationship Id="Re541997807134854" Type="http://schemas.openxmlformats.org/officeDocument/2006/relationships/notesMaster" Target="notesMasters/notesMaster1.xml"/><Relationship Id="Rf12d027a57ad4695" Type="http://schemas.openxmlformats.org/officeDocument/2006/relationships/slide" Target="slides/slide2.xml"/><Relationship Id="Rf3e3e98f3d4b4c72" Type="http://schemas.openxmlformats.org/officeDocument/2006/relationships/presProps" Target="presProps.xml"/><Relationship Id="Rf5875d204f134a8a" Type="http://schemas.openxmlformats.org/officeDocument/2006/relationships/slide" Target="slides/slide1.xml"/><Relationship Id="Rf9020e939ead47b7" Type="http://schemas.openxmlformats.org/officeDocument/2006/relationships/slide" Target="slides/slide15.xml"/><Relationship Id="Rfcb36f85244f4276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f6a37391826f42b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b145159c4004ea4" Type="http://schemas.openxmlformats.org/officeDocument/2006/relationships/notesMaster" Target="../notesMasters/notesMaster1.xml"/><Relationship Id="R49b0ec184db848ba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40df56d2b554d3e" Type="http://schemas.openxmlformats.org/officeDocument/2006/relationships/notesMaster" Target="../notesMasters/notesMaster1.xml"/><Relationship Id="Rf620ca757e3e4d9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e07a0ec90264c06" Type="http://schemas.openxmlformats.org/officeDocument/2006/relationships/notesMaster" Target="../notesMasters/notesMaster1.xml"/><Relationship Id="Rd29531fac58c408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2ae0e2040b84a06" Type="http://schemas.openxmlformats.org/officeDocument/2006/relationships/slide" Target="../slides/slide4.xml"/><Relationship Id="Ra81dfe7dbe30459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9ca1470da004ba8" Type="http://schemas.openxmlformats.org/officeDocument/2006/relationships/notesMaster" Target="../notesMasters/notesMaster1.xml"/><Relationship Id="Rc4b45c1d5078458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f813a2336e349f1" Type="http://schemas.openxmlformats.org/officeDocument/2006/relationships/slide" Target="../slides/slide6.xml"/><Relationship Id="Rf5883f809824488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e16fe3cd98a4367" Type="http://schemas.openxmlformats.org/officeDocument/2006/relationships/slide" Target="../slides/slide7.xml"/><Relationship Id="R5a2a38a6628443c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6fa9a37858e48fc" Type="http://schemas.openxmlformats.org/officeDocument/2006/relationships/notesMaster" Target="../notesMasters/notesMaster1.xml"/><Relationship Id="Rb244b79acead486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b503eacf160049e4" Type="http://schemas.openxmlformats.org/officeDocument/2006/relationships/notesMaster" Target="../notesMasters/notesMaster1.xml"/><Relationship Id="Re82e28bd07b344bc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3022fc3331a4b93" Type="http://schemas.openxmlformats.org/officeDocument/2006/relationships/slide" Target="../slides/slide10.xml"/><Relationship Id="R23bc11077c894e1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6af3829a83d46e9" Type="http://schemas.openxmlformats.org/officeDocument/2006/relationships/slide" Target="../slides/slide11.xml"/><Relationship Id="Ra8801d8d37d241f7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fb255bd72b445e3" Type="http://schemas.openxmlformats.org/officeDocument/2006/relationships/slide" Target="../slides/slide12.xml"/><Relationship Id="R7094c1dbe7f343b6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0982226bb01462f" Type="http://schemas.openxmlformats.org/officeDocument/2006/relationships/notesMaster" Target="../notesMasters/notesMaster1.xml"/><Relationship Id="Rd264530583a74938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0a55ccc244524c4d" Type="http://schemas.openxmlformats.org/officeDocument/2006/relationships/notesMaster" Target="../notesMasters/notesMaster1.xml"/><Relationship Id="R26dd949bac8e483e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689b588b16c44466" Type="http://schemas.openxmlformats.org/officeDocument/2006/relationships/notesMaster" Target="../notesMasters/notesMaster1.xml"/><Relationship Id="Rc713fb3f761046da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06da52135eaa408d" Type="http://schemas.openxmlformats.org/officeDocument/2006/relationships/slide" Target="../slides/slide16.xml"/><Relationship Id="R0fd83ebecad54207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e9bb2a380c5e46b9" Type="http://schemas.openxmlformats.org/officeDocument/2006/relationships/notesMaster" Target="../notesMasters/notesMaster1.xml"/><Relationship Id="Rf164e65b2e0d40f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82879b22d61d401a" Type="http://schemas.openxmlformats.org/officeDocument/2006/relationships/notesMaster" Target="../notesMasters/notesMaster1.xml"/><Relationship Id="Re9853c3b2d5e46ec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247253c570164e98" Type="http://schemas.openxmlformats.org/officeDocument/2006/relationships/slide" Target="../slides/slide19.xml"/><Relationship Id="R8a10b62704584f16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c961dbd296b6469e" Type="http://schemas.openxmlformats.org/officeDocument/2006/relationships/slide" Target="../slides/slide20.xml"/><Relationship Id="Rd770973767094d7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C, describing desegregation of Montgomery buses.</a:t>
            </a:r>
          </a:p>
          <a:p xmlns:a="http://schemas.openxmlformats.org/drawingml/2006/main">
            <a:r>
              <a:t>Choose: An action expressing opposition OR Choosing not to use a service or buy goods. Answer: An action expressing opposition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B,C or read one relevant card together. Answer: No. It should explain the links and changes.</a:t>
            </a:r>
          </a:p>
          <a:p xmlns:a="http://schemas.openxmlformats.org/drawingml/2006/main">
            <a:r>
              <a:t>Give a reason when ready. Answer: Answer the enquiry using the evidence already explained.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Before ___. In 1955 ___. By 1956 ___. This mattered because ___.</a:t>
            </a:r>
          </a:p>
          <a:p xmlns:a="http://schemas.openxmlformats.org/drawingml/2006/main">
            <a:r>
              <a:t>Repair a draft with confused chronology and an unsupported conclusion. Explain using a named detail.</a:t>
            </a:r>
          </a:p>
          <a:p xmlns:a="http://schemas.openxmlformats.org/drawingml/2006/main">
            <a:r>
              <a:t>Weigh the importance of individual action, organisation and law.</a:t>
            </a:r>
          </a:p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boycott ended all inequality — It challenged bus segregation; inequality continued — This keeps the claim within the evidence.</a:t>
            </a:r>
          </a:p>
          <a:p xmlns:a="http://schemas.openxmlformats.org/drawingml/2006/main">
            <a:r>
              <a:t>Parks had never campaigned before 1955 — Parks had years of organising experience — A records her earlier work.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Before ___. In 1955 ___. By 1956 ___. This mattered because ___. Complete the organiser one space at a time. Before ___. In 1955 ___. By 1956 ___. This mattered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___. In 1955 ___. By 1956 ___. This mattered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Weigh the importance of individual action, organisation and law.</a:t>
            </a:r>
          </a:p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It should explain the links and changes.</a:t>
            </a:r>
          </a:p>
          <a:p xmlns:a="http://schemas.openxmlformats.org/drawingml/2006/main">
            <a:r>
              <a:t>Answer the enquiry using the evidence already explained.</a:t>
            </a:r>
          </a:p>
          <a:p xmlns:a="http://schemas.openxmlformats.org/drawingml/2006/main">
            <a:r>
              <a:t>Support: Before ___. In 1955 ___. By 1956 ___. This mattered because ___.</a:t>
            </a:r>
          </a:p>
          <a:p xmlns:a="http://schemas.openxmlformats.org/drawingml/2006/main">
            <a:r>
              <a:t>Extension: Weigh the importance of individual action, organisation and law.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structured account with evidence and chronology.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 National Park Service Rosa Parks: https://www.nps.gov/people/rosa-parks.htm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817f940355224fe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68a092a0f874aca" Type="http://schemas.openxmlformats.org/officeDocument/2006/relationships/theme" Target="theme/theme2.xml"/><Relationship Id="R4208a933293e4a3f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08a933293e4a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7e12af6d3d74e6b" Type="http://schemas.openxmlformats.org/officeDocument/2006/relationships/slideLayout" Target="../slideLayouts/slideLayout1.xml"/><Relationship Id="Rb53eaaa68e894c4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3bb5e70335a4895" Type="http://schemas.openxmlformats.org/officeDocument/2006/relationships/notesSlide" Target="../notesSlides/notesSlide2.xml"/><Relationship Id="R57637e6cec6642dd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802d3aaa6c2e47a6" Type="http://schemas.openxmlformats.org/officeDocument/2006/relationships/slideLayout" Target="../slideLayouts/slideLayout1.xml"/><Relationship Id="Rcbc40031efd8405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546fea52abc4768" Type="http://schemas.openxmlformats.org/officeDocument/2006/relationships/notesSlide" Target="../notesSlides/notesSlide4.xml"/><Relationship Id="Rb7fffb927d5a44a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c3e408a7a15a4718" Type="http://schemas.openxmlformats.org/officeDocument/2006/relationships/notesSlide" Target="../notesSlides/notesSlide5.xml"/><Relationship Id="Rd695b67427ff42ac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256d785e46c4151" Type="http://schemas.openxmlformats.org/officeDocument/2006/relationships/notesSlide" Target="../notesSlides/notesSlide6.xml"/><Relationship Id="R769f5cf06fda422a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6c890b1e755404b" Type="http://schemas.openxmlformats.org/officeDocument/2006/relationships/slideLayout" Target="../slideLayouts/slideLayout1.xml"/><Relationship Id="Rc7b5da77ff024e8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6643fb4fd8a4427a" Type="http://schemas.openxmlformats.org/officeDocument/2006/relationships/slideLayout" Target="../slideLayouts/slideLayout1.xml"/><Relationship Id="R7e8870042c7b433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6c10755f12ea4054" Type="http://schemas.openxmlformats.org/officeDocument/2006/relationships/slideLayout" Target="../slideLayouts/slideLayout1.xml"/><Relationship Id="R78fbd1bedc994f1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7ea44d4dada478b" Type="http://schemas.openxmlformats.org/officeDocument/2006/relationships/notesSlide" Target="../notesSlides/notesSlide10.xml"/><Relationship Id="R0a8ee171c8e3451a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5e4e78b28dd4eb1" Type="http://schemas.openxmlformats.org/officeDocument/2006/relationships/slideLayout" Target="../slideLayouts/slideLayout1.xml"/><Relationship Id="R0acc88f544c24f2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72f9a1656387457f" Type="http://schemas.openxmlformats.org/officeDocument/2006/relationships/slideLayout" Target="../slideLayouts/slideLayout1.xml"/><Relationship Id="Rac88e6cb69fd478b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979c8656dc0843f3" Type="http://schemas.openxmlformats.org/officeDocument/2006/relationships/notesSlide" Target="../notesSlides/notesSlide13.xml"/><Relationship Id="Rd0906f21123c46f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269b9ec28c84aa1" Type="http://schemas.openxmlformats.org/officeDocument/2006/relationships/slideLayout" Target="../slideLayouts/slideLayout1.xml"/><Relationship Id="Re2ae56cc679b4ba9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7a439ad9220e43e6" Type="http://schemas.openxmlformats.org/officeDocument/2006/relationships/notesSlide" Target="../notesSlides/notesSlide15.xml"/><Relationship Id="Rbe6b681466ed432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809dbf0f94cd4cab" Type="http://schemas.openxmlformats.org/officeDocument/2006/relationships/notesSlide" Target="../notesSlides/notesSlide16.xml"/><Relationship Id="Rb4460c99668f48f8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84530441a1ea426c" Type="http://schemas.openxmlformats.org/officeDocument/2006/relationships/slideLayout" Target="../slideLayouts/slideLayout1.xml"/><Relationship Id="Rb0dc4cdbd340409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c92c3c0789c48a3" Type="http://schemas.openxmlformats.org/officeDocument/2006/relationships/notesSlide" Target="../notesSlides/notesSlide18.xml"/><Relationship Id="Rc86795588fe64e63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74c8166106cd496a" Type="http://schemas.openxmlformats.org/officeDocument/2006/relationships/slideLayout" Target="../slideLayouts/slideLayout1.xml"/><Relationship Id="Rf654010d377a486e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4ea5f83f5f9b418d" Type="http://schemas.openxmlformats.org/officeDocument/2006/relationships/notesSlide" Target="../notesSlides/notesSlide20.xml"/><Relationship Id="R75c1466746474489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4E8EB-87FF-4631-9113-FEE6437B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Writing an account of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6ED00-BFA2-42D0-8AFD-F4B8361F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6BD1E-0E3D-4C0B-B545-82482448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and write a structured historical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783A2-3614-45B4-A704-B6D56C66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1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92974-2CD6-44CB-AC23-BA2EC69F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303859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418A7-A1EA-4FB4-A7DA-60FF473E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52FBB-96D5-4565-BE4C-CBF79635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3A0F8-8CB9-4C78-9D90-DBF0DBD4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Which card best supports a claim about a policy change?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8F186-B685-41EC-85B7-88331448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protest?</a:t>
            </a:r>
          </a:p>
        </p:txBody>
      </p:sp>
    </p:spTree>
    <p:extLst>
      <p:ext uri="{BB962C8B-B14F-4D97-AF65-F5344CB8AC3E}">
        <p14:creationId xmlns:p14="http://schemas.microsoft.com/office/powerpoint/2010/main" val="97913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B4F3E-8A96-40D9-BB02-CEB34049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02A70-3A5C-48EF-8CE6-03487EFA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1A187-6A30-4043-85A5-F428742B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Should an account be only a list of dates?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3F854-EC00-40D3-812D-15A8BB6D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should the conclusion do?</a:t>
            </a:r>
          </a:p>
        </p:txBody>
      </p:sp>
    </p:spTree>
    <p:extLst>
      <p:ext uri="{BB962C8B-B14F-4D97-AF65-F5344CB8AC3E}">
        <p14:creationId xmlns:p14="http://schemas.microsoft.com/office/powerpoint/2010/main" val="1147797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FA3FA-DF6C-4348-8958-840DC328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62D9E-A79C-43A9-949E-8758109F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6B27F-7BFB-461C-AAEE-EA100E3C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protest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expressing opposition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B0682-1357-4935-9858-B92A0DA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boycott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Choosing not to use a service or buy goods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B636F-DC0D-4F70-9FF8-F6767752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segregation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Enforced separation of groups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6F29A-15E2-4D17-9E6F-92232F71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significance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 person or event matters</a:t>
            </a:r>
          </a:p>
        </p:txBody>
      </p:sp>
    </p:spTree>
    <p:extLst>
      <p:ext uri="{BB962C8B-B14F-4D97-AF65-F5344CB8AC3E}">
        <p14:creationId xmlns:p14="http://schemas.microsoft.com/office/powerpoint/2010/main" val="1972214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8FFBC-13AE-4968-8201-BB1A41EA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EE18A-725B-4988-90F1-878FA897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14709-9602-49BF-BDB0-0566D7A6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Repair a draft with confused chronology and an unsupported conclusion.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E25D3-D250-4D4D-BAD9-31160268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45072-6E1E-44B0-AE41-2CB642AB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Before ___. In 1955 ___. By 1956 ___. This mattered because ___.</a:t>
            </a:r>
          </a:p>
        </p:txBody>
      </p:sp>
    </p:spTree>
    <p:extLst>
      <p:ext uri="{BB962C8B-B14F-4D97-AF65-F5344CB8AC3E}">
        <p14:creationId xmlns:p14="http://schemas.microsoft.com/office/powerpoint/2010/main" val="93409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3FCB7-20D8-4E4A-BECF-7785A70E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0D23B-E5F7-4080-A902-CA608B34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F4910-823D-46F2-87EB-41757985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Explain a link in a historical account.</a:t>
            </a:r>
          </a:p>
        </p:txBody>
      </p:sp>
    </p:spTree>
    <p:extLst>
      <p:ext uri="{BB962C8B-B14F-4D97-AF65-F5344CB8AC3E}">
        <p14:creationId xmlns:p14="http://schemas.microsoft.com/office/powerpoint/2010/main" val="10059186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4ED5C-2AF1-48E7-80EB-172A8136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BF2B7-9DAF-4017-8126-AAB1DB39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92568-C435-4F97-95AD-B00BED5D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1 December 1955: Parks was arrested after refusing to give up her seat to a white man on a Montgomery bus. Her action helped trigger a sustained community boycott. C 1956 change: The boycott and legal action challenged segregation. A Supreme Court ruling and pressure on bus revenues contributed to the desegregation of Montgomery buses.</a:t>
            </a:r>
          </a:p>
        </p:txBody>
      </p:sp>
    </p:spTree>
    <p:extLst>
      <p:ext uri="{BB962C8B-B14F-4D97-AF65-F5344CB8AC3E}">
        <p14:creationId xmlns:p14="http://schemas.microsoft.com/office/powerpoint/2010/main" val="1384194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2548D-EC79-4D72-99E0-42F6C519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01779-1725-41E8-9B71-869256DE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42044-99B4-4278-800B-9554706C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 arrest in 1955 helped prompt a sustained boycott. Collective organisation and legal action contributed to the 1956 change.</a:t>
            </a:r>
          </a:p>
        </p:txBody>
      </p:sp>
    </p:spTree>
    <p:extLst>
      <p:ext uri="{BB962C8B-B14F-4D97-AF65-F5344CB8AC3E}">
        <p14:creationId xmlns:p14="http://schemas.microsoft.com/office/powerpoint/2010/main" val="16498317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2F231-CCC8-4CC2-85E5-2D69CD97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31D09-C9D7-44CF-8F6C-40756B1A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6B9FD-AC3E-4D5B-9AE6-867D2FC2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should the conclusion do? Answer the enquiry using the evidence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2141871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BBC69-6CF4-4A4B-AFA7-703A7DEF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978E3-4F23-46CF-B090-5AF93440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5BBB3-37C3-4BD4-9606-6364E4CD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Repair a draft with confused chronology and an unsupported conclusion.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5149C-AC18-4A70-A05C-BCD0EA94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Rehearse point, evidence and explanation.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81CC1-458C-415C-AD0F-171116D1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5987628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C4AE8-AA1E-45F2-80AC-30911B97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85899-70B0-45AD-B2E7-FABAB963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3E13B-C092-48EB-B173-C50CE2B9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boycott ended all inequality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35D50-3318-42D3-9718-2134203E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had never campaigned before 1955</a:t>
            </a:r>
          </a:p>
        </p:txBody>
      </p:sp>
    </p:spTree>
    <p:extLst>
      <p:ext uri="{BB962C8B-B14F-4D97-AF65-F5344CB8AC3E}">
        <p14:creationId xmlns:p14="http://schemas.microsoft.com/office/powerpoint/2010/main" val="3264152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3B3B5-B454-4B73-BE31-22BDFEC0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499BE-A4FE-4BAE-8C8E-F07998F0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9DB6C-FEBC-453E-874D-CC96FA57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and write an account of how the campaign contributed to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B08B4-AAA6-4F63-9F44-9EAE0E3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chronological order and evidence from at least two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F332E-D800-45D3-B1AB-4601C3A7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evidence, sequence and a conclusion answering the question.</a:t>
            </a:r>
          </a:p>
        </p:txBody>
      </p:sp>
    </p:spTree>
    <p:extLst>
      <p:ext uri="{BB962C8B-B14F-4D97-AF65-F5344CB8AC3E}">
        <p14:creationId xmlns:p14="http://schemas.microsoft.com/office/powerpoint/2010/main" val="1658922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F25A3-DC3B-4AEB-A5A9-5011D2B8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B49C6-7FC1-4C6C-A169-0D9B53CB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D398C-8ECB-42B0-8A75-9DCB92B7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and write an account of how the campaign contributed to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7D80E-D9FD-4D66-93C1-B486FF8C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chronological order and evidence from at least two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399B8-C3A7-46E0-AD8C-4A05997F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evidence, sequence and a conclusion answering the question.</a:t>
            </a:r>
          </a:p>
        </p:txBody>
      </p:sp>
    </p:spTree>
    <p:extLst>
      <p:ext uri="{BB962C8B-B14F-4D97-AF65-F5344CB8AC3E}">
        <p14:creationId xmlns:p14="http://schemas.microsoft.com/office/powerpoint/2010/main" val="18192545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077D7-4F75-4CCB-8421-510D1A11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58D5A-86ED-41F0-B98C-9DB238A1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7ABDB-FC70-4667-B36D-00EDB5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and write an account of how the campaign contributed to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0A012-E041-443A-9569-1BBB2C35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chronological order and evidence from at least two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4559D-FA48-4263-A3F2-120513C1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evidence, sequence and a conclusion answering the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DD024-9DC9-499B-B537-EAF751BF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Weigh the importance of individual action, organisation and law.</a:t>
            </a:r>
          </a:p>
        </p:txBody>
      </p:sp>
    </p:spTree>
    <p:extLst>
      <p:ext uri="{BB962C8B-B14F-4D97-AF65-F5344CB8AC3E}">
        <p14:creationId xmlns:p14="http://schemas.microsoft.com/office/powerpoint/2010/main" val="4407962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1C4E5-6EAC-41DF-91AC-1A1FE689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E42EE-91A8-4FFF-85F3-32351A51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07A66-28CA-4A7F-AA08-A55FC215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structured account with evidence and chronology.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C50F2-3725-4330-8F94-3C81E4A5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E41CB-CC65-474B-BEC3-AD302BB0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7468341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A451E-3E13-43E6-8F2F-005BB596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DADC1-ECBD-492C-A3EA-292CE34E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E9EBF-ADB5-4621-A844-2C428161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Should an account be only a list of dates?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CDB7C-7619-4102-A71E-6E961C9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should the conclusion do?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08577-AFD2-4374-ADDE-B8A22866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2299312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42502-7E87-472E-968D-6AC7E75C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Before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23752-C136-477B-98F9-7B428D19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E0373-E73F-48EF-B2C5-5BB8E69F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Rosa Parks had years of civil-rights organising experience, including work with the NAACP. Montgomery buses enforced racial segregation.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69CAA-E811-4CF9-87AE-4234D2D3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C764C-98A2-45EF-B3D3-694534CE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later biography selects events; it is not a recording made at the time.</a:t>
            </a:r>
          </a:p>
        </p:txBody>
      </p:sp>
    </p:spTree>
    <p:extLst>
      <p:ext uri="{BB962C8B-B14F-4D97-AF65-F5344CB8AC3E}">
        <p14:creationId xmlns:p14="http://schemas.microsoft.com/office/powerpoint/2010/main" val="567303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ADA07-7D53-47DC-A1EA-D162B1C3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1 December 1955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D88ED-0E3A-43F8-97CE-4D902786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F644C-5DE8-4CB2-9575-979C89A8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was arrested after refusing to give up her seat to a white man on a Montgomery bus. Her action helped trigger a sustained community boycott.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CB943-7B57-434A-8A53-27356C79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45C81-6F8C-46D9-BAC1-3601FA63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person’s action should be connected to wider organisation and community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9835759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158B5-F1D8-4728-8B5A-34D17035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1956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733AE-80C5-43E5-A987-90B5BAC9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12ADF-FFC5-4538-AE75-4FFED43B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boycott and legal action challenged segregation. A Supreme Court ruling and pressure on bus revenues contributed to the desegregation of Montgomery buses.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CDF87-8320-4C33-9877-1FEE7B68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A67FE-6570-41DD-88B2-214429A2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Bus desegregation did not end all racism or inequality.</a:t>
            </a:r>
          </a:p>
        </p:txBody>
      </p:sp>
    </p:spTree>
    <p:extLst>
      <p:ext uri="{BB962C8B-B14F-4D97-AF65-F5344CB8AC3E}">
        <p14:creationId xmlns:p14="http://schemas.microsoft.com/office/powerpoint/2010/main" val="10478777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FBB63-922B-4608-93ED-CF1656A0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Later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844BA-B3A3-4E5F-8E18-F47243CD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1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D26B6-7D60-4F7E-95F1-B2F4F294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Parks moved to Detroit in 1957 and continued civil-rights work. In 1987 the Rosa and Raymond Parks Institute was established to support young people.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CA914-9095-4063-A0D9-3C5841B2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 National Park Service, Rosa Parks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2F9BF-DF68-441D-9A92-5C6CAB3D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Later recognition is evidence of legacy, but not a measure of everyone’s views.</a:t>
            </a:r>
          </a:p>
        </p:txBody>
      </p:sp>
    </p:spTree>
    <p:extLst>
      <p:ext uri="{BB962C8B-B14F-4D97-AF65-F5344CB8AC3E}">
        <p14:creationId xmlns:p14="http://schemas.microsoft.com/office/powerpoint/2010/main" val="13538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2026-09-19T18:36:49.6010000Z</dcterms:created>
  <dcterms:modified xsi:type="dcterms:W3CDTF">2026-09-19T18:36:49.6010000Z</dcterms:modified>
</coreProperties>
</file>