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4bc3d00a1faa4f46" Type="http://schemas.openxmlformats.org/officeDocument/2006/relationships/extended-properties" Target="docProps/app.xml"/><Relationship Id="Ra58fd30562164062" Type="http://schemas.openxmlformats.org/officeDocument/2006/relationships/officeDocument" Target="ppt/presentation.xml"/><Relationship Id="Rddbf10b74d9e4d65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d4fbd7b2064c1b"/>
  </p:sldMasterIdLst>
  <p:notesMasterIdLst>
    <p:notesMasterId xmlns:r="http://schemas.openxmlformats.org/officeDocument/2006/relationships" r:id="R9344743179a040c5"/>
  </p:notesMasterIdLst>
  <p:sldIdLst>
    <p:sldId xmlns:r="http://schemas.openxmlformats.org/officeDocument/2006/relationships" id="256" r:id="R8b72be4783d54e2a"/>
    <p:sldId xmlns:r="http://schemas.openxmlformats.org/officeDocument/2006/relationships" id="257" r:id="Rce6a622e52254e27"/>
    <p:sldId xmlns:r="http://schemas.openxmlformats.org/officeDocument/2006/relationships" id="258" r:id="R521a59395aa84c8d"/>
    <p:sldId xmlns:r="http://schemas.openxmlformats.org/officeDocument/2006/relationships" id="259" r:id="R797c6b91b006431b"/>
    <p:sldId xmlns:r="http://schemas.openxmlformats.org/officeDocument/2006/relationships" id="260" r:id="R49a39b7de84342ec"/>
    <p:sldId xmlns:r="http://schemas.openxmlformats.org/officeDocument/2006/relationships" id="261" r:id="R9b14407005f24364"/>
    <p:sldId xmlns:r="http://schemas.openxmlformats.org/officeDocument/2006/relationships" id="262" r:id="R7d095a66ea854f4a"/>
    <p:sldId xmlns:r="http://schemas.openxmlformats.org/officeDocument/2006/relationships" id="263" r:id="Re45b38c5bce0401f"/>
    <p:sldId xmlns:r="http://schemas.openxmlformats.org/officeDocument/2006/relationships" id="264" r:id="R3cc775db05e04337"/>
    <p:sldId xmlns:r="http://schemas.openxmlformats.org/officeDocument/2006/relationships" id="265" r:id="R70069bb1f27f42a2"/>
    <p:sldId xmlns:r="http://schemas.openxmlformats.org/officeDocument/2006/relationships" id="266" r:id="R2c6bd825602a4a12"/>
    <p:sldId xmlns:r="http://schemas.openxmlformats.org/officeDocument/2006/relationships" id="267" r:id="Raef711ef37104212"/>
    <p:sldId xmlns:r="http://schemas.openxmlformats.org/officeDocument/2006/relationships" id="268" r:id="R1b199ed86a774154"/>
    <p:sldId xmlns:r="http://schemas.openxmlformats.org/officeDocument/2006/relationships" id="269" r:id="Rb7693ee561e246f4"/>
    <p:sldId xmlns:r="http://schemas.openxmlformats.org/officeDocument/2006/relationships" id="270" r:id="R402818c260644366"/>
    <p:sldId xmlns:r="http://schemas.openxmlformats.org/officeDocument/2006/relationships" id="271" r:id="R8e2aeacaa0494f93"/>
    <p:sldId xmlns:r="http://schemas.openxmlformats.org/officeDocument/2006/relationships" id="272" r:id="R4933a6998f36437b"/>
    <p:sldId xmlns:r="http://schemas.openxmlformats.org/officeDocument/2006/relationships" id="273" r:id="Rf76ca05605394222"/>
    <p:sldId xmlns:r="http://schemas.openxmlformats.org/officeDocument/2006/relationships" id="274" r:id="Re8bc91c4593c432b"/>
    <p:sldId xmlns:r="http://schemas.openxmlformats.org/officeDocument/2006/relationships" id="275" r:id="Rdd1ca58c643f48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7891aa1a4294da1" Type="http://schemas.openxmlformats.org/officeDocument/2006/relationships/tableStyles" Target="tableStyles.xml"/><Relationship Id="R1b199ed86a774154" Type="http://schemas.openxmlformats.org/officeDocument/2006/relationships/slide" Target="slides/slide13.xml"/><Relationship Id="R2c6bd825602a4a12" Type="http://schemas.openxmlformats.org/officeDocument/2006/relationships/slide" Target="slides/slide11.xml"/><Relationship Id="R3cc775db05e04337" Type="http://schemas.openxmlformats.org/officeDocument/2006/relationships/slide" Target="slides/slide9.xml"/><Relationship Id="R402818c260644366" Type="http://schemas.openxmlformats.org/officeDocument/2006/relationships/slide" Target="slides/slide15.xml"/><Relationship Id="R4933a6998f36437b" Type="http://schemas.openxmlformats.org/officeDocument/2006/relationships/slide" Target="slides/slide17.xml"/><Relationship Id="R49a39b7de84342ec" Type="http://schemas.openxmlformats.org/officeDocument/2006/relationships/slide" Target="slides/slide5.xml"/><Relationship Id="R521a59395aa84c8d" Type="http://schemas.openxmlformats.org/officeDocument/2006/relationships/slide" Target="slides/slide3.xml"/><Relationship Id="R57c3475863c543dd" Type="http://schemas.openxmlformats.org/officeDocument/2006/relationships/presProps" Target="presProps.xml"/><Relationship Id="R70069bb1f27f42a2" Type="http://schemas.openxmlformats.org/officeDocument/2006/relationships/slide" Target="slides/slide10.xml"/><Relationship Id="R797c6b91b006431b" Type="http://schemas.openxmlformats.org/officeDocument/2006/relationships/slide" Target="slides/slide4.xml"/><Relationship Id="R7d095a66ea854f4a" Type="http://schemas.openxmlformats.org/officeDocument/2006/relationships/slide" Target="slides/slide7.xml"/><Relationship Id="R8b72be4783d54e2a" Type="http://schemas.openxmlformats.org/officeDocument/2006/relationships/slide" Target="slides/slide1.xml"/><Relationship Id="R8e2aeacaa0494f93" Type="http://schemas.openxmlformats.org/officeDocument/2006/relationships/slide" Target="slides/slide16.xml"/><Relationship Id="R9344743179a040c5" Type="http://schemas.openxmlformats.org/officeDocument/2006/relationships/notesMaster" Target="notesMasters/notesMaster1.xml"/><Relationship Id="R9b14407005f24364" Type="http://schemas.openxmlformats.org/officeDocument/2006/relationships/slide" Target="slides/slide6.xml"/><Relationship Id="Ra1893715cabf4b21" Type="http://schemas.openxmlformats.org/officeDocument/2006/relationships/theme" Target="theme/theme1.xml"/><Relationship Id="Ra5d4fbd7b2064c1b" Type="http://schemas.openxmlformats.org/officeDocument/2006/relationships/slideMaster" Target="slideMasters/slideMaster1.xml"/><Relationship Id="Raef711ef37104212" Type="http://schemas.openxmlformats.org/officeDocument/2006/relationships/slide" Target="slides/slide12.xml"/><Relationship Id="Rb7693ee561e246f4" Type="http://schemas.openxmlformats.org/officeDocument/2006/relationships/slide" Target="slides/slide14.xml"/><Relationship Id="Rce6a622e52254e27" Type="http://schemas.openxmlformats.org/officeDocument/2006/relationships/slide" Target="slides/slide2.xml"/><Relationship Id="Rdd1ca58c643f48d3" Type="http://schemas.openxmlformats.org/officeDocument/2006/relationships/slide" Target="slides/slide20.xml"/><Relationship Id="Re45b38c5bce0401f" Type="http://schemas.openxmlformats.org/officeDocument/2006/relationships/slide" Target="slides/slide8.xml"/><Relationship Id="Re8bc91c4593c432b" Type="http://schemas.openxmlformats.org/officeDocument/2006/relationships/slide" Target="slides/slide19.xml"/><Relationship Id="Rf76ca05605394222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166284d3b8e5478a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802fa9f9b31146d8" Type="http://schemas.openxmlformats.org/officeDocument/2006/relationships/notesMaster" Target="../notesMasters/notesMaster1.xml"/><Relationship Id="Rdb6e40046f204a48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1896b29316144faf" Type="http://schemas.openxmlformats.org/officeDocument/2006/relationships/notesMaster" Target="../notesMasters/notesMaster1.xml"/><Relationship Id="Rd139f8b99b8b487b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5401bb1e5f324a39" Type="http://schemas.openxmlformats.org/officeDocument/2006/relationships/notesMaster" Target="../notesMasters/notesMaster1.xml"/><Relationship Id="Rf6409dc1125c4d8f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9a9f335952024203" Type="http://schemas.openxmlformats.org/officeDocument/2006/relationships/slide" Target="../slides/slide4.xml"/><Relationship Id="Rf3b06476b57d409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2c1fe15917d6491b" Type="http://schemas.openxmlformats.org/officeDocument/2006/relationships/notesMaster" Target="../notesMasters/notesMaster1.xml"/><Relationship Id="Rbc5453855ed640aa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703084ea731942fc" Type="http://schemas.openxmlformats.org/officeDocument/2006/relationships/slide" Target="../slides/slide6.xml"/><Relationship Id="Rb1cd9d3e9a134b4d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7121b1be83844881" Type="http://schemas.openxmlformats.org/officeDocument/2006/relationships/notesMaster" Target="../notesMasters/notesMaster1.xml"/><Relationship Id="Rede944bbb23c48a8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e62c843d53e5492f" Type="http://schemas.openxmlformats.org/officeDocument/2006/relationships/slide" Target="../slides/slide8.xml"/><Relationship Id="Rf5c1d30c2b9b4853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18b0cb26cf7049fa" Type="http://schemas.openxmlformats.org/officeDocument/2006/relationships/slide" Target="../slides/slide9.xml"/><Relationship Id="Rbc3a47ce40fb4d3e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9b0546ba522043b2" Type="http://schemas.openxmlformats.org/officeDocument/2006/relationships/slide" Target="../slides/slide10.xml"/><Relationship Id="Rf727786ac3c640f9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5945468936214586" Type="http://schemas.openxmlformats.org/officeDocument/2006/relationships/slide" Target="../slides/slide11.xml"/><Relationship Id="Rdbf3171a079449c3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6da5d19ecae34c16" Type="http://schemas.openxmlformats.org/officeDocument/2006/relationships/slide" Target="../slides/slide12.xml"/><Relationship Id="Rd00af648ba804344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56cd17c134814f94" Type="http://schemas.openxmlformats.org/officeDocument/2006/relationships/slide" Target="../slides/slide13.xml"/><Relationship Id="Rcfa2182584ca4bca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c83f2734d4fe4915" Type="http://schemas.openxmlformats.org/officeDocument/2006/relationships/slide" Target="../slides/slide14.xml"/><Relationship Id="Re4de8073d9d64fa0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00ba13bf830d4415" Type="http://schemas.openxmlformats.org/officeDocument/2006/relationships/notesMaster" Target="../notesMasters/notesMaster1.xml"/><Relationship Id="R415a0cf277864053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c4fe660b63b84900" Type="http://schemas.openxmlformats.org/officeDocument/2006/relationships/notesMaster" Target="../notesMasters/notesMaster1.xml"/><Relationship Id="Rfe8f8edc985347f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6882c35667c34a0a" Type="http://schemas.openxmlformats.org/officeDocument/2006/relationships/notesMaster" Target="../notesMasters/notesMaster1.xml"/><Relationship Id="R776ecc7c48ec42e8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08890bbda7fc44aa" Type="http://schemas.openxmlformats.org/officeDocument/2006/relationships/slide" Target="../slides/slide18.xml"/><Relationship Id="R97c4b8d1c75643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0412b2420230457d" Type="http://schemas.openxmlformats.org/officeDocument/2006/relationships/notesMaster" Target="../notesMasters/notesMaster1.xml"/><Relationship Id="Rffaf5a84e8a24666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2e22ab45a252414f" Type="http://schemas.openxmlformats.org/officeDocument/2006/relationships/slide" Target="../slides/slide20.xml"/><Relationship Id="Rea11e47ebfaa4e71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assessment/review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No. It should explain the links and changes.</a:t>
            </a:r>
          </a:p>
          <a:p xmlns:a="http://schemas.openxmlformats.org/drawingml/2006/main">
            <a:r>
              <a:t>Choose: An action expressing opposition OR Choosing not to use a service or buy goods. Answer: An action expressing opposition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assessment or read one relevant card together. Answer: A structured account and a source evaluation.</a:t>
            </a:r>
          </a:p>
          <a:p xmlns:a="http://schemas.openxmlformats.org/drawingml/2006/main">
            <a:r>
              <a:t>Give a reason when ready. Answer: The date, learner’s individual contribution and support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assessment/review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half-term assessment/review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half-term assessment/review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half-term assessment/review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half-term assessment/review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My conclusion is ___. The biography helps with ___ but cannot ___.</a:t>
            </a:r>
          </a:p>
          <a:p xmlns:a="http://schemas.openxmlformats.org/drawingml/2006/main">
            <a:r>
              <a:t>Check a practice evidence selection against the criteria. Explain using a named detail.</a:t>
            </a:r>
          </a:p>
          <a:p xmlns:a="http://schemas.openxmlformats.org/drawingml/2006/main">
            <a:r>
              <a:t>Explain what another source might add or challenge.</a:t>
            </a:r>
          </a:p>
          <a:p xmlns:a="http://schemas.openxmlformats.org/drawingml/2006/main">
            <a:r>
              <a:t>S: half-term assessment/review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visual or evidence appendix alongside this slide. Check a practice evidence selection against the criteria. Keep shared rehearsal separate from the independent outcome.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My conclusion is ___. The biography helps with ___ but cannot ___. Complete the organiser one space at a time. My conclusion is ___. The biography helps with ___ but cannot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S: half-term assessment/review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My conclusion is ___. The biography helps with ___ but cannot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S: half-term assessment/review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what another source might add or challenge.</a:t>
            </a:r>
          </a:p>
          <a:p xmlns:a="http://schemas.openxmlformats.org/drawingml/2006/main">
            <a:r>
              <a:t>S: half-term assessment/review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assessment/review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structured account and a source evaluation.</a:t>
            </a:r>
          </a:p>
          <a:p xmlns:a="http://schemas.openxmlformats.org/drawingml/2006/main">
            <a:r>
              <a:t>The date, learner’s individual contribution and support used.</a:t>
            </a:r>
          </a:p>
          <a:p xmlns:a="http://schemas.openxmlformats.org/drawingml/2006/main">
            <a:r>
              <a:t>Support: My conclusion is ___. The biography helps with ___ but cannot ___.</a:t>
            </a:r>
          </a:p>
          <a:p xmlns:a="http://schemas.openxmlformats.org/drawingml/2006/main">
            <a:r>
              <a:t>Extension: Explain what another source might add or challenge.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assessment/review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assessment/review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assessment/review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assessment/review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18468778cae245b8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0d324e5f10d4dc8" Type="http://schemas.openxmlformats.org/officeDocument/2006/relationships/theme" Target="theme/theme2.xml"/><Relationship Id="R2bc2ae973c374de2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c2ae973c374d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d6d21cacfbd4afc" Type="http://schemas.openxmlformats.org/officeDocument/2006/relationships/slideLayout" Target="../slideLayouts/slideLayout1.xml"/><Relationship Id="Rdb0f614834a54b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32528a31e9074698" Type="http://schemas.openxmlformats.org/officeDocument/2006/relationships/slideLayout" Target="../slideLayouts/slideLayout1.xml"/><Relationship Id="Rfa327018303e4f7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286a084e68914ec8" Type="http://schemas.openxmlformats.org/officeDocument/2006/relationships/slideLayout" Target="../slideLayouts/slideLayout1.xml"/><Relationship Id="R3e203ece59644a5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51d01a0b9861421f" Type="http://schemas.openxmlformats.org/officeDocument/2006/relationships/notesSlide" Target="../notesSlides/notesSlide4.xml"/><Relationship Id="Rd32aadbcf92942b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2299f9a2e6ad4af7" Type="http://schemas.openxmlformats.org/officeDocument/2006/relationships/slideLayout" Target="../slideLayouts/slideLayout1.xml"/><Relationship Id="R7a1aeb5cebff43ab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c803ad6ccd1c4c8b" Type="http://schemas.openxmlformats.org/officeDocument/2006/relationships/notesSlide" Target="../notesSlides/notesSlide6.xml"/><Relationship Id="Rc8aab972c89c4998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276669f4f8f74a94" Type="http://schemas.openxmlformats.org/officeDocument/2006/relationships/notesSlide" Target="../notesSlides/notesSlide7.xml"/><Relationship Id="R75ae3490cc2940ac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3da2bf637aa74fcb" Type="http://schemas.openxmlformats.org/officeDocument/2006/relationships/notesSlide" Target="../notesSlides/notesSlide8.xml"/><Relationship Id="R53df919b34b14636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136bcea3d48041b6" Type="http://schemas.openxmlformats.org/officeDocument/2006/relationships/notesSlide" Target="../notesSlides/notesSlide9.xml"/><Relationship Id="R3b0157d6b81d4518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41f2fddf9c814eb7" Type="http://schemas.openxmlformats.org/officeDocument/2006/relationships/notesSlide" Target="../notesSlides/notesSlide10.xml"/><Relationship Id="R5c0146c6efe64ba7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109fffad33fa4ef5" Type="http://schemas.openxmlformats.org/officeDocument/2006/relationships/slideLayout" Target="../slideLayouts/slideLayout1.xml"/><Relationship Id="Ra32b0762bda2402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34de70fd6dd14c13" Type="http://schemas.openxmlformats.org/officeDocument/2006/relationships/slideLayout" Target="../slideLayouts/slideLayout1.xml"/><Relationship Id="R993ae007714e40df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899f66f872cf4f5d" Type="http://schemas.openxmlformats.org/officeDocument/2006/relationships/slideLayout" Target="../slideLayouts/slideLayout1.xml"/><Relationship Id="Rc78f21c1c6804d2a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129379cf64124e66" Type="http://schemas.openxmlformats.org/officeDocument/2006/relationships/notesSlide" Target="../notesSlides/notesSlide14.xml"/><Relationship Id="Rc2d2a0e43b944463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36e3419dadad4717" Type="http://schemas.openxmlformats.org/officeDocument/2006/relationships/notesSlide" Target="../notesSlides/notesSlide15.xml"/><Relationship Id="Ra2db38a2e6b0422f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39939d63552b4d91" Type="http://schemas.openxmlformats.org/officeDocument/2006/relationships/slideLayout" Target="../slideLayouts/slideLayout1.xml"/><Relationship Id="R5345a87445a1470f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1a7afd4e86914790" Type="http://schemas.openxmlformats.org/officeDocument/2006/relationships/notesSlide" Target="../notesSlides/notesSlide17.xml"/><Relationship Id="R9c019a7e0d5b415f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07c92863f2e74760" Type="http://schemas.openxmlformats.org/officeDocument/2006/relationships/notesSlide" Target="../notesSlides/notesSlide18.xml"/><Relationship Id="R815b7c58d00b4bb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7978d8a5b2504c8e" Type="http://schemas.openxmlformats.org/officeDocument/2006/relationships/slideLayout" Target="../slideLayouts/slideLayout1.xml"/><Relationship Id="R952ff29ceede451e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7f18b6dedc724c15" Type="http://schemas.openxmlformats.org/officeDocument/2006/relationships/notesSlide" Target="../notesSlides/notesSlide20.xml"/><Relationship Id="Rcc3fffbb95de48a4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0E150-487E-4F0C-B685-16006627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Account and source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BD22B-6B1E-44EF-BBC4-EF31F48C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W6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3CA26-7C2C-478D-812D-C5328F23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a structured account and source evaluation and bank UAS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250716-9118-496D-9B66-35E6021C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 / Humanities / Spring 1 / Week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4133C4-98D4-4BEC-8311-C365B6AA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7531043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6817B7-9BBE-4DC1-BB6A-CF7A3449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90E03-B2F3-4664-BE00-3EEBB2B6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W6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93715-59F8-4DC8-B205-4DFBBF2A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Should an account be only a list of dates?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EEE6A-E10C-4262-AC63-DFFB68AD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protest?</a:t>
            </a:r>
          </a:p>
        </p:txBody>
      </p:sp>
    </p:spTree>
    <p:extLst>
      <p:ext uri="{BB962C8B-B14F-4D97-AF65-F5344CB8AC3E}">
        <p14:creationId xmlns:p14="http://schemas.microsoft.com/office/powerpoint/2010/main" val="6405951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41500-5DC0-4054-A05F-EE503B98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BBA54-5D35-4F1B-838B-71026B0F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W6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61934-D688-41FB-8F22-7AF73740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two products are required?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F4EAA-F9B4-45E5-8D03-0447398E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What should be retained with the work?</a:t>
            </a:r>
          </a:p>
        </p:txBody>
      </p:sp>
    </p:spTree>
    <p:extLst>
      <p:ext uri="{BB962C8B-B14F-4D97-AF65-F5344CB8AC3E}">
        <p14:creationId xmlns:p14="http://schemas.microsoft.com/office/powerpoint/2010/main" val="6714884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D72C1F-B99D-4F44-AC4A-FCE4C99C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670DC-5671-4853-B23A-8B69A9E4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W6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ADED9E-217F-4FBE-A027-7518DE00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protest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 action expressing opposition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91915-ADAB-4409-B276-0DEDECDA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boycott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Choosing not to use a service or buy goods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EDAF0-F85A-4442-B1FA-8F0A2E1B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segregation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Enforced separation of groups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9B025-368B-46B2-BD13-FE49B29C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significance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Why a person or event matters</a:t>
            </a:r>
          </a:p>
        </p:txBody>
      </p:sp>
    </p:spTree>
    <p:extLst>
      <p:ext uri="{BB962C8B-B14F-4D97-AF65-F5344CB8AC3E}">
        <p14:creationId xmlns:p14="http://schemas.microsoft.com/office/powerpoint/2010/main" val="13863743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D0395-464C-49DB-B1C5-8C77400D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9CBD6-8D21-426D-B229-D6374CC6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W6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FA302-420D-4395-BD8F-B06BF651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a practice evidence selection against the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3CB8E-5EC4-49FA-953C-88AE06F3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ED765-F4EE-4589-9C1D-6E0A4C2D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one evidence card together. Highlight a useful detail. Rehearse with: My conclusion is ___. The biography helps with ___ but cannot ___.</a:t>
            </a:r>
          </a:p>
        </p:txBody>
      </p:sp>
    </p:spTree>
    <p:extLst>
      <p:ext uri="{BB962C8B-B14F-4D97-AF65-F5344CB8AC3E}">
        <p14:creationId xmlns:p14="http://schemas.microsoft.com/office/powerpoint/2010/main" val="15293714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0DB6D-7CA0-4012-92BF-0F315EEF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0AE0A-C273-4D10-9B90-18940451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W6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85F4F-9F6F-482C-BC16-F6643C07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Plan the two parts of the assessment.</a:t>
            </a:r>
          </a:p>
        </p:txBody>
      </p:sp>
    </p:spTree>
    <p:extLst>
      <p:ext uri="{BB962C8B-B14F-4D97-AF65-F5344CB8AC3E}">
        <p14:creationId xmlns:p14="http://schemas.microsoft.com/office/powerpoint/2010/main" val="13662739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9ED3A-1BED-4F8F-A61E-D4F7EAA7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50F18-E7C2-42D8-8872-5FB090E0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W6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B3CB7-2668-4E58-AB83-E1091799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Read the assessment requirement: S: half-term assessment/review and UAS evidence.</a:t>
            </a:r>
          </a:p>
        </p:txBody>
      </p:sp>
    </p:spTree>
    <p:extLst>
      <p:ext uri="{BB962C8B-B14F-4D97-AF65-F5344CB8AC3E}">
        <p14:creationId xmlns:p14="http://schemas.microsoft.com/office/powerpoint/2010/main" val="12413323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A0EA0A-4BE3-4805-94C9-EB5952C9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40490-876E-463F-B8B2-9C14DE69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W6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D1E09-F453-4895-A0F1-4C52C36F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The account explains changes over time. The source evaluation explains what the NPS biography shows and one perspective it leaves out.</a:t>
            </a:r>
          </a:p>
        </p:txBody>
      </p:sp>
    </p:spTree>
    <p:extLst>
      <p:ext uri="{BB962C8B-B14F-4D97-AF65-F5344CB8AC3E}">
        <p14:creationId xmlns:p14="http://schemas.microsoft.com/office/powerpoint/2010/main" val="15184595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5222F-50D1-4737-81B9-0AFC8208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24B9C-F395-4123-B0FC-A5032EBD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W6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D973A-439F-4E95-A781-63FFBAD2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What should be retained with the work? The date, learner’s individual contribution and support used.</a:t>
            </a:r>
          </a:p>
        </p:txBody>
      </p:sp>
    </p:spTree>
    <p:extLst>
      <p:ext uri="{BB962C8B-B14F-4D97-AF65-F5344CB8AC3E}">
        <p14:creationId xmlns:p14="http://schemas.microsoft.com/office/powerpoint/2010/main" val="12727215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58452-924C-41B1-AC23-19F315B9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202CD-AC97-49EF-8CE5-EFB1B659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W6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E9F528-229C-46F1-B892-20EB0869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a practice evidence selection against the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1B40D-092E-4D42-90AF-3C92CDFA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Keep shared rehearsal separate from the independent outcome.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9A3B75-87F0-480F-9AC8-71C83C8C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908480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56086-8677-47F6-B4DB-870CF49D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Shared investigation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8FC3C-D7BD-493A-A09C-AA13AEDD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W6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ADBF6-517A-4E21-B4EC-FEB741BD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answer to the assessment enquiry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61DAD-CFF8-4BC4-BE59-718C5222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evidence and 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54349-C768-478B-8944-11307A22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explanation or comparison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35A06-C614-413D-A27E-F14AB53D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conclusion and what the evidence does not show</a:t>
            </a:r>
          </a:p>
        </p:txBody>
      </p:sp>
    </p:spTree>
    <p:extLst>
      <p:ext uri="{BB962C8B-B14F-4D97-AF65-F5344CB8AC3E}">
        <p14:creationId xmlns:p14="http://schemas.microsoft.com/office/powerpoint/2010/main" val="65204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719B1-9C95-4249-83B1-50E79E8C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7DB3B-3FB8-4011-BE1B-6061C04E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W6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7BA4B-3948-4615-BEAC-DF7B11EB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a structured campaign account.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3A521-499E-4ADB-926E-A25E03EB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Evaluate the NPS biography using the three source questions and a limit.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F1F54-971B-4E02-9EEC-E8AC551C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Review and select the best individual evidence for the unit and possible UAS mapping.</a:t>
            </a:r>
          </a:p>
        </p:txBody>
      </p:sp>
    </p:spTree>
    <p:extLst>
      <p:ext uri="{BB962C8B-B14F-4D97-AF65-F5344CB8AC3E}">
        <p14:creationId xmlns:p14="http://schemas.microsoft.com/office/powerpoint/2010/main" val="1051220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88BFE-8507-40BA-9FF9-BD5BE01B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4D9B40-4FD7-4D68-9262-1DE56EBF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W6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E435EC-EB6A-4299-AD7B-8FC74947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a structured campaign account.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20619-5EE6-40DA-95DC-93E9E08F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Evaluate the NPS biography using the three source questions and a limit.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25D73-1B26-4E55-B5C6-FCDF25FC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Review and select the best individual evidence for the unit and possible UAS mapping.</a:t>
            </a:r>
          </a:p>
        </p:txBody>
      </p:sp>
    </p:spTree>
    <p:extLst>
      <p:ext uri="{BB962C8B-B14F-4D97-AF65-F5344CB8AC3E}">
        <p14:creationId xmlns:p14="http://schemas.microsoft.com/office/powerpoint/2010/main" val="12614890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91BBC-F5A4-4EC3-AD64-42516EE9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105A2-B0DF-4E95-A915-E793C696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W6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028DB6-F854-4FC7-8C30-5D303A0F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a structured campaign account.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1C93D-8AC8-423B-9948-275DFAD7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Evaluate the NPS biography using the three source questions and a limit.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E466E-8D16-496F-ADE7-D1586CCA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Review and select the best individual evidence for the unit and possible UAS mapping.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76ED5-BDE7-4322-B4B7-09C83D11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what another source might add or challenge.</a:t>
            </a:r>
          </a:p>
        </p:txBody>
      </p:sp>
    </p:spTree>
    <p:extLst>
      <p:ext uri="{BB962C8B-B14F-4D97-AF65-F5344CB8AC3E}">
        <p14:creationId xmlns:p14="http://schemas.microsoft.com/office/powerpoint/2010/main" val="21099331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BA804-1915-49DA-A545-2C13DAC4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31E8E-0E0D-4151-B8F4-8CD1676B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W6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92350-130C-4B4B-9940-A75201FF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half-term assessment/review and UAS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2CD805-F5E4-4777-BC53-B9386B23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6325E-5B16-49C9-8D25-6C44D557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392098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36F01A-F86C-4A7C-8A4B-C419A1B9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979BE-6336-406D-A227-298344ED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W6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494690-19E8-4EAC-9BC9-C8E0D48A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two products are required?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243CC-323F-4A37-9FF8-B23C22A6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should be retained with the work?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60D80-5A85-4CB6-B3E8-BE37DD03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9918125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7C324-D629-4915-94F5-6755EF09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A Before December 1955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63365-3D48-4258-81F1-059D3BE0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W6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51567-E1A9-40F9-9DCE-E7AA609E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Rosa Parks had years of civil-rights organising experience, including work with the NAACP. Montgomery buses enforced racial segregation.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A9AEA-65B5-41EF-A080-D6FFC1D8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 National Park Service, Rosa Parks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7309D-13A8-43DE-A52D-731FE343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later biography selects events; it is not a recording made at the time.</a:t>
            </a:r>
          </a:p>
        </p:txBody>
      </p:sp>
    </p:spTree>
    <p:extLst>
      <p:ext uri="{BB962C8B-B14F-4D97-AF65-F5344CB8AC3E}">
        <p14:creationId xmlns:p14="http://schemas.microsoft.com/office/powerpoint/2010/main" val="92205594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1BCB7-C07D-4623-9696-D55AD022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B 1 December 1955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B3FE6-E2AF-4BCC-8E6C-EF10A82A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W6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61A30-4D13-49DC-B90A-0218DEB9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Parks was arrested after refusing to give up her seat to a white man on a Montgomery bus. Her action helped trigger a sustained community boycott.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AA221-28A0-4616-A6A2-30C2E6BD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 National Park Service, Rosa Parks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00C20-0D29-477E-896B-B1D35B8F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One person’s action should be connected to wider organisation and community participation.</a:t>
            </a:r>
          </a:p>
        </p:txBody>
      </p:sp>
    </p:spTree>
    <p:extLst>
      <p:ext uri="{BB962C8B-B14F-4D97-AF65-F5344CB8AC3E}">
        <p14:creationId xmlns:p14="http://schemas.microsoft.com/office/powerpoint/2010/main" val="51809002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B2D06-8C2A-4F0C-99EE-8E52FB39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C 1956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C6B8F-F5F5-424E-8257-D5567B06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W6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1C57E-E069-4F7B-B79B-5178719E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boycott and legal action challenged segregation. A Supreme Court ruling and pressure on bus revenues contributed to the desegregation of Montgomery buses.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423432-A7CE-4DF4-9146-D4DA2C7D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 National Park Service, Rosa Parks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20015-BEFB-4B08-8806-634816F0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Bus desegregation did not end all racism or inequality.</a:t>
            </a:r>
          </a:p>
        </p:txBody>
      </p:sp>
    </p:spTree>
    <p:extLst>
      <p:ext uri="{BB962C8B-B14F-4D97-AF65-F5344CB8AC3E}">
        <p14:creationId xmlns:p14="http://schemas.microsoft.com/office/powerpoint/2010/main" val="195894264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E88034-A4C1-47D5-BA6A-B993ED7C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D Later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FA31D-0EA1-4827-B3DB-64813A12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W6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950F3-0DF4-4A30-B7DA-FCD1A1D3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Parks moved to Detroit in 1957 and continued civil-rights work. In 1987 the Rosa and Raymond Parks Institute was established to support young people.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0D012-E2F8-4147-B455-C8FC773A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 National Park Service, Rosa Parks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93A1B-9231-408B-A2BB-E339DFD4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Later recognition is evidence of legacy, but not a measure of everyone’s views.</a:t>
            </a:r>
          </a:p>
        </p:txBody>
      </p:sp>
    </p:spTree>
    <p:extLst>
      <p:ext uri="{BB962C8B-B14F-4D97-AF65-F5344CB8AC3E}">
        <p14:creationId xmlns:p14="http://schemas.microsoft.com/office/powerpoint/2010/main" val="11632372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2026-09-19T18:36:53.7180000Z</dcterms:created>
  <dcterms:modified xsi:type="dcterms:W3CDTF">2026-09-19T18:36:53.7180000Z</dcterms:modified>
</coreProperties>
</file>