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248f59e1884875" Type="http://schemas.openxmlformats.org/officeDocument/2006/relationships/officeDocument" Target="ppt/presentation.xml"/><Relationship Id="R813f20f6fcdd4ad6" Type="http://schemas.openxmlformats.org/package/2006/relationships/metadata/core-properties" Target="docProps/core.xml"/><Relationship Id="Rd69b342519934cf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abaf0562f4316"/>
  </p:sldMasterIdLst>
  <p:notesMasterIdLst>
    <p:notesMasterId xmlns:r="http://schemas.openxmlformats.org/officeDocument/2006/relationships" r:id="R0e1be80ba825463a"/>
  </p:notesMasterIdLst>
  <p:sldIdLst>
    <p:sldId xmlns:r="http://schemas.openxmlformats.org/officeDocument/2006/relationships" id="256" r:id="R202cf744820143f5"/>
    <p:sldId xmlns:r="http://schemas.openxmlformats.org/officeDocument/2006/relationships" id="257" r:id="R67102c05f11f4e66"/>
    <p:sldId xmlns:r="http://schemas.openxmlformats.org/officeDocument/2006/relationships" id="258" r:id="R503176c7a752404c"/>
    <p:sldId xmlns:r="http://schemas.openxmlformats.org/officeDocument/2006/relationships" id="259" r:id="R7cbf67dd85264b18"/>
    <p:sldId xmlns:r="http://schemas.openxmlformats.org/officeDocument/2006/relationships" id="260" r:id="Rad2cd642e190418e"/>
    <p:sldId xmlns:r="http://schemas.openxmlformats.org/officeDocument/2006/relationships" id="261" r:id="Rb2f4f0c3264841ca"/>
    <p:sldId xmlns:r="http://schemas.openxmlformats.org/officeDocument/2006/relationships" id="262" r:id="R58eb7d29694442bd"/>
    <p:sldId xmlns:r="http://schemas.openxmlformats.org/officeDocument/2006/relationships" id="263" r:id="R8b8ea23b09b241c4"/>
    <p:sldId xmlns:r="http://schemas.openxmlformats.org/officeDocument/2006/relationships" id="264" r:id="R1f60b52614534b45"/>
    <p:sldId xmlns:r="http://schemas.openxmlformats.org/officeDocument/2006/relationships" id="265" r:id="R62736efcd2584c79"/>
    <p:sldId xmlns:r="http://schemas.openxmlformats.org/officeDocument/2006/relationships" id="266" r:id="R0898a66931bb4d9f"/>
    <p:sldId xmlns:r="http://schemas.openxmlformats.org/officeDocument/2006/relationships" id="267" r:id="R1c7fe14156f04929"/>
    <p:sldId xmlns:r="http://schemas.openxmlformats.org/officeDocument/2006/relationships" id="268" r:id="R08a4eb04ec5e4fc5"/>
    <p:sldId xmlns:r="http://schemas.openxmlformats.org/officeDocument/2006/relationships" id="269" r:id="R612d422f8c12460e"/>
    <p:sldId xmlns:r="http://schemas.openxmlformats.org/officeDocument/2006/relationships" id="270" r:id="R43b7e191ddf44f43"/>
    <p:sldId xmlns:r="http://schemas.openxmlformats.org/officeDocument/2006/relationships" id="271" r:id="R66c84633d4db48a3"/>
    <p:sldId xmlns:r="http://schemas.openxmlformats.org/officeDocument/2006/relationships" id="272" r:id="R623ca7b27d894497"/>
    <p:sldId xmlns:r="http://schemas.openxmlformats.org/officeDocument/2006/relationships" id="273" r:id="R4cd06cb2008648ea"/>
    <p:sldId xmlns:r="http://schemas.openxmlformats.org/officeDocument/2006/relationships" id="274" r:id="Rc8b82d725a6b4a23"/>
    <p:sldId xmlns:r="http://schemas.openxmlformats.org/officeDocument/2006/relationships" id="275" r:id="R6e29b6cf3fd740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98a66931bb4d9f" Type="http://schemas.openxmlformats.org/officeDocument/2006/relationships/slide" Target="slides/slide11.xml"/><Relationship Id="R08a4eb04ec5e4fc5" Type="http://schemas.openxmlformats.org/officeDocument/2006/relationships/slide" Target="slides/slide13.xml"/><Relationship Id="R0e1be80ba825463a" Type="http://schemas.openxmlformats.org/officeDocument/2006/relationships/notesMaster" Target="notesMasters/notesMaster1.xml"/><Relationship Id="R1c7fe14156f04929" Type="http://schemas.openxmlformats.org/officeDocument/2006/relationships/slide" Target="slides/slide12.xml"/><Relationship Id="R1f60b52614534b45" Type="http://schemas.openxmlformats.org/officeDocument/2006/relationships/slide" Target="slides/slide9.xml"/><Relationship Id="R202cf744820143f5" Type="http://schemas.openxmlformats.org/officeDocument/2006/relationships/slide" Target="slides/slide1.xml"/><Relationship Id="R43b7e191ddf44f43" Type="http://schemas.openxmlformats.org/officeDocument/2006/relationships/slide" Target="slides/slide15.xml"/><Relationship Id="R4cd06cb2008648ea" Type="http://schemas.openxmlformats.org/officeDocument/2006/relationships/slide" Target="slides/slide18.xml"/><Relationship Id="R503176c7a752404c" Type="http://schemas.openxmlformats.org/officeDocument/2006/relationships/slide" Target="slides/slide3.xml"/><Relationship Id="R58eb7d29694442bd" Type="http://schemas.openxmlformats.org/officeDocument/2006/relationships/slide" Target="slides/slide7.xml"/><Relationship Id="R612d422f8c12460e" Type="http://schemas.openxmlformats.org/officeDocument/2006/relationships/slide" Target="slides/slide14.xml"/><Relationship Id="R623ca7b27d894497" Type="http://schemas.openxmlformats.org/officeDocument/2006/relationships/slide" Target="slides/slide17.xml"/><Relationship Id="R62736efcd2584c79" Type="http://schemas.openxmlformats.org/officeDocument/2006/relationships/slide" Target="slides/slide10.xml"/><Relationship Id="R66c84633d4db48a3" Type="http://schemas.openxmlformats.org/officeDocument/2006/relationships/slide" Target="slides/slide16.xml"/><Relationship Id="R67102c05f11f4e66" Type="http://schemas.openxmlformats.org/officeDocument/2006/relationships/slide" Target="slides/slide2.xml"/><Relationship Id="R68c1b70151cd45eb" Type="http://schemas.openxmlformats.org/officeDocument/2006/relationships/theme" Target="theme/theme1.xml"/><Relationship Id="R6e29b6cf3fd7404b" Type="http://schemas.openxmlformats.org/officeDocument/2006/relationships/slide" Target="slides/slide20.xml"/><Relationship Id="R7cbf67dd85264b18" Type="http://schemas.openxmlformats.org/officeDocument/2006/relationships/slide" Target="slides/slide4.xml"/><Relationship Id="R8b8ea23b09b241c4" Type="http://schemas.openxmlformats.org/officeDocument/2006/relationships/slide" Target="slides/slide8.xml"/><Relationship Id="R97cabaf0562f4316" Type="http://schemas.openxmlformats.org/officeDocument/2006/relationships/slideMaster" Target="slideMasters/slideMaster1.xml"/><Relationship Id="Rad2cd642e190418e" Type="http://schemas.openxmlformats.org/officeDocument/2006/relationships/slide" Target="slides/slide5.xml"/><Relationship Id="Rb2f4f0c3264841ca" Type="http://schemas.openxmlformats.org/officeDocument/2006/relationships/slide" Target="slides/slide6.xml"/><Relationship Id="Rc8b82d725a6b4a23" Type="http://schemas.openxmlformats.org/officeDocument/2006/relationships/slide" Target="slides/slide19.xml"/><Relationship Id="Rcd370c3254d643c3" Type="http://schemas.openxmlformats.org/officeDocument/2006/relationships/tableStyles" Target="tableStyles.xml"/><Relationship Id="Rd5ec58de1565473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e6b27ad99d92459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bcbbc80cc6948bb" Type="http://schemas.openxmlformats.org/officeDocument/2006/relationships/slide" Target="../slides/slide1.xml"/><Relationship Id="R868b1066f29543e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1b7f0872fc84b31" Type="http://schemas.openxmlformats.org/officeDocument/2006/relationships/slide" Target="../slides/slide2.xml"/><Relationship Id="Ra4807c67afbb457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38145ed0c1d49c0" Type="http://schemas.openxmlformats.org/officeDocument/2006/relationships/notesMaster" Target="../notesMasters/notesMaster1.xml"/><Relationship Id="R73dd44e3eefe4ec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eead4782b0df494e" Type="http://schemas.openxmlformats.org/officeDocument/2006/relationships/notesMaster" Target="../notesMasters/notesMaster1.xml"/><Relationship Id="Rff1706a5879e492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a03a566490a491b" Type="http://schemas.openxmlformats.org/officeDocument/2006/relationships/notesMaster" Target="../notesMasters/notesMaster1.xml"/><Relationship Id="Re6ae9517b834462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05f20fcd52b41c4" Type="http://schemas.openxmlformats.org/officeDocument/2006/relationships/notesMaster" Target="../notesMasters/notesMaster1.xml"/><Relationship Id="Rf5ab96a473df4ee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8ed138c741443be" Type="http://schemas.openxmlformats.org/officeDocument/2006/relationships/notesMaster" Target="../notesMasters/notesMaster1.xml"/><Relationship Id="R6879646cb72d4fb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73ec417bb1546c4" Type="http://schemas.openxmlformats.org/officeDocument/2006/relationships/slide" Target="../slides/slide8.xml"/><Relationship Id="R5790def7587042c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a2e7de3d6cb40b3" Type="http://schemas.openxmlformats.org/officeDocument/2006/relationships/slide" Target="../slides/slide9.xml"/><Relationship Id="Rf12e3996e4bd45c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2d5d60759d641e6" Type="http://schemas.openxmlformats.org/officeDocument/2006/relationships/notesMaster" Target="../notesMasters/notesMaster1.xml"/><Relationship Id="R710fa0dbcaf8424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71d749eec6048c6" Type="http://schemas.openxmlformats.org/officeDocument/2006/relationships/slide" Target="../slides/slide11.xml"/><Relationship Id="Raf9601b3255e487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ae2e31f9a314b33" Type="http://schemas.openxmlformats.org/officeDocument/2006/relationships/slide" Target="../slides/slide12.xml"/><Relationship Id="Rb984a7175ec74a1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1da5daf7d0a4076" Type="http://schemas.openxmlformats.org/officeDocument/2006/relationships/slide" Target="../slides/slide13.xml"/><Relationship Id="Receaecc49226432a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0dca9dd20c74a3c" Type="http://schemas.openxmlformats.org/officeDocument/2006/relationships/slide" Target="../slides/slide14.xml"/><Relationship Id="R3848b6e1d5b34bb4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d9c6fa5df484a6c" Type="http://schemas.openxmlformats.org/officeDocument/2006/relationships/notesMaster" Target="../notesMasters/notesMaster1.xml"/><Relationship Id="R18a123e7fefb45a5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9635c21a3914db8" Type="http://schemas.openxmlformats.org/officeDocument/2006/relationships/notesMaster" Target="../notesMasters/notesMaster1.xml"/><Relationship Id="Rd34ad5f0bed5437f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7008c9f29bc944dc" Type="http://schemas.openxmlformats.org/officeDocument/2006/relationships/slide" Target="../slides/slide17.xml"/><Relationship Id="R9686cc2229aa44ec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0e7b9dac175b4043" Type="http://schemas.openxmlformats.org/officeDocument/2006/relationships/slide" Target="../slides/slide18.xml"/><Relationship Id="R287c946d8536417d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c829ad399e94124" Type="http://schemas.openxmlformats.org/officeDocument/2006/relationships/notesMaster" Target="../notesMasters/notesMaster1.xml"/><Relationship Id="R73a11081407740e8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77ac33ec14fe4af8" Type="http://schemas.openxmlformats.org/officeDocument/2006/relationships/slide" Target="../slides/slide20.xml"/><Relationship Id="R7a3fc76fc1f34ef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protest means an action expressing opposition.</a:t>
            </a:r>
          </a:p>
          <a:p xmlns:a="http://schemas.openxmlformats.org/drawingml/2006/main">
            <a:r>
              <a:t>Use the reminder strip or talk it through with an adult. Answer: An action expressing opposition</a:t>
            </a:r>
          </a:p>
          <a:p xmlns:a="http://schemas.openxmlformats.org/drawingml/2006/main">
            <a:r>
              <a:t>Choose: An action expressing opposition OR Choosing not to use a service or buy goods. Answer: An action expressing opposition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A sustained bus boycott and legal challenge contributed to desegregation in 1956.</a:t>
            </a:r>
          </a:p>
          <a:p xmlns:a="http://schemas.openxmlformats.org/drawingml/2006/main">
            <a:r>
              <a:t>Give a reason when ready. Answer: 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In ___, ___. This changed ___ because ___.</a:t>
            </a:r>
          </a:p>
          <a:p xmlns:a="http://schemas.openxmlformats.org/drawingml/2006/main">
            <a:r>
              <a:t>Place the campaign events in date order. Explain using a named detail.</a:t>
            </a:r>
          </a:p>
          <a:p xmlns:a="http://schemas.openxmlformats.org/drawingml/2006/main">
            <a:r>
              <a:t>Distinguish a change in law or policy from the end of all inequality.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1955 arrest and boycott — 1 — The campaign begins in this sequence.</a:t>
            </a:r>
          </a:p>
          <a:p xmlns:a="http://schemas.openxmlformats.org/drawingml/2006/main">
            <a:r>
              <a:t>1956 desegregation — 2 — This follows the boycott and legal action.</a:t>
            </a:r>
          </a:p>
          <a:p xmlns:a="http://schemas.openxmlformats.org/drawingml/2006/main">
            <a:r>
              <a:t>1957 move to Detroit — 3 — Parks continued her work after moving.</a:t>
            </a:r>
          </a:p>
          <a:p xmlns:a="http://schemas.openxmlformats.org/drawingml/2006/main">
            <a:r>
              <a:t>1987 institute established — 4 — This is later evidence of continuing work.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In ___, ___. This changed ___ because ___. Complete the organiser one space at a time. In ___, ___. This changed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___, ___. This changed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Distinguish a change in law or policy from the end of all inequality.</a:t>
            </a:r>
          </a:p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sustained bus boycott and legal challenge contributed to desegregation in 1956.</a:t>
            </a:r>
          </a:p>
          <a:p xmlns:a="http://schemas.openxmlformats.org/drawingml/2006/main">
            <a:r>
              <a:t>No.</a:t>
            </a:r>
          </a:p>
          <a:p xmlns:a="http://schemas.openxmlformats.org/drawingml/2006/main">
            <a:r>
              <a:t>Support: In ___, ___. This changed ___ because ___.</a:t>
            </a:r>
          </a:p>
          <a:p xmlns:a="http://schemas.openxmlformats.org/drawingml/2006/main">
            <a:r>
              <a:t>Extension: Distinguish a change in law or policy from the end of all inequality.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9b1c5ef971344b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f5a27338480465a" Type="http://schemas.openxmlformats.org/officeDocument/2006/relationships/slideLayout" Target="../slideLayouts/slideLayout1.xml"/><Relationship Id="R616b2c99921d445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5a27338480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f709f4dfe4477c" Type="http://schemas.openxmlformats.org/officeDocument/2006/relationships/notesSlide" Target="../notesSlides/notesSlide1.xml"/><Relationship Id="Rf8a3bd2d49e5432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d005f9154324d5c" Type="http://schemas.openxmlformats.org/officeDocument/2006/relationships/notesSlide" Target="../notesSlides/notesSlide2.xml"/><Relationship Id="R30fe338fca67463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2035047d50b4126" Type="http://schemas.openxmlformats.org/officeDocument/2006/relationships/notesSlide" Target="../notesSlides/notesSlide3.xml"/><Relationship Id="R33cefb84192c4a8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4ebe58cd3f24eff" Type="http://schemas.openxmlformats.org/officeDocument/2006/relationships/slideLayout" Target="../slideLayouts/slideLayout1.xml"/><Relationship Id="Ra516252c55ab482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e35d935561ab4686" Type="http://schemas.openxmlformats.org/officeDocument/2006/relationships/notesSlide" Target="../notesSlides/notesSlide5.xml"/><Relationship Id="Rf4c2e9b37bf645e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c7413b7f4444342" Type="http://schemas.openxmlformats.org/officeDocument/2006/relationships/notesSlide" Target="../notesSlides/notesSlide6.xml"/><Relationship Id="Rf5487620bacb470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b8569b7bccb4d98" Type="http://schemas.openxmlformats.org/officeDocument/2006/relationships/notesSlide" Target="../notesSlides/notesSlide7.xml"/><Relationship Id="R8df778e8c0a9404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c7a23b6113d441b" Type="http://schemas.openxmlformats.org/officeDocument/2006/relationships/slideLayout" Target="../slideLayouts/slideLayout1.xml"/><Relationship Id="R76a1698812d44f9a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edcf09a1a1f4ba9" Type="http://schemas.openxmlformats.org/officeDocument/2006/relationships/slideLayout" Target="../slideLayouts/slideLayout1.xml"/><Relationship Id="Rd1023d8bc02b46c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7b991651ae6486b" Type="http://schemas.openxmlformats.org/officeDocument/2006/relationships/notesSlide" Target="../notesSlides/notesSlide10.xml"/><Relationship Id="Rb4f32a33e8bf40c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d88771194df4611" Type="http://schemas.openxmlformats.org/officeDocument/2006/relationships/notesSlide" Target="../notesSlides/notesSlide11.xml"/><Relationship Id="R54fef92f5f0a477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680cbf1cb934ebe" Type="http://schemas.openxmlformats.org/officeDocument/2006/relationships/notesSlide" Target="../notesSlides/notesSlide12.xml"/><Relationship Id="R818997eeb28e46fd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73c3116d80546eb" Type="http://schemas.openxmlformats.org/officeDocument/2006/relationships/slideLayout" Target="../slideLayouts/slideLayout1.xml"/><Relationship Id="R1ced11b6c0cc42e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5dfa4db55bc4d9b" Type="http://schemas.openxmlformats.org/officeDocument/2006/relationships/notesSlide" Target="../notesSlides/notesSlide14.xml"/><Relationship Id="Rff2459b8888b457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8af841cf53604222" Type="http://schemas.openxmlformats.org/officeDocument/2006/relationships/slideLayout" Target="../slideLayouts/slideLayout1.xml"/><Relationship Id="Re4661278e478410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6f843c53bb6f415a" Type="http://schemas.openxmlformats.org/officeDocument/2006/relationships/notesSlide" Target="../notesSlides/notesSlide16.xml"/><Relationship Id="Ra6c87abd775d44d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8fa8df76bf24322" Type="http://schemas.openxmlformats.org/officeDocument/2006/relationships/notesSlide" Target="../notesSlides/notesSlide17.xml"/><Relationship Id="Rd974aca1c4e8467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b59f880719d747fd" Type="http://schemas.openxmlformats.org/officeDocument/2006/relationships/slideLayout" Target="../slideLayouts/slideLayout1.xml"/><Relationship Id="Rebf608fe2133481f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5c17e9c6b3cc4918" Type="http://schemas.openxmlformats.org/officeDocument/2006/relationships/notesSlide" Target="../notesSlides/notesSlide19.xml"/><Relationship Id="R942b68cd3fd5413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109ebc7b84f64910" Type="http://schemas.openxmlformats.org/officeDocument/2006/relationships/notesSlide" Target="../notesSlides/notesSlide20.xml"/><Relationship Id="R20d4ce8dc71f484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72AF1-6AAA-4BD3-AFA4-1860453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Protest and rights on a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D64FB-E8A6-43C4-B171-A3D94E2C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47E24-5FF6-46CF-852D-4E12A933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key protest and rights events on a timeline.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CAC82-411D-406E-808C-359E52B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1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5F122-2B24-42FA-9955-B3A7F0F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540114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4A91A-2C8D-449A-B146-B72E63E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9A817-C66B-424A-A038-A4A833EB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893B9-0BC1-448F-A448-B9DA390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protest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39CBC-6973-4818-901F-D144EEBD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protest?</a:t>
            </a:r>
          </a:p>
        </p:txBody>
      </p:sp>
    </p:spTree>
    <p:extLst>
      <p:ext uri="{BB962C8B-B14F-4D97-AF65-F5344CB8AC3E}">
        <p14:creationId xmlns:p14="http://schemas.microsoft.com/office/powerpoint/2010/main" val="23798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A88E6-6921-42DF-8439-2FE3571A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3FB54-99FC-4075-92D7-ED997B2E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881E7-B5E1-4143-9259-9CEB0D9E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happened after the 1955 arrest?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7AE74-A0BF-4E73-A05B-3EEBD6E6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Did that change end all racism?</a:t>
            </a:r>
          </a:p>
        </p:txBody>
      </p:sp>
    </p:spTree>
    <p:extLst>
      <p:ext uri="{BB962C8B-B14F-4D97-AF65-F5344CB8AC3E}">
        <p14:creationId xmlns:p14="http://schemas.microsoft.com/office/powerpoint/2010/main" val="1401118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79DB1-AC82-48F2-9AC7-8F727048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63222-9E6E-404F-8C5F-87CC423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718F8-03E2-4CDC-87AF-19AAE5E4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protest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expressing opposition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3DBBC-66B3-495A-8812-6CF50BA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Choosing not to use a service or buy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8FF28-FAE6-487B-8A53-78BC63B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segregation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separation of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E91E9-0AE1-46E6-9E04-D986709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 person or event matters</a:t>
            </a:r>
          </a:p>
        </p:txBody>
      </p:sp>
    </p:spTree>
    <p:extLst>
      <p:ext uri="{BB962C8B-B14F-4D97-AF65-F5344CB8AC3E}">
        <p14:creationId xmlns:p14="http://schemas.microsoft.com/office/powerpoint/2010/main" val="1756940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36EA8-CF4B-47A8-8D28-ED229B0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5003E-3D1C-49CE-B2F7-084599B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CD138-4526-42A6-B4B1-2F99297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the campaign events in date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E7F41-F842-4A98-8AAA-DEFFB602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79C45-93A4-43EE-858D-8EC816A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In ___, ___. This changed ___ because ___.</a:t>
            </a:r>
          </a:p>
        </p:txBody>
      </p:sp>
    </p:spTree>
    <p:extLst>
      <p:ext uri="{BB962C8B-B14F-4D97-AF65-F5344CB8AC3E}">
        <p14:creationId xmlns:p14="http://schemas.microsoft.com/office/powerpoint/2010/main" val="1446649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11805-6A94-418C-8BBE-DADE003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B4092-23DB-4201-B056-3708950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0D428-37CD-4201-BBD2-E9142F10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happened after the 1955 arrest?</a:t>
            </a:r>
          </a:p>
        </p:txBody>
      </p:sp>
    </p:spTree>
    <p:extLst>
      <p:ext uri="{BB962C8B-B14F-4D97-AF65-F5344CB8AC3E}">
        <p14:creationId xmlns:p14="http://schemas.microsoft.com/office/powerpoint/2010/main" val="1721243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E8EA6-5FE0-49FF-9335-DB4D2AA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CB53C-9BEC-4660-91F7-38E7AA04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0975D-10E4-48C6-AD34-9E7FFFC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1 December 1955: Parks was arrested after refusing to give up her seat to a white man on a Montgomery bus. Her action helped trigger a sustained community boycott. C 1956 change: The boycott and legal action challenged segregation. A Supreme Court ruling and pressure on bus revenues contributed to the desegregation of Montgomery buses.</a:t>
            </a:r>
          </a:p>
        </p:txBody>
      </p:sp>
    </p:spTree>
    <p:extLst>
      <p:ext uri="{BB962C8B-B14F-4D97-AF65-F5344CB8AC3E}">
        <p14:creationId xmlns:p14="http://schemas.microsoft.com/office/powerpoint/2010/main" val="292753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3B436-3CED-41A5-AE20-8A880D3A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65A6C-15CF-473D-B7B6-78258B4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E520C-93E6-485E-B78B-4DB8163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sustained bus boycott and legal challenge contributed to desegregation in 1956.</a:t>
            </a:r>
          </a:p>
        </p:txBody>
      </p:sp>
    </p:spTree>
    <p:extLst>
      <p:ext uri="{BB962C8B-B14F-4D97-AF65-F5344CB8AC3E}">
        <p14:creationId xmlns:p14="http://schemas.microsoft.com/office/powerpoint/2010/main" val="4848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859A-B197-46F6-99AB-2AC3CBDF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80E39-FBC8-4558-8826-4409A5AF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7403E-D542-4182-99DD-91E3667D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Did that change end all racism? No.</a:t>
            </a:r>
          </a:p>
        </p:txBody>
      </p:sp>
    </p:spTree>
    <p:extLst>
      <p:ext uri="{BB962C8B-B14F-4D97-AF65-F5344CB8AC3E}">
        <p14:creationId xmlns:p14="http://schemas.microsoft.com/office/powerpoint/2010/main" val="135359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EB2EC-0148-401F-8D33-38E2724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6CE2B-3E62-4520-9BA4-31A21EB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DB776-C1E4-4A20-9F9C-5E6D16F9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the campaign events in date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D6D27-24B7-47E5-B4C5-A7A9127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change between the first and later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355EB-B497-413D-9F9B-38A5310B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062841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164E2-E533-4581-B3CD-7C8C5AF5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D4D4B-F0D4-4A9E-8E84-93A3BFF8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127E8-2EBF-4A31-BF61-55EEA41D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1955 arrest and boycott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445B1-C9F7-4A63-B791-70715DE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1956 desegregation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C7F68-9807-4F0F-96E6-AB102B4F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1957 move to Detroit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BA233-C958-49E5-A16F-1F1A58E8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1987 institute established</a:t>
            </a:r>
          </a:p>
        </p:txBody>
      </p:sp>
    </p:spTree>
    <p:extLst>
      <p:ext uri="{BB962C8B-B14F-4D97-AF65-F5344CB8AC3E}">
        <p14:creationId xmlns:p14="http://schemas.microsoft.com/office/powerpoint/2010/main" val="109000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ED5FC-0E49-4BF3-B387-F3F6DBCE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62074-7B40-4BBE-A91E-6EF560F4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0AB50-4CB9-40B5-8F36-75E87810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annotated timeline using 1955, 1956, 1957 and 1987.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EC5EA-C528-4BAB-8B6C-F7D736A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caption showing what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75E99-DA4E-434B-857D-F989999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chronology question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078606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FE5DB-7F55-4FDB-A50D-4867BCF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A9D4E-88F1-4B5E-9683-8D1F5B7E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7A82-64C2-40D0-87A7-C00770BB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annotated timeline using 1955, 1956, 1957 and 1987.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CA1C4-9658-45E7-A6E6-942F41FD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caption showing what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269E3-9F33-4B5C-90FA-DC14C78B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chronology question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9988671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A8F9D-CFC5-48F8-81DE-856AB2D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B2239-026F-4240-9285-7EF8F1FC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66B1B-2584-4C5D-8BE2-0FBE05D7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an annotated timeline using 1955, 1956, 1957 and 1987.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35CA8-E694-4626-83EC-2F82789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caption showing what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AD8F0-2CC9-4FC2-8596-A72C795A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 chronology question independently.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FF370-7B07-4FF8-9F55-E46C2E99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a change in law or policy from the end of all inequality.</a:t>
            </a:r>
          </a:p>
        </p:txBody>
      </p:sp>
    </p:spTree>
    <p:extLst>
      <p:ext uri="{BB962C8B-B14F-4D97-AF65-F5344CB8AC3E}">
        <p14:creationId xmlns:p14="http://schemas.microsoft.com/office/powerpoint/2010/main" val="20497838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A526-F2F4-48D0-BB44-2D8C38E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8671C-5C95-4DF9-A7EC-C8CA4978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FB732-318B-4192-B1DD-3CAEEAE8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book task, questioning and exit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37991-FC49-4F8A-B84E-4450C44F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2620E-63CA-4EA5-B1DE-87A6CE38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206236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D8895-E8FA-4A95-A843-7F5B83E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D68B-0237-4E89-9602-FC2EB5B5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51922-0776-4797-ABCC-56911C7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happened after the 1955 arrest?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6730F-0204-4C85-AFAC-87C28642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Did that change end all racism?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E3699-6B9B-4AEF-8493-75C6E19E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7560739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4C01B-BA88-497B-8B7D-88F5951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Before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5772D-B7F1-44F3-B02C-D19FF682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DD0B4-89EF-4A19-AEE1-D0BF1F69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Rosa Parks had years of civil-rights organising experience, including work with the NAACP. Montgomery buses enforced racial 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A0958-005F-495F-A1D1-8AA2312B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66C75-AD91-4A0E-BB8A-E9143B36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later biography selects events; it is not a recording made at the time.</a:t>
            </a:r>
          </a:p>
        </p:txBody>
      </p:sp>
    </p:spTree>
    <p:extLst>
      <p:ext uri="{BB962C8B-B14F-4D97-AF65-F5344CB8AC3E}">
        <p14:creationId xmlns:p14="http://schemas.microsoft.com/office/powerpoint/2010/main" val="969536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60E12-B903-4AB9-A582-0FC01A1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1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A5841-5A89-4CA8-A4B2-DB4F323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D3DE-E92A-4089-BC24-0F65417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was arrested after refusing to give up her seat to a white man on a Montgomery bus. Her action helped trigger a sustained community boycott.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42C89-9030-481A-A437-825C5888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77509-5AF9-4E4C-BE1C-6AB31C3A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person’s action should be connected to wider organisation and community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20950496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B175F-525C-4DE4-8066-DB13FB0A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1956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5D6FE-3256-4910-B5DE-4C893502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B48B3-131A-4056-96FA-691113DF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and legal action challenged segregation. A Supreme Court ruling and pressure on bus revenues contributed to the desegregation of Montgomery buses.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D6A69-AAFA-4F1D-B946-95C651E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72686-2393-46F9-B6BC-55B2F20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Bus desegregation did not end all racism or inequality.</a:t>
            </a:r>
          </a:p>
        </p:txBody>
      </p:sp>
    </p:spTree>
    <p:extLst>
      <p:ext uri="{BB962C8B-B14F-4D97-AF65-F5344CB8AC3E}">
        <p14:creationId xmlns:p14="http://schemas.microsoft.com/office/powerpoint/2010/main" val="178954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53D6F-BB7B-4DFD-B3B5-191EB7C1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Later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BA200-2325-4F5A-B965-29C5AEA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20A99-DC14-493A-9016-F0018D3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moved to Detroit in 1957 and continued civil-rights work. In 1987 the Rosa and Raymond Parks Institute was established to support young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3054-FCB6-4CD2-81BE-97D9B4E1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0EA55-783E-4609-AC68-7D86F67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Later recognition is evidence of legacy, but not a measure of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1727075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2026-09-19T18:36:57.6280000Z</dcterms:created>
  <dcterms:modified xsi:type="dcterms:W3CDTF">2026-09-19T18:36:57.6280000Z</dcterms:modified>
</coreProperties>
</file>