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9457e031a6142ba" Type="http://schemas.openxmlformats.org/package/2006/relationships/metadata/core-properties" Target="docProps/core.xml"/><Relationship Id="R3d07ab7687cf4efe" Type="http://schemas.openxmlformats.org/officeDocument/2006/relationships/extended-properties" Target="docProps/app.xml"/><Relationship Id="Rd62727637fe14a9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9a02dab3094082"/>
  </p:sldMasterIdLst>
  <p:notesMasterIdLst>
    <p:notesMasterId xmlns:r="http://schemas.openxmlformats.org/officeDocument/2006/relationships" r:id="Re63becbc361747cf"/>
  </p:notesMasterIdLst>
  <p:sldIdLst>
    <p:sldId xmlns:r="http://schemas.openxmlformats.org/officeDocument/2006/relationships" id="256" r:id="Rb1e6edff8b1c4d65"/>
    <p:sldId xmlns:r="http://schemas.openxmlformats.org/officeDocument/2006/relationships" id="257" r:id="R247e28ebe96e4104"/>
    <p:sldId xmlns:r="http://schemas.openxmlformats.org/officeDocument/2006/relationships" id="258" r:id="R006e5621e4ee4975"/>
    <p:sldId xmlns:r="http://schemas.openxmlformats.org/officeDocument/2006/relationships" id="259" r:id="Rf8300a257c224cf5"/>
    <p:sldId xmlns:r="http://schemas.openxmlformats.org/officeDocument/2006/relationships" id="260" r:id="R1b928d8266d448fc"/>
    <p:sldId xmlns:r="http://schemas.openxmlformats.org/officeDocument/2006/relationships" id="261" r:id="Rb9236ba2bec8482c"/>
    <p:sldId xmlns:r="http://schemas.openxmlformats.org/officeDocument/2006/relationships" id="262" r:id="R2780b2036df7438f"/>
    <p:sldId xmlns:r="http://schemas.openxmlformats.org/officeDocument/2006/relationships" id="263" r:id="Rcd3b9c43ce044d0a"/>
    <p:sldId xmlns:r="http://schemas.openxmlformats.org/officeDocument/2006/relationships" id="264" r:id="R5a8434bd73854264"/>
    <p:sldId xmlns:r="http://schemas.openxmlformats.org/officeDocument/2006/relationships" id="265" r:id="R3894e0fb2e1f43f4"/>
    <p:sldId xmlns:r="http://schemas.openxmlformats.org/officeDocument/2006/relationships" id="266" r:id="R5030f912635140cb"/>
    <p:sldId xmlns:r="http://schemas.openxmlformats.org/officeDocument/2006/relationships" id="267" r:id="Rca32d8334b4449b2"/>
    <p:sldId xmlns:r="http://schemas.openxmlformats.org/officeDocument/2006/relationships" id="268" r:id="R4ef41ca2c09e4f75"/>
    <p:sldId xmlns:r="http://schemas.openxmlformats.org/officeDocument/2006/relationships" id="269" r:id="Rc90714812eb74823"/>
    <p:sldId xmlns:r="http://schemas.openxmlformats.org/officeDocument/2006/relationships" id="270" r:id="Re20c21cf381246fc"/>
    <p:sldId xmlns:r="http://schemas.openxmlformats.org/officeDocument/2006/relationships" id="271" r:id="Rea96a6d4a3a944bd"/>
    <p:sldId xmlns:r="http://schemas.openxmlformats.org/officeDocument/2006/relationships" id="272" r:id="Ra2e0c84ccabe4d0f"/>
    <p:sldId xmlns:r="http://schemas.openxmlformats.org/officeDocument/2006/relationships" id="273" r:id="R592dfd9374b84b39"/>
    <p:sldId xmlns:r="http://schemas.openxmlformats.org/officeDocument/2006/relationships" id="274" r:id="R5af6231a3afa4e61"/>
    <p:sldId xmlns:r="http://schemas.openxmlformats.org/officeDocument/2006/relationships" id="275" r:id="R5c074681d8ee4a22"/>
    <p:sldId xmlns:r="http://schemas.openxmlformats.org/officeDocument/2006/relationships" id="276" r:id="R5c21a24b452d4e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6e5621e4ee4975" Type="http://schemas.openxmlformats.org/officeDocument/2006/relationships/slide" Target="slides/slide3.xml"/><Relationship Id="R175c473660cb4693" Type="http://schemas.openxmlformats.org/officeDocument/2006/relationships/presProps" Target="presProps.xml"/><Relationship Id="R1b928d8266d448fc" Type="http://schemas.openxmlformats.org/officeDocument/2006/relationships/slide" Target="slides/slide5.xml"/><Relationship Id="R247e28ebe96e4104" Type="http://schemas.openxmlformats.org/officeDocument/2006/relationships/slide" Target="slides/slide2.xml"/><Relationship Id="R2780b2036df7438f" Type="http://schemas.openxmlformats.org/officeDocument/2006/relationships/slide" Target="slides/slide7.xml"/><Relationship Id="R299a02dab3094082" Type="http://schemas.openxmlformats.org/officeDocument/2006/relationships/slideMaster" Target="slideMasters/slideMaster1.xml"/><Relationship Id="R3894e0fb2e1f43f4" Type="http://schemas.openxmlformats.org/officeDocument/2006/relationships/slide" Target="slides/slide10.xml"/><Relationship Id="R4ef41ca2c09e4f75" Type="http://schemas.openxmlformats.org/officeDocument/2006/relationships/slide" Target="slides/slide13.xml"/><Relationship Id="R5030f912635140cb" Type="http://schemas.openxmlformats.org/officeDocument/2006/relationships/slide" Target="slides/slide11.xml"/><Relationship Id="R592dfd9374b84b39" Type="http://schemas.openxmlformats.org/officeDocument/2006/relationships/slide" Target="slides/slide18.xml"/><Relationship Id="R5a8434bd73854264" Type="http://schemas.openxmlformats.org/officeDocument/2006/relationships/slide" Target="slides/slide9.xml"/><Relationship Id="R5af6231a3afa4e61" Type="http://schemas.openxmlformats.org/officeDocument/2006/relationships/slide" Target="slides/slide19.xml"/><Relationship Id="R5c074681d8ee4a22" Type="http://schemas.openxmlformats.org/officeDocument/2006/relationships/slide" Target="slides/slide20.xml"/><Relationship Id="R5c21a24b452d4e4f" Type="http://schemas.openxmlformats.org/officeDocument/2006/relationships/slide" Target="slides/slide21.xml"/><Relationship Id="Ra2e0c84ccabe4d0f" Type="http://schemas.openxmlformats.org/officeDocument/2006/relationships/slide" Target="slides/slide17.xml"/><Relationship Id="Ra7fc223ed70a4d05" Type="http://schemas.openxmlformats.org/officeDocument/2006/relationships/tableStyles" Target="tableStyles.xml"/><Relationship Id="Rb1e6edff8b1c4d65" Type="http://schemas.openxmlformats.org/officeDocument/2006/relationships/slide" Target="slides/slide1.xml"/><Relationship Id="Rb9236ba2bec8482c" Type="http://schemas.openxmlformats.org/officeDocument/2006/relationships/slide" Target="slides/slide6.xml"/><Relationship Id="Rc90714812eb74823" Type="http://schemas.openxmlformats.org/officeDocument/2006/relationships/slide" Target="slides/slide14.xml"/><Relationship Id="Rca32d8334b4449b2" Type="http://schemas.openxmlformats.org/officeDocument/2006/relationships/slide" Target="slides/slide12.xml"/><Relationship Id="Rcd3b9c43ce044d0a" Type="http://schemas.openxmlformats.org/officeDocument/2006/relationships/slide" Target="slides/slide8.xml"/><Relationship Id="Re20c21cf381246fc" Type="http://schemas.openxmlformats.org/officeDocument/2006/relationships/slide" Target="slides/slide15.xml"/><Relationship Id="Re63becbc361747cf" Type="http://schemas.openxmlformats.org/officeDocument/2006/relationships/notesMaster" Target="notesMasters/notesMaster1.xml"/><Relationship Id="Rea96a6d4a3a944bd" Type="http://schemas.openxmlformats.org/officeDocument/2006/relationships/slide" Target="slides/slide16.xml"/><Relationship Id="Rf677c5e5391542ea" Type="http://schemas.openxmlformats.org/officeDocument/2006/relationships/theme" Target="theme/theme1.xml"/><Relationship Id="Rf8300a257c224cf5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2c1bcc6bbe44403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e22580f82084052" Type="http://schemas.openxmlformats.org/officeDocument/2006/relationships/slide" Target="../slides/slide1.xml"/><Relationship Id="Ra609de9c03f84497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83500083ee54d67" Type="http://schemas.openxmlformats.org/officeDocument/2006/relationships/slide" Target="../slides/slide2.xml"/><Relationship Id="R8ac27363ae95498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01b31874f7446fa" Type="http://schemas.openxmlformats.org/officeDocument/2006/relationships/notesMaster" Target="../notesMasters/notesMaster1.xml"/><Relationship Id="R96738915e98d408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0ab29d935e74fce" Type="http://schemas.openxmlformats.org/officeDocument/2006/relationships/slide" Target="../slides/slide4.xml"/><Relationship Id="R32446d17cbf0484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9645a1137034d58" Type="http://schemas.openxmlformats.org/officeDocument/2006/relationships/notesMaster" Target="../notesMasters/notesMaster1.xml"/><Relationship Id="Rc54b66db038140f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7b27495a9da45a8" Type="http://schemas.openxmlformats.org/officeDocument/2006/relationships/notesMaster" Target="../notesMasters/notesMaster1.xml"/><Relationship Id="Ra0d6e6d55b984438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613565d00ff044bd" Type="http://schemas.openxmlformats.org/officeDocument/2006/relationships/notesMaster" Target="../notesMasters/notesMaster1.xml"/><Relationship Id="Ra83bcd17881c413e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67abf974ee24b86" Type="http://schemas.openxmlformats.org/officeDocument/2006/relationships/slide" Target="../slides/slide8.xml"/><Relationship Id="R0e6058277e8842a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34e01068c8644c4" Type="http://schemas.openxmlformats.org/officeDocument/2006/relationships/slide" Target="../slides/slide9.xml"/><Relationship Id="R830d2306d72b46d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9b8cbd471a84055" Type="http://schemas.openxmlformats.org/officeDocument/2006/relationships/notesMaster" Target="../notesMasters/notesMaster1.xml"/><Relationship Id="Rf68c4f3f9a474f90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42bb4a165d1c4400" Type="http://schemas.openxmlformats.org/officeDocument/2006/relationships/slide" Target="../slides/slide11.xml"/><Relationship Id="Rf8ba483747e9425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c537bea861aa439c" Type="http://schemas.openxmlformats.org/officeDocument/2006/relationships/slide" Target="../slides/slide12.xml"/><Relationship Id="Rfde45ccb4f56462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a4134c9f37674154" Type="http://schemas.openxmlformats.org/officeDocument/2006/relationships/notesMaster" Target="../notesMasters/notesMaster1.xml"/><Relationship Id="Rc5af7240b18a403d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8ae5e5101dd2421e" Type="http://schemas.openxmlformats.org/officeDocument/2006/relationships/notesMaster" Target="../notesMasters/notesMaster1.xml"/><Relationship Id="Rf99522073fdb4bef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c736b6aad4846c0" Type="http://schemas.openxmlformats.org/officeDocument/2006/relationships/slide" Target="../slides/slide15.xml"/><Relationship Id="R39649f68b0ae459f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30e432a68f34dd2" Type="http://schemas.openxmlformats.org/officeDocument/2006/relationships/slide" Target="../slides/slide16.xml"/><Relationship Id="R9ea4f2642f234e04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a13bff9d665b45c7" Type="http://schemas.openxmlformats.org/officeDocument/2006/relationships/slide" Target="../slides/slide17.xml"/><Relationship Id="Rfed958a3aa2b49b8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8fe7691873bc4a20" Type="http://schemas.openxmlformats.org/officeDocument/2006/relationships/notesMaster" Target="../notesMasters/notesMaster1.xml"/><Relationship Id="R980e01f6fd1f4c54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289892b06e3431a" Type="http://schemas.openxmlformats.org/officeDocument/2006/relationships/notesMaster" Target="../notesMasters/notesMaster1.xml"/><Relationship Id="R846ecf23c590457b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ba006e2839b84592" Type="http://schemas.openxmlformats.org/officeDocument/2006/relationships/notesMaster" Target="../notesMasters/notesMaster1.xml"/><Relationship Id="Rc6acf334150a4345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867df6a395084413" Type="http://schemas.openxmlformats.org/officeDocument/2006/relationships/notesMaster" Target="../notesMasters/notesMaster1.xml"/><Relationship Id="Re6bf6b05a837429c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No. Communities observe it in several countries.</a:t>
            </a:r>
          </a:p>
          <a:p xmlns:a="http://schemas.openxmlformats.org/drawingml/2006/main">
            <a:r>
              <a:t>Choose: A special period of celebration or remembrance OR Something a person accepts as true. Answer: A special period of celebration or remembrance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D,H or read one relevant card together. Answer: The use of lights.</a:t>
            </a:r>
          </a:p>
          <a:p xmlns:a="http://schemas.openxmlformats.org/drawingml/2006/main">
            <a:r>
              <a:t>Give a reason when ready. Answer: No. Each account connects light to particular traditions.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Both sources describe ___. Their meanings differ because ___.</a:t>
            </a:r>
          </a:p>
          <a:p xmlns:a="http://schemas.openxmlformats.org/drawingml/2006/main">
            <a:r>
              <a:t>Sort source features into Diwali, Hanukkah or both. Explain using a named detail.</a:t>
            </a:r>
          </a:p>
          <a:p xmlns:a="http://schemas.openxmlformats.org/drawingml/2006/main">
            <a:r>
              <a:t>Evaluate what these two sources leave out about variation.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of lights — Both — Both accounts describe lights.</a:t>
            </a:r>
          </a:p>
          <a:p xmlns:a="http://schemas.openxmlformats.org/drawingml/2006/main">
            <a:r>
              <a:t>Temple rededication — Hanukkah — This meaning is in H.</a:t>
            </a:r>
          </a:p>
          <a:p xmlns:a="http://schemas.openxmlformats.org/drawingml/2006/main">
            <a:r>
              <a:t>Knowledge overcoming ignorance — Diwali — This interpretation is in D.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Both sources describe ___. Their meanings differ because ___. Complete the organiser one space at a time. Both sources describe ___. Their meanings differ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sources describe ___. Their meanings differ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Evaluate what these two sources leave out about variation.</a:t>
            </a:r>
          </a:p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 of lights.</a:t>
            </a:r>
          </a:p>
          <a:p xmlns:a="http://schemas.openxmlformats.org/drawingml/2006/main">
            <a:r>
              <a:t>No. Each account connects light to particular traditions.</a:t>
            </a:r>
          </a:p>
          <a:p xmlns:a="http://schemas.openxmlformats.org/drawingml/2006/main">
            <a:r>
              <a:t>Support: Both sources describe ___. Their meanings differ because ___.</a:t>
            </a:r>
          </a:p>
          <a:p xmlns:a="http://schemas.openxmlformats.org/drawingml/2006/main">
            <a:r>
              <a:t>Extension: Evaluate what these two sources leave out about variation.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comparison grid and explanation.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Hindu American Foundation Diwali: https://www.hinduamerican.org/diwali</a:t>
            </a:r>
          </a:p>
          <a:p xmlns:a="http://schemas.openxmlformats.org/drawingml/2006/main">
            <a:r>
              <a:t>Chabad What is Hanukkah: https://www.chabad.org/holidays/chanukah/article_cdo/aid/102911/jewish/What-Is-Hanukkah.htm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93f5a50364c4db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d31296efdbf4b42" Type="http://schemas.openxmlformats.org/officeDocument/2006/relationships/theme" Target="theme/theme2.xml"/><Relationship Id="R62e9e1d4c23d4625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9e1d4c23d46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bf1fd4345544eae" Type="http://schemas.openxmlformats.org/officeDocument/2006/relationships/notesSlide" Target="../notesSlides/notesSlide1.xml"/><Relationship Id="Rd51a1a96aead425f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7028376386946bc" Type="http://schemas.openxmlformats.org/officeDocument/2006/relationships/notesSlide" Target="../notesSlides/notesSlide2.xml"/><Relationship Id="Re8908b19f27f404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141f858f3da4353" Type="http://schemas.openxmlformats.org/officeDocument/2006/relationships/slideLayout" Target="../slideLayouts/slideLayout1.xml"/><Relationship Id="R7f722f7e3579499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a087e8ed7634004" Type="http://schemas.openxmlformats.org/officeDocument/2006/relationships/notesSlide" Target="../notesSlides/notesSlide4.xml"/><Relationship Id="R5e610c8b1454474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6aa97165a4a4b4e" Type="http://schemas.openxmlformats.org/officeDocument/2006/relationships/slideLayout" Target="../slideLayouts/slideLayout1.xml"/><Relationship Id="Ra0dcad1dbde54fe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52c98174cb840ec" Type="http://schemas.openxmlformats.org/officeDocument/2006/relationships/notesSlide" Target="../notesSlides/notesSlide6.xml"/><Relationship Id="R82dd97e5b3434ce9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ff207355bcf490e" Type="http://schemas.openxmlformats.org/officeDocument/2006/relationships/notesSlide" Target="../notesSlides/notesSlide7.xml"/><Relationship Id="Rfca64b52c237413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5eb05cc88554a08" Type="http://schemas.openxmlformats.org/officeDocument/2006/relationships/notesSlide" Target="../notesSlides/notesSlide8.xml"/><Relationship Id="R5c60d5334c8c492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2f9bd0fea804178" Type="http://schemas.openxmlformats.org/officeDocument/2006/relationships/slideLayout" Target="../slideLayouts/slideLayout1.xml"/><Relationship Id="Rf7d3e9c337874b7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c75c7a88ac74823" Type="http://schemas.openxmlformats.org/officeDocument/2006/relationships/slideLayout" Target="../slideLayouts/slideLayout1.xml"/><Relationship Id="R9ed538a83db745eb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1cbbef6d02274a11" Type="http://schemas.openxmlformats.org/officeDocument/2006/relationships/slideLayout" Target="../slideLayouts/slideLayout1.xml"/><Relationship Id="Rf7bbe173df7d41c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7a0f1098cfc4379" Type="http://schemas.openxmlformats.org/officeDocument/2006/relationships/slideLayout" Target="../slideLayouts/slideLayout1.xml"/><Relationship Id="Ra2636368798346e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522b1ac92d0b4dd5" Type="http://schemas.openxmlformats.org/officeDocument/2006/relationships/slideLayout" Target="../slideLayouts/slideLayout1.xml"/><Relationship Id="R6e1591dab05f4eb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5b86c9908f90412c" Type="http://schemas.openxmlformats.org/officeDocument/2006/relationships/notesSlide" Target="../notesSlides/notesSlide14.xml"/><Relationship Id="R64c6128625264419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a2bf81cd7ea14d31" Type="http://schemas.openxmlformats.org/officeDocument/2006/relationships/slideLayout" Target="../slideLayouts/slideLayout1.xml"/><Relationship Id="Rc343fcca37b7453f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402de116a9334e6c" Type="http://schemas.openxmlformats.org/officeDocument/2006/relationships/notesSlide" Target="../notesSlides/notesSlide16.xml"/><Relationship Id="Rbaf2518b8a25492b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3dfb15920f174ab4" Type="http://schemas.openxmlformats.org/officeDocument/2006/relationships/notesSlide" Target="../notesSlides/notesSlide17.xml"/><Relationship Id="Rf28b95d859e14057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1ccadf8345514f43" Type="http://schemas.openxmlformats.org/officeDocument/2006/relationships/slideLayout" Target="../slideLayouts/slideLayout1.xml"/><Relationship Id="Re4ad538f00b6454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31cdd4a6ff944b5e" Type="http://schemas.openxmlformats.org/officeDocument/2006/relationships/notesSlide" Target="../notesSlides/notesSlide19.xml"/><Relationship Id="R6213ab56be1e4ddd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3af4ff058f8c41f3" Type="http://schemas.openxmlformats.org/officeDocument/2006/relationships/notesSlide" Target="../notesSlides/notesSlide20.xml"/><Relationship Id="Raa4a9df0098749d5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4e2aacbf78214960" Type="http://schemas.openxmlformats.org/officeDocument/2006/relationships/image" Target="../media/image.png"/><Relationship Id="R9f5ea04869db4650" Type="http://schemas.openxmlformats.org/officeDocument/2006/relationships/notesSlide" Target="../notesSlides/notesSlide21.xml"/><Relationship Id="Rd881c5c72f414403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A0776-C601-4239-803A-24D1A73C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Comparing belief and celebration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F9DA4-6BCB-4637-B59D-E05C5316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AEE6A-9838-41A9-BFA6-FB6382BC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how two communities celebrate with an RE link.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FEE78-C9E0-4F11-B0F5-D58D1811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Autumn 2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3969D-E15C-4121-87AF-8ABF224E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778433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8A57C-A4DB-4522-AD13-CB749C16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D0B43-6FF0-436B-86DA-3052D7FD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9E59C-091A-44D6-8EA9-6A0A4264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Does Diwali belong to only one country?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9EB02-70C6-4E35-8292-841D96C8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festival?</a:t>
            </a:r>
          </a:p>
        </p:txBody>
      </p:sp>
    </p:spTree>
    <p:extLst>
      <p:ext uri="{BB962C8B-B14F-4D97-AF65-F5344CB8AC3E}">
        <p14:creationId xmlns:p14="http://schemas.microsoft.com/office/powerpoint/2010/main" val="1912103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CEAC8-6347-4934-9BFF-A7FBFABD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50637-EF31-4B06-8EFD-BFDF4E43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D8C5C-0756-41F5-B1CC-E685D932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shared feature can the sources support?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7E9BF-87CE-4037-8452-D1DF503D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the shared feature make the meanings identical?</a:t>
            </a:r>
          </a:p>
        </p:txBody>
      </p:sp>
    </p:spTree>
    <p:extLst>
      <p:ext uri="{BB962C8B-B14F-4D97-AF65-F5344CB8AC3E}">
        <p14:creationId xmlns:p14="http://schemas.microsoft.com/office/powerpoint/2010/main" val="6724930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7BC4E-205F-450E-B73B-4903EBFA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44620-D622-472C-929A-C37D8BD7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E4332-8FB3-4F70-B4DF-4A022C20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festival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special period of celebration or remembrance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EA555-FDBF-4AEE-B420-0F60E25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belief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accepts as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D267E-260C-4566-B848-961CECBC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tradition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practice passed 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93E80-8A6E-4711-90A8-DBD34AB0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 for people and what matters to them</a:t>
            </a:r>
          </a:p>
        </p:txBody>
      </p:sp>
    </p:spTree>
    <p:extLst>
      <p:ext uri="{BB962C8B-B14F-4D97-AF65-F5344CB8AC3E}">
        <p14:creationId xmlns:p14="http://schemas.microsoft.com/office/powerpoint/2010/main" val="377023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436D3-B9D2-4FDE-A69C-4FF8AE93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8FA38-4A1F-4764-A2D9-219A0E01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A5176-D2A1-46EA-AD8E-DF9ED77A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source features into Diwali, Hanukkah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5F992-6654-4F23-A03B-6A08E38B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34E26-C361-408B-9452-B179D066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Both sources describe ___. Their meanings differ because ___.</a:t>
            </a:r>
          </a:p>
        </p:txBody>
      </p:sp>
    </p:spTree>
    <p:extLst>
      <p:ext uri="{BB962C8B-B14F-4D97-AF65-F5344CB8AC3E}">
        <p14:creationId xmlns:p14="http://schemas.microsoft.com/office/powerpoint/2010/main" val="1766140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55520-5DDC-4773-A6C7-A2C9AAF0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0FDF8-26BD-4341-90D1-2C6E4932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5CDBA-32C8-4F21-BC8A-ABBBCBA2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shared feature can the sources support?</a:t>
            </a:r>
          </a:p>
        </p:txBody>
      </p:sp>
    </p:spTree>
    <p:extLst>
      <p:ext uri="{BB962C8B-B14F-4D97-AF65-F5344CB8AC3E}">
        <p14:creationId xmlns:p14="http://schemas.microsoft.com/office/powerpoint/2010/main" val="1536149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5C64A-106C-459B-97FF-49860421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ABCD2-52EA-4F58-810E-15925880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BFF0F-4D3A-4721-92A8-6B0E5375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D Diwali: Many Hindus mark Diwali with lamps, worship and gatherings. Light can express good overcoming evil and knowledge overcoming ignorance. Practices and stories vary. H Hanukkah: 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</p:spTree>
    <p:extLst>
      <p:ext uri="{BB962C8B-B14F-4D97-AF65-F5344CB8AC3E}">
        <p14:creationId xmlns:p14="http://schemas.microsoft.com/office/powerpoint/2010/main" val="1636548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5147E-3A7A-4798-A640-D14DC83A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59762-18CB-45C5-8671-097BA2D6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C7D28-427E-4F8F-8234-23CE42CB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 use of lights.</a:t>
            </a:r>
          </a:p>
        </p:txBody>
      </p:sp>
    </p:spTree>
    <p:extLst>
      <p:ext uri="{BB962C8B-B14F-4D97-AF65-F5344CB8AC3E}">
        <p14:creationId xmlns:p14="http://schemas.microsoft.com/office/powerpoint/2010/main" val="4722512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FFD85-0A59-45EB-B748-E0CE1B80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C67A4-B513-4425-87AC-39BB68C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0242A-6C30-479D-A0C2-E2899D5E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the shared feature make the meanings identical? No. Each account connects light to particular traditions.</a:t>
            </a:r>
          </a:p>
        </p:txBody>
      </p:sp>
    </p:spTree>
    <p:extLst>
      <p:ext uri="{BB962C8B-B14F-4D97-AF65-F5344CB8AC3E}">
        <p14:creationId xmlns:p14="http://schemas.microsoft.com/office/powerpoint/2010/main" val="1219773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A028A-CDBA-467E-9C2A-772A6CF2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ED1EB-9FF3-4600-A78B-6D1B22A0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B2626-2029-4B65-8D69-A93A5D24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source features into Diwali, Hanukkah or both.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5C0AE-F70C-43A1-8BF1-13BD67AA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Test a claim that all celebrations involving light have the same meaning.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8BF8A-21A2-42FB-8873-9A20C476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9823226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FF968-9D47-4F68-AD2F-F822F50C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5480F-216B-4698-B8F0-AEA2A422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E0691-D7C2-45A6-96F8-0F3BA74B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of lights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1F4A5-E38B-46C1-9F89-9CD511F9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Temple rededication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34FC1-952E-4384-8616-399465F0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Knowledge overcoming ignorance</a:t>
            </a:r>
          </a:p>
        </p:txBody>
      </p:sp>
    </p:spTree>
    <p:extLst>
      <p:ext uri="{BB962C8B-B14F-4D97-AF65-F5344CB8AC3E}">
        <p14:creationId xmlns:p14="http://schemas.microsoft.com/office/powerpoint/2010/main" val="1257243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E9327-7C27-4505-8049-50274F72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95880-EAD9-4EF5-A301-850755EF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A3A29-B9FA-440F-AB0C-C71AA150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comparison grid for D and 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10D1F-F95A-46CD-944A-AD722343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similarity and one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D1174-9B85-4903-BA9A-F9490BF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Recognise variation within each community.</a:t>
            </a:r>
          </a:p>
        </p:txBody>
      </p:sp>
    </p:spTree>
    <p:extLst>
      <p:ext uri="{BB962C8B-B14F-4D97-AF65-F5344CB8AC3E}">
        <p14:creationId xmlns:p14="http://schemas.microsoft.com/office/powerpoint/2010/main" val="4261407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0308F-91CF-4C8D-B485-F207F4A4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FC4A5-6340-4353-B87F-C9137F5C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546DF-D00F-4926-930D-3787AC11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comparison grid for D and 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33A7B-49C6-4EE7-86F4-1B88B413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similarity and one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0F58D-A785-425B-8688-9A9F76A0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Recognise variation within each community.</a:t>
            </a:r>
          </a:p>
        </p:txBody>
      </p:sp>
    </p:spTree>
    <p:extLst>
      <p:ext uri="{BB962C8B-B14F-4D97-AF65-F5344CB8AC3E}">
        <p14:creationId xmlns:p14="http://schemas.microsoft.com/office/powerpoint/2010/main" val="1437543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E4949-9032-418D-B104-60D7A77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91630-3FC9-4E31-8A83-F23BBEA3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6092A-86F2-482E-A8EC-8573085F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comparison grid for D and 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261F9-325E-4F93-A7E5-3C2D99B3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similarity and one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B6571-6CE0-4979-9563-321673E9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Recognise variation within each community.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32806-4CEB-4F85-8981-363DA401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Evaluate what these two sources leave out about variation.</a:t>
            </a:r>
          </a:p>
        </p:txBody>
      </p:sp>
    </p:spTree>
    <p:extLst>
      <p:ext uri="{BB962C8B-B14F-4D97-AF65-F5344CB8AC3E}">
        <p14:creationId xmlns:p14="http://schemas.microsoft.com/office/powerpoint/2010/main" val="425023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2FCA0-222E-4480-A3FE-E7945075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7B834-1F7B-4F8B-AEFF-6E67614B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0EAFA-8EC0-4535-BD73-760EFF51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comparison grid and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7C319-FC67-4EAE-B851-06DCDD30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36EFD-E739-4833-99FB-B3C345F1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7645237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3E56C-C5AA-4944-A379-D6C3B9B7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3C099-B5F1-4EC8-9D05-3BA58DC8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E9ACD-EF59-4B6D-AF03-9055BDB0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shared feature can the sources support?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8E680-E3A4-4DFE-AB47-B32C42E0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the shared feature make the meanings identical?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B075B-BE63-4C82-850B-C423D5C8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732786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2EFDC-FF75-4EED-A247-27BA9786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Diwali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86DCA-2ED3-49B8-B90C-5565E70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30E24-A5F0-4A85-92C5-A2372FEF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Hindus mark Diwali with lamps, worship and gatherings. Light can express good overcoming evil and knowledge overcoming ignorance. Practices and stories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F5C30-C606-4AF1-AF08-F168B07E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Hindu American Foundation, Diwali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56C94-5E01-4EAD-9166-6D23C5CE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Hindu explanation does not cover every Hindu practice or other religions’ observances.</a:t>
            </a:r>
          </a:p>
        </p:txBody>
      </p:sp>
    </p:spTree>
    <p:extLst>
      <p:ext uri="{BB962C8B-B14F-4D97-AF65-F5344CB8AC3E}">
        <p14:creationId xmlns:p14="http://schemas.microsoft.com/office/powerpoint/2010/main" val="467399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12608-87C7-4351-90A3-C7555695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H Hanukkah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1457B-8350-4AC8-960A-0F41BABE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FB5F5-1D12-4E2D-A5C6-2FFEAE1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Hanukkah is a Jewish festival lasting eight nights. Lights recall the Temple’s rededication and the traditional account of oil lasting eight days. A hanukkiah has eight festival lights and a helper light.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7CF38-2341-45AF-9067-DE3BCE3B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Chabad, What is Hanukkah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28AC6-6DA6-46C2-B8C7-C412C71C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explains one Jewish religious perspective; not all Jewish households observe identically.</a:t>
            </a:r>
          </a:p>
        </p:txBody>
      </p:sp>
    </p:spTree>
    <p:extLst>
      <p:ext uri="{BB962C8B-B14F-4D97-AF65-F5344CB8AC3E}">
        <p14:creationId xmlns:p14="http://schemas.microsoft.com/office/powerpoint/2010/main" val="15849617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BD904-9F53-43DE-A023-23BD2B7E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O Objects and meanings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94424-F15E-47C8-BBFB-3EE3F708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E3F60-0586-4178-B473-AE3ED115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diya is a small lamp associated with Diwali. A hanukkiah is used at Hanukkah. Ask before touching borrowed objects; use an unlit replica or a drawing.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889B4-DDB8-4019-BA7B-4561A67E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CA31E-F40D-4472-98A2-C7A59D63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6871899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3419C-A717-4BC5-BDC5-4A881513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S One family’s celebration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2DDC2-175D-49BD-ABBB-64FCF912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6274A-5B4F-43F8-96FA-AA2F449A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Diwali plan: prepare a welcoming space; arrange unlit lamps with an adult; gather for worship; share food and greetings. This is one sequence, not a rule for every family.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DF908-46B1-4C5E-91B8-F0491ADB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0524D-6259-4E48-9654-43CFF24E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6540072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64818-687D-49B2-B0EE-369FF8DA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0152F-4DCC-47B9-8BA1-95ADC14B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Autumn 2  W5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aacbf78214960"/>
          <a:stretch xmlns:a="http://schemas.openxmlformats.org/drawingml/2006/main"/>
        </p:blipFill>
        <p:spPr>
          <a:xfrm xmlns:a="http://schemas.openxmlformats.org/drawingml/2006/main">
            <a:off x="1047750" y="1422336"/>
            <a:ext cx="10096500" cy="44895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45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2026-09-19T18:35:55.0100000Z</dcterms:created>
  <dcterms:modified xsi:type="dcterms:W3CDTF">2026-09-19T18:35:55.0100000Z</dcterms:modified>
</coreProperties>
</file>