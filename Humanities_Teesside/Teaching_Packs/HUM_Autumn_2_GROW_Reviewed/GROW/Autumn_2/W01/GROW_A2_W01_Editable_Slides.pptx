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6bbcf55259e4c31" Type="http://schemas.openxmlformats.org/officeDocument/2006/relationships/officeDocument" Target="ppt/presentation.xml"/><Relationship Id="Rdeaae1f8874c47f7" Type="http://schemas.openxmlformats.org/package/2006/relationships/metadata/core-properties" Target="docProps/core.xml"/><Relationship Id="Re418f5914c944b3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b0fa9d1f4c429f"/>
  </p:sldMasterIdLst>
  <p:notesMasterIdLst>
    <p:notesMasterId xmlns:r="http://schemas.openxmlformats.org/officeDocument/2006/relationships" r:id="Rc60524f614754029"/>
  </p:notesMasterIdLst>
  <p:sldIdLst>
    <p:sldId xmlns:r="http://schemas.openxmlformats.org/officeDocument/2006/relationships" id="256" r:id="Re00f1de6a9f240c6"/>
    <p:sldId xmlns:r="http://schemas.openxmlformats.org/officeDocument/2006/relationships" id="257" r:id="R43c8daed4f9d49c8"/>
    <p:sldId xmlns:r="http://schemas.openxmlformats.org/officeDocument/2006/relationships" id="258" r:id="R6ff736e2c607494d"/>
    <p:sldId xmlns:r="http://schemas.openxmlformats.org/officeDocument/2006/relationships" id="259" r:id="R45e0c5bb08034dc7"/>
    <p:sldId xmlns:r="http://schemas.openxmlformats.org/officeDocument/2006/relationships" id="260" r:id="R79f50ba2e3a245e5"/>
    <p:sldId xmlns:r="http://schemas.openxmlformats.org/officeDocument/2006/relationships" id="261" r:id="R3ef1f14a1604461c"/>
    <p:sldId xmlns:r="http://schemas.openxmlformats.org/officeDocument/2006/relationships" id="262" r:id="R01116a4d6c7149bd"/>
    <p:sldId xmlns:r="http://schemas.openxmlformats.org/officeDocument/2006/relationships" id="263" r:id="R13a030f590d84ace"/>
    <p:sldId xmlns:r="http://schemas.openxmlformats.org/officeDocument/2006/relationships" id="264" r:id="R864d0fc1c4524f60"/>
    <p:sldId xmlns:r="http://schemas.openxmlformats.org/officeDocument/2006/relationships" id="265" r:id="R79b9b1ab02f949d4"/>
    <p:sldId xmlns:r="http://schemas.openxmlformats.org/officeDocument/2006/relationships" id="266" r:id="R802a1e7efafb47c7"/>
    <p:sldId xmlns:r="http://schemas.openxmlformats.org/officeDocument/2006/relationships" id="267" r:id="R4d8a6ac30d404088"/>
    <p:sldId xmlns:r="http://schemas.openxmlformats.org/officeDocument/2006/relationships" id="268" r:id="R3c6ca8355b90470a"/>
    <p:sldId xmlns:r="http://schemas.openxmlformats.org/officeDocument/2006/relationships" id="269" r:id="R354f82cef1334f3e"/>
    <p:sldId xmlns:r="http://schemas.openxmlformats.org/officeDocument/2006/relationships" id="270" r:id="R09c5fbd66c0a415e"/>
    <p:sldId xmlns:r="http://schemas.openxmlformats.org/officeDocument/2006/relationships" id="271" r:id="Re63e443372914ca2"/>
    <p:sldId xmlns:r="http://schemas.openxmlformats.org/officeDocument/2006/relationships" id="272" r:id="Raaac60d9e3124085"/>
    <p:sldId xmlns:r="http://schemas.openxmlformats.org/officeDocument/2006/relationships" id="273" r:id="R497fd44c2b1540a4"/>
    <p:sldId xmlns:r="http://schemas.openxmlformats.org/officeDocument/2006/relationships" id="274" r:id="R1b7e550d79a0458e"/>
    <p:sldId xmlns:r="http://schemas.openxmlformats.org/officeDocument/2006/relationships" id="275" r:id="R58728b142e654b16"/>
    <p:sldId xmlns:r="http://schemas.openxmlformats.org/officeDocument/2006/relationships" id="276" r:id="Ra32ea64dd8ac47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116a4d6c7149bd" Type="http://schemas.openxmlformats.org/officeDocument/2006/relationships/slide" Target="slides/slide7.xml"/><Relationship Id="R09c5fbd66c0a415e" Type="http://schemas.openxmlformats.org/officeDocument/2006/relationships/slide" Target="slides/slide15.xml"/><Relationship Id="R13a030f590d84ace" Type="http://schemas.openxmlformats.org/officeDocument/2006/relationships/slide" Target="slides/slide8.xml"/><Relationship Id="R1b7e550d79a0458e" Type="http://schemas.openxmlformats.org/officeDocument/2006/relationships/slide" Target="slides/slide19.xml"/><Relationship Id="R2761f3f961154903" Type="http://schemas.openxmlformats.org/officeDocument/2006/relationships/theme" Target="theme/theme1.xml"/><Relationship Id="R354f82cef1334f3e" Type="http://schemas.openxmlformats.org/officeDocument/2006/relationships/slide" Target="slides/slide14.xml"/><Relationship Id="R3c6ca8355b90470a" Type="http://schemas.openxmlformats.org/officeDocument/2006/relationships/slide" Target="slides/slide13.xml"/><Relationship Id="R3ef1f14a1604461c" Type="http://schemas.openxmlformats.org/officeDocument/2006/relationships/slide" Target="slides/slide6.xml"/><Relationship Id="R43c8daed4f9d49c8" Type="http://schemas.openxmlformats.org/officeDocument/2006/relationships/slide" Target="slides/slide2.xml"/><Relationship Id="R45e0c5bb08034dc7" Type="http://schemas.openxmlformats.org/officeDocument/2006/relationships/slide" Target="slides/slide4.xml"/><Relationship Id="R497fd44c2b1540a4" Type="http://schemas.openxmlformats.org/officeDocument/2006/relationships/slide" Target="slides/slide18.xml"/><Relationship Id="R4d8a6ac30d404088" Type="http://schemas.openxmlformats.org/officeDocument/2006/relationships/slide" Target="slides/slide12.xml"/><Relationship Id="R58728b142e654b16" Type="http://schemas.openxmlformats.org/officeDocument/2006/relationships/slide" Target="slides/slide20.xml"/><Relationship Id="R5db0fa9d1f4c429f" Type="http://schemas.openxmlformats.org/officeDocument/2006/relationships/slideMaster" Target="slideMasters/slideMaster1.xml"/><Relationship Id="R6ff736e2c607494d" Type="http://schemas.openxmlformats.org/officeDocument/2006/relationships/slide" Target="slides/slide3.xml"/><Relationship Id="R79b9b1ab02f949d4" Type="http://schemas.openxmlformats.org/officeDocument/2006/relationships/slide" Target="slides/slide10.xml"/><Relationship Id="R79f50ba2e3a245e5" Type="http://schemas.openxmlformats.org/officeDocument/2006/relationships/slide" Target="slides/slide5.xml"/><Relationship Id="R802a1e7efafb47c7" Type="http://schemas.openxmlformats.org/officeDocument/2006/relationships/slide" Target="slides/slide11.xml"/><Relationship Id="R864d0fc1c4524f60" Type="http://schemas.openxmlformats.org/officeDocument/2006/relationships/slide" Target="slides/slide9.xml"/><Relationship Id="Ra32ea64dd8ac47ff" Type="http://schemas.openxmlformats.org/officeDocument/2006/relationships/slide" Target="slides/slide21.xml"/><Relationship Id="Raaac60d9e3124085" Type="http://schemas.openxmlformats.org/officeDocument/2006/relationships/slide" Target="slides/slide17.xml"/><Relationship Id="Rc60524f614754029" Type="http://schemas.openxmlformats.org/officeDocument/2006/relationships/notesMaster" Target="notesMasters/notesMaster1.xml"/><Relationship Id="Rcc4621ad22d9449e" Type="http://schemas.openxmlformats.org/officeDocument/2006/relationships/presProps" Target="presProps.xml"/><Relationship Id="Re00f1de6a9f240c6" Type="http://schemas.openxmlformats.org/officeDocument/2006/relationships/slide" Target="slides/slide1.xml"/><Relationship Id="Re63e443372914ca2" Type="http://schemas.openxmlformats.org/officeDocument/2006/relationships/slide" Target="slides/slide16.xml"/><Relationship Id="Rf89470afb2de4da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f32ae9c65597453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574e7f358e246b3" Type="http://schemas.openxmlformats.org/officeDocument/2006/relationships/slide" Target="../slides/slide1.xml"/><Relationship Id="Reece3bbeb902406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dd9610f6b3a451e" Type="http://schemas.openxmlformats.org/officeDocument/2006/relationships/notesMaster" Target="../notesMasters/notesMaster1.xml"/><Relationship Id="Ree57fe7480194de5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3d8337f2bbc4c94" Type="http://schemas.openxmlformats.org/officeDocument/2006/relationships/slide" Target="../slides/slide3.xml"/><Relationship Id="Rdf3d4d14438a499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605d0a15ecd4ff9" Type="http://schemas.openxmlformats.org/officeDocument/2006/relationships/notesMaster" Target="../notesMasters/notesMaster1.xml"/><Relationship Id="Rf0863dbea37f44c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c536451a59f4d99" Type="http://schemas.openxmlformats.org/officeDocument/2006/relationships/slide" Target="../slides/slide5.xml"/><Relationship Id="R63c2400092764a7e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086c048671a421a" Type="http://schemas.openxmlformats.org/officeDocument/2006/relationships/slide" Target="../slides/slide6.xml"/><Relationship Id="Rc3871c332af7497a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96a74dbd6104fbb" Type="http://schemas.openxmlformats.org/officeDocument/2006/relationships/slide" Target="../slides/slide7.xml"/><Relationship Id="Rabfb00defff94dc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c8528d0942645e4" Type="http://schemas.openxmlformats.org/officeDocument/2006/relationships/slide" Target="../slides/slide8.xml"/><Relationship Id="Rdd908732f738449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d394ab92d2484c5c" Type="http://schemas.openxmlformats.org/officeDocument/2006/relationships/slide" Target="../slides/slide9.xml"/><Relationship Id="Rfda722bbd943401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12fb6afd9d349e8" Type="http://schemas.openxmlformats.org/officeDocument/2006/relationships/slide" Target="../slides/slide10.xml"/><Relationship Id="R632ca2ba48f040c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050752f27e14ca1" Type="http://schemas.openxmlformats.org/officeDocument/2006/relationships/notesMaster" Target="../notesMasters/notesMaster1.xml"/><Relationship Id="Rcb357de6b03443a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a73f458bba124486" Type="http://schemas.openxmlformats.org/officeDocument/2006/relationships/slide" Target="../slides/slide12.xml"/><Relationship Id="Rfa6e4227d37243cd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98bf42c93114a59" Type="http://schemas.openxmlformats.org/officeDocument/2006/relationships/notesMaster" Target="../notesMasters/notesMaster1.xml"/><Relationship Id="R3c337a0304934c41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112e4e9c5b5d4d6e" Type="http://schemas.openxmlformats.org/officeDocument/2006/relationships/notesMaster" Target="../notesMasters/notesMaster1.xml"/><Relationship Id="R90bf6376f39e4ab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35c3ef8bbd5848ad" Type="http://schemas.openxmlformats.org/officeDocument/2006/relationships/notesMaster" Target="../notesMasters/notesMaster1.xml"/><Relationship Id="R8cf6693adbe044b4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1d216e1e0512448f" Type="http://schemas.openxmlformats.org/officeDocument/2006/relationships/notesMaster" Target="../notesMasters/notesMaster1.xml"/><Relationship Id="R2fb1e1ebbe4d4967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9ac7483fcdb4da0" Type="http://schemas.openxmlformats.org/officeDocument/2006/relationships/slide" Target="../slides/slide17.xml"/><Relationship Id="R6012972dc8924513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23e201dcfa074a42" Type="http://schemas.openxmlformats.org/officeDocument/2006/relationships/slide" Target="../slides/slide18.xml"/><Relationship Id="R7dd7efbf121c4cf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0122b9abc2447d8" Type="http://schemas.openxmlformats.org/officeDocument/2006/relationships/slide" Target="../slides/slide19.xml"/><Relationship Id="R7ad204bb4f6047c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7676d7b313b247c4" Type="http://schemas.openxmlformats.org/officeDocument/2006/relationships/slide" Target="../slides/slide20.xml"/><Relationship Id="Radeaadd5a2144020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31602ed85aff4382" Type="http://schemas.openxmlformats.org/officeDocument/2006/relationships/notesMaster" Target="../notesMasters/notesMaster1.xml"/><Relationship Id="Rd6efe49e0f864053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continent means a large land region.</a:t>
            </a:r>
          </a:p>
          <a:p xmlns:a="http://schemas.openxmlformats.org/drawingml/2006/main">
            <a:r>
              <a:t>Use the reminder strip or talk it through with an adult. Answer: A large land region</a:t>
            </a:r>
          </a:p>
          <a:p xmlns:a="http://schemas.openxmlformats.org/drawingml/2006/main">
            <a:r>
              <a:t>Choose: A large land region OR A large body of salt water. Answer: A large land region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Japan.</a:t>
            </a:r>
          </a:p>
          <a:p xmlns:a="http://schemas.openxmlformats.org/drawingml/2006/main">
            <a:r>
              <a:t>Give a reason when ready. Answer: It shows less local detail at the smaller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___ is in ___. It lies beside ___.</a:t>
            </a:r>
          </a:p>
          <a:p xmlns:a="http://schemas.openxmlformats.org/drawingml/2006/main">
            <a:r>
              <a:t>Zoom from Teesside to the world. Explain using a named detail.</a:t>
            </a:r>
          </a:p>
          <a:p xmlns:a="http://schemas.openxmlformats.org/drawingml/2006/main">
            <a:r>
              <a:t>Explain why the world map is useful for this question but not for a street route.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Zoom from Teesside to the world. Locate the UK, India, Japan and their neighbouring oceans.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___ is in ___. It lies beside ___. Complete the organiser one space at a time. ___ is in ___. It lies beside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___ is in ___. It lies beside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the world map is useful for this question but not for a street route.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Japan.</a:t>
            </a:r>
          </a:p>
          <a:p xmlns:a="http://schemas.openxmlformats.org/drawingml/2006/main">
            <a:r>
              <a:t>It shows less local detail at the smaller scale.</a:t>
            </a:r>
          </a:p>
          <a:p xmlns:a="http://schemas.openxmlformats.org/drawingml/2006/main">
            <a:r>
              <a:t>Support: ___ is in ___. It lies beside ___.</a:t>
            </a:r>
          </a:p>
          <a:p xmlns:a="http://schemas.openxmlformats.org/drawingml/2006/main">
            <a:r>
              <a:t>Extension: Explain why the world map is useful for this question but not for a street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Natural Earth public domain map data: https://www.naturalearthdata.com/about/terms-of-use/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0a14d52c2ed461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31d72d46bb94864" Type="http://schemas.openxmlformats.org/officeDocument/2006/relationships/theme" Target="theme/theme2.xml"/><Relationship Id="Refd007d65a0d473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007d65a0d47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d0b4fece43314367" Type="http://schemas.openxmlformats.org/officeDocument/2006/relationships/slideLayout" Target="../slideLayouts/slideLayout1.xml"/><Relationship Id="Refd9647dfde14b4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e0853dd62ec346b6" Type="http://schemas.openxmlformats.org/officeDocument/2006/relationships/slideLayout" Target="../slideLayouts/slideLayout1.xml"/><Relationship Id="Rf8d90bd946f3411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1727089fc694ba7" Type="http://schemas.openxmlformats.org/officeDocument/2006/relationships/notesSlide" Target="../notesSlides/notesSlide3.xml"/><Relationship Id="Re0c7c30bea4b4f5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a622c2bef1904317" Type="http://schemas.openxmlformats.org/officeDocument/2006/relationships/slideLayout" Target="../slideLayouts/slideLayout1.xml"/><Relationship Id="Rd88f47392f034b8f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2f9cc7a27484b2a" Type="http://schemas.openxmlformats.org/officeDocument/2006/relationships/notesSlide" Target="../notesSlides/notesSlide5.xml"/><Relationship Id="Rb1ba45e4b22c496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e4fc586fe0a42fb" Type="http://schemas.openxmlformats.org/officeDocument/2006/relationships/slideLayout" Target="../slideLayouts/slideLayout1.xml"/><Relationship Id="R9d4de68f07d8467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46dc896ae294c2a" Type="http://schemas.openxmlformats.org/officeDocument/2006/relationships/slideLayout" Target="../slideLayouts/slideLayout1.xml"/><Relationship Id="Rc1989bdbe908430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6412404299347a1" Type="http://schemas.openxmlformats.org/officeDocument/2006/relationships/slideLayout" Target="../slideLayouts/slideLayout1.xml"/><Relationship Id="Rc7f905b7d8e944f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29a51340eb349bc" Type="http://schemas.openxmlformats.org/officeDocument/2006/relationships/notesSlide" Target="../notesSlides/notesSlide9.xml"/><Relationship Id="R1b1194ad9297495f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25b4368da53490a" Type="http://schemas.openxmlformats.org/officeDocument/2006/relationships/notesSlide" Target="../notesSlides/notesSlide10.xml"/><Relationship Id="R6dcd89c6f9f24cd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9f65921caa845df" Type="http://schemas.openxmlformats.org/officeDocument/2006/relationships/slideLayout" Target="../slideLayouts/slideLayout1.xml"/><Relationship Id="Rcd3df0f970e5461a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7baba1d91a343f2" Type="http://schemas.openxmlformats.org/officeDocument/2006/relationships/notesSlide" Target="../notesSlides/notesSlide12.xml"/><Relationship Id="R8578fa9801fa4eaf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69e8867598344197" Type="http://schemas.openxmlformats.org/officeDocument/2006/relationships/slideLayout" Target="../slideLayouts/slideLayout1.xml"/><Relationship Id="R83836bffcc75448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c08c3056c6f745b6" Type="http://schemas.openxmlformats.org/officeDocument/2006/relationships/slideLayout" Target="../slideLayouts/slideLayout1.xml"/><Relationship Id="Rf52731bc7a8d416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195fc3c57a948d4" Type="http://schemas.openxmlformats.org/officeDocument/2006/relationships/notesSlide" Target="../notesSlides/notesSlide15.xml"/><Relationship Id="R21f143b6cf6c4d5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7037b3cdacd64b56" Type="http://schemas.openxmlformats.org/officeDocument/2006/relationships/slideLayout" Target="../slideLayouts/slideLayout1.xml"/><Relationship Id="Rb1fdf41842d048cb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21d9d3abd5204c24" Type="http://schemas.openxmlformats.org/officeDocument/2006/relationships/notesSlide" Target="../notesSlides/notesSlide17.xml"/><Relationship Id="Rd8ffaaa3371049ac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b67dafdeec1b43ad" Type="http://schemas.openxmlformats.org/officeDocument/2006/relationships/notesSlide" Target="../notesSlides/notesSlide18.xml"/><Relationship Id="Rbacf227b51914b76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57b03b1a803e494b" Type="http://schemas.openxmlformats.org/officeDocument/2006/relationships/slideLayout" Target="../slideLayouts/slideLayout1.xml"/><Relationship Id="Ra288bad1e37941a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4184612921f845d6" Type="http://schemas.openxmlformats.org/officeDocument/2006/relationships/notesSlide" Target="../notesSlides/notesSlide20.xml"/><Relationship Id="Rea1a42bcf12e4f29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6780db3b7b8b458f" Type="http://schemas.openxmlformats.org/officeDocument/2006/relationships/slideLayout" Target="../slideLayouts/slideLayout1.xml"/><Relationship Id="Rd86fe50e5f50422c" Type="http://schemas.openxmlformats.org/officeDocument/2006/relationships/image" Target="../media/image.png"/><Relationship Id="Rddb0e989311249ca" Type="http://schemas.openxmlformats.org/officeDocument/2006/relationships/notesSlide" Target="../notesSlides/notesSlide2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E41BB-3BA1-43E5-85C1-B6629C1F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Countries continents and oceans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44BD4-9A90-47F7-B67F-D55C40D3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2C703-3132-4F08-AE5B-45F601E4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countries continents and oceans using maps and atlases.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B5D4E-FDF8-4B1C-8304-9DFC7A4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Autumn 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6CFF0-06B9-4711-9E88-D0644CBD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526586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1FC71-22FD-434C-BCA9-5AFAD8E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E8439-9ED4-4B15-8722-86A1F959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C802A-E345-44EA-9EE0-CF58990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continent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6BFCA-1DBA-433E-8CF9-06705467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continent?</a:t>
            </a:r>
          </a:p>
        </p:txBody>
      </p:sp>
    </p:spTree>
    <p:extLst>
      <p:ext uri="{BB962C8B-B14F-4D97-AF65-F5344CB8AC3E}">
        <p14:creationId xmlns:p14="http://schemas.microsoft.com/office/powerpoint/2010/main" val="846980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64CDA-F850-4BF4-842E-ACBF7702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BDAC4-6178-471C-8EDB-089CE26B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19DB3-A318-4C9E-B5D6-F5C5441F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Which of the three countries lies beside the Pacific?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D856A-4AAC-4835-8A7B-596B10FC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changes when a map shows a much larger area?</a:t>
            </a:r>
          </a:p>
        </p:txBody>
      </p:sp>
    </p:spTree>
    <p:extLst>
      <p:ext uri="{BB962C8B-B14F-4D97-AF65-F5344CB8AC3E}">
        <p14:creationId xmlns:p14="http://schemas.microsoft.com/office/powerpoint/2010/main" val="1721839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5808D-BC71-40E5-8E5B-E009C1A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936A4-DB36-4129-84A1-B2E8C7D6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B6247-BF19-4624-99A3-8C3AC51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continent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large land region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64420-F0F7-4BCC-B9D8-0085137B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ocean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large body of salt water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6439D-0F9E-4DDB-B6D3-91155465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Where something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0020E-A8A4-4B55-AE52-0A55360F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connection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link between places or people</a:t>
            </a:r>
          </a:p>
        </p:txBody>
      </p:sp>
    </p:spTree>
    <p:extLst>
      <p:ext uri="{BB962C8B-B14F-4D97-AF65-F5344CB8AC3E}">
        <p14:creationId xmlns:p14="http://schemas.microsoft.com/office/powerpoint/2010/main" val="1462268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50222-E466-46C7-A0B5-B9D91CC2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9F9E9-FDC9-435E-894F-69DE31D9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92F8A-4C9C-447E-B06A-B27E1AD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Zoom from Teesside to the 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19C13-B3B2-48EB-ABBB-1D96DC4A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4E156-A9DA-4416-A264-91062F19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___ is in ___. It lies beside ___.</a:t>
            </a:r>
          </a:p>
        </p:txBody>
      </p:sp>
    </p:spTree>
    <p:extLst>
      <p:ext uri="{BB962C8B-B14F-4D97-AF65-F5344CB8AC3E}">
        <p14:creationId xmlns:p14="http://schemas.microsoft.com/office/powerpoint/2010/main" val="2111595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98045-1518-4BA5-A8D6-B68C035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82485-3423-4C6D-B1AF-E93631A8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23677-4F70-427F-9ED8-8452A398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Which of the three countries lies beside the Pacific?</a:t>
            </a:r>
          </a:p>
        </p:txBody>
      </p:sp>
    </p:spTree>
    <p:extLst>
      <p:ext uri="{BB962C8B-B14F-4D97-AF65-F5344CB8AC3E}">
        <p14:creationId xmlns:p14="http://schemas.microsoft.com/office/powerpoint/2010/main" val="1481793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4B19C-5C25-47F4-894B-E530DA3B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7D81B-4A2D-44A6-ACD6-07B5AFF4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A65C5-9353-4784-A5B5-3D8CC135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India and Japan: India and Japan are in Asia. India borders the Indian Ocean; Japan is an island country beside the Pacific Ocean.</a:t>
            </a:r>
          </a:p>
        </p:txBody>
      </p:sp>
    </p:spTree>
    <p:extLst>
      <p:ext uri="{BB962C8B-B14F-4D97-AF65-F5344CB8AC3E}">
        <p14:creationId xmlns:p14="http://schemas.microsoft.com/office/powerpoint/2010/main" val="261865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5B995-6013-4936-90EF-B4E06C55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795F6-FEDD-4F3B-A626-2E7163FE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30B80-0C2D-4759-8162-62EEB24D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Japan.</a:t>
            </a:r>
          </a:p>
        </p:txBody>
      </p:sp>
    </p:spTree>
    <p:extLst>
      <p:ext uri="{BB962C8B-B14F-4D97-AF65-F5344CB8AC3E}">
        <p14:creationId xmlns:p14="http://schemas.microsoft.com/office/powerpoint/2010/main" val="1225440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DA3F1-E73A-402C-B90A-1C36039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9DEC3-0679-4D2A-9953-71290BC9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6414A-EF0B-43D2-AE28-A724AEFE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changes when a map shows a much larger area? It shows less local detail at the smaller scale.</a:t>
            </a:r>
          </a:p>
        </p:txBody>
      </p:sp>
    </p:spTree>
    <p:extLst>
      <p:ext uri="{BB962C8B-B14F-4D97-AF65-F5344CB8AC3E}">
        <p14:creationId xmlns:p14="http://schemas.microsoft.com/office/powerpoint/2010/main" val="139392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08A97-189A-4DFF-8A09-671CFA3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C3F68-1FBC-4248-983B-ADA9616E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DE63F-5D01-4E6F-844B-CC5A27FE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Zoom from Teesside to the 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1AFF1-1FF9-4042-AF49-4B25286B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the UK, India, Japan and their neighbouring oceans.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D600C-488C-43F7-9AD6-D4E7EFFC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0076906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18E38-20B7-4EE7-934C-56E56DB3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ACA9A-F8E6-4C4F-BD4F-FC900436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A7EA7-2E1A-438A-B62D-89E52994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Places and symbols or grid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D5E50-7F12-4859-905D-DD79F6EB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Location or direction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DCD9B-342D-4FD5-9A45-429AC136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Pattern using the map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8A940-5367-4DFE-B149-58310037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this map does not show</a:t>
            </a:r>
          </a:p>
        </p:txBody>
      </p:sp>
    </p:spTree>
    <p:extLst>
      <p:ext uri="{BB962C8B-B14F-4D97-AF65-F5344CB8AC3E}">
        <p14:creationId xmlns:p14="http://schemas.microsoft.com/office/powerpoint/2010/main" val="8728659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5B873-B21C-4B18-92C7-FEFE6CC9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B64FA-3935-4E18-B534-FCEA8753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04F85-04AE-4111-A57B-FE562AA7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the UK, India and Japan, their continents and two oceans.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151D2-0C90-46E9-A95E-67BC3593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an atlas or the supplied map key.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AF1C7-65B1-420C-ABE4-3866658E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independently: which country lies beside the Pacific Ocean?</a:t>
            </a:r>
          </a:p>
        </p:txBody>
      </p:sp>
    </p:spTree>
    <p:extLst>
      <p:ext uri="{BB962C8B-B14F-4D97-AF65-F5344CB8AC3E}">
        <p14:creationId xmlns:p14="http://schemas.microsoft.com/office/powerpoint/2010/main" val="1243045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F02DF-9DEF-4D1D-AF79-EC45A6BE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8966F-2C5C-40BB-B03D-DFF055DB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6EA3F-4BEB-4D66-B42E-0D87640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the UK, India and Japan, their continents and two oceans.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9763F-B808-4C62-B1B5-565B070A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an atlas or the supplied map key.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08AFD-F23D-4E29-9E40-D7FABA0A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independently: which country lies beside the Pacific Ocean?</a:t>
            </a:r>
          </a:p>
        </p:txBody>
      </p:sp>
    </p:spTree>
    <p:extLst>
      <p:ext uri="{BB962C8B-B14F-4D97-AF65-F5344CB8AC3E}">
        <p14:creationId xmlns:p14="http://schemas.microsoft.com/office/powerpoint/2010/main" val="6605002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41EA0-09E1-4722-BD4F-8ECDDB8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DEF36-755E-49E6-84C5-98C5B3A5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54F5B-C9E0-4D2F-A632-9BE2421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the UK, India and Japan, their continents and two oceans.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5D825-AD02-4680-9B0D-98673243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an atlas or the supplied map key.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57C1C-11F3-4CBA-82D5-CF93141E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independently: which country lies beside the Pacific Ocean?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DA710-D07D-493E-B5F6-851802CE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the world map is useful for this question but not for a street route.</a:t>
            </a:r>
          </a:p>
        </p:txBody>
      </p:sp>
    </p:spTree>
    <p:extLst>
      <p:ext uri="{BB962C8B-B14F-4D97-AF65-F5344CB8AC3E}">
        <p14:creationId xmlns:p14="http://schemas.microsoft.com/office/powerpoint/2010/main" val="19598276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03A93-57B3-4BA3-85BC-24880342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EFD92-2CBB-4290-ADAA-5569A097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627E1-1574-4C75-B07A-2CDC2C4E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map-skills check and independent location/pattern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4A9CF-1784-4732-9A9F-D5F37A57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C134C-03EC-4FF8-B4A8-EF950A71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1947976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3BB3B-87C8-4069-8F81-2DCB5E04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2FB85-D8EE-4B6C-8B1F-0C85B952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F8CA9-9758-4FD1-8E08-91798C69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of the three countries lies beside the Pacific?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B907A-8398-4DD8-A1CD-985CC7F8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changes when a map shows a much larger area?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21F98-6E81-45B7-9006-9A14033B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0871423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44579-6872-4AD8-AA83-27813763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United Kingdom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1A407-A6A2-401B-9DE5-3AE66D78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6DA71-BEF7-423C-999E-DCF8FE30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UK lies in Europe, beside the Atlantic Ocean. Teesside is in north-east England. A map can show different scales, from a neighbourhood to the 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D1939-0EE0-460E-B3CB-5F39FB98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Natural Earth world map and labelled place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54351-0EB4-49B0-865F-D1027AF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small-scale map cannot show a safe street route.</a:t>
            </a:r>
          </a:p>
        </p:txBody>
      </p:sp>
    </p:spTree>
    <p:extLst>
      <p:ext uri="{BB962C8B-B14F-4D97-AF65-F5344CB8AC3E}">
        <p14:creationId xmlns:p14="http://schemas.microsoft.com/office/powerpoint/2010/main" val="6052621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E281B-29DA-4A7F-8EC2-6C78F88F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India and Japan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3BA65-2AB0-4F33-AD08-3285AA7E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94BFC-8A3E-476A-AA79-9D47DF7C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India and Japan are in Asia. India borders the Indian Ocean; Japan is an island country beside the Pacific Ocean.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5EA0D-AFA7-49A3-8585-5F505B56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Natural Earth world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69EC2-24ED-48E2-A1AF-390B025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country is not a single culture or belief.</a:t>
            </a:r>
          </a:p>
        </p:txBody>
      </p:sp>
    </p:spTree>
    <p:extLst>
      <p:ext uri="{BB962C8B-B14F-4D97-AF65-F5344CB8AC3E}">
        <p14:creationId xmlns:p14="http://schemas.microsoft.com/office/powerpoint/2010/main" val="2379066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A6309-88E3-455F-BA75-121863F1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A community 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C9CD1-E6D5-461F-B0F4-95299E78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576D5-79E2-40F4-B921-45E26F15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 Middlesbrough community group shares festival greetings with a partner group in Mumbai. The link can involve people and communication without a physical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FA307-61DD-403A-ADD4-E862EA9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003E6-65BA-4BA1-9C3D-3E1E8B6A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3848584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C869E-E160-48AC-88FF-AB97001C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Celebrations across places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06F51-06B4-4ABB-9975-BDAAA68F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8FED7-51F7-4A09-A461-C055BDA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Diwali and Hanukkah are observed by communities in different countries. Locate examples using the map; a festival is not confined to one country.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5C82B-5491-4010-8196-CDA7ACB9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 and Chabad accounts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93C9C-64ED-4030-9939-996D3D99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Do not assign a religion to everyone living in a country.</a:t>
            </a:r>
          </a:p>
        </p:txBody>
      </p:sp>
    </p:spTree>
    <p:extLst>
      <p:ext uri="{BB962C8B-B14F-4D97-AF65-F5344CB8AC3E}">
        <p14:creationId xmlns:p14="http://schemas.microsoft.com/office/powerpoint/2010/main" val="11319886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F41BD-B651-4AE7-A5AA-7FA40472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1AD92-7926-4038-BB81-BC2BFD89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W1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fe50e5f50422c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12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2026-09-19T18:36:02.0540000Z</dcterms:created>
  <dcterms:modified xsi:type="dcterms:W3CDTF">2026-09-19T18:36:02.0540000Z</dcterms:modified>
</coreProperties>
</file>