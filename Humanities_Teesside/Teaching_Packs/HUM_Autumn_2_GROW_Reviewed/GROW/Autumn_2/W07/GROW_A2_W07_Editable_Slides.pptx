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1a4581e0971c4623" Type="http://schemas.openxmlformats.org/officeDocument/2006/relationships/officeDocument" Target="ppt/presentation.xml"/><Relationship Id="R57779c351bd0436f" Type="http://schemas.openxmlformats.org/officeDocument/2006/relationships/extended-properties" Target="docProps/app.xml"/><Relationship Id="R9ee5e7ab05f74a3f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2f8db415314970"/>
  </p:sldMasterIdLst>
  <p:notesMasterIdLst>
    <p:notesMasterId xmlns:r="http://schemas.openxmlformats.org/officeDocument/2006/relationships" r:id="R5839ab285e22422c"/>
  </p:notesMasterIdLst>
  <p:sldIdLst>
    <p:sldId xmlns:r="http://schemas.openxmlformats.org/officeDocument/2006/relationships" id="256" r:id="R7d28508de426400e"/>
    <p:sldId xmlns:r="http://schemas.openxmlformats.org/officeDocument/2006/relationships" id="257" r:id="R3ec5f5ee557e4833"/>
    <p:sldId xmlns:r="http://schemas.openxmlformats.org/officeDocument/2006/relationships" id="258" r:id="R7205410ba82b45e0"/>
    <p:sldId xmlns:r="http://schemas.openxmlformats.org/officeDocument/2006/relationships" id="259" r:id="R546cccda703a4ec3"/>
    <p:sldId xmlns:r="http://schemas.openxmlformats.org/officeDocument/2006/relationships" id="260" r:id="R1e20ba53c76e4473"/>
    <p:sldId xmlns:r="http://schemas.openxmlformats.org/officeDocument/2006/relationships" id="261" r:id="R52066b8f96434ecb"/>
    <p:sldId xmlns:r="http://schemas.openxmlformats.org/officeDocument/2006/relationships" id="262" r:id="R2895c76d52244382"/>
    <p:sldId xmlns:r="http://schemas.openxmlformats.org/officeDocument/2006/relationships" id="263" r:id="Rcff276ef7d3e4711"/>
    <p:sldId xmlns:r="http://schemas.openxmlformats.org/officeDocument/2006/relationships" id="264" r:id="Rad7bdaefc31a465d"/>
    <p:sldId xmlns:r="http://schemas.openxmlformats.org/officeDocument/2006/relationships" id="265" r:id="R8dd02c94c9de4b3d"/>
    <p:sldId xmlns:r="http://schemas.openxmlformats.org/officeDocument/2006/relationships" id="266" r:id="Rc6d0c46485b2470b"/>
    <p:sldId xmlns:r="http://schemas.openxmlformats.org/officeDocument/2006/relationships" id="267" r:id="R62f596ead1ca48cb"/>
    <p:sldId xmlns:r="http://schemas.openxmlformats.org/officeDocument/2006/relationships" id="268" r:id="R30ae54bf33ac4c55"/>
    <p:sldId xmlns:r="http://schemas.openxmlformats.org/officeDocument/2006/relationships" id="269" r:id="R78ce1c3b98cf4117"/>
    <p:sldId xmlns:r="http://schemas.openxmlformats.org/officeDocument/2006/relationships" id="270" r:id="R6772bb3cdd334edf"/>
    <p:sldId xmlns:r="http://schemas.openxmlformats.org/officeDocument/2006/relationships" id="271" r:id="Rff1e75cc2fae4691"/>
    <p:sldId xmlns:r="http://schemas.openxmlformats.org/officeDocument/2006/relationships" id="272" r:id="Rb9439e224f854377"/>
    <p:sldId xmlns:r="http://schemas.openxmlformats.org/officeDocument/2006/relationships" id="273" r:id="R503e4d689b7545ad"/>
    <p:sldId xmlns:r="http://schemas.openxmlformats.org/officeDocument/2006/relationships" id="274" r:id="R745868f81011402b"/>
    <p:sldId xmlns:r="http://schemas.openxmlformats.org/officeDocument/2006/relationships" id="275" r:id="Rb2486822299747aa"/>
    <p:sldId xmlns:r="http://schemas.openxmlformats.org/officeDocument/2006/relationships" id="276" r:id="R6ad0fa9cad5f428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1e20ba53c76e4473" Type="http://schemas.openxmlformats.org/officeDocument/2006/relationships/slide" Target="slides/slide5.xml"/><Relationship Id="R232f8db415314970" Type="http://schemas.openxmlformats.org/officeDocument/2006/relationships/slideMaster" Target="slideMasters/slideMaster1.xml"/><Relationship Id="R2895c76d52244382" Type="http://schemas.openxmlformats.org/officeDocument/2006/relationships/slide" Target="slides/slide7.xml"/><Relationship Id="R30ae54bf33ac4c55" Type="http://schemas.openxmlformats.org/officeDocument/2006/relationships/slide" Target="slides/slide13.xml"/><Relationship Id="R3ec5f5ee557e4833" Type="http://schemas.openxmlformats.org/officeDocument/2006/relationships/slide" Target="slides/slide2.xml"/><Relationship Id="R503e4d689b7545ad" Type="http://schemas.openxmlformats.org/officeDocument/2006/relationships/slide" Target="slides/slide18.xml"/><Relationship Id="R52066b8f96434ecb" Type="http://schemas.openxmlformats.org/officeDocument/2006/relationships/slide" Target="slides/slide6.xml"/><Relationship Id="R546cccda703a4ec3" Type="http://schemas.openxmlformats.org/officeDocument/2006/relationships/slide" Target="slides/slide4.xml"/><Relationship Id="R5839ab285e22422c" Type="http://schemas.openxmlformats.org/officeDocument/2006/relationships/notesMaster" Target="notesMasters/notesMaster1.xml"/><Relationship Id="R62f596ead1ca48cb" Type="http://schemas.openxmlformats.org/officeDocument/2006/relationships/slide" Target="slides/slide12.xml"/><Relationship Id="R6772bb3cdd334edf" Type="http://schemas.openxmlformats.org/officeDocument/2006/relationships/slide" Target="slides/slide15.xml"/><Relationship Id="R696c77fd990f4c01" Type="http://schemas.openxmlformats.org/officeDocument/2006/relationships/presProps" Target="presProps.xml"/><Relationship Id="R6ad0fa9cad5f4285" Type="http://schemas.openxmlformats.org/officeDocument/2006/relationships/slide" Target="slides/slide21.xml"/><Relationship Id="R7205410ba82b45e0" Type="http://schemas.openxmlformats.org/officeDocument/2006/relationships/slide" Target="slides/slide3.xml"/><Relationship Id="R745868f81011402b" Type="http://schemas.openxmlformats.org/officeDocument/2006/relationships/slide" Target="slides/slide19.xml"/><Relationship Id="R78ce1c3b98cf4117" Type="http://schemas.openxmlformats.org/officeDocument/2006/relationships/slide" Target="slides/slide14.xml"/><Relationship Id="R7d28508de426400e" Type="http://schemas.openxmlformats.org/officeDocument/2006/relationships/slide" Target="slides/slide1.xml"/><Relationship Id="R8dd02c94c9de4b3d" Type="http://schemas.openxmlformats.org/officeDocument/2006/relationships/slide" Target="slides/slide10.xml"/><Relationship Id="Rad7bdaefc31a465d" Type="http://schemas.openxmlformats.org/officeDocument/2006/relationships/slide" Target="slides/slide9.xml"/><Relationship Id="Rb2486822299747aa" Type="http://schemas.openxmlformats.org/officeDocument/2006/relationships/slide" Target="slides/slide20.xml"/><Relationship Id="Rb9439e224f854377" Type="http://schemas.openxmlformats.org/officeDocument/2006/relationships/slide" Target="slides/slide17.xml"/><Relationship Id="Rb9760ee32b474e62" Type="http://schemas.openxmlformats.org/officeDocument/2006/relationships/tableStyles" Target="tableStyles.xml"/><Relationship Id="Rc6d0c46485b2470b" Type="http://schemas.openxmlformats.org/officeDocument/2006/relationships/slide" Target="slides/slide11.xml"/><Relationship Id="Rcff276ef7d3e4711" Type="http://schemas.openxmlformats.org/officeDocument/2006/relationships/slide" Target="slides/slide8.xml"/><Relationship Id="Rfbbcc5c153d7452c" Type="http://schemas.openxmlformats.org/officeDocument/2006/relationships/theme" Target="theme/theme1.xml"/><Relationship Id="Rff1e75cc2fae4691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2504fda683424f84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b37d9c0af25847d9" Type="http://schemas.openxmlformats.org/officeDocument/2006/relationships/notesMaster" Target="../notesMasters/notesMaster1.xml"/><Relationship Id="Rd0a831a6080144f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8b3aaa37e8da4ab5" Type="http://schemas.openxmlformats.org/officeDocument/2006/relationships/slide" Target="../slides/slide2.xml"/><Relationship Id="Re907a67d8c7a499f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a05e592b7d4e4f5e" Type="http://schemas.openxmlformats.org/officeDocument/2006/relationships/notesMaster" Target="../notesMasters/notesMaster1.xml"/><Relationship Id="Rff85f789534d49f1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969eab63bc66472d" Type="http://schemas.openxmlformats.org/officeDocument/2006/relationships/notesMaster" Target="../notesMasters/notesMaster1.xml"/><Relationship Id="Rccf50638ba904f48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0337eaa014b4494b" Type="http://schemas.openxmlformats.org/officeDocument/2006/relationships/notesMaster" Target="../notesMasters/notesMaster1.xml"/><Relationship Id="Ra8cfa02a3c414e8f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ad10afbcf4d9480c" Type="http://schemas.openxmlformats.org/officeDocument/2006/relationships/slide" Target="../slides/slide6.xml"/><Relationship Id="Rc087eec186404979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3d60d9bb71164886" Type="http://schemas.openxmlformats.org/officeDocument/2006/relationships/notesMaster" Target="../notesMasters/notesMaster1.xml"/><Relationship Id="Rc6bba2424c904d2a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668b915c8b6d48d3" Type="http://schemas.openxmlformats.org/officeDocument/2006/relationships/notesMaster" Target="../notesMasters/notesMaster1.xml"/><Relationship Id="Rc6f72c899e6a4197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740393de0d754d5d" Type="http://schemas.openxmlformats.org/officeDocument/2006/relationships/slide" Target="../slides/slide9.xml"/><Relationship Id="Rfbabbb3ffdce4dbc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336c265bb43f4228" Type="http://schemas.openxmlformats.org/officeDocument/2006/relationships/slide" Target="../slides/slide10.xml"/><Relationship Id="Rdd76d633367049cb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0b84baaff9a74482" Type="http://schemas.openxmlformats.org/officeDocument/2006/relationships/slide" Target="../slides/slide11.xml"/><Relationship Id="R2772c7eb56da4e47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d2ff8e096d3a4ad2" Type="http://schemas.openxmlformats.org/officeDocument/2006/relationships/slide" Target="../slides/slide12.xml"/><Relationship Id="Re7fd8dbe1ebc4e4e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3920b7f49edb4265" Type="http://schemas.openxmlformats.org/officeDocument/2006/relationships/slide" Target="../slides/slide13.xml"/><Relationship Id="R8b4d8ef611cd451c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3884875ab4204a38" Type="http://schemas.openxmlformats.org/officeDocument/2006/relationships/slide" Target="../slides/slide14.xml"/><Relationship Id="R8214f058e10b4668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9cbef308f79542bb" Type="http://schemas.openxmlformats.org/officeDocument/2006/relationships/slide" Target="../slides/slide15.xml"/><Relationship Id="Rcd11db74b7874a8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49b6f512c5384e6d" Type="http://schemas.openxmlformats.org/officeDocument/2006/relationships/slide" Target="../slides/slide16.xml"/><Relationship Id="Rbb56cfe40af142de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45f983c76783438b" Type="http://schemas.openxmlformats.org/officeDocument/2006/relationships/slide" Target="../slides/slide17.xml"/><Relationship Id="R5b4b071d278e4799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6a9917862ca04448" Type="http://schemas.openxmlformats.org/officeDocument/2006/relationships/slide" Target="../slides/slide18.xml"/><Relationship Id="Rcbd98d36b3e24ffe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c57a9a29cab34bc0" Type="http://schemas.openxmlformats.org/officeDocument/2006/relationships/notesMaster" Target="../notesMasters/notesMaster1.xml"/><Relationship Id="Rcc904a1304994e15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8862259a253f4f08" Type="http://schemas.openxmlformats.org/officeDocument/2006/relationships/slide" Target="../slides/slide20.xml"/><Relationship Id="R96e51d83d0744baa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546604f0adac40ce" Type="http://schemas.openxmlformats.org/officeDocument/2006/relationships/slide" Target="../slides/slide21.xml"/><Relationship Id="Rfa21e4499bb94fdc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half-term review, map/source skill check and UAS evidence.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Natural Earth public-domain map outlines: https://www.naturalearthdata.com/about/terms-of-use/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It allows the audience to check the claims.</a:t>
            </a:r>
          </a:p>
          <a:p xmlns:a="http://schemas.openxmlformats.org/drawingml/2006/main">
            <a:r>
              <a:t>Choose: A special period of celebration or remembrance OR Something a person accepts as true. Answer: A special period of celebration or remembrance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assessment or read one relevant card together. Answer: An independent map check.</a:t>
            </a:r>
          </a:p>
          <a:p xmlns:a="http://schemas.openxmlformats.org/drawingml/2006/main">
            <a:r>
              <a:t>Give a reason when ready. Answer: With learner, date, activity, exact selected criterion once confirmed, and support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half-term review, map/source skill check and UAS evidence.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Natural Earth public-domain map outlines: https://www.naturalearthdata.com/about/terms-of-use/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S: half-term review, map/source skill check and UAS evidence.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Natural Earth public-domain map outlines: https://www.naturalearthdata.com/about/terms-of-use/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S: half-term review, map/source skill check and UAS evidence.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Natural Earth public-domain map outlines: https://www.naturalearthdata.com/about/terms-of-use/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S: half-term review, map/source skill check and UAS evidence.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Natural Earth public-domain map outlines: https://www.naturalearthdata.com/about/terms-of-use/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S: half-term review, map/source skill check and UAS evidence.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Natural Earth public-domain map outlines: https://www.naturalearthdata.com/about/terms-of-use/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one evidence card together. Highlight a useful detail. Rehearse with: The map shows ___. The accounts are similar in ___ but differ in ___.</a:t>
            </a:r>
          </a:p>
          <a:p xmlns:a="http://schemas.openxmlformats.org/drawingml/2006/main">
            <a:r>
              <a:t>Review what a map answer and a belief answer each need. Explain using a named detail.</a:t>
            </a:r>
          </a:p>
          <a:p xmlns:a="http://schemas.openxmlformats.org/drawingml/2006/main">
            <a:r>
              <a:t>Explain one limitation of using only these two accounts.</a:t>
            </a:r>
          </a:p>
          <a:p xmlns:a="http://schemas.openxmlformats.org/drawingml/2006/main">
            <a:r>
              <a:t>S: half-term review, map/source skill check and UAS evidence.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Natural Earth public-domain map outlines: https://www.naturalearthdata.com/about/terms-of-use/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visual or evidence appendix alongside this slide. Review what a map answer and a belief answer each need. Practise on different examples before the assessment.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one evidence card together. Highlight a useful detail. Rehearse with: The map shows ___. The accounts are similar in ___ but differ in ___. Complete the organiser one space at a time. The map shows ___. The accounts are similar in ___ but differ in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S: half-term review, map/source skill check and UAS evidence.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Natural Earth public-domain map outlines: https://www.naturalearthdata.com/about/terms-of-use/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map shows ___. The accounts are similar in ___ but differ in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S: half-term review, map/source skill check and UAS evidence.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Natural Earth public-domain map outlines: https://www.naturalearthdata.com/about/terms-of-use/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Explain one limitation of using only these two accounts.</a:t>
            </a:r>
          </a:p>
          <a:p xmlns:a="http://schemas.openxmlformats.org/drawingml/2006/main">
            <a:r>
              <a:t>S: half-term review, map/source skill check and UAS evidence.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Natural Earth public-domain map outlines: https://www.naturalearthdata.com/about/terms-of-use/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half-term review, map/source skill check and UAS evidence.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Natural Earth public-domain map outlines: https://www.naturalearthdata.com/about/terms-of-use/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 independent map check.</a:t>
            </a:r>
          </a:p>
          <a:p xmlns:a="http://schemas.openxmlformats.org/drawingml/2006/main">
            <a:r>
              <a:t>With learner, date, activity, exact selected criterion once confirmed, and support used.</a:t>
            </a:r>
          </a:p>
          <a:p xmlns:a="http://schemas.openxmlformats.org/drawingml/2006/main">
            <a:r>
              <a:t>Support: The map shows ___. The accounts are similar in ___ but differ in ___.</a:t>
            </a:r>
          </a:p>
          <a:p xmlns:a="http://schemas.openxmlformats.org/drawingml/2006/main">
            <a:r>
              <a:t>Extension: Explain one limitation of using only these two accounts.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half-term review, map/source skill check and UAS evidence.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Natural Earth public-domain map outlines: https://www.naturalearthdata.com/about/terms-of-use/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half-term review, map/source skill check and UAS evidence.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Natural Earth public-domain map outlines: https://www.naturalearthdata.com/about/terms-of-use/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half-term review, map/source skill check and UAS evidence.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Natural Earth public-domain map outlines: https://www.naturalearthdata.com/about/terms-of-use/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half-term review, map/source skill check and UAS evidence.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Natural Earth public-domain map outlines: https://www.naturalearthdata.com/about/terms-of-use/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half-term review, map/source skill check and UAS evidence.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Natural Earth public-domain map outlines: https://www.naturalearthdata.com/about/terms-of-use/</a:t>
            </a:r>
          </a:p>
          <a:p xmlns:a="http://schemas.openxmlformats.org/drawingml/2006/main">
            <a:r>
              <a:t>See the pupil pack for source credits and the paired enquiry prompts.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350918c68463488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b192371fb6d44f43" Type="http://schemas.openxmlformats.org/officeDocument/2006/relationships/theme" Target="theme/theme2.xml"/><Relationship Id="Rc6e42202c2d0473f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e42202c2d047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386788ba9d914c04" Type="http://schemas.openxmlformats.org/officeDocument/2006/relationships/slideLayout" Target="../slideLayouts/slideLayout1.xml"/><Relationship Id="Radb2f6fcc121412a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03b69e86b2454228" Type="http://schemas.openxmlformats.org/officeDocument/2006/relationships/slideLayout" Target="../slideLayouts/slideLayout1.xml"/><Relationship Id="R39e55f36150b4ba9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ba1d7377fb4245e3" Type="http://schemas.openxmlformats.org/officeDocument/2006/relationships/notesSlide" Target="../notesSlides/notesSlide3.xml"/><Relationship Id="Re7f1a823454c45b3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0afdd9832a114a48" Type="http://schemas.openxmlformats.org/officeDocument/2006/relationships/slideLayout" Target="../slideLayouts/slideLayout1.xml"/><Relationship Id="Rf2ab5db018b24be0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db1b8c5130aa49f1" Type="http://schemas.openxmlformats.org/officeDocument/2006/relationships/notesSlide" Target="../notesSlides/notesSlide5.xml"/><Relationship Id="Re5a02a52664745c4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6b0f5d04e2cc4244" Type="http://schemas.openxmlformats.org/officeDocument/2006/relationships/notesSlide" Target="../notesSlides/notesSlide6.xml"/><Relationship Id="R9ea43f7d609d4d05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586d60c221af49a3" Type="http://schemas.openxmlformats.org/officeDocument/2006/relationships/slideLayout" Target="../slideLayouts/slideLayout1.xml"/><Relationship Id="R94e95539a51a4be0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099d4142cc39480d" Type="http://schemas.openxmlformats.org/officeDocument/2006/relationships/slideLayout" Target="../slideLayouts/slideLayout1.xml"/><Relationship Id="R26f96f74ac754038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84288baee62a42ff" Type="http://schemas.openxmlformats.org/officeDocument/2006/relationships/slideLayout" Target="../slideLayouts/slideLayout1.xml"/><Relationship Id="Rc11ce98aa9784778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03580fa520ea43c6" Type="http://schemas.openxmlformats.org/officeDocument/2006/relationships/notesSlide" Target="../notesSlides/notesSlide10.xml"/><Relationship Id="R5f5b3f6aa004483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562f8093d79d490c" Type="http://schemas.openxmlformats.org/officeDocument/2006/relationships/slideLayout" Target="../slideLayouts/slideLayout1.xml"/><Relationship Id="R6951e7c42dab41fe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5dedb5cb5ccc4284" Type="http://schemas.openxmlformats.org/officeDocument/2006/relationships/slideLayout" Target="../slideLayouts/slideLayout1.xml"/><Relationship Id="Re01dd622f66e4c4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196cf2f414df4f6d" Type="http://schemas.openxmlformats.org/officeDocument/2006/relationships/notesSlide" Target="../notesSlides/notesSlide13.xml"/><Relationship Id="R4cbfcaaeb3af4a9a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1f4b1d0733a6470e" Type="http://schemas.openxmlformats.org/officeDocument/2006/relationships/notesSlide" Target="../notesSlides/notesSlide14.xml"/><Relationship Id="R6d737ea290284740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9484a31418eb4d6f" Type="http://schemas.openxmlformats.org/officeDocument/2006/relationships/notesSlide" Target="../notesSlides/notesSlide15.xml"/><Relationship Id="Rd2fbf2d48a5d4ccc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5c37657ce18e4bbf" Type="http://schemas.openxmlformats.org/officeDocument/2006/relationships/slideLayout" Target="../slideLayouts/slideLayout1.xml"/><Relationship Id="Rd916c440679c4aca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9e47d579fd2a4db0" Type="http://schemas.openxmlformats.org/officeDocument/2006/relationships/notesSlide" Target="../notesSlides/notesSlide17.xml"/><Relationship Id="Rf62434e5a85a4d80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7887c875682f4852" Type="http://schemas.openxmlformats.org/officeDocument/2006/relationships/slideLayout" Target="../slideLayouts/slideLayout1.xml"/><Relationship Id="Rd2aab44d03944e0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1964a628f80641e8" Type="http://schemas.openxmlformats.org/officeDocument/2006/relationships/notesSlide" Target="../notesSlides/notesSlide19.xml"/><Relationship Id="R2aeb4e6ae006495c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0c57224e858848f2" Type="http://schemas.openxmlformats.org/officeDocument/2006/relationships/notesSlide" Target="../notesSlides/notesSlide20.xml"/><Relationship Id="R3b95d9c3671c4c70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62988ba340744d78" Type="http://schemas.openxmlformats.org/officeDocument/2006/relationships/image" Target="../media/image.png"/><Relationship Id="Raca0e65e00e249d2" Type="http://schemas.openxmlformats.org/officeDocument/2006/relationships/notesSlide" Target="../notesSlides/notesSlide21.xml"/><Relationship Id="Rd69fa55327f24342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007B16-B878-456F-8BF0-6CAF6AB4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Belief and belonging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1D977C-8133-4B3E-B899-14F25C6D3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W7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79C990-27EF-46A7-A9B6-67EBFB97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Complete a belief and belonging task and map skills check and bank UAS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0E5317-BEB1-4FF4-8D01-0AFB664F5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GROW / Humanities / Autumn 2 / Week 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930FE7-3F1E-4669-A188-5B63962D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8858649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5CA609-3EFF-4702-8983-62EEC0E3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4EA56E-38B1-4D37-AA7B-27E4233C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W7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25DF64-E15F-4DCA-9D35-3E6A22A0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Why should a presentation use evidence?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678A9E-A200-4D90-A529-96F4976C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festival?</a:t>
            </a:r>
          </a:p>
        </p:txBody>
      </p:sp>
    </p:spTree>
    <p:extLst>
      <p:ext uri="{BB962C8B-B14F-4D97-AF65-F5344CB8AC3E}">
        <p14:creationId xmlns:p14="http://schemas.microsoft.com/office/powerpoint/2010/main" val="4341694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6F2EAA-EE59-4AC0-BFBA-344BF7C3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BBBE43-F0C4-4EB7-AD12-2842D586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W7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236F46-5DA8-4E9C-8909-963877E6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What separate skill check belongs in this assessment?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5F3461-1AC4-46E6-ABF4-29F76A86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How should selected UAS evidence be labelled?</a:t>
            </a:r>
          </a:p>
        </p:txBody>
      </p:sp>
    </p:spTree>
    <p:extLst>
      <p:ext uri="{BB962C8B-B14F-4D97-AF65-F5344CB8AC3E}">
        <p14:creationId xmlns:p14="http://schemas.microsoft.com/office/powerpoint/2010/main" val="18513967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919C67-4D35-4AD7-8C0B-F95BC5B0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D24CDF-16FF-417A-B236-E5EC155D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W7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3DDCAE-D00D-4305-862F-6BC72612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festival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special period of celebration or remembrance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4A19CE-8504-485F-ACB6-46A00799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belief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Something a person accepts as true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DB3FD4-952B-4EBD-BEC0-7CB4865D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tradition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practice passed 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E74098-257D-4B9B-8970-AB04E125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respect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Care for people and what matters to them</a:t>
            </a:r>
          </a:p>
        </p:txBody>
      </p:sp>
    </p:spTree>
    <p:extLst>
      <p:ext uri="{BB962C8B-B14F-4D97-AF65-F5344CB8AC3E}">
        <p14:creationId xmlns:p14="http://schemas.microsoft.com/office/powerpoint/2010/main" val="2957549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46609F-354E-4A14-910D-CC7D706C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4E8EFD-F877-47CF-AB40-BB1724B3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W7                                     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5E93CD-D1CE-4C0D-867D-46370D46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Review what a map answer and a belief answer each need.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E071BB-58E0-446A-B47C-4F682ADB6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first choice. Explain what helped you decide.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8E75C6-D457-45A6-AF7B-F9008771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Read one evidence card together. Highlight a useful detail. Rehearse with: The map shows ___. The accounts are similar in ___ but differ in ___.</a:t>
            </a:r>
          </a:p>
        </p:txBody>
      </p:sp>
    </p:spTree>
    <p:extLst>
      <p:ext uri="{BB962C8B-B14F-4D97-AF65-F5344CB8AC3E}">
        <p14:creationId xmlns:p14="http://schemas.microsoft.com/office/powerpoint/2010/main" val="8576733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E775A6-A3C2-42E5-9A8D-AEED9E3B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9EA21D-A9E5-4124-B981-911B3DB7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W7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A53242-9970-4DE3-95CA-54B5D4DF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What separate skill check belongs in this assessment?</a:t>
            </a:r>
          </a:p>
        </p:txBody>
      </p:sp>
    </p:spTree>
    <p:extLst>
      <p:ext uri="{BB962C8B-B14F-4D97-AF65-F5344CB8AC3E}">
        <p14:creationId xmlns:p14="http://schemas.microsoft.com/office/powerpoint/2010/main" val="15751700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B7FB35-B036-4DB1-A81B-BAB0DFD1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E15CFA-0122-4C24-BC52-BA938E26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W7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5FB4A9-3BD0-445C-8C07-506A6F2A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Read the assessment requirement: S: half-term review, map/source skill check and UAS evidence.</a:t>
            </a:r>
          </a:p>
        </p:txBody>
      </p:sp>
    </p:spTree>
    <p:extLst>
      <p:ext uri="{BB962C8B-B14F-4D97-AF65-F5344CB8AC3E}">
        <p14:creationId xmlns:p14="http://schemas.microsoft.com/office/powerpoint/2010/main" val="10586940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4A280B-D82C-4286-BDA2-FEA9C673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99A61C-4E13-400C-A37B-7E935980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W7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0F3EAF-CF16-4F2B-BC65-78F31DB5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An independent map check.</a:t>
            </a:r>
          </a:p>
        </p:txBody>
      </p:sp>
    </p:spTree>
    <p:extLst>
      <p:ext uri="{BB962C8B-B14F-4D97-AF65-F5344CB8AC3E}">
        <p14:creationId xmlns:p14="http://schemas.microsoft.com/office/powerpoint/2010/main" val="6156542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0EBA30-7496-47F4-8097-3AB86472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6C8C4B-B8C4-413E-8888-F4AE692F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W7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69ECB6-E903-4352-9F08-6127DEE0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How should selected UAS evidence be labelled? With learner, date, activity, exact selected criterion once confirmed, and support used.</a:t>
            </a:r>
          </a:p>
        </p:txBody>
      </p:sp>
    </p:spTree>
    <p:extLst>
      <p:ext uri="{BB962C8B-B14F-4D97-AF65-F5344CB8AC3E}">
        <p14:creationId xmlns:p14="http://schemas.microsoft.com/office/powerpoint/2010/main" val="4009897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3B93AD-3627-4D20-B2DB-20EA7C06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71C8D5-A850-4FD0-8C5A-5B49DD5C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W7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DFF53D-05D3-4622-9AAA-478FA12D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Review what a map answer and a belief answer each need.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B3E858-A9D1-4C1F-ADB6-22560229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Practise on different examples before the assessment.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514706-0B56-4630-B252-2B0B6A92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5233838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95741C-BE64-481E-9CAC-F8294671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Shared investigation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118E0C-B744-4E60-A5D5-074F8720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W7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481185-33A1-483D-919B-F840EED8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My answer to the assessment enquiry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8F5F7D-195E-4C60-B8C7-1CC431EB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My evidence and 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27391F-0AF0-455C-B580-A84A2C39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My explanation or comparison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A793A1-BEEC-4331-A62B-A9D8C6A7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My conclusion and what the evidence does not show</a:t>
            </a:r>
          </a:p>
        </p:txBody>
      </p:sp>
    </p:spTree>
    <p:extLst>
      <p:ext uri="{BB962C8B-B14F-4D97-AF65-F5344CB8AC3E}">
        <p14:creationId xmlns:p14="http://schemas.microsoft.com/office/powerpoint/2010/main" val="6384763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08CD72-B699-4437-8BAE-D7CF2670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FE2078-4837-49FD-B982-E24816825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W7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10193F-2165-4A7A-BF3A-D5227A7A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Complete an independent map task locating India, the UK and an ocean.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A1D2D2-75FF-455E-9225-B534AB64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one festival feature and compare the two accounts.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CC872F-1DCA-4751-A9D3-ED621231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Select labelled unit evidence and record the support used.</a:t>
            </a:r>
          </a:p>
        </p:txBody>
      </p:sp>
    </p:spTree>
    <p:extLst>
      <p:ext uri="{BB962C8B-B14F-4D97-AF65-F5344CB8AC3E}">
        <p14:creationId xmlns:p14="http://schemas.microsoft.com/office/powerpoint/2010/main" val="66981842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2E3945-1C71-436E-807F-677259F60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61FE77-E06F-44AB-968D-DC8FBB11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W7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94D001-5624-42E4-9AD5-FB4BD85B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Complete an independent map task locating India, the UK and an ocean.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700F14-9856-4FEF-8941-D2CC0848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one festival feature and compare the two accounts.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05818C-AF68-422F-8638-3F424A7F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Select labelled unit evidence and record the support used.</a:t>
            </a:r>
          </a:p>
        </p:txBody>
      </p:sp>
    </p:spTree>
    <p:extLst>
      <p:ext uri="{BB962C8B-B14F-4D97-AF65-F5344CB8AC3E}">
        <p14:creationId xmlns:p14="http://schemas.microsoft.com/office/powerpoint/2010/main" val="140900445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310E79-2EB0-4A6B-8160-3A23A166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A83E40-1BAF-401F-939D-99136520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W7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E64150-F019-49F5-89EB-6011F486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Complete an independent map task locating India, the UK and an ocean.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6B99DA-F99F-4E1C-91CB-F6C2748D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one festival feature and compare the two accounts.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28C56E-04DC-4EAD-A7F3-F1A762CD4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Select labelled unit evidence and record the support used.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BA5CAB-12A0-4095-9552-5541D535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one limitation of using only these two accounts.</a:t>
            </a:r>
          </a:p>
        </p:txBody>
      </p:sp>
    </p:spTree>
    <p:extLst>
      <p:ext uri="{BB962C8B-B14F-4D97-AF65-F5344CB8AC3E}">
        <p14:creationId xmlns:p14="http://schemas.microsoft.com/office/powerpoint/2010/main" val="40332386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60C56D-1E4B-4403-873E-5058F744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37494A-AF71-411F-AA7A-6BE6B368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W7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C498A2-B2A7-4D80-BE05-C76E57CA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half-term review, map/source skill check and UAS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8E076E-4BC8-4EDB-9F3E-E389F352B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5A2015-354A-49A1-9130-E0AEE908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157199031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74ED23-E459-4812-8C27-90D99561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256EC7-165B-49D4-9527-BB14FCD0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W7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0513C4-BCD4-4D47-80CC-62EE3469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separate skill check belongs in this assessment?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37185C-C650-42F0-85AF-2FE97E04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How should selected UAS evidence be labelled?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0D511C-35CE-4AFC-9432-D26887F99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164071072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862645-290E-4602-91C5-C1127755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D Diwali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50EF35-BA0C-4435-9E2C-724818F3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W7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AF57BB-C774-489D-BA22-BA960C97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Many Hindus mark Diwali with lamps, worship and gatherings. Light can express good overcoming evil and knowledge overcoming ignorance. Practices and stories vary.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334519-7BB5-47E7-B9AD-916DBB73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Hindu American Foundation, Diwali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C71694-221B-41FD-8BEB-AF09C0CA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Hindu explanation does not cover every Hindu practice or other religions’ observances.</a:t>
            </a:r>
          </a:p>
        </p:txBody>
      </p:sp>
    </p:spTree>
    <p:extLst>
      <p:ext uri="{BB962C8B-B14F-4D97-AF65-F5344CB8AC3E}">
        <p14:creationId xmlns:p14="http://schemas.microsoft.com/office/powerpoint/2010/main" val="122540695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75837F-5C1B-4D96-B044-6C9B0EEF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H Hanukkah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231B22-8BCF-4CA0-B7DF-DC63553D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W7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CBBB0F-8622-445F-8954-37286EB3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Hanukkah is a Jewish festival lasting eight nights. Lights recall the Temple’s rededication and the traditional account of oil lasting eight days. A hanukkiah has eight festival lights and a helper light.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F555BB-3580-43C5-91C2-E738201C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Chabad, What is Hanukkah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F4541A-1F30-44B9-B40F-C1C45048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explains one Jewish religious perspective; not all Jewish households observe identically.</a:t>
            </a:r>
          </a:p>
        </p:txBody>
      </p:sp>
    </p:spTree>
    <p:extLst>
      <p:ext uri="{BB962C8B-B14F-4D97-AF65-F5344CB8AC3E}">
        <p14:creationId xmlns:p14="http://schemas.microsoft.com/office/powerpoint/2010/main" val="77217025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851270-3D08-465B-ABB0-B5C2877E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O Objects and meanings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84C708-A134-4417-A977-B3C3732D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W7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D7E8AD-F3C5-4707-828C-3879522B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diya is a small lamp associated with Diwali. A hanukkiah is used at Hanukkah. Ask before touching borrowed objects; use an unlit replica or a drawing.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970340-8C23-4B12-8F95-B9EBD4BC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C566E1-B5A9-4754-861F-49022BD6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</p:spTree>
    <p:extLst>
      <p:ext uri="{BB962C8B-B14F-4D97-AF65-F5344CB8AC3E}">
        <p14:creationId xmlns:p14="http://schemas.microsoft.com/office/powerpoint/2010/main" val="31077117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9FACBC-540C-45B1-A0E2-6CB8A9BA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S One family’s celebration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21C7C5-178F-40F1-93B2-97F41613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W7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E2D657-BA8E-49EC-BA00-7659C38D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Fictional Diwali plan: prepare a welcoming space; arrange unlit lamps with an adult; gather for worship; share food and greetings. This is one sequence, not a rule for every family.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0667FB-2E02-4E0A-BF42-23467F09F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3D0274-7F64-46AC-A9BA-0BE6C691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</p:spTree>
    <p:extLst>
      <p:ext uri="{BB962C8B-B14F-4D97-AF65-F5344CB8AC3E}">
        <p14:creationId xmlns:p14="http://schemas.microsoft.com/office/powerpoint/2010/main" val="164450681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645619-C824-4E74-8EE4-D454FCD4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Visual resource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15F348-D902-4EE1-AB34-01BF39B9B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W7                                      21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988ba340744d78"/>
          <a:stretch xmlns:a="http://schemas.openxmlformats.org/drawingml/2006/main"/>
        </p:blipFill>
        <p:spPr>
          <a:xfrm xmlns:a="http://schemas.openxmlformats.org/drawingml/2006/main">
            <a:off x="1238250" y="1238250"/>
            <a:ext cx="9715500" cy="485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273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2026-09-19T18:36:09.6000000Z</dcterms:created>
  <dcterms:modified xsi:type="dcterms:W3CDTF">2026-09-19T18:36:09.6000000Z</dcterms:modified>
</coreProperties>
</file>