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e13675376784abf" Type="http://schemas.openxmlformats.org/package/2006/relationships/metadata/core-properties" Target="docProps/core.xml"/><Relationship Id="R902da09ddd0d4b2c" Type="http://schemas.openxmlformats.org/officeDocument/2006/relationships/officeDocument" Target="ppt/presentation.xml"/><Relationship Id="Rdf439d15e19c4a3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7f78e132c942a2"/>
  </p:sldMasterIdLst>
  <p:notesMasterIdLst>
    <p:notesMasterId xmlns:r="http://schemas.openxmlformats.org/officeDocument/2006/relationships" r:id="Rcbfab0169cbf4295"/>
  </p:notesMasterIdLst>
  <p:sldIdLst>
    <p:sldId xmlns:r="http://schemas.openxmlformats.org/officeDocument/2006/relationships" id="256" r:id="Re8a87b430f9641e1"/>
    <p:sldId xmlns:r="http://schemas.openxmlformats.org/officeDocument/2006/relationships" id="257" r:id="Rea4c417a57534422"/>
    <p:sldId xmlns:r="http://schemas.openxmlformats.org/officeDocument/2006/relationships" id="258" r:id="R89b8055a82744254"/>
    <p:sldId xmlns:r="http://schemas.openxmlformats.org/officeDocument/2006/relationships" id="259" r:id="Rb72bb9598e5c4c50"/>
    <p:sldId xmlns:r="http://schemas.openxmlformats.org/officeDocument/2006/relationships" id="260" r:id="R076867f9b9404dcc"/>
    <p:sldId xmlns:r="http://schemas.openxmlformats.org/officeDocument/2006/relationships" id="261" r:id="Rd0570645ab2d4cd5"/>
    <p:sldId xmlns:r="http://schemas.openxmlformats.org/officeDocument/2006/relationships" id="262" r:id="Re5cbd7869ce542b2"/>
    <p:sldId xmlns:r="http://schemas.openxmlformats.org/officeDocument/2006/relationships" id="263" r:id="Rdb0b552880884adf"/>
    <p:sldId xmlns:r="http://schemas.openxmlformats.org/officeDocument/2006/relationships" id="264" r:id="R0bb116dc5d4b4612"/>
    <p:sldId xmlns:r="http://schemas.openxmlformats.org/officeDocument/2006/relationships" id="265" r:id="R678c1bff9a6b4a19"/>
    <p:sldId xmlns:r="http://schemas.openxmlformats.org/officeDocument/2006/relationships" id="266" r:id="R8357a8f42e5e4eeb"/>
    <p:sldId xmlns:r="http://schemas.openxmlformats.org/officeDocument/2006/relationships" id="267" r:id="Rfd7daa11a0414c71"/>
    <p:sldId xmlns:r="http://schemas.openxmlformats.org/officeDocument/2006/relationships" id="268" r:id="R9f111c50b79245ce"/>
    <p:sldId xmlns:r="http://schemas.openxmlformats.org/officeDocument/2006/relationships" id="269" r:id="Rb00179f0f3ea4b32"/>
    <p:sldId xmlns:r="http://schemas.openxmlformats.org/officeDocument/2006/relationships" id="270" r:id="R90b9178e21564fe9"/>
    <p:sldId xmlns:r="http://schemas.openxmlformats.org/officeDocument/2006/relationships" id="271" r:id="Rd09ad9ca6ff2428a"/>
    <p:sldId xmlns:r="http://schemas.openxmlformats.org/officeDocument/2006/relationships" id="272" r:id="Rae13fabcf2de4320"/>
    <p:sldId xmlns:r="http://schemas.openxmlformats.org/officeDocument/2006/relationships" id="273" r:id="R3b1508a781ce476c"/>
    <p:sldId xmlns:r="http://schemas.openxmlformats.org/officeDocument/2006/relationships" id="274" r:id="R4799c3be8e594271"/>
    <p:sldId xmlns:r="http://schemas.openxmlformats.org/officeDocument/2006/relationships" id="275" r:id="Ra555a0c99d994255"/>
    <p:sldId xmlns:r="http://schemas.openxmlformats.org/officeDocument/2006/relationships" id="276" r:id="Rfd7f0b7b52a54a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6867f9b9404dcc" Type="http://schemas.openxmlformats.org/officeDocument/2006/relationships/slide" Target="slides/slide5.xml"/><Relationship Id="R0bb116dc5d4b4612" Type="http://schemas.openxmlformats.org/officeDocument/2006/relationships/slide" Target="slides/slide9.xml"/><Relationship Id="R3a7f78e132c942a2" Type="http://schemas.openxmlformats.org/officeDocument/2006/relationships/slideMaster" Target="slideMasters/slideMaster1.xml"/><Relationship Id="R3b1508a781ce476c" Type="http://schemas.openxmlformats.org/officeDocument/2006/relationships/slide" Target="slides/slide18.xml"/><Relationship Id="R4799c3be8e594271" Type="http://schemas.openxmlformats.org/officeDocument/2006/relationships/slide" Target="slides/slide19.xml"/><Relationship Id="R678c1bff9a6b4a19" Type="http://schemas.openxmlformats.org/officeDocument/2006/relationships/slide" Target="slides/slide10.xml"/><Relationship Id="R8357a8f42e5e4eeb" Type="http://schemas.openxmlformats.org/officeDocument/2006/relationships/slide" Target="slides/slide11.xml"/><Relationship Id="R89b8055a82744254" Type="http://schemas.openxmlformats.org/officeDocument/2006/relationships/slide" Target="slides/slide3.xml"/><Relationship Id="R90b9178e21564fe9" Type="http://schemas.openxmlformats.org/officeDocument/2006/relationships/slide" Target="slides/slide15.xml"/><Relationship Id="R9bd774262bb44898" Type="http://schemas.openxmlformats.org/officeDocument/2006/relationships/theme" Target="theme/theme1.xml"/><Relationship Id="R9f111c50b79245ce" Type="http://schemas.openxmlformats.org/officeDocument/2006/relationships/slide" Target="slides/slide13.xml"/><Relationship Id="Ra555a0c99d994255" Type="http://schemas.openxmlformats.org/officeDocument/2006/relationships/slide" Target="slides/slide20.xml"/><Relationship Id="Rae13fabcf2de4320" Type="http://schemas.openxmlformats.org/officeDocument/2006/relationships/slide" Target="slides/slide17.xml"/><Relationship Id="Rb00179f0f3ea4b32" Type="http://schemas.openxmlformats.org/officeDocument/2006/relationships/slide" Target="slides/slide14.xml"/><Relationship Id="Rb72bb9598e5c4c50" Type="http://schemas.openxmlformats.org/officeDocument/2006/relationships/slide" Target="slides/slide4.xml"/><Relationship Id="Rca4110c4c2df4d39" Type="http://schemas.openxmlformats.org/officeDocument/2006/relationships/tableStyles" Target="tableStyles.xml"/><Relationship Id="Rcbfab0169cbf4295" Type="http://schemas.openxmlformats.org/officeDocument/2006/relationships/notesMaster" Target="notesMasters/notesMaster1.xml"/><Relationship Id="Rd0570645ab2d4cd5" Type="http://schemas.openxmlformats.org/officeDocument/2006/relationships/slide" Target="slides/slide6.xml"/><Relationship Id="Rd09ad9ca6ff2428a" Type="http://schemas.openxmlformats.org/officeDocument/2006/relationships/slide" Target="slides/slide16.xml"/><Relationship Id="Rd136be169d1a4cec" Type="http://schemas.openxmlformats.org/officeDocument/2006/relationships/presProps" Target="presProps.xml"/><Relationship Id="Rdb0b552880884adf" Type="http://schemas.openxmlformats.org/officeDocument/2006/relationships/slide" Target="slides/slide8.xml"/><Relationship Id="Re5cbd7869ce542b2" Type="http://schemas.openxmlformats.org/officeDocument/2006/relationships/slide" Target="slides/slide7.xml"/><Relationship Id="Re8a87b430f9641e1" Type="http://schemas.openxmlformats.org/officeDocument/2006/relationships/slide" Target="slides/slide1.xml"/><Relationship Id="Rea4c417a57534422" Type="http://schemas.openxmlformats.org/officeDocument/2006/relationships/slide" Target="slides/slide2.xml"/><Relationship Id="Rfd7daa11a0414c71" Type="http://schemas.openxmlformats.org/officeDocument/2006/relationships/slide" Target="slides/slide12.xml"/><Relationship Id="Rfd7f0b7b52a54ad4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0acb2a7c53f8439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19170d81e6d4323" Type="http://schemas.openxmlformats.org/officeDocument/2006/relationships/slide" Target="../slides/slide1.xml"/><Relationship Id="Rf846bdb41bb046a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5ce5ff20c954960" Type="http://schemas.openxmlformats.org/officeDocument/2006/relationships/notesMaster" Target="../notesMasters/notesMaster1.xml"/><Relationship Id="Rbfcb2906a49d45f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b8b17bf387a4148" Type="http://schemas.openxmlformats.org/officeDocument/2006/relationships/notesMaster" Target="../notesMasters/notesMaster1.xml"/><Relationship Id="Rdea0c2353960444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025b6b9dcd7478c" Type="http://schemas.openxmlformats.org/officeDocument/2006/relationships/slide" Target="../slides/slide4.xml"/><Relationship Id="R826fab3c8721445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96b3fb9c4b44ed4" Type="http://schemas.openxmlformats.org/officeDocument/2006/relationships/notesMaster" Target="../notesMasters/notesMaster1.xml"/><Relationship Id="Ra0946e7569a94b19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ef5427333b34626" Type="http://schemas.openxmlformats.org/officeDocument/2006/relationships/notesMaster" Target="../notesMasters/notesMaster1.xml"/><Relationship Id="Ra77ee5615ffe468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03b0e4477334cea" Type="http://schemas.openxmlformats.org/officeDocument/2006/relationships/slide" Target="../slides/slide7.xml"/><Relationship Id="R8535e698e25d428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cd07ef972894665" Type="http://schemas.openxmlformats.org/officeDocument/2006/relationships/slide" Target="../slides/slide8.xml"/><Relationship Id="R618926dab01f4e0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dbe5e04e58f2443b" Type="http://schemas.openxmlformats.org/officeDocument/2006/relationships/notesMaster" Target="../notesMasters/notesMaster1.xml"/><Relationship Id="Rfa25a2b23f5e4b8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aad2c5824bc4926" Type="http://schemas.openxmlformats.org/officeDocument/2006/relationships/slide" Target="../slides/slide10.xml"/><Relationship Id="R73a15f4d575c46f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1814917db224499" Type="http://schemas.openxmlformats.org/officeDocument/2006/relationships/notesMaster" Target="../notesMasters/notesMaster1.xml"/><Relationship Id="Ra2004394c7d9414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fc51029996f4b0e" Type="http://schemas.openxmlformats.org/officeDocument/2006/relationships/slide" Target="../slides/slide12.xml"/><Relationship Id="Rdbc63d2a52d04c6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590199371cb4627" Type="http://schemas.openxmlformats.org/officeDocument/2006/relationships/notesMaster" Target="../notesMasters/notesMaster1.xml"/><Relationship Id="R5ace030bd77f40a5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3bf78aaead0444a2" Type="http://schemas.openxmlformats.org/officeDocument/2006/relationships/notesMaster" Target="../notesMasters/notesMaster1.xml"/><Relationship Id="Rbf333ed33a9f400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0286483eb7e4afc" Type="http://schemas.openxmlformats.org/officeDocument/2006/relationships/slide" Target="../slides/slide15.xml"/><Relationship Id="R42adef3465e14e9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2d18f38f11a4637" Type="http://schemas.openxmlformats.org/officeDocument/2006/relationships/notesMaster" Target="../notesMasters/notesMaster1.xml"/><Relationship Id="Rd6194d37df2e48f6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7b36f06d1aa54a7a" Type="http://schemas.openxmlformats.org/officeDocument/2006/relationships/notesMaster" Target="../notesMasters/notesMaster1.xml"/><Relationship Id="Rb93739539bc7481b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9729eaf9b71a495d" Type="http://schemas.openxmlformats.org/officeDocument/2006/relationships/slide" Target="../slides/slide18.xml"/><Relationship Id="Ra8616e2f6a9b474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4ca329251a94015" Type="http://schemas.openxmlformats.org/officeDocument/2006/relationships/notesMaster" Target="../notesMasters/notesMaster1.xml"/><Relationship Id="Rb61c5cd868d0494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50a44321f0ed48eb" Type="http://schemas.openxmlformats.org/officeDocument/2006/relationships/slide" Target="../slides/slide20.xml"/><Relationship Id="R88254cfd6c5347b0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a9ff621e7e284b6c" Type="http://schemas.openxmlformats.org/officeDocument/2006/relationships/slide" Target="../slides/slide21.xml"/><Relationship Id="Re2648e6f4df5421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Urbanisation concerns the share of people living in urban places.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It makes observations more consistent and comparable.</a:t>
            </a:r>
          </a:p>
          <a:p xmlns:a="http://schemas.openxmlformats.org/drawingml/2006/main">
            <a:r>
              <a:t>Give a reason when ready. Answer: No. Keep actual observations and practice data clearly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Agree a manageable enquiry and a consistent land-use category system. Link the evidence to the enquiry.</a:t>
            </a:r>
          </a:p>
          <a:p xmlns:a="http://schemas.openxmlformats.org/drawingml/2006/main">
            <a:r>
              <a:t>Identify a source of sampling bias and suggest a practical improvement.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Agree a manageable enquiry and a consistent land-use category system. Practise one tally before going to the agreed observation area.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Question ___. Area and time ___. We counted ___ using ___. My observations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 ___. Area and time ___. We counted ___ using ___. My observations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Identify a source of sampling bias and suggest a practical improvement.</a:t>
            </a:r>
          </a:p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makes observations more consistent and comparable.</a:t>
            </a:r>
          </a:p>
          <a:p xmlns:a="http://schemas.openxmlformats.org/drawingml/2006/main">
            <a:r>
              <a:t>No. Keep actual observations and practice data clearly separate.</a:t>
            </a:r>
          </a:p>
          <a:p xmlns:a="http://schemas.openxmlformats.org/drawingml/2006/main">
            <a:r>
              <a:t>Support: Question ___. Area and time ___. We counted ___ using ___. My observations ___.</a:t>
            </a:r>
          </a:p>
          <a:p xmlns:a="http://schemas.openxmlformats.org/drawingml/2006/main">
            <a:r>
              <a:t>Extension: Identify a source of sampling bias and suggest a practical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method, safe participation and accurate data.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81dba0cc5f3425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0cb51690a0141b3" Type="http://schemas.openxmlformats.org/officeDocument/2006/relationships/theme" Target="theme/theme2.xml"/><Relationship Id="R44b51b91c9c34f3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51b91c9c34f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3897ff60a8f4418" Type="http://schemas.openxmlformats.org/officeDocument/2006/relationships/notesSlide" Target="../notesSlides/notesSlide1.xml"/><Relationship Id="R849a6decb85f403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db615ab523b43f2" Type="http://schemas.openxmlformats.org/officeDocument/2006/relationships/notesSlide" Target="../notesSlides/notesSlide2.xml"/><Relationship Id="Rb2bf07d5fd3741b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48e9d392ac74955" Type="http://schemas.openxmlformats.org/officeDocument/2006/relationships/notesSlide" Target="../notesSlides/notesSlide3.xml"/><Relationship Id="Re9a781004b1a448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9708de6b60b4f35" Type="http://schemas.openxmlformats.org/officeDocument/2006/relationships/notesSlide" Target="../notesSlides/notesSlide4.xml"/><Relationship Id="Ra1370db7f135475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208eae1f9d8446d" Type="http://schemas.openxmlformats.org/officeDocument/2006/relationships/notesSlide" Target="../notesSlides/notesSlide5.xml"/><Relationship Id="R8d3743133f0e437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5223061700f945c1" Type="http://schemas.openxmlformats.org/officeDocument/2006/relationships/notesSlide" Target="../notesSlides/notesSlide6.xml"/><Relationship Id="Re12c096917b1473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603bfc8e113b46ef" Type="http://schemas.openxmlformats.org/officeDocument/2006/relationships/slideLayout" Target="../slideLayouts/slideLayout1.xml"/><Relationship Id="Rf5392f956e224ae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d43c25c05284a52" Type="http://schemas.openxmlformats.org/officeDocument/2006/relationships/notesSlide" Target="../notesSlides/notesSlide8.xml"/><Relationship Id="Rae2960f0c8e0429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409bb64c40840b6" Type="http://schemas.openxmlformats.org/officeDocument/2006/relationships/slideLayout" Target="../slideLayouts/slideLayout1.xml"/><Relationship Id="R5883af99cfb2482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08b937283ab4b92" Type="http://schemas.openxmlformats.org/officeDocument/2006/relationships/slideLayout" Target="../slideLayouts/slideLayout1.xml"/><Relationship Id="R04dcbd343c584ff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1c4baee962247c7" Type="http://schemas.openxmlformats.org/officeDocument/2006/relationships/slideLayout" Target="../slideLayouts/slideLayout1.xml"/><Relationship Id="Re53608677f724c0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1ba18702ef04087" Type="http://schemas.openxmlformats.org/officeDocument/2006/relationships/slideLayout" Target="../slideLayouts/slideLayout1.xml"/><Relationship Id="Ree7ba4433db54c2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a83855dc4f743ed" Type="http://schemas.openxmlformats.org/officeDocument/2006/relationships/slideLayout" Target="../slideLayouts/slideLayout1.xml"/><Relationship Id="R988b5c18b136444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6e21b1b7bc6a44fe" Type="http://schemas.openxmlformats.org/officeDocument/2006/relationships/slideLayout" Target="../slideLayouts/slideLayout1.xml"/><Relationship Id="R7a48005dca8244c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94b5129f9634147" Type="http://schemas.openxmlformats.org/officeDocument/2006/relationships/notesSlide" Target="../notesSlides/notesSlide15.xml"/><Relationship Id="Re8f2afca4e5f463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f103fcff2204b70" Type="http://schemas.openxmlformats.org/officeDocument/2006/relationships/notesSlide" Target="../notesSlides/notesSlide16.xml"/><Relationship Id="R60079ccd41aa487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71e906a0ef114501" Type="http://schemas.openxmlformats.org/officeDocument/2006/relationships/notesSlide" Target="../notesSlides/notesSlide17.xml"/><Relationship Id="R9b72890b91094b5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cc006f2f4b54137" Type="http://schemas.openxmlformats.org/officeDocument/2006/relationships/slideLayout" Target="../slideLayouts/slideLayout1.xml"/><Relationship Id="Re9c3b0c1bea14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0077716d325431c" Type="http://schemas.openxmlformats.org/officeDocument/2006/relationships/slideLayout" Target="../slideLayouts/slideLayout1.xml"/><Relationship Id="Re7ba1f4027d04c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9a1e55dba6634e64" Type="http://schemas.openxmlformats.org/officeDocument/2006/relationships/slideLayout" Target="../slideLayouts/slideLayout1.xml"/><Relationship Id="Rebaf4efa9a2148c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0f5e48126ead456c" Type="http://schemas.openxmlformats.org/officeDocument/2006/relationships/slideLayout" Target="../slideLayouts/slideLayout1.xml"/><Relationship Id="R36f08eb06005450f" Type="http://schemas.openxmlformats.org/officeDocument/2006/relationships/image" Target="../media/image.png"/><Relationship Id="R81fe71197ae343a8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6BA9A-3FBC-4E78-845B-AA1981BA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Local fieldwork and data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0AD17-3DA3-45EE-952E-512F9FDB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D904-C69B-43D8-9013-69DA2426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Conduct local area fieldwork and collect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E0EB8-3DF3-4203-88B0-E55AF5C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32070-296E-4129-B9AC-C0D6ECB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36149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AAD24-95DC-4B79-AAF2-5FEF24DD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DB1AA-06A4-4223-914C-4DDB2D1C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0B83F-3695-4C49-B10F-E004E58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Is adding buildings alone enough to prove national urbanisation?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5A323-95AC-4E2A-8656-0611640C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1200157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33F44-5743-4129-B96E-FAA27003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55498-3756-4586-8102-6802FEC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823AD-4680-422D-9308-4515987D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agree categories before counting?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031E9-8B8B-4F32-9FF2-EF4327B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fictional training data be submitted as your fieldwork?</a:t>
            </a:r>
          </a:p>
        </p:txBody>
      </p:sp>
    </p:spTree>
    <p:extLst>
      <p:ext uri="{BB962C8B-B14F-4D97-AF65-F5344CB8AC3E}">
        <p14:creationId xmlns:p14="http://schemas.microsoft.com/office/powerpoint/2010/main" val="976574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AED46-8CF4-428F-89D2-EA11F7B4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064B4-80D4-486C-9E21-DEEA51C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A2521-DE73-441B-823C-352C91EC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90291-0B72-45F6-9385-BC356634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35565-562D-4AC2-A371-AB08526B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BB5D2-2089-4FB9-9CC5-8219EE69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1422802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25CFA-0849-41BD-A402-746EFA2B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DFECC-AC14-44CC-9713-9DE68B9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AF867-4852-4826-9508-82FFBF5E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Agree a manageable enquiry and a consistent land-use category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0220E-EDA0-491A-841A-2C0C2BF9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983C6-3C4B-4297-BB4E-B82AACC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540311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AF4D5-AEF1-4FDC-BAE3-2441525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FEF4-DE5E-40A0-A55F-830273A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86A29-0512-45A6-B3F8-8ECF5505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agree categories before counting?</a:t>
            </a:r>
          </a:p>
        </p:txBody>
      </p:sp>
    </p:spTree>
    <p:extLst>
      <p:ext uri="{BB962C8B-B14F-4D97-AF65-F5344CB8AC3E}">
        <p14:creationId xmlns:p14="http://schemas.microsoft.com/office/powerpoint/2010/main" val="339702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51EC-66D4-47E8-83DF-A2F5E46A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3ED78-CDF2-4C57-8883-FA44DEB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35B0A-0AAC-4556-AAB0-502E025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Practice land-use sample: Fictional practice tally: shops 8, homes 12, public services 4, green spaces 6. This is training data only. Replace it with your dated observations for the fieldwork enquiry.</a:t>
            </a:r>
          </a:p>
        </p:txBody>
      </p:sp>
    </p:spTree>
    <p:extLst>
      <p:ext uri="{BB962C8B-B14F-4D97-AF65-F5344CB8AC3E}">
        <p14:creationId xmlns:p14="http://schemas.microsoft.com/office/powerpoint/2010/main" val="882306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BC8A5-6156-4EAB-8873-9F3DD18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9788F-F657-4922-B97E-3250F1C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5A946-3C77-47A1-8EB6-3D258976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makes observations more consistent and comparable.</a:t>
            </a:r>
          </a:p>
        </p:txBody>
      </p:sp>
    </p:spTree>
    <p:extLst>
      <p:ext uri="{BB962C8B-B14F-4D97-AF65-F5344CB8AC3E}">
        <p14:creationId xmlns:p14="http://schemas.microsoft.com/office/powerpoint/2010/main" val="76391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72FBA-2684-4CEF-9884-4502AC4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2BEFE-5B33-4E5B-8697-EF5A879A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BDB99-1961-4481-AE2C-A6759F8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fictional training data be submitted as your fieldwork? No. Keep actual observations and practice data clearly separate.</a:t>
            </a:r>
          </a:p>
        </p:txBody>
      </p:sp>
    </p:spTree>
    <p:extLst>
      <p:ext uri="{BB962C8B-B14F-4D97-AF65-F5344CB8AC3E}">
        <p14:creationId xmlns:p14="http://schemas.microsoft.com/office/powerpoint/2010/main" val="792309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B3FE6-85A8-44E3-844E-1D03C67D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F9BF4-452F-4855-93E6-939B516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8CEE0-2A54-422F-8A0A-34B333C0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Agree a manageable enquiry and a consistent land-use category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D452D-9181-498B-8BAE-B117209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one tally before going to the agreed observation area.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4F989-61C2-41D8-8983-C9E7A7DE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7631475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2181A-1DEA-41A7-881C-3681A15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1A7DD-0AA0-488C-8AC3-0D56F31D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271FB-A992-4150-871B-07FAB90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 or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9E27C-8C9F-4DD5-A7FB-B4441BC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 actually did and where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B17E9-C916-49D7-A79E-DB389427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Observation count or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211FE-8B1C-4721-B9D4-6E451964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evidence shows and one limit</a:t>
            </a:r>
          </a:p>
        </p:txBody>
      </p:sp>
    </p:spTree>
    <p:extLst>
      <p:ext uri="{BB962C8B-B14F-4D97-AF65-F5344CB8AC3E}">
        <p14:creationId xmlns:p14="http://schemas.microsoft.com/office/powerpoint/2010/main" val="228933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26A06-7C53-443D-88AF-56DB239F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60932-F7BB-45A1-8674-4B1DE8E9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60029-70CF-43F5-8130-FF28EE2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Collect dated observations for a small agreed local area or accessible school 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60E0C-3404-489E-8AC0-85BD208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location, categories, method and your own 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11F12-4D0A-466D-8894-C9A4552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tally and retain raw data for the next lesson.</a:t>
            </a:r>
          </a:p>
        </p:txBody>
      </p:sp>
    </p:spTree>
    <p:extLst>
      <p:ext uri="{BB962C8B-B14F-4D97-AF65-F5344CB8AC3E}">
        <p14:creationId xmlns:p14="http://schemas.microsoft.com/office/powerpoint/2010/main" val="16334608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F2BFC-7AE2-4393-A94E-A14285D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00FC4-677F-4823-9A20-B7DA99C7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A8D31-59E3-436D-87C4-1066BBA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Collect dated observations for a small agreed local area or accessible school 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050F4-392E-4D05-B5AD-ECC4A38B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location, categories, method and your own 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62754-1600-45C2-A2D4-83D65FB3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tally and retain raw data for the next lesson.</a:t>
            </a:r>
          </a:p>
        </p:txBody>
      </p:sp>
    </p:spTree>
    <p:extLst>
      <p:ext uri="{BB962C8B-B14F-4D97-AF65-F5344CB8AC3E}">
        <p14:creationId xmlns:p14="http://schemas.microsoft.com/office/powerpoint/2010/main" val="12674980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01220-D0B9-4374-8293-2F14E854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51039-5B99-4C2B-8B3E-3163A1DD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6CB32-8779-4975-95C5-7C811A5A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Collect dated observations for a small agreed local area or accessible school 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D856E-23BD-477A-8990-FB6A452E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location, categories, method and your own 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F7973-B542-402E-83D7-0EF4583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tally and retain raw data for the next lesson.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D4929-1A35-4D32-8895-BE11938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a source of sampling bias and suggest a practical improvement.</a:t>
            </a:r>
          </a:p>
        </p:txBody>
      </p:sp>
    </p:spTree>
    <p:extLst>
      <p:ext uri="{BB962C8B-B14F-4D97-AF65-F5344CB8AC3E}">
        <p14:creationId xmlns:p14="http://schemas.microsoft.com/office/powerpoint/2010/main" val="21014053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7D545-7E61-4202-ADB8-96DA99E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2044B-D17E-4067-AEBF-72E3C0B5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0CD64-6CAB-4FC6-A402-50297BBD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method, safe participation and accurate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B2A9D-664F-4BFD-971D-0604BE36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2E7B7-A0B7-43A2-9A30-D545A145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5477718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F36B1-F8D1-4C10-BC5F-0663BF88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ACDAD-C6F2-4D32-BC2A-96A9C626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9E614-E6B2-4CDF-B251-ED01E158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agree categories before counting?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B501F-A601-424D-89ED-3DD8C1A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fictional training data be submitted as your fieldwork?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F9700-2405-4D73-A98B-4C54D00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986709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F402-9013-49B0-B787-30F76E2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D123F-9122-492C-B68D-39BEA79D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CAB45-694E-4F0B-9141-B595169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A32E4-410A-4037-9A35-2750F6BD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2F06D-E27E-4B3C-B8DF-BF75543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7533794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ED2EE-1C3D-4B26-8F74-C846C651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4F8B-CCBD-40FC-8E6E-2DEBC20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E9D20-D132-40DD-9CA9-B05E43A7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13920-884A-4C55-BBA4-7625E8D7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9062-B69D-4AB3-9ADC-7BC624B1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7943207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BDC57-CED2-4795-AD8A-B560CCF5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E8DA1-3B7C-4A2E-BED2-D8442AC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87EA4-B473-4095-A3D5-95288F7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7EFB9-15DB-40AC-A851-EEA248D9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6FD04-F224-4578-A0FE-40461C0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4714003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31086-CAF3-42B5-80CD-293CEB8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56C42-9603-4D8C-B63B-6CFA6BA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8551D-9226-41DB-B2A0-71B28AA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A7B1E-D5B6-4200-81DD-D8B64B8B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36884-5E64-4ECD-B7AB-D503925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12991519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2E81D-B5A7-4BF0-A2F6-2B01BAEA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259AD-F682-46E9-AEF5-0741E6A0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W4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08eb06005450f"/>
          <a:stretch xmlns:a="http://schemas.openxmlformats.org/drawingml/2006/main"/>
        </p:blipFill>
        <p:spPr>
          <a:xfrm xmlns:a="http://schemas.openxmlformats.org/drawingml/2006/main">
            <a:off x="2126316" y="1238250"/>
            <a:ext cx="7939368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49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2026-09-19T18:36:58.8630000Z</dcterms:created>
  <dcterms:modified xsi:type="dcterms:W3CDTF">2026-09-19T18:36:58.8630000Z</dcterms:modified>
</coreProperties>
</file>