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a5b4bb422c04503" Type="http://schemas.openxmlformats.org/officeDocument/2006/relationships/officeDocument" Target="ppt/presentation.xml"/><Relationship Id="R18cb06064be74fc9" Type="http://schemas.openxmlformats.org/package/2006/relationships/metadata/core-properties" Target="docProps/core.xml"/><Relationship Id="R2c73f128a54340c7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30c89adf3a4266"/>
  </p:sldMasterIdLst>
  <p:notesMasterIdLst>
    <p:notesMasterId xmlns:r="http://schemas.openxmlformats.org/officeDocument/2006/relationships" r:id="Re04a60e9625c4d53"/>
  </p:notesMasterIdLst>
  <p:sldIdLst>
    <p:sldId xmlns:r="http://schemas.openxmlformats.org/officeDocument/2006/relationships" id="256" r:id="Rb08983a9c2c44d82"/>
    <p:sldId xmlns:r="http://schemas.openxmlformats.org/officeDocument/2006/relationships" id="257" r:id="R460af85ffd904e83"/>
    <p:sldId xmlns:r="http://schemas.openxmlformats.org/officeDocument/2006/relationships" id="258" r:id="R43ee7200be604e68"/>
    <p:sldId xmlns:r="http://schemas.openxmlformats.org/officeDocument/2006/relationships" id="259" r:id="R6d8f054607d94c0f"/>
    <p:sldId xmlns:r="http://schemas.openxmlformats.org/officeDocument/2006/relationships" id="260" r:id="Rf48dd0832fe14796"/>
    <p:sldId xmlns:r="http://schemas.openxmlformats.org/officeDocument/2006/relationships" id="261" r:id="Ra3a71795bd4244c6"/>
    <p:sldId xmlns:r="http://schemas.openxmlformats.org/officeDocument/2006/relationships" id="262" r:id="R2fb2b54dfdf04483"/>
    <p:sldId xmlns:r="http://schemas.openxmlformats.org/officeDocument/2006/relationships" id="263" r:id="R35c0ce240cc14097"/>
    <p:sldId xmlns:r="http://schemas.openxmlformats.org/officeDocument/2006/relationships" id="264" r:id="Rf601b720a9934238"/>
    <p:sldId xmlns:r="http://schemas.openxmlformats.org/officeDocument/2006/relationships" id="265" r:id="R081b1dec4a4d4f51"/>
    <p:sldId xmlns:r="http://schemas.openxmlformats.org/officeDocument/2006/relationships" id="266" r:id="Rf7262213e0e54bb3"/>
    <p:sldId xmlns:r="http://schemas.openxmlformats.org/officeDocument/2006/relationships" id="267" r:id="R09901ffc647b4ea4"/>
    <p:sldId xmlns:r="http://schemas.openxmlformats.org/officeDocument/2006/relationships" id="268" r:id="R83a32cf346704aa6"/>
    <p:sldId xmlns:r="http://schemas.openxmlformats.org/officeDocument/2006/relationships" id="269" r:id="R39d91d78b2614284"/>
    <p:sldId xmlns:r="http://schemas.openxmlformats.org/officeDocument/2006/relationships" id="270" r:id="Re732ec7169b54d93"/>
    <p:sldId xmlns:r="http://schemas.openxmlformats.org/officeDocument/2006/relationships" id="271" r:id="Ra8e1dab8fc0c43f4"/>
    <p:sldId xmlns:r="http://schemas.openxmlformats.org/officeDocument/2006/relationships" id="272" r:id="R930cfe0399534c9e"/>
    <p:sldId xmlns:r="http://schemas.openxmlformats.org/officeDocument/2006/relationships" id="273" r:id="R297d10a2e57f47fd"/>
    <p:sldId xmlns:r="http://schemas.openxmlformats.org/officeDocument/2006/relationships" id="274" r:id="Rfcb07ee52518419f"/>
    <p:sldId xmlns:r="http://schemas.openxmlformats.org/officeDocument/2006/relationships" id="275" r:id="R439bf90ecb80403a"/>
    <p:sldId xmlns:r="http://schemas.openxmlformats.org/officeDocument/2006/relationships" id="276" r:id="R427f664a12d946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81b1dec4a4d4f51" Type="http://schemas.openxmlformats.org/officeDocument/2006/relationships/slide" Target="slides/slide10.xml"/><Relationship Id="R09901ffc647b4ea4" Type="http://schemas.openxmlformats.org/officeDocument/2006/relationships/slide" Target="slides/slide12.xml"/><Relationship Id="R1030c89adf3a4266" Type="http://schemas.openxmlformats.org/officeDocument/2006/relationships/slideMaster" Target="slideMasters/slideMaster1.xml"/><Relationship Id="R297d10a2e57f47fd" Type="http://schemas.openxmlformats.org/officeDocument/2006/relationships/slide" Target="slides/slide18.xml"/><Relationship Id="R2fb2b54dfdf04483" Type="http://schemas.openxmlformats.org/officeDocument/2006/relationships/slide" Target="slides/slide7.xml"/><Relationship Id="R35c0ce240cc14097" Type="http://schemas.openxmlformats.org/officeDocument/2006/relationships/slide" Target="slides/slide8.xml"/><Relationship Id="R39d91d78b2614284" Type="http://schemas.openxmlformats.org/officeDocument/2006/relationships/slide" Target="slides/slide14.xml"/><Relationship Id="R427f664a12d946ec" Type="http://schemas.openxmlformats.org/officeDocument/2006/relationships/slide" Target="slides/slide21.xml"/><Relationship Id="R439bf90ecb80403a" Type="http://schemas.openxmlformats.org/officeDocument/2006/relationships/slide" Target="slides/slide20.xml"/><Relationship Id="R43ee7200be604e68" Type="http://schemas.openxmlformats.org/officeDocument/2006/relationships/slide" Target="slides/slide3.xml"/><Relationship Id="R460af85ffd904e83" Type="http://schemas.openxmlformats.org/officeDocument/2006/relationships/slide" Target="slides/slide2.xml"/><Relationship Id="R5a4c62021e4d42a6" Type="http://schemas.openxmlformats.org/officeDocument/2006/relationships/tableStyles" Target="tableStyles.xml"/><Relationship Id="R6d8f054607d94c0f" Type="http://schemas.openxmlformats.org/officeDocument/2006/relationships/slide" Target="slides/slide4.xml"/><Relationship Id="R83a32cf346704aa6" Type="http://schemas.openxmlformats.org/officeDocument/2006/relationships/slide" Target="slides/slide13.xml"/><Relationship Id="R930cfe0399534c9e" Type="http://schemas.openxmlformats.org/officeDocument/2006/relationships/slide" Target="slides/slide17.xml"/><Relationship Id="Ra3a71795bd4244c6" Type="http://schemas.openxmlformats.org/officeDocument/2006/relationships/slide" Target="slides/slide6.xml"/><Relationship Id="Ra8e1dab8fc0c43f4" Type="http://schemas.openxmlformats.org/officeDocument/2006/relationships/slide" Target="slides/slide16.xml"/><Relationship Id="Rb08983a9c2c44d82" Type="http://schemas.openxmlformats.org/officeDocument/2006/relationships/slide" Target="slides/slide1.xml"/><Relationship Id="Rbe82b3d5a303493a" Type="http://schemas.openxmlformats.org/officeDocument/2006/relationships/theme" Target="theme/theme1.xml"/><Relationship Id="Rce26d573c6b34122" Type="http://schemas.openxmlformats.org/officeDocument/2006/relationships/presProps" Target="presProps.xml"/><Relationship Id="Re04a60e9625c4d53" Type="http://schemas.openxmlformats.org/officeDocument/2006/relationships/notesMaster" Target="notesMasters/notesMaster1.xml"/><Relationship Id="Re732ec7169b54d93" Type="http://schemas.openxmlformats.org/officeDocument/2006/relationships/slide" Target="slides/slide15.xml"/><Relationship Id="Rf48dd0832fe14796" Type="http://schemas.openxmlformats.org/officeDocument/2006/relationships/slide" Target="slides/slide5.xml"/><Relationship Id="Rf601b720a9934238" Type="http://schemas.openxmlformats.org/officeDocument/2006/relationships/slide" Target="slides/slide9.xml"/><Relationship Id="Rf7262213e0e54bb3" Type="http://schemas.openxmlformats.org/officeDocument/2006/relationships/slide" Target="slides/slide11.xml"/><Relationship Id="Rfcb07ee52518419f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68a74645d44c443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18abbf98a604f5e" Type="http://schemas.openxmlformats.org/officeDocument/2006/relationships/slide" Target="../slides/slide1.xml"/><Relationship Id="Rd8edd7604a4f400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7d755e65ccc4783" Type="http://schemas.openxmlformats.org/officeDocument/2006/relationships/notesMaster" Target="../notesMasters/notesMaster1.xml"/><Relationship Id="Rb3eff2b0362d4a1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3c75959324e4550" Type="http://schemas.openxmlformats.org/officeDocument/2006/relationships/notesMaster" Target="../notesMasters/notesMaster1.xml"/><Relationship Id="Re4115c6964df4a2e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419b3f510a1423a" Type="http://schemas.openxmlformats.org/officeDocument/2006/relationships/notesMaster" Target="../notesMasters/notesMaster1.xml"/><Relationship Id="Rafe090113a414fa0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98472ae0923745ac" Type="http://schemas.openxmlformats.org/officeDocument/2006/relationships/slide" Target="../slides/slide5.xml"/><Relationship Id="R999c03020d1b4fe7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4eca7ca6f1443f7" Type="http://schemas.openxmlformats.org/officeDocument/2006/relationships/notesMaster" Target="../notesMasters/notesMaster1.xml"/><Relationship Id="R857c80c5f924450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a9994dcdc0a45c7" Type="http://schemas.openxmlformats.org/officeDocument/2006/relationships/slide" Target="../slides/slide7.xml"/><Relationship Id="Rd3dffbd9c99a4b0b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509ca1ae6f2f49b0" Type="http://schemas.openxmlformats.org/officeDocument/2006/relationships/notesMaster" Target="../notesMasters/notesMaster1.xml"/><Relationship Id="R5ff61aa0e68c4435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0f4e340e3954073" Type="http://schemas.openxmlformats.org/officeDocument/2006/relationships/slide" Target="../slides/slide9.xml"/><Relationship Id="Rd4e5e1667b4242e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5e26e6b3349247ca" Type="http://schemas.openxmlformats.org/officeDocument/2006/relationships/slide" Target="../slides/slide10.xml"/><Relationship Id="Rc4deec2484444f47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aed23ed5120d4730" Type="http://schemas.openxmlformats.org/officeDocument/2006/relationships/slide" Target="../slides/slide11.xml"/><Relationship Id="Rc922e40cfa7a416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9236abdd76d7468a" Type="http://schemas.openxmlformats.org/officeDocument/2006/relationships/slide" Target="../slides/slide12.xml"/><Relationship Id="Rde7bcfd7f06e4e8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b9839bce8bf4050" Type="http://schemas.openxmlformats.org/officeDocument/2006/relationships/slide" Target="../slides/slide13.xml"/><Relationship Id="Ra1d504c9da504dac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83679ab5993f4159" Type="http://schemas.openxmlformats.org/officeDocument/2006/relationships/notesMaster" Target="../notesMasters/notesMaster1.xml"/><Relationship Id="Rea0a998bfc5447c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3dc5d0dc55c444ee" Type="http://schemas.openxmlformats.org/officeDocument/2006/relationships/slide" Target="../slides/slide15.xml"/><Relationship Id="R84687f98d3c14626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8430cf351784b67" Type="http://schemas.openxmlformats.org/officeDocument/2006/relationships/slide" Target="../slides/slide16.xml"/><Relationship Id="Rbe7de2cae72547ff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a17f0655d45c46c0" Type="http://schemas.openxmlformats.org/officeDocument/2006/relationships/notesMaster" Target="../notesMasters/notesMaster1.xml"/><Relationship Id="Raee40146a9504755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0f81bb06552432a" Type="http://schemas.openxmlformats.org/officeDocument/2006/relationships/slide" Target="../slides/slide18.xml"/><Relationship Id="Re144f3f34b514e89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a8b90e3085841a8" Type="http://schemas.openxmlformats.org/officeDocument/2006/relationships/slide" Target="../slides/slide19.xml"/><Relationship Id="R9f4ca97723694b0e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3ab046b0e87c4f7f" Type="http://schemas.openxmlformats.org/officeDocument/2006/relationships/notesMaster" Target="../notesMasters/notesMaster1.xml"/><Relationship Id="Re8dea4ccd8d147b5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68cd74a37684141" Type="http://schemas.openxmlformats.org/officeDocument/2006/relationships/notesMaster" Target="../notesMasters/notesMaster1.xml"/><Relationship Id="R612164909c434650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 whole grid square.</a:t>
            </a:r>
          </a:p>
          <a:p xmlns:a="http://schemas.openxmlformats.org/drawingml/2006/main">
            <a:r>
              <a:t>Choose: A place where people live OR Growth in the share of people living in urban places. Answer: A place where people 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It displays a selected type of spatial information over a map.</a:t>
            </a:r>
          </a:p>
          <a:p xmlns:a="http://schemas.openxmlformats.org/drawingml/2006/main">
            <a:r>
              <a:t>Give a reason when ready. Answer: No. People-per-area data would also be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Toggle road, building and place layers on the supplied local map. Link the evidence to the enquiry.</a:t>
            </a:r>
          </a:p>
          <a:p xmlns:a="http://schemas.openxmlformats.org/drawingml/2006/main">
            <a:r>
              <a:t>Explain how scale, incomplete data or a missing layer could change your interpretation.</a:t>
            </a:r>
          </a:p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Toggle road, building and place layers on the supplied local map. Compare what becomes visible and what remains uncertain.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With the ___ layer on, I notice ___. This suggests ___. The map cannot show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 the ___ layer on, I notice ___. This suggests ___. The map cannot show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scale, incomplete data or a missing layer could change your interpretation.</a:t>
            </a:r>
          </a:p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 displays a selected type of spatial information over a map.</a:t>
            </a:r>
          </a:p>
          <a:p xmlns:a="http://schemas.openxmlformats.org/drawingml/2006/main">
            <a:r>
              <a:t>No. People-per-area data would also be needed.</a:t>
            </a:r>
          </a:p>
          <a:p xmlns:a="http://schemas.openxmlformats.org/drawingml/2006/main">
            <a:r>
              <a:t>Support: With the ___ layer on, I notice ___. This suggests ___. The map cannot show ___.</a:t>
            </a:r>
          </a:p>
          <a:p xmlns:a="http://schemas.openxmlformats.org/drawingml/2006/main">
            <a:r>
              <a:t>Extension: Explain how scale, incomplete data or a missing layer could change your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map and independent pattern question.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6749195c91d4ed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6cbf15122b040be" Type="http://schemas.openxmlformats.org/officeDocument/2006/relationships/slideLayout" Target="../slideLayouts/slideLayout1.xml"/><Relationship Id="Rf132e806fc8d487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cbf15122b0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380f745cb74dfb" Type="http://schemas.openxmlformats.org/officeDocument/2006/relationships/notesSlide" Target="../notesSlides/notesSlide1.xml"/><Relationship Id="R7261c30f7b474e2d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a202a4b598e40c5" Type="http://schemas.openxmlformats.org/officeDocument/2006/relationships/notesSlide" Target="../notesSlides/notesSlide2.xml"/><Relationship Id="R5f19cdc2b1284d3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67a6bcb3b6b43b5" Type="http://schemas.openxmlformats.org/officeDocument/2006/relationships/notesSlide" Target="../notesSlides/notesSlide3.xml"/><Relationship Id="R5d7501c67ffc4f1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239fd268b80247cd" Type="http://schemas.openxmlformats.org/officeDocument/2006/relationships/notesSlide" Target="../notesSlides/notesSlide4.xml"/><Relationship Id="Rc9a8a615dc36466c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ec0983c3d5c4ef6" Type="http://schemas.openxmlformats.org/officeDocument/2006/relationships/slideLayout" Target="../slideLayouts/slideLayout1.xml"/><Relationship Id="R77d6c548f0e64b2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da27f20e59f4ee6" Type="http://schemas.openxmlformats.org/officeDocument/2006/relationships/notesSlide" Target="../notesSlides/notesSlide6.xml"/><Relationship Id="R5b7a857bc1624a98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c23ee159ed6431f" Type="http://schemas.openxmlformats.org/officeDocument/2006/relationships/notesSlide" Target="../notesSlides/notesSlide7.xml"/><Relationship Id="Ra449a303477547ef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97d3a8219357491e" Type="http://schemas.openxmlformats.org/officeDocument/2006/relationships/slideLayout" Target="../slideLayouts/slideLayout1.xml"/><Relationship Id="Re40ea6eda197453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cd353c1949a4597" Type="http://schemas.openxmlformats.org/officeDocument/2006/relationships/slideLayout" Target="../slideLayouts/slideLayout1.xml"/><Relationship Id="Rbb67f92d957543ac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4c2a7cf1993448d" Type="http://schemas.openxmlformats.org/officeDocument/2006/relationships/slideLayout" Target="../slideLayouts/slideLayout1.xml"/><Relationship Id="Rbf4171ecfde4411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f6a629a1cb745e0" Type="http://schemas.openxmlformats.org/officeDocument/2006/relationships/slideLayout" Target="../slideLayouts/slideLayout1.xml"/><Relationship Id="Ra63b0b5e80704b7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63e897c331ea45bd" Type="http://schemas.openxmlformats.org/officeDocument/2006/relationships/notesSlide" Target="../notesSlides/notesSlide12.xml"/><Relationship Id="R9639cb5f3c5a4db3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d87a9cfb2f8442a" Type="http://schemas.openxmlformats.org/officeDocument/2006/relationships/slideLayout" Target="../slideLayouts/slideLayout1.xml"/><Relationship Id="R23805faec86144e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b06272a2973f4301" Type="http://schemas.openxmlformats.org/officeDocument/2006/relationships/slideLayout" Target="../slideLayouts/slideLayout1.xml"/><Relationship Id="Ref8e956c8269493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2e413d2bf77f4d42" Type="http://schemas.openxmlformats.org/officeDocument/2006/relationships/slideLayout" Target="../slideLayouts/slideLayout1.xml"/><Relationship Id="Ree54252f1c7a4b7c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48bd9017b67a41b3" Type="http://schemas.openxmlformats.org/officeDocument/2006/relationships/notesSlide" Target="../notesSlides/notesSlide16.xml"/><Relationship Id="R641fe5119bc04deb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71193713b844402a" Type="http://schemas.openxmlformats.org/officeDocument/2006/relationships/slideLayout" Target="../slideLayouts/slideLayout1.xml"/><Relationship Id="R766bf46b7af0434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66a63f561d0940e7" Type="http://schemas.openxmlformats.org/officeDocument/2006/relationships/slideLayout" Target="../slideLayouts/slideLayout1.xml"/><Relationship Id="Rb7872dd7d76047b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43266135d3b54873" Type="http://schemas.openxmlformats.org/officeDocument/2006/relationships/slideLayout" Target="../slideLayouts/slideLayout1.xml"/><Relationship Id="Re6947965e00d48ff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0f11a4a177d64678" Type="http://schemas.openxmlformats.org/officeDocument/2006/relationships/slideLayout" Target="../slideLayouts/slideLayout1.xml"/><Relationship Id="Rce86eb81d288492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ec6351a9904a4d13" Type="http://schemas.openxmlformats.org/officeDocument/2006/relationships/notesSlide" Target="../notesSlides/notesSlide21.xml"/><Relationship Id="Rf2c1f9bf5ca54890" Type="http://schemas.openxmlformats.org/officeDocument/2006/relationships/slideLayout" Target="../slideLayouts/slideLayout1.xml"/><Relationship Id="Rf95b62964f2245f9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BC9A9-9965-42BD-B96D-E3BE3AA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Using digital mapping and GIS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F384A-99E3-4B60-9209-EF69E9BC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678BA-B3D5-4BB6-BECD-D1DC0793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digital mapping or GIS to describe a 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D18B1-9548-483F-AC36-E4BF89D1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2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0C91B-3CB5-4B73-A8EE-14C231F9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438930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A35A3-A965-49EA-9E31-C81048E1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083D1-9091-4B0C-A24B-3289D9BF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8099B-B7BE-460C-9389-F6AAA769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area does a four-figure reference locate?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7BB27-445D-47B9-92B1-02C7F702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settlement?</a:t>
            </a:r>
          </a:p>
        </p:txBody>
      </p:sp>
    </p:spTree>
    <p:extLst>
      <p:ext uri="{BB962C8B-B14F-4D97-AF65-F5344CB8AC3E}">
        <p14:creationId xmlns:p14="http://schemas.microsoft.com/office/powerpoint/2010/main" val="488263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F46AD-B501-49F9-954B-C22BADB1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A12FB-1404-4E84-9334-D023F505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32CDA-2BB7-4EDD-9538-13F1798F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does a GIS layer 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0EA16-65CE-451E-B2B8-808BC19C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building outlines alone establish population density?</a:t>
            </a:r>
          </a:p>
        </p:txBody>
      </p:sp>
    </p:spTree>
    <p:extLst>
      <p:ext uri="{BB962C8B-B14F-4D97-AF65-F5344CB8AC3E}">
        <p14:creationId xmlns:p14="http://schemas.microsoft.com/office/powerpoint/2010/main" val="660829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FD639-5152-47CC-BCE7-FB87F3C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2F3EE-94F3-4E3B-9B12-A33902F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7BF66-F385-4C8E-80BB-565881D5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settlement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place where people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B8D9F-9421-49E4-87DF-00FBC9E9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urbanisation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Growth in the share of people living in urban places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B822F-89C2-4243-81F7-C4A1D822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land 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land is used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826EB-3E2A-41C4-A5F5-0ABA20ED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Mapping information in separate data layers</a:t>
            </a:r>
          </a:p>
        </p:txBody>
      </p:sp>
    </p:spTree>
    <p:extLst>
      <p:ext uri="{BB962C8B-B14F-4D97-AF65-F5344CB8AC3E}">
        <p14:creationId xmlns:p14="http://schemas.microsoft.com/office/powerpoint/2010/main" val="1819904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DB4CD-E123-4471-8AF7-0F2EC6F5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57857-0D50-427F-A368-E8C22DF6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34E51-D74D-44C8-BFB7-AA38CA8F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Toggle road, building and place layers on the supplied local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688E7-761B-4E53-A9E9-292ED248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8AAD9-02EF-41BB-A4CF-49657110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830129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001C8-EED4-4A2A-911F-D9733D91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904EB-2EF2-4C06-8502-6F3FB6EF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C1060-4223-4822-BA39-F00B4658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does a GIS layer do?</a:t>
            </a:r>
          </a:p>
        </p:txBody>
      </p:sp>
    </p:spTree>
    <p:extLst>
      <p:ext uri="{BB962C8B-B14F-4D97-AF65-F5344CB8AC3E}">
        <p14:creationId xmlns:p14="http://schemas.microsoft.com/office/powerpoint/2010/main" val="14212381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E8E51-C0A2-4BBE-BB13-21ACB429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FC7B4-7044-42B9-BA6E-3F707EBD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72299-228A-432E-B497-1F015C8C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Local reference points: The Middlesbrough railway station and the Transporter Bridge are reference points on our digital map. Toggle layers to examine their positions. Town Hall lies beyond this map’s southern boundary.</a:t>
            </a:r>
          </a:p>
        </p:txBody>
      </p:sp>
    </p:spTree>
    <p:extLst>
      <p:ext uri="{BB962C8B-B14F-4D97-AF65-F5344CB8AC3E}">
        <p14:creationId xmlns:p14="http://schemas.microsoft.com/office/powerpoint/2010/main" val="1453048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EA994-5DF9-4298-A90A-D19DE4B1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B57E4-ADFE-4454-87DB-0E24A841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B49C4-DC94-4632-B52D-DB8A1C8A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It displays a selected type of spatial information over a map.</a:t>
            </a:r>
          </a:p>
        </p:txBody>
      </p:sp>
    </p:spTree>
    <p:extLst>
      <p:ext uri="{BB962C8B-B14F-4D97-AF65-F5344CB8AC3E}">
        <p14:creationId xmlns:p14="http://schemas.microsoft.com/office/powerpoint/2010/main" val="12906863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EA4CE-3666-4D43-8D47-FD7C268A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203C9-8021-4FC4-8F7B-337FA48C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D90BE-B36C-4D97-9045-B756D259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building outlines alone establish population density? No. People-per-area data would also be needed.</a:t>
            </a:r>
          </a:p>
        </p:txBody>
      </p:sp>
    </p:spTree>
    <p:extLst>
      <p:ext uri="{BB962C8B-B14F-4D97-AF65-F5344CB8AC3E}">
        <p14:creationId xmlns:p14="http://schemas.microsoft.com/office/powerpoint/2010/main" val="4732556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DC471-CE07-41D5-B395-900B7A34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F4350-254F-446E-9FC0-E41EA8EE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E6F8E-65B7-41D9-99BB-F08C24FE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Toggle road, building and place layers on the supplied local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C524F-6C51-491B-80CA-3DB3E67D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what becomes visible and what remains uncertain.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43F12-9E9C-4E3F-A395-BCD22404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7603879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5E1B8-87AB-43B0-A2F6-7D1D7025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F6DBF-9248-4E61-A30D-BF21AA5C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6B2FD-76E9-460A-82FB-74EC7D17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Places and symbols or grid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EDFF5-4F9B-464F-A69F-7555CA4D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Location or direction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1D739-9460-4655-A8B0-7B0F5D7C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Pattern using the map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A8C7C-5222-4CA8-B9E9-E118B8D5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this map does not show</a:t>
            </a:r>
          </a:p>
        </p:txBody>
      </p:sp>
    </p:spTree>
    <p:extLst>
      <p:ext uri="{BB962C8B-B14F-4D97-AF65-F5344CB8AC3E}">
        <p14:creationId xmlns:p14="http://schemas.microsoft.com/office/powerpoint/2010/main" val="18060401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4854F-F5C7-4725-BD11-2589E4B7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766F6-B972-4B6B-AF08-009BED5D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25136-2853-4832-9641-3E8995C6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Capture or print an annotated map with at least two layers.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5FA5B-E39C-4711-8449-77E55948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two features and describe a spatial pattern.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BA539-2DED-46EF-B8F6-6181BE18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an independent question about what the map cannot establish.</a:t>
            </a:r>
          </a:p>
        </p:txBody>
      </p:sp>
    </p:spTree>
    <p:extLst>
      <p:ext uri="{BB962C8B-B14F-4D97-AF65-F5344CB8AC3E}">
        <p14:creationId xmlns:p14="http://schemas.microsoft.com/office/powerpoint/2010/main" val="16356220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B35C6-3EDE-4671-B000-DAB38C4F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A4E57-05ED-4E4F-A450-4E05CF3A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AEA4A-B2B3-4131-BCA8-1CCB9922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Capture or print an annotated map with at least two layers.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6D7E3-BEA8-45EF-BDDF-EBFBC50F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two features and describe a spatial pattern.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E6B84-ABD9-49F4-A583-C19BB7D1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an independent question about what the map cannot establish.</a:t>
            </a:r>
          </a:p>
        </p:txBody>
      </p:sp>
    </p:spTree>
    <p:extLst>
      <p:ext uri="{BB962C8B-B14F-4D97-AF65-F5344CB8AC3E}">
        <p14:creationId xmlns:p14="http://schemas.microsoft.com/office/powerpoint/2010/main" val="15823087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8A5F1-53B0-4782-A976-5575B59F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E1607-13A9-493D-88F4-B141F094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C2501-FAFA-4E2D-AD27-A8563012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Capture or print an annotated map with at least two layers.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82542-B1E3-47AD-8620-695A29C6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two features and describe a spatial pattern.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06756-BA40-47CA-AE99-C641A908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an independent question about what the map cannot establish.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7E020-041A-46FF-A899-47F2F2F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scale, incomplete data or a missing layer could change your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5079767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38991-473F-4539-9E82-54EDE3EF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A123F-F701-485C-A7CD-079C7D35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EB1D6-E3E9-4A71-B3F1-E4DFE32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annotated map and independent pattern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9ACF4-EA4A-4D38-AAFD-CEDF4769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7EBE6-5C00-44EE-853C-847EBE9C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2716690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DD970-BDC5-409D-A88F-FBAB6636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6B979-6F49-4C82-805D-0666FDB6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562FB-ED10-4EDC-8D21-A8ACBEC5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does a GIS layer 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4154A-BBD9-4E7A-B9B9-062BCAC3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building outlines alone establish population density?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70886-5E0B-4582-BB4E-BE16E2E0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7746538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819BF-6FCC-459D-AFB8-364376B5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Local reference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06591-5714-4263-8946-6D299C4E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AC740-D0A4-4D12-A948-0008DDAB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Middlesbrough railway station and the Transporter Bridge are reference points on our digital map. Toggle layers to examine their positions. Town Hall lies beyond this map’s southern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5324A-74D7-4398-8451-D94963C0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place references; approximate labelled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7CFE8-5818-419F-94F7-DFD5D8C5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points alone cannot show population density or prove why development happened.</a:t>
            </a:r>
          </a:p>
        </p:txBody>
      </p:sp>
    </p:spTree>
    <p:extLst>
      <p:ext uri="{BB962C8B-B14F-4D97-AF65-F5344CB8AC3E}">
        <p14:creationId xmlns:p14="http://schemas.microsoft.com/office/powerpoint/2010/main" val="2927885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A69E8-EE68-4772-8CAF-37F7D9E2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Reasons places 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548FC-7C8B-4252-B627-0CBC6EB0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065D9-C3BB-4ED2-803D-9221E078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Work, transport and services can attract people and businesses. A growing town may need more homes and infrastructure. Population growth can also occur within existing settlements.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4FB05-EEFA-476A-A2CE-AC452534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geographical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79E79-29D7-4192-A218-1DB56190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reason is a hypothesis until tested against evidence for a particular place.</a:t>
            </a:r>
          </a:p>
        </p:txBody>
      </p:sp>
    </p:spTree>
    <p:extLst>
      <p:ext uri="{BB962C8B-B14F-4D97-AF65-F5344CB8AC3E}">
        <p14:creationId xmlns:p14="http://schemas.microsoft.com/office/powerpoint/2010/main" val="8937742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E2CBE-B864-4998-B81B-576302CA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Practice land-use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B0953-7AD4-4902-B01F-14C29871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462FE-E2DA-4172-B22F-97E7D16F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practice tally: shops 8, homes 12, public services 4, green spaces 6. This is training data only. Replace it with your dated observations for the fieldwork enquiry.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B32B6-88B8-4B9C-AE40-4C99BEC8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C91F8-8899-4DC1-8375-84FCAB1E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0832201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0CECA-CD1B-42A2-B32E-94E1BD54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Contrasting reference 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16250-C1B0-4F63-8B92-A692690F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2A10B-70E2-4BF3-9A32-39F20D57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a small centre such as Helmsley with central Middlesbrough at comparable map scales. Record the area, source and date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E5C65-85E6-452A-8336-2CC7D800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linked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EF922-FFF1-4CA6-814A-35F2363B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sampled street does not represent a whole settlement.</a:t>
            </a:r>
          </a:p>
        </p:txBody>
      </p:sp>
    </p:spTree>
    <p:extLst>
      <p:ext uri="{BB962C8B-B14F-4D97-AF65-F5344CB8AC3E}">
        <p14:creationId xmlns:p14="http://schemas.microsoft.com/office/powerpoint/2010/main" val="14738437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FB24D-6A64-4B83-AD8C-5893389B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B8D0D-C473-4305-9E14-B3C89F56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W2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b62964f2245f9"/>
          <a:stretch xmlns:a="http://schemas.openxmlformats.org/drawingml/2006/main"/>
        </p:blipFill>
        <p:spPr>
          <a:xfrm xmlns:a="http://schemas.openxmlformats.org/drawingml/2006/main">
            <a:off x="2126316" y="1238250"/>
            <a:ext cx="7939368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58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2026-09-19T18:37:06.7400000Z</dcterms:created>
  <dcterms:modified xsi:type="dcterms:W3CDTF">2026-09-19T18:37:06.7400000Z</dcterms:modified>
</coreProperties>
</file>