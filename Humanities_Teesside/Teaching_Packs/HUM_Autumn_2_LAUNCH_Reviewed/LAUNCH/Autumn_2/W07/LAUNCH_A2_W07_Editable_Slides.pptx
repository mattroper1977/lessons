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be43ccc152054626" Type="http://schemas.openxmlformats.org/officeDocument/2006/relationships/officeDocument" Target="ppt/presentation.xml"/><Relationship Id="Rce13beb7cec140bf" Type="http://schemas.openxmlformats.org/officeDocument/2006/relationships/extended-properties" Target="docProps/app.xml"/><Relationship Id="Re035fcf731644cf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1a68e910b471c"/>
  </p:sldMasterIdLst>
  <p:notesMasterIdLst>
    <p:notesMasterId xmlns:r="http://schemas.openxmlformats.org/officeDocument/2006/relationships" r:id="Rd2f68cd4113e49f6"/>
  </p:notesMasterIdLst>
  <p:sldIdLst>
    <p:sldId xmlns:r="http://schemas.openxmlformats.org/officeDocument/2006/relationships" id="256" r:id="R65ee7ba90bbd4435"/>
    <p:sldId xmlns:r="http://schemas.openxmlformats.org/officeDocument/2006/relationships" id="257" r:id="R0d5d8da03e754e41"/>
    <p:sldId xmlns:r="http://schemas.openxmlformats.org/officeDocument/2006/relationships" id="258" r:id="R3056a9df326e46c8"/>
    <p:sldId xmlns:r="http://schemas.openxmlformats.org/officeDocument/2006/relationships" id="259" r:id="R08a0dfcbfef14641"/>
    <p:sldId xmlns:r="http://schemas.openxmlformats.org/officeDocument/2006/relationships" id="260" r:id="R9b733ecf82db46bd"/>
    <p:sldId xmlns:r="http://schemas.openxmlformats.org/officeDocument/2006/relationships" id="261" r:id="R3f015003c695407b"/>
    <p:sldId xmlns:r="http://schemas.openxmlformats.org/officeDocument/2006/relationships" id="262" r:id="Rc094c1fa22ac452f"/>
    <p:sldId xmlns:r="http://schemas.openxmlformats.org/officeDocument/2006/relationships" id="263" r:id="Rf9677561cd934754"/>
    <p:sldId xmlns:r="http://schemas.openxmlformats.org/officeDocument/2006/relationships" id="264" r:id="R8fb82d6072e84426"/>
    <p:sldId xmlns:r="http://schemas.openxmlformats.org/officeDocument/2006/relationships" id="265" r:id="R4a56bfd114354f91"/>
    <p:sldId xmlns:r="http://schemas.openxmlformats.org/officeDocument/2006/relationships" id="266" r:id="R1ede5ef1f8464494"/>
    <p:sldId xmlns:r="http://schemas.openxmlformats.org/officeDocument/2006/relationships" id="267" r:id="Rdf7bf7df35e04399"/>
    <p:sldId xmlns:r="http://schemas.openxmlformats.org/officeDocument/2006/relationships" id="268" r:id="Rf296199a46684c02"/>
    <p:sldId xmlns:r="http://schemas.openxmlformats.org/officeDocument/2006/relationships" id="269" r:id="Ra7bb692728554599"/>
    <p:sldId xmlns:r="http://schemas.openxmlformats.org/officeDocument/2006/relationships" id="270" r:id="R37e5b20219ee45a6"/>
    <p:sldId xmlns:r="http://schemas.openxmlformats.org/officeDocument/2006/relationships" id="271" r:id="R5c856fb683e64402"/>
    <p:sldId xmlns:r="http://schemas.openxmlformats.org/officeDocument/2006/relationships" id="272" r:id="Rf091de62f48d45d3"/>
    <p:sldId xmlns:r="http://schemas.openxmlformats.org/officeDocument/2006/relationships" id="273" r:id="R3de3cea57c5a49f6"/>
    <p:sldId xmlns:r="http://schemas.openxmlformats.org/officeDocument/2006/relationships" id="274" r:id="R79998aeb1ed54467"/>
    <p:sldId xmlns:r="http://schemas.openxmlformats.org/officeDocument/2006/relationships" id="275" r:id="Rde06a6ddfa034812"/>
    <p:sldId xmlns:r="http://schemas.openxmlformats.org/officeDocument/2006/relationships" id="276" r:id="R25a0233abbcb43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a0dfcbfef14641" Type="http://schemas.openxmlformats.org/officeDocument/2006/relationships/slide" Target="slides/slide4.xml"/><Relationship Id="R0d5d8da03e754e41" Type="http://schemas.openxmlformats.org/officeDocument/2006/relationships/slide" Target="slides/slide2.xml"/><Relationship Id="R1a299f1c57014269" Type="http://schemas.openxmlformats.org/officeDocument/2006/relationships/tableStyles" Target="tableStyles.xml"/><Relationship Id="R1ede5ef1f8464494" Type="http://schemas.openxmlformats.org/officeDocument/2006/relationships/slide" Target="slides/slide11.xml"/><Relationship Id="R25a0233abbcb43d2" Type="http://schemas.openxmlformats.org/officeDocument/2006/relationships/slide" Target="slides/slide21.xml"/><Relationship Id="R3056a9df326e46c8" Type="http://schemas.openxmlformats.org/officeDocument/2006/relationships/slide" Target="slides/slide3.xml"/><Relationship Id="R37e5b20219ee45a6" Type="http://schemas.openxmlformats.org/officeDocument/2006/relationships/slide" Target="slides/slide15.xml"/><Relationship Id="R3de3cea57c5a49f6" Type="http://schemas.openxmlformats.org/officeDocument/2006/relationships/slide" Target="slides/slide18.xml"/><Relationship Id="R3f015003c695407b" Type="http://schemas.openxmlformats.org/officeDocument/2006/relationships/slide" Target="slides/slide6.xml"/><Relationship Id="R4a56bfd114354f91" Type="http://schemas.openxmlformats.org/officeDocument/2006/relationships/slide" Target="slides/slide10.xml"/><Relationship Id="R5c856fb683e64402" Type="http://schemas.openxmlformats.org/officeDocument/2006/relationships/slide" Target="slides/slide16.xml"/><Relationship Id="R65ee7ba90bbd4435" Type="http://schemas.openxmlformats.org/officeDocument/2006/relationships/slide" Target="slides/slide1.xml"/><Relationship Id="R79998aeb1ed54467" Type="http://schemas.openxmlformats.org/officeDocument/2006/relationships/slide" Target="slides/slide19.xml"/><Relationship Id="R7ab93d77302f4f2a" Type="http://schemas.openxmlformats.org/officeDocument/2006/relationships/presProps" Target="presProps.xml"/><Relationship Id="R80e1a68e910b471c" Type="http://schemas.openxmlformats.org/officeDocument/2006/relationships/slideMaster" Target="slideMasters/slideMaster1.xml"/><Relationship Id="R8fb82d6072e84426" Type="http://schemas.openxmlformats.org/officeDocument/2006/relationships/slide" Target="slides/slide9.xml"/><Relationship Id="R9b733ecf82db46bd" Type="http://schemas.openxmlformats.org/officeDocument/2006/relationships/slide" Target="slides/slide5.xml"/><Relationship Id="Ra7bb692728554599" Type="http://schemas.openxmlformats.org/officeDocument/2006/relationships/slide" Target="slides/slide14.xml"/><Relationship Id="Rc094c1fa22ac452f" Type="http://schemas.openxmlformats.org/officeDocument/2006/relationships/slide" Target="slides/slide7.xml"/><Relationship Id="Rceeb6028e6cc41ad" Type="http://schemas.openxmlformats.org/officeDocument/2006/relationships/theme" Target="theme/theme1.xml"/><Relationship Id="Rd2f68cd4113e49f6" Type="http://schemas.openxmlformats.org/officeDocument/2006/relationships/notesMaster" Target="notesMasters/notesMaster1.xml"/><Relationship Id="Rde06a6ddfa034812" Type="http://schemas.openxmlformats.org/officeDocument/2006/relationships/slide" Target="slides/slide20.xml"/><Relationship Id="Rdf7bf7df35e04399" Type="http://schemas.openxmlformats.org/officeDocument/2006/relationships/slide" Target="slides/slide12.xml"/><Relationship Id="Rf091de62f48d45d3" Type="http://schemas.openxmlformats.org/officeDocument/2006/relationships/slide" Target="slides/slide17.xml"/><Relationship Id="Rf296199a46684c02" Type="http://schemas.openxmlformats.org/officeDocument/2006/relationships/slide" Target="slides/slide13.xml"/><Relationship Id="Rf9677561cd93475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3e9ff94fb066410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cc74394ca0f4ac5" Type="http://schemas.openxmlformats.org/officeDocument/2006/relationships/notesMaster" Target="../notesMasters/notesMaster1.xml"/><Relationship Id="Rfd370b131d6f4d4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672c0ff6d2140c2" Type="http://schemas.openxmlformats.org/officeDocument/2006/relationships/notesMaster" Target="../notesMasters/notesMaster1.xml"/><Relationship Id="Raf3e59629ba74da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845d7e4d9334b68" Type="http://schemas.openxmlformats.org/officeDocument/2006/relationships/notesMaster" Target="../notesMasters/notesMaster1.xml"/><Relationship Id="R4879b9f6945a49f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854411640174044" Type="http://schemas.openxmlformats.org/officeDocument/2006/relationships/slide" Target="../slides/slide4.xml"/><Relationship Id="R9850b1a2a19049b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d388c01023b4ec5" Type="http://schemas.openxmlformats.org/officeDocument/2006/relationships/notesMaster" Target="../notesMasters/notesMaster1.xml"/><Relationship Id="R82d482bbec9b49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d6b68f5c34d41d8" Type="http://schemas.openxmlformats.org/officeDocument/2006/relationships/notesMaster" Target="../notesMasters/notesMaster1.xml"/><Relationship Id="Rdcf902d6666f49d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f5750925e184ed4" Type="http://schemas.openxmlformats.org/officeDocument/2006/relationships/slide" Target="../slides/slide7.xml"/><Relationship Id="Re0e0b727fda6427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42ce65909fe43da" Type="http://schemas.openxmlformats.org/officeDocument/2006/relationships/notesMaster" Target="../notesMasters/notesMaster1.xml"/><Relationship Id="R474883857b8c48c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063e45e96aa4db9" Type="http://schemas.openxmlformats.org/officeDocument/2006/relationships/slide" Target="../slides/slide9.xml"/><Relationship Id="R5ff941170faa486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e2ef73fab09406c" Type="http://schemas.openxmlformats.org/officeDocument/2006/relationships/notesMaster" Target="../notesMasters/notesMaster1.xml"/><Relationship Id="R5091c23eff98414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53d8b531ab442d0" Type="http://schemas.openxmlformats.org/officeDocument/2006/relationships/slide" Target="../slides/slide11.xml"/><Relationship Id="Rdcd6d23f3ce5423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6591f5549584d40" Type="http://schemas.openxmlformats.org/officeDocument/2006/relationships/slide" Target="../slides/slide12.xml"/><Relationship Id="Rd487453d1dbd449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8f94859296c462e" Type="http://schemas.openxmlformats.org/officeDocument/2006/relationships/slide" Target="../slides/slide13.xml"/><Relationship Id="R31f3a1b0a3034b2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5cbf81f734f490f" Type="http://schemas.openxmlformats.org/officeDocument/2006/relationships/notesMaster" Target="../notesMasters/notesMaster1.xml"/><Relationship Id="R55b6548a42954b3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eda332b5aa94fc4" Type="http://schemas.openxmlformats.org/officeDocument/2006/relationships/notesMaster" Target="../notesMasters/notesMaster1.xml"/><Relationship Id="R90a3b850ed12414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a7a5a6220207476b" Type="http://schemas.openxmlformats.org/officeDocument/2006/relationships/slide" Target="../slides/slide16.xml"/><Relationship Id="Rbfae4c4ac455486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789b7e6dc7544542" Type="http://schemas.openxmlformats.org/officeDocument/2006/relationships/slide" Target="../slides/slide17.xml"/><Relationship Id="Rf32c8ef379a24f9d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ef8f85b76c24ad7" Type="http://schemas.openxmlformats.org/officeDocument/2006/relationships/slide" Target="../slides/slide18.xml"/><Relationship Id="R61ddb14e75a5409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b019d112b03c4b83" Type="http://schemas.openxmlformats.org/officeDocument/2006/relationships/notesMaster" Target="../notesMasters/notesMaster1.xml"/><Relationship Id="Re04a2062260949be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7706a966fd44968" Type="http://schemas.openxmlformats.org/officeDocument/2006/relationships/notesMaster" Target="../notesMasters/notesMaster1.xml"/><Relationship Id="Rdf8713fdeca04cd6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31b841073ff14a96" Type="http://schemas.openxmlformats.org/officeDocument/2006/relationships/notesMaster" Target="../notesMasters/notesMaster1.xml"/><Relationship Id="R954e81a943cd475d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reduces misleading differences caused by showing unequal areas or detail.</a:t>
            </a:r>
          </a:p>
          <a:p xmlns:a="http://schemas.openxmlformats.org/drawingml/2006/main">
            <a:r>
              <a:t>Choose: A place where people live OR Growth in the share of people living in urban places. Answer: A place where people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assessment or read one relevant card together. Answer: The enquiry question and actual collected data.</a:t>
            </a:r>
          </a:p>
          <a:p xmlns:a="http://schemas.openxmlformats.org/drawingml/2006/main">
            <a:r>
              <a:t>Give a reason when ready. Answer: It shows the boundaries of what the method and sample can establish.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Review a sample conclusion against its data. Link the evidence to the enquiry.</a:t>
            </a:r>
          </a:p>
          <a:p xmlns:a="http://schemas.openxmlformats.org/drawingml/2006/main">
            <a:r>
              <a:t>Explain how an improved method could strengthen or change the conclusion.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a sample conclusion against its data. Check that the report answers the original enquiry.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Our question was ___. The method ___. Data show ___. Therefore ___. A limitation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question was ___. The method ___. Data show ___. Therefore ___. A limitation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an improved method could strengthen or change the conclusion.</a:t>
            </a:r>
          </a:p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enquiry question and actual collected data.</a:t>
            </a:r>
          </a:p>
          <a:p xmlns:a="http://schemas.openxmlformats.org/drawingml/2006/main">
            <a:r>
              <a:t>It shows the boundaries of what the method and sample can establish.</a:t>
            </a:r>
          </a:p>
          <a:p xmlns:a="http://schemas.openxmlformats.org/drawingml/2006/main">
            <a:r>
              <a:t>Support: Our question was ___. The method ___. Data show ___. Therefore ___. A limitation is ___.</a:t>
            </a:r>
          </a:p>
          <a:p xmlns:a="http://schemas.openxmlformats.org/drawingml/2006/main">
            <a:r>
              <a:t>Extension: Explain how an improved method could strengthen or change the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enquiry process, map/data accuracy and conclusion.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OpenStreetMap Middlesbrough: https://www.openstreetmap.org/#map=15/54.5750/-1.2350</a:t>
            </a:r>
          </a:p>
          <a:p xmlns:a="http://schemas.openxmlformats.org/drawingml/2006/main">
            <a:r>
              <a:t>OpenStreetMap Helmsley: https://www.openstreetmap.org/#map=15/54.2460/-1.0560</a:t>
            </a:r>
          </a:p>
          <a:p xmlns:a="http://schemas.openxmlformats.org/drawingml/2006/main">
            <a:r>
              <a:t>Ordnance Survey grid references: https://osmaps.com/discover/guides/beginners-guide-to-grid-references/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3e4be25baad4fb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e50c97d71b4ee7" Type="http://schemas.openxmlformats.org/officeDocument/2006/relationships/slideLayout" Target="../slideLayouts/slideLayout1.xml"/><Relationship Id="R931cf7b52ab4423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50c97d71b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4fcfb45868b4232" Type="http://schemas.openxmlformats.org/officeDocument/2006/relationships/notesSlide" Target="../notesSlides/notesSlide1.xml"/><Relationship Id="Rd50e65060beb45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169467e79cc4c5d" Type="http://schemas.openxmlformats.org/officeDocument/2006/relationships/slideLayout" Target="../slideLayouts/slideLayout1.xml"/><Relationship Id="Ra9b132e062f9469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ea4012033b354c3e" Type="http://schemas.openxmlformats.org/officeDocument/2006/relationships/notesSlide" Target="../notesSlides/notesSlide3.xml"/><Relationship Id="Rfbed9749e823461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4681f00c46e4521" Type="http://schemas.openxmlformats.org/officeDocument/2006/relationships/notesSlide" Target="../notesSlides/notesSlide4.xml"/><Relationship Id="Rc8909ac41b38407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b7c5a5ffefd4527" Type="http://schemas.openxmlformats.org/officeDocument/2006/relationships/notesSlide" Target="../notesSlides/notesSlide5.xml"/><Relationship Id="Rcf6707f1fe7744b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307aa81f3cd4277" Type="http://schemas.openxmlformats.org/officeDocument/2006/relationships/notesSlide" Target="../notesSlides/notesSlide6.xml"/><Relationship Id="R5aec7b8e169b4e50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4bca37ec67f45e2" Type="http://schemas.openxmlformats.org/officeDocument/2006/relationships/slideLayout" Target="../slideLayouts/slideLayout1.xml"/><Relationship Id="Rfe052dcf3d394fda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259598a517474789" Type="http://schemas.openxmlformats.org/officeDocument/2006/relationships/slideLayout" Target="../slideLayouts/slideLayout1.xml"/><Relationship Id="Read91298ecce401f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ce1c0c74bcc64b86" Type="http://schemas.openxmlformats.org/officeDocument/2006/relationships/slideLayout" Target="../slideLayouts/slideLayout1.xml"/><Relationship Id="Rce5c2a520ff74eb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bade214d20d4c8e" Type="http://schemas.openxmlformats.org/officeDocument/2006/relationships/slideLayout" Target="../slideLayouts/slideLayout1.xml"/><Relationship Id="Rcd2867858e164c5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b9077f18715409c" Type="http://schemas.openxmlformats.org/officeDocument/2006/relationships/slideLayout" Target="../slideLayouts/slideLayout1.xml"/><Relationship Id="R7ae9e84b00164ff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53bc8c0152f4210" Type="http://schemas.openxmlformats.org/officeDocument/2006/relationships/slideLayout" Target="../slideLayouts/slideLayout1.xml"/><Relationship Id="R754b3ec5ee2c420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cfbc916d4b64388" Type="http://schemas.openxmlformats.org/officeDocument/2006/relationships/notesSlide" Target="../notesSlides/notesSlide13.xml"/><Relationship Id="R5197a343fb25444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6cd2b9cfec845bc" Type="http://schemas.openxmlformats.org/officeDocument/2006/relationships/notesSlide" Target="../notesSlides/notesSlide14.xml"/><Relationship Id="Rabfa40519d3349b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b226f0e37784105" Type="http://schemas.openxmlformats.org/officeDocument/2006/relationships/notesSlide" Target="../notesSlides/notesSlide15.xml"/><Relationship Id="R6be50cf160a44fe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3602a8c76074470" Type="http://schemas.openxmlformats.org/officeDocument/2006/relationships/slideLayout" Target="../slideLayouts/slideLayout1.xml"/><Relationship Id="R22c8c1ce12bc439c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5021a83676de4f13" Type="http://schemas.openxmlformats.org/officeDocument/2006/relationships/notesSlide" Target="../notesSlides/notesSlide17.xml"/><Relationship Id="R5c641186bd7c4c3f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8b279a4218524e1f" Type="http://schemas.openxmlformats.org/officeDocument/2006/relationships/notesSlide" Target="../notesSlides/notesSlide18.xml"/><Relationship Id="Rbb810d4b741c4dc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65e5dc5ed6bd4b95" Type="http://schemas.openxmlformats.org/officeDocument/2006/relationships/slideLayout" Target="../slideLayouts/slideLayout1.xml"/><Relationship Id="R6ac96c1d5d6748f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b42e7487f39349ec" Type="http://schemas.openxmlformats.org/officeDocument/2006/relationships/notesSlide" Target="../notesSlides/notesSlide20.xml"/><Relationship Id="Rbd07186d318546ca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164cf441e08e483c" Type="http://schemas.openxmlformats.org/officeDocument/2006/relationships/notesSlide" Target="../notesSlides/notesSlide21.xml"/><Relationship Id="R231cd9996fab4920" Type="http://schemas.openxmlformats.org/officeDocument/2006/relationships/slideLayout" Target="../slideLayouts/slideLayout1.xml"/><Relationship Id="Rb47154a724d5461e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5200D-1B12-44A9-AAB6-2CF2F832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Writing up a fieldwork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D0867-B28B-49FA-BAD1-BE6547D5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50D0C-88DC-47A6-A8C7-3FDF029E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fieldwork enquiry write 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C8770-3627-4222-A40D-7CDD2AE9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DEACC-83C3-4AC5-A549-38181A92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448162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EDD1A-498C-404D-9763-12013B0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309E3-52EF-4E0E-B92B-AEE6F0D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63FC1-0586-40DA-81A8-9251C051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compare maps at similar scales?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537C6-1DEC-43CD-9DD5-DF5112A9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settlement?</a:t>
            </a:r>
          </a:p>
        </p:txBody>
      </p:sp>
    </p:spTree>
    <p:extLst>
      <p:ext uri="{BB962C8B-B14F-4D97-AF65-F5344CB8AC3E}">
        <p14:creationId xmlns:p14="http://schemas.microsoft.com/office/powerpoint/2010/main" val="631615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844B6-D2AA-4219-8864-3140B8B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B66E0-BC28-42BA-99C1-BF8B60B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4522D-C8C1-4915-A056-61630038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should the conclusion refer 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A2CE9-96BB-466D-8F08-20CB6AD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include a limitation?</a:t>
            </a:r>
          </a:p>
        </p:txBody>
      </p:sp>
    </p:spTree>
    <p:extLst>
      <p:ext uri="{BB962C8B-B14F-4D97-AF65-F5344CB8AC3E}">
        <p14:creationId xmlns:p14="http://schemas.microsoft.com/office/powerpoint/2010/main" val="1322001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2C330-E06B-4BCA-B726-DA76FEEA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02A6D-B0C5-4B2F-9860-2A78DBF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4C511-6933-4ACA-9EAE-CB65998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settlement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place where people live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21965-1968-4404-B812-4C1B8DC9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urbanisation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Growth in the share of people living in urban places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14A10-71E3-432C-8E83-166BE5CC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land 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land is used for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0C047-FFD9-42A2-92D5-FB566EA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Mapping information in separate data layers</a:t>
            </a:r>
          </a:p>
        </p:txBody>
      </p:sp>
    </p:spTree>
    <p:extLst>
      <p:ext uri="{BB962C8B-B14F-4D97-AF65-F5344CB8AC3E}">
        <p14:creationId xmlns:p14="http://schemas.microsoft.com/office/powerpoint/2010/main" val="774032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00EA6-2A88-4987-99E7-B3B8AD16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EE834-4646-41CF-9A53-AB489E9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57211-185C-4EB2-8CA8-47216CD8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sample conclusion against its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4B48D-9707-4031-BB64-E253093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79FAE-9E6B-47A1-8458-E18F02E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869180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81B16-A06C-4291-9FD4-61572DB0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21076-A0B6-4210-BF96-6F5FC2B5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477C1-BABA-44FA-83ED-F8F6BD8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Check a fieldwork conclusion against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48910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F1370-78E6-4831-8248-9C84E90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50527-F102-4B19-A2CD-7ABC7C6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BE7E-BC85-4162-9DFB-5E6DA4AF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Read the assessment requirement: S: enquiry process, map/data accuracy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598214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49385-8089-4F5D-BCDB-4EB17EC5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EC035-E6A2-4293-A042-D8522B4D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2C37D-8F4F-4952-B4C5-5309686E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My conclusion must use my actual counts and enquiry question. I state the sampled location and time so I do not generalise to a whole town.</a:t>
            </a:r>
          </a:p>
        </p:txBody>
      </p:sp>
    </p:spTree>
    <p:extLst>
      <p:ext uri="{BB962C8B-B14F-4D97-AF65-F5344CB8AC3E}">
        <p14:creationId xmlns:p14="http://schemas.microsoft.com/office/powerpoint/2010/main" val="584698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DF68F-6335-402B-BA23-A43EC5CC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30EA9-7E3E-4EEC-8BFB-36B235C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341FF-E03F-4935-83DB-6D81FF6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include a limitation? It shows the boundaries of what the method and sample can establish.</a:t>
            </a:r>
          </a:p>
        </p:txBody>
      </p:sp>
    </p:spTree>
    <p:extLst>
      <p:ext uri="{BB962C8B-B14F-4D97-AF65-F5344CB8AC3E}">
        <p14:creationId xmlns:p14="http://schemas.microsoft.com/office/powerpoint/2010/main" val="677208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2609-B5BA-4D2B-A1EE-7DE6E297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A4EA5-5528-42C9-9E4B-4DAEDFF3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CDF4-F3F4-4A62-847D-BB08FA0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sample conclusion against its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40A71-4502-4AB2-8A97-43EE21B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that the report answers the original enquiry.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834F3-EFF8-49A6-9CB3-CEE6B2E2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654589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1D9EF-3B8C-4926-B8BA-225044D4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58929-CAB1-425A-91E7-00CFBC31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A531-B6D7-4BDA-B5F1-820BC77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D94F-354E-4A6E-9A4F-D9BC7E4C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240A-AF5D-4F22-B759-2E95E85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519B0-F424-4352-BA8A-09DBD7C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330092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223D3-C6E6-45FE-BBE9-BF78FA3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2BB2-A842-4F21-ABB1-A6BD419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5D7FB-BDCB-4470-814F-CAD972F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Assemble question, method, location map, actual data, graph and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27295-18F2-404C-8E82-0F16EDD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the evidence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8ADD-7CA2-4A39-878C-B0B282F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method limitation and retain your individual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1858943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37DCE-D361-4976-985E-47796514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1183-9756-48A0-AC49-4DFF29AE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1D0C0-4C55-4046-8609-586BB04D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Assemble question, method, location map, actual data, graph and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F9469-CEE6-4969-8CF1-F8AE5FFD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the evidence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A074A-0A2A-4B2A-9AEA-1926B03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method limitation and retain your individual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8314303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14D94-4B9A-42C6-AFD5-0538A9A4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D031-D524-48B4-B0D6-28AF8D4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975CE-7876-44C8-AE0C-B89F550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Assemble question, method, location map, actual data, graph and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C62BD-CF50-46E7-B301-FF1B1B34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the evidence supports.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F2300-CA10-4B95-B512-A2C13343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one method limitation and retain your individual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DF1C6-2246-4814-B7E8-EE4FFEF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an improved method could strengthen or change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5793454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142C3-EA73-4E08-A49E-D86EA6DD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4F0B3-1A7B-4A9A-B93B-85BAA5EE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76AD7-4E49-428D-846C-00652840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enquiry process, map/data accuracy and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E9CBC-D829-4D6C-9183-3D95089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A947A-C403-4D10-BD73-4E96B02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8724964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7475F-4968-4D68-A704-40D3700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F8B84-731E-4260-9CFA-46EAB883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FCA9-6683-4297-8D21-930B38A1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the conclusion refer to?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90715-0A38-4E9B-AE43-116DD974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include a limitation?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2510-521E-48E8-AAF2-77CBAF4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16410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F926-828D-4136-94AA-9A063789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Local reference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E21E0-204B-4283-A043-810F5B6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ECA5C-5797-47D8-BA94-2E598CE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Middlesbrough railway station and the Transporter Bridge are reference points on our digital map. Toggle layers to examine their positions. Town Hall lies beyond this map’s southern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7292E-54F7-455B-8848-7303CFA5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place references; approximate labelled coordinates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F78DC-AD5A-4849-9B08-BFDEE28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points alone cannot show population density or prove why development happened.</a:t>
            </a:r>
          </a:p>
        </p:txBody>
      </p:sp>
    </p:spTree>
    <p:extLst>
      <p:ext uri="{BB962C8B-B14F-4D97-AF65-F5344CB8AC3E}">
        <p14:creationId xmlns:p14="http://schemas.microsoft.com/office/powerpoint/2010/main" val="21226372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ECA76-DAD1-4A1A-B27F-7713A9C0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Reasons places 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DA285-8536-4AFA-8027-19B4DB1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C4584-C69F-46F4-B551-6108C87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Work, transport and services can attract people and businesses. A growing town may need more homes and infrastructure. Population growth can also occur within existing settlements.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307D7-1125-4B35-BFD5-A8C1C85B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geographical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FB3EE-E72C-4606-8C12-78C915D5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reason is a hypothesis until tested against evidence for a particular place.</a:t>
            </a:r>
          </a:p>
        </p:txBody>
      </p:sp>
    </p:spTree>
    <p:extLst>
      <p:ext uri="{BB962C8B-B14F-4D97-AF65-F5344CB8AC3E}">
        <p14:creationId xmlns:p14="http://schemas.microsoft.com/office/powerpoint/2010/main" val="19592265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4D98A-99A7-4622-B542-6F4ECA0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Practice land-use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6C04B-DB1D-4A0A-AC41-5253F17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3CCAE-C0BF-4629-A3BB-F0F112FE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practice tally: shops 8, homes 12, public services 4, green spaces 6. This is training data only. Replace it with your dated observations for the fieldwork enquiry.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9F1F-F8F5-4509-A745-D2A4F058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5373B-4A36-4A60-9203-369E5F9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072727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D810D-E74D-450D-9B32-70B85B4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Contrasting reference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8C480-7FB6-4797-9049-FAC6C1E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CD59B-E1EB-4636-9800-FF0FE6A7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small centre such as Helmsley with central Middlesbrough at comparable map scales. Record the area, source and date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E44D8-86C8-4EE8-8CF3-2C700D62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OpenStreetMap linked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6EB47-A3C2-496F-BA3A-D839AE57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sampled street does not represent a whole settlement.</a:t>
            </a:r>
          </a:p>
        </p:txBody>
      </p:sp>
    </p:spTree>
    <p:extLst>
      <p:ext uri="{BB962C8B-B14F-4D97-AF65-F5344CB8AC3E}">
        <p14:creationId xmlns:p14="http://schemas.microsoft.com/office/powerpoint/2010/main" val="5057630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C1E0-B041-4AFD-979C-94D332F6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CB4BC-4FF5-4247-952F-7102BAE7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2  W7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154a724d5461e"/>
          <a:stretch xmlns:a="http://schemas.openxmlformats.org/drawingml/2006/main"/>
        </p:blipFill>
        <p:spPr>
          <a:xfrm xmlns:a="http://schemas.openxmlformats.org/drawingml/2006/main">
            <a:off x="2126316" y="1238250"/>
            <a:ext cx="7939368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65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2026-09-19T18:37:02.8990000Z</dcterms:created>
  <dcterms:modified xsi:type="dcterms:W3CDTF">2026-09-19T18:37:02.8990000Z</dcterms:modified>
</coreProperties>
</file>