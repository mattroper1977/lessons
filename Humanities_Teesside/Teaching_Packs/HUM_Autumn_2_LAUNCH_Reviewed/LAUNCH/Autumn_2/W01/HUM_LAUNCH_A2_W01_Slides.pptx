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Type="http://schemas.openxmlformats.org/package/2006/relationships/metadata/core-properties" Target="/docProps/core.xml" Id="R2815699094234345"/><Relationship Type="http://schemas.openxmlformats.org/officeDocument/2006/relationships/extended-properties" Target="/docProps/app.xml" Id="R1fe0775373f74ade"/><Relationship Type="http://schemas.openxmlformats.org/officeDocument/2006/relationships/officeDocument" Target="/ppt/presentation.xml" Id="R3570f7cf452346e2"/><Relationship Id="rIdCustomSource"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c6c2b8e9f9ea4125"/>
  </p:sldMasterIdLst>
  <p:notesMasterIdLst>
    <p:notesMasterId xmlns:r="http://schemas.openxmlformats.org/officeDocument/2006/relationships" r:id="R89be698a904c41f6"/>
  </p:notesMasterIdLst>
  <p:sldIdLst>
    <p:sldId xmlns:r="http://schemas.openxmlformats.org/officeDocument/2006/relationships" id="256" r:id="R3b6ff54716aa491a"/>
    <p:sldId xmlns:r="http://schemas.openxmlformats.org/officeDocument/2006/relationships" id="257" r:id="Radaaa6050e724fe9"/>
    <p:sldId xmlns:r="http://schemas.openxmlformats.org/officeDocument/2006/relationships" id="258" r:id="Rebc8cc62c7c049ab"/>
    <p:sldId xmlns:r="http://schemas.openxmlformats.org/officeDocument/2006/relationships" id="259" r:id="R993e9a3f1cc84cdf"/>
    <p:sldId xmlns:r="http://schemas.openxmlformats.org/officeDocument/2006/relationships" id="260" r:id="R1e5702b48db744d9"/>
    <p:sldId xmlns:r="http://schemas.openxmlformats.org/officeDocument/2006/relationships" id="261" r:id="Ra2a603a82905406c"/>
    <p:sldId xmlns:r="http://schemas.openxmlformats.org/officeDocument/2006/relationships" id="262" r:id="R374174ce350b4a1b"/>
    <p:sldId xmlns:r="http://schemas.openxmlformats.org/officeDocument/2006/relationships" id="263" r:id="R01de3862480b4487"/>
    <p:sldId xmlns:r="http://schemas.openxmlformats.org/officeDocument/2006/relationships" id="264" r:id="R08a4036d3d644651"/>
    <p:sldId xmlns:r="http://schemas.openxmlformats.org/officeDocument/2006/relationships" id="265" r:id="R7bad56f3c3ab46a3"/>
    <p:sldId xmlns:r="http://schemas.openxmlformats.org/officeDocument/2006/relationships" id="266" r:id="Rdabba932706948e1"/>
    <p:sldId xmlns:r="http://schemas.openxmlformats.org/officeDocument/2006/relationships" id="267" r:id="R86686b1e6d634f26"/>
    <p:sldId xmlns:r="http://schemas.openxmlformats.org/officeDocument/2006/relationships" id="268" r:id="R30873c93c18b40f9"/>
    <p:sldId xmlns:r="http://schemas.openxmlformats.org/officeDocument/2006/relationships" id="269" r:id="Rb76438e3cd584e86"/>
    <p:sldId xmlns:r="http://schemas.openxmlformats.org/officeDocument/2006/relationships" id="270" r:id="Rfea773668ace401a"/>
    <p:sldId xmlns:r="http://schemas.openxmlformats.org/officeDocument/2006/relationships" id="271" r:id="R7a1ca0c78068429b"/>
    <p:sldId xmlns:r="http://schemas.openxmlformats.org/officeDocument/2006/relationships" id="272" r:id="Rc960d524414a4e4e"/>
    <p:sldId xmlns:r="http://schemas.openxmlformats.org/officeDocument/2006/relationships" id="273" r:id="R3e04d62926c346e4"/>
    <p:sldId xmlns:r="http://schemas.openxmlformats.org/officeDocument/2006/relationships" id="274" r:id="R3de4320eab3a40c6"/>
    <p:sldId xmlns:r="http://schemas.openxmlformats.org/officeDocument/2006/relationships" id="275" r:id="Rdb1ceceb73a945e3"/>
    <p:sldId xmlns:r="http://schemas.openxmlformats.org/officeDocument/2006/relationships" id="276" r:id="R0a8d45413c434c67"/>
    <p:sldId xmlns:r="http://schemas.openxmlformats.org/officeDocument/2006/relationships" id="277" r:id="R91c9a086420d4e52"/>
    <p:sldId xmlns:r="http://schemas.openxmlformats.org/officeDocument/2006/relationships" id="278" r:id="Rb3f64a58ed034da5"/>
    <p:sldId xmlns:r="http://schemas.openxmlformats.org/officeDocument/2006/relationships" id="279" r:id="Rd8923bc45cc74b9b"/>
    <p:sldId xmlns:r="http://schemas.openxmlformats.org/officeDocument/2006/relationships" id="280" r:id="R124e913d4fc34761"/>
    <p:sldId xmlns:r="http://schemas.openxmlformats.org/officeDocument/2006/relationships" id="281" r:id="R312ddb4b93fb4893"/>
    <p:sldId xmlns:r="http://schemas.openxmlformats.org/officeDocument/2006/relationships" id="282" r:id="R26045f15c9694004"/>
    <p:sldId xmlns:r="http://schemas.openxmlformats.org/officeDocument/2006/relationships" id="283" r:id="Rb4fbe0fcd8b54ba7"/>
    <p:sldId xmlns:r="http://schemas.openxmlformats.org/officeDocument/2006/relationships" id="284" r:id="R144d90d0fbd44dc1"/>
    <p:sldId xmlns:r="http://schemas.openxmlformats.org/officeDocument/2006/relationships" id="285" r:id="R65a3e3927e234385"/>
    <p:sldId xmlns:r="http://schemas.openxmlformats.org/officeDocument/2006/relationships" id="286" r:id="R46ae9c9821044d54"/>
    <p:sldId xmlns:r="http://schemas.openxmlformats.org/officeDocument/2006/relationships" id="287" r:id="R2e670e5a3ef84cb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7ee6dddc79f842c2"/><Relationship Type="http://schemas.openxmlformats.org/officeDocument/2006/relationships/slideMaster" Target="/ppt/slideMasters/slideMaster1.xml" Id="Rc6c2b8e9f9ea4125"/><Relationship Type="http://schemas.openxmlformats.org/officeDocument/2006/relationships/notesMaster" Target="/ppt/notesMasters/notesMaster1.xml" Id="R89be698a904c41f6"/><Relationship Type="http://schemas.openxmlformats.org/officeDocument/2006/relationships/presProps" Target="/ppt/presProps.xml" Id="Rab258f86aea046d7"/><Relationship Type="http://schemas.openxmlformats.org/officeDocument/2006/relationships/tableStyles" Target="/ppt/tableStyles.xml" Id="R6b45b57da4aa426c"/><Relationship Type="http://schemas.openxmlformats.org/officeDocument/2006/relationships/slide" Target="/ppt/slides/slide1.xml" Id="R3b6ff54716aa491a"/><Relationship Type="http://schemas.openxmlformats.org/officeDocument/2006/relationships/slide" Target="/ppt/slides/slide2.xml" Id="Radaaa6050e724fe9"/><Relationship Type="http://schemas.openxmlformats.org/officeDocument/2006/relationships/slide" Target="/ppt/slides/slide3.xml" Id="Rebc8cc62c7c049ab"/><Relationship Type="http://schemas.openxmlformats.org/officeDocument/2006/relationships/slide" Target="/ppt/slides/slide4.xml" Id="R993e9a3f1cc84cdf"/><Relationship Type="http://schemas.openxmlformats.org/officeDocument/2006/relationships/slide" Target="/ppt/slides/slide5.xml" Id="R1e5702b48db744d9"/><Relationship Type="http://schemas.openxmlformats.org/officeDocument/2006/relationships/slide" Target="/ppt/slides/slide6.xml" Id="Ra2a603a82905406c"/><Relationship Type="http://schemas.openxmlformats.org/officeDocument/2006/relationships/slide" Target="/ppt/slides/slide7.xml" Id="R374174ce350b4a1b"/><Relationship Type="http://schemas.openxmlformats.org/officeDocument/2006/relationships/slide" Target="/ppt/slides/slide8.xml" Id="R01de3862480b4487"/><Relationship Type="http://schemas.openxmlformats.org/officeDocument/2006/relationships/slide" Target="/ppt/slides/slide9.xml" Id="R08a4036d3d644651"/><Relationship Type="http://schemas.openxmlformats.org/officeDocument/2006/relationships/slide" Target="/ppt/slides/slide10.xml" Id="R7bad56f3c3ab46a3"/><Relationship Type="http://schemas.openxmlformats.org/officeDocument/2006/relationships/slide" Target="/ppt/slides/slide11.xml" Id="Rdabba932706948e1"/><Relationship Type="http://schemas.openxmlformats.org/officeDocument/2006/relationships/slide" Target="/ppt/slides/slide12.xml" Id="R86686b1e6d634f26"/><Relationship Type="http://schemas.openxmlformats.org/officeDocument/2006/relationships/slide" Target="/ppt/slides/slide13.xml" Id="R30873c93c18b40f9"/><Relationship Type="http://schemas.openxmlformats.org/officeDocument/2006/relationships/slide" Target="/ppt/slides/slide14.xml" Id="Rb76438e3cd584e86"/><Relationship Type="http://schemas.openxmlformats.org/officeDocument/2006/relationships/slide" Target="/ppt/slides/slide15.xml" Id="Rfea773668ace401a"/><Relationship Type="http://schemas.openxmlformats.org/officeDocument/2006/relationships/slide" Target="/ppt/slides/slide16.xml" Id="R7a1ca0c78068429b"/><Relationship Type="http://schemas.openxmlformats.org/officeDocument/2006/relationships/slide" Target="/ppt/slides/slide17.xml" Id="Rc960d524414a4e4e"/><Relationship Type="http://schemas.openxmlformats.org/officeDocument/2006/relationships/slide" Target="/ppt/slides/slide18.xml" Id="R3e04d62926c346e4"/><Relationship Type="http://schemas.openxmlformats.org/officeDocument/2006/relationships/slide" Target="/ppt/slides/slide19.xml" Id="R3de4320eab3a40c6"/><Relationship Type="http://schemas.openxmlformats.org/officeDocument/2006/relationships/slide" Target="/ppt/slides/slide20.xml" Id="Rdb1ceceb73a945e3"/><Relationship Type="http://schemas.openxmlformats.org/officeDocument/2006/relationships/slide" Target="/ppt/slides/slide21.xml" Id="R0a8d45413c434c67"/><Relationship Type="http://schemas.openxmlformats.org/officeDocument/2006/relationships/slide" Target="/ppt/slides/slide22.xml" Id="R91c9a086420d4e52"/><Relationship Type="http://schemas.openxmlformats.org/officeDocument/2006/relationships/slide" Target="/ppt/slides/slide23.xml" Id="Rb3f64a58ed034da5"/><Relationship Type="http://schemas.openxmlformats.org/officeDocument/2006/relationships/slide" Target="/ppt/slides/slide24.xml" Id="Rd8923bc45cc74b9b"/><Relationship Type="http://schemas.openxmlformats.org/officeDocument/2006/relationships/slide" Target="/ppt/slides/slide25.xml" Id="R124e913d4fc34761"/><Relationship Type="http://schemas.openxmlformats.org/officeDocument/2006/relationships/slide" Target="/ppt/slides/slide26.xml" Id="R312ddb4b93fb4893"/><Relationship Type="http://schemas.openxmlformats.org/officeDocument/2006/relationships/slide" Target="/ppt/slides/slide27.xml" Id="R26045f15c9694004"/><Relationship Type="http://schemas.openxmlformats.org/officeDocument/2006/relationships/slide" Target="/ppt/slides/slide28.xml" Id="Rb4fbe0fcd8b54ba7"/><Relationship Type="http://schemas.openxmlformats.org/officeDocument/2006/relationships/slide" Target="/ppt/slides/slide29.xml" Id="R144d90d0fbd44dc1"/><Relationship Type="http://schemas.openxmlformats.org/officeDocument/2006/relationships/slide" Target="/ppt/slides/slide30.xml" Id="R65a3e3927e234385"/><Relationship Type="http://schemas.openxmlformats.org/officeDocument/2006/relationships/slide" Target="/ppt/slides/slide31.xml" Id="R46ae9c9821044d54"/><Relationship Type="http://schemas.openxmlformats.org/officeDocument/2006/relationships/slide" Target="/ppt/slides/slide32.xml" Id="R2e670e5a3ef84cb8"/></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cb407c41d4c64025"/></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lang="en-GB">
        <a:latin typeface="Arial"/>
        <a:ea typeface="Arial"/>
        <a:cs typeface="Arial"/>
      </a:defRPr>
    </a:lvl1pPr>
  </p:notesStyle>
</p:notesMaster>
</file>

<file path=ppt/notesMasters/theme/theme3.xml><?xml version="1.0" encoding="utf-8"?>
<a:theme xmlns:a="http://schemas.openxmlformats.org/drawingml/2006/main" name="Lesson theme">
  <a:themeElements>
    <a:clrScheme name="Lesson colours">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ext">
      <a:majorFont>
        <a:latin typeface="Arial"/>
        <a:ea typeface="Arial"/>
        <a:cs typeface="Arial"/>
      </a:majorFont>
      <a:minorFont>
        <a:latin typeface="Arial"/>
        <a:ea typeface="Arial"/>
        <a:cs typeface="Arial"/>
      </a:minorFont>
    </a:fontScheme>
    <a:fmtScheme name="Lesson forma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3561351ddb894a46"/><Relationship Type="http://schemas.openxmlformats.org/officeDocument/2006/relationships/notesMaster" Target="/ppt/notesMasters/notesMaster1.xml" Id="Rcec6cbca65d34884"/></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e409373c8cb5489e"/><Relationship Type="http://schemas.openxmlformats.org/officeDocument/2006/relationships/notesMaster" Target="/ppt/notesMasters/notesMaster1.xml" Id="R085e4ee775774488"/></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094c76c5cfe14b89"/><Relationship Type="http://schemas.openxmlformats.org/officeDocument/2006/relationships/notesMaster" Target="/ppt/notesMasters/notesMaster1.xml" Id="R8d535d48ca4346a6"/></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723615de1abd4338"/><Relationship Type="http://schemas.openxmlformats.org/officeDocument/2006/relationships/notesMaster" Target="/ppt/notesMasters/notesMaster1.xml" Id="Ref090a68058640ff"/></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2c48947ae3ca4bef"/><Relationship Type="http://schemas.openxmlformats.org/officeDocument/2006/relationships/notesMaster" Target="/ppt/notesMasters/notesMaster1.xml" Id="Rc4b46b029cbc4767"/></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ebed74624a28447f"/><Relationship Type="http://schemas.openxmlformats.org/officeDocument/2006/relationships/notesMaster" Target="/ppt/notesMasters/notesMaster1.xml" Id="R833e28505a984ab0"/></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db97ed608b864f5a"/><Relationship Type="http://schemas.openxmlformats.org/officeDocument/2006/relationships/notesMaster" Target="/ppt/notesMasters/notesMaster1.xml" Id="R07655612a2264383"/></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027d7079010b4b2d"/><Relationship Type="http://schemas.openxmlformats.org/officeDocument/2006/relationships/notesMaster" Target="/ppt/notesMasters/notesMaster1.xml" Id="R7e56bc7f96594332"/></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24018ce9fc7546b9"/><Relationship Type="http://schemas.openxmlformats.org/officeDocument/2006/relationships/notesMaster" Target="/ppt/notesMasters/notesMaster1.xml" Id="Rafc76a4aed474aac"/></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9ca348c7a133458b"/><Relationship Type="http://schemas.openxmlformats.org/officeDocument/2006/relationships/notesMaster" Target="/ppt/notesMasters/notesMaster1.xml" Id="Rd479f115bfb74605"/></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fac1b5e87e8c40b5"/><Relationship Type="http://schemas.openxmlformats.org/officeDocument/2006/relationships/notesMaster" Target="/ppt/notesMasters/notesMaster1.xml" Id="R9d89d648c1c649e7"/></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b09708f2b62247d0"/><Relationship Type="http://schemas.openxmlformats.org/officeDocument/2006/relationships/notesMaster" Target="/ppt/notesMasters/notesMaster1.xml" Id="R4eb002e40f3247d3"/></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e3bee072c7754087"/><Relationship Type="http://schemas.openxmlformats.org/officeDocument/2006/relationships/notesMaster" Target="/ppt/notesMasters/notesMaster1.xml" Id="R7ac173323ac24857"/></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48eb44300bb7431c"/><Relationship Type="http://schemas.openxmlformats.org/officeDocument/2006/relationships/notesMaster" Target="/ppt/notesMasters/notesMaster1.xml" Id="R0af2847d9fd44fd6"/></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413a59a7a18f4247"/><Relationship Type="http://schemas.openxmlformats.org/officeDocument/2006/relationships/notesMaster" Target="/ppt/notesMasters/notesMaster1.xml" Id="R9b0779d8efe4480e"/></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d0743f6c026a4d2a"/><Relationship Type="http://schemas.openxmlformats.org/officeDocument/2006/relationships/notesMaster" Target="/ppt/notesMasters/notesMaster1.xml" Id="Rc5676a67c9324484"/></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13991e7bfb8a4f9f"/><Relationship Type="http://schemas.openxmlformats.org/officeDocument/2006/relationships/notesMaster" Target="/ppt/notesMasters/notesMaster1.xml" Id="Rb12b88789531422e"/></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e184b22f1be749c0"/><Relationship Type="http://schemas.openxmlformats.org/officeDocument/2006/relationships/notesMaster" Target="/ppt/notesMasters/notesMaster1.xml" Id="Rb1b6102ba91c473c"/></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3bfb24214f244821"/><Relationship Type="http://schemas.openxmlformats.org/officeDocument/2006/relationships/notesMaster" Target="/ppt/notesMasters/notesMaster1.xml" Id="Rcf63bad0fcbb4e2e"/></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a99d71901c594565"/><Relationship Type="http://schemas.openxmlformats.org/officeDocument/2006/relationships/notesMaster" Target="/ppt/notesMasters/notesMaster1.xml" Id="R9c456213c0414f71"/></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0d9919e0d4af4fec"/><Relationship Type="http://schemas.openxmlformats.org/officeDocument/2006/relationships/notesMaster" Target="/ppt/notesMasters/notesMaster1.xml" Id="R259225ad91d54f96"/></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30be38d163bb4cd0"/><Relationship Type="http://schemas.openxmlformats.org/officeDocument/2006/relationships/notesMaster" Target="/ppt/notesMasters/notesMaster1.xml" Id="Rcd520f2f119d4158"/></Relationships>
</file>

<file path=ppt/notesSlides/_rels/notesSlide23.xml.rels><?xml version='1.0' encoding='UTF-8' standalone='yes'?>
<Relationships xmlns="http://schemas.openxmlformats.org/package/2006/relationships"><Relationship Type="http://schemas.openxmlformats.org/officeDocument/2006/relationships/slide" Target="/ppt/slides/slide23.xml" Id="R74e39a151d61483d"/><Relationship Type="http://schemas.openxmlformats.org/officeDocument/2006/relationships/notesMaster" Target="/ppt/notesMasters/notesMaster1.xml" Id="Rf9b455bb18574788"/></Relationships>
</file>

<file path=ppt/notesSlides/_rels/notesSlide24.xml.rels><?xml version='1.0' encoding='UTF-8' standalone='yes'?>
<Relationships xmlns="http://schemas.openxmlformats.org/package/2006/relationships"><Relationship Type="http://schemas.openxmlformats.org/officeDocument/2006/relationships/slide" Target="/ppt/slides/slide24.xml" Id="R00a7bca0e04a4726"/><Relationship Type="http://schemas.openxmlformats.org/officeDocument/2006/relationships/notesMaster" Target="/ppt/notesMasters/notesMaster1.xml" Id="R8f16a36b09f2493e"/></Relationships>
</file>

<file path=ppt/notesSlides/_rels/notesSlide25.xml.rels><?xml version='1.0' encoding='UTF-8' standalone='yes'?>
<Relationships xmlns="http://schemas.openxmlformats.org/package/2006/relationships"><Relationship Type="http://schemas.openxmlformats.org/officeDocument/2006/relationships/slide" Target="/ppt/slides/slide25.xml" Id="Rf11dc2ccd9d04d87"/><Relationship Type="http://schemas.openxmlformats.org/officeDocument/2006/relationships/notesMaster" Target="/ppt/notesMasters/notesMaster1.xml" Id="R23b4cd39a0a245f2"/></Relationships>
</file>

<file path=ppt/notesSlides/_rels/notesSlide26.xml.rels><?xml version='1.0' encoding='UTF-8' standalone='yes'?>
<Relationships xmlns="http://schemas.openxmlformats.org/package/2006/relationships"><Relationship Type="http://schemas.openxmlformats.org/officeDocument/2006/relationships/slide" Target="/ppt/slides/slide26.xml" Id="R2c18aa20d32b41e6"/><Relationship Type="http://schemas.openxmlformats.org/officeDocument/2006/relationships/notesMaster" Target="/ppt/notesMasters/notesMaster1.xml" Id="Rffa7c3df5a5d4649"/></Relationships>
</file>

<file path=ppt/notesSlides/_rels/notesSlide27.xml.rels><?xml version='1.0' encoding='UTF-8' standalone='yes'?>
<Relationships xmlns="http://schemas.openxmlformats.org/package/2006/relationships"><Relationship Type="http://schemas.openxmlformats.org/officeDocument/2006/relationships/slide" Target="/ppt/slides/slide27.xml" Id="Rcada7b41631f4a57"/><Relationship Type="http://schemas.openxmlformats.org/officeDocument/2006/relationships/notesMaster" Target="/ppt/notesMasters/notesMaster1.xml" Id="R2b22ad0ae8324e93"/></Relationships>
</file>

<file path=ppt/notesSlides/_rels/notesSlide28.xml.rels><?xml version='1.0' encoding='UTF-8' standalone='yes'?>
<Relationships xmlns="http://schemas.openxmlformats.org/package/2006/relationships"><Relationship Type="http://schemas.openxmlformats.org/officeDocument/2006/relationships/slide" Target="/ppt/slides/slide28.xml" Id="R2ae365c979164175"/><Relationship Type="http://schemas.openxmlformats.org/officeDocument/2006/relationships/notesMaster" Target="/ppt/notesMasters/notesMaster1.xml" Id="Rd30bc59b6f234019"/></Relationships>
</file>

<file path=ppt/notesSlides/_rels/notesSlide29.xml.rels><?xml version='1.0' encoding='UTF-8' standalone='yes'?>
<Relationships xmlns="http://schemas.openxmlformats.org/package/2006/relationships"><Relationship Type="http://schemas.openxmlformats.org/officeDocument/2006/relationships/slide" Target="/ppt/slides/slide29.xml" Id="Re053fa9dcd674974"/><Relationship Type="http://schemas.openxmlformats.org/officeDocument/2006/relationships/notesMaster" Target="/ppt/notesMasters/notesMaster1.xml" Id="Ref99df3e8299478b"/></Relationships>
</file>

<file path=ppt/notesSlides/_rels/notesSlide30.xml.rels><?xml version='1.0' encoding='UTF-8' standalone='yes'?>
<Relationships xmlns="http://schemas.openxmlformats.org/package/2006/relationships"><Relationship Type="http://schemas.openxmlformats.org/officeDocument/2006/relationships/slide" Target="/ppt/slides/slide30.xml" Id="Raab32acefe794107"/><Relationship Type="http://schemas.openxmlformats.org/officeDocument/2006/relationships/notesMaster" Target="/ppt/notesMasters/notesMaster1.xml" Id="Rc2828b1920744cb2"/></Relationships>
</file>

<file path=ppt/notesSlides/_rels/notesSlide31.xml.rels><?xml version='1.0' encoding='UTF-8' standalone='yes'?>
<Relationships xmlns="http://schemas.openxmlformats.org/package/2006/relationships"><Relationship Type="http://schemas.openxmlformats.org/officeDocument/2006/relationships/slide" Target="/ppt/slides/slide31.xml" Id="R127f1cba9f244c26"/><Relationship Type="http://schemas.openxmlformats.org/officeDocument/2006/relationships/notesMaster" Target="/ppt/notesMasters/notesMaster1.xml" Id="R1781aa500f3b4951"/></Relationships>
</file>

<file path=ppt/notesSlides/_rels/notesSlide32.xml.rels><?xml version='1.0' encoding='UTF-8' standalone='yes'?>
<Relationships xmlns="http://schemas.openxmlformats.org/package/2006/relationships"><Relationship Type="http://schemas.openxmlformats.org/officeDocument/2006/relationships/slide" Target="/ppt/slides/slide32.xml" Id="R66640eb4bdbd437a"/><Relationship Type="http://schemas.openxmlformats.org/officeDocument/2006/relationships/notesMaster" Target="/ppt/notesMasters/notesMaster1.xml" Id="Rf420e66e250f4db8"/></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Opening; 0 minutes; lesson clock 0 to 0.</a:t>
            </a:r>
          </a:p>
          <a:p xmlns:a="http://schemas.openxmlformats.org/drawingml/2006/main">
            <a:r>
              <a:t>For EVERY task, pupils may point, speak, sign, use symbols, draw or write. Read prompts aloud and retain geographical command words. Allow thinking time and a private response. No cold calling. Any pupil may pass. An adult may record the pupil's own gesture, directed placement or exact words. A pass needs no book entry. No board copying or typing is needed.</a:t>
            </a:r>
          </a:p>
          <a:p xmlns:a="http://schemas.openxmlformats.org/drawingml/2006/main">
            <a:r>
              <a:t>Use one Arrival tier and one Exit tier. Each Arrival tier has four short questions and each Exit tier three brief checks. Keep Answer (adult) lines out of pupil view until pupils respond. Pupils complete one You do route; the four separate route pages are alternatives.</a:t>
            </a:r>
          </a:p>
          <a:p xmlns:a="http://schemas.openxmlformats.org/drawingml/2006/main">
            <a:r>
              <a:t>Prepare the complete invented practice map and its key from the specification below. No external map, hidden asset or prior lesson is needed. All locations and measurements are practice data. This is an indoor map-skills lesson; no journey or fieldwork is required.</a:t>
            </a:r>
          </a:p>
          <a:p xmlns:a="http://schemas.openxmlformats.org/drawingml/2006/main">
            <a:r>
              <a:t>Adult-only EHCP note: Outcome opportunities are cognition and learning (sequence eastings then northings and check a reference), communication and interaction (justify a map answer), SEMH (request help or use a planned pause), and sensory or physical access (use an enlarged grid or direct another person to a point). Observe only the pupil's relevant agreed target. Regulation strategy: mask all but the current square, take an agreed short eyes-away pause, then rejoin at 'find the left grid line'.</a:t>
            </a:r>
          </a:p>
          <a:p xmlns:a="http://schemas.openxmlformats.org/drawingml/2006/main">
            <a:r>
              <a:t>Same-day evidence — HUM-LAUNCH-A2-W01: The assigned adult records the pupil's exact response, response mode and actual prompt used, and uploads one chosen book item, optional photo or brief observation to the evidence app the same day, labelled HUM-LAUNCH-A2-W01. Include a relevant agreed outcome observation where appropriate. A photo alone does not establish understanding.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Arrival; 5 minutes; lesson clock 0 to 5.</a:t>
            </a:r>
          </a:p>
          <a:p xmlns:a="http://schemas.openxmlformats.org/drawingml/2006/main">
            <a:r>
              <a:t>Adult note: Show the map, key and context card. Read prompts aloud. Use one tier, with a short response to each item. Note any support; the map, key and context card are supplied clues, not a test of prior learning.</a:t>
            </a:r>
          </a:p>
          <a:p xmlns:a="http://schemas.openxmlformats.org/drawingml/2006/main">
            <a:r>
              <a:t>Answer guidance: A town; a settlement is a place where people live.</a:t>
            </a:r>
          </a:p>
          <a:p xmlns:a="http://schemas.openxmlformats.org/drawingml/2006/main">
            <a:r>
              <a:t>Answer guidance: Post office.</a:t>
            </a:r>
          </a:p>
          <a:p xmlns:a="http://schemas.openxmlformats.org/drawingml/2006/main">
            <a:r>
              <a:t>Answer guidance: Up.</a:t>
            </a:r>
          </a:p>
          <a:p xmlns:a="http://schemas.openxmlformats.org/drawingml/2006/main">
            <a:r>
              <a:t>Answer guidance: 10–14. These label the eastings.</a:t>
            </a:r>
          </a:p>
          <a:p xmlns:a="http://schemas.openxmlformats.org/drawingml/2006/main">
            <a:r>
              <a:t>Answer guidance: A place where people live, such as a village or town.</a:t>
            </a:r>
          </a:p>
          <a:p xmlns:a="http://schemas.openxmlformats.org/drawingml/2006/main">
            <a:r>
              <a:t>Answer guidance: Sch — school; FB — footbridge.</a:t>
            </a:r>
          </a:p>
          <a:p xmlns:a="http://schemas.openxmlformats.org/drawingml/2006/main">
            <a:r>
              <a:t>Answer guidance: North; the library is directly above the school on this north-up map.</a:t>
            </a:r>
          </a:p>
          <a:p xmlns:a="http://schemas.openxmlformats.org/drawingml/2006/main">
            <a:r>
              <a:t>Answer guidance: 10–14 run along the bottom; 20–24 run up the side.</a:t>
            </a:r>
          </a:p>
          <a:p xmlns:a="http://schemas.openxmlformats.org/drawingml/2006/main">
            <a:r>
              <a:t>Answer guidance: A village usually has fewer people or a smaller range of services than a city. Accept one accurate difference, expressed as a general pattern rather than a rule without exceptions.</a:t>
            </a:r>
          </a:p>
          <a:p xmlns:a="http://schemas.openxmlformats.org/drawingml/2006/main">
            <a:r>
              <a:t>Answer guidance: PO — post office; Sch — school.</a:t>
            </a:r>
          </a:p>
          <a:p xmlns:a="http://schemas.openxmlformats.org/drawingml/2006/main">
            <a:r>
              <a:t>Answer guidance: South-west; the school is one square left and one square down on a north-up map.</a:t>
            </a:r>
          </a:p>
          <a:p xmlns:a="http://schemas.openxmlformats.org/drawingml/2006/main">
            <a:r>
              <a:t>Answer guidance: 10–14 run along the bottom; 20–24 run up the side.</a:t>
            </a:r>
          </a:p>
          <a:p xmlns:a="http://schemas.openxmlformats.org/drawingml/2006/main">
            <a:r>
              <a:t>Picture description: The school is in the leftmost column and lowest row. The library is directly north of it in the next row. The hall is directly east of the library. The park point, labelled Q7, is directly north of the hall. The footbridge shares the park's square. The post office, labelled PO, and health centre, labelled Q9, share the square east of the hall.</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Arrival; 5 minutes; lesson clock 0 to 5.</a:t>
            </a:r>
          </a:p>
          <a:p xmlns:a="http://schemas.openxmlformats.org/drawingml/2006/main">
            <a:r>
              <a:t>Adult note: Show the map, key and context card. Read prompts aloud. Use one tier, with a short response to each item. Note any support; the map, key and context card are supplied clues, not a test of prior learning.</a:t>
            </a:r>
          </a:p>
          <a:p xmlns:a="http://schemas.openxmlformats.org/drawingml/2006/main">
            <a:r>
              <a:t>Answer guidance: A town; a settlement is a place where people live.</a:t>
            </a:r>
          </a:p>
          <a:p xmlns:a="http://schemas.openxmlformats.org/drawingml/2006/main">
            <a:r>
              <a:t>Answer guidance: Post office.</a:t>
            </a:r>
          </a:p>
          <a:p xmlns:a="http://schemas.openxmlformats.org/drawingml/2006/main">
            <a:r>
              <a:t>Answer guidance: Up.</a:t>
            </a:r>
          </a:p>
          <a:p xmlns:a="http://schemas.openxmlformats.org/drawingml/2006/main">
            <a:r>
              <a:t>Answer guidance: 10–14. These label the eastings.</a:t>
            </a:r>
          </a:p>
          <a:p xmlns:a="http://schemas.openxmlformats.org/drawingml/2006/main">
            <a:r>
              <a:t>Answer guidance: A place where people live, such as a village or town.</a:t>
            </a:r>
          </a:p>
          <a:p xmlns:a="http://schemas.openxmlformats.org/drawingml/2006/main">
            <a:r>
              <a:t>Answer guidance: Sch — school; FB — footbridge.</a:t>
            </a:r>
          </a:p>
          <a:p xmlns:a="http://schemas.openxmlformats.org/drawingml/2006/main">
            <a:r>
              <a:t>Answer guidance: North; the library is directly above the school on this north-up map.</a:t>
            </a:r>
          </a:p>
          <a:p xmlns:a="http://schemas.openxmlformats.org/drawingml/2006/main">
            <a:r>
              <a:t>Answer guidance: 10–14 run along the bottom; 20–24 run up the side.</a:t>
            </a:r>
          </a:p>
          <a:p xmlns:a="http://schemas.openxmlformats.org/drawingml/2006/main">
            <a:r>
              <a:t>Answer guidance: A village usually has fewer people or a smaller range of services than a city. Accept one accurate difference, expressed as a general pattern rather than a rule without exceptions.</a:t>
            </a:r>
          </a:p>
          <a:p xmlns:a="http://schemas.openxmlformats.org/drawingml/2006/main">
            <a:r>
              <a:t>Answer guidance: PO — post office; Sch — school.</a:t>
            </a:r>
          </a:p>
          <a:p xmlns:a="http://schemas.openxmlformats.org/drawingml/2006/main">
            <a:r>
              <a:t>Answer guidance: South-west; the school is one square left and one square down on a north-up map.</a:t>
            </a:r>
          </a:p>
          <a:p xmlns:a="http://schemas.openxmlformats.org/drawingml/2006/main">
            <a:r>
              <a:t>Answer guidance: 10–14 run along the bottom; 20–24 run up the side.</a:t>
            </a:r>
          </a:p>
          <a:p xmlns:a="http://schemas.openxmlformats.org/drawingml/2006/main">
            <a:r>
              <a:t>Use this tier as an alternative to the other tiers. Continuation adds no teaching time.</a:t>
            </a:r>
          </a:p>
          <a:p xmlns:a="http://schemas.openxmlformats.org/drawingml/2006/main">
            <a:r>
              <a:t>1. A settlement</a:t>
            </a:r>
          </a:p>
          <a:p xmlns:a="http://schemas.openxmlformats.org/drawingml/2006/main">
            <a:r>
              <a:t>Answer guidance: A town; a settlement is a place where people live.</a:t>
            </a:r>
          </a:p>
          <a:p xmlns:a="http://schemas.openxmlformats.org/drawingml/2006/main">
            <a:r>
              <a:t>2. A symbol</a:t>
            </a:r>
          </a:p>
          <a:p xmlns:a="http://schemas.openxmlformats.org/drawingml/2006/main">
            <a:r>
              <a:t>Answer guidance: Post office.</a:t>
            </a:r>
          </a:p>
          <a:p xmlns:a="http://schemas.openxmlformats.org/drawingml/2006/main">
            <a:r>
              <a:t>3. A direction</a:t>
            </a:r>
          </a:p>
          <a:p xmlns:a="http://schemas.openxmlformats.org/drawingml/2006/main">
            <a:r>
              <a:t>Answer guidance: Up.</a:t>
            </a:r>
          </a:p>
          <a:p xmlns:a="http://schemas.openxmlformats.org/drawingml/2006/main">
            <a:r>
              <a:t>4. A grid order</a:t>
            </a:r>
          </a:p>
          <a:p xmlns:a="http://schemas.openxmlformats.org/drawingml/2006/main">
            <a:r>
              <a:t>Answer guidance: 10–14. These label the eastings.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Arrival; 5 minutes; lesson clock 0 to 5.</a:t>
            </a:r>
          </a:p>
          <a:p xmlns:a="http://schemas.openxmlformats.org/drawingml/2006/main">
            <a:r>
              <a:t>Adult note: Show the map, key and context card. Read prompts aloud. Use one tier, with a short response to each item. Note any support; the map, key and context card are supplied clues, not a test of prior learning.</a:t>
            </a:r>
          </a:p>
          <a:p xmlns:a="http://schemas.openxmlformats.org/drawingml/2006/main">
            <a:r>
              <a:t>Answer guidance: A town; a settlement is a place where people live.</a:t>
            </a:r>
          </a:p>
          <a:p xmlns:a="http://schemas.openxmlformats.org/drawingml/2006/main">
            <a:r>
              <a:t>Answer guidance: Post office.</a:t>
            </a:r>
          </a:p>
          <a:p xmlns:a="http://schemas.openxmlformats.org/drawingml/2006/main">
            <a:r>
              <a:t>Answer guidance: Up.</a:t>
            </a:r>
          </a:p>
          <a:p xmlns:a="http://schemas.openxmlformats.org/drawingml/2006/main">
            <a:r>
              <a:t>Answer guidance: 10–14. These label the eastings.</a:t>
            </a:r>
          </a:p>
          <a:p xmlns:a="http://schemas.openxmlformats.org/drawingml/2006/main">
            <a:r>
              <a:t>Answer guidance: A place where people live, such as a village or town.</a:t>
            </a:r>
          </a:p>
          <a:p xmlns:a="http://schemas.openxmlformats.org/drawingml/2006/main">
            <a:r>
              <a:t>Answer guidance: Sch — school; FB — footbridge.</a:t>
            </a:r>
          </a:p>
          <a:p xmlns:a="http://schemas.openxmlformats.org/drawingml/2006/main">
            <a:r>
              <a:t>Answer guidance: North; the library is directly above the school on this north-up map.</a:t>
            </a:r>
          </a:p>
          <a:p xmlns:a="http://schemas.openxmlformats.org/drawingml/2006/main">
            <a:r>
              <a:t>Answer guidance: 10–14 run along the bottom; 20–24 run up the side.</a:t>
            </a:r>
          </a:p>
          <a:p xmlns:a="http://schemas.openxmlformats.org/drawingml/2006/main">
            <a:r>
              <a:t>Answer guidance: A village usually has fewer people or a smaller range of services than a city. Accept one accurate difference, expressed as a general pattern rather than a rule without exceptions.</a:t>
            </a:r>
          </a:p>
          <a:p xmlns:a="http://schemas.openxmlformats.org/drawingml/2006/main">
            <a:r>
              <a:t>Answer guidance: PO — post office; Sch — school.</a:t>
            </a:r>
          </a:p>
          <a:p xmlns:a="http://schemas.openxmlformats.org/drawingml/2006/main">
            <a:r>
              <a:t>Answer guidance: South-west; the school is one square left and one square down on a north-up map.</a:t>
            </a:r>
          </a:p>
          <a:p xmlns:a="http://schemas.openxmlformats.org/drawingml/2006/main">
            <a:r>
              <a:t>Answer guidance: 10–14 run along the bottom; 20–24 run up the side.</a:t>
            </a:r>
          </a:p>
          <a:p xmlns:a="http://schemas.openxmlformats.org/drawingml/2006/main">
            <a:r>
              <a:t>Use this tier as an alternative to the other tiers. Continuation adds no teaching time.</a:t>
            </a:r>
          </a:p>
          <a:p xmlns:a="http://schemas.openxmlformats.org/drawingml/2006/main">
            <a:r>
              <a:t>1. A settlement</a:t>
            </a:r>
          </a:p>
          <a:p xmlns:a="http://schemas.openxmlformats.org/drawingml/2006/main">
            <a:r>
              <a:t>Answer guidance: A place where people live, such as a village or town.</a:t>
            </a:r>
          </a:p>
          <a:p xmlns:a="http://schemas.openxmlformats.org/drawingml/2006/main">
            <a:r>
              <a:t>2. A symbol</a:t>
            </a:r>
          </a:p>
          <a:p xmlns:a="http://schemas.openxmlformats.org/drawingml/2006/main">
            <a:r>
              <a:t>Answer guidance: Sch — school; FB — footbridge.</a:t>
            </a:r>
          </a:p>
          <a:p xmlns:a="http://schemas.openxmlformats.org/drawingml/2006/main">
            <a:r>
              <a:t>3. A direction</a:t>
            </a:r>
          </a:p>
          <a:p xmlns:a="http://schemas.openxmlformats.org/drawingml/2006/main">
            <a:r>
              <a:t>Answer guidance: North; the library is directly above the school on this north-up map.</a:t>
            </a:r>
          </a:p>
          <a:p xmlns:a="http://schemas.openxmlformats.org/drawingml/2006/main">
            <a:r>
              <a:t>4. A grid order</a:t>
            </a:r>
          </a:p>
          <a:p xmlns:a="http://schemas.openxmlformats.org/drawingml/2006/main">
            <a:r>
              <a:t>Answer guidance: 10–14 run along the bottom; 20–24 run up the side.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Arrival; 5 minutes; lesson clock 0 to 5.</a:t>
            </a:r>
          </a:p>
          <a:p xmlns:a="http://schemas.openxmlformats.org/drawingml/2006/main">
            <a:r>
              <a:t>Adult note: Show the map, key and context card. Read prompts aloud. Use one tier, with a short response to each item. Note any support; the map, key and context card are supplied clues, not a test of prior learning.</a:t>
            </a:r>
          </a:p>
          <a:p xmlns:a="http://schemas.openxmlformats.org/drawingml/2006/main">
            <a:r>
              <a:t>Answer guidance: A town; a settlement is a place where people live.</a:t>
            </a:r>
          </a:p>
          <a:p xmlns:a="http://schemas.openxmlformats.org/drawingml/2006/main">
            <a:r>
              <a:t>Answer guidance: Post office.</a:t>
            </a:r>
          </a:p>
          <a:p xmlns:a="http://schemas.openxmlformats.org/drawingml/2006/main">
            <a:r>
              <a:t>Answer guidance: Up.</a:t>
            </a:r>
          </a:p>
          <a:p xmlns:a="http://schemas.openxmlformats.org/drawingml/2006/main">
            <a:r>
              <a:t>Answer guidance: 10–14. These label the eastings.</a:t>
            </a:r>
          </a:p>
          <a:p xmlns:a="http://schemas.openxmlformats.org/drawingml/2006/main">
            <a:r>
              <a:t>Answer guidance: A place where people live, such as a village or town.</a:t>
            </a:r>
          </a:p>
          <a:p xmlns:a="http://schemas.openxmlformats.org/drawingml/2006/main">
            <a:r>
              <a:t>Answer guidance: Sch — school; FB — footbridge.</a:t>
            </a:r>
          </a:p>
          <a:p xmlns:a="http://schemas.openxmlformats.org/drawingml/2006/main">
            <a:r>
              <a:t>Answer guidance: North; the library is directly above the school on this north-up map.</a:t>
            </a:r>
          </a:p>
          <a:p xmlns:a="http://schemas.openxmlformats.org/drawingml/2006/main">
            <a:r>
              <a:t>Answer guidance: 10–14 run along the bottom; 20–24 run up the side.</a:t>
            </a:r>
          </a:p>
          <a:p xmlns:a="http://schemas.openxmlformats.org/drawingml/2006/main">
            <a:r>
              <a:t>Answer guidance: A village usually has fewer people or a smaller range of services than a city. Accept one accurate difference, expressed as a general pattern rather than a rule without exceptions.</a:t>
            </a:r>
          </a:p>
          <a:p xmlns:a="http://schemas.openxmlformats.org/drawingml/2006/main">
            <a:r>
              <a:t>Answer guidance: PO — post office; Sch — school.</a:t>
            </a:r>
          </a:p>
          <a:p xmlns:a="http://schemas.openxmlformats.org/drawingml/2006/main">
            <a:r>
              <a:t>Answer guidance: South-west; the school is one square left and one square down on a north-up map.</a:t>
            </a:r>
          </a:p>
          <a:p xmlns:a="http://schemas.openxmlformats.org/drawingml/2006/main">
            <a:r>
              <a:t>Answer guidance: 10–14 run along the bottom; 20–24 run up the side.</a:t>
            </a:r>
          </a:p>
          <a:p xmlns:a="http://schemas.openxmlformats.org/drawingml/2006/main">
            <a:r>
              <a:t>Use this tier as an alternative to the other tiers. Continuation adds no teaching time.</a:t>
            </a:r>
          </a:p>
          <a:p xmlns:a="http://schemas.openxmlformats.org/drawingml/2006/main">
            <a:r>
              <a:t>1. A settlement</a:t>
            </a:r>
          </a:p>
          <a:p xmlns:a="http://schemas.openxmlformats.org/drawingml/2006/main">
            <a:r>
              <a:t>Answer guidance: A village usually has fewer people or a smaller range of services than a city. Accept one accurate difference, expressed as a general pattern rather than a rule without exceptions.</a:t>
            </a:r>
          </a:p>
          <a:p xmlns:a="http://schemas.openxmlformats.org/drawingml/2006/main">
            <a:r>
              <a:t>2. A symbol</a:t>
            </a:r>
          </a:p>
          <a:p xmlns:a="http://schemas.openxmlformats.org/drawingml/2006/main">
            <a:r>
              <a:t>Answer guidance: PO — post office; Sch — school.</a:t>
            </a:r>
          </a:p>
          <a:p xmlns:a="http://schemas.openxmlformats.org/drawingml/2006/main">
            <a:r>
              <a:t>3. A direction</a:t>
            </a:r>
          </a:p>
          <a:p xmlns:a="http://schemas.openxmlformats.org/drawingml/2006/main">
            <a:r>
              <a:t>Answer guidance: South-west; the school is one square left and one square down on a north-up map.</a:t>
            </a:r>
          </a:p>
          <a:p xmlns:a="http://schemas.openxmlformats.org/drawingml/2006/main">
            <a:r>
              <a:t>4. A grid order</a:t>
            </a:r>
          </a:p>
          <a:p xmlns:a="http://schemas.openxmlformats.org/drawingml/2006/main">
            <a:r>
              <a:t>Answer guidance: 10–14 run along the bottom; 20–24 run up the side.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Starter; 3 minutes; lesson clock 5 to 8.</a:t>
            </a:r>
          </a:p>
          <a:p xmlns:a="http://schemas.openxmlformats.org/drawingml/2006/main">
            <a:r>
              <a:t>Adult note: Every pupil decides privately before an answer is shared; any pupil can pass.</a:t>
            </a:r>
          </a:p>
          <a:p xmlns:a="http://schemas.openxmlformats.org/drawingml/2006/main">
            <a:r>
              <a:t>Answer guidance: A. On this practice map Q7 marks the park reference point; Q9 marks the health centre. Sharing a first letter does not make two symbols mean the same thing; the key defines each symbol.</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Starter; 3 minutes; lesson clock 5 to 8.</a:t>
            </a:r>
          </a:p>
          <a:p xmlns:a="http://schemas.openxmlformats.org/drawingml/2006/main">
            <a:r>
              <a:t>Adult note: Every pupil decides privately before an answer is shared; any pupil can pass.</a:t>
            </a:r>
          </a:p>
          <a:p xmlns:a="http://schemas.openxmlformats.org/drawingml/2006/main">
            <a:r>
              <a:t>Answer guidance: A. On this practice map Q7 marks the park reference point; Q9 marks the health centre. Sharing a first letter does not make two symbols mean the same thing; the key defines each symbol.</a:t>
            </a:r>
          </a:p>
          <a:p xmlns:a="http://schemas.openxmlformats.org/drawingml/2006/main">
            <a:r>
              <a:t>Picture description: The school is in the leftmost column and lowest row. The library is directly north of it in the next row. The hall is directly east of the library. The park point, labelled Q7, is directly north of the hall. The footbridge shares the park's square. The post office, labelled PO, and health centre, labelled Q9, share the square east of the hall.</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I do; 2 minutes; lesson clock 8 to 10.</a:t>
            </a:r>
          </a:p>
          <a:p xmlns:a="http://schemas.openxmlformats.org/drawingml/2006/main">
            <a:r>
              <a:t>Adult note: Use the library for the four-figure model. Spend about four minutes on the key/order/square and two on the six-figure extension. Trace the actual grid lines; do not count feature labels as lines. Give oral or symbol access throughout.</a:t>
            </a:r>
          </a:p>
          <a:p xmlns:a="http://schemas.openxmlformats.org/drawingml/2006/main">
            <a:r>
              <a:t>Answer guidance: Library; 10 then 21 → 1021. Accept directed tracing, digit cards or another clear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I do; 2 minutes; lesson clock 8 to 10.</a:t>
            </a:r>
          </a:p>
          <a:p xmlns:a="http://schemas.openxmlformats.org/drawingml/2006/main">
            <a:r>
              <a:t>Adult note: Use the library for the four-figure model. Spend about four minutes on the key/order/square and two on the six-figure extension. Trace the actual grid lines; do not count feature labels as lines. Give oral or symbol access throughout.</a:t>
            </a:r>
          </a:p>
          <a:p xmlns:a="http://schemas.openxmlformats.org/drawingml/2006/main">
            <a:r>
              <a:t>Answer guidance: Library; 10 then 21 → 1021. Accept directed tracing, digit cards or another clear response.</a:t>
            </a:r>
          </a:p>
          <a:p xmlns:a="http://schemas.openxmlformats.org/drawingml/2006/main">
            <a:r>
              <a:t>Picture description: The school is in the leftmost column and lowest row. The library is directly north of it in the next row. The hall is directly east of the library. The park point, labelled Q7, is directly north of the hall. The footbridge shares the park's square. The post office, labelled PO, and health centre, labelled Q9, share the square east of the hall.</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I do; 2 minutes; lesson clock 10 to 12.</a:t>
            </a:r>
          </a:p>
          <a:p xmlns:a="http://schemas.openxmlformats.org/drawingml/2006/main">
            <a:r>
              <a:t>Adult note: Use the library for the four-figure model. Spend about four minutes on the key/order/square and two on the six-figure extension. Trace the actual grid lines; do not count feature labels as lines. Give oral or symbol access throughout.</a:t>
            </a:r>
          </a:p>
          <a:p xmlns:a="http://schemas.openxmlformats.org/drawingml/2006/main">
            <a:r>
              <a:t>Answer guidance: Library; 10 then 21 → 1021. Accept directed tracing, digit cards or another clear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I do; 2 minutes; lesson clock 10 to 12.</a:t>
            </a:r>
          </a:p>
          <a:p xmlns:a="http://schemas.openxmlformats.org/drawingml/2006/main">
            <a:r>
              <a:t>Adult note: Use the library for the four-figure model. Spend about four minutes on the key/order/square and two on the six-figure extension. Trace the actual grid lines; do not count feature labels as lines. Give oral or symbol access throughout.</a:t>
            </a:r>
          </a:p>
          <a:p xmlns:a="http://schemas.openxmlformats.org/drawingml/2006/main">
            <a:r>
              <a:t>Answer guidance: Library; 10 then 21 → 1021. Accept directed tracing, digit cards or another clear response.</a:t>
            </a:r>
          </a:p>
          <a:p xmlns:a="http://schemas.openxmlformats.org/drawingml/2006/main">
            <a:r>
              <a:t>Picture description: The school is in the leftmost column and lowest row. The library is directly north of it in the next row. The hall is directly east of the library. The park point, labelled Q7, is directly north of the hall. The footbridge shares the park's square. The post office, labelled PO, and health centre, labelled Q9, share the square east of the hall.</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I do; 1 minutes; lesson clock 12 to 13.</a:t>
            </a:r>
          </a:p>
          <a:p xmlns:a="http://schemas.openxmlformats.org/drawingml/2006/main">
            <a:r>
              <a:t>Adult note: Use the library for the four-figure model. Spend about four minutes on the key/order/square and two on the six-figure extension. Trace the actual grid lines; do not count feature labels as lines. Give oral or symbol access throughout.</a:t>
            </a:r>
          </a:p>
          <a:p xmlns:a="http://schemas.openxmlformats.org/drawingml/2006/main">
            <a:r>
              <a:t>Answer guidance: Library; 10 then 21 → 1021. Accept directed tracing, digit cards or another clear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I do; 1 minutes; lesson clock 12 to 13.</a:t>
            </a:r>
          </a:p>
          <a:p xmlns:a="http://schemas.openxmlformats.org/drawingml/2006/main">
            <a:r>
              <a:t>Adult note: Use the library for the four-figure model. Spend about four minutes on the key/order/square and two on the six-figure extension. Trace the actual grid lines; do not count feature labels as lines. Give oral or symbol access throughout.</a:t>
            </a:r>
          </a:p>
          <a:p xmlns:a="http://schemas.openxmlformats.org/drawingml/2006/main">
            <a:r>
              <a:t>Answer guidance: Library; 10 then 21 → 1021. Accept directed tracing, digit cards or another clear response.</a:t>
            </a:r>
          </a:p>
          <a:p xmlns:a="http://schemas.openxmlformats.org/drawingml/2006/main">
            <a:r>
              <a:t>Picture description: The school is in the leftmost column and lowest row. The library is directly north of it in the next row. The hall is directly east of the library. The park point, labelled Q7, is directly north of the hall. The footbridge shares the park's square. The post office, labelled PO, and health centre, labelled Q9, share the square east of the hall.</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I do; 1 minutes; lesson clock 13 to 14.</a:t>
            </a:r>
          </a:p>
          <a:p xmlns:a="http://schemas.openxmlformats.org/drawingml/2006/main">
            <a:r>
              <a:t>Adult note: Use the library for the four-figure model. Spend about four minutes on the key/order/square and two on the six-figure extension. Trace the actual grid lines; do not count feature labels as lines. Give oral or symbol access throughout.</a:t>
            </a:r>
          </a:p>
          <a:p xmlns:a="http://schemas.openxmlformats.org/drawingml/2006/main">
            <a:r>
              <a:t>Answer guidance: Library; 10 then 21 → 1021. Accept directed tracing, digit cards or another clear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We do; 4 minutes; lesson clock 14 to 18.</a:t>
            </a:r>
          </a:p>
          <a:p xmlns:a="http://schemas.openxmlformats.org/drawingml/2006/main">
            <a:r>
              <a:t>Adult note: Two minutes for the guided example, four for the checks, two to explain or amend one choice. Each pupil has digit cards, a private sketch or a chosen response mode. Everyone decides before any peer reveal. A volunteer or adult traces the shared map after individual choices. No cold calling; pupils may pass.</a:t>
            </a:r>
          </a:p>
          <a:p xmlns:a="http://schemas.openxmlformats.org/drawingml/2006/main">
            <a:r>
              <a:t>Answer guidance: Hall; 11 + 21 → 1121. Invite pupils to correct the order after the guided check.</a:t>
            </a:r>
          </a:p>
          <a:p xmlns:a="http://schemas.openxmlformats.org/drawingml/2006/main">
            <a:r>
              <a:t>Answer guidance: 1 School, 1020. 2 Post office, 1221. 3 Footbridge, 1122. 4 East. 5 Yes; both lie between eastings 12 and 13 and northings 21 and 22, so both are in 1221. A point to those bounding lines is valid evidence. Explain that sharing a square does not mean sharing one exact 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We do; 4 minutes; lesson clock 14 to 18.</a:t>
            </a:r>
          </a:p>
          <a:p xmlns:a="http://schemas.openxmlformats.org/drawingml/2006/main">
            <a:r>
              <a:t>Adult note: Two minutes for the guided example, four for the checks, two to explain or amend one choice. Each pupil has digit cards, a private sketch or a chosen response mode. Everyone decides before any peer reveal. A volunteer or adult traces the shared map after individual choices. No cold calling; pupils may pass.</a:t>
            </a:r>
          </a:p>
          <a:p xmlns:a="http://schemas.openxmlformats.org/drawingml/2006/main">
            <a:r>
              <a:t>Answer guidance: Hall; 11 + 21 → 1121. Invite pupils to correct the order after the guided check.</a:t>
            </a:r>
          </a:p>
          <a:p xmlns:a="http://schemas.openxmlformats.org/drawingml/2006/main">
            <a:r>
              <a:t>Answer guidance: 1 School, 1020. 2 Post office, 1221. 3 Footbridge, 1122. 4 East. 5 Yes; both lie between eastings 12 and 13 and northings 21 and 22, so both are in 1221. A point to those bounding lines is valid evidence. Explain that sharing a square does not mean sharing one exact point.</a:t>
            </a:r>
          </a:p>
          <a:p xmlns:a="http://schemas.openxmlformats.org/drawingml/2006/main">
            <a:r>
              <a:t>Picture description: The school is in the leftmost column and lowest row. The library is directly north of it in the next row. The hall is directly east of the library. The park point, labelled Q7, is directly north of the hall. The footbridge shares the park's square. The post office, labelled PO, and health centre, labelled Q9, share the square east of the hall.</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We do; 4 minutes; lesson clock 18 to 22.</a:t>
            </a:r>
          </a:p>
          <a:p xmlns:a="http://schemas.openxmlformats.org/drawingml/2006/main">
            <a:r>
              <a:t>Adult note: Two minutes for the guided example, four for the checks, two to explain or amend one choice. Each pupil has digit cards, a private sketch or a chosen response mode. Everyone decides before any peer reveal. A volunteer or adult traces the shared map after individual choices. No cold calling; pupils may pass.</a:t>
            </a:r>
          </a:p>
          <a:p xmlns:a="http://schemas.openxmlformats.org/drawingml/2006/main">
            <a:r>
              <a:t>Answer guidance: Hall; 11 + 21 → 1121. Invite pupils to correct the order after the guided check.</a:t>
            </a:r>
          </a:p>
          <a:p xmlns:a="http://schemas.openxmlformats.org/drawingml/2006/main">
            <a:r>
              <a:t>Answer guidance: 1 School, 1020. 2 Post office, 1221. 3 Footbridge, 1122. 4 East. 5 Yes; both lie between eastings 12 and 13 and northings 21 and 22, so both are in 1221. A point to those bounding lines is valid evidence. Explain that sharing a square does not mean sharing one exact 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We do; 4 minutes; lesson clock 18 to 22.</a:t>
            </a:r>
          </a:p>
          <a:p xmlns:a="http://schemas.openxmlformats.org/drawingml/2006/main">
            <a:r>
              <a:t>Adult note: Two minutes for the guided example, four for the checks, two to explain or amend one choice. Each pupil has digit cards, a private sketch or a chosen response mode. Everyone decides before any peer reveal. A volunteer or adult traces the shared map after individual choices. No cold calling; pupils may pass.</a:t>
            </a:r>
          </a:p>
          <a:p xmlns:a="http://schemas.openxmlformats.org/drawingml/2006/main">
            <a:r>
              <a:t>Answer guidance: Hall; 11 + 21 → 1121. Invite pupils to correct the order after the guided check.</a:t>
            </a:r>
          </a:p>
          <a:p xmlns:a="http://schemas.openxmlformats.org/drawingml/2006/main">
            <a:r>
              <a:t>Answer guidance: 1 School, 1020. 2 Post office, 1221. 3 Footbridge, 1122. 4 East. 5 Yes; both lie between eastings 12 and 13 and northings 21 and 22, so both are in 1221. A point to those bounding lines is valid evidence. Explain that sharing a square does not mean sharing one exact point.</a:t>
            </a:r>
          </a:p>
          <a:p xmlns:a="http://schemas.openxmlformats.org/drawingml/2006/main">
            <a:r>
              <a:t>Picture description: The school is in the leftmost column and lowest row. The library is directly north of it in the next row. The hall is directly east of the library. The park point, labelled Q7, is directly north of the hall. The footbridge shares the park's square. The post office, labelled PO, and health centre, labelled Q9, share the square east of the hall.</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You do; 15 minutes; lesson clock 22 to 37.</a:t>
            </a:r>
          </a:p>
          <a:p xmlns:a="http://schemas.openxmlformats.org/drawingml/2006/main">
            <a:r>
              <a:t>Adult note: Allow two minutes for route/setup, eleven minutes for responses and the final two for a check. All routes keep the map and key available. Record I, S or C for actual independence, support or choice; Aspire is not automatic I. Give one precise success and one next step against the success criteria, and name the improvement. Pupils trace the deciding lines or improve one written explanation in green pen, marking the self-edit [//]. Where a written explanation is improved, photograph it before and after. No separate review stage is added.</a:t>
            </a:r>
          </a:p>
          <a:p xmlns:a="http://schemas.openxmlformats.org/drawingml/2006/main">
            <a:r>
              <a:t>Staff: mark I, S or C beside the route answers (Independent, Supported or Choice).</a:t>
            </a:r>
          </a:p>
          <a:p xmlns:a="http://schemas.openxmlformats.org/drawingml/2006/main">
            <a:r>
              <a:t>Answer guidance: 1 Sch school; PO post office; FB footbridge. 2 School 1020; post office 1221; footbridge 1122. 3 East. 4 Both features occupy the same 1 km square, while a four-figure reference names the square, not an exact feature. 5 No population count, density, occupancy or change over time is supplied. Do not infer population growth or urbanisation from selected service symbols alone. An accurate limitation with a reason is sufficient.</a:t>
            </a:r>
          </a:p>
          <a:p xmlns:a="http://schemas.openxmlformats.org/drawingml/2006/main">
            <a:r>
              <a:t>Answer guidance: 1 Post office; footbridge. 2 Left 10, bottom 20, reference 1020. 3 1221. 4 1122. 5 East. 6 Whole square; PO and Q9 are different dots in the same square. Vary the spatial order of option cards and record the actual content support, not just the route name.</a:t>
            </a:r>
          </a:p>
          <a:p xmlns:a="http://schemas.openxmlformats.org/drawingml/2006/main">
            <a:r>
              <a:t>Answer guidance: 1 Sch school; PO post office; FB footbridge. 2 School 1020; post office 1221; footbridge 1122. 3 School uses 10/20; post office 12/21; footbridge 11/22. 4 East. 5 A; both PO and Q9 appear in 1221. Require the pupil's own selected match and evidence, not an adult-completed card arrangement. Record C, the response mode chosen, the pupil's one map clue from task 5, and the actual prompts.</a:t>
            </a:r>
          </a:p>
          <a:p xmlns:a="http://schemas.openxmlformats.org/drawingml/2006/main">
            <a:r>
              <a:t>Answer guidance: 1 Sch school 1020; PO post office 1221; FB footbridge 1122. 2 PO 122214: two tenths east of 12, four tenths north of 21. Health centre 128217: eight tenths east of 12, seven tenths north of 21. 3 Both share 1221 at four figures; six figures distinguish smaller 100 m squares within that 1 km square. Six figures are more precise, not an infinitely exact point. 4 East. 5 Claim unsupported: this invented snapshot contains no population counts or time comparison. Urbanisation concerns the share of people in urban places; dated comparable population data and a consistent urban definition would be needed. If the pupil instead discusses physical urban expansion, accept dated comparable land-use maps for that narrower claim, while distinguishing it from population-share urbanisation.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You do; 15 minutes; lesson clock 22 to 37.</a:t>
            </a:r>
          </a:p>
          <a:p xmlns:a="http://schemas.openxmlformats.org/drawingml/2006/main">
            <a:r>
              <a:t>Adult note: Allow two minutes for route/setup, eleven minutes for responses and the final two for a check. All routes keep the map and key available. Record I, S or C for actual independence, support or choice; Aspire is not automatic I. Give one precise success and one next step against the success criteria, and name the improvement. Pupils trace the deciding lines or improve one written explanation in green pen, marking the self-edit [//]. Where a written explanation is improved, photograph it before and after. No separate review stage is added.</a:t>
            </a:r>
          </a:p>
          <a:p xmlns:a="http://schemas.openxmlformats.org/drawingml/2006/main">
            <a:r>
              <a:t>Staff: mark I, S or C beside the route answers (Independent, Supported or Choice).</a:t>
            </a:r>
          </a:p>
          <a:p xmlns:a="http://schemas.openxmlformats.org/drawingml/2006/main">
            <a:r>
              <a:t>Answer guidance: 1 Sch school; PO post office; FB footbridge. 2 School 1020; post office 1221; footbridge 1122. 3 East. 4 Both features occupy the same 1 km square, while a four-figure reference names the square, not an exact feature. 5 No population count, density, occupancy or change over time is supplied. Do not infer population growth or urbanisation from selected service symbols alone. An accurate limitation with a reason is sufficient.</a:t>
            </a:r>
          </a:p>
          <a:p xmlns:a="http://schemas.openxmlformats.org/drawingml/2006/main">
            <a:r>
              <a:t>Answer guidance: 1 Post office; footbridge. 2 Left 10, bottom 20, reference 1020. 3 1221. 4 1122. 5 East. 6 Whole square; PO and Q9 are different dots in the same square. Vary the spatial order of option cards and record the actual content support, not just the route name.</a:t>
            </a:r>
          </a:p>
          <a:p xmlns:a="http://schemas.openxmlformats.org/drawingml/2006/main">
            <a:r>
              <a:t>Answer guidance: 1 Sch school; PO post office; FB footbridge. 2 School 1020; post office 1221; footbridge 1122. 3 School uses 10/20; post office 12/21; footbridge 11/22. 4 East. 5 A; both PO and Q9 appear in 1221. Require the pupil's own selected match and evidence, not an adult-completed card arrangement. Record C, the response mode chosen, the pupil's one map clue from task 5, and the actual prompts.</a:t>
            </a:r>
          </a:p>
          <a:p xmlns:a="http://schemas.openxmlformats.org/drawingml/2006/main">
            <a:r>
              <a:t>Answer guidance: 1 Sch school 1020; PO post office 1221; FB footbridge 1122. 2 PO 122214: two tenths east of 12, four tenths north of 21. Health centre 128217: eight tenths east of 12, seven tenths north of 21. 3 Both share 1221 at four figures; six figures distinguish smaller 100 m squares within that 1 km square. Six figures are more precise, not an infinitely exact point. 4 East. 5 Claim unsupported: this invented snapshot contains no population counts or time comparison. Urbanisation concerns the share of people in urban places; dated comparable population data and a consistent urban definition would be needed. If the pupil instead discusses physical urban expansion, accept dated comparable land-use maps for that narrower claim, while distinguishing it from population-share urbanisation.</a:t>
            </a:r>
          </a:p>
          <a:p xmlns:a="http://schemas.openxmlformats.org/drawingml/2006/main">
            <a:r>
              <a:t>Picture description: The school is in the leftmost column and lowest row. The library is directly north of it in the next row. The hall is directly east of the library. The park point, labelled Q7, is directly north of the hall. The footbridge shares the park's square. The post office, labelled PO, and health centre, labelled Q9, share the square east of the hall.</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You do; 15 minutes; lesson clock 22 to 37.</a:t>
            </a:r>
          </a:p>
          <a:p xmlns:a="http://schemas.openxmlformats.org/drawingml/2006/main">
            <a:r>
              <a:t>Adult note: Allow two minutes for route/setup, eleven minutes for responses and the final two for a check. All routes keep the map and key available. Record I, S or C for actual independence, support or choice; Aspire is not automatic I. Give one precise success and one next step against the success criteria, and name the improvement. Pupils trace the deciding lines or improve one written explanation in green pen, marking the self-edit [//]. Where a written explanation is improved, photograph it before and after. No separate review stage is added.</a:t>
            </a:r>
          </a:p>
          <a:p xmlns:a="http://schemas.openxmlformats.org/drawingml/2006/main">
            <a:r>
              <a:t>Staff: mark I, S or C beside the route answers (Independent, Supported or Choice).</a:t>
            </a:r>
          </a:p>
          <a:p xmlns:a="http://schemas.openxmlformats.org/drawingml/2006/main">
            <a:r>
              <a:t>Answer guidance: 1 Sch school; PO post office; FB footbridge. 2 School 1020; post office 1221; footbridge 1122. 3 East. 4 Both features occupy the same 1 km square, while a four-figure reference names the square, not an exact feature. 5 No population count, density, occupancy or change over time is supplied. Do not infer population growth or urbanisation from selected service symbols alone. An accurate limitation with a reason is sufficient.</a:t>
            </a:r>
          </a:p>
          <a:p xmlns:a="http://schemas.openxmlformats.org/drawingml/2006/main">
            <a:r>
              <a:t>Answer guidance: 1 Post office; footbridge. 2 Left 10, bottom 20, reference 1020. 3 1221. 4 1122. 5 East. 6 Whole square; PO and Q9 are different dots in the same square. Vary the spatial order of option cards and record the actual content support, not just the route name.</a:t>
            </a:r>
          </a:p>
          <a:p xmlns:a="http://schemas.openxmlformats.org/drawingml/2006/main">
            <a:r>
              <a:t>Answer guidance: 1 Sch school; PO post office; FB footbridge. 2 School 1020; post office 1221; footbridge 1122. 3 School uses 10/20; post office 12/21; footbridge 11/22. 4 East. 5 A; both PO and Q9 appear in 1221. Require the pupil's own selected match and evidence, not an adult-completed card arrangement. Record C, the response mode chosen, the pupil's one map clue from task 5, and the actual prompts.</a:t>
            </a:r>
          </a:p>
          <a:p xmlns:a="http://schemas.openxmlformats.org/drawingml/2006/main">
            <a:r>
              <a:t>Answer guidance: 1 Sch school 1020; PO post office 1221; FB footbridge 1122. 2 PO 122214: two tenths east of 12, four tenths north of 21. Health centre 128217: eight tenths east of 12, seven tenths north of 21. 3 Both share 1221 at four figures; six figures distinguish smaller 100 m squares within that 1 km square. Six figures are more precise, not an infinitely exact point. 4 East. 5 Claim unsupported: this invented snapshot contains no population counts or time comparison. Urbanisation concerns the share of people in urban places; dated comparable population data and a consistent urban definition would be needed. If the pupil instead discusses physical urban expansion, accept dated comparable land-use maps for that narrower claim, while distinguishing it from population-share urbanisation.</a:t>
            </a:r>
          </a:p>
          <a:p xmlns:a="http://schemas.openxmlformats.org/drawingml/2006/main">
            <a:r>
              <a:t>Answer guidance: 1 Sch school; PO post office; FB footbridge. 2 School 1020; post office 1221; footbridge 1122. 3 East. 4 Both features occupy the same 1 km square, while a four-figure reference names the square, not an exact feature. 5 No population count, density, occupancy or change over time is supplied. Do not infer population growth or urbanisation from selected service symbols alone. An accurate limitation with a reason is sufficient.</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You do; 15 minutes; lesson clock 22 to 37.</a:t>
            </a:r>
          </a:p>
          <a:p xmlns:a="http://schemas.openxmlformats.org/drawingml/2006/main">
            <a:r>
              <a:t>Adult note: Allow two minutes for route/setup, eleven minutes for responses and the final two for a check. All routes keep the map and key available. Record I, S or C for actual independence, support or choice; Aspire is not automatic I. Give one precise success and one next step against the success criteria, and name the improvement. Pupils trace the deciding lines or improve one written explanation in green pen, marking the self-edit [//]. Where a written explanation is improved, photograph it before and after. No separate review stage is added.</a:t>
            </a:r>
          </a:p>
          <a:p xmlns:a="http://schemas.openxmlformats.org/drawingml/2006/main">
            <a:r>
              <a:t>Staff: mark I, S or C beside the route answers (Independent, Supported or Choice).</a:t>
            </a:r>
          </a:p>
          <a:p xmlns:a="http://schemas.openxmlformats.org/drawingml/2006/main">
            <a:r>
              <a:t>Answer guidance: 1 Sch school; PO post office; FB footbridge. 2 School 1020; post office 1221; footbridge 1122. 3 East. 4 Both features occupy the same 1 km square, while a four-figure reference names the square, not an exact feature. 5 No population count, density, occupancy or change over time is supplied. Do not infer population growth or urbanisation from selected service symbols alone. An accurate limitation with a reason is sufficient.</a:t>
            </a:r>
          </a:p>
          <a:p xmlns:a="http://schemas.openxmlformats.org/drawingml/2006/main">
            <a:r>
              <a:t>Answer guidance: 1 Post office; footbridge. 2 Left 10, bottom 20, reference 1020. 3 1221. 4 1122. 5 East. 6 Whole square; PO and Q9 are different dots in the same square. Vary the spatial order of option cards and record the actual content support, not just the route name.</a:t>
            </a:r>
          </a:p>
          <a:p xmlns:a="http://schemas.openxmlformats.org/drawingml/2006/main">
            <a:r>
              <a:t>Answer guidance: 1 Sch school; PO post office; FB footbridge. 2 School 1020; post office 1221; footbridge 1122. 3 School uses 10/20; post office 12/21; footbridge 11/22. 4 East. 5 A; both PO and Q9 appear in 1221. Require the pupil's own selected match and evidence, not an adult-completed card arrangement. Record C, the response mode chosen, the pupil's one map clue from task 5, and the actual prompts.</a:t>
            </a:r>
          </a:p>
          <a:p xmlns:a="http://schemas.openxmlformats.org/drawingml/2006/main">
            <a:r>
              <a:t>Answer guidance: 1 Sch school 1020; PO post office 1221; FB footbridge 1122. 2 PO 122214: two tenths east of 12, four tenths north of 21. Health centre 128217: eight tenths east of 12, seven tenths north of 21. 3 Both share 1221 at four figures; six figures distinguish smaller 100 m squares within that 1 km square. Six figures are more precise, not an infinitely exact point. 4 East. 5 Claim unsupported: this invented snapshot contains no population counts or time comparison. Urbanisation concerns the share of people in urban places; dated comparable population data and a consistent urban definition would be needed. If the pupil instead discusses physical urban expansion, accept dated comparable land-use maps for that narrower claim, while distinguishing it from population-share urbanisation.</a:t>
            </a:r>
          </a:p>
          <a:p xmlns:a="http://schemas.openxmlformats.org/drawingml/2006/main">
            <a:r>
              <a:t>Answer guidance: 1 Sch school; PO post office; FB footbridge. 2 School 1020; post office 1221; footbridge 1122. 3 East. 4 Both features occupy the same 1 km square, while a four-figure reference names the square, not an exact feature. 5 No population count, density, occupancy or change over time is supplied. Do not infer population growth or urbanisation from selected service symbols alone. An accurate limitation with a reason is sufficient.</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You do; 15 minutes; lesson clock 22 to 37.</a:t>
            </a:r>
          </a:p>
          <a:p xmlns:a="http://schemas.openxmlformats.org/drawingml/2006/main">
            <a:r>
              <a:t>Adult note: Allow two minutes for route/setup, eleven minutes for responses and the final two for a check. All routes keep the map and key available. Record I, S or C for actual independence, support or choice; Aspire is not automatic I. Give one precise success and one next step against the success criteria, and name the improvement. Pupils trace the deciding lines or improve one written explanation in green pen, marking the self-edit [//]. Where a written explanation is improved, photograph it before and after. No separate review stage is added.</a:t>
            </a:r>
          </a:p>
          <a:p xmlns:a="http://schemas.openxmlformats.org/drawingml/2006/main">
            <a:r>
              <a:t>Staff: mark I, S or C beside the route answers (Independent, Supported or Choice).</a:t>
            </a:r>
          </a:p>
          <a:p xmlns:a="http://schemas.openxmlformats.org/drawingml/2006/main">
            <a:r>
              <a:t>Answer guidance: 1 Sch school; PO post office; FB footbridge. 2 School 1020; post office 1221; footbridge 1122. 3 East. 4 Both features occupy the same 1 km square, while a four-figure reference names the square, not an exact feature. 5 No population count, density, occupancy or change over time is supplied. Do not infer population growth or urbanisation from selected service symbols alone. An accurate limitation with a reason is sufficient.</a:t>
            </a:r>
          </a:p>
          <a:p xmlns:a="http://schemas.openxmlformats.org/drawingml/2006/main">
            <a:r>
              <a:t>Answer guidance: 1 Post office; footbridge. 2 Left 10, bottom 20, reference 1020. 3 1221. 4 1122. 5 East. 6 Whole square; PO and Q9 are different dots in the same square. Vary the spatial order of option cards and record the actual content support, not just the route name.</a:t>
            </a:r>
          </a:p>
          <a:p xmlns:a="http://schemas.openxmlformats.org/drawingml/2006/main">
            <a:r>
              <a:t>Answer guidance: 1 Sch school; PO post office; FB footbridge. 2 School 1020; post office 1221; footbridge 1122. 3 School uses 10/20; post office 12/21; footbridge 11/22. 4 East. 5 A; both PO and Q9 appear in 1221. Require the pupil's own selected match and evidence, not an adult-completed card arrangement. Record C, the response mode chosen, the pupil's one map clue from task 5, and the actual prompts.</a:t>
            </a:r>
          </a:p>
          <a:p xmlns:a="http://schemas.openxmlformats.org/drawingml/2006/main">
            <a:r>
              <a:t>Answer guidance: 1 Sch school 1020; PO post office 1221; FB footbridge 1122. 2 PO 122214: two tenths east of 12, four tenths north of 21. Health centre 128217: eight tenths east of 12, seven tenths north of 21. 3 Both share 1221 at four figures; six figures distinguish smaller 100 m squares within that 1 km square. Six figures are more precise, not an infinitely exact point. 4 East. 5 Claim unsupported: this invented snapshot contains no population counts or time comparison. Urbanisation concerns the share of people in urban places; dated comparable population data and a consistent urban definition would be needed. If the pupil instead discusses physical urban expansion, accept dated comparable land-use maps for that narrower claim, while distinguishing it from population-share urbanisation.</a:t>
            </a:r>
          </a:p>
          <a:p xmlns:a="http://schemas.openxmlformats.org/drawingml/2006/main">
            <a:r>
              <a:t>Answer guidance: 1 Post office; footbridge. 2 Left 10, bottom 20, reference 1020. 3 1221. 4 1122. 5 East. 6 Whole square; PO and Q9 are different dots in the same square. Vary the spatial order of option cards and record the actual content support, not just the route name.</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You do; 15 minutes; lesson clock 22 to 37.</a:t>
            </a:r>
          </a:p>
          <a:p xmlns:a="http://schemas.openxmlformats.org/drawingml/2006/main">
            <a:r>
              <a:t>Adult note: Allow two minutes for route/setup, eleven minutes for responses and the final two for a check. All routes keep the map and key available. Record I, S or C for actual independence, support or choice; Aspire is not automatic I. Give one precise success and one next step against the success criteria, and name the improvement. Pupils trace the deciding lines or improve one written explanation in green pen, marking the self-edit [//]. Where a written explanation is improved, photograph it before and after. No separate review stage is added.</a:t>
            </a:r>
          </a:p>
          <a:p xmlns:a="http://schemas.openxmlformats.org/drawingml/2006/main">
            <a:r>
              <a:t>Staff: mark I, S or C beside the route answers (Independent, Supported or Choice).</a:t>
            </a:r>
          </a:p>
          <a:p xmlns:a="http://schemas.openxmlformats.org/drawingml/2006/main">
            <a:r>
              <a:t>Answer guidance: 1 Sch school; PO post office; FB footbridge. 2 School 1020; post office 1221; footbridge 1122. 3 East. 4 Both features occupy the same 1 km square, while a four-figure reference names the square, not an exact feature. 5 No population count, density, occupancy or change over time is supplied. Do not infer population growth or urbanisation from selected service symbols alone. An accurate limitation with a reason is sufficient.</a:t>
            </a:r>
          </a:p>
          <a:p xmlns:a="http://schemas.openxmlformats.org/drawingml/2006/main">
            <a:r>
              <a:t>Answer guidance: 1 Post office; footbridge. 2 Left 10, bottom 20, reference 1020. 3 1221. 4 1122. 5 East. 6 Whole square; PO and Q9 are different dots in the same square. Vary the spatial order of option cards and record the actual content support, not just the route name.</a:t>
            </a:r>
          </a:p>
          <a:p xmlns:a="http://schemas.openxmlformats.org/drawingml/2006/main">
            <a:r>
              <a:t>Answer guidance: 1 Sch school; PO post office; FB footbridge. 2 School 1020; post office 1221; footbridge 1122. 3 School uses 10/20; post office 12/21; footbridge 11/22. 4 East. 5 A; both PO and Q9 appear in 1221. Require the pupil's own selected match and evidence, not an adult-completed card arrangement. Record C, the response mode chosen, the pupil's one map clue from task 5, and the actual prompts.</a:t>
            </a:r>
          </a:p>
          <a:p xmlns:a="http://schemas.openxmlformats.org/drawingml/2006/main">
            <a:r>
              <a:t>Answer guidance: 1 Sch school 1020; PO post office 1221; FB footbridge 1122. 2 PO 122214: two tenths east of 12, four tenths north of 21. Health centre 128217: eight tenths east of 12, seven tenths north of 21. 3 Both share 1221 at four figures; six figures distinguish smaller 100 m squares within that 1 km square. Six figures are more precise, not an infinitely exact point. 4 East. 5 Claim unsupported: this invented snapshot contains no population counts or time comparison. Urbanisation concerns the share of people in urban places; dated comparable population data and a consistent urban definition would be needed. If the pupil instead discusses physical urban expansion, accept dated comparable land-use maps for that narrower claim, while distinguishing it from population-share urbanisation.</a:t>
            </a:r>
          </a:p>
          <a:p xmlns:a="http://schemas.openxmlformats.org/drawingml/2006/main">
            <a:r>
              <a:t>Answer guidance: 1 Post office; footbridge. 2 Left 10, bottom 20, reference 1020. 3 1221. 4 1122. 5 East. 6 Whole square; PO and Q9 are different dots in the same square. Vary the spatial order of option cards and record the actual content support, not just the route name.</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You do; 15 minutes; lesson clock 22 to 37.</a:t>
            </a:r>
          </a:p>
          <a:p xmlns:a="http://schemas.openxmlformats.org/drawingml/2006/main">
            <a:r>
              <a:t>Adult note: Allow two minutes for route/setup, eleven minutes for responses and the final two for a check. All routes keep the map and key available. Record I, S or C for actual independence, support or choice; Aspire is not automatic I. Give one precise success and one next step against the success criteria, and name the improvement. Pupils trace the deciding lines or improve one written explanation in green pen, marking the self-edit [//]. Where a written explanation is improved, photograph it before and after. No separate review stage is added.</a:t>
            </a:r>
          </a:p>
          <a:p xmlns:a="http://schemas.openxmlformats.org/drawingml/2006/main">
            <a:r>
              <a:t>Staff: mark I, S or C beside the route answers (Independent, Supported or Choice).</a:t>
            </a:r>
          </a:p>
          <a:p xmlns:a="http://schemas.openxmlformats.org/drawingml/2006/main">
            <a:r>
              <a:t>Answer guidance: 1 Sch school; PO post office; FB footbridge. 2 School 1020; post office 1221; footbridge 1122. 3 East. 4 Both features occupy the same 1 km square, while a four-figure reference names the square, not an exact feature. 5 No population count, density, occupancy or change over time is supplied. Do not infer population growth or urbanisation from selected service symbols alone. An accurate limitation with a reason is sufficient.</a:t>
            </a:r>
          </a:p>
          <a:p xmlns:a="http://schemas.openxmlformats.org/drawingml/2006/main">
            <a:r>
              <a:t>Answer guidance: 1 Post office; footbridge. 2 Left 10, bottom 20, reference 1020. 3 1221. 4 1122. 5 East. 6 Whole square; PO and Q9 are different dots in the same square. Vary the spatial order of option cards and record the actual content support, not just the route name.</a:t>
            </a:r>
          </a:p>
          <a:p xmlns:a="http://schemas.openxmlformats.org/drawingml/2006/main">
            <a:r>
              <a:t>Answer guidance: 1 Sch school; PO post office; FB footbridge. 2 School 1020; post office 1221; footbridge 1122. 3 School uses 10/20; post office 12/21; footbridge 11/22. 4 East. 5 A; both PO and Q9 appear in 1221. Require the pupil's own selected match and evidence, not an adult-completed card arrangement. Record C, the response mode chosen, the pupil's one map clue from task 5, and the actual prompts.</a:t>
            </a:r>
          </a:p>
          <a:p xmlns:a="http://schemas.openxmlformats.org/drawingml/2006/main">
            <a:r>
              <a:t>Answer guidance: 1 Sch school 1020; PO post office 1221; FB footbridge 1122. 2 PO 122214: two tenths east of 12, four tenths north of 21. Health centre 128217: eight tenths east of 12, seven tenths north of 21. 3 Both share 1221 at four figures; six figures distinguish smaller 100 m squares within that 1 km square. Six figures are more precise, not an infinitely exact point. 4 East. 5 Claim unsupported: this invented snapshot contains no population counts or time comparison. Urbanisation concerns the share of people in urban places; dated comparable population data and a consistent urban definition would be needed. If the pupil instead discusses physical urban expansion, accept dated comparable land-use maps for that narrower claim, while distinguishing it from population-share urbanisation.</a:t>
            </a:r>
          </a:p>
          <a:p xmlns:a="http://schemas.openxmlformats.org/drawingml/2006/main">
            <a:r>
              <a:t>Answer guidance: 1 Sch school; PO post office; FB footbridge. 2 School 1020; post office 1221; footbridge 1122. 3 School uses 10/20; post office 12/21; footbridge 11/22. 4 East. 5 A; both PO and Q9 appear in 1221. Require the pupil's own selected match and evidence, not an adult-completed card arrangement. Record C, the response mode chosen, the pupil's one map clue from task 5, and the actual prompts.</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You do; 15 minutes; lesson clock 22 to 37.</a:t>
            </a:r>
          </a:p>
          <a:p xmlns:a="http://schemas.openxmlformats.org/drawingml/2006/main">
            <a:r>
              <a:t>Adult note: Allow two minutes for route/setup, eleven minutes for responses and the final two for a check. All routes keep the map and key available. Record I, S or C for actual independence, support or choice; Aspire is not automatic I. Give one precise success and one next step against the success criteria, and name the improvement. Pupils trace the deciding lines or improve one written explanation in green pen, marking the self-edit [//]. Where a written explanation is improved, photograph it before and after. No separate review stage is added.</a:t>
            </a:r>
          </a:p>
          <a:p xmlns:a="http://schemas.openxmlformats.org/drawingml/2006/main">
            <a:r>
              <a:t>Staff: mark I, S or C beside the route answers (Independent, Supported or Choice).</a:t>
            </a:r>
          </a:p>
          <a:p xmlns:a="http://schemas.openxmlformats.org/drawingml/2006/main">
            <a:r>
              <a:t>Answer guidance: 1 Sch school; PO post office; FB footbridge. 2 School 1020; post office 1221; footbridge 1122. 3 East. 4 Both features occupy the same 1 km square, while a four-figure reference names the square, not an exact feature. 5 No population count, density, occupancy or change over time is supplied. Do not infer population growth or urbanisation from selected service symbols alone. An accurate limitation with a reason is sufficient.</a:t>
            </a:r>
          </a:p>
          <a:p xmlns:a="http://schemas.openxmlformats.org/drawingml/2006/main">
            <a:r>
              <a:t>Answer guidance: 1 Post office; footbridge. 2 Left 10, bottom 20, reference 1020. 3 1221. 4 1122. 5 East. 6 Whole square; PO and Q9 are different dots in the same square. Vary the spatial order of option cards and record the actual content support, not just the route name.</a:t>
            </a:r>
          </a:p>
          <a:p xmlns:a="http://schemas.openxmlformats.org/drawingml/2006/main">
            <a:r>
              <a:t>Answer guidance: 1 Sch school; PO post office; FB footbridge. 2 School 1020; post office 1221; footbridge 1122. 3 School uses 10/20; post office 12/21; footbridge 11/22. 4 East. 5 A; both PO and Q9 appear in 1221. Require the pupil's own selected match and evidence, not an adult-completed card arrangement. Record C, the response mode chosen, the pupil's one map clue from task 5, and the actual prompts.</a:t>
            </a:r>
          </a:p>
          <a:p xmlns:a="http://schemas.openxmlformats.org/drawingml/2006/main">
            <a:r>
              <a:t>Answer guidance: 1 Sch school 1020; PO post office 1221; FB footbridge 1122. 2 PO 122214: two tenths east of 12, four tenths north of 21. Health centre 128217: eight tenths east of 12, seven tenths north of 21. 3 Both share 1221 at four figures; six figures distinguish smaller 100 m squares within that 1 km square. Six figures are more precise, not an infinitely exact point. 4 East. 5 Claim unsupported: this invented snapshot contains no population counts or time comparison. Urbanisation concerns the share of people in urban places; dated comparable population data and a consistent urban definition would be needed. If the pupil instead discusses physical urban expansion, accept dated comparable land-use maps for that narrower claim, while distinguishing it from population-share urbanisation.</a:t>
            </a:r>
          </a:p>
          <a:p xmlns:a="http://schemas.openxmlformats.org/drawingml/2006/main">
            <a:r>
              <a:t>Answer guidance: 1 Sch school; PO post office; FB footbridge. 2 School 1020; post office 1221; footbridge 1122. 3 School uses 10/20; post office 12/21; footbridge 11/22. 4 East. 5 A; both PO and Q9 appear in 1221. Require the pupil's own selected match and evidence, not an adult-completed card arrangement. Record C, the response mode chosen, the pupil's one map clue from task 5, and the actual prompts.</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You do; 15 minutes; lesson clock 22 to 37.</a:t>
            </a:r>
          </a:p>
          <a:p xmlns:a="http://schemas.openxmlformats.org/drawingml/2006/main">
            <a:r>
              <a:t>Adult note: Allow two minutes for route/setup, eleven minutes for responses and the final two for a check. All routes keep the map and key available. Record I, S or C for actual independence, support or choice; Aspire is not automatic I. Give one precise success and one next step against the success criteria, and name the improvement. Pupils trace the deciding lines or improve one written explanation in green pen, marking the self-edit [//]. Where a written explanation is improved, photograph it before and after. No separate review stage is added.</a:t>
            </a:r>
          </a:p>
          <a:p xmlns:a="http://schemas.openxmlformats.org/drawingml/2006/main">
            <a:r>
              <a:t>Staff: mark I, S or C beside the route answers (Independent, Supported or Choice).</a:t>
            </a:r>
          </a:p>
          <a:p xmlns:a="http://schemas.openxmlformats.org/drawingml/2006/main">
            <a:r>
              <a:t>Answer guidance: 1 Sch school; PO post office; FB footbridge. 2 School 1020; post office 1221; footbridge 1122. 3 East. 4 Both features occupy the same 1 km square, while a four-figure reference names the square, not an exact feature. 5 No population count, density, occupancy or change over time is supplied. Do not infer population growth or urbanisation from selected service symbols alone. An accurate limitation with a reason is sufficient.</a:t>
            </a:r>
          </a:p>
          <a:p xmlns:a="http://schemas.openxmlformats.org/drawingml/2006/main">
            <a:r>
              <a:t>Answer guidance: 1 Post office; footbridge. 2 Left 10, bottom 20, reference 1020. 3 1221. 4 1122. 5 East. 6 Whole square; PO and Q9 are different dots in the same square. Vary the spatial order of option cards and record the actual content support, not just the route name.</a:t>
            </a:r>
          </a:p>
          <a:p xmlns:a="http://schemas.openxmlformats.org/drawingml/2006/main">
            <a:r>
              <a:t>Answer guidance: 1 Sch school; PO post office; FB footbridge. 2 School 1020; post office 1221; footbridge 1122. 3 School uses 10/20; post office 12/21; footbridge 11/22. 4 East. 5 A; both PO and Q9 appear in 1221. Require the pupil's own selected match and evidence, not an adult-completed card arrangement. Record C, the response mode chosen, the pupil's one map clue from task 5, and the actual prompts.</a:t>
            </a:r>
          </a:p>
          <a:p xmlns:a="http://schemas.openxmlformats.org/drawingml/2006/main">
            <a:r>
              <a:t>Answer guidance: 1 Sch school 1020; PO post office 1221; FB footbridge 1122. 2 PO 122214: two tenths east of 12, four tenths north of 21. Health centre 128217: eight tenths east of 12, seven tenths north of 21. 3 Both share 1221 at four figures; six figures distinguish smaller 100 m squares within that 1 km square. Six figures are more precise, not an infinitely exact point. 4 East. 5 Claim unsupported: this invented snapshot contains no population counts or time comparison. Urbanisation concerns the share of people in urban places; dated comparable population data and a consistent urban definition would be needed. If the pupil instead discusses physical urban expansion, accept dated comparable land-use maps for that narrower claim, while distinguishing it from population-share urbanisation.</a:t>
            </a:r>
          </a:p>
          <a:p xmlns:a="http://schemas.openxmlformats.org/drawingml/2006/main">
            <a:r>
              <a:t>Adult page-build cue: Use the stretch cue colour for Aspire.</a:t>
            </a:r>
          </a:p>
          <a:p xmlns:a="http://schemas.openxmlformats.org/drawingml/2006/main">
            <a:r>
              <a:t>Answer guidance: 1 Sch school 1020; PO post office 1221; FB footbridge 1122. 2 PO 122214: two tenths east of 12, four tenths north of 21. Health centre 128217: eight tenths east of 12, seven tenths north of 21. 3 Both share 1221 at four figures; six figures distinguish smaller 100 m squares within that 1 km square. Six figures are more precise, not an infinitely exact point. 4 East. 5 Claim unsupported: this invented snapshot contains no population counts or time comparison. Urbanisation concerns the share of people in urban places; dated comparable population data and a consistent urban definition would be needed. If the pupil instead discusses physical urban expansion, accept dated comparable land-use maps for that narrower claim, while distinguishing it from population-share urbanisation.</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You do; 15 minutes; lesson clock 22 to 37.</a:t>
            </a:r>
          </a:p>
          <a:p xmlns:a="http://schemas.openxmlformats.org/drawingml/2006/main">
            <a:r>
              <a:t>Adult note: Allow two minutes for route/setup, eleven minutes for responses and the final two for a check. All routes keep the map and key available. Record I, S or C for actual independence, support or choice; Aspire is not automatic I. Give one precise success and one next step against the success criteria, and name the improvement. Pupils trace the deciding lines or improve one written explanation in green pen, marking the self-edit [//]. Where a written explanation is improved, photograph it before and after. No separate review stage is added.</a:t>
            </a:r>
          </a:p>
          <a:p xmlns:a="http://schemas.openxmlformats.org/drawingml/2006/main">
            <a:r>
              <a:t>Staff: mark I, S or C beside the route answers (Independent, Supported or Choice).</a:t>
            </a:r>
          </a:p>
          <a:p xmlns:a="http://schemas.openxmlformats.org/drawingml/2006/main">
            <a:r>
              <a:t>Answer guidance: 1 Sch school; PO post office; FB footbridge. 2 School 1020; post office 1221; footbridge 1122. 3 East. 4 Both features occupy the same 1 km square, while a four-figure reference names the square, not an exact feature. 5 No population count, density, occupancy or change over time is supplied. Do not infer population growth or urbanisation from selected service symbols alone. An accurate limitation with a reason is sufficient.</a:t>
            </a:r>
          </a:p>
          <a:p xmlns:a="http://schemas.openxmlformats.org/drawingml/2006/main">
            <a:r>
              <a:t>Answer guidance: 1 Post office; footbridge. 2 Left 10, bottom 20, reference 1020. 3 1221. 4 1122. 5 East. 6 Whole square; PO and Q9 are different dots in the same square. Vary the spatial order of option cards and record the actual content support, not just the route name.</a:t>
            </a:r>
          </a:p>
          <a:p xmlns:a="http://schemas.openxmlformats.org/drawingml/2006/main">
            <a:r>
              <a:t>Answer guidance: 1 Sch school; PO post office; FB footbridge. 2 School 1020; post office 1221; footbridge 1122. 3 School uses 10/20; post office 12/21; footbridge 11/22. 4 East. 5 A; both PO and Q9 appear in 1221. Require the pupil's own selected match and evidence, not an adult-completed card arrangement. Record C, the response mode chosen, the pupil's one map clue from task 5, and the actual prompts.</a:t>
            </a:r>
          </a:p>
          <a:p xmlns:a="http://schemas.openxmlformats.org/drawingml/2006/main">
            <a:r>
              <a:t>Answer guidance: 1 Sch school 1020; PO post office 1221; FB footbridge 1122. 2 PO 122214: two tenths east of 12, four tenths north of 21. Health centre 128217: eight tenths east of 12, seven tenths north of 21. 3 Both share 1221 at four figures; six figures distinguish smaller 100 m squares within that 1 km square. Six figures are more precise, not an infinitely exact point. 4 East. 5 Claim unsupported: this invented snapshot contains no population counts or time comparison. Urbanisation concerns the share of people in urban places; dated comparable population data and a consistent urban definition would be needed. If the pupil instead discusses physical urban expansion, accept dated comparable land-use maps for that narrower claim, while distinguishing it from population-share urbanisation.</a:t>
            </a:r>
          </a:p>
          <a:p xmlns:a="http://schemas.openxmlformats.org/drawingml/2006/main">
            <a:r>
              <a:t>Adult page-build cue: Use the stretch cue colour for Aspire.</a:t>
            </a:r>
          </a:p>
          <a:p xmlns:a="http://schemas.openxmlformats.org/drawingml/2006/main">
            <a:r>
              <a:t>Answer guidance: 1 Sch school 1020; PO post office 1221; FB footbridge 1122. 2 PO 122214: two tenths east of 12, four tenths north of 21. Health centre 128217: eight tenths east of 12, seven tenths north of 21. 3 Both share 1221 at four figures; six figures distinguish smaller 100 m squares within that 1 km square. Six figures are more precise, not an infinitely exact point. 4 East. 5 Claim unsupported: this invented snapshot contains no population counts or time comparison. Urbanisation concerns the share of people in urban places; dated comparable population data and a consistent urban definition would be needed. If the pupil instead discusses physical urban expansion, accept dated comparable land-use maps for that narrower claim, while distinguishing it from population-share urbanisation.</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Exit; 3 minutes; lesson clock 37 to 40.</a:t>
            </a:r>
          </a:p>
          <a:p xmlns:a="http://schemas.openxmlformats.org/drawingml/2006/main">
            <a:r>
              <a:t>Adult note: Choose one tier. Offer three brief oral, pointed or other-mode checks; a pupil may pass. The practice map remains visible. Record one response rather than requiring three written paragraphs.</a:t>
            </a:r>
          </a:p>
          <a:p xmlns:a="http://schemas.openxmlformats.org/drawingml/2006/main">
            <a:r>
              <a:t>Answer guidance: Footbridge.</a:t>
            </a:r>
          </a:p>
          <a:p xmlns:a="http://schemas.openxmlformats.org/drawingml/2006/main">
            <a:r>
              <a:t>Answer guidance: 1020.</a:t>
            </a:r>
          </a:p>
          <a:p xmlns:a="http://schemas.openxmlformats.org/drawingml/2006/main">
            <a:r>
              <a:t>Answer guidance: A square.</a:t>
            </a:r>
          </a:p>
          <a:p xmlns:a="http://schemas.openxmlformats.org/drawingml/2006/main">
            <a:r>
              <a:t>Answer guidance: Post office; this map's key.</a:t>
            </a:r>
          </a:p>
          <a:p xmlns:a="http://schemas.openxmlformats.org/drawingml/2006/main">
            <a:r>
              <a:t>Answer guidance: 1121.</a:t>
            </a:r>
          </a:p>
          <a:p xmlns:a="http://schemas.openxmlformats.org/drawingml/2006/main">
            <a:r>
              <a:t>Answer guidance: They can lie in the same whole grid square; the reference does not pick out one exact feature.</a:t>
            </a:r>
          </a:p>
          <a:p xmlns:a="http://schemas.openxmlformats.org/drawingml/2006/main">
            <a:r>
              <a:t>Answer guidance: Meanings can vary; this key verifies the intended feature.</a:t>
            </a:r>
          </a:p>
          <a:p xmlns:a="http://schemas.openxmlformats.org/drawingml/2006/main">
            <a:r>
              <a:t>Answer guidance: 122214.</a:t>
            </a:r>
          </a:p>
          <a:p xmlns:a="http://schemas.openxmlformats.org/drawingml/2006/main">
            <a:r>
              <a:t>Answer guidance: They locate a smaller 100 m square within the 1 km square, helping distinguish the post office from the health centre; they still have finite precision.</a:t>
            </a:r>
          </a:p>
          <a:p xmlns:a="http://schemas.openxmlformats.org/drawingml/2006/main">
            <a:r>
              <a:t>Picture description: The school is in the leftmost column and lowest row. The library is directly north of it in the next row. The hall is directly east of the library. The park point, labelled Q7, is directly north of the hall. The footbridge shares the park's square. The post office, labelled PO, and health centre, labelled Q9, share the square east of the hall.</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Exit; 3 minutes; lesson clock 37 to 40.</a:t>
            </a:r>
          </a:p>
          <a:p xmlns:a="http://schemas.openxmlformats.org/drawingml/2006/main">
            <a:r>
              <a:t>Adult note: Choose one tier. Offer three brief oral, pointed or other-mode checks; a pupil may pass. The practice map remains visible. Record one response rather than requiring three written paragraphs.</a:t>
            </a:r>
          </a:p>
          <a:p xmlns:a="http://schemas.openxmlformats.org/drawingml/2006/main">
            <a:r>
              <a:t>Answer guidance: Footbridge.</a:t>
            </a:r>
          </a:p>
          <a:p xmlns:a="http://schemas.openxmlformats.org/drawingml/2006/main">
            <a:r>
              <a:t>Answer guidance: 1020.</a:t>
            </a:r>
          </a:p>
          <a:p xmlns:a="http://schemas.openxmlformats.org/drawingml/2006/main">
            <a:r>
              <a:t>Answer guidance: A square.</a:t>
            </a:r>
          </a:p>
          <a:p xmlns:a="http://schemas.openxmlformats.org/drawingml/2006/main">
            <a:r>
              <a:t>Answer guidance: Post office; this map's key.</a:t>
            </a:r>
          </a:p>
          <a:p xmlns:a="http://schemas.openxmlformats.org/drawingml/2006/main">
            <a:r>
              <a:t>Answer guidance: 1121.</a:t>
            </a:r>
          </a:p>
          <a:p xmlns:a="http://schemas.openxmlformats.org/drawingml/2006/main">
            <a:r>
              <a:t>Answer guidance: They can lie in the same whole grid square; the reference does not pick out one exact feature.</a:t>
            </a:r>
          </a:p>
          <a:p xmlns:a="http://schemas.openxmlformats.org/drawingml/2006/main">
            <a:r>
              <a:t>Answer guidance: Meanings can vary; this key verifies the intended feature.</a:t>
            </a:r>
          </a:p>
          <a:p xmlns:a="http://schemas.openxmlformats.org/drawingml/2006/main">
            <a:r>
              <a:t>Answer guidance: 122214.</a:t>
            </a:r>
          </a:p>
          <a:p xmlns:a="http://schemas.openxmlformats.org/drawingml/2006/main">
            <a:r>
              <a:t>Answer guidance: They locate a smaller 100 m square within the 1 km square, helping distinguish the post office from the health centre; they still have finite precision.</a:t>
            </a:r>
          </a:p>
          <a:p xmlns:a="http://schemas.openxmlformats.org/drawingml/2006/main">
            <a:r>
              <a:t>Use this tier as an alternative to the other tiers. Continuation adds no teaching time.</a:t>
            </a:r>
          </a:p>
          <a:p xmlns:a="http://schemas.openxmlformats.org/drawingml/2006/main">
            <a:r>
              <a:t>1. Symbol</a:t>
            </a:r>
          </a:p>
          <a:p xmlns:a="http://schemas.openxmlformats.org/drawingml/2006/main">
            <a:r>
              <a:t>Answer guidance: Footbridge.</a:t>
            </a:r>
          </a:p>
          <a:p xmlns:a="http://schemas.openxmlformats.org/drawingml/2006/main">
            <a:r>
              <a:t>2. Reference</a:t>
            </a:r>
          </a:p>
          <a:p xmlns:a="http://schemas.openxmlformats.org/drawingml/2006/main">
            <a:r>
              <a:t>Answer guidance: 1020.</a:t>
            </a:r>
          </a:p>
          <a:p xmlns:a="http://schemas.openxmlformats.org/drawingml/2006/main">
            <a:r>
              <a:t>3. Precision</a:t>
            </a:r>
          </a:p>
          <a:p xmlns:a="http://schemas.openxmlformats.org/drawingml/2006/main">
            <a:r>
              <a:t>Answer guidance: A square.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Exit; 3 minutes; lesson clock 37 to 40.</a:t>
            </a:r>
          </a:p>
          <a:p xmlns:a="http://schemas.openxmlformats.org/drawingml/2006/main">
            <a:r>
              <a:t>Adult note: Choose one tier. Offer three brief oral, pointed or other-mode checks; a pupil may pass. The practice map remains visible. Record one response rather than requiring three written paragraphs.</a:t>
            </a:r>
          </a:p>
          <a:p xmlns:a="http://schemas.openxmlformats.org/drawingml/2006/main">
            <a:r>
              <a:t>Answer guidance: Footbridge.</a:t>
            </a:r>
          </a:p>
          <a:p xmlns:a="http://schemas.openxmlformats.org/drawingml/2006/main">
            <a:r>
              <a:t>Answer guidance: 1020.</a:t>
            </a:r>
          </a:p>
          <a:p xmlns:a="http://schemas.openxmlformats.org/drawingml/2006/main">
            <a:r>
              <a:t>Answer guidance: A square.</a:t>
            </a:r>
          </a:p>
          <a:p xmlns:a="http://schemas.openxmlformats.org/drawingml/2006/main">
            <a:r>
              <a:t>Answer guidance: Post office; this map's key.</a:t>
            </a:r>
          </a:p>
          <a:p xmlns:a="http://schemas.openxmlformats.org/drawingml/2006/main">
            <a:r>
              <a:t>Answer guidance: 1121.</a:t>
            </a:r>
          </a:p>
          <a:p xmlns:a="http://schemas.openxmlformats.org/drawingml/2006/main">
            <a:r>
              <a:t>Answer guidance: They can lie in the same whole grid square; the reference does not pick out one exact feature.</a:t>
            </a:r>
          </a:p>
          <a:p xmlns:a="http://schemas.openxmlformats.org/drawingml/2006/main">
            <a:r>
              <a:t>Answer guidance: Meanings can vary; this key verifies the intended feature.</a:t>
            </a:r>
          </a:p>
          <a:p xmlns:a="http://schemas.openxmlformats.org/drawingml/2006/main">
            <a:r>
              <a:t>Answer guidance: 122214.</a:t>
            </a:r>
          </a:p>
          <a:p xmlns:a="http://schemas.openxmlformats.org/drawingml/2006/main">
            <a:r>
              <a:t>Answer guidance: They locate a smaller 100 m square within the 1 km square, helping distinguish the post office from the health centre; they still have finite precision.</a:t>
            </a:r>
          </a:p>
          <a:p xmlns:a="http://schemas.openxmlformats.org/drawingml/2006/main">
            <a:r>
              <a:t>Use this tier as an alternative to the other tiers. Continuation adds no teaching time.</a:t>
            </a:r>
          </a:p>
          <a:p xmlns:a="http://schemas.openxmlformats.org/drawingml/2006/main">
            <a:r>
              <a:t>1. Symbol</a:t>
            </a:r>
          </a:p>
          <a:p xmlns:a="http://schemas.openxmlformats.org/drawingml/2006/main">
            <a:r>
              <a:t>Answer guidance: Post office; this map's key.</a:t>
            </a:r>
          </a:p>
          <a:p xmlns:a="http://schemas.openxmlformats.org/drawingml/2006/main">
            <a:r>
              <a:t>2. Reference</a:t>
            </a:r>
          </a:p>
          <a:p xmlns:a="http://schemas.openxmlformats.org/drawingml/2006/main">
            <a:r>
              <a:t>Answer guidance: 1121.</a:t>
            </a:r>
          </a:p>
          <a:p xmlns:a="http://schemas.openxmlformats.org/drawingml/2006/main">
            <a:r>
              <a:t>3. Precision</a:t>
            </a:r>
          </a:p>
          <a:p xmlns:a="http://schemas.openxmlformats.org/drawingml/2006/main">
            <a:r>
              <a:t>Answer guidance: They can lie in the same whole grid square; the reference does not pick out one exact feature.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HUM-LAUNCH-A2-W01</a:t>
            </a:r>
          </a:p>
          <a:p xmlns:a="http://schemas.openxmlformats.org/drawingml/2006/main">
            <a:r>
              <a:t>Stage: Exit; 3 minutes; lesson clock 37 to 40.</a:t>
            </a:r>
          </a:p>
          <a:p xmlns:a="http://schemas.openxmlformats.org/drawingml/2006/main">
            <a:r>
              <a:t>Adult note: Choose one tier. Offer three brief oral, pointed or other-mode checks; a pupil may pass. The practice map remains visible. Record one response rather than requiring three written paragraphs.</a:t>
            </a:r>
          </a:p>
          <a:p xmlns:a="http://schemas.openxmlformats.org/drawingml/2006/main">
            <a:r>
              <a:t>Answer guidance: Footbridge.</a:t>
            </a:r>
          </a:p>
          <a:p xmlns:a="http://schemas.openxmlformats.org/drawingml/2006/main">
            <a:r>
              <a:t>Answer guidance: 1020.</a:t>
            </a:r>
          </a:p>
          <a:p xmlns:a="http://schemas.openxmlformats.org/drawingml/2006/main">
            <a:r>
              <a:t>Answer guidance: A square.</a:t>
            </a:r>
          </a:p>
          <a:p xmlns:a="http://schemas.openxmlformats.org/drawingml/2006/main">
            <a:r>
              <a:t>Answer guidance: Post office; this map's key.</a:t>
            </a:r>
          </a:p>
          <a:p xmlns:a="http://schemas.openxmlformats.org/drawingml/2006/main">
            <a:r>
              <a:t>Answer guidance: 1121.</a:t>
            </a:r>
          </a:p>
          <a:p xmlns:a="http://schemas.openxmlformats.org/drawingml/2006/main">
            <a:r>
              <a:t>Answer guidance: They can lie in the same whole grid square; the reference does not pick out one exact feature.</a:t>
            </a:r>
          </a:p>
          <a:p xmlns:a="http://schemas.openxmlformats.org/drawingml/2006/main">
            <a:r>
              <a:t>Answer guidance: Meanings can vary; this key verifies the intended feature.</a:t>
            </a:r>
          </a:p>
          <a:p xmlns:a="http://schemas.openxmlformats.org/drawingml/2006/main">
            <a:r>
              <a:t>Answer guidance: 122214.</a:t>
            </a:r>
          </a:p>
          <a:p xmlns:a="http://schemas.openxmlformats.org/drawingml/2006/main">
            <a:r>
              <a:t>Answer guidance: They locate a smaller 100 m square within the 1 km square, helping distinguish the post office from the health centre; they still have finite precision.</a:t>
            </a:r>
          </a:p>
          <a:p xmlns:a="http://schemas.openxmlformats.org/drawingml/2006/main">
            <a:r>
              <a:t>Use this tier as an alternative to the other tiers. Continuation adds no teaching time.</a:t>
            </a:r>
          </a:p>
          <a:p xmlns:a="http://schemas.openxmlformats.org/drawingml/2006/main">
            <a:r>
              <a:t>1. Symbol</a:t>
            </a:r>
          </a:p>
          <a:p xmlns:a="http://schemas.openxmlformats.org/drawingml/2006/main">
            <a:r>
              <a:t>Answer guidance: Meanings can vary; this key verifies the intended feature.</a:t>
            </a:r>
          </a:p>
          <a:p xmlns:a="http://schemas.openxmlformats.org/drawingml/2006/main">
            <a:r>
              <a:t>2. Reference</a:t>
            </a:r>
          </a:p>
          <a:p xmlns:a="http://schemas.openxmlformats.org/drawingml/2006/main">
            <a:r>
              <a:t>Answer guidance: 122214.</a:t>
            </a:r>
          </a:p>
          <a:p xmlns:a="http://schemas.openxmlformats.org/drawingml/2006/main">
            <a:r>
              <a:t>3. Precision</a:t>
            </a:r>
          </a:p>
          <a:p xmlns:a="http://schemas.openxmlformats.org/drawingml/2006/main">
            <a:r>
              <a:t>Answer guidance: They locate a smaller 100 m square within the 1 km square, helping distinguish the post office from the health centre; they still have finite precision.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6d940a7e96b840ef"/></Relationships>
</file>

<file path=ppt/slideLayouts/_rels/slideLayout2.xml.rels><?xml version='1.0' encoding='UTF-8' standalone='yes'?>
<Relationships xmlns="http://schemas.openxmlformats.org/package/2006/relationships"><Relationship Type="http://schemas.openxmlformats.org/officeDocument/2006/relationships/slideMaster" Target="/ppt/slideMasters/slideMaster1.xml" Id="R0466b35048094778"/></Relationships>
</file>

<file path=ppt/slideLayouts/_rels/slideLayout3.xml.rels><?xml version='1.0' encoding='UTF-8' standalone='yes'?>
<Relationships xmlns="http://schemas.openxmlformats.org/package/2006/relationships"><Relationship Type="http://schemas.openxmlformats.org/officeDocument/2006/relationships/slideMaster" Target="/ppt/slideMasters/slideMaster1.xml" Id="R5c15df7d57ee4c83"/></Relationships>
</file>

<file path=ppt/slideLayouts/_rels/slideLayout4.xml.rels><?xml version='1.0' encoding='UTF-8' standalone='yes'?>
<Relationships xmlns="http://schemas.openxmlformats.org/package/2006/relationships"><Relationship Type="http://schemas.openxmlformats.org/officeDocument/2006/relationships/slideMaster" Target="/ppt/slideMasters/slideMaster1.xml" Id="Ra46e20ff633740a9"/></Relationships>
</file>

<file path=ppt/slideLayouts/_rels/slideLayout5.xml.rels><?xml version='1.0' encoding='UTF-8' standalone='yes'?>
<Relationships xmlns="http://schemas.openxmlformats.org/package/2006/relationships"><Relationship Type="http://schemas.openxmlformats.org/officeDocument/2006/relationships/slideMaster" Target="/ppt/slideMasters/slideMaster1.xml" Id="R0a0399ba14714af2"/></Relationships>
</file>

<file path=ppt/slideLayouts/_rels/slideLayout6.xml.rels><?xml version='1.0' encoding='UTF-8' standalone='yes'?>
<Relationships xmlns="http://schemas.openxmlformats.org/package/2006/relationships"><Relationship Type="http://schemas.openxmlformats.org/officeDocument/2006/relationships/slideMaster" Target="/ppt/slideMasters/slideMaster1.xml" Id="Rb456838e560c49eb"/></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D704ED6-8352-4FBB-AA25-E24C82E06166}"/>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7DCF225-E086-48AF-88C0-CD02ACE25A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ctr">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AB3F2E9C-7907-4584-8B2C-9952C0760B6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ctr">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EFF95F9E-13CB-4A8C-8E77-05666D118FCA}"/>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183DE3BC-2FF3-4E8A-BE2D-FE841714F4D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ctr">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6E241D4-575D-4B57-95E4-97C96A0903A9}"/>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00EE7A9-B588-4F10-B243-97CD631558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353BB8B2-50A8-40D0-8FC9-66254ABA2AB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438A3D58-7F8B-4DB4-9B3A-30E0A9066F65}"/>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4E38280-FE22-41B4-AFA1-842E91891B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675E7B93-CD1B-4CE3-8F45-D5E33A2FB14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6CD04D0D-04E9-41EA-8DD0-BB63368605E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908E1D5-467E-4142-B43D-0DF617A9370E}"/>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426351B-0159-449A-866A-3C48CD1EB3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1A9B8EE5-23BA-422B-915A-0770AFCF32E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c3dabd39c12b4eae"/><Relationship Type="http://schemas.openxmlformats.org/officeDocument/2006/relationships/slideLayout" Target="/ppt/slideLayouts/slideLayout1.xml" Id="R976aa1e90b474624"/><Relationship Type="http://schemas.openxmlformats.org/officeDocument/2006/relationships/slideLayout" Target="/ppt/slideLayouts/slideLayout2.xml" Id="R6b8bb44c75114cf1"/><Relationship Type="http://schemas.openxmlformats.org/officeDocument/2006/relationships/slideLayout" Target="/ppt/slideLayouts/slideLayout3.xml" Id="Ra734866a77364e4e"/><Relationship Type="http://schemas.openxmlformats.org/officeDocument/2006/relationships/slideLayout" Target="/ppt/slideLayouts/slideLayout4.xml" Id="Rf01f4779d4a54378"/><Relationship Type="http://schemas.openxmlformats.org/officeDocument/2006/relationships/slideLayout" Target="/ppt/slideLayouts/slideLayout5.xml" Id="R981d6cda84314f08"/><Relationship Type="http://schemas.openxmlformats.org/officeDocument/2006/relationships/slideLayout" Target="/ppt/slideLayouts/slideLayout6.xml" Id="Rd6b5450d13e44e97"/></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76aa1e90b474624"/>
    <p:sldLayoutId xmlns:r="http://schemas.openxmlformats.org/officeDocument/2006/relationships" id="2147483650" r:id="R6b8bb44c75114cf1"/>
    <p:sldLayoutId xmlns:r="http://schemas.openxmlformats.org/officeDocument/2006/relationships" id="2147483651" r:id="Ra734866a77364e4e"/>
    <p:sldLayoutId xmlns:r="http://schemas.openxmlformats.org/officeDocument/2006/relationships" id="2147483652" r:id="Rf01f4779d4a54378"/>
    <p:sldLayoutId xmlns:r="http://schemas.openxmlformats.org/officeDocument/2006/relationships" id="2147483653" r:id="R981d6cda84314f08"/>
    <p:sldLayoutId xmlns:r="http://schemas.openxmlformats.org/officeDocument/2006/relationships" id="2147483654" r:id="Rd6b5450d13e44e97"/>
  </p:sldLayoutIdLst>
  <p:txStyles>
    <p:titleStyle>
      <a:lvl1pPr xmlns:a="http://schemas.openxmlformats.org/drawingml/2006/main" algn="l">
        <a:lnSpc>
          <a:spcPct val="90000"/>
        </a:lnSpc>
        <a:spcBef>
          <a:spcPts val="0"/>
        </a:spcBef>
        <a:buNone/>
        <a:defRPr sz="4400" lang="en-GB">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lang="en-GB">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lang="en-GB">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lang="en-GB">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lang="en-GB">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lang="en-GB">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lang="en-GB">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lang="en-GB">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lang="en-GB">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lang="en-GB">
          <a:solidFill>
            <a:schemeClr val="tx1"/>
          </a:solidFill>
          <a:latin typeface="Arial"/>
          <a:ea typeface="Arial"/>
          <a:cs typeface="Arial"/>
        </a:defRPr>
      </a:lvl9pPr>
    </p:bodyStyle>
    <p:otherStyle>
      <a:lvl1pPr xmlns:a="http://schemas.openxmlformats.org/drawingml/2006/main" marL="0" algn="l">
        <a:buNone/>
        <a:defRPr sz="1800" lang="en-GB">
          <a:solidFill>
            <a:schemeClr val="tx1"/>
          </a:solidFill>
          <a:latin typeface="Arial"/>
          <a:ea typeface="Arial"/>
          <a:cs typeface="Arial"/>
        </a:defRPr>
      </a:lvl1pPr>
      <a:lvl2pPr xmlns:a="http://schemas.openxmlformats.org/drawingml/2006/main" marL="457200" algn="l">
        <a:buNone/>
        <a:defRPr sz="1800" lang="en-GB">
          <a:solidFill>
            <a:schemeClr val="tx1"/>
          </a:solidFill>
          <a:latin typeface="Arial"/>
          <a:ea typeface="Arial"/>
          <a:cs typeface="Arial"/>
        </a:defRPr>
      </a:lvl2pPr>
      <a:lvl3pPr xmlns:a="http://schemas.openxmlformats.org/drawingml/2006/main" marL="914400" algn="l">
        <a:buNone/>
        <a:defRPr sz="1800" lang="en-GB">
          <a:solidFill>
            <a:schemeClr val="tx1"/>
          </a:solidFill>
          <a:latin typeface="Arial"/>
          <a:ea typeface="Arial"/>
          <a:cs typeface="Arial"/>
        </a:defRPr>
      </a:lvl3pPr>
      <a:lvl4pPr xmlns:a="http://schemas.openxmlformats.org/drawingml/2006/main" marL="1371600" algn="l">
        <a:buNone/>
        <a:defRPr sz="1800" lang="en-GB">
          <a:solidFill>
            <a:schemeClr val="tx1"/>
          </a:solidFill>
          <a:latin typeface="Arial"/>
          <a:ea typeface="Arial"/>
          <a:cs typeface="Arial"/>
        </a:defRPr>
      </a:lvl4pPr>
      <a:lvl5pPr xmlns:a="http://schemas.openxmlformats.org/drawingml/2006/main" marL="1828800" algn="l">
        <a:buNone/>
        <a:defRPr sz="1800" lang="en-GB">
          <a:solidFill>
            <a:schemeClr val="tx1"/>
          </a:solidFill>
          <a:latin typeface="Arial"/>
          <a:ea typeface="Arial"/>
          <a:cs typeface="Arial"/>
        </a:defRPr>
      </a:lvl5pPr>
      <a:lvl6pPr xmlns:a="http://schemas.openxmlformats.org/drawingml/2006/main" marL="2286000" algn="l">
        <a:buNone/>
        <a:defRPr sz="1800" lang="en-GB">
          <a:solidFill>
            <a:schemeClr val="tx1"/>
          </a:solidFill>
          <a:latin typeface="Arial"/>
          <a:ea typeface="Arial"/>
          <a:cs typeface="Arial"/>
        </a:defRPr>
      </a:lvl6pPr>
      <a:lvl7pPr xmlns:a="http://schemas.openxmlformats.org/drawingml/2006/main" marL="2743200" algn="l">
        <a:buNone/>
        <a:defRPr sz="1800" lang="en-GB">
          <a:solidFill>
            <a:schemeClr val="tx1"/>
          </a:solidFill>
          <a:latin typeface="Arial"/>
          <a:ea typeface="Arial"/>
          <a:cs typeface="Arial"/>
        </a:defRPr>
      </a:lvl7pPr>
      <a:lvl8pPr xmlns:a="http://schemas.openxmlformats.org/drawingml/2006/main" marL="3200400" algn="l">
        <a:buNone/>
        <a:defRPr sz="1800" lang="en-GB">
          <a:solidFill>
            <a:schemeClr val="tx1"/>
          </a:solidFill>
          <a:latin typeface="Arial"/>
          <a:ea typeface="Arial"/>
          <a:cs typeface="Arial"/>
        </a:defRPr>
      </a:lvl8pPr>
      <a:lvl9pPr xmlns:a="http://schemas.openxmlformats.org/drawingml/2006/main" marL="3657600" algn="l">
        <a:buNone/>
        <a:defRPr sz="1800" lang="en-GB">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colours">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ext">
      <a:majorFont>
        <a:latin typeface="Arial"/>
        <a:ea typeface="Arial"/>
        <a:cs typeface="Arial"/>
      </a:majorFont>
      <a:minorFont>
        <a:latin typeface="Arial"/>
        <a:ea typeface="Arial"/>
        <a:cs typeface="Arial"/>
      </a:minorFont>
    </a:fontScheme>
    <a:fmtScheme name="Lesson forma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e4d7a0b7a4154bf4"/><Relationship Type="http://schemas.openxmlformats.org/officeDocument/2006/relationships/image" Target="/ppt/media/image.jpeg" Id="Rd91338c9b0184b60"/><Relationship Type="http://schemas.openxmlformats.org/officeDocument/2006/relationships/notesSlide" Target="/ppt/notesSlides/notesSlide1.xml" Id="R7162427b1dbb45fb"/></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e6fd5f48c8ea4527"/><Relationship Type="http://schemas.openxmlformats.org/officeDocument/2006/relationships/image" Target="../media/image.jpeg" Id="R74bdc101e56b4b05"/><Relationship Type="http://schemas.openxmlformats.org/officeDocument/2006/relationships/notesSlide" Target="/ppt/notesSlides/notesSlide2.xml" Id="R6e8c73bfe6174106"/></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343e7edec2de4376"/><Relationship Type="http://schemas.openxmlformats.org/officeDocument/2006/relationships/image" Target="../media/image.jpeg" Id="Rdf34b95b492d4116"/><Relationship Type="http://schemas.openxmlformats.org/officeDocument/2006/relationships/notesSlide" Target="/ppt/notesSlides/notesSlide3.xml" Id="Rbd9c4e556ed44bcc"/></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93760da5a34a4020"/><Relationship Type="http://schemas.openxmlformats.org/officeDocument/2006/relationships/image" Target="../media/image.jpeg" Id="R574a10ff848a4845"/><Relationship Type="http://schemas.openxmlformats.org/officeDocument/2006/relationships/notesSlide" Target="/ppt/notesSlides/notesSlide4.xml" Id="Rf69514d20afb4995"/></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cd2f0263248f4826"/><Relationship Type="http://schemas.openxmlformats.org/officeDocument/2006/relationships/image" Target="../media/image.jpeg" Id="Rb425f62180c74523"/><Relationship Type="http://schemas.openxmlformats.org/officeDocument/2006/relationships/notesSlide" Target="/ppt/notesSlides/notesSlide5.xml" Id="R81e5f46900d64e65"/></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1bed05128d87400f"/><Relationship Type="http://schemas.openxmlformats.org/officeDocument/2006/relationships/image" Target="../media/image.jpeg" Id="R45e382a802e84fe0"/><Relationship Type="http://schemas.openxmlformats.org/officeDocument/2006/relationships/notesSlide" Target="/ppt/notesSlides/notesSlide6.xml" Id="R83dd9bd75c634f42"/></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1d92dae707de4453"/><Relationship Type="http://schemas.openxmlformats.org/officeDocument/2006/relationships/image" Target="../media/image.jpeg" Id="R87be8a3322064053"/><Relationship Type="http://schemas.openxmlformats.org/officeDocument/2006/relationships/notesSlide" Target="/ppt/notesSlides/notesSlide7.xml" Id="Rccc87e5b2a354c81"/></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2b490b13aa5647d4"/><Relationship Type="http://schemas.openxmlformats.org/officeDocument/2006/relationships/image" Target="../media/image.jpeg" Id="R08a2675c910c4bfc"/><Relationship Type="http://schemas.openxmlformats.org/officeDocument/2006/relationships/notesSlide" Target="/ppt/notesSlides/notesSlide8.xml" Id="Rcafdf8f953024c1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8f03e05a61384839"/><Relationship Type="http://schemas.openxmlformats.org/officeDocument/2006/relationships/image" Target="../media/image.jpeg" Id="Refd734cdc38348fc"/><Relationship Type="http://schemas.openxmlformats.org/officeDocument/2006/relationships/notesSlide" Target="/ppt/notesSlides/notesSlide9.xml" Id="R71c1b140951f4cae"/></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2ce109b6c70b4c54"/><Relationship Type="http://schemas.openxmlformats.org/officeDocument/2006/relationships/image" Target="../media/image.jpeg" Id="R0cb03bfa0b534b27"/><Relationship Type="http://schemas.openxmlformats.org/officeDocument/2006/relationships/notesSlide" Target="/ppt/notesSlides/notesSlide10.xml" Id="R59ad765f294f402b"/></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674f4309b50e4dd3"/><Relationship Type="http://schemas.openxmlformats.org/officeDocument/2006/relationships/image" Target="../media/image.jpeg" Id="R79bf056adf164467"/><Relationship Type="http://schemas.openxmlformats.org/officeDocument/2006/relationships/notesSlide" Target="/ppt/notesSlides/notesSlide11.xml" Id="Rab44651a4c9941b1"/></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f9c235bab1fa41b4"/><Relationship Type="http://schemas.openxmlformats.org/officeDocument/2006/relationships/image" Target="../media/image.jpeg" Id="Ra32bb87668fb4227"/><Relationship Type="http://schemas.openxmlformats.org/officeDocument/2006/relationships/notesSlide" Target="/ppt/notesSlides/notesSlide12.xml" Id="R8c08aa34202a4046"/></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cc2e6dd92e3f441c"/><Relationship Type="http://schemas.openxmlformats.org/officeDocument/2006/relationships/image" Target="../media/image.jpeg" Id="R3dcd6bfc8f4f41d6"/><Relationship Type="http://schemas.openxmlformats.org/officeDocument/2006/relationships/notesSlide" Target="/ppt/notesSlides/notesSlide13.xml" Id="R604a45b1c8dd4a1a"/></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42d1cf1c010b42ae"/><Relationship Type="http://schemas.openxmlformats.org/officeDocument/2006/relationships/image" Target="../media/image.jpeg" Id="R2414a6ae7d964612"/><Relationship Type="http://schemas.openxmlformats.org/officeDocument/2006/relationships/notesSlide" Target="/ppt/notesSlides/notesSlide14.xml" Id="R0de1e2cff0014ba5"/></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4dfaca35177f4a6c"/><Relationship Type="http://schemas.openxmlformats.org/officeDocument/2006/relationships/image" Target="../media/image.jpeg" Id="R335a450ba5d14824"/><Relationship Type="http://schemas.openxmlformats.org/officeDocument/2006/relationships/notesSlide" Target="/ppt/notesSlides/notesSlide15.xml" Id="R9580b17c9f8343d2"/></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28407f56e8ed42c3"/><Relationship Type="http://schemas.openxmlformats.org/officeDocument/2006/relationships/image" Target="../media/image.jpeg" Id="R7d133fb619f04e44"/><Relationship Type="http://schemas.openxmlformats.org/officeDocument/2006/relationships/notesSlide" Target="/ppt/notesSlides/notesSlide16.xml" Id="R1da242e0a2ed44fe"/></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e4698cf1217c4bc0"/><Relationship Type="http://schemas.openxmlformats.org/officeDocument/2006/relationships/image" Target="../media/image.jpeg" Id="R7953beb540844216"/><Relationship Type="http://schemas.openxmlformats.org/officeDocument/2006/relationships/notesSlide" Target="/ppt/notesSlides/notesSlide17.xml" Id="R4c2ed08785be4602"/></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5590e4f2104a4ca6"/><Relationship Type="http://schemas.openxmlformats.org/officeDocument/2006/relationships/image" Target="../media/image.jpeg" Id="R29a94d67634c4465"/><Relationship Type="http://schemas.openxmlformats.org/officeDocument/2006/relationships/notesSlide" Target="/ppt/notesSlides/notesSlide18.xml" Id="Re183ba76b4864ac3"/></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6a4fc276beb4495a"/><Relationship Type="http://schemas.openxmlformats.org/officeDocument/2006/relationships/image" Target="../media/image.jpeg" Id="Rac569d5fe5f54821"/><Relationship Type="http://schemas.openxmlformats.org/officeDocument/2006/relationships/notesSlide" Target="/ppt/notesSlides/notesSlide19.xml" Id="R4646a197841946aa"/></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dc5ccc1bc41d495a"/><Relationship Type="http://schemas.openxmlformats.org/officeDocument/2006/relationships/image" Target="../media/image.jpeg" Id="Rc8de4dcba86f4fc4"/><Relationship Type="http://schemas.openxmlformats.org/officeDocument/2006/relationships/notesSlide" Target="/ppt/notesSlides/notesSlide20.xml" Id="R2b6b3fe311104773"/></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94c3b72f1eab40f3"/><Relationship Type="http://schemas.openxmlformats.org/officeDocument/2006/relationships/image" Target="../media/image.jpeg" Id="R017ee38765604b85"/><Relationship Type="http://schemas.openxmlformats.org/officeDocument/2006/relationships/notesSlide" Target="/ppt/notesSlides/notesSlide21.xml" Id="R4e276c74c83f4e68"/></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658e16d1b1384ead"/><Relationship Type="http://schemas.openxmlformats.org/officeDocument/2006/relationships/image" Target="../media/image.jpeg" Id="R99eb5e3e5e7b4395"/><Relationship Type="http://schemas.openxmlformats.org/officeDocument/2006/relationships/notesSlide" Target="/ppt/notesSlides/notesSlide22.xml" Id="R122d1d794cba410c"/></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700006a2d3924330"/><Relationship Type="http://schemas.openxmlformats.org/officeDocument/2006/relationships/image" Target="../media/image.jpeg" Id="R4bcce97575a64c62"/><Relationship Type="http://schemas.openxmlformats.org/officeDocument/2006/relationships/notesSlide" Target="/ppt/notesSlides/notesSlide23.xml" Id="Rbc66825d8eed421b"/></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bac171b9eabc48fc"/><Relationship Type="http://schemas.openxmlformats.org/officeDocument/2006/relationships/image" Target="../media/image.jpeg" Id="Ra51a56a998f64de3"/><Relationship Type="http://schemas.openxmlformats.org/officeDocument/2006/relationships/notesSlide" Target="/ppt/notesSlides/notesSlide24.xml" Id="Rec33cff1d12b4101"/></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56da386fe7e94415"/><Relationship Type="http://schemas.openxmlformats.org/officeDocument/2006/relationships/image" Target="../media/image.jpeg" Id="R815a26576f174028"/><Relationship Type="http://schemas.openxmlformats.org/officeDocument/2006/relationships/notesSlide" Target="/ppt/notesSlides/notesSlide25.xml" Id="R4fc1550b91e54f9e"/></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d3653904ee824c4b"/><Relationship Type="http://schemas.openxmlformats.org/officeDocument/2006/relationships/image" Target="../media/image.jpeg" Id="Rb2b8609e47324d47"/><Relationship Type="http://schemas.openxmlformats.org/officeDocument/2006/relationships/notesSlide" Target="/ppt/notesSlides/notesSlide26.xml" Id="Re9a9f76c5b3f4956"/></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2b8cc5bd8e4a4993"/><Relationship Type="http://schemas.openxmlformats.org/officeDocument/2006/relationships/image" Target="../media/image.jpeg" Id="R37ffe9f22cd94693"/><Relationship Type="http://schemas.openxmlformats.org/officeDocument/2006/relationships/notesSlide" Target="/ppt/notesSlides/notesSlide27.xml" Id="R9651948dee154cd6"/></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94f6d5bc4f81406d"/><Relationship Type="http://schemas.openxmlformats.org/officeDocument/2006/relationships/image" Target="../media/image.jpeg" Id="R1f0941c58b3b403a"/><Relationship Type="http://schemas.openxmlformats.org/officeDocument/2006/relationships/notesSlide" Target="/ppt/notesSlides/notesSlide28.xml" Id="R3b84ae0c28154a45"/></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cfde752e9b5345fa"/><Relationship Type="http://schemas.openxmlformats.org/officeDocument/2006/relationships/image" Target="../media/image.jpeg" Id="R23c94ac717454a21"/><Relationship Type="http://schemas.openxmlformats.org/officeDocument/2006/relationships/notesSlide" Target="/ppt/notesSlides/notesSlide29.xml" Id="R974d98dcdb08487c"/></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070afdeeae6c4649"/><Relationship Type="http://schemas.openxmlformats.org/officeDocument/2006/relationships/image" Target="../media/image.jpeg" Id="R837ef544ae7e4051"/><Relationship Type="http://schemas.openxmlformats.org/officeDocument/2006/relationships/notesSlide" Target="/ppt/notesSlides/notesSlide30.xml" Id="Rb41470d4c78a47e1"/></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5cb0196428054302"/><Relationship Type="http://schemas.openxmlformats.org/officeDocument/2006/relationships/image" Target="../media/image.jpeg" Id="Rd9619e7c68e54ff2"/><Relationship Type="http://schemas.openxmlformats.org/officeDocument/2006/relationships/notesSlide" Target="/ppt/notesSlides/notesSlide31.xml" Id="R69d335a60bf54050"/></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cbd6a1193d0c4e0b"/><Relationship Type="http://schemas.openxmlformats.org/officeDocument/2006/relationships/image" Target="../media/image.jpeg" Id="Ra8d60a9a285042e8"/><Relationship Type="http://schemas.openxmlformats.org/officeDocument/2006/relationships/notesSlide" Target="/ppt/notesSlides/notesSlide32.xml" Id="R16694f864a094e48"/></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8A1383EC-45DE-45E8-B44D-FA06B0956239}"/>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5DB40E3C-127C-4364-BCDB-E305B698CE60}"/>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Opening · 0 min · 00 to 00</a:t>
            </a:r>
          </a:p>
        </p:txBody>
      </p:sp>
      <p:sp>
        <p:nvSpPr>
          <p:cNvPr id="3" name="slide-title">
            <a:extLst xmlns:a="http://schemas.openxmlformats.org/drawingml/2006/main">
              <a:ext uri="{FF2B5EF4-FFF2-40B4-BE49-F238E27FC236}">
                <a16:creationId xmlns:a16="http://schemas.microsoft.com/office/drawing/2014/main" id="{686DFC5A-7DAE-43C0-A7D3-540418A1C77C}"/>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Map symbols and grid references</a:t>
            </a:r>
          </a:p>
        </p:txBody>
      </p:sp>
      <p:pic>
        <p:nvPicPr>
          <p:cNvPr id="4" name="">
            <a:extLst xmlns:a="http://schemas.openxmlformats.org/drawingml/2006/main">
              <a:ext uri="{FF2B5EF4-FFF2-40B4-BE49-F238E27FC236}">
                <a16:creationId xmlns:a16="http://schemas.microsoft.com/office/drawing/2014/main" id="{19546DF0-FE26-4FA5-AC97-80255106A388}"/>
              </a:ext>
            </a:extLst>
          </p:cNvPr>
          <p:cNvPicPr>
            <a:picLocks xmlns:a="http://schemas.openxmlformats.org/drawingml/2006/main" noChangeAspect="1"/>
          </p:cNvPicPr>
          <p:nvPr/>
        </p:nvPicPr>
        <p:blipFill>
          <a:blip xmlns:r="http://schemas.openxmlformats.org/officeDocument/2006/relationships" xmlns:a="http://schemas.openxmlformats.org/drawingml/2006/main" r:embed="Rd91338c9b0184b60"/>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CF5B57C6-D5A3-4661-9EE7-768604257939}"/>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DE205EB7-9921-4FD0-8A13-F84E39B860E6}"/>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E7AAC4CA-167D-4DDB-972F-29D17B4A326F}"/>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95020F34-0114-49CC-B309-C8063CA619CF}"/>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5FA5E617-B034-4635-98F3-958781255975}"/>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5CF084BE-E4F1-43AE-A95D-B06D36C1C6D2}"/>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F95D2560-BC29-48A0-9D6A-966E66E5814A}"/>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2" name="licence-footer">
            <a:extLst xmlns:a="http://schemas.openxmlformats.org/drawingml/2006/main">
              <a:ext uri="{FF2B5EF4-FFF2-40B4-BE49-F238E27FC236}">
                <a16:creationId xmlns:a16="http://schemas.microsoft.com/office/drawing/2014/main" id="{98055826-B9AB-4449-BBEF-6D517A66F226}"/>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B4B0CCFC-2584-464F-9C7F-88E8DE14590B}"/>
              </a:ext>
            </a:extLst>
          </p:cNvPr>
          <p:cNvSpPr>
            <a:spLocks xmlns:a="http://schemas.openxmlformats.org/drawingml/2006/main" noGrp="1"/>
          </p:cNvSpPr>
          <p:nvPr/>
        </p:nvSpPr>
        <p:spPr>
          <a:xfrm xmlns:a="http://schemas.openxmlformats.org/drawingml/2006/main">
            <a:off x="381000" y="1409700"/>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Learning goal</a:t>
            </a:r>
          </a:p>
        </p:txBody>
      </p:sp>
      <p:sp>
        <p:nvSpPr>
          <p:cNvPr id="14" name="body-1">
            <a:extLst xmlns:a="http://schemas.openxmlformats.org/drawingml/2006/main">
              <a:ext uri="{FF2B5EF4-FFF2-40B4-BE49-F238E27FC236}">
                <a16:creationId xmlns:a16="http://schemas.microsoft.com/office/drawing/2014/main" id="{9340C783-9031-4EDB-A782-4939538468E9}"/>
              </a:ext>
            </a:extLst>
          </p:cNvPr>
          <p:cNvSpPr>
            <a:spLocks xmlns:a="http://schemas.openxmlformats.org/drawingml/2006/main" noGrp="1"/>
          </p:cNvSpPr>
          <p:nvPr/>
        </p:nvSpPr>
        <p:spPr>
          <a:xfrm xmlns:a="http://schemas.openxmlformats.org/drawingml/2006/main">
            <a:off x="381000" y="1951292"/>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use a map key and grid references to locate features.</a:t>
            </a:r>
          </a:p>
        </p:txBody>
      </p:sp>
      <p:sp>
        <p:nvSpPr>
          <p:cNvPr id="15" name="body-2">
            <a:extLst xmlns:a="http://schemas.openxmlformats.org/drawingml/2006/main">
              <a:ext uri="{FF2B5EF4-FFF2-40B4-BE49-F238E27FC236}">
                <a16:creationId xmlns:a16="http://schemas.microsoft.com/office/drawing/2014/main" id="{79230D5C-BF66-4B11-A667-A2502232AC2D}"/>
              </a:ext>
            </a:extLst>
          </p:cNvPr>
          <p:cNvSpPr>
            <a:spLocks xmlns:a="http://schemas.openxmlformats.org/drawingml/2006/main" noGrp="1"/>
          </p:cNvSpPr>
          <p:nvPr/>
        </p:nvSpPr>
        <p:spPr>
          <a:xfrm xmlns:a="http://schemas.openxmlformats.org/drawingml/2006/main">
            <a:off x="381000" y="2492883"/>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Today I can</a:t>
            </a:r>
          </a:p>
        </p:txBody>
      </p:sp>
      <p:sp>
        <p:nvSpPr>
          <p:cNvPr id="16" name="body-3">
            <a:extLst xmlns:a="http://schemas.openxmlformats.org/drawingml/2006/main">
              <a:ext uri="{FF2B5EF4-FFF2-40B4-BE49-F238E27FC236}">
                <a16:creationId xmlns:a16="http://schemas.microsoft.com/office/drawing/2014/main" id="{85663620-6E70-48CF-BEBF-2200DBA5CA0A}"/>
              </a:ext>
            </a:extLst>
          </p:cNvPr>
          <p:cNvSpPr>
            <a:spLocks xmlns:a="http://schemas.openxmlformats.org/drawingml/2006/main" noGrp="1"/>
          </p:cNvSpPr>
          <p:nvPr/>
        </p:nvSpPr>
        <p:spPr>
          <a:xfrm xmlns:a="http://schemas.openxmlformats.org/drawingml/2006/main">
            <a:off x="381000" y="3034475"/>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identify features using the key.</a:t>
            </a:r>
          </a:p>
        </p:txBody>
      </p:sp>
      <p:sp>
        <p:nvSpPr>
          <p:cNvPr id="17" name="body-4">
            <a:extLst xmlns:a="http://schemas.openxmlformats.org/drawingml/2006/main">
              <a:ext uri="{FF2B5EF4-FFF2-40B4-BE49-F238E27FC236}">
                <a16:creationId xmlns:a16="http://schemas.microsoft.com/office/drawing/2014/main" id="{BFCE1361-A6FB-47ED-9A4D-EF5C8E414654}"/>
              </a:ext>
            </a:extLst>
          </p:cNvPr>
          <p:cNvSpPr>
            <a:spLocks xmlns:a="http://schemas.openxmlformats.org/drawingml/2006/main" noGrp="1"/>
          </p:cNvSpPr>
          <p:nvPr/>
        </p:nvSpPr>
        <p:spPr>
          <a:xfrm xmlns:a="http://schemas.openxmlformats.org/drawingml/2006/main">
            <a:off x="381000" y="3576066"/>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give a four-figure grid reference and direction.</a:t>
            </a:r>
          </a:p>
        </p:txBody>
      </p:sp>
      <p:sp>
        <p:nvSpPr>
          <p:cNvPr id="18" name="body-5">
            <a:extLst xmlns:a="http://schemas.openxmlformats.org/drawingml/2006/main">
              <a:ext uri="{FF2B5EF4-FFF2-40B4-BE49-F238E27FC236}">
                <a16:creationId xmlns:a16="http://schemas.microsoft.com/office/drawing/2014/main" id="{9930AB99-8E56-4AD9-9FA2-6BB093A7F567}"/>
              </a:ext>
            </a:extLst>
          </p:cNvPr>
          <p:cNvSpPr>
            <a:spLocks xmlns:a="http://schemas.openxmlformats.org/drawingml/2006/main" noGrp="1"/>
          </p:cNvSpPr>
          <p:nvPr/>
        </p:nvSpPr>
        <p:spPr>
          <a:xfrm xmlns:a="http://schemas.openxmlformats.org/drawingml/2006/main">
            <a:off x="381000" y="4117658"/>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explain what a reference shows and what it leaves out.</a:t>
            </a:r>
          </a:p>
        </p:txBody>
      </p:sp>
      <p:sp>
        <p:nvSpPr>
          <p:cNvPr id="19" name="body-6">
            <a:extLst xmlns:a="http://schemas.openxmlformats.org/drawingml/2006/main">
              <a:ext uri="{FF2B5EF4-FFF2-40B4-BE49-F238E27FC236}">
                <a16:creationId xmlns:a16="http://schemas.microsoft.com/office/drawing/2014/main" id="{5A384D8A-BE7F-4AC5-B8D7-CE7D081CC107}"/>
              </a:ext>
            </a:extLst>
          </p:cNvPr>
          <p:cNvSpPr>
            <a:spLocks xmlns:a="http://schemas.openxmlformats.org/drawingml/2006/main" noGrp="1"/>
          </p:cNvSpPr>
          <p:nvPr/>
        </p:nvSpPr>
        <p:spPr>
          <a:xfrm xmlns:a="http://schemas.openxmlformats.org/drawingml/2006/main">
            <a:off x="381000" y="465924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can point, speak, sign, use symbols, draw or write.</a:t>
            </a:r>
          </a:p>
        </p:txBody>
      </p:sp>
      <p:sp>
        <p:nvSpPr>
          <p:cNvPr id="20" name="body-7">
            <a:extLst xmlns:a="http://schemas.openxmlformats.org/drawingml/2006/main">
              <a:ext uri="{FF2B5EF4-FFF2-40B4-BE49-F238E27FC236}">
                <a16:creationId xmlns:a16="http://schemas.microsoft.com/office/drawing/2014/main" id="{875D5C5B-4158-463D-85BE-56560BAFF0FB}"/>
              </a:ext>
            </a:extLst>
          </p:cNvPr>
          <p:cNvSpPr>
            <a:spLocks xmlns:a="http://schemas.openxmlformats.org/drawingml/2006/main" noGrp="1"/>
          </p:cNvSpPr>
          <p:nvPr/>
        </p:nvSpPr>
        <p:spPr>
          <a:xfrm xmlns:a="http://schemas.openxmlformats.org/drawingml/2006/main">
            <a:off x="381000" y="520084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may pass. Your answer can be given privately.</a:t>
            </a:r>
          </a:p>
        </p:txBody>
      </p:sp>
    </p:spTree>
    <p:extLst>
      <p:ext uri="{BB962C8B-B14F-4D97-AF65-F5344CB8AC3E}">
        <p14:creationId xmlns:p14="http://schemas.microsoft.com/office/powerpoint/2010/main" val="19772701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 name="lesson-header">
            <a:extLst xmlns:a="http://schemas.openxmlformats.org/drawingml/2006/main">
              <a:ext uri="{FF2B5EF4-FFF2-40B4-BE49-F238E27FC236}">
                <a16:creationId xmlns:a16="http://schemas.microsoft.com/office/drawing/2014/main" id="{564C3833-C6AC-41F5-9FAE-C42B68667C94}"/>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B2EC0866-C2AA-4DD0-9868-86AF547D3693}"/>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77E2263D-CF9B-43E7-99A7-66F0E7343736}"/>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Arrival</a:t>
            </a:r>
          </a:p>
        </p:txBody>
      </p:sp>
      <p:pic>
        <p:nvPicPr>
          <p:cNvPr id="4" name="">
            <a:extLst xmlns:a="http://schemas.openxmlformats.org/drawingml/2006/main">
              <a:ext uri="{FF2B5EF4-FFF2-40B4-BE49-F238E27FC236}">
                <a16:creationId xmlns:a16="http://schemas.microsoft.com/office/drawing/2014/main" id="{366CD290-E12E-44AE-B355-C67FB1031624}"/>
              </a:ext>
            </a:extLst>
          </p:cNvPr>
          <p:cNvPicPr>
            <a:picLocks xmlns:a="http://schemas.openxmlformats.org/drawingml/2006/main" noChangeAspect="1"/>
          </p:cNvPicPr>
          <p:nvPr/>
        </p:nvPicPr>
        <p:blipFill>
          <a:blip xmlns:r="http://schemas.openxmlformats.org/officeDocument/2006/relationships" xmlns:a="http://schemas.openxmlformats.org/drawingml/2006/main" r:embed="R74bdc101e56b4b05"/>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6ED707A3-CC64-49CC-A255-FA8A88DC9F16}"/>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96FCFD6D-04EF-4BCE-AB7F-655967DF0295}"/>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DFA5C159-4273-40FF-8272-910512FE664E}"/>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C3455725-80D8-425A-942E-BB64BF7ED331}"/>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44083822-395D-4F3D-BC60-6FA8B7BC2B8D}"/>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2ABD39E9-2DF9-441A-8D99-8629B43AEC74}"/>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CA44A20D-D5A3-4A58-B057-8FA02489DF01}"/>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2" name="licence-footer">
            <a:extLst xmlns:a="http://schemas.openxmlformats.org/drawingml/2006/main">
              <a:ext uri="{FF2B5EF4-FFF2-40B4-BE49-F238E27FC236}">
                <a16:creationId xmlns:a16="http://schemas.microsoft.com/office/drawing/2014/main" id="{D6A9DBF1-7228-41D8-A856-16009CB3E61B}"/>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figure-practice_grid-0">
            <a:extLst xmlns:a="http://schemas.openxmlformats.org/drawingml/2006/main">
              <a:ext uri="{FF2B5EF4-FFF2-40B4-BE49-F238E27FC236}">
                <a16:creationId xmlns:a16="http://schemas.microsoft.com/office/drawing/2014/main" id="{F9CE3BAD-58C6-47D9-8F00-732B43210CF7}"/>
              </a:ext>
            </a:extLst>
          </p:cNvPr>
          <p:cNvSpPr>
            <a:spLocks xmlns:a="http://schemas.openxmlformats.org/drawingml/2006/main" noGrp="1"/>
          </p:cNvSpPr>
          <p:nvPr/>
        </p:nvSpPr>
        <p:spPr>
          <a:xfrm xmlns:a="http://schemas.openxmlformats.org/drawingml/2006/main">
            <a:off x="2019731" y="1427240"/>
            <a:ext cx="328249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An invented settlement: practice map.</a:t>
            </a:r>
          </a:p>
        </p:txBody>
      </p:sp>
      <p:sp>
        <p:nvSpPr>
          <p:cNvPr id="14" name="figure-practice_grid-1">
            <a:extLst xmlns:a="http://schemas.openxmlformats.org/drawingml/2006/main">
              <a:ext uri="{FF2B5EF4-FFF2-40B4-BE49-F238E27FC236}">
                <a16:creationId xmlns:a16="http://schemas.microsoft.com/office/drawing/2014/main" id="{A0BCC120-4963-4620-9AC4-138E8EC9A9E2}"/>
              </a:ext>
            </a:extLst>
          </p:cNvPr>
          <p:cNvSpPr>
            <a:spLocks xmlns:a="http://schemas.openxmlformats.org/drawingml/2006/main" noGrp="1"/>
          </p:cNvSpPr>
          <p:nvPr/>
        </p:nvSpPr>
        <p:spPr>
          <a:xfrm xmlns:a="http://schemas.openxmlformats.org/drawingml/2006/main">
            <a:off x="204068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15" name="figure-practice_grid-2">
            <a:extLst xmlns:a="http://schemas.openxmlformats.org/drawingml/2006/main">
              <a:ext uri="{FF2B5EF4-FFF2-40B4-BE49-F238E27FC236}">
                <a16:creationId xmlns:a16="http://schemas.microsoft.com/office/drawing/2014/main" id="{EA218B6D-6689-4D59-B6DB-C75F85B03BC1}"/>
              </a:ext>
            </a:extLst>
          </p:cNvPr>
          <p:cNvSpPr>
            <a:spLocks xmlns:a="http://schemas.openxmlformats.org/drawingml/2006/main" noGrp="1"/>
          </p:cNvSpPr>
          <p:nvPr/>
        </p:nvSpPr>
        <p:spPr>
          <a:xfrm xmlns:a="http://schemas.openxmlformats.org/drawingml/2006/main">
            <a:off x="2040686" y="192027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16" name="figure-practice_grid-3">
            <a:extLst xmlns:a="http://schemas.openxmlformats.org/drawingml/2006/main">
              <a:ext uri="{FF2B5EF4-FFF2-40B4-BE49-F238E27FC236}">
                <a16:creationId xmlns:a16="http://schemas.microsoft.com/office/drawing/2014/main" id="{F7C89FFE-92EC-4962-B09E-91056DA2D324}"/>
              </a:ext>
            </a:extLst>
          </p:cNvPr>
          <p:cNvSpPr>
            <a:spLocks xmlns:a="http://schemas.openxmlformats.org/drawingml/2006/main" noGrp="1"/>
          </p:cNvSpPr>
          <p:nvPr/>
        </p:nvSpPr>
        <p:spPr>
          <a:xfrm xmlns:a="http://schemas.openxmlformats.org/drawingml/2006/main">
            <a:off x="213054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17" name="figure-practice_grid-4">
            <a:extLst xmlns:a="http://schemas.openxmlformats.org/drawingml/2006/main">
              <a:ext uri="{FF2B5EF4-FFF2-40B4-BE49-F238E27FC236}">
                <a16:creationId xmlns:a16="http://schemas.microsoft.com/office/drawing/2014/main" id="{1E8F4490-A1E3-43B1-A77E-128D74296D4B}"/>
              </a:ext>
            </a:extLst>
          </p:cNvPr>
          <p:cNvSpPr>
            <a:spLocks xmlns:a="http://schemas.openxmlformats.org/drawingml/2006/main" noGrp="1"/>
          </p:cNvSpPr>
          <p:nvPr/>
        </p:nvSpPr>
        <p:spPr>
          <a:xfrm xmlns:a="http://schemas.openxmlformats.org/drawingml/2006/main">
            <a:off x="2040686" y="201013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18" name="figure-practice_grid-5">
            <a:extLst xmlns:a="http://schemas.openxmlformats.org/drawingml/2006/main">
              <a:ext uri="{FF2B5EF4-FFF2-40B4-BE49-F238E27FC236}">
                <a16:creationId xmlns:a16="http://schemas.microsoft.com/office/drawing/2014/main" id="{FC985FB2-8BCD-42EF-83EE-3CFEE0C28B09}"/>
              </a:ext>
            </a:extLst>
          </p:cNvPr>
          <p:cNvSpPr>
            <a:spLocks xmlns:a="http://schemas.openxmlformats.org/drawingml/2006/main" noGrp="1"/>
          </p:cNvSpPr>
          <p:nvPr/>
        </p:nvSpPr>
        <p:spPr>
          <a:xfrm xmlns:a="http://schemas.openxmlformats.org/drawingml/2006/main">
            <a:off x="222040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19" name="figure-practice_grid-6">
            <a:extLst xmlns:a="http://schemas.openxmlformats.org/drawingml/2006/main">
              <a:ext uri="{FF2B5EF4-FFF2-40B4-BE49-F238E27FC236}">
                <a16:creationId xmlns:a16="http://schemas.microsoft.com/office/drawing/2014/main" id="{183198C7-9174-4B29-B770-A9C454B97119}"/>
              </a:ext>
            </a:extLst>
          </p:cNvPr>
          <p:cNvSpPr>
            <a:spLocks xmlns:a="http://schemas.openxmlformats.org/drawingml/2006/main" noGrp="1"/>
          </p:cNvSpPr>
          <p:nvPr/>
        </p:nvSpPr>
        <p:spPr>
          <a:xfrm xmlns:a="http://schemas.openxmlformats.org/drawingml/2006/main">
            <a:off x="2040686" y="209999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0" name="figure-practice_grid-7">
            <a:extLst xmlns:a="http://schemas.openxmlformats.org/drawingml/2006/main">
              <a:ext uri="{FF2B5EF4-FFF2-40B4-BE49-F238E27FC236}">
                <a16:creationId xmlns:a16="http://schemas.microsoft.com/office/drawing/2014/main" id="{837945E9-50E4-423D-A3B2-95A321AF8769}"/>
              </a:ext>
            </a:extLst>
          </p:cNvPr>
          <p:cNvSpPr>
            <a:spLocks xmlns:a="http://schemas.openxmlformats.org/drawingml/2006/main" noGrp="1"/>
          </p:cNvSpPr>
          <p:nvPr/>
        </p:nvSpPr>
        <p:spPr>
          <a:xfrm xmlns:a="http://schemas.openxmlformats.org/drawingml/2006/main">
            <a:off x="231026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1" name="figure-practice_grid-8">
            <a:extLst xmlns:a="http://schemas.openxmlformats.org/drawingml/2006/main">
              <a:ext uri="{FF2B5EF4-FFF2-40B4-BE49-F238E27FC236}">
                <a16:creationId xmlns:a16="http://schemas.microsoft.com/office/drawing/2014/main" id="{B4387D6A-688E-4722-9A67-95E2DF38A90F}"/>
              </a:ext>
            </a:extLst>
          </p:cNvPr>
          <p:cNvSpPr>
            <a:spLocks xmlns:a="http://schemas.openxmlformats.org/drawingml/2006/main" noGrp="1"/>
          </p:cNvSpPr>
          <p:nvPr/>
        </p:nvSpPr>
        <p:spPr>
          <a:xfrm xmlns:a="http://schemas.openxmlformats.org/drawingml/2006/main">
            <a:off x="2040686" y="218985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2" name="figure-practice_grid-9">
            <a:extLst xmlns:a="http://schemas.openxmlformats.org/drawingml/2006/main">
              <a:ext uri="{FF2B5EF4-FFF2-40B4-BE49-F238E27FC236}">
                <a16:creationId xmlns:a16="http://schemas.microsoft.com/office/drawing/2014/main" id="{4060C9B2-BC2D-4C2F-AE26-A90A2B46F76B}"/>
              </a:ext>
            </a:extLst>
          </p:cNvPr>
          <p:cNvSpPr>
            <a:spLocks xmlns:a="http://schemas.openxmlformats.org/drawingml/2006/main" noGrp="1"/>
          </p:cNvSpPr>
          <p:nvPr/>
        </p:nvSpPr>
        <p:spPr>
          <a:xfrm xmlns:a="http://schemas.openxmlformats.org/drawingml/2006/main">
            <a:off x="240012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3" name="figure-practice_grid-10">
            <a:extLst xmlns:a="http://schemas.openxmlformats.org/drawingml/2006/main">
              <a:ext uri="{FF2B5EF4-FFF2-40B4-BE49-F238E27FC236}">
                <a16:creationId xmlns:a16="http://schemas.microsoft.com/office/drawing/2014/main" id="{276B068F-0E46-41AA-9E65-E9E5C3AA5485}"/>
              </a:ext>
            </a:extLst>
          </p:cNvPr>
          <p:cNvSpPr>
            <a:spLocks xmlns:a="http://schemas.openxmlformats.org/drawingml/2006/main" noGrp="1"/>
          </p:cNvSpPr>
          <p:nvPr/>
        </p:nvSpPr>
        <p:spPr>
          <a:xfrm xmlns:a="http://schemas.openxmlformats.org/drawingml/2006/main">
            <a:off x="2040686" y="227971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4" name="figure-practice_grid-11">
            <a:extLst xmlns:a="http://schemas.openxmlformats.org/drawingml/2006/main">
              <a:ext uri="{FF2B5EF4-FFF2-40B4-BE49-F238E27FC236}">
                <a16:creationId xmlns:a16="http://schemas.microsoft.com/office/drawing/2014/main" id="{13CF907A-7A3B-4B20-8875-2A5A666E06F0}"/>
              </a:ext>
            </a:extLst>
          </p:cNvPr>
          <p:cNvSpPr>
            <a:spLocks xmlns:a="http://schemas.openxmlformats.org/drawingml/2006/main" noGrp="1"/>
          </p:cNvSpPr>
          <p:nvPr/>
        </p:nvSpPr>
        <p:spPr>
          <a:xfrm xmlns:a="http://schemas.openxmlformats.org/drawingml/2006/main">
            <a:off x="248997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5" name="figure-practice_grid-12">
            <a:extLst xmlns:a="http://schemas.openxmlformats.org/drawingml/2006/main">
              <a:ext uri="{FF2B5EF4-FFF2-40B4-BE49-F238E27FC236}">
                <a16:creationId xmlns:a16="http://schemas.microsoft.com/office/drawing/2014/main" id="{EC603F9D-7ADF-4CF5-8C39-46E28576560D}"/>
              </a:ext>
            </a:extLst>
          </p:cNvPr>
          <p:cNvSpPr>
            <a:spLocks xmlns:a="http://schemas.openxmlformats.org/drawingml/2006/main" noGrp="1"/>
          </p:cNvSpPr>
          <p:nvPr/>
        </p:nvSpPr>
        <p:spPr>
          <a:xfrm xmlns:a="http://schemas.openxmlformats.org/drawingml/2006/main">
            <a:off x="2040686" y="236956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6" name="figure-practice_grid-13">
            <a:extLst xmlns:a="http://schemas.openxmlformats.org/drawingml/2006/main">
              <a:ext uri="{FF2B5EF4-FFF2-40B4-BE49-F238E27FC236}">
                <a16:creationId xmlns:a16="http://schemas.microsoft.com/office/drawing/2014/main" id="{AB9FCE73-C149-4DFE-9ADF-4BB8793105FD}"/>
              </a:ext>
            </a:extLst>
          </p:cNvPr>
          <p:cNvSpPr>
            <a:spLocks xmlns:a="http://schemas.openxmlformats.org/drawingml/2006/main" noGrp="1"/>
          </p:cNvSpPr>
          <p:nvPr/>
        </p:nvSpPr>
        <p:spPr>
          <a:xfrm xmlns:a="http://schemas.openxmlformats.org/drawingml/2006/main">
            <a:off x="257983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7" name="figure-practice_grid-14">
            <a:extLst xmlns:a="http://schemas.openxmlformats.org/drawingml/2006/main">
              <a:ext uri="{FF2B5EF4-FFF2-40B4-BE49-F238E27FC236}">
                <a16:creationId xmlns:a16="http://schemas.microsoft.com/office/drawing/2014/main" id="{ADE2AC23-15A3-4DF1-8D6E-4466797A5837}"/>
              </a:ext>
            </a:extLst>
          </p:cNvPr>
          <p:cNvSpPr>
            <a:spLocks xmlns:a="http://schemas.openxmlformats.org/drawingml/2006/main" noGrp="1"/>
          </p:cNvSpPr>
          <p:nvPr/>
        </p:nvSpPr>
        <p:spPr>
          <a:xfrm xmlns:a="http://schemas.openxmlformats.org/drawingml/2006/main">
            <a:off x="2040686" y="245942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8" name="figure-practice_grid-15">
            <a:extLst xmlns:a="http://schemas.openxmlformats.org/drawingml/2006/main">
              <a:ext uri="{FF2B5EF4-FFF2-40B4-BE49-F238E27FC236}">
                <a16:creationId xmlns:a16="http://schemas.microsoft.com/office/drawing/2014/main" id="{9C5FA568-0A3A-40A4-9AA9-59D680E57E1E}"/>
              </a:ext>
            </a:extLst>
          </p:cNvPr>
          <p:cNvSpPr>
            <a:spLocks xmlns:a="http://schemas.openxmlformats.org/drawingml/2006/main" noGrp="1"/>
          </p:cNvSpPr>
          <p:nvPr/>
        </p:nvSpPr>
        <p:spPr>
          <a:xfrm xmlns:a="http://schemas.openxmlformats.org/drawingml/2006/main">
            <a:off x="266969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9" name="figure-practice_grid-16">
            <a:extLst xmlns:a="http://schemas.openxmlformats.org/drawingml/2006/main">
              <a:ext uri="{FF2B5EF4-FFF2-40B4-BE49-F238E27FC236}">
                <a16:creationId xmlns:a16="http://schemas.microsoft.com/office/drawing/2014/main" id="{78A76077-8AA2-4B80-8626-C9FABE847E93}"/>
              </a:ext>
            </a:extLst>
          </p:cNvPr>
          <p:cNvSpPr>
            <a:spLocks xmlns:a="http://schemas.openxmlformats.org/drawingml/2006/main" noGrp="1"/>
          </p:cNvSpPr>
          <p:nvPr/>
        </p:nvSpPr>
        <p:spPr>
          <a:xfrm xmlns:a="http://schemas.openxmlformats.org/drawingml/2006/main">
            <a:off x="2040686" y="254928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0" name="figure-practice_grid-17">
            <a:extLst xmlns:a="http://schemas.openxmlformats.org/drawingml/2006/main">
              <a:ext uri="{FF2B5EF4-FFF2-40B4-BE49-F238E27FC236}">
                <a16:creationId xmlns:a16="http://schemas.microsoft.com/office/drawing/2014/main" id="{F6025D58-FC60-4616-A5E6-8F93C14324B8}"/>
              </a:ext>
            </a:extLst>
          </p:cNvPr>
          <p:cNvSpPr>
            <a:spLocks xmlns:a="http://schemas.openxmlformats.org/drawingml/2006/main" noGrp="1"/>
          </p:cNvSpPr>
          <p:nvPr/>
        </p:nvSpPr>
        <p:spPr>
          <a:xfrm xmlns:a="http://schemas.openxmlformats.org/drawingml/2006/main">
            <a:off x="275955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1" name="figure-practice_grid-18">
            <a:extLst xmlns:a="http://schemas.openxmlformats.org/drawingml/2006/main">
              <a:ext uri="{FF2B5EF4-FFF2-40B4-BE49-F238E27FC236}">
                <a16:creationId xmlns:a16="http://schemas.microsoft.com/office/drawing/2014/main" id="{E9050B23-84F0-4A9D-8FCF-CE6D4B7C2FF6}"/>
              </a:ext>
            </a:extLst>
          </p:cNvPr>
          <p:cNvSpPr>
            <a:spLocks xmlns:a="http://schemas.openxmlformats.org/drawingml/2006/main" noGrp="1"/>
          </p:cNvSpPr>
          <p:nvPr/>
        </p:nvSpPr>
        <p:spPr>
          <a:xfrm xmlns:a="http://schemas.openxmlformats.org/drawingml/2006/main">
            <a:off x="2040686" y="263914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2" name="figure-practice_grid-19">
            <a:extLst xmlns:a="http://schemas.openxmlformats.org/drawingml/2006/main">
              <a:ext uri="{FF2B5EF4-FFF2-40B4-BE49-F238E27FC236}">
                <a16:creationId xmlns:a16="http://schemas.microsoft.com/office/drawing/2014/main" id="{0D4D290A-A058-49CB-A9DD-B31646D2C7FD}"/>
              </a:ext>
            </a:extLst>
          </p:cNvPr>
          <p:cNvSpPr>
            <a:spLocks xmlns:a="http://schemas.openxmlformats.org/drawingml/2006/main" noGrp="1"/>
          </p:cNvSpPr>
          <p:nvPr/>
        </p:nvSpPr>
        <p:spPr>
          <a:xfrm xmlns:a="http://schemas.openxmlformats.org/drawingml/2006/main">
            <a:off x="284941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3" name="figure-practice_grid-20">
            <a:extLst xmlns:a="http://schemas.openxmlformats.org/drawingml/2006/main">
              <a:ext uri="{FF2B5EF4-FFF2-40B4-BE49-F238E27FC236}">
                <a16:creationId xmlns:a16="http://schemas.microsoft.com/office/drawing/2014/main" id="{B93F37D2-10EA-44D4-8798-6335B843C188}"/>
              </a:ext>
            </a:extLst>
          </p:cNvPr>
          <p:cNvSpPr>
            <a:spLocks xmlns:a="http://schemas.openxmlformats.org/drawingml/2006/main" noGrp="1"/>
          </p:cNvSpPr>
          <p:nvPr/>
        </p:nvSpPr>
        <p:spPr>
          <a:xfrm xmlns:a="http://schemas.openxmlformats.org/drawingml/2006/main">
            <a:off x="2040686" y="272900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4" name="figure-practice_grid-21">
            <a:extLst xmlns:a="http://schemas.openxmlformats.org/drawingml/2006/main">
              <a:ext uri="{FF2B5EF4-FFF2-40B4-BE49-F238E27FC236}">
                <a16:creationId xmlns:a16="http://schemas.microsoft.com/office/drawing/2014/main" id="{8C4C8EDB-540A-4745-B34C-03907D1B0AFD}"/>
              </a:ext>
            </a:extLst>
          </p:cNvPr>
          <p:cNvSpPr>
            <a:spLocks xmlns:a="http://schemas.openxmlformats.org/drawingml/2006/main" noGrp="1"/>
          </p:cNvSpPr>
          <p:nvPr/>
        </p:nvSpPr>
        <p:spPr>
          <a:xfrm xmlns:a="http://schemas.openxmlformats.org/drawingml/2006/main">
            <a:off x="293927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35" name="figure-practice_grid-22">
            <a:extLst xmlns:a="http://schemas.openxmlformats.org/drawingml/2006/main">
              <a:ext uri="{FF2B5EF4-FFF2-40B4-BE49-F238E27FC236}">
                <a16:creationId xmlns:a16="http://schemas.microsoft.com/office/drawing/2014/main" id="{15DF37C5-A67B-4D25-8A79-D8F9B0A55CA2}"/>
              </a:ext>
            </a:extLst>
          </p:cNvPr>
          <p:cNvSpPr>
            <a:spLocks xmlns:a="http://schemas.openxmlformats.org/drawingml/2006/main" noGrp="1"/>
          </p:cNvSpPr>
          <p:nvPr/>
        </p:nvSpPr>
        <p:spPr>
          <a:xfrm xmlns:a="http://schemas.openxmlformats.org/drawingml/2006/main">
            <a:off x="2040686" y="281886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36" name="figure-practice_grid-23">
            <a:extLst xmlns:a="http://schemas.openxmlformats.org/drawingml/2006/main">
              <a:ext uri="{FF2B5EF4-FFF2-40B4-BE49-F238E27FC236}">
                <a16:creationId xmlns:a16="http://schemas.microsoft.com/office/drawing/2014/main" id="{1CC16CC2-B1BC-4FCB-8109-4734A20F9BBB}"/>
              </a:ext>
            </a:extLst>
          </p:cNvPr>
          <p:cNvSpPr>
            <a:spLocks xmlns:a="http://schemas.openxmlformats.org/drawingml/2006/main" noGrp="1"/>
          </p:cNvSpPr>
          <p:nvPr/>
        </p:nvSpPr>
        <p:spPr>
          <a:xfrm xmlns:a="http://schemas.openxmlformats.org/drawingml/2006/main">
            <a:off x="302913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7" name="figure-practice_grid-24">
            <a:extLst xmlns:a="http://schemas.openxmlformats.org/drawingml/2006/main">
              <a:ext uri="{FF2B5EF4-FFF2-40B4-BE49-F238E27FC236}">
                <a16:creationId xmlns:a16="http://schemas.microsoft.com/office/drawing/2014/main" id="{9336AF0E-E184-44D5-BAFA-64E64D22B27C}"/>
              </a:ext>
            </a:extLst>
          </p:cNvPr>
          <p:cNvSpPr>
            <a:spLocks xmlns:a="http://schemas.openxmlformats.org/drawingml/2006/main" noGrp="1"/>
          </p:cNvSpPr>
          <p:nvPr/>
        </p:nvSpPr>
        <p:spPr>
          <a:xfrm xmlns:a="http://schemas.openxmlformats.org/drawingml/2006/main">
            <a:off x="2040686" y="290871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8" name="figure-practice_grid-25">
            <a:extLst xmlns:a="http://schemas.openxmlformats.org/drawingml/2006/main">
              <a:ext uri="{FF2B5EF4-FFF2-40B4-BE49-F238E27FC236}">
                <a16:creationId xmlns:a16="http://schemas.microsoft.com/office/drawing/2014/main" id="{D60A3E5C-36DB-48F7-A73C-4D21684CA5C3}"/>
              </a:ext>
            </a:extLst>
          </p:cNvPr>
          <p:cNvSpPr>
            <a:spLocks xmlns:a="http://schemas.openxmlformats.org/drawingml/2006/main" noGrp="1"/>
          </p:cNvSpPr>
          <p:nvPr/>
        </p:nvSpPr>
        <p:spPr>
          <a:xfrm xmlns:a="http://schemas.openxmlformats.org/drawingml/2006/main">
            <a:off x="311898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9" name="figure-practice_grid-26">
            <a:extLst xmlns:a="http://schemas.openxmlformats.org/drawingml/2006/main">
              <a:ext uri="{FF2B5EF4-FFF2-40B4-BE49-F238E27FC236}">
                <a16:creationId xmlns:a16="http://schemas.microsoft.com/office/drawing/2014/main" id="{A43AE5E1-FB8F-4C59-83E8-60510EEECD80}"/>
              </a:ext>
            </a:extLst>
          </p:cNvPr>
          <p:cNvSpPr>
            <a:spLocks xmlns:a="http://schemas.openxmlformats.org/drawingml/2006/main" noGrp="1"/>
          </p:cNvSpPr>
          <p:nvPr/>
        </p:nvSpPr>
        <p:spPr>
          <a:xfrm xmlns:a="http://schemas.openxmlformats.org/drawingml/2006/main">
            <a:off x="2040686" y="299857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0" name="figure-practice_grid-27">
            <a:extLst xmlns:a="http://schemas.openxmlformats.org/drawingml/2006/main">
              <a:ext uri="{FF2B5EF4-FFF2-40B4-BE49-F238E27FC236}">
                <a16:creationId xmlns:a16="http://schemas.microsoft.com/office/drawing/2014/main" id="{39E28C67-DC80-406D-835E-1B7947774D7E}"/>
              </a:ext>
            </a:extLst>
          </p:cNvPr>
          <p:cNvSpPr>
            <a:spLocks xmlns:a="http://schemas.openxmlformats.org/drawingml/2006/main" noGrp="1"/>
          </p:cNvSpPr>
          <p:nvPr/>
        </p:nvSpPr>
        <p:spPr>
          <a:xfrm xmlns:a="http://schemas.openxmlformats.org/drawingml/2006/main">
            <a:off x="320884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1" name="figure-practice_grid-28">
            <a:extLst xmlns:a="http://schemas.openxmlformats.org/drawingml/2006/main">
              <a:ext uri="{FF2B5EF4-FFF2-40B4-BE49-F238E27FC236}">
                <a16:creationId xmlns:a16="http://schemas.microsoft.com/office/drawing/2014/main" id="{0DFB4285-91B7-40E7-BA47-ED7AD6F208E2}"/>
              </a:ext>
            </a:extLst>
          </p:cNvPr>
          <p:cNvSpPr>
            <a:spLocks xmlns:a="http://schemas.openxmlformats.org/drawingml/2006/main" noGrp="1"/>
          </p:cNvSpPr>
          <p:nvPr/>
        </p:nvSpPr>
        <p:spPr>
          <a:xfrm xmlns:a="http://schemas.openxmlformats.org/drawingml/2006/main">
            <a:off x="2040686" y="308843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2" name="figure-practice_grid-29">
            <a:extLst xmlns:a="http://schemas.openxmlformats.org/drawingml/2006/main">
              <a:ext uri="{FF2B5EF4-FFF2-40B4-BE49-F238E27FC236}">
                <a16:creationId xmlns:a16="http://schemas.microsoft.com/office/drawing/2014/main" id="{84689E73-7D62-4043-9DFF-596A8E60784F}"/>
              </a:ext>
            </a:extLst>
          </p:cNvPr>
          <p:cNvSpPr>
            <a:spLocks xmlns:a="http://schemas.openxmlformats.org/drawingml/2006/main" noGrp="1"/>
          </p:cNvSpPr>
          <p:nvPr/>
        </p:nvSpPr>
        <p:spPr>
          <a:xfrm xmlns:a="http://schemas.openxmlformats.org/drawingml/2006/main">
            <a:off x="329870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3" name="figure-practice_grid-30">
            <a:extLst xmlns:a="http://schemas.openxmlformats.org/drawingml/2006/main">
              <a:ext uri="{FF2B5EF4-FFF2-40B4-BE49-F238E27FC236}">
                <a16:creationId xmlns:a16="http://schemas.microsoft.com/office/drawing/2014/main" id="{558D32C3-418C-4917-819B-35AA6DA1A46A}"/>
              </a:ext>
            </a:extLst>
          </p:cNvPr>
          <p:cNvSpPr>
            <a:spLocks xmlns:a="http://schemas.openxmlformats.org/drawingml/2006/main" noGrp="1"/>
          </p:cNvSpPr>
          <p:nvPr/>
        </p:nvSpPr>
        <p:spPr>
          <a:xfrm xmlns:a="http://schemas.openxmlformats.org/drawingml/2006/main">
            <a:off x="2040686" y="317829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4" name="figure-practice_grid-31">
            <a:extLst xmlns:a="http://schemas.openxmlformats.org/drawingml/2006/main">
              <a:ext uri="{FF2B5EF4-FFF2-40B4-BE49-F238E27FC236}">
                <a16:creationId xmlns:a16="http://schemas.microsoft.com/office/drawing/2014/main" id="{B64AAA50-0482-47AB-9FD2-82CC1342E894}"/>
              </a:ext>
            </a:extLst>
          </p:cNvPr>
          <p:cNvSpPr>
            <a:spLocks xmlns:a="http://schemas.openxmlformats.org/drawingml/2006/main" noGrp="1"/>
          </p:cNvSpPr>
          <p:nvPr/>
        </p:nvSpPr>
        <p:spPr>
          <a:xfrm xmlns:a="http://schemas.openxmlformats.org/drawingml/2006/main">
            <a:off x="338856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5" name="figure-practice_grid-32">
            <a:extLst xmlns:a="http://schemas.openxmlformats.org/drawingml/2006/main">
              <a:ext uri="{FF2B5EF4-FFF2-40B4-BE49-F238E27FC236}">
                <a16:creationId xmlns:a16="http://schemas.microsoft.com/office/drawing/2014/main" id="{2C50FF6D-7B4C-4410-B1A1-A4D4CB1209BE}"/>
              </a:ext>
            </a:extLst>
          </p:cNvPr>
          <p:cNvSpPr>
            <a:spLocks xmlns:a="http://schemas.openxmlformats.org/drawingml/2006/main" noGrp="1"/>
          </p:cNvSpPr>
          <p:nvPr/>
        </p:nvSpPr>
        <p:spPr>
          <a:xfrm xmlns:a="http://schemas.openxmlformats.org/drawingml/2006/main">
            <a:off x="2040686" y="326815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6" name="figure-practice_grid-33">
            <a:extLst xmlns:a="http://schemas.openxmlformats.org/drawingml/2006/main">
              <a:ext uri="{FF2B5EF4-FFF2-40B4-BE49-F238E27FC236}">
                <a16:creationId xmlns:a16="http://schemas.microsoft.com/office/drawing/2014/main" id="{580CBAF4-1595-4A3E-BE0C-8D223560602F}"/>
              </a:ext>
            </a:extLst>
          </p:cNvPr>
          <p:cNvSpPr>
            <a:spLocks xmlns:a="http://schemas.openxmlformats.org/drawingml/2006/main" noGrp="1"/>
          </p:cNvSpPr>
          <p:nvPr/>
        </p:nvSpPr>
        <p:spPr>
          <a:xfrm xmlns:a="http://schemas.openxmlformats.org/drawingml/2006/main">
            <a:off x="347842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7" name="figure-practice_grid-34">
            <a:extLst xmlns:a="http://schemas.openxmlformats.org/drawingml/2006/main">
              <a:ext uri="{FF2B5EF4-FFF2-40B4-BE49-F238E27FC236}">
                <a16:creationId xmlns:a16="http://schemas.microsoft.com/office/drawing/2014/main" id="{B909BA4A-F7AD-47A5-8DCE-1ABF638873E3}"/>
              </a:ext>
            </a:extLst>
          </p:cNvPr>
          <p:cNvSpPr>
            <a:spLocks xmlns:a="http://schemas.openxmlformats.org/drawingml/2006/main" noGrp="1"/>
          </p:cNvSpPr>
          <p:nvPr/>
        </p:nvSpPr>
        <p:spPr>
          <a:xfrm xmlns:a="http://schemas.openxmlformats.org/drawingml/2006/main">
            <a:off x="2040686" y="335801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8" name="figure-practice_grid-35">
            <a:extLst xmlns:a="http://schemas.openxmlformats.org/drawingml/2006/main">
              <a:ext uri="{FF2B5EF4-FFF2-40B4-BE49-F238E27FC236}">
                <a16:creationId xmlns:a16="http://schemas.microsoft.com/office/drawing/2014/main" id="{29DB6F46-FBC4-41D6-801E-0D528C798C23}"/>
              </a:ext>
            </a:extLst>
          </p:cNvPr>
          <p:cNvSpPr>
            <a:spLocks xmlns:a="http://schemas.openxmlformats.org/drawingml/2006/main" noGrp="1"/>
          </p:cNvSpPr>
          <p:nvPr/>
        </p:nvSpPr>
        <p:spPr>
          <a:xfrm xmlns:a="http://schemas.openxmlformats.org/drawingml/2006/main">
            <a:off x="356828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9" name="figure-practice_grid-36">
            <a:extLst xmlns:a="http://schemas.openxmlformats.org/drawingml/2006/main">
              <a:ext uri="{FF2B5EF4-FFF2-40B4-BE49-F238E27FC236}">
                <a16:creationId xmlns:a16="http://schemas.microsoft.com/office/drawing/2014/main" id="{88F7320E-98F8-463F-A282-22684C8F4564}"/>
              </a:ext>
            </a:extLst>
          </p:cNvPr>
          <p:cNvSpPr>
            <a:spLocks xmlns:a="http://schemas.openxmlformats.org/drawingml/2006/main" noGrp="1"/>
          </p:cNvSpPr>
          <p:nvPr/>
        </p:nvSpPr>
        <p:spPr>
          <a:xfrm xmlns:a="http://schemas.openxmlformats.org/drawingml/2006/main">
            <a:off x="2040686" y="344787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0" name="figure-practice_grid-37">
            <a:extLst xmlns:a="http://schemas.openxmlformats.org/drawingml/2006/main">
              <a:ext uri="{FF2B5EF4-FFF2-40B4-BE49-F238E27FC236}">
                <a16:creationId xmlns:a16="http://schemas.microsoft.com/office/drawing/2014/main" id="{2425B0DC-7E5D-41A7-A7FC-233F2438C2FD}"/>
              </a:ext>
            </a:extLst>
          </p:cNvPr>
          <p:cNvSpPr>
            <a:spLocks xmlns:a="http://schemas.openxmlformats.org/drawingml/2006/main" noGrp="1"/>
          </p:cNvSpPr>
          <p:nvPr/>
        </p:nvSpPr>
        <p:spPr>
          <a:xfrm xmlns:a="http://schemas.openxmlformats.org/drawingml/2006/main">
            <a:off x="365813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1" name="figure-practice_grid-38">
            <a:extLst xmlns:a="http://schemas.openxmlformats.org/drawingml/2006/main">
              <a:ext uri="{FF2B5EF4-FFF2-40B4-BE49-F238E27FC236}">
                <a16:creationId xmlns:a16="http://schemas.microsoft.com/office/drawing/2014/main" id="{600D1182-B50E-41C5-820C-996A6E44B623}"/>
              </a:ext>
            </a:extLst>
          </p:cNvPr>
          <p:cNvSpPr>
            <a:spLocks xmlns:a="http://schemas.openxmlformats.org/drawingml/2006/main" noGrp="1"/>
          </p:cNvSpPr>
          <p:nvPr/>
        </p:nvSpPr>
        <p:spPr>
          <a:xfrm xmlns:a="http://schemas.openxmlformats.org/drawingml/2006/main">
            <a:off x="2040686" y="353772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2" name="figure-practice_grid-39">
            <a:extLst xmlns:a="http://schemas.openxmlformats.org/drawingml/2006/main">
              <a:ext uri="{FF2B5EF4-FFF2-40B4-BE49-F238E27FC236}">
                <a16:creationId xmlns:a16="http://schemas.microsoft.com/office/drawing/2014/main" id="{FA5132DB-0071-44E3-ADBA-C0E73A859B2E}"/>
              </a:ext>
            </a:extLst>
          </p:cNvPr>
          <p:cNvSpPr>
            <a:spLocks xmlns:a="http://schemas.openxmlformats.org/drawingml/2006/main" noGrp="1"/>
          </p:cNvSpPr>
          <p:nvPr/>
        </p:nvSpPr>
        <p:spPr>
          <a:xfrm xmlns:a="http://schemas.openxmlformats.org/drawingml/2006/main">
            <a:off x="374799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3" name="figure-practice_grid-40">
            <a:extLst xmlns:a="http://schemas.openxmlformats.org/drawingml/2006/main">
              <a:ext uri="{FF2B5EF4-FFF2-40B4-BE49-F238E27FC236}">
                <a16:creationId xmlns:a16="http://schemas.microsoft.com/office/drawing/2014/main" id="{496269A8-9754-428D-B0CE-E60CD9EE137C}"/>
              </a:ext>
            </a:extLst>
          </p:cNvPr>
          <p:cNvSpPr>
            <a:spLocks xmlns:a="http://schemas.openxmlformats.org/drawingml/2006/main" noGrp="1"/>
          </p:cNvSpPr>
          <p:nvPr/>
        </p:nvSpPr>
        <p:spPr>
          <a:xfrm xmlns:a="http://schemas.openxmlformats.org/drawingml/2006/main">
            <a:off x="2040686" y="362758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4" name="figure-practice_grid-41">
            <a:extLst xmlns:a="http://schemas.openxmlformats.org/drawingml/2006/main">
              <a:ext uri="{FF2B5EF4-FFF2-40B4-BE49-F238E27FC236}">
                <a16:creationId xmlns:a16="http://schemas.microsoft.com/office/drawing/2014/main" id="{5EA3118C-AF0E-4D30-9FE3-E80064148DF1}"/>
              </a:ext>
            </a:extLst>
          </p:cNvPr>
          <p:cNvSpPr>
            <a:spLocks xmlns:a="http://schemas.openxmlformats.org/drawingml/2006/main" noGrp="1"/>
          </p:cNvSpPr>
          <p:nvPr/>
        </p:nvSpPr>
        <p:spPr>
          <a:xfrm xmlns:a="http://schemas.openxmlformats.org/drawingml/2006/main">
            <a:off x="383785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55" name="figure-practice_grid-42">
            <a:extLst xmlns:a="http://schemas.openxmlformats.org/drawingml/2006/main">
              <a:ext uri="{FF2B5EF4-FFF2-40B4-BE49-F238E27FC236}">
                <a16:creationId xmlns:a16="http://schemas.microsoft.com/office/drawing/2014/main" id="{24726E02-370D-4EA7-88B7-33FB3CC92735}"/>
              </a:ext>
            </a:extLst>
          </p:cNvPr>
          <p:cNvSpPr>
            <a:spLocks xmlns:a="http://schemas.openxmlformats.org/drawingml/2006/main" noGrp="1"/>
          </p:cNvSpPr>
          <p:nvPr/>
        </p:nvSpPr>
        <p:spPr>
          <a:xfrm xmlns:a="http://schemas.openxmlformats.org/drawingml/2006/main">
            <a:off x="2040686" y="371744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56" name="figure-practice_grid-43">
            <a:extLst xmlns:a="http://schemas.openxmlformats.org/drawingml/2006/main">
              <a:ext uri="{FF2B5EF4-FFF2-40B4-BE49-F238E27FC236}">
                <a16:creationId xmlns:a16="http://schemas.microsoft.com/office/drawing/2014/main" id="{B4B80274-0F21-4E0E-968F-35277930F159}"/>
              </a:ext>
            </a:extLst>
          </p:cNvPr>
          <p:cNvSpPr>
            <a:spLocks xmlns:a="http://schemas.openxmlformats.org/drawingml/2006/main" noGrp="1"/>
          </p:cNvSpPr>
          <p:nvPr/>
        </p:nvSpPr>
        <p:spPr>
          <a:xfrm xmlns:a="http://schemas.openxmlformats.org/drawingml/2006/main">
            <a:off x="392771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7" name="figure-practice_grid-44">
            <a:extLst xmlns:a="http://schemas.openxmlformats.org/drawingml/2006/main">
              <a:ext uri="{FF2B5EF4-FFF2-40B4-BE49-F238E27FC236}">
                <a16:creationId xmlns:a16="http://schemas.microsoft.com/office/drawing/2014/main" id="{188DEDD2-B67E-46C4-B536-B641FF36224D}"/>
              </a:ext>
            </a:extLst>
          </p:cNvPr>
          <p:cNvSpPr>
            <a:spLocks xmlns:a="http://schemas.openxmlformats.org/drawingml/2006/main" noGrp="1"/>
          </p:cNvSpPr>
          <p:nvPr/>
        </p:nvSpPr>
        <p:spPr>
          <a:xfrm xmlns:a="http://schemas.openxmlformats.org/drawingml/2006/main">
            <a:off x="2040686" y="380730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8" name="figure-practice_grid-45">
            <a:extLst xmlns:a="http://schemas.openxmlformats.org/drawingml/2006/main">
              <a:ext uri="{FF2B5EF4-FFF2-40B4-BE49-F238E27FC236}">
                <a16:creationId xmlns:a16="http://schemas.microsoft.com/office/drawing/2014/main" id="{AE67B218-4338-4DA6-8C1F-C9238C6902B8}"/>
              </a:ext>
            </a:extLst>
          </p:cNvPr>
          <p:cNvSpPr>
            <a:spLocks xmlns:a="http://schemas.openxmlformats.org/drawingml/2006/main" noGrp="1"/>
          </p:cNvSpPr>
          <p:nvPr/>
        </p:nvSpPr>
        <p:spPr>
          <a:xfrm xmlns:a="http://schemas.openxmlformats.org/drawingml/2006/main">
            <a:off x="401757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9" name="figure-practice_grid-46">
            <a:extLst xmlns:a="http://schemas.openxmlformats.org/drawingml/2006/main">
              <a:ext uri="{FF2B5EF4-FFF2-40B4-BE49-F238E27FC236}">
                <a16:creationId xmlns:a16="http://schemas.microsoft.com/office/drawing/2014/main" id="{5F2BD8AB-E3D9-442E-8EE8-D0A4E30B434B}"/>
              </a:ext>
            </a:extLst>
          </p:cNvPr>
          <p:cNvSpPr>
            <a:spLocks xmlns:a="http://schemas.openxmlformats.org/drawingml/2006/main" noGrp="1"/>
          </p:cNvSpPr>
          <p:nvPr/>
        </p:nvSpPr>
        <p:spPr>
          <a:xfrm xmlns:a="http://schemas.openxmlformats.org/drawingml/2006/main">
            <a:off x="2040686" y="389716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0" name="figure-practice_grid-47">
            <a:extLst xmlns:a="http://schemas.openxmlformats.org/drawingml/2006/main">
              <a:ext uri="{FF2B5EF4-FFF2-40B4-BE49-F238E27FC236}">
                <a16:creationId xmlns:a16="http://schemas.microsoft.com/office/drawing/2014/main" id="{2B586450-E68E-4DDF-A052-BD49F376A85B}"/>
              </a:ext>
            </a:extLst>
          </p:cNvPr>
          <p:cNvSpPr>
            <a:spLocks xmlns:a="http://schemas.openxmlformats.org/drawingml/2006/main" noGrp="1"/>
          </p:cNvSpPr>
          <p:nvPr/>
        </p:nvSpPr>
        <p:spPr>
          <a:xfrm xmlns:a="http://schemas.openxmlformats.org/drawingml/2006/main">
            <a:off x="410743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1" name="figure-practice_grid-48">
            <a:extLst xmlns:a="http://schemas.openxmlformats.org/drawingml/2006/main">
              <a:ext uri="{FF2B5EF4-FFF2-40B4-BE49-F238E27FC236}">
                <a16:creationId xmlns:a16="http://schemas.microsoft.com/office/drawing/2014/main" id="{4729887F-ACAB-475F-91F5-0A5AFCE5D11C}"/>
              </a:ext>
            </a:extLst>
          </p:cNvPr>
          <p:cNvSpPr>
            <a:spLocks xmlns:a="http://schemas.openxmlformats.org/drawingml/2006/main" noGrp="1"/>
          </p:cNvSpPr>
          <p:nvPr/>
        </p:nvSpPr>
        <p:spPr>
          <a:xfrm xmlns:a="http://schemas.openxmlformats.org/drawingml/2006/main">
            <a:off x="2040686" y="398702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2" name="figure-practice_grid-49">
            <a:extLst xmlns:a="http://schemas.openxmlformats.org/drawingml/2006/main">
              <a:ext uri="{FF2B5EF4-FFF2-40B4-BE49-F238E27FC236}">
                <a16:creationId xmlns:a16="http://schemas.microsoft.com/office/drawing/2014/main" id="{EF107570-75F7-4951-A026-200ED4632572}"/>
              </a:ext>
            </a:extLst>
          </p:cNvPr>
          <p:cNvSpPr>
            <a:spLocks xmlns:a="http://schemas.openxmlformats.org/drawingml/2006/main" noGrp="1"/>
          </p:cNvSpPr>
          <p:nvPr/>
        </p:nvSpPr>
        <p:spPr>
          <a:xfrm xmlns:a="http://schemas.openxmlformats.org/drawingml/2006/main">
            <a:off x="419729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3" name="figure-practice_grid-50">
            <a:extLst xmlns:a="http://schemas.openxmlformats.org/drawingml/2006/main">
              <a:ext uri="{FF2B5EF4-FFF2-40B4-BE49-F238E27FC236}">
                <a16:creationId xmlns:a16="http://schemas.microsoft.com/office/drawing/2014/main" id="{644E0D1C-9B42-41AB-9519-AFEF2C74EA69}"/>
              </a:ext>
            </a:extLst>
          </p:cNvPr>
          <p:cNvSpPr>
            <a:spLocks xmlns:a="http://schemas.openxmlformats.org/drawingml/2006/main" noGrp="1"/>
          </p:cNvSpPr>
          <p:nvPr/>
        </p:nvSpPr>
        <p:spPr>
          <a:xfrm xmlns:a="http://schemas.openxmlformats.org/drawingml/2006/main">
            <a:off x="2040686" y="407688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4" name="figure-practice_grid-51">
            <a:extLst xmlns:a="http://schemas.openxmlformats.org/drawingml/2006/main">
              <a:ext uri="{FF2B5EF4-FFF2-40B4-BE49-F238E27FC236}">
                <a16:creationId xmlns:a16="http://schemas.microsoft.com/office/drawing/2014/main" id="{00FD6274-9C92-4DC8-BDE5-3B8CCACB811B}"/>
              </a:ext>
            </a:extLst>
          </p:cNvPr>
          <p:cNvSpPr>
            <a:spLocks xmlns:a="http://schemas.openxmlformats.org/drawingml/2006/main" noGrp="1"/>
          </p:cNvSpPr>
          <p:nvPr/>
        </p:nvSpPr>
        <p:spPr>
          <a:xfrm xmlns:a="http://schemas.openxmlformats.org/drawingml/2006/main">
            <a:off x="428714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5" name="figure-practice_grid-52">
            <a:extLst xmlns:a="http://schemas.openxmlformats.org/drawingml/2006/main">
              <a:ext uri="{FF2B5EF4-FFF2-40B4-BE49-F238E27FC236}">
                <a16:creationId xmlns:a16="http://schemas.microsoft.com/office/drawing/2014/main" id="{61C848D6-06D4-423D-9855-4B7BD21B8138}"/>
              </a:ext>
            </a:extLst>
          </p:cNvPr>
          <p:cNvSpPr>
            <a:spLocks xmlns:a="http://schemas.openxmlformats.org/drawingml/2006/main" noGrp="1"/>
          </p:cNvSpPr>
          <p:nvPr/>
        </p:nvSpPr>
        <p:spPr>
          <a:xfrm xmlns:a="http://schemas.openxmlformats.org/drawingml/2006/main">
            <a:off x="2040686" y="416673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6" name="figure-practice_grid-53">
            <a:extLst xmlns:a="http://schemas.openxmlformats.org/drawingml/2006/main">
              <a:ext uri="{FF2B5EF4-FFF2-40B4-BE49-F238E27FC236}">
                <a16:creationId xmlns:a16="http://schemas.microsoft.com/office/drawing/2014/main" id="{17372378-6F81-4B07-A038-595AA9BBDEF3}"/>
              </a:ext>
            </a:extLst>
          </p:cNvPr>
          <p:cNvSpPr>
            <a:spLocks xmlns:a="http://schemas.openxmlformats.org/drawingml/2006/main" noGrp="1"/>
          </p:cNvSpPr>
          <p:nvPr/>
        </p:nvSpPr>
        <p:spPr>
          <a:xfrm xmlns:a="http://schemas.openxmlformats.org/drawingml/2006/main">
            <a:off x="437700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7" name="figure-practice_grid-54">
            <a:extLst xmlns:a="http://schemas.openxmlformats.org/drawingml/2006/main">
              <a:ext uri="{FF2B5EF4-FFF2-40B4-BE49-F238E27FC236}">
                <a16:creationId xmlns:a16="http://schemas.microsoft.com/office/drawing/2014/main" id="{0FD93A1C-9F7A-4882-A6BE-1CCED6CC22A8}"/>
              </a:ext>
            </a:extLst>
          </p:cNvPr>
          <p:cNvSpPr>
            <a:spLocks xmlns:a="http://schemas.openxmlformats.org/drawingml/2006/main" noGrp="1"/>
          </p:cNvSpPr>
          <p:nvPr/>
        </p:nvSpPr>
        <p:spPr>
          <a:xfrm xmlns:a="http://schemas.openxmlformats.org/drawingml/2006/main">
            <a:off x="2040686" y="425659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8" name="figure-practice_grid-55">
            <a:extLst xmlns:a="http://schemas.openxmlformats.org/drawingml/2006/main">
              <a:ext uri="{FF2B5EF4-FFF2-40B4-BE49-F238E27FC236}">
                <a16:creationId xmlns:a16="http://schemas.microsoft.com/office/drawing/2014/main" id="{2C90B3F3-D9D5-4B17-9D8D-005BF9285F6C}"/>
              </a:ext>
            </a:extLst>
          </p:cNvPr>
          <p:cNvSpPr>
            <a:spLocks xmlns:a="http://schemas.openxmlformats.org/drawingml/2006/main" noGrp="1"/>
          </p:cNvSpPr>
          <p:nvPr/>
        </p:nvSpPr>
        <p:spPr>
          <a:xfrm xmlns:a="http://schemas.openxmlformats.org/drawingml/2006/main">
            <a:off x="446686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9" name="figure-practice_grid-56">
            <a:extLst xmlns:a="http://schemas.openxmlformats.org/drawingml/2006/main">
              <a:ext uri="{FF2B5EF4-FFF2-40B4-BE49-F238E27FC236}">
                <a16:creationId xmlns:a16="http://schemas.microsoft.com/office/drawing/2014/main" id="{015AFD49-9F63-4853-B72E-B89F30378789}"/>
              </a:ext>
            </a:extLst>
          </p:cNvPr>
          <p:cNvSpPr>
            <a:spLocks xmlns:a="http://schemas.openxmlformats.org/drawingml/2006/main" noGrp="1"/>
          </p:cNvSpPr>
          <p:nvPr/>
        </p:nvSpPr>
        <p:spPr>
          <a:xfrm xmlns:a="http://schemas.openxmlformats.org/drawingml/2006/main">
            <a:off x="2040686" y="434645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0" name="figure-practice_grid-57">
            <a:extLst xmlns:a="http://schemas.openxmlformats.org/drawingml/2006/main">
              <a:ext uri="{FF2B5EF4-FFF2-40B4-BE49-F238E27FC236}">
                <a16:creationId xmlns:a16="http://schemas.microsoft.com/office/drawing/2014/main" id="{847DD2E4-76F5-4A52-B086-3946543B5406}"/>
              </a:ext>
            </a:extLst>
          </p:cNvPr>
          <p:cNvSpPr>
            <a:spLocks xmlns:a="http://schemas.openxmlformats.org/drawingml/2006/main" noGrp="1"/>
          </p:cNvSpPr>
          <p:nvPr/>
        </p:nvSpPr>
        <p:spPr>
          <a:xfrm xmlns:a="http://schemas.openxmlformats.org/drawingml/2006/main">
            <a:off x="455672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1" name="figure-practice_grid-58">
            <a:extLst xmlns:a="http://schemas.openxmlformats.org/drawingml/2006/main">
              <a:ext uri="{FF2B5EF4-FFF2-40B4-BE49-F238E27FC236}">
                <a16:creationId xmlns:a16="http://schemas.microsoft.com/office/drawing/2014/main" id="{51AA633D-ECFE-4717-8BBB-C65E11E8BEBE}"/>
              </a:ext>
            </a:extLst>
          </p:cNvPr>
          <p:cNvSpPr>
            <a:spLocks xmlns:a="http://schemas.openxmlformats.org/drawingml/2006/main" noGrp="1"/>
          </p:cNvSpPr>
          <p:nvPr/>
        </p:nvSpPr>
        <p:spPr>
          <a:xfrm xmlns:a="http://schemas.openxmlformats.org/drawingml/2006/main">
            <a:off x="2040686" y="443631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2" name="figure-practice_grid-59">
            <a:extLst xmlns:a="http://schemas.openxmlformats.org/drawingml/2006/main">
              <a:ext uri="{FF2B5EF4-FFF2-40B4-BE49-F238E27FC236}">
                <a16:creationId xmlns:a16="http://schemas.microsoft.com/office/drawing/2014/main" id="{4BCE0068-4631-4FD8-B49C-D18B6BAFD672}"/>
              </a:ext>
            </a:extLst>
          </p:cNvPr>
          <p:cNvSpPr>
            <a:spLocks xmlns:a="http://schemas.openxmlformats.org/drawingml/2006/main" noGrp="1"/>
          </p:cNvSpPr>
          <p:nvPr/>
        </p:nvSpPr>
        <p:spPr>
          <a:xfrm xmlns:a="http://schemas.openxmlformats.org/drawingml/2006/main">
            <a:off x="464658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3" name="figure-practice_grid-60">
            <a:extLst xmlns:a="http://schemas.openxmlformats.org/drawingml/2006/main">
              <a:ext uri="{FF2B5EF4-FFF2-40B4-BE49-F238E27FC236}">
                <a16:creationId xmlns:a16="http://schemas.microsoft.com/office/drawing/2014/main" id="{7AE89CEE-CEAB-4554-9E4F-849454F199A6}"/>
              </a:ext>
            </a:extLst>
          </p:cNvPr>
          <p:cNvSpPr>
            <a:spLocks xmlns:a="http://schemas.openxmlformats.org/drawingml/2006/main" noGrp="1"/>
          </p:cNvSpPr>
          <p:nvPr/>
        </p:nvSpPr>
        <p:spPr>
          <a:xfrm xmlns:a="http://schemas.openxmlformats.org/drawingml/2006/main">
            <a:off x="2040686" y="452617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4" name="figure-practice_grid-61">
            <a:extLst xmlns:a="http://schemas.openxmlformats.org/drawingml/2006/main">
              <a:ext uri="{FF2B5EF4-FFF2-40B4-BE49-F238E27FC236}">
                <a16:creationId xmlns:a16="http://schemas.microsoft.com/office/drawing/2014/main" id="{90ED3512-D029-420E-BBAB-A3DF437BCC75}"/>
              </a:ext>
            </a:extLst>
          </p:cNvPr>
          <p:cNvSpPr>
            <a:spLocks xmlns:a="http://schemas.openxmlformats.org/drawingml/2006/main" noGrp="1"/>
          </p:cNvSpPr>
          <p:nvPr/>
        </p:nvSpPr>
        <p:spPr>
          <a:xfrm xmlns:a="http://schemas.openxmlformats.org/drawingml/2006/main">
            <a:off x="473644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75" name="figure-practice_grid-62">
            <a:extLst xmlns:a="http://schemas.openxmlformats.org/drawingml/2006/main">
              <a:ext uri="{FF2B5EF4-FFF2-40B4-BE49-F238E27FC236}">
                <a16:creationId xmlns:a16="http://schemas.microsoft.com/office/drawing/2014/main" id="{F6460027-9A5C-4BE9-A0FB-3E3AAB3D1E00}"/>
              </a:ext>
            </a:extLst>
          </p:cNvPr>
          <p:cNvSpPr>
            <a:spLocks xmlns:a="http://schemas.openxmlformats.org/drawingml/2006/main" noGrp="1"/>
          </p:cNvSpPr>
          <p:nvPr/>
        </p:nvSpPr>
        <p:spPr>
          <a:xfrm xmlns:a="http://schemas.openxmlformats.org/drawingml/2006/main">
            <a:off x="2040686" y="461603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76" name="figure-practice_grid-63">
            <a:extLst xmlns:a="http://schemas.openxmlformats.org/drawingml/2006/main">
              <a:ext uri="{FF2B5EF4-FFF2-40B4-BE49-F238E27FC236}">
                <a16:creationId xmlns:a16="http://schemas.microsoft.com/office/drawing/2014/main" id="{9A1ED698-6162-4D15-A6A1-D0C0C495C853}"/>
              </a:ext>
            </a:extLst>
          </p:cNvPr>
          <p:cNvSpPr>
            <a:spLocks xmlns:a="http://schemas.openxmlformats.org/drawingml/2006/main" noGrp="1"/>
          </p:cNvSpPr>
          <p:nvPr/>
        </p:nvSpPr>
        <p:spPr>
          <a:xfrm xmlns:a="http://schemas.openxmlformats.org/drawingml/2006/main">
            <a:off x="482630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7" name="figure-practice_grid-64">
            <a:extLst xmlns:a="http://schemas.openxmlformats.org/drawingml/2006/main">
              <a:ext uri="{FF2B5EF4-FFF2-40B4-BE49-F238E27FC236}">
                <a16:creationId xmlns:a16="http://schemas.microsoft.com/office/drawing/2014/main" id="{FE386263-8653-4359-A955-44C64AC8C224}"/>
              </a:ext>
            </a:extLst>
          </p:cNvPr>
          <p:cNvSpPr>
            <a:spLocks xmlns:a="http://schemas.openxmlformats.org/drawingml/2006/main" noGrp="1"/>
          </p:cNvSpPr>
          <p:nvPr/>
        </p:nvSpPr>
        <p:spPr>
          <a:xfrm xmlns:a="http://schemas.openxmlformats.org/drawingml/2006/main">
            <a:off x="2040686" y="470588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8" name="figure-practice_grid-65">
            <a:extLst xmlns:a="http://schemas.openxmlformats.org/drawingml/2006/main">
              <a:ext uri="{FF2B5EF4-FFF2-40B4-BE49-F238E27FC236}">
                <a16:creationId xmlns:a16="http://schemas.microsoft.com/office/drawing/2014/main" id="{868ADA86-3910-4157-8218-B4C48161B8CB}"/>
              </a:ext>
            </a:extLst>
          </p:cNvPr>
          <p:cNvSpPr>
            <a:spLocks xmlns:a="http://schemas.openxmlformats.org/drawingml/2006/main" noGrp="1"/>
          </p:cNvSpPr>
          <p:nvPr/>
        </p:nvSpPr>
        <p:spPr>
          <a:xfrm xmlns:a="http://schemas.openxmlformats.org/drawingml/2006/main">
            <a:off x="491615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9" name="figure-practice_grid-66">
            <a:extLst xmlns:a="http://schemas.openxmlformats.org/drawingml/2006/main">
              <a:ext uri="{FF2B5EF4-FFF2-40B4-BE49-F238E27FC236}">
                <a16:creationId xmlns:a16="http://schemas.microsoft.com/office/drawing/2014/main" id="{49FA4A16-9B0E-4894-B8BC-1C2397C36866}"/>
              </a:ext>
            </a:extLst>
          </p:cNvPr>
          <p:cNvSpPr>
            <a:spLocks xmlns:a="http://schemas.openxmlformats.org/drawingml/2006/main" noGrp="1"/>
          </p:cNvSpPr>
          <p:nvPr/>
        </p:nvSpPr>
        <p:spPr>
          <a:xfrm xmlns:a="http://schemas.openxmlformats.org/drawingml/2006/main">
            <a:off x="2040686" y="479574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0" name="figure-practice_grid-67">
            <a:extLst xmlns:a="http://schemas.openxmlformats.org/drawingml/2006/main">
              <a:ext uri="{FF2B5EF4-FFF2-40B4-BE49-F238E27FC236}">
                <a16:creationId xmlns:a16="http://schemas.microsoft.com/office/drawing/2014/main" id="{5AAF424F-2BA9-4008-B1AE-8F986BDA105A}"/>
              </a:ext>
            </a:extLst>
          </p:cNvPr>
          <p:cNvSpPr>
            <a:spLocks xmlns:a="http://schemas.openxmlformats.org/drawingml/2006/main" noGrp="1"/>
          </p:cNvSpPr>
          <p:nvPr/>
        </p:nvSpPr>
        <p:spPr>
          <a:xfrm xmlns:a="http://schemas.openxmlformats.org/drawingml/2006/main">
            <a:off x="500601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1" name="figure-practice_grid-68">
            <a:extLst xmlns:a="http://schemas.openxmlformats.org/drawingml/2006/main">
              <a:ext uri="{FF2B5EF4-FFF2-40B4-BE49-F238E27FC236}">
                <a16:creationId xmlns:a16="http://schemas.microsoft.com/office/drawing/2014/main" id="{61C60321-564E-4B6F-A51D-35275CA785E3}"/>
              </a:ext>
            </a:extLst>
          </p:cNvPr>
          <p:cNvSpPr>
            <a:spLocks xmlns:a="http://schemas.openxmlformats.org/drawingml/2006/main" noGrp="1"/>
          </p:cNvSpPr>
          <p:nvPr/>
        </p:nvSpPr>
        <p:spPr>
          <a:xfrm xmlns:a="http://schemas.openxmlformats.org/drawingml/2006/main">
            <a:off x="2040686" y="488560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2" name="figure-practice_grid-69">
            <a:extLst xmlns:a="http://schemas.openxmlformats.org/drawingml/2006/main">
              <a:ext uri="{FF2B5EF4-FFF2-40B4-BE49-F238E27FC236}">
                <a16:creationId xmlns:a16="http://schemas.microsoft.com/office/drawing/2014/main" id="{C9A79765-5024-4340-BCBD-1B3A1BEDED52}"/>
              </a:ext>
            </a:extLst>
          </p:cNvPr>
          <p:cNvSpPr>
            <a:spLocks xmlns:a="http://schemas.openxmlformats.org/drawingml/2006/main" noGrp="1"/>
          </p:cNvSpPr>
          <p:nvPr/>
        </p:nvSpPr>
        <p:spPr>
          <a:xfrm xmlns:a="http://schemas.openxmlformats.org/drawingml/2006/main">
            <a:off x="509587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3" name="figure-practice_grid-70">
            <a:extLst xmlns:a="http://schemas.openxmlformats.org/drawingml/2006/main">
              <a:ext uri="{FF2B5EF4-FFF2-40B4-BE49-F238E27FC236}">
                <a16:creationId xmlns:a16="http://schemas.microsoft.com/office/drawing/2014/main" id="{D8A680EA-FEEB-4A0B-BF40-E9B46DED7668}"/>
              </a:ext>
            </a:extLst>
          </p:cNvPr>
          <p:cNvSpPr>
            <a:spLocks xmlns:a="http://schemas.openxmlformats.org/drawingml/2006/main" noGrp="1"/>
          </p:cNvSpPr>
          <p:nvPr/>
        </p:nvSpPr>
        <p:spPr>
          <a:xfrm xmlns:a="http://schemas.openxmlformats.org/drawingml/2006/main">
            <a:off x="2040686" y="497546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4" name="figure-practice_grid-71">
            <a:extLst xmlns:a="http://schemas.openxmlformats.org/drawingml/2006/main">
              <a:ext uri="{FF2B5EF4-FFF2-40B4-BE49-F238E27FC236}">
                <a16:creationId xmlns:a16="http://schemas.microsoft.com/office/drawing/2014/main" id="{87BCC9D4-901C-4AAA-B5CA-C6DDDD8342ED}"/>
              </a:ext>
            </a:extLst>
          </p:cNvPr>
          <p:cNvSpPr>
            <a:spLocks xmlns:a="http://schemas.openxmlformats.org/drawingml/2006/main" noGrp="1"/>
          </p:cNvSpPr>
          <p:nvPr/>
        </p:nvSpPr>
        <p:spPr>
          <a:xfrm xmlns:a="http://schemas.openxmlformats.org/drawingml/2006/main">
            <a:off x="518573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5" name="figure-practice_grid-72">
            <a:extLst xmlns:a="http://schemas.openxmlformats.org/drawingml/2006/main">
              <a:ext uri="{FF2B5EF4-FFF2-40B4-BE49-F238E27FC236}">
                <a16:creationId xmlns:a16="http://schemas.microsoft.com/office/drawing/2014/main" id="{3DE7BC18-0A85-4FDB-A1E1-D13ED4ECF14F}"/>
              </a:ext>
            </a:extLst>
          </p:cNvPr>
          <p:cNvSpPr>
            <a:spLocks xmlns:a="http://schemas.openxmlformats.org/drawingml/2006/main" noGrp="1"/>
          </p:cNvSpPr>
          <p:nvPr/>
        </p:nvSpPr>
        <p:spPr>
          <a:xfrm xmlns:a="http://schemas.openxmlformats.org/drawingml/2006/main">
            <a:off x="2040686" y="506532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6" name="figure-practice_grid-73">
            <a:extLst xmlns:a="http://schemas.openxmlformats.org/drawingml/2006/main">
              <a:ext uri="{FF2B5EF4-FFF2-40B4-BE49-F238E27FC236}">
                <a16:creationId xmlns:a16="http://schemas.microsoft.com/office/drawing/2014/main" id="{C138D091-EFED-458A-AF90-917251E840CB}"/>
              </a:ext>
            </a:extLst>
          </p:cNvPr>
          <p:cNvSpPr>
            <a:spLocks xmlns:a="http://schemas.openxmlformats.org/drawingml/2006/main" noGrp="1"/>
          </p:cNvSpPr>
          <p:nvPr/>
        </p:nvSpPr>
        <p:spPr>
          <a:xfrm xmlns:a="http://schemas.openxmlformats.org/drawingml/2006/main">
            <a:off x="527559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7" name="figure-practice_grid-74">
            <a:extLst xmlns:a="http://schemas.openxmlformats.org/drawingml/2006/main">
              <a:ext uri="{FF2B5EF4-FFF2-40B4-BE49-F238E27FC236}">
                <a16:creationId xmlns:a16="http://schemas.microsoft.com/office/drawing/2014/main" id="{A84AAB53-32F0-4B73-A957-6DD2657B2EED}"/>
              </a:ext>
            </a:extLst>
          </p:cNvPr>
          <p:cNvSpPr>
            <a:spLocks xmlns:a="http://schemas.openxmlformats.org/drawingml/2006/main" noGrp="1"/>
          </p:cNvSpPr>
          <p:nvPr/>
        </p:nvSpPr>
        <p:spPr>
          <a:xfrm xmlns:a="http://schemas.openxmlformats.org/drawingml/2006/main">
            <a:off x="2040686" y="515518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8" name="figure-practice_grid-75">
            <a:extLst xmlns:a="http://schemas.openxmlformats.org/drawingml/2006/main">
              <a:ext uri="{FF2B5EF4-FFF2-40B4-BE49-F238E27FC236}">
                <a16:creationId xmlns:a16="http://schemas.microsoft.com/office/drawing/2014/main" id="{AB11F1C1-4EB3-4E0A-A171-AB53691866C7}"/>
              </a:ext>
            </a:extLst>
          </p:cNvPr>
          <p:cNvSpPr>
            <a:spLocks xmlns:a="http://schemas.openxmlformats.org/drawingml/2006/main" noGrp="1"/>
          </p:cNvSpPr>
          <p:nvPr/>
        </p:nvSpPr>
        <p:spPr>
          <a:xfrm xmlns:a="http://schemas.openxmlformats.org/drawingml/2006/main">
            <a:off x="536545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9" name="figure-practice_grid-76">
            <a:extLst xmlns:a="http://schemas.openxmlformats.org/drawingml/2006/main">
              <a:ext uri="{FF2B5EF4-FFF2-40B4-BE49-F238E27FC236}">
                <a16:creationId xmlns:a16="http://schemas.microsoft.com/office/drawing/2014/main" id="{B6967204-7B26-4537-9604-17460098947C}"/>
              </a:ext>
            </a:extLst>
          </p:cNvPr>
          <p:cNvSpPr>
            <a:spLocks xmlns:a="http://schemas.openxmlformats.org/drawingml/2006/main" noGrp="1"/>
          </p:cNvSpPr>
          <p:nvPr/>
        </p:nvSpPr>
        <p:spPr>
          <a:xfrm xmlns:a="http://schemas.openxmlformats.org/drawingml/2006/main">
            <a:off x="2040686" y="524504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0" name="figure-practice_grid-77">
            <a:extLst xmlns:a="http://schemas.openxmlformats.org/drawingml/2006/main">
              <a:ext uri="{FF2B5EF4-FFF2-40B4-BE49-F238E27FC236}">
                <a16:creationId xmlns:a16="http://schemas.microsoft.com/office/drawing/2014/main" id="{17794F87-EFA5-49CE-90F9-34C78C3509E4}"/>
              </a:ext>
            </a:extLst>
          </p:cNvPr>
          <p:cNvSpPr>
            <a:spLocks xmlns:a="http://schemas.openxmlformats.org/drawingml/2006/main" noGrp="1"/>
          </p:cNvSpPr>
          <p:nvPr/>
        </p:nvSpPr>
        <p:spPr>
          <a:xfrm xmlns:a="http://schemas.openxmlformats.org/drawingml/2006/main">
            <a:off x="545530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91" name="figure-practice_grid-78">
            <a:extLst xmlns:a="http://schemas.openxmlformats.org/drawingml/2006/main">
              <a:ext uri="{FF2B5EF4-FFF2-40B4-BE49-F238E27FC236}">
                <a16:creationId xmlns:a16="http://schemas.microsoft.com/office/drawing/2014/main" id="{22A16941-949B-47C3-AFB8-5E6779CE90B0}"/>
              </a:ext>
            </a:extLst>
          </p:cNvPr>
          <p:cNvSpPr>
            <a:spLocks xmlns:a="http://schemas.openxmlformats.org/drawingml/2006/main" noGrp="1"/>
          </p:cNvSpPr>
          <p:nvPr/>
        </p:nvSpPr>
        <p:spPr>
          <a:xfrm xmlns:a="http://schemas.openxmlformats.org/drawingml/2006/main">
            <a:off x="2040686" y="533489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2" name="figure-practice_grid-79">
            <a:extLst xmlns:a="http://schemas.openxmlformats.org/drawingml/2006/main">
              <a:ext uri="{FF2B5EF4-FFF2-40B4-BE49-F238E27FC236}">
                <a16:creationId xmlns:a16="http://schemas.microsoft.com/office/drawing/2014/main" id="{30B1D4E6-549F-4D9C-9B9A-7BF066C19580}"/>
              </a:ext>
            </a:extLst>
          </p:cNvPr>
          <p:cNvSpPr>
            <a:spLocks xmlns:a="http://schemas.openxmlformats.org/drawingml/2006/main" noGrp="1"/>
          </p:cNvSpPr>
          <p:nvPr/>
        </p:nvSpPr>
        <p:spPr>
          <a:xfrm xmlns:a="http://schemas.openxmlformats.org/drawingml/2006/main">
            <a:off x="554516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93" name="figure-practice_grid-80">
            <a:extLst xmlns:a="http://schemas.openxmlformats.org/drawingml/2006/main">
              <a:ext uri="{FF2B5EF4-FFF2-40B4-BE49-F238E27FC236}">
                <a16:creationId xmlns:a16="http://schemas.microsoft.com/office/drawing/2014/main" id="{96F70A34-2A0F-4133-AF1D-66AE61B122AC}"/>
              </a:ext>
            </a:extLst>
          </p:cNvPr>
          <p:cNvSpPr>
            <a:spLocks xmlns:a="http://schemas.openxmlformats.org/drawingml/2006/main" noGrp="1"/>
          </p:cNvSpPr>
          <p:nvPr/>
        </p:nvSpPr>
        <p:spPr>
          <a:xfrm xmlns:a="http://schemas.openxmlformats.org/drawingml/2006/main">
            <a:off x="2040686" y="542475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4" name="figure-practice_grid-81">
            <a:extLst xmlns:a="http://schemas.openxmlformats.org/drawingml/2006/main">
              <a:ext uri="{FF2B5EF4-FFF2-40B4-BE49-F238E27FC236}">
                <a16:creationId xmlns:a16="http://schemas.microsoft.com/office/drawing/2014/main" id="{F5310A0F-E638-4FB2-B75D-CF08F0319BA7}"/>
              </a:ext>
            </a:extLst>
          </p:cNvPr>
          <p:cNvSpPr>
            <a:spLocks xmlns:a="http://schemas.openxmlformats.org/drawingml/2006/main" noGrp="1"/>
          </p:cNvSpPr>
          <p:nvPr/>
        </p:nvSpPr>
        <p:spPr>
          <a:xfrm xmlns:a="http://schemas.openxmlformats.org/drawingml/2006/main">
            <a:off x="563502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95" name="figure-practice_grid-82">
            <a:extLst xmlns:a="http://schemas.openxmlformats.org/drawingml/2006/main">
              <a:ext uri="{FF2B5EF4-FFF2-40B4-BE49-F238E27FC236}">
                <a16:creationId xmlns:a16="http://schemas.microsoft.com/office/drawing/2014/main" id="{0F3CFBB3-9BBE-4EF7-AEA3-A0A832F10B92}"/>
              </a:ext>
            </a:extLst>
          </p:cNvPr>
          <p:cNvSpPr>
            <a:spLocks xmlns:a="http://schemas.openxmlformats.org/drawingml/2006/main" noGrp="1"/>
          </p:cNvSpPr>
          <p:nvPr/>
        </p:nvSpPr>
        <p:spPr>
          <a:xfrm xmlns:a="http://schemas.openxmlformats.org/drawingml/2006/main">
            <a:off x="2040686" y="551461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96" name="figure-practice_grid-83">
            <a:extLst xmlns:a="http://schemas.openxmlformats.org/drawingml/2006/main">
              <a:ext uri="{FF2B5EF4-FFF2-40B4-BE49-F238E27FC236}">
                <a16:creationId xmlns:a16="http://schemas.microsoft.com/office/drawing/2014/main" id="{58C10ED3-E719-42C1-956F-55BDAF89F4A3}"/>
              </a:ext>
            </a:extLst>
          </p:cNvPr>
          <p:cNvSpPr>
            <a:spLocks xmlns:a="http://schemas.openxmlformats.org/drawingml/2006/main" noGrp="1"/>
          </p:cNvSpPr>
          <p:nvPr/>
        </p:nvSpPr>
        <p:spPr>
          <a:xfrm xmlns:a="http://schemas.openxmlformats.org/drawingml/2006/main">
            <a:off x="1947845"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10</a:t>
            </a:r>
          </a:p>
        </p:txBody>
      </p:sp>
      <p:sp>
        <p:nvSpPr>
          <p:cNvPr id="97" name="figure-practice_grid-84">
            <a:extLst xmlns:a="http://schemas.openxmlformats.org/drawingml/2006/main">
              <a:ext uri="{FF2B5EF4-FFF2-40B4-BE49-F238E27FC236}">
                <a16:creationId xmlns:a16="http://schemas.microsoft.com/office/drawing/2014/main" id="{76FC8C5F-5563-4D1B-8F50-FD24AA2AFFE9}"/>
              </a:ext>
            </a:extLst>
          </p:cNvPr>
          <p:cNvSpPr>
            <a:spLocks xmlns:a="http://schemas.openxmlformats.org/drawingml/2006/main" noGrp="1"/>
          </p:cNvSpPr>
          <p:nvPr/>
        </p:nvSpPr>
        <p:spPr>
          <a:xfrm xmlns:a="http://schemas.openxmlformats.org/drawingml/2006/main">
            <a:off x="2846429"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11</a:t>
            </a:r>
          </a:p>
        </p:txBody>
      </p:sp>
      <p:sp>
        <p:nvSpPr>
          <p:cNvPr id="98" name="figure-practice_grid-85">
            <a:extLst xmlns:a="http://schemas.openxmlformats.org/drawingml/2006/main">
              <a:ext uri="{FF2B5EF4-FFF2-40B4-BE49-F238E27FC236}">
                <a16:creationId xmlns:a16="http://schemas.microsoft.com/office/drawing/2014/main" id="{849F00FA-C3CB-450A-BCCD-CB9749C5C142}"/>
              </a:ext>
            </a:extLst>
          </p:cNvPr>
          <p:cNvSpPr>
            <a:spLocks xmlns:a="http://schemas.openxmlformats.org/drawingml/2006/main" noGrp="1"/>
          </p:cNvSpPr>
          <p:nvPr/>
        </p:nvSpPr>
        <p:spPr>
          <a:xfrm xmlns:a="http://schemas.openxmlformats.org/drawingml/2006/main">
            <a:off x="3745014"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12</a:t>
            </a:r>
          </a:p>
        </p:txBody>
      </p:sp>
      <p:sp>
        <p:nvSpPr>
          <p:cNvPr id="99" name="figure-practice_grid-86">
            <a:extLst xmlns:a="http://schemas.openxmlformats.org/drawingml/2006/main">
              <a:ext uri="{FF2B5EF4-FFF2-40B4-BE49-F238E27FC236}">
                <a16:creationId xmlns:a16="http://schemas.microsoft.com/office/drawing/2014/main" id="{5EA362DE-3C61-46A7-9514-083E7809E489}"/>
              </a:ext>
            </a:extLst>
          </p:cNvPr>
          <p:cNvSpPr>
            <a:spLocks xmlns:a="http://schemas.openxmlformats.org/drawingml/2006/main" noGrp="1"/>
          </p:cNvSpPr>
          <p:nvPr/>
        </p:nvSpPr>
        <p:spPr>
          <a:xfrm xmlns:a="http://schemas.openxmlformats.org/drawingml/2006/main">
            <a:off x="4643599"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13</a:t>
            </a:r>
          </a:p>
        </p:txBody>
      </p:sp>
      <p:sp>
        <p:nvSpPr>
          <p:cNvPr id="100" name="figure-practice_grid-87">
            <a:extLst xmlns:a="http://schemas.openxmlformats.org/drawingml/2006/main">
              <a:ext uri="{FF2B5EF4-FFF2-40B4-BE49-F238E27FC236}">
                <a16:creationId xmlns:a16="http://schemas.microsoft.com/office/drawing/2014/main" id="{E0835CC9-713B-4ADA-9F48-04A2459A2559}"/>
              </a:ext>
            </a:extLst>
          </p:cNvPr>
          <p:cNvSpPr>
            <a:spLocks xmlns:a="http://schemas.openxmlformats.org/drawingml/2006/main" noGrp="1"/>
          </p:cNvSpPr>
          <p:nvPr/>
        </p:nvSpPr>
        <p:spPr>
          <a:xfrm xmlns:a="http://schemas.openxmlformats.org/drawingml/2006/main">
            <a:off x="5542184"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14</a:t>
            </a:r>
          </a:p>
        </p:txBody>
      </p:sp>
      <p:sp>
        <p:nvSpPr>
          <p:cNvPr id="101" name="figure-practice_grid-88">
            <a:extLst xmlns:a="http://schemas.openxmlformats.org/drawingml/2006/main">
              <a:ext uri="{FF2B5EF4-FFF2-40B4-BE49-F238E27FC236}">
                <a16:creationId xmlns:a16="http://schemas.microsoft.com/office/drawing/2014/main" id="{F7C16795-D8F8-4F76-A9B9-A24672AB30BD}"/>
              </a:ext>
            </a:extLst>
          </p:cNvPr>
          <p:cNvSpPr>
            <a:spLocks xmlns:a="http://schemas.openxmlformats.org/drawingml/2006/main" noGrp="1"/>
          </p:cNvSpPr>
          <p:nvPr/>
        </p:nvSpPr>
        <p:spPr>
          <a:xfrm xmlns:a="http://schemas.openxmlformats.org/drawingml/2006/main">
            <a:off x="1759142" y="539000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20</a:t>
            </a:r>
          </a:p>
        </p:txBody>
      </p:sp>
      <p:sp>
        <p:nvSpPr>
          <p:cNvPr id="102" name="figure-practice_grid-89">
            <a:extLst xmlns:a="http://schemas.openxmlformats.org/drawingml/2006/main">
              <a:ext uri="{FF2B5EF4-FFF2-40B4-BE49-F238E27FC236}">
                <a16:creationId xmlns:a16="http://schemas.microsoft.com/office/drawing/2014/main" id="{619F5DC1-E6D1-44B5-A186-12DD2C5418C0}"/>
              </a:ext>
            </a:extLst>
          </p:cNvPr>
          <p:cNvSpPr>
            <a:spLocks xmlns:a="http://schemas.openxmlformats.org/drawingml/2006/main" noGrp="1"/>
          </p:cNvSpPr>
          <p:nvPr/>
        </p:nvSpPr>
        <p:spPr>
          <a:xfrm xmlns:a="http://schemas.openxmlformats.org/drawingml/2006/main">
            <a:off x="1759142" y="4491415"/>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21</a:t>
            </a:r>
          </a:p>
        </p:txBody>
      </p:sp>
      <p:sp>
        <p:nvSpPr>
          <p:cNvPr id="103" name="figure-practice_grid-90">
            <a:extLst xmlns:a="http://schemas.openxmlformats.org/drawingml/2006/main">
              <a:ext uri="{FF2B5EF4-FFF2-40B4-BE49-F238E27FC236}">
                <a16:creationId xmlns:a16="http://schemas.microsoft.com/office/drawing/2014/main" id="{66EC7466-5CF1-4BED-BCEC-199183DFA268}"/>
              </a:ext>
            </a:extLst>
          </p:cNvPr>
          <p:cNvSpPr>
            <a:spLocks xmlns:a="http://schemas.openxmlformats.org/drawingml/2006/main" noGrp="1"/>
          </p:cNvSpPr>
          <p:nvPr/>
        </p:nvSpPr>
        <p:spPr>
          <a:xfrm xmlns:a="http://schemas.openxmlformats.org/drawingml/2006/main">
            <a:off x="1759142" y="359283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22</a:t>
            </a:r>
          </a:p>
        </p:txBody>
      </p:sp>
      <p:sp>
        <p:nvSpPr>
          <p:cNvPr id="104" name="figure-practice_grid-91">
            <a:extLst xmlns:a="http://schemas.openxmlformats.org/drawingml/2006/main">
              <a:ext uri="{FF2B5EF4-FFF2-40B4-BE49-F238E27FC236}">
                <a16:creationId xmlns:a16="http://schemas.microsoft.com/office/drawing/2014/main" id="{33B383FA-168F-4D93-A774-C94F25BE4D93}"/>
              </a:ext>
            </a:extLst>
          </p:cNvPr>
          <p:cNvSpPr>
            <a:spLocks xmlns:a="http://schemas.openxmlformats.org/drawingml/2006/main" noGrp="1"/>
          </p:cNvSpPr>
          <p:nvPr/>
        </p:nvSpPr>
        <p:spPr>
          <a:xfrm xmlns:a="http://schemas.openxmlformats.org/drawingml/2006/main">
            <a:off x="1759142" y="2694245"/>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23</a:t>
            </a:r>
          </a:p>
        </p:txBody>
      </p:sp>
      <p:sp>
        <p:nvSpPr>
          <p:cNvPr id="105" name="figure-practice_grid-92">
            <a:extLst xmlns:a="http://schemas.openxmlformats.org/drawingml/2006/main">
              <a:ext uri="{FF2B5EF4-FFF2-40B4-BE49-F238E27FC236}">
                <a16:creationId xmlns:a16="http://schemas.microsoft.com/office/drawing/2014/main" id="{43003398-DA5D-46FF-BFDE-433D31201671}"/>
              </a:ext>
            </a:extLst>
          </p:cNvPr>
          <p:cNvSpPr>
            <a:spLocks xmlns:a="http://schemas.openxmlformats.org/drawingml/2006/main" noGrp="1"/>
          </p:cNvSpPr>
          <p:nvPr/>
        </p:nvSpPr>
        <p:spPr>
          <a:xfrm xmlns:a="http://schemas.openxmlformats.org/drawingml/2006/main">
            <a:off x="1759142" y="179566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24</a:t>
            </a:r>
          </a:p>
        </p:txBody>
      </p:sp>
      <p:sp>
        <p:nvSpPr>
          <p:cNvPr id="106" name="figure-practice_grid-93">
            <a:extLst xmlns:a="http://schemas.openxmlformats.org/drawingml/2006/main">
              <a:ext uri="{FF2B5EF4-FFF2-40B4-BE49-F238E27FC236}">
                <a16:creationId xmlns:a16="http://schemas.microsoft.com/office/drawing/2014/main" id="{2CA57A6C-670D-49F9-9C51-B033D0A79464}"/>
              </a:ext>
            </a:extLst>
          </p:cNvPr>
          <p:cNvSpPr>
            <a:spLocks xmlns:a="http://schemas.openxmlformats.org/drawingml/2006/main" noGrp="1"/>
          </p:cNvSpPr>
          <p:nvPr/>
        </p:nvSpPr>
        <p:spPr>
          <a:xfrm xmlns:a="http://schemas.openxmlformats.org/drawingml/2006/main">
            <a:off x="5829731" y="1705802"/>
            <a:ext cx="23282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N</a:t>
            </a:r>
          </a:p>
        </p:txBody>
      </p:sp>
      <p:sp>
        <p:nvSpPr>
          <p:cNvPr id="107" name="figure-practice_grid-94">
            <a:extLst xmlns:a="http://schemas.openxmlformats.org/drawingml/2006/main">
              <a:ext uri="{FF2B5EF4-FFF2-40B4-BE49-F238E27FC236}">
                <a16:creationId xmlns:a16="http://schemas.microsoft.com/office/drawing/2014/main" id="{116611B7-4FE3-462E-A2DA-0828873564C2}"/>
              </a:ext>
            </a:extLst>
          </p:cNvPr>
          <p:cNvSpPr>
            <a:spLocks xmlns:a="http://schemas.openxmlformats.org/drawingml/2006/main" noGrp="1"/>
          </p:cNvSpPr>
          <p:nvPr/>
        </p:nvSpPr>
        <p:spPr>
          <a:xfrm xmlns:a="http://schemas.openxmlformats.org/drawingml/2006/main">
            <a:off x="5904601" y="1965205"/>
            <a:ext cx="8986" cy="323491"/>
          </a:xfrm>
          <a:custGeom xmlns:a="http://schemas.openxmlformats.org/drawingml/2006/main">
            <a:pathLst>
              <a:path w="8986" h="323491">
                <a:moveTo>
                  <a:pt x="0" y="323491"/>
                </a:moveTo>
                <a:lnTo>
                  <a:pt x="0" y="0"/>
                </a:lnTo>
              </a:path>
            </a:pathLst>
          </a:custGeom>
          <a:noFill xmlns:a="http://schemas.openxmlformats.org/drawingml/2006/main"/>
          <a:ln xmlns:a="http://schemas.openxmlformats.org/drawingml/2006/main" w="17972">
            <a:solidFill>
              <a:srgbClr val="23354A"/>
            </a:solidFill>
          </a:ln>
        </p:spPr>
      </p:sp>
      <p:sp>
        <p:nvSpPr>
          <p:cNvPr id="108" name="figure-practice_grid-95">
            <a:extLst xmlns:a="http://schemas.openxmlformats.org/drawingml/2006/main">
              <a:ext uri="{FF2B5EF4-FFF2-40B4-BE49-F238E27FC236}">
                <a16:creationId xmlns:a16="http://schemas.microsoft.com/office/drawing/2014/main" id="{0DDEAF89-88CF-4567-8300-A519FAB63338}"/>
              </a:ext>
            </a:extLst>
          </p:cNvPr>
          <p:cNvSpPr>
            <a:spLocks xmlns:a="http://schemas.openxmlformats.org/drawingml/2006/main" noGrp="1"/>
          </p:cNvSpPr>
          <p:nvPr/>
        </p:nvSpPr>
        <p:spPr>
          <a:xfrm xmlns:a="http://schemas.openxmlformats.org/drawingml/2006/main">
            <a:off x="5850686" y="1965205"/>
            <a:ext cx="107830" cy="80873"/>
          </a:xfrm>
          <a:custGeom xmlns:a="http://schemas.openxmlformats.org/drawingml/2006/main">
            <a:pathLst>
              <a:path w="107830" h="80873">
                <a:moveTo>
                  <a:pt x="0" y="80873"/>
                </a:moveTo>
                <a:lnTo>
                  <a:pt x="53915" y="0"/>
                </a:lnTo>
                <a:lnTo>
                  <a:pt x="107830" y="80873"/>
                </a:lnTo>
              </a:path>
            </a:pathLst>
          </a:custGeom>
          <a:noFill xmlns:a="http://schemas.openxmlformats.org/drawingml/2006/main"/>
          <a:ln xmlns:a="http://schemas.openxmlformats.org/drawingml/2006/main" w="17972">
            <a:solidFill>
              <a:srgbClr val="23354A"/>
            </a:solidFill>
          </a:ln>
        </p:spPr>
      </p:sp>
      <p:sp>
        <p:nvSpPr>
          <p:cNvPr id="109" name="figure-practice_grid-96">
            <a:extLst xmlns:a="http://schemas.openxmlformats.org/drawingml/2006/main">
              <a:ext uri="{FF2B5EF4-FFF2-40B4-BE49-F238E27FC236}">
                <a16:creationId xmlns:a16="http://schemas.microsoft.com/office/drawing/2014/main" id="{B5BC91DE-2E2A-4C71-898C-2D51BB03B11A}"/>
              </a:ext>
            </a:extLst>
          </p:cNvPr>
          <p:cNvSpPr>
            <a:spLocks xmlns:a="http://schemas.openxmlformats.org/drawingml/2006/main" noGrp="1"/>
          </p:cNvSpPr>
          <p:nvPr/>
        </p:nvSpPr>
        <p:spPr>
          <a:xfrm xmlns:a="http://schemas.openxmlformats.org/drawingml/2006/main">
            <a:off x="2019731" y="5839292"/>
            <a:ext cx="307041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Each large square is 1 km by 1 km.</a:t>
            </a:r>
          </a:p>
        </p:txBody>
      </p:sp>
      <p:sp>
        <p:nvSpPr>
          <p:cNvPr id="110" name="figure-practice_grid-97">
            <a:extLst xmlns:a="http://schemas.openxmlformats.org/drawingml/2006/main">
              <a:ext uri="{FF2B5EF4-FFF2-40B4-BE49-F238E27FC236}">
                <a16:creationId xmlns:a16="http://schemas.microsoft.com/office/drawing/2014/main" id="{8FA7279E-FFE3-4547-A5C7-0B35C4A79547}"/>
              </a:ext>
            </a:extLst>
          </p:cNvPr>
          <p:cNvSpPr>
            <a:spLocks xmlns:a="http://schemas.openxmlformats.org/drawingml/2006/main" noGrp="1"/>
          </p:cNvSpPr>
          <p:nvPr/>
        </p:nvSpPr>
        <p:spPr>
          <a:xfrm xmlns:a="http://schemas.openxmlformats.org/drawingml/2006/main">
            <a:off x="2458528" y="5033873"/>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1" name="figure-practice_grid-98">
            <a:extLst xmlns:a="http://schemas.openxmlformats.org/drawingml/2006/main">
              <a:ext uri="{FF2B5EF4-FFF2-40B4-BE49-F238E27FC236}">
                <a16:creationId xmlns:a16="http://schemas.microsoft.com/office/drawing/2014/main" id="{4CBCECDF-8EED-46CE-AA10-D0AB0A9B4644}"/>
              </a:ext>
            </a:extLst>
          </p:cNvPr>
          <p:cNvSpPr>
            <a:spLocks xmlns:a="http://schemas.openxmlformats.org/drawingml/2006/main" noGrp="1"/>
          </p:cNvSpPr>
          <p:nvPr/>
        </p:nvSpPr>
        <p:spPr>
          <a:xfrm xmlns:a="http://schemas.openxmlformats.org/drawingml/2006/main">
            <a:off x="2531925" y="4850849"/>
            <a:ext cx="42350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Sch</a:t>
            </a:r>
          </a:p>
        </p:txBody>
      </p:sp>
      <p:sp>
        <p:nvSpPr>
          <p:cNvPr id="112" name="figure-practice_grid-99">
            <a:extLst xmlns:a="http://schemas.openxmlformats.org/drawingml/2006/main">
              <a:ext uri="{FF2B5EF4-FFF2-40B4-BE49-F238E27FC236}">
                <a16:creationId xmlns:a16="http://schemas.microsoft.com/office/drawing/2014/main" id="{CDF9ACBC-F4B1-4713-9BCF-8C564D1F3726}"/>
              </a:ext>
            </a:extLst>
          </p:cNvPr>
          <p:cNvSpPr>
            <a:spLocks xmlns:a="http://schemas.openxmlformats.org/drawingml/2006/main" noGrp="1"/>
          </p:cNvSpPr>
          <p:nvPr/>
        </p:nvSpPr>
        <p:spPr>
          <a:xfrm xmlns:a="http://schemas.openxmlformats.org/drawingml/2006/main">
            <a:off x="2458528" y="4135288"/>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3" name="figure-practice_grid-100">
            <a:extLst xmlns:a="http://schemas.openxmlformats.org/drawingml/2006/main">
              <a:ext uri="{FF2B5EF4-FFF2-40B4-BE49-F238E27FC236}">
                <a16:creationId xmlns:a16="http://schemas.microsoft.com/office/drawing/2014/main" id="{F0D898D4-CE36-4E76-8D28-5825854C876F}"/>
              </a:ext>
            </a:extLst>
          </p:cNvPr>
          <p:cNvSpPr>
            <a:spLocks xmlns:a="http://schemas.openxmlformats.org/drawingml/2006/main" noGrp="1"/>
          </p:cNvSpPr>
          <p:nvPr/>
        </p:nvSpPr>
        <p:spPr>
          <a:xfrm xmlns:a="http://schemas.openxmlformats.org/drawingml/2006/main">
            <a:off x="2531925" y="3952264"/>
            <a:ext cx="22231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B</a:t>
            </a:r>
          </a:p>
        </p:txBody>
      </p:sp>
      <p:sp>
        <p:nvSpPr>
          <p:cNvPr id="114" name="figure-practice_grid-101">
            <a:extLst xmlns:a="http://schemas.openxmlformats.org/drawingml/2006/main">
              <a:ext uri="{FF2B5EF4-FFF2-40B4-BE49-F238E27FC236}">
                <a16:creationId xmlns:a16="http://schemas.microsoft.com/office/drawing/2014/main" id="{923DF294-079D-448D-88A8-DBDB4A8BF52F}"/>
              </a:ext>
            </a:extLst>
          </p:cNvPr>
          <p:cNvSpPr>
            <a:spLocks xmlns:a="http://schemas.openxmlformats.org/drawingml/2006/main" noGrp="1"/>
          </p:cNvSpPr>
          <p:nvPr/>
        </p:nvSpPr>
        <p:spPr>
          <a:xfrm xmlns:a="http://schemas.openxmlformats.org/drawingml/2006/main">
            <a:off x="3357113" y="4135288"/>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5" name="figure-practice_grid-102">
            <a:extLst xmlns:a="http://schemas.openxmlformats.org/drawingml/2006/main">
              <a:ext uri="{FF2B5EF4-FFF2-40B4-BE49-F238E27FC236}">
                <a16:creationId xmlns:a16="http://schemas.microsoft.com/office/drawing/2014/main" id="{A3362412-65FB-4B3B-B93B-C523B38A4DC9}"/>
              </a:ext>
            </a:extLst>
          </p:cNvPr>
          <p:cNvSpPr>
            <a:spLocks xmlns:a="http://schemas.openxmlformats.org/drawingml/2006/main" noGrp="1"/>
          </p:cNvSpPr>
          <p:nvPr/>
        </p:nvSpPr>
        <p:spPr>
          <a:xfrm xmlns:a="http://schemas.openxmlformats.org/drawingml/2006/main">
            <a:off x="3430510" y="3952264"/>
            <a:ext cx="23282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H</a:t>
            </a:r>
          </a:p>
        </p:txBody>
      </p:sp>
      <p:sp>
        <p:nvSpPr>
          <p:cNvPr id="116" name="figure-practice_grid-103">
            <a:extLst xmlns:a="http://schemas.openxmlformats.org/drawingml/2006/main">
              <a:ext uri="{FF2B5EF4-FFF2-40B4-BE49-F238E27FC236}">
                <a16:creationId xmlns:a16="http://schemas.microsoft.com/office/drawing/2014/main" id="{FCB1B92F-567D-47F9-B1E0-1098FCAF9329}"/>
              </a:ext>
            </a:extLst>
          </p:cNvPr>
          <p:cNvSpPr>
            <a:spLocks xmlns:a="http://schemas.openxmlformats.org/drawingml/2006/main" noGrp="1"/>
          </p:cNvSpPr>
          <p:nvPr/>
        </p:nvSpPr>
        <p:spPr>
          <a:xfrm xmlns:a="http://schemas.openxmlformats.org/drawingml/2006/main">
            <a:off x="3357113" y="3236703"/>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7" name="figure-practice_grid-104">
            <a:extLst xmlns:a="http://schemas.openxmlformats.org/drawingml/2006/main">
              <a:ext uri="{FF2B5EF4-FFF2-40B4-BE49-F238E27FC236}">
                <a16:creationId xmlns:a16="http://schemas.microsoft.com/office/drawing/2014/main" id="{77F19EEF-98FE-4C9E-A63D-5CD95DD7C98F}"/>
              </a:ext>
            </a:extLst>
          </p:cNvPr>
          <p:cNvSpPr>
            <a:spLocks xmlns:a="http://schemas.openxmlformats.org/drawingml/2006/main" noGrp="1"/>
          </p:cNvSpPr>
          <p:nvPr/>
        </p:nvSpPr>
        <p:spPr>
          <a:xfrm xmlns:a="http://schemas.openxmlformats.org/drawingml/2006/main">
            <a:off x="3430510" y="3053679"/>
            <a:ext cx="34937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Q7</a:t>
            </a:r>
          </a:p>
        </p:txBody>
      </p:sp>
      <p:sp>
        <p:nvSpPr>
          <p:cNvPr id="118" name="figure-practice_grid-105">
            <a:extLst xmlns:a="http://schemas.openxmlformats.org/drawingml/2006/main">
              <a:ext uri="{FF2B5EF4-FFF2-40B4-BE49-F238E27FC236}">
                <a16:creationId xmlns:a16="http://schemas.microsoft.com/office/drawing/2014/main" id="{266C2B44-A0B7-449E-8432-ECAF39C9C6FE}"/>
              </a:ext>
            </a:extLst>
          </p:cNvPr>
          <p:cNvSpPr>
            <a:spLocks xmlns:a="http://schemas.openxmlformats.org/drawingml/2006/main" noGrp="1"/>
          </p:cNvSpPr>
          <p:nvPr/>
        </p:nvSpPr>
        <p:spPr>
          <a:xfrm xmlns:a="http://schemas.openxmlformats.org/drawingml/2006/main">
            <a:off x="3446972" y="3416420"/>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9" name="figure-practice_grid-106">
            <a:extLst xmlns:a="http://schemas.openxmlformats.org/drawingml/2006/main">
              <a:ext uri="{FF2B5EF4-FFF2-40B4-BE49-F238E27FC236}">
                <a16:creationId xmlns:a16="http://schemas.microsoft.com/office/drawing/2014/main" id="{588EA83F-C2DD-4902-9029-FA20D446A325}"/>
              </a:ext>
            </a:extLst>
          </p:cNvPr>
          <p:cNvSpPr>
            <a:spLocks xmlns:a="http://schemas.openxmlformats.org/drawingml/2006/main" noGrp="1"/>
          </p:cNvSpPr>
          <p:nvPr/>
        </p:nvSpPr>
        <p:spPr>
          <a:xfrm xmlns:a="http://schemas.openxmlformats.org/drawingml/2006/main">
            <a:off x="3520368" y="3233396"/>
            <a:ext cx="33867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FB</a:t>
            </a:r>
          </a:p>
        </p:txBody>
      </p:sp>
      <p:sp>
        <p:nvSpPr>
          <p:cNvPr id="120" name="figure-practice_grid-107">
            <a:extLst xmlns:a="http://schemas.openxmlformats.org/drawingml/2006/main">
              <a:ext uri="{FF2B5EF4-FFF2-40B4-BE49-F238E27FC236}">
                <a16:creationId xmlns:a16="http://schemas.microsoft.com/office/drawing/2014/main" id="{9DE462DE-DCDC-42DF-8379-242EBF5D4EEB}"/>
              </a:ext>
            </a:extLst>
          </p:cNvPr>
          <p:cNvSpPr>
            <a:spLocks xmlns:a="http://schemas.openxmlformats.org/drawingml/2006/main" noGrp="1"/>
          </p:cNvSpPr>
          <p:nvPr/>
        </p:nvSpPr>
        <p:spPr>
          <a:xfrm xmlns:a="http://schemas.openxmlformats.org/drawingml/2006/main">
            <a:off x="3986123" y="4225146"/>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21" name="figure-practice_grid-108">
            <a:extLst xmlns:a="http://schemas.openxmlformats.org/drawingml/2006/main">
              <a:ext uri="{FF2B5EF4-FFF2-40B4-BE49-F238E27FC236}">
                <a16:creationId xmlns:a16="http://schemas.microsoft.com/office/drawing/2014/main" id="{052CBA47-33CD-4768-8AB9-973D0A7FA604}"/>
              </a:ext>
            </a:extLst>
          </p:cNvPr>
          <p:cNvSpPr>
            <a:spLocks xmlns:a="http://schemas.openxmlformats.org/drawingml/2006/main" noGrp="1"/>
          </p:cNvSpPr>
          <p:nvPr/>
        </p:nvSpPr>
        <p:spPr>
          <a:xfrm xmlns:a="http://schemas.openxmlformats.org/drawingml/2006/main">
            <a:off x="4059519" y="4042122"/>
            <a:ext cx="37048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PO</a:t>
            </a:r>
          </a:p>
        </p:txBody>
      </p:sp>
      <p:sp>
        <p:nvSpPr>
          <p:cNvPr id="122" name="figure-practice_grid-109">
            <a:extLst xmlns:a="http://schemas.openxmlformats.org/drawingml/2006/main">
              <a:ext uri="{FF2B5EF4-FFF2-40B4-BE49-F238E27FC236}">
                <a16:creationId xmlns:a16="http://schemas.microsoft.com/office/drawing/2014/main" id="{0B64C380-DBEE-41B0-840B-232EBD8E1D26}"/>
              </a:ext>
            </a:extLst>
          </p:cNvPr>
          <p:cNvSpPr>
            <a:spLocks xmlns:a="http://schemas.openxmlformats.org/drawingml/2006/main" noGrp="1"/>
          </p:cNvSpPr>
          <p:nvPr/>
        </p:nvSpPr>
        <p:spPr>
          <a:xfrm xmlns:a="http://schemas.openxmlformats.org/drawingml/2006/main">
            <a:off x="4525274" y="3955571"/>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23" name="figure-practice_grid-110">
            <a:extLst xmlns:a="http://schemas.openxmlformats.org/drawingml/2006/main">
              <a:ext uri="{FF2B5EF4-FFF2-40B4-BE49-F238E27FC236}">
                <a16:creationId xmlns:a16="http://schemas.microsoft.com/office/drawing/2014/main" id="{97AA698D-16E3-40CE-883D-16FD39EB5D32}"/>
              </a:ext>
            </a:extLst>
          </p:cNvPr>
          <p:cNvSpPr>
            <a:spLocks xmlns:a="http://schemas.openxmlformats.org/drawingml/2006/main" noGrp="1"/>
          </p:cNvSpPr>
          <p:nvPr/>
        </p:nvSpPr>
        <p:spPr>
          <a:xfrm xmlns:a="http://schemas.openxmlformats.org/drawingml/2006/main">
            <a:off x="4598670" y="3772547"/>
            <a:ext cx="34937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Q9</a:t>
            </a:r>
          </a:p>
        </p:txBody>
      </p:sp>
      <p:sp>
        <p:nvSpPr>
          <p:cNvPr id="124" name="figure-description-practice_grid">
            <a:extLst xmlns:a="http://schemas.openxmlformats.org/drawingml/2006/main">
              <a:ext uri="{FF2B5EF4-FFF2-40B4-BE49-F238E27FC236}">
                <a16:creationId xmlns:a16="http://schemas.microsoft.com/office/drawing/2014/main" id="{D79FEB40-9131-49C0-B856-9ED206838CF9}"/>
              </a:ext>
            </a:extLst>
          </p:cNvPr>
          <p:cNvSpPr>
            <a:spLocks xmlns:a="http://schemas.openxmlformats.org/drawingml/2006/main" noGrp="1"/>
          </p:cNvSpPr>
          <p:nvPr/>
        </p:nvSpPr>
        <p:spPr>
          <a:xfrm xmlns:a="http://schemas.openxmlformats.org/drawingml/2006/main">
            <a:off x="7762875" y="1809750"/>
            <a:ext cx="40481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0" lang="en-GB">
                <a:solidFill>
                  <a:srgbClr val="17263B"/>
                </a:solidFill>
                <a:latin typeface="Arial"/>
                <a:ea typeface="Arial"/>
                <a:cs typeface="Arial"/>
              </a:defRPr>
            </a:defPPr>
          </a:lstStyle>
          <a:p xmlns:a="http://schemas.openxmlformats.org/drawingml/2006/main">
            <a:pPr algn="l">
              <a:lnSpc>
                <a:spcPct val="108000"/>
              </a:lnSpc>
              <a:buNone/>
              <a:defRPr sz="1800" b="0" lang="en-GB">
                <a:solidFill>
                  <a:srgbClr val="17263B"/>
                </a:solidFill>
                <a:latin typeface="Arial"/>
                <a:ea typeface="Arial"/>
                <a:cs typeface="Arial"/>
              </a:defRPr>
            </a:pPr>
            <a:r>
              <a:rPr sz="1800" b="0" lang="en-GB">
                <a:solidFill>
                  <a:srgbClr val="17263B"/>
                </a:solidFill>
                <a:latin typeface="Arial"/>
                <a:ea typeface="Arial"/>
                <a:cs typeface="Arial"/>
              </a:rPr>
              <a:t>The school is in the leftmost column and lowest row. The library is directly north of it in the next row. The hall is directly east of the library. The park point, labelled Q7, is directly north of the hall. The footbridge shares the park's square. The post office, labelled PO, and health centre, labelled Q9, share the square east of the hall.</a:t>
            </a:r>
          </a:p>
        </p:txBody>
      </p:sp>
    </p:spTree>
    <p:extLst>
      <p:ext uri="{BB962C8B-B14F-4D97-AF65-F5344CB8AC3E}">
        <p14:creationId xmlns:p14="http://schemas.microsoft.com/office/powerpoint/2010/main" val="77882652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686C67D8-7495-4F60-8360-E14DCD8C89C7}"/>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FE00F2B8-134F-4C00-B684-EC93284598A7}"/>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34A147D9-1C4E-4540-951D-355193075B74}"/>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Arrival</a:t>
            </a:r>
          </a:p>
        </p:txBody>
      </p:sp>
      <p:sp>
        <p:nvSpPr>
          <p:cNvPr id="4" name="tier-route-label">
            <a:extLst xmlns:a="http://schemas.openxmlformats.org/drawingml/2006/main">
              <a:ext uri="{FF2B5EF4-FFF2-40B4-BE49-F238E27FC236}">
                <a16:creationId xmlns:a16="http://schemas.microsoft.com/office/drawing/2014/main" id="{6BCD54BF-CF26-46A1-B802-992F71249394}"/>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496F7A9A-ECA5-4F79-BE2D-E300508AA53F}"/>
              </a:ext>
            </a:extLst>
          </p:cNvPr>
          <p:cNvPicPr>
            <a:picLocks xmlns:a="http://schemas.openxmlformats.org/drawingml/2006/main" noChangeAspect="1"/>
          </p:cNvPicPr>
          <p:nvPr/>
        </p:nvPicPr>
        <p:blipFill>
          <a:blip xmlns:r="http://schemas.openxmlformats.org/officeDocument/2006/relationships" xmlns:a="http://schemas.openxmlformats.org/drawingml/2006/main" r:embed="Rdf34b95b492d4116"/>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269FCA9E-B7B6-4573-B873-1938C33C4237}"/>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18FE5B71-5FDC-4EC0-9D2E-3C8F6F776AE2}"/>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5B021C54-D609-40B9-87FB-A79C35FA64DA}"/>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7AA100EB-2D60-4910-BA84-26A07F043A21}"/>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2E585C3A-5299-4AEC-A969-DD5CD79236DD}"/>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FF8291E2-2252-4DA7-AE7B-90D6154BD7FA}"/>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080D2D0D-C530-4C6D-83F5-A034719BB599}"/>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3" name="licence-footer">
            <a:extLst xmlns:a="http://schemas.openxmlformats.org/drawingml/2006/main">
              <a:ext uri="{FF2B5EF4-FFF2-40B4-BE49-F238E27FC236}">
                <a16:creationId xmlns:a16="http://schemas.microsoft.com/office/drawing/2014/main" id="{196C751D-4C49-4463-9EF5-EAC929393A75}"/>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C4E17FF6-5CC2-4635-B735-6D0E0CC58D83}"/>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short answer or indicated choice for each of 1 to 4.</a:t>
            </a:r>
          </a:p>
        </p:txBody>
      </p:sp>
      <p:sp>
        <p:nvSpPr>
          <p:cNvPr id="15" name="item-1-title">
            <a:extLst xmlns:a="http://schemas.openxmlformats.org/drawingml/2006/main">
              <a:ext uri="{FF2B5EF4-FFF2-40B4-BE49-F238E27FC236}">
                <a16:creationId xmlns:a16="http://schemas.microsoft.com/office/drawing/2014/main" id="{40ADC7BD-88EC-4D31-87E8-00DFED3C78CB}"/>
              </a:ext>
            </a:extLst>
          </p:cNvPr>
          <p:cNvSpPr>
            <a:spLocks xmlns:a="http://schemas.openxmlformats.org/drawingml/2006/main" noGrp="1"/>
          </p:cNvSpPr>
          <p:nvPr/>
        </p:nvSpPr>
        <p:spPr>
          <a:xfrm xmlns:a="http://schemas.openxmlformats.org/drawingml/2006/main">
            <a:off x="38100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1. A settlement</a:t>
            </a:r>
          </a:p>
        </p:txBody>
      </p:sp>
      <p:sp>
        <p:nvSpPr>
          <p:cNvPr id="16" name="item-1-question">
            <a:extLst xmlns:a="http://schemas.openxmlformats.org/drawingml/2006/main">
              <a:ext uri="{FF2B5EF4-FFF2-40B4-BE49-F238E27FC236}">
                <a16:creationId xmlns:a16="http://schemas.microsoft.com/office/drawing/2014/main" id="{3D0EC712-6A73-49C0-8488-4B5B88F442A8}"/>
              </a:ext>
            </a:extLst>
          </p:cNvPr>
          <p:cNvSpPr>
            <a:spLocks xmlns:a="http://schemas.openxmlformats.org/drawingml/2006/main" noGrp="1"/>
          </p:cNvSpPr>
          <p:nvPr/>
        </p:nvSpPr>
        <p:spPr>
          <a:xfrm xmlns:a="http://schemas.openxmlformats.org/drawingml/2006/main">
            <a:off x="38100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Which is a settlement: a town or an ocean?</a:t>
            </a:r>
          </a:p>
        </p:txBody>
      </p:sp>
      <p:sp>
        <p:nvSpPr>
          <p:cNvPr id="17" name="item-1-clue">
            <a:extLst xmlns:a="http://schemas.openxmlformats.org/drawingml/2006/main">
              <a:ext uri="{FF2B5EF4-FFF2-40B4-BE49-F238E27FC236}">
                <a16:creationId xmlns:a16="http://schemas.microsoft.com/office/drawing/2014/main" id="{65785605-80D3-4E80-B7B6-60FC4DB1DD6E}"/>
              </a:ext>
            </a:extLst>
          </p:cNvPr>
          <p:cNvSpPr>
            <a:spLocks xmlns:a="http://schemas.openxmlformats.org/drawingml/2006/main" noGrp="1"/>
          </p:cNvSpPr>
          <p:nvPr/>
        </p:nvSpPr>
        <p:spPr>
          <a:xfrm xmlns:a="http://schemas.openxmlformats.org/drawingml/2006/main">
            <a:off x="38100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Read the first line of the context card.</a:t>
            </a:r>
          </a:p>
        </p:txBody>
      </p:sp>
      <p:sp>
        <p:nvSpPr>
          <p:cNvPr id="18" name="item-2-title">
            <a:extLst xmlns:a="http://schemas.openxmlformats.org/drawingml/2006/main">
              <a:ext uri="{FF2B5EF4-FFF2-40B4-BE49-F238E27FC236}">
                <a16:creationId xmlns:a16="http://schemas.microsoft.com/office/drawing/2014/main" id="{950C7E75-5DB2-480B-955B-3F1CFBA3CE82}"/>
              </a:ext>
            </a:extLst>
          </p:cNvPr>
          <p:cNvSpPr>
            <a:spLocks xmlns:a="http://schemas.openxmlformats.org/drawingml/2006/main" noGrp="1"/>
          </p:cNvSpPr>
          <p:nvPr/>
        </p:nvSpPr>
        <p:spPr>
          <a:xfrm xmlns:a="http://schemas.openxmlformats.org/drawingml/2006/main">
            <a:off x="622935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2. A symbol</a:t>
            </a:r>
          </a:p>
        </p:txBody>
      </p:sp>
      <p:sp>
        <p:nvSpPr>
          <p:cNvPr id="19" name="item-2-question">
            <a:extLst xmlns:a="http://schemas.openxmlformats.org/drawingml/2006/main">
              <a:ext uri="{FF2B5EF4-FFF2-40B4-BE49-F238E27FC236}">
                <a16:creationId xmlns:a16="http://schemas.microsoft.com/office/drawing/2014/main" id="{C49FC014-5714-4D0C-AEDF-26479FAE1E86}"/>
              </a:ext>
            </a:extLst>
          </p:cNvPr>
          <p:cNvSpPr>
            <a:spLocks xmlns:a="http://schemas.openxmlformats.org/drawingml/2006/main" noGrp="1"/>
          </p:cNvSpPr>
          <p:nvPr/>
        </p:nvSpPr>
        <p:spPr>
          <a:xfrm xmlns:a="http://schemas.openxmlformats.org/drawingml/2006/main">
            <a:off x="622935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Identify PO: post office or park?</a:t>
            </a:r>
          </a:p>
        </p:txBody>
      </p:sp>
      <p:sp>
        <p:nvSpPr>
          <p:cNvPr id="20" name="item-2-clue">
            <a:extLst xmlns:a="http://schemas.openxmlformats.org/drawingml/2006/main">
              <a:ext uri="{FF2B5EF4-FFF2-40B4-BE49-F238E27FC236}">
                <a16:creationId xmlns:a16="http://schemas.microsoft.com/office/drawing/2014/main" id="{9A466271-4B35-4723-A2FA-2B69F2255F7B}"/>
              </a:ext>
            </a:extLst>
          </p:cNvPr>
          <p:cNvSpPr>
            <a:spLocks xmlns:a="http://schemas.openxmlformats.org/drawingml/2006/main" noGrp="1"/>
          </p:cNvSpPr>
          <p:nvPr/>
        </p:nvSpPr>
        <p:spPr>
          <a:xfrm xmlns:a="http://schemas.openxmlformats.org/drawingml/2006/main">
            <a:off x="622935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Use the map key.</a:t>
            </a:r>
          </a:p>
        </p:txBody>
      </p:sp>
      <p:sp>
        <p:nvSpPr>
          <p:cNvPr id="21" name="item-3-title">
            <a:extLst xmlns:a="http://schemas.openxmlformats.org/drawingml/2006/main">
              <a:ext uri="{FF2B5EF4-FFF2-40B4-BE49-F238E27FC236}">
                <a16:creationId xmlns:a16="http://schemas.microsoft.com/office/drawing/2014/main" id="{DD3E2C4E-A26F-4F03-87F0-0DFD4841E8D2}"/>
              </a:ext>
            </a:extLst>
          </p:cNvPr>
          <p:cNvSpPr>
            <a:spLocks xmlns:a="http://schemas.openxmlformats.org/drawingml/2006/main" noGrp="1"/>
          </p:cNvSpPr>
          <p:nvPr/>
        </p:nvSpPr>
        <p:spPr>
          <a:xfrm xmlns:a="http://schemas.openxmlformats.org/drawingml/2006/main">
            <a:off x="38100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3. A direction</a:t>
            </a:r>
          </a:p>
        </p:txBody>
      </p:sp>
      <p:sp>
        <p:nvSpPr>
          <p:cNvPr id="22" name="item-3-question">
            <a:extLst xmlns:a="http://schemas.openxmlformats.org/drawingml/2006/main">
              <a:ext uri="{FF2B5EF4-FFF2-40B4-BE49-F238E27FC236}">
                <a16:creationId xmlns:a16="http://schemas.microsoft.com/office/drawing/2014/main" id="{C74CDA7B-11D1-4196-931A-C4404F44104B}"/>
              </a:ext>
            </a:extLst>
          </p:cNvPr>
          <p:cNvSpPr>
            <a:spLocks xmlns:a="http://schemas.openxmlformats.org/drawingml/2006/main" noGrp="1"/>
          </p:cNvSpPr>
          <p:nvPr/>
        </p:nvSpPr>
        <p:spPr>
          <a:xfrm xmlns:a="http://schemas.openxmlformats.org/drawingml/2006/main">
            <a:off x="381000" y="4546283"/>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Which arrow points north: up or down on this map?</a:t>
            </a:r>
          </a:p>
        </p:txBody>
      </p:sp>
      <p:sp>
        <p:nvSpPr>
          <p:cNvPr id="23" name="item-3-clue">
            <a:extLst xmlns:a="http://schemas.openxmlformats.org/drawingml/2006/main">
              <a:ext uri="{FF2B5EF4-FFF2-40B4-BE49-F238E27FC236}">
                <a16:creationId xmlns:a16="http://schemas.microsoft.com/office/drawing/2014/main" id="{7E371340-FEC2-45FE-B1B1-A063ACF75D46}"/>
              </a:ext>
            </a:extLst>
          </p:cNvPr>
          <p:cNvSpPr>
            <a:spLocks xmlns:a="http://schemas.openxmlformats.org/drawingml/2006/main" noGrp="1"/>
          </p:cNvSpPr>
          <p:nvPr/>
        </p:nvSpPr>
        <p:spPr>
          <a:xfrm xmlns:a="http://schemas.openxmlformats.org/drawingml/2006/main">
            <a:off x="381000" y="5311712"/>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Find N.</a:t>
            </a:r>
          </a:p>
        </p:txBody>
      </p:sp>
      <p:sp>
        <p:nvSpPr>
          <p:cNvPr id="24" name="item-4-title">
            <a:extLst xmlns:a="http://schemas.openxmlformats.org/drawingml/2006/main">
              <a:ext uri="{FF2B5EF4-FFF2-40B4-BE49-F238E27FC236}">
                <a16:creationId xmlns:a16="http://schemas.microsoft.com/office/drawing/2014/main" id="{6A4FA92D-B844-4CF4-9066-9E934E3E5F42}"/>
              </a:ext>
            </a:extLst>
          </p:cNvPr>
          <p:cNvSpPr>
            <a:spLocks xmlns:a="http://schemas.openxmlformats.org/drawingml/2006/main" noGrp="1"/>
          </p:cNvSpPr>
          <p:nvPr/>
        </p:nvSpPr>
        <p:spPr>
          <a:xfrm xmlns:a="http://schemas.openxmlformats.org/drawingml/2006/main">
            <a:off x="622935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4. A grid order</a:t>
            </a:r>
          </a:p>
        </p:txBody>
      </p:sp>
      <p:sp>
        <p:nvSpPr>
          <p:cNvPr id="25" name="item-4-question">
            <a:extLst xmlns:a="http://schemas.openxmlformats.org/drawingml/2006/main">
              <a:ext uri="{FF2B5EF4-FFF2-40B4-BE49-F238E27FC236}">
                <a16:creationId xmlns:a16="http://schemas.microsoft.com/office/drawing/2014/main" id="{658C0567-47EB-4726-8F9F-6B42618A47D8}"/>
              </a:ext>
            </a:extLst>
          </p:cNvPr>
          <p:cNvSpPr>
            <a:spLocks xmlns:a="http://schemas.openxmlformats.org/drawingml/2006/main" noGrp="1"/>
          </p:cNvSpPr>
          <p:nvPr/>
        </p:nvSpPr>
        <p:spPr>
          <a:xfrm xmlns:a="http://schemas.openxmlformats.org/drawingml/2006/main">
            <a:off x="6229350" y="4546283"/>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Which numbers rise from left to right: 10–14 or 20–24?</a:t>
            </a:r>
          </a:p>
        </p:txBody>
      </p:sp>
      <p:sp>
        <p:nvSpPr>
          <p:cNvPr id="26" name="item-4-clue">
            <a:extLst xmlns:a="http://schemas.openxmlformats.org/drawingml/2006/main">
              <a:ext uri="{FF2B5EF4-FFF2-40B4-BE49-F238E27FC236}">
                <a16:creationId xmlns:a16="http://schemas.microsoft.com/office/drawing/2014/main" id="{66AE84E9-6534-40E9-AD39-CBB56D12B0C0}"/>
              </a:ext>
            </a:extLst>
          </p:cNvPr>
          <p:cNvSpPr>
            <a:spLocks xmlns:a="http://schemas.openxmlformats.org/drawingml/2006/main" noGrp="1"/>
          </p:cNvSpPr>
          <p:nvPr/>
        </p:nvSpPr>
        <p:spPr>
          <a:xfrm xmlns:a="http://schemas.openxmlformats.org/drawingml/2006/main">
            <a:off x="6229350" y="5311712"/>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Trace the labels along the bottom.</a:t>
            </a:r>
          </a:p>
        </p:txBody>
      </p:sp>
    </p:spTree>
    <p:extLst>
      <p:ext uri="{BB962C8B-B14F-4D97-AF65-F5344CB8AC3E}">
        <p14:creationId xmlns:p14="http://schemas.microsoft.com/office/powerpoint/2010/main" val="901613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BE08B2F3-DA59-4EC7-B819-153304E1CF94}"/>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6E96D66D-8790-401F-9BD3-20D29968BF3F}"/>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5E016BDB-BBEC-4A21-A189-FE2A1235F3EB}"/>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Arrival</a:t>
            </a:r>
          </a:p>
        </p:txBody>
      </p:sp>
      <p:sp>
        <p:nvSpPr>
          <p:cNvPr id="4" name="tier-route-label">
            <a:extLst xmlns:a="http://schemas.openxmlformats.org/drawingml/2006/main">
              <a:ext uri="{FF2B5EF4-FFF2-40B4-BE49-F238E27FC236}">
                <a16:creationId xmlns:a16="http://schemas.microsoft.com/office/drawing/2014/main" id="{8D533E46-69A6-458B-AE65-B7EB99A330E9}"/>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Standard</a:t>
            </a:r>
          </a:p>
        </p:txBody>
      </p:sp>
      <p:pic>
        <p:nvPicPr>
          <p:cNvPr id="5" name="">
            <a:extLst xmlns:a="http://schemas.openxmlformats.org/drawingml/2006/main">
              <a:ext uri="{FF2B5EF4-FFF2-40B4-BE49-F238E27FC236}">
                <a16:creationId xmlns:a16="http://schemas.microsoft.com/office/drawing/2014/main" id="{EF746CDD-6576-40D6-A867-B292662E53C2}"/>
              </a:ext>
            </a:extLst>
          </p:cNvPr>
          <p:cNvPicPr>
            <a:picLocks xmlns:a="http://schemas.openxmlformats.org/drawingml/2006/main" noChangeAspect="1"/>
          </p:cNvPicPr>
          <p:nvPr/>
        </p:nvPicPr>
        <p:blipFill>
          <a:blip xmlns:r="http://schemas.openxmlformats.org/officeDocument/2006/relationships" xmlns:a="http://schemas.openxmlformats.org/drawingml/2006/main" r:embed="R574a10ff848a4845"/>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5EE12559-BB34-4244-9B14-9221CAA49F58}"/>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1F4E6ABB-5E8B-4238-BEE5-7E2146005BED}"/>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DB25F4B3-2596-4262-978F-9A1EEA5EB6FC}"/>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D0C03779-5442-44E8-A452-6393133A97C1}"/>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36657618-98FB-43EC-8C0A-E905711089D6}"/>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620C571E-D7D8-494D-8DD9-8F82C3EB6221}"/>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37B73805-3E04-4822-B8B3-24F273743330}"/>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3" name="licence-footer">
            <a:extLst xmlns:a="http://schemas.openxmlformats.org/drawingml/2006/main">
              <a:ext uri="{FF2B5EF4-FFF2-40B4-BE49-F238E27FC236}">
                <a16:creationId xmlns:a16="http://schemas.microsoft.com/office/drawing/2014/main" id="{5D3F7960-2DC5-4702-A039-CE9EEEC23AC9}"/>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1B4363AB-F68F-4838-A216-4ECBDA207166}"/>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short answer or indicated choice for each of 1 to 4.</a:t>
            </a:r>
          </a:p>
        </p:txBody>
      </p:sp>
      <p:sp>
        <p:nvSpPr>
          <p:cNvPr id="15" name="item-1-title">
            <a:extLst xmlns:a="http://schemas.openxmlformats.org/drawingml/2006/main">
              <a:ext uri="{FF2B5EF4-FFF2-40B4-BE49-F238E27FC236}">
                <a16:creationId xmlns:a16="http://schemas.microsoft.com/office/drawing/2014/main" id="{C40BD34F-867A-437D-BC1F-9FC1862D46D4}"/>
              </a:ext>
            </a:extLst>
          </p:cNvPr>
          <p:cNvSpPr>
            <a:spLocks xmlns:a="http://schemas.openxmlformats.org/drawingml/2006/main" noGrp="1"/>
          </p:cNvSpPr>
          <p:nvPr/>
        </p:nvSpPr>
        <p:spPr>
          <a:xfrm xmlns:a="http://schemas.openxmlformats.org/drawingml/2006/main">
            <a:off x="38100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1. A settlement</a:t>
            </a:r>
          </a:p>
        </p:txBody>
      </p:sp>
      <p:sp>
        <p:nvSpPr>
          <p:cNvPr id="16" name="item-1-question">
            <a:extLst xmlns:a="http://schemas.openxmlformats.org/drawingml/2006/main">
              <a:ext uri="{FF2B5EF4-FFF2-40B4-BE49-F238E27FC236}">
                <a16:creationId xmlns:a16="http://schemas.microsoft.com/office/drawing/2014/main" id="{BAF52A40-955D-4688-9117-249B40BDD22E}"/>
              </a:ext>
            </a:extLst>
          </p:cNvPr>
          <p:cNvSpPr>
            <a:spLocks xmlns:a="http://schemas.openxmlformats.org/drawingml/2006/main" noGrp="1"/>
          </p:cNvSpPr>
          <p:nvPr/>
        </p:nvSpPr>
        <p:spPr>
          <a:xfrm xmlns:a="http://schemas.openxmlformats.org/drawingml/2006/main">
            <a:off x="38100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Define settlement.</a:t>
            </a:r>
          </a:p>
        </p:txBody>
      </p:sp>
      <p:sp>
        <p:nvSpPr>
          <p:cNvPr id="17" name="item-1-clue">
            <a:extLst xmlns:a="http://schemas.openxmlformats.org/drawingml/2006/main">
              <a:ext uri="{FF2B5EF4-FFF2-40B4-BE49-F238E27FC236}">
                <a16:creationId xmlns:a16="http://schemas.microsoft.com/office/drawing/2014/main" id="{6ECA3372-D792-433D-A096-27C68AD96837}"/>
              </a:ext>
            </a:extLst>
          </p:cNvPr>
          <p:cNvSpPr>
            <a:spLocks xmlns:a="http://schemas.openxmlformats.org/drawingml/2006/main" noGrp="1"/>
          </p:cNvSpPr>
          <p:nvPr/>
        </p:nvSpPr>
        <p:spPr>
          <a:xfrm xmlns:a="http://schemas.openxmlformats.org/drawingml/2006/main">
            <a:off x="38100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Use the context card.</a:t>
            </a:r>
          </a:p>
        </p:txBody>
      </p:sp>
      <p:sp>
        <p:nvSpPr>
          <p:cNvPr id="18" name="item-2-title">
            <a:extLst xmlns:a="http://schemas.openxmlformats.org/drawingml/2006/main">
              <a:ext uri="{FF2B5EF4-FFF2-40B4-BE49-F238E27FC236}">
                <a16:creationId xmlns:a16="http://schemas.microsoft.com/office/drawing/2014/main" id="{8A56D3A6-17D5-488D-9008-CB8AC278C7EC}"/>
              </a:ext>
            </a:extLst>
          </p:cNvPr>
          <p:cNvSpPr>
            <a:spLocks xmlns:a="http://schemas.openxmlformats.org/drawingml/2006/main" noGrp="1"/>
          </p:cNvSpPr>
          <p:nvPr/>
        </p:nvSpPr>
        <p:spPr>
          <a:xfrm xmlns:a="http://schemas.openxmlformats.org/drawingml/2006/main">
            <a:off x="622935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2. A symbol</a:t>
            </a:r>
          </a:p>
        </p:txBody>
      </p:sp>
      <p:sp>
        <p:nvSpPr>
          <p:cNvPr id="19" name="item-2-question">
            <a:extLst xmlns:a="http://schemas.openxmlformats.org/drawingml/2006/main">
              <a:ext uri="{FF2B5EF4-FFF2-40B4-BE49-F238E27FC236}">
                <a16:creationId xmlns:a16="http://schemas.microsoft.com/office/drawing/2014/main" id="{E2728821-8754-40A0-AA1A-544E6FF22B7E}"/>
              </a:ext>
            </a:extLst>
          </p:cNvPr>
          <p:cNvSpPr>
            <a:spLocks xmlns:a="http://schemas.openxmlformats.org/drawingml/2006/main" noGrp="1"/>
          </p:cNvSpPr>
          <p:nvPr/>
        </p:nvSpPr>
        <p:spPr>
          <a:xfrm xmlns:a="http://schemas.openxmlformats.org/drawingml/2006/main">
            <a:off x="622935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Identify Sch and FB using the key.</a:t>
            </a:r>
          </a:p>
        </p:txBody>
      </p:sp>
      <p:sp>
        <p:nvSpPr>
          <p:cNvPr id="20" name="item-2-clue">
            <a:extLst xmlns:a="http://schemas.openxmlformats.org/drawingml/2006/main">
              <a:ext uri="{FF2B5EF4-FFF2-40B4-BE49-F238E27FC236}">
                <a16:creationId xmlns:a16="http://schemas.microsoft.com/office/drawing/2014/main" id="{0768A2F3-2C5F-456D-AC7E-3239EAC08572}"/>
              </a:ext>
            </a:extLst>
          </p:cNvPr>
          <p:cNvSpPr>
            <a:spLocks xmlns:a="http://schemas.openxmlformats.org/drawingml/2006/main" noGrp="1"/>
          </p:cNvSpPr>
          <p:nvPr/>
        </p:nvSpPr>
        <p:spPr>
          <a:xfrm xmlns:a="http://schemas.openxmlformats.org/drawingml/2006/main">
            <a:off x="622935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Match the exact letters.</a:t>
            </a:r>
          </a:p>
        </p:txBody>
      </p:sp>
      <p:sp>
        <p:nvSpPr>
          <p:cNvPr id="21" name="item-3-title">
            <a:extLst xmlns:a="http://schemas.openxmlformats.org/drawingml/2006/main">
              <a:ext uri="{FF2B5EF4-FFF2-40B4-BE49-F238E27FC236}">
                <a16:creationId xmlns:a16="http://schemas.microsoft.com/office/drawing/2014/main" id="{F83ED525-46F1-418F-9D76-A08682C81B1A}"/>
              </a:ext>
            </a:extLst>
          </p:cNvPr>
          <p:cNvSpPr>
            <a:spLocks xmlns:a="http://schemas.openxmlformats.org/drawingml/2006/main" noGrp="1"/>
          </p:cNvSpPr>
          <p:nvPr/>
        </p:nvSpPr>
        <p:spPr>
          <a:xfrm xmlns:a="http://schemas.openxmlformats.org/drawingml/2006/main">
            <a:off x="38100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3. A direction</a:t>
            </a:r>
          </a:p>
        </p:txBody>
      </p:sp>
      <p:sp>
        <p:nvSpPr>
          <p:cNvPr id="22" name="item-3-question">
            <a:extLst xmlns:a="http://schemas.openxmlformats.org/drawingml/2006/main">
              <a:ext uri="{FF2B5EF4-FFF2-40B4-BE49-F238E27FC236}">
                <a16:creationId xmlns:a16="http://schemas.microsoft.com/office/drawing/2014/main" id="{BF64D1C2-2815-4BDD-9CAD-57F9C207636B}"/>
              </a:ext>
            </a:extLst>
          </p:cNvPr>
          <p:cNvSpPr>
            <a:spLocks xmlns:a="http://schemas.openxmlformats.org/drawingml/2006/main" noGrp="1"/>
          </p:cNvSpPr>
          <p:nvPr/>
        </p:nvSpPr>
        <p:spPr>
          <a:xfrm xmlns:a="http://schemas.openxmlformats.org/drawingml/2006/main">
            <a:off x="381000" y="4546283"/>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Describe the library's direction from the school.</a:t>
            </a:r>
          </a:p>
        </p:txBody>
      </p:sp>
      <p:sp>
        <p:nvSpPr>
          <p:cNvPr id="23" name="item-3-clue">
            <a:extLst xmlns:a="http://schemas.openxmlformats.org/drawingml/2006/main">
              <a:ext uri="{FF2B5EF4-FFF2-40B4-BE49-F238E27FC236}">
                <a16:creationId xmlns:a16="http://schemas.microsoft.com/office/drawing/2014/main" id="{A8B8418F-088D-425D-BE54-E5A439304B52}"/>
              </a:ext>
            </a:extLst>
          </p:cNvPr>
          <p:cNvSpPr>
            <a:spLocks xmlns:a="http://schemas.openxmlformats.org/drawingml/2006/main" noGrp="1"/>
          </p:cNvSpPr>
          <p:nvPr/>
        </p:nvSpPr>
        <p:spPr>
          <a:xfrm xmlns:a="http://schemas.openxmlformats.org/drawingml/2006/main">
            <a:off x="381000" y="5019485"/>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Use the north arrow and their positions.</a:t>
            </a:r>
          </a:p>
        </p:txBody>
      </p:sp>
      <p:sp>
        <p:nvSpPr>
          <p:cNvPr id="24" name="item-4-title">
            <a:extLst xmlns:a="http://schemas.openxmlformats.org/drawingml/2006/main">
              <a:ext uri="{FF2B5EF4-FFF2-40B4-BE49-F238E27FC236}">
                <a16:creationId xmlns:a16="http://schemas.microsoft.com/office/drawing/2014/main" id="{D72B954B-CDE6-406F-A8B2-8216923FBF21}"/>
              </a:ext>
            </a:extLst>
          </p:cNvPr>
          <p:cNvSpPr>
            <a:spLocks xmlns:a="http://schemas.openxmlformats.org/drawingml/2006/main" noGrp="1"/>
          </p:cNvSpPr>
          <p:nvPr/>
        </p:nvSpPr>
        <p:spPr>
          <a:xfrm xmlns:a="http://schemas.openxmlformats.org/drawingml/2006/main">
            <a:off x="622935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4. A grid order</a:t>
            </a:r>
          </a:p>
        </p:txBody>
      </p:sp>
      <p:sp>
        <p:nvSpPr>
          <p:cNvPr id="25" name="item-4-question">
            <a:extLst xmlns:a="http://schemas.openxmlformats.org/drawingml/2006/main">
              <a:ext uri="{FF2B5EF4-FFF2-40B4-BE49-F238E27FC236}">
                <a16:creationId xmlns:a16="http://schemas.microsoft.com/office/drawing/2014/main" id="{C1EE389C-8E4C-4A5E-8405-AC8A70D4601A}"/>
              </a:ext>
            </a:extLst>
          </p:cNvPr>
          <p:cNvSpPr>
            <a:spLocks xmlns:a="http://schemas.openxmlformats.org/drawingml/2006/main" noGrp="1"/>
          </p:cNvSpPr>
          <p:nvPr/>
        </p:nvSpPr>
        <p:spPr>
          <a:xfrm xmlns:a="http://schemas.openxmlformats.org/drawingml/2006/main">
            <a:off x="6229350" y="4546283"/>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Which labels run along the bottom of the grid, and which run up the side?</a:t>
            </a:r>
          </a:p>
        </p:txBody>
      </p:sp>
      <p:sp>
        <p:nvSpPr>
          <p:cNvPr id="26" name="item-4-clue">
            <a:extLst xmlns:a="http://schemas.openxmlformats.org/drawingml/2006/main">
              <a:ext uri="{FF2B5EF4-FFF2-40B4-BE49-F238E27FC236}">
                <a16:creationId xmlns:a16="http://schemas.microsoft.com/office/drawing/2014/main" id="{5100E527-351D-4099-9AE2-F98B6EDB510F}"/>
              </a:ext>
            </a:extLst>
          </p:cNvPr>
          <p:cNvSpPr>
            <a:spLocks xmlns:a="http://schemas.openxmlformats.org/drawingml/2006/main" noGrp="1"/>
          </p:cNvSpPr>
          <p:nvPr/>
        </p:nvSpPr>
        <p:spPr>
          <a:xfrm xmlns:a="http://schemas.openxmlformats.org/drawingml/2006/main">
            <a:off x="6229350" y="5311712"/>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Trace the bottom edge, then the side.</a:t>
            </a:r>
          </a:p>
        </p:txBody>
      </p:sp>
    </p:spTree>
    <p:extLst>
      <p:ext uri="{BB962C8B-B14F-4D97-AF65-F5344CB8AC3E}">
        <p14:creationId xmlns:p14="http://schemas.microsoft.com/office/powerpoint/2010/main" val="203840451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0F91B147-B12B-4ADE-9ECA-3E26ABA61847}"/>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329D558D-E38D-419C-A900-A582DF8651B4}"/>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4C0F85AB-1788-4ECC-9850-C060F8CC02F2}"/>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Arrival</a:t>
            </a:r>
          </a:p>
        </p:txBody>
      </p:sp>
      <p:sp>
        <p:nvSpPr>
          <p:cNvPr id="4" name="tier-route-label">
            <a:extLst xmlns:a="http://schemas.openxmlformats.org/drawingml/2006/main">
              <a:ext uri="{FF2B5EF4-FFF2-40B4-BE49-F238E27FC236}">
                <a16:creationId xmlns:a16="http://schemas.microsoft.com/office/drawing/2014/main" id="{0A60A160-3189-4A7E-9660-BAF906165A2F}"/>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Stretch</a:t>
            </a:r>
          </a:p>
        </p:txBody>
      </p:sp>
      <p:pic>
        <p:nvPicPr>
          <p:cNvPr id="5" name="">
            <a:extLst xmlns:a="http://schemas.openxmlformats.org/drawingml/2006/main">
              <a:ext uri="{FF2B5EF4-FFF2-40B4-BE49-F238E27FC236}">
                <a16:creationId xmlns:a16="http://schemas.microsoft.com/office/drawing/2014/main" id="{E8A076E2-DD8F-4925-AB12-2551C6A18CFE}"/>
              </a:ext>
            </a:extLst>
          </p:cNvPr>
          <p:cNvPicPr>
            <a:picLocks xmlns:a="http://schemas.openxmlformats.org/drawingml/2006/main" noChangeAspect="1"/>
          </p:cNvPicPr>
          <p:nvPr/>
        </p:nvPicPr>
        <p:blipFill>
          <a:blip xmlns:r="http://schemas.openxmlformats.org/officeDocument/2006/relationships" xmlns:a="http://schemas.openxmlformats.org/drawingml/2006/main" r:embed="Rb425f62180c74523"/>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A648795D-C7A9-4234-9314-E6FF2DFBC606}"/>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831D22A4-414E-4262-A3C5-CD7FCD1484BF}"/>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D7AA7E1D-C86F-4857-96B3-7BF2DABA5160}"/>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692FC1B6-BF1C-4643-9D33-D0C2E203392D}"/>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9B68CCFB-B9A9-4B32-A873-CC9DC34BEC54}"/>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FBB3F490-16F6-4D7B-A7C2-EDF907CBF1EF}"/>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7ABF5E72-5877-4C54-BDB4-75C248CB098F}"/>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3" name="licence-footer">
            <a:extLst xmlns:a="http://schemas.openxmlformats.org/drawingml/2006/main">
              <a:ext uri="{FF2B5EF4-FFF2-40B4-BE49-F238E27FC236}">
                <a16:creationId xmlns:a16="http://schemas.microsoft.com/office/drawing/2014/main" id="{B1445C08-22E0-4B26-91EB-0508931168DF}"/>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9F58B569-79AF-43AA-B89E-3C47CF949BA2}"/>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short answer or indicated choice for each of 1 to 4.</a:t>
            </a:r>
          </a:p>
        </p:txBody>
      </p:sp>
      <p:sp>
        <p:nvSpPr>
          <p:cNvPr id="15" name="item-1-title">
            <a:extLst xmlns:a="http://schemas.openxmlformats.org/drawingml/2006/main">
              <a:ext uri="{FF2B5EF4-FFF2-40B4-BE49-F238E27FC236}">
                <a16:creationId xmlns:a16="http://schemas.microsoft.com/office/drawing/2014/main" id="{72619EB0-7C1A-4E12-88C4-63EDA1DBF096}"/>
              </a:ext>
            </a:extLst>
          </p:cNvPr>
          <p:cNvSpPr>
            <a:spLocks xmlns:a="http://schemas.openxmlformats.org/drawingml/2006/main" noGrp="1"/>
          </p:cNvSpPr>
          <p:nvPr/>
        </p:nvSpPr>
        <p:spPr>
          <a:xfrm xmlns:a="http://schemas.openxmlformats.org/drawingml/2006/main">
            <a:off x="38100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1. A settlement</a:t>
            </a:r>
          </a:p>
        </p:txBody>
      </p:sp>
      <p:sp>
        <p:nvSpPr>
          <p:cNvPr id="16" name="item-1-question">
            <a:extLst xmlns:a="http://schemas.openxmlformats.org/drawingml/2006/main">
              <a:ext uri="{FF2B5EF4-FFF2-40B4-BE49-F238E27FC236}">
                <a16:creationId xmlns:a16="http://schemas.microsoft.com/office/drawing/2014/main" id="{093FAD58-0DF2-4907-9DA5-96F5036F4012}"/>
              </a:ext>
            </a:extLst>
          </p:cNvPr>
          <p:cNvSpPr>
            <a:spLocks xmlns:a="http://schemas.openxmlformats.org/drawingml/2006/main" noGrp="1"/>
          </p:cNvSpPr>
          <p:nvPr/>
        </p:nvSpPr>
        <p:spPr>
          <a:xfrm xmlns:a="http://schemas.openxmlformats.org/drawingml/2006/main">
            <a:off x="381000" y="2317242"/>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Explain one difference between a village and a city.</a:t>
            </a:r>
          </a:p>
        </p:txBody>
      </p:sp>
      <p:sp>
        <p:nvSpPr>
          <p:cNvPr id="17" name="item-1-clue">
            <a:extLst xmlns:a="http://schemas.openxmlformats.org/drawingml/2006/main">
              <a:ext uri="{FF2B5EF4-FFF2-40B4-BE49-F238E27FC236}">
                <a16:creationId xmlns:a16="http://schemas.microsoft.com/office/drawing/2014/main" id="{0DA2BB93-D1F9-4087-B0E3-11B65B37D64B}"/>
              </a:ext>
            </a:extLst>
          </p:cNvPr>
          <p:cNvSpPr>
            <a:spLocks xmlns:a="http://schemas.openxmlformats.org/drawingml/2006/main" noGrp="1"/>
          </p:cNvSpPr>
          <p:nvPr/>
        </p:nvSpPr>
        <p:spPr>
          <a:xfrm xmlns:a="http://schemas.openxmlformats.org/drawingml/2006/main">
            <a:off x="381000" y="3082671"/>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Think about size and services.</a:t>
            </a:r>
          </a:p>
        </p:txBody>
      </p:sp>
      <p:sp>
        <p:nvSpPr>
          <p:cNvPr id="18" name="item-2-title">
            <a:extLst xmlns:a="http://schemas.openxmlformats.org/drawingml/2006/main">
              <a:ext uri="{FF2B5EF4-FFF2-40B4-BE49-F238E27FC236}">
                <a16:creationId xmlns:a16="http://schemas.microsoft.com/office/drawing/2014/main" id="{DF9EB299-6E0A-4704-BA80-5FD1CF8179D3}"/>
              </a:ext>
            </a:extLst>
          </p:cNvPr>
          <p:cNvSpPr>
            <a:spLocks xmlns:a="http://schemas.openxmlformats.org/drawingml/2006/main" noGrp="1"/>
          </p:cNvSpPr>
          <p:nvPr/>
        </p:nvSpPr>
        <p:spPr>
          <a:xfrm xmlns:a="http://schemas.openxmlformats.org/drawingml/2006/main">
            <a:off x="622935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2. A symbol</a:t>
            </a:r>
          </a:p>
        </p:txBody>
      </p:sp>
      <p:sp>
        <p:nvSpPr>
          <p:cNvPr id="19" name="item-2-question">
            <a:extLst xmlns:a="http://schemas.openxmlformats.org/drawingml/2006/main">
              <a:ext uri="{FF2B5EF4-FFF2-40B4-BE49-F238E27FC236}">
                <a16:creationId xmlns:a16="http://schemas.microsoft.com/office/drawing/2014/main" id="{E90819A9-55C2-4D67-B0D6-550D265A3FFA}"/>
              </a:ext>
            </a:extLst>
          </p:cNvPr>
          <p:cNvSpPr>
            <a:spLocks xmlns:a="http://schemas.openxmlformats.org/drawingml/2006/main" noGrp="1"/>
          </p:cNvSpPr>
          <p:nvPr/>
        </p:nvSpPr>
        <p:spPr>
          <a:xfrm xmlns:a="http://schemas.openxmlformats.org/drawingml/2006/main">
            <a:off x="622935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Identify PO and Sch using the key.</a:t>
            </a:r>
          </a:p>
        </p:txBody>
      </p:sp>
      <p:sp>
        <p:nvSpPr>
          <p:cNvPr id="20" name="item-2-clue">
            <a:extLst xmlns:a="http://schemas.openxmlformats.org/drawingml/2006/main">
              <a:ext uri="{FF2B5EF4-FFF2-40B4-BE49-F238E27FC236}">
                <a16:creationId xmlns:a16="http://schemas.microsoft.com/office/drawing/2014/main" id="{249B5745-9C4F-4364-874A-12073BBDAC90}"/>
              </a:ext>
            </a:extLst>
          </p:cNvPr>
          <p:cNvSpPr>
            <a:spLocks xmlns:a="http://schemas.openxmlformats.org/drawingml/2006/main" noGrp="1"/>
          </p:cNvSpPr>
          <p:nvPr/>
        </p:nvSpPr>
        <p:spPr>
          <a:xfrm xmlns:a="http://schemas.openxmlformats.org/drawingml/2006/main">
            <a:off x="622935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Match the exact letters.</a:t>
            </a:r>
          </a:p>
        </p:txBody>
      </p:sp>
      <p:sp>
        <p:nvSpPr>
          <p:cNvPr id="21" name="item-3-title">
            <a:extLst xmlns:a="http://schemas.openxmlformats.org/drawingml/2006/main">
              <a:ext uri="{FF2B5EF4-FFF2-40B4-BE49-F238E27FC236}">
                <a16:creationId xmlns:a16="http://schemas.microsoft.com/office/drawing/2014/main" id="{AF65531F-6511-422C-B7C3-26C563EA0AEB}"/>
              </a:ext>
            </a:extLst>
          </p:cNvPr>
          <p:cNvSpPr>
            <a:spLocks xmlns:a="http://schemas.openxmlformats.org/drawingml/2006/main" noGrp="1"/>
          </p:cNvSpPr>
          <p:nvPr/>
        </p:nvSpPr>
        <p:spPr>
          <a:xfrm xmlns:a="http://schemas.openxmlformats.org/drawingml/2006/main">
            <a:off x="38100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3. A direction</a:t>
            </a:r>
          </a:p>
        </p:txBody>
      </p:sp>
      <p:sp>
        <p:nvSpPr>
          <p:cNvPr id="22" name="item-3-question">
            <a:extLst xmlns:a="http://schemas.openxmlformats.org/drawingml/2006/main">
              <a:ext uri="{FF2B5EF4-FFF2-40B4-BE49-F238E27FC236}">
                <a16:creationId xmlns:a16="http://schemas.microsoft.com/office/drawing/2014/main" id="{F99A024C-76AD-4763-8C02-CB4036AF0CB9}"/>
              </a:ext>
            </a:extLst>
          </p:cNvPr>
          <p:cNvSpPr>
            <a:spLocks xmlns:a="http://schemas.openxmlformats.org/drawingml/2006/main" noGrp="1"/>
          </p:cNvSpPr>
          <p:nvPr/>
        </p:nvSpPr>
        <p:spPr>
          <a:xfrm xmlns:a="http://schemas.openxmlformats.org/drawingml/2006/main">
            <a:off x="381000" y="4546283"/>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Describe the school's direction from the hall and explain the clue.</a:t>
            </a:r>
          </a:p>
        </p:txBody>
      </p:sp>
      <p:sp>
        <p:nvSpPr>
          <p:cNvPr id="23" name="item-3-clue">
            <a:extLst xmlns:a="http://schemas.openxmlformats.org/drawingml/2006/main">
              <a:ext uri="{FF2B5EF4-FFF2-40B4-BE49-F238E27FC236}">
                <a16:creationId xmlns:a16="http://schemas.microsoft.com/office/drawing/2014/main" id="{F1A534B4-2170-4EEA-B2A2-6972AEE5ECAC}"/>
              </a:ext>
            </a:extLst>
          </p:cNvPr>
          <p:cNvSpPr>
            <a:spLocks xmlns:a="http://schemas.openxmlformats.org/drawingml/2006/main" noGrp="1"/>
          </p:cNvSpPr>
          <p:nvPr/>
        </p:nvSpPr>
        <p:spPr>
          <a:xfrm xmlns:a="http://schemas.openxmlformats.org/drawingml/2006/main">
            <a:off x="381000" y="5311712"/>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Use the north arrow.</a:t>
            </a:r>
          </a:p>
        </p:txBody>
      </p:sp>
      <p:sp>
        <p:nvSpPr>
          <p:cNvPr id="24" name="item-4-title">
            <a:extLst xmlns:a="http://schemas.openxmlformats.org/drawingml/2006/main">
              <a:ext uri="{FF2B5EF4-FFF2-40B4-BE49-F238E27FC236}">
                <a16:creationId xmlns:a16="http://schemas.microsoft.com/office/drawing/2014/main" id="{620BBC8F-51AB-4465-B212-0CA9B3EA625A}"/>
              </a:ext>
            </a:extLst>
          </p:cNvPr>
          <p:cNvSpPr>
            <a:spLocks xmlns:a="http://schemas.openxmlformats.org/drawingml/2006/main" noGrp="1"/>
          </p:cNvSpPr>
          <p:nvPr/>
        </p:nvSpPr>
        <p:spPr>
          <a:xfrm xmlns:a="http://schemas.openxmlformats.org/drawingml/2006/main">
            <a:off x="622935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4. A grid order</a:t>
            </a:r>
          </a:p>
        </p:txBody>
      </p:sp>
      <p:sp>
        <p:nvSpPr>
          <p:cNvPr id="25" name="item-4-question">
            <a:extLst xmlns:a="http://schemas.openxmlformats.org/drawingml/2006/main">
              <a:ext uri="{FF2B5EF4-FFF2-40B4-BE49-F238E27FC236}">
                <a16:creationId xmlns:a16="http://schemas.microsoft.com/office/drawing/2014/main" id="{5CDB271E-8E29-415F-9EDF-B03D48E585E5}"/>
              </a:ext>
            </a:extLst>
          </p:cNvPr>
          <p:cNvSpPr>
            <a:spLocks xmlns:a="http://schemas.openxmlformats.org/drawingml/2006/main" noGrp="1"/>
          </p:cNvSpPr>
          <p:nvPr/>
        </p:nvSpPr>
        <p:spPr>
          <a:xfrm xmlns:a="http://schemas.openxmlformats.org/drawingml/2006/main">
            <a:off x="6229350" y="4546283"/>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Which labels run along the bottom of the grid, and which run up the side?</a:t>
            </a:r>
          </a:p>
        </p:txBody>
      </p:sp>
      <p:sp>
        <p:nvSpPr>
          <p:cNvPr id="26" name="item-4-clue">
            <a:extLst xmlns:a="http://schemas.openxmlformats.org/drawingml/2006/main">
              <a:ext uri="{FF2B5EF4-FFF2-40B4-BE49-F238E27FC236}">
                <a16:creationId xmlns:a16="http://schemas.microsoft.com/office/drawing/2014/main" id="{05FA3803-5C37-4AC1-A388-7E529694CDBE}"/>
              </a:ext>
            </a:extLst>
          </p:cNvPr>
          <p:cNvSpPr>
            <a:spLocks xmlns:a="http://schemas.openxmlformats.org/drawingml/2006/main" noGrp="1"/>
          </p:cNvSpPr>
          <p:nvPr/>
        </p:nvSpPr>
        <p:spPr>
          <a:xfrm xmlns:a="http://schemas.openxmlformats.org/drawingml/2006/main">
            <a:off x="6229350" y="5311712"/>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Trace the bottom edge, then the side.</a:t>
            </a:r>
          </a:p>
        </p:txBody>
      </p:sp>
    </p:spTree>
    <p:extLst>
      <p:ext uri="{BB962C8B-B14F-4D97-AF65-F5344CB8AC3E}">
        <p14:creationId xmlns:p14="http://schemas.microsoft.com/office/powerpoint/2010/main" val="77452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54547811-C7FB-4386-BDA9-29966E711D4E}"/>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32802BA7-FD98-4C8E-9D3B-E8C2974FF6AB}"/>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Starter · 3 min · 05 to 08</a:t>
            </a:r>
          </a:p>
        </p:txBody>
      </p:sp>
      <p:sp>
        <p:nvSpPr>
          <p:cNvPr id="3" name="slide-title">
            <a:extLst xmlns:a="http://schemas.openxmlformats.org/drawingml/2006/main">
              <a:ext uri="{FF2B5EF4-FFF2-40B4-BE49-F238E27FC236}">
                <a16:creationId xmlns:a16="http://schemas.microsoft.com/office/drawing/2014/main" id="{D2E4455B-3EAE-4EB8-9189-A70C9DF97D37}"/>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Starter</a:t>
            </a:r>
          </a:p>
        </p:txBody>
      </p:sp>
      <p:pic>
        <p:nvPicPr>
          <p:cNvPr id="4" name="">
            <a:extLst xmlns:a="http://schemas.openxmlformats.org/drawingml/2006/main">
              <a:ext uri="{FF2B5EF4-FFF2-40B4-BE49-F238E27FC236}">
                <a16:creationId xmlns:a16="http://schemas.microsoft.com/office/drawing/2014/main" id="{2733011A-0690-4BE4-ADCE-D491C00F7D7B}"/>
              </a:ext>
            </a:extLst>
          </p:cNvPr>
          <p:cNvPicPr>
            <a:picLocks xmlns:a="http://schemas.openxmlformats.org/drawingml/2006/main" noChangeAspect="1"/>
          </p:cNvPicPr>
          <p:nvPr/>
        </p:nvPicPr>
        <p:blipFill>
          <a:blip xmlns:r="http://schemas.openxmlformats.org/officeDocument/2006/relationships" xmlns:a="http://schemas.openxmlformats.org/drawingml/2006/main" r:embed="R45e382a802e84fe0"/>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A9B0DCBA-490B-46C6-A04B-321EA4DBEB40}"/>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844E39EB-5AF0-4D62-9469-9E89F60C5DDE}"/>
              </a:ext>
            </a:extLst>
          </p:cNvPr>
          <p:cNvSpPr>
            <a:spLocks xmlns:a="http://schemas.openxmlformats.org/drawingml/2006/main" noGrp="1"/>
          </p:cNvSpPr>
          <p:nvPr/>
        </p:nvSpPr>
        <p:spPr>
          <a:xfrm xmlns:a="http://schemas.openxmlformats.org/drawingml/2006/main">
            <a:off x="1809750" y="1143000"/>
            <a:ext cx="838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A163C69D-C8D9-4A0E-AE1B-F35C232ADC6A}"/>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445D344F-9944-4375-B696-A5D2A8583871}"/>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1CB48464-DD2C-4E95-A2A4-D744D59A345D}"/>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9636DA65-DDCD-4699-BE27-362A3F7337C0}"/>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2AF84F39-B82F-4DA1-AC45-A8483F86CF57}"/>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2" name="licence-footer">
            <a:extLst xmlns:a="http://schemas.openxmlformats.org/drawingml/2006/main">
              <a:ext uri="{FF2B5EF4-FFF2-40B4-BE49-F238E27FC236}">
                <a16:creationId xmlns:a16="http://schemas.microsoft.com/office/drawing/2014/main" id="{20777365-E46D-488F-BCFD-F1A1ABBDCA75}"/>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A94366A8-2253-4B35-9984-74D858283467}"/>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choice and the key entry that supports it.</a:t>
            </a:r>
          </a:p>
        </p:txBody>
      </p:sp>
      <p:sp>
        <p:nvSpPr>
          <p:cNvPr id="14" name="body-0">
            <a:extLst xmlns:a="http://schemas.openxmlformats.org/drawingml/2006/main">
              <a:ext uri="{FF2B5EF4-FFF2-40B4-BE49-F238E27FC236}">
                <a16:creationId xmlns:a16="http://schemas.microsoft.com/office/drawing/2014/main" id="{D6094AE4-CB88-4C45-B429-023C8ECD807A}"/>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A map reader sees Q7 and says, 'That must mean health centre, like Q9.'</a:t>
            </a:r>
          </a:p>
        </p:txBody>
      </p:sp>
      <p:sp>
        <p:nvSpPr>
          <p:cNvPr id="15" name="body-1">
            <a:extLst xmlns:a="http://schemas.openxmlformats.org/drawingml/2006/main">
              <a:ext uri="{FF2B5EF4-FFF2-40B4-BE49-F238E27FC236}">
                <a16:creationId xmlns:a16="http://schemas.microsoft.com/office/drawing/2014/main" id="{78A93C2B-3A7D-4525-B93A-0C8CD573BD5C}"/>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What should they do first?</a:t>
            </a:r>
          </a:p>
        </p:txBody>
      </p:sp>
      <p:sp>
        <p:nvSpPr>
          <p:cNvPr id="16" name="body-2">
            <a:extLst xmlns:a="http://schemas.openxmlformats.org/drawingml/2006/main">
              <a:ext uri="{FF2B5EF4-FFF2-40B4-BE49-F238E27FC236}">
                <a16:creationId xmlns:a16="http://schemas.microsoft.com/office/drawing/2014/main" id="{4BAC7764-ABC1-414F-9249-8C5E59F6BCA5}"/>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A: Use this map's key.</a:t>
            </a:r>
          </a:p>
        </p:txBody>
      </p:sp>
      <p:sp>
        <p:nvSpPr>
          <p:cNvPr id="17" name="body-3">
            <a:extLst xmlns:a="http://schemas.openxmlformats.org/drawingml/2006/main">
              <a:ext uri="{FF2B5EF4-FFF2-40B4-BE49-F238E27FC236}">
                <a16:creationId xmlns:a16="http://schemas.microsoft.com/office/drawing/2014/main" id="{EF2B6BC1-FED9-496D-90A8-7129E6427752}"/>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B: Guess from the first letter.</a:t>
            </a:r>
          </a:p>
        </p:txBody>
      </p:sp>
      <p:sp>
        <p:nvSpPr>
          <p:cNvPr id="18" name="body-4">
            <a:extLst xmlns:a="http://schemas.openxmlformats.org/drawingml/2006/main">
              <a:ext uri="{FF2B5EF4-FFF2-40B4-BE49-F238E27FC236}">
                <a16:creationId xmlns:a16="http://schemas.microsoft.com/office/drawing/2014/main" id="{67F46960-8CC6-4D68-B359-7F8A6C0F71A9}"/>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 Assume every map uses the same symbols.</a:t>
            </a:r>
          </a:p>
        </p:txBody>
      </p:sp>
      <p:sp>
        <p:nvSpPr>
          <p:cNvPr id="19" name="body-5">
            <a:extLst xmlns:a="http://schemas.openxmlformats.org/drawingml/2006/main">
              <a:ext uri="{FF2B5EF4-FFF2-40B4-BE49-F238E27FC236}">
                <a16:creationId xmlns:a16="http://schemas.microsoft.com/office/drawing/2014/main" id="{4C13D23C-9CDA-477E-B65F-7263A7384419}"/>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Explain your choice.</a:t>
            </a:r>
          </a:p>
        </p:txBody>
      </p:sp>
    </p:spTree>
    <p:extLst>
      <p:ext uri="{BB962C8B-B14F-4D97-AF65-F5344CB8AC3E}">
        <p14:creationId xmlns:p14="http://schemas.microsoft.com/office/powerpoint/2010/main" val="154716628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 name="lesson-header">
            <a:extLst xmlns:a="http://schemas.openxmlformats.org/drawingml/2006/main">
              <a:ext uri="{FF2B5EF4-FFF2-40B4-BE49-F238E27FC236}">
                <a16:creationId xmlns:a16="http://schemas.microsoft.com/office/drawing/2014/main" id="{C647E2B7-EB85-4DE6-AC28-E87F60DE3E43}"/>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5588D278-A111-46C4-8230-5F42C57E8484}"/>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Starter · 3 min · 05 to 08</a:t>
            </a:r>
          </a:p>
        </p:txBody>
      </p:sp>
      <p:sp>
        <p:nvSpPr>
          <p:cNvPr id="3" name="slide-title">
            <a:extLst xmlns:a="http://schemas.openxmlformats.org/drawingml/2006/main">
              <a:ext uri="{FF2B5EF4-FFF2-40B4-BE49-F238E27FC236}">
                <a16:creationId xmlns:a16="http://schemas.microsoft.com/office/drawing/2014/main" id="{7A475126-7A90-46F6-ABC0-409CDE10D3CF}"/>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Starter</a:t>
            </a:r>
          </a:p>
        </p:txBody>
      </p:sp>
      <p:pic>
        <p:nvPicPr>
          <p:cNvPr id="4" name="">
            <a:extLst xmlns:a="http://schemas.openxmlformats.org/drawingml/2006/main">
              <a:ext uri="{FF2B5EF4-FFF2-40B4-BE49-F238E27FC236}">
                <a16:creationId xmlns:a16="http://schemas.microsoft.com/office/drawing/2014/main" id="{036CF893-BCC6-4409-AA8F-279001D9CE1F}"/>
              </a:ext>
            </a:extLst>
          </p:cNvPr>
          <p:cNvPicPr>
            <a:picLocks xmlns:a="http://schemas.openxmlformats.org/drawingml/2006/main" noChangeAspect="1"/>
          </p:cNvPicPr>
          <p:nvPr/>
        </p:nvPicPr>
        <p:blipFill>
          <a:blip xmlns:r="http://schemas.openxmlformats.org/officeDocument/2006/relationships" xmlns:a="http://schemas.openxmlformats.org/drawingml/2006/main" r:embed="R87be8a3322064053"/>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129E8663-7159-4AEC-AF5A-8E1DD31C9A79}"/>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52BD43B2-C8FB-496E-A430-AC9127F67A9A}"/>
              </a:ext>
            </a:extLst>
          </p:cNvPr>
          <p:cNvSpPr>
            <a:spLocks xmlns:a="http://schemas.openxmlformats.org/drawingml/2006/main" noGrp="1"/>
          </p:cNvSpPr>
          <p:nvPr/>
        </p:nvSpPr>
        <p:spPr>
          <a:xfrm xmlns:a="http://schemas.openxmlformats.org/drawingml/2006/main">
            <a:off x="1809750" y="1143000"/>
            <a:ext cx="838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5404CFCD-05D8-4AF9-BC85-27837B372927}"/>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7C054D2A-D9C6-4740-98B1-762225B723C1}"/>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C52556D9-D85F-4727-8EAD-EEECE76DDC03}"/>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97BA11B8-26C4-4094-A64C-98FBF73B5859}"/>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268C39B6-2BD7-41A1-90BD-8B832F2A28B5}"/>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2" name="licence-footer">
            <a:extLst xmlns:a="http://schemas.openxmlformats.org/drawingml/2006/main">
              <a:ext uri="{FF2B5EF4-FFF2-40B4-BE49-F238E27FC236}">
                <a16:creationId xmlns:a16="http://schemas.microsoft.com/office/drawing/2014/main" id="{4ACB6B2C-1D30-4C77-9C39-C00DE79A7DE7}"/>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figure-practice_grid-0">
            <a:extLst xmlns:a="http://schemas.openxmlformats.org/drawingml/2006/main">
              <a:ext uri="{FF2B5EF4-FFF2-40B4-BE49-F238E27FC236}">
                <a16:creationId xmlns:a16="http://schemas.microsoft.com/office/drawing/2014/main" id="{1D23A3E0-312D-45AD-BB8C-92FB0AB82F68}"/>
              </a:ext>
            </a:extLst>
          </p:cNvPr>
          <p:cNvSpPr>
            <a:spLocks xmlns:a="http://schemas.openxmlformats.org/drawingml/2006/main" noGrp="1"/>
          </p:cNvSpPr>
          <p:nvPr/>
        </p:nvSpPr>
        <p:spPr>
          <a:xfrm xmlns:a="http://schemas.openxmlformats.org/drawingml/2006/main">
            <a:off x="2019731" y="1427240"/>
            <a:ext cx="328249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An invented settlement: practice map.</a:t>
            </a:r>
          </a:p>
        </p:txBody>
      </p:sp>
      <p:sp>
        <p:nvSpPr>
          <p:cNvPr id="14" name="figure-practice_grid-1">
            <a:extLst xmlns:a="http://schemas.openxmlformats.org/drawingml/2006/main">
              <a:ext uri="{FF2B5EF4-FFF2-40B4-BE49-F238E27FC236}">
                <a16:creationId xmlns:a16="http://schemas.microsoft.com/office/drawing/2014/main" id="{415F0B2A-98BE-42D9-BE45-6E1F764117A5}"/>
              </a:ext>
            </a:extLst>
          </p:cNvPr>
          <p:cNvSpPr>
            <a:spLocks xmlns:a="http://schemas.openxmlformats.org/drawingml/2006/main" noGrp="1"/>
          </p:cNvSpPr>
          <p:nvPr/>
        </p:nvSpPr>
        <p:spPr>
          <a:xfrm xmlns:a="http://schemas.openxmlformats.org/drawingml/2006/main">
            <a:off x="204068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15" name="figure-practice_grid-2">
            <a:extLst xmlns:a="http://schemas.openxmlformats.org/drawingml/2006/main">
              <a:ext uri="{FF2B5EF4-FFF2-40B4-BE49-F238E27FC236}">
                <a16:creationId xmlns:a16="http://schemas.microsoft.com/office/drawing/2014/main" id="{1DBC86C9-0F4E-42D1-BE48-261A00659402}"/>
              </a:ext>
            </a:extLst>
          </p:cNvPr>
          <p:cNvSpPr>
            <a:spLocks xmlns:a="http://schemas.openxmlformats.org/drawingml/2006/main" noGrp="1"/>
          </p:cNvSpPr>
          <p:nvPr/>
        </p:nvSpPr>
        <p:spPr>
          <a:xfrm xmlns:a="http://schemas.openxmlformats.org/drawingml/2006/main">
            <a:off x="2040686" y="192027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16" name="figure-practice_grid-3">
            <a:extLst xmlns:a="http://schemas.openxmlformats.org/drawingml/2006/main">
              <a:ext uri="{FF2B5EF4-FFF2-40B4-BE49-F238E27FC236}">
                <a16:creationId xmlns:a16="http://schemas.microsoft.com/office/drawing/2014/main" id="{74D16B1E-FDF7-4CF6-99C3-3734754773F5}"/>
              </a:ext>
            </a:extLst>
          </p:cNvPr>
          <p:cNvSpPr>
            <a:spLocks xmlns:a="http://schemas.openxmlformats.org/drawingml/2006/main" noGrp="1"/>
          </p:cNvSpPr>
          <p:nvPr/>
        </p:nvSpPr>
        <p:spPr>
          <a:xfrm xmlns:a="http://schemas.openxmlformats.org/drawingml/2006/main">
            <a:off x="213054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17" name="figure-practice_grid-4">
            <a:extLst xmlns:a="http://schemas.openxmlformats.org/drawingml/2006/main">
              <a:ext uri="{FF2B5EF4-FFF2-40B4-BE49-F238E27FC236}">
                <a16:creationId xmlns:a16="http://schemas.microsoft.com/office/drawing/2014/main" id="{C0ECA874-379D-4713-8BDB-F635944E7745}"/>
              </a:ext>
            </a:extLst>
          </p:cNvPr>
          <p:cNvSpPr>
            <a:spLocks xmlns:a="http://schemas.openxmlformats.org/drawingml/2006/main" noGrp="1"/>
          </p:cNvSpPr>
          <p:nvPr/>
        </p:nvSpPr>
        <p:spPr>
          <a:xfrm xmlns:a="http://schemas.openxmlformats.org/drawingml/2006/main">
            <a:off x="2040686" y="201013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18" name="figure-practice_grid-5">
            <a:extLst xmlns:a="http://schemas.openxmlformats.org/drawingml/2006/main">
              <a:ext uri="{FF2B5EF4-FFF2-40B4-BE49-F238E27FC236}">
                <a16:creationId xmlns:a16="http://schemas.microsoft.com/office/drawing/2014/main" id="{285B37B7-81A4-4BC3-91A8-D8DA700D3FF7}"/>
              </a:ext>
            </a:extLst>
          </p:cNvPr>
          <p:cNvSpPr>
            <a:spLocks xmlns:a="http://schemas.openxmlformats.org/drawingml/2006/main" noGrp="1"/>
          </p:cNvSpPr>
          <p:nvPr/>
        </p:nvSpPr>
        <p:spPr>
          <a:xfrm xmlns:a="http://schemas.openxmlformats.org/drawingml/2006/main">
            <a:off x="222040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19" name="figure-practice_grid-6">
            <a:extLst xmlns:a="http://schemas.openxmlformats.org/drawingml/2006/main">
              <a:ext uri="{FF2B5EF4-FFF2-40B4-BE49-F238E27FC236}">
                <a16:creationId xmlns:a16="http://schemas.microsoft.com/office/drawing/2014/main" id="{5D6598AB-3F54-4B4D-B530-B8536F76DFBD}"/>
              </a:ext>
            </a:extLst>
          </p:cNvPr>
          <p:cNvSpPr>
            <a:spLocks xmlns:a="http://schemas.openxmlformats.org/drawingml/2006/main" noGrp="1"/>
          </p:cNvSpPr>
          <p:nvPr/>
        </p:nvSpPr>
        <p:spPr>
          <a:xfrm xmlns:a="http://schemas.openxmlformats.org/drawingml/2006/main">
            <a:off x="2040686" y="209999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0" name="figure-practice_grid-7">
            <a:extLst xmlns:a="http://schemas.openxmlformats.org/drawingml/2006/main">
              <a:ext uri="{FF2B5EF4-FFF2-40B4-BE49-F238E27FC236}">
                <a16:creationId xmlns:a16="http://schemas.microsoft.com/office/drawing/2014/main" id="{6692580F-71CD-4F63-870F-BA47553B9D42}"/>
              </a:ext>
            </a:extLst>
          </p:cNvPr>
          <p:cNvSpPr>
            <a:spLocks xmlns:a="http://schemas.openxmlformats.org/drawingml/2006/main" noGrp="1"/>
          </p:cNvSpPr>
          <p:nvPr/>
        </p:nvSpPr>
        <p:spPr>
          <a:xfrm xmlns:a="http://schemas.openxmlformats.org/drawingml/2006/main">
            <a:off x="231026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1" name="figure-practice_grid-8">
            <a:extLst xmlns:a="http://schemas.openxmlformats.org/drawingml/2006/main">
              <a:ext uri="{FF2B5EF4-FFF2-40B4-BE49-F238E27FC236}">
                <a16:creationId xmlns:a16="http://schemas.microsoft.com/office/drawing/2014/main" id="{994C09C1-C06C-457D-9957-CA127201EC9C}"/>
              </a:ext>
            </a:extLst>
          </p:cNvPr>
          <p:cNvSpPr>
            <a:spLocks xmlns:a="http://schemas.openxmlformats.org/drawingml/2006/main" noGrp="1"/>
          </p:cNvSpPr>
          <p:nvPr/>
        </p:nvSpPr>
        <p:spPr>
          <a:xfrm xmlns:a="http://schemas.openxmlformats.org/drawingml/2006/main">
            <a:off x="2040686" y="218985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2" name="figure-practice_grid-9">
            <a:extLst xmlns:a="http://schemas.openxmlformats.org/drawingml/2006/main">
              <a:ext uri="{FF2B5EF4-FFF2-40B4-BE49-F238E27FC236}">
                <a16:creationId xmlns:a16="http://schemas.microsoft.com/office/drawing/2014/main" id="{B922410A-F3E9-422D-AFBD-AF95F49C3A89}"/>
              </a:ext>
            </a:extLst>
          </p:cNvPr>
          <p:cNvSpPr>
            <a:spLocks xmlns:a="http://schemas.openxmlformats.org/drawingml/2006/main" noGrp="1"/>
          </p:cNvSpPr>
          <p:nvPr/>
        </p:nvSpPr>
        <p:spPr>
          <a:xfrm xmlns:a="http://schemas.openxmlformats.org/drawingml/2006/main">
            <a:off x="240012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3" name="figure-practice_grid-10">
            <a:extLst xmlns:a="http://schemas.openxmlformats.org/drawingml/2006/main">
              <a:ext uri="{FF2B5EF4-FFF2-40B4-BE49-F238E27FC236}">
                <a16:creationId xmlns:a16="http://schemas.microsoft.com/office/drawing/2014/main" id="{F5A30180-194C-4720-9382-7199EC221458}"/>
              </a:ext>
            </a:extLst>
          </p:cNvPr>
          <p:cNvSpPr>
            <a:spLocks xmlns:a="http://schemas.openxmlformats.org/drawingml/2006/main" noGrp="1"/>
          </p:cNvSpPr>
          <p:nvPr/>
        </p:nvSpPr>
        <p:spPr>
          <a:xfrm xmlns:a="http://schemas.openxmlformats.org/drawingml/2006/main">
            <a:off x="2040686" y="227971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4" name="figure-practice_grid-11">
            <a:extLst xmlns:a="http://schemas.openxmlformats.org/drawingml/2006/main">
              <a:ext uri="{FF2B5EF4-FFF2-40B4-BE49-F238E27FC236}">
                <a16:creationId xmlns:a16="http://schemas.microsoft.com/office/drawing/2014/main" id="{CA559D9C-CCCD-44FD-A988-ECDABD77A29F}"/>
              </a:ext>
            </a:extLst>
          </p:cNvPr>
          <p:cNvSpPr>
            <a:spLocks xmlns:a="http://schemas.openxmlformats.org/drawingml/2006/main" noGrp="1"/>
          </p:cNvSpPr>
          <p:nvPr/>
        </p:nvSpPr>
        <p:spPr>
          <a:xfrm xmlns:a="http://schemas.openxmlformats.org/drawingml/2006/main">
            <a:off x="248997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5" name="figure-practice_grid-12">
            <a:extLst xmlns:a="http://schemas.openxmlformats.org/drawingml/2006/main">
              <a:ext uri="{FF2B5EF4-FFF2-40B4-BE49-F238E27FC236}">
                <a16:creationId xmlns:a16="http://schemas.microsoft.com/office/drawing/2014/main" id="{2912B544-3E07-4EF4-A671-7B3DF1825613}"/>
              </a:ext>
            </a:extLst>
          </p:cNvPr>
          <p:cNvSpPr>
            <a:spLocks xmlns:a="http://schemas.openxmlformats.org/drawingml/2006/main" noGrp="1"/>
          </p:cNvSpPr>
          <p:nvPr/>
        </p:nvSpPr>
        <p:spPr>
          <a:xfrm xmlns:a="http://schemas.openxmlformats.org/drawingml/2006/main">
            <a:off x="2040686" y="236956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6" name="figure-practice_grid-13">
            <a:extLst xmlns:a="http://schemas.openxmlformats.org/drawingml/2006/main">
              <a:ext uri="{FF2B5EF4-FFF2-40B4-BE49-F238E27FC236}">
                <a16:creationId xmlns:a16="http://schemas.microsoft.com/office/drawing/2014/main" id="{D527A3E0-81D5-4D22-889D-A133D3C591C2}"/>
              </a:ext>
            </a:extLst>
          </p:cNvPr>
          <p:cNvSpPr>
            <a:spLocks xmlns:a="http://schemas.openxmlformats.org/drawingml/2006/main" noGrp="1"/>
          </p:cNvSpPr>
          <p:nvPr/>
        </p:nvSpPr>
        <p:spPr>
          <a:xfrm xmlns:a="http://schemas.openxmlformats.org/drawingml/2006/main">
            <a:off x="257983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7" name="figure-practice_grid-14">
            <a:extLst xmlns:a="http://schemas.openxmlformats.org/drawingml/2006/main">
              <a:ext uri="{FF2B5EF4-FFF2-40B4-BE49-F238E27FC236}">
                <a16:creationId xmlns:a16="http://schemas.microsoft.com/office/drawing/2014/main" id="{99BFB8DB-CD77-42BE-A443-89384A1A0E39}"/>
              </a:ext>
            </a:extLst>
          </p:cNvPr>
          <p:cNvSpPr>
            <a:spLocks xmlns:a="http://schemas.openxmlformats.org/drawingml/2006/main" noGrp="1"/>
          </p:cNvSpPr>
          <p:nvPr/>
        </p:nvSpPr>
        <p:spPr>
          <a:xfrm xmlns:a="http://schemas.openxmlformats.org/drawingml/2006/main">
            <a:off x="2040686" y="245942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8" name="figure-practice_grid-15">
            <a:extLst xmlns:a="http://schemas.openxmlformats.org/drawingml/2006/main">
              <a:ext uri="{FF2B5EF4-FFF2-40B4-BE49-F238E27FC236}">
                <a16:creationId xmlns:a16="http://schemas.microsoft.com/office/drawing/2014/main" id="{AF02D6EC-3D68-4D33-B946-2682D65A765D}"/>
              </a:ext>
            </a:extLst>
          </p:cNvPr>
          <p:cNvSpPr>
            <a:spLocks xmlns:a="http://schemas.openxmlformats.org/drawingml/2006/main" noGrp="1"/>
          </p:cNvSpPr>
          <p:nvPr/>
        </p:nvSpPr>
        <p:spPr>
          <a:xfrm xmlns:a="http://schemas.openxmlformats.org/drawingml/2006/main">
            <a:off x="266969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9" name="figure-practice_grid-16">
            <a:extLst xmlns:a="http://schemas.openxmlformats.org/drawingml/2006/main">
              <a:ext uri="{FF2B5EF4-FFF2-40B4-BE49-F238E27FC236}">
                <a16:creationId xmlns:a16="http://schemas.microsoft.com/office/drawing/2014/main" id="{ACF6B8E5-B939-4EBC-B630-B17B86D68C42}"/>
              </a:ext>
            </a:extLst>
          </p:cNvPr>
          <p:cNvSpPr>
            <a:spLocks xmlns:a="http://schemas.openxmlformats.org/drawingml/2006/main" noGrp="1"/>
          </p:cNvSpPr>
          <p:nvPr/>
        </p:nvSpPr>
        <p:spPr>
          <a:xfrm xmlns:a="http://schemas.openxmlformats.org/drawingml/2006/main">
            <a:off x="2040686" y="254928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0" name="figure-practice_grid-17">
            <a:extLst xmlns:a="http://schemas.openxmlformats.org/drawingml/2006/main">
              <a:ext uri="{FF2B5EF4-FFF2-40B4-BE49-F238E27FC236}">
                <a16:creationId xmlns:a16="http://schemas.microsoft.com/office/drawing/2014/main" id="{48A8AC5A-F2BA-4DDC-A83D-AABFB898EFF3}"/>
              </a:ext>
            </a:extLst>
          </p:cNvPr>
          <p:cNvSpPr>
            <a:spLocks xmlns:a="http://schemas.openxmlformats.org/drawingml/2006/main" noGrp="1"/>
          </p:cNvSpPr>
          <p:nvPr/>
        </p:nvSpPr>
        <p:spPr>
          <a:xfrm xmlns:a="http://schemas.openxmlformats.org/drawingml/2006/main">
            <a:off x="275955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1" name="figure-practice_grid-18">
            <a:extLst xmlns:a="http://schemas.openxmlformats.org/drawingml/2006/main">
              <a:ext uri="{FF2B5EF4-FFF2-40B4-BE49-F238E27FC236}">
                <a16:creationId xmlns:a16="http://schemas.microsoft.com/office/drawing/2014/main" id="{CB6A9C90-945F-49FE-A5D2-C3B629CA91A6}"/>
              </a:ext>
            </a:extLst>
          </p:cNvPr>
          <p:cNvSpPr>
            <a:spLocks xmlns:a="http://schemas.openxmlformats.org/drawingml/2006/main" noGrp="1"/>
          </p:cNvSpPr>
          <p:nvPr/>
        </p:nvSpPr>
        <p:spPr>
          <a:xfrm xmlns:a="http://schemas.openxmlformats.org/drawingml/2006/main">
            <a:off x="2040686" y="263914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2" name="figure-practice_grid-19">
            <a:extLst xmlns:a="http://schemas.openxmlformats.org/drawingml/2006/main">
              <a:ext uri="{FF2B5EF4-FFF2-40B4-BE49-F238E27FC236}">
                <a16:creationId xmlns:a16="http://schemas.microsoft.com/office/drawing/2014/main" id="{4B091D8F-29CE-437F-95BE-504A3788DBFC}"/>
              </a:ext>
            </a:extLst>
          </p:cNvPr>
          <p:cNvSpPr>
            <a:spLocks xmlns:a="http://schemas.openxmlformats.org/drawingml/2006/main" noGrp="1"/>
          </p:cNvSpPr>
          <p:nvPr/>
        </p:nvSpPr>
        <p:spPr>
          <a:xfrm xmlns:a="http://schemas.openxmlformats.org/drawingml/2006/main">
            <a:off x="284941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3" name="figure-practice_grid-20">
            <a:extLst xmlns:a="http://schemas.openxmlformats.org/drawingml/2006/main">
              <a:ext uri="{FF2B5EF4-FFF2-40B4-BE49-F238E27FC236}">
                <a16:creationId xmlns:a16="http://schemas.microsoft.com/office/drawing/2014/main" id="{56319922-5740-4C49-89B1-FCEBE158C69C}"/>
              </a:ext>
            </a:extLst>
          </p:cNvPr>
          <p:cNvSpPr>
            <a:spLocks xmlns:a="http://schemas.openxmlformats.org/drawingml/2006/main" noGrp="1"/>
          </p:cNvSpPr>
          <p:nvPr/>
        </p:nvSpPr>
        <p:spPr>
          <a:xfrm xmlns:a="http://schemas.openxmlformats.org/drawingml/2006/main">
            <a:off x="2040686" y="272900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4" name="figure-practice_grid-21">
            <a:extLst xmlns:a="http://schemas.openxmlformats.org/drawingml/2006/main">
              <a:ext uri="{FF2B5EF4-FFF2-40B4-BE49-F238E27FC236}">
                <a16:creationId xmlns:a16="http://schemas.microsoft.com/office/drawing/2014/main" id="{45BD160F-1CC9-48CD-84C7-58392B973DE4}"/>
              </a:ext>
            </a:extLst>
          </p:cNvPr>
          <p:cNvSpPr>
            <a:spLocks xmlns:a="http://schemas.openxmlformats.org/drawingml/2006/main" noGrp="1"/>
          </p:cNvSpPr>
          <p:nvPr/>
        </p:nvSpPr>
        <p:spPr>
          <a:xfrm xmlns:a="http://schemas.openxmlformats.org/drawingml/2006/main">
            <a:off x="293927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35" name="figure-practice_grid-22">
            <a:extLst xmlns:a="http://schemas.openxmlformats.org/drawingml/2006/main">
              <a:ext uri="{FF2B5EF4-FFF2-40B4-BE49-F238E27FC236}">
                <a16:creationId xmlns:a16="http://schemas.microsoft.com/office/drawing/2014/main" id="{33757456-E406-4C92-9347-3911BECECCBE}"/>
              </a:ext>
            </a:extLst>
          </p:cNvPr>
          <p:cNvSpPr>
            <a:spLocks xmlns:a="http://schemas.openxmlformats.org/drawingml/2006/main" noGrp="1"/>
          </p:cNvSpPr>
          <p:nvPr/>
        </p:nvSpPr>
        <p:spPr>
          <a:xfrm xmlns:a="http://schemas.openxmlformats.org/drawingml/2006/main">
            <a:off x="2040686" y="281886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36" name="figure-practice_grid-23">
            <a:extLst xmlns:a="http://schemas.openxmlformats.org/drawingml/2006/main">
              <a:ext uri="{FF2B5EF4-FFF2-40B4-BE49-F238E27FC236}">
                <a16:creationId xmlns:a16="http://schemas.microsoft.com/office/drawing/2014/main" id="{414DB7B8-8445-4465-82CF-415C4FB7CCB5}"/>
              </a:ext>
            </a:extLst>
          </p:cNvPr>
          <p:cNvSpPr>
            <a:spLocks xmlns:a="http://schemas.openxmlformats.org/drawingml/2006/main" noGrp="1"/>
          </p:cNvSpPr>
          <p:nvPr/>
        </p:nvSpPr>
        <p:spPr>
          <a:xfrm xmlns:a="http://schemas.openxmlformats.org/drawingml/2006/main">
            <a:off x="302913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7" name="figure-practice_grid-24">
            <a:extLst xmlns:a="http://schemas.openxmlformats.org/drawingml/2006/main">
              <a:ext uri="{FF2B5EF4-FFF2-40B4-BE49-F238E27FC236}">
                <a16:creationId xmlns:a16="http://schemas.microsoft.com/office/drawing/2014/main" id="{1301D044-415D-4751-8DCC-953A4ED2C278}"/>
              </a:ext>
            </a:extLst>
          </p:cNvPr>
          <p:cNvSpPr>
            <a:spLocks xmlns:a="http://schemas.openxmlformats.org/drawingml/2006/main" noGrp="1"/>
          </p:cNvSpPr>
          <p:nvPr/>
        </p:nvSpPr>
        <p:spPr>
          <a:xfrm xmlns:a="http://schemas.openxmlformats.org/drawingml/2006/main">
            <a:off x="2040686" y="290871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8" name="figure-practice_grid-25">
            <a:extLst xmlns:a="http://schemas.openxmlformats.org/drawingml/2006/main">
              <a:ext uri="{FF2B5EF4-FFF2-40B4-BE49-F238E27FC236}">
                <a16:creationId xmlns:a16="http://schemas.microsoft.com/office/drawing/2014/main" id="{5E503AAB-789E-4E81-8D79-B8097840D58F}"/>
              </a:ext>
            </a:extLst>
          </p:cNvPr>
          <p:cNvSpPr>
            <a:spLocks xmlns:a="http://schemas.openxmlformats.org/drawingml/2006/main" noGrp="1"/>
          </p:cNvSpPr>
          <p:nvPr/>
        </p:nvSpPr>
        <p:spPr>
          <a:xfrm xmlns:a="http://schemas.openxmlformats.org/drawingml/2006/main">
            <a:off x="311898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9" name="figure-practice_grid-26">
            <a:extLst xmlns:a="http://schemas.openxmlformats.org/drawingml/2006/main">
              <a:ext uri="{FF2B5EF4-FFF2-40B4-BE49-F238E27FC236}">
                <a16:creationId xmlns:a16="http://schemas.microsoft.com/office/drawing/2014/main" id="{D2698C26-7C11-495E-AF47-AD9AE96BE8A0}"/>
              </a:ext>
            </a:extLst>
          </p:cNvPr>
          <p:cNvSpPr>
            <a:spLocks xmlns:a="http://schemas.openxmlformats.org/drawingml/2006/main" noGrp="1"/>
          </p:cNvSpPr>
          <p:nvPr/>
        </p:nvSpPr>
        <p:spPr>
          <a:xfrm xmlns:a="http://schemas.openxmlformats.org/drawingml/2006/main">
            <a:off x="2040686" y="299857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0" name="figure-practice_grid-27">
            <a:extLst xmlns:a="http://schemas.openxmlformats.org/drawingml/2006/main">
              <a:ext uri="{FF2B5EF4-FFF2-40B4-BE49-F238E27FC236}">
                <a16:creationId xmlns:a16="http://schemas.microsoft.com/office/drawing/2014/main" id="{A79A8404-E493-4118-B888-BD822777EF41}"/>
              </a:ext>
            </a:extLst>
          </p:cNvPr>
          <p:cNvSpPr>
            <a:spLocks xmlns:a="http://schemas.openxmlformats.org/drawingml/2006/main" noGrp="1"/>
          </p:cNvSpPr>
          <p:nvPr/>
        </p:nvSpPr>
        <p:spPr>
          <a:xfrm xmlns:a="http://schemas.openxmlformats.org/drawingml/2006/main">
            <a:off x="320884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1" name="figure-practice_grid-28">
            <a:extLst xmlns:a="http://schemas.openxmlformats.org/drawingml/2006/main">
              <a:ext uri="{FF2B5EF4-FFF2-40B4-BE49-F238E27FC236}">
                <a16:creationId xmlns:a16="http://schemas.microsoft.com/office/drawing/2014/main" id="{240D16C3-26CC-4B0E-BB90-53D7546AAE06}"/>
              </a:ext>
            </a:extLst>
          </p:cNvPr>
          <p:cNvSpPr>
            <a:spLocks xmlns:a="http://schemas.openxmlformats.org/drawingml/2006/main" noGrp="1"/>
          </p:cNvSpPr>
          <p:nvPr/>
        </p:nvSpPr>
        <p:spPr>
          <a:xfrm xmlns:a="http://schemas.openxmlformats.org/drawingml/2006/main">
            <a:off x="2040686" y="308843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2" name="figure-practice_grid-29">
            <a:extLst xmlns:a="http://schemas.openxmlformats.org/drawingml/2006/main">
              <a:ext uri="{FF2B5EF4-FFF2-40B4-BE49-F238E27FC236}">
                <a16:creationId xmlns:a16="http://schemas.microsoft.com/office/drawing/2014/main" id="{58A127F3-C88F-4AF5-A760-81DB0EED749B}"/>
              </a:ext>
            </a:extLst>
          </p:cNvPr>
          <p:cNvSpPr>
            <a:spLocks xmlns:a="http://schemas.openxmlformats.org/drawingml/2006/main" noGrp="1"/>
          </p:cNvSpPr>
          <p:nvPr/>
        </p:nvSpPr>
        <p:spPr>
          <a:xfrm xmlns:a="http://schemas.openxmlformats.org/drawingml/2006/main">
            <a:off x="329870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3" name="figure-practice_grid-30">
            <a:extLst xmlns:a="http://schemas.openxmlformats.org/drawingml/2006/main">
              <a:ext uri="{FF2B5EF4-FFF2-40B4-BE49-F238E27FC236}">
                <a16:creationId xmlns:a16="http://schemas.microsoft.com/office/drawing/2014/main" id="{722ED44A-3335-4039-AAD2-0014F5E67953}"/>
              </a:ext>
            </a:extLst>
          </p:cNvPr>
          <p:cNvSpPr>
            <a:spLocks xmlns:a="http://schemas.openxmlformats.org/drawingml/2006/main" noGrp="1"/>
          </p:cNvSpPr>
          <p:nvPr/>
        </p:nvSpPr>
        <p:spPr>
          <a:xfrm xmlns:a="http://schemas.openxmlformats.org/drawingml/2006/main">
            <a:off x="2040686" y="317829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4" name="figure-practice_grid-31">
            <a:extLst xmlns:a="http://schemas.openxmlformats.org/drawingml/2006/main">
              <a:ext uri="{FF2B5EF4-FFF2-40B4-BE49-F238E27FC236}">
                <a16:creationId xmlns:a16="http://schemas.microsoft.com/office/drawing/2014/main" id="{B095C573-D901-4249-81AE-3A804A7BE42A}"/>
              </a:ext>
            </a:extLst>
          </p:cNvPr>
          <p:cNvSpPr>
            <a:spLocks xmlns:a="http://schemas.openxmlformats.org/drawingml/2006/main" noGrp="1"/>
          </p:cNvSpPr>
          <p:nvPr/>
        </p:nvSpPr>
        <p:spPr>
          <a:xfrm xmlns:a="http://schemas.openxmlformats.org/drawingml/2006/main">
            <a:off x="338856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5" name="figure-practice_grid-32">
            <a:extLst xmlns:a="http://schemas.openxmlformats.org/drawingml/2006/main">
              <a:ext uri="{FF2B5EF4-FFF2-40B4-BE49-F238E27FC236}">
                <a16:creationId xmlns:a16="http://schemas.microsoft.com/office/drawing/2014/main" id="{AEB46D40-C3B8-4E83-918B-C1FB355FF9D0}"/>
              </a:ext>
            </a:extLst>
          </p:cNvPr>
          <p:cNvSpPr>
            <a:spLocks xmlns:a="http://schemas.openxmlformats.org/drawingml/2006/main" noGrp="1"/>
          </p:cNvSpPr>
          <p:nvPr/>
        </p:nvSpPr>
        <p:spPr>
          <a:xfrm xmlns:a="http://schemas.openxmlformats.org/drawingml/2006/main">
            <a:off x="2040686" y="326815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6" name="figure-practice_grid-33">
            <a:extLst xmlns:a="http://schemas.openxmlformats.org/drawingml/2006/main">
              <a:ext uri="{FF2B5EF4-FFF2-40B4-BE49-F238E27FC236}">
                <a16:creationId xmlns:a16="http://schemas.microsoft.com/office/drawing/2014/main" id="{5D4CC6C0-2769-4A44-83E3-33EF742E178B}"/>
              </a:ext>
            </a:extLst>
          </p:cNvPr>
          <p:cNvSpPr>
            <a:spLocks xmlns:a="http://schemas.openxmlformats.org/drawingml/2006/main" noGrp="1"/>
          </p:cNvSpPr>
          <p:nvPr/>
        </p:nvSpPr>
        <p:spPr>
          <a:xfrm xmlns:a="http://schemas.openxmlformats.org/drawingml/2006/main">
            <a:off x="347842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7" name="figure-practice_grid-34">
            <a:extLst xmlns:a="http://schemas.openxmlformats.org/drawingml/2006/main">
              <a:ext uri="{FF2B5EF4-FFF2-40B4-BE49-F238E27FC236}">
                <a16:creationId xmlns:a16="http://schemas.microsoft.com/office/drawing/2014/main" id="{D200CEA5-F23F-4F94-A502-F274F971242C}"/>
              </a:ext>
            </a:extLst>
          </p:cNvPr>
          <p:cNvSpPr>
            <a:spLocks xmlns:a="http://schemas.openxmlformats.org/drawingml/2006/main" noGrp="1"/>
          </p:cNvSpPr>
          <p:nvPr/>
        </p:nvSpPr>
        <p:spPr>
          <a:xfrm xmlns:a="http://schemas.openxmlformats.org/drawingml/2006/main">
            <a:off x="2040686" y="335801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8" name="figure-practice_grid-35">
            <a:extLst xmlns:a="http://schemas.openxmlformats.org/drawingml/2006/main">
              <a:ext uri="{FF2B5EF4-FFF2-40B4-BE49-F238E27FC236}">
                <a16:creationId xmlns:a16="http://schemas.microsoft.com/office/drawing/2014/main" id="{31B688CA-78E1-4AE7-83DC-1A84127B12C2}"/>
              </a:ext>
            </a:extLst>
          </p:cNvPr>
          <p:cNvSpPr>
            <a:spLocks xmlns:a="http://schemas.openxmlformats.org/drawingml/2006/main" noGrp="1"/>
          </p:cNvSpPr>
          <p:nvPr/>
        </p:nvSpPr>
        <p:spPr>
          <a:xfrm xmlns:a="http://schemas.openxmlformats.org/drawingml/2006/main">
            <a:off x="356828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9" name="figure-practice_grid-36">
            <a:extLst xmlns:a="http://schemas.openxmlformats.org/drawingml/2006/main">
              <a:ext uri="{FF2B5EF4-FFF2-40B4-BE49-F238E27FC236}">
                <a16:creationId xmlns:a16="http://schemas.microsoft.com/office/drawing/2014/main" id="{BE091996-04F6-4E99-87CA-9F4C300FBCA3}"/>
              </a:ext>
            </a:extLst>
          </p:cNvPr>
          <p:cNvSpPr>
            <a:spLocks xmlns:a="http://schemas.openxmlformats.org/drawingml/2006/main" noGrp="1"/>
          </p:cNvSpPr>
          <p:nvPr/>
        </p:nvSpPr>
        <p:spPr>
          <a:xfrm xmlns:a="http://schemas.openxmlformats.org/drawingml/2006/main">
            <a:off x="2040686" y="344787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0" name="figure-practice_grid-37">
            <a:extLst xmlns:a="http://schemas.openxmlformats.org/drawingml/2006/main">
              <a:ext uri="{FF2B5EF4-FFF2-40B4-BE49-F238E27FC236}">
                <a16:creationId xmlns:a16="http://schemas.microsoft.com/office/drawing/2014/main" id="{19CFF935-794F-454F-9D68-4E44ED22DDCA}"/>
              </a:ext>
            </a:extLst>
          </p:cNvPr>
          <p:cNvSpPr>
            <a:spLocks xmlns:a="http://schemas.openxmlformats.org/drawingml/2006/main" noGrp="1"/>
          </p:cNvSpPr>
          <p:nvPr/>
        </p:nvSpPr>
        <p:spPr>
          <a:xfrm xmlns:a="http://schemas.openxmlformats.org/drawingml/2006/main">
            <a:off x="365813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1" name="figure-practice_grid-38">
            <a:extLst xmlns:a="http://schemas.openxmlformats.org/drawingml/2006/main">
              <a:ext uri="{FF2B5EF4-FFF2-40B4-BE49-F238E27FC236}">
                <a16:creationId xmlns:a16="http://schemas.microsoft.com/office/drawing/2014/main" id="{5825DD53-8BE9-480E-B675-26CD0ED6B7A2}"/>
              </a:ext>
            </a:extLst>
          </p:cNvPr>
          <p:cNvSpPr>
            <a:spLocks xmlns:a="http://schemas.openxmlformats.org/drawingml/2006/main" noGrp="1"/>
          </p:cNvSpPr>
          <p:nvPr/>
        </p:nvSpPr>
        <p:spPr>
          <a:xfrm xmlns:a="http://schemas.openxmlformats.org/drawingml/2006/main">
            <a:off x="2040686" y="353772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2" name="figure-practice_grid-39">
            <a:extLst xmlns:a="http://schemas.openxmlformats.org/drawingml/2006/main">
              <a:ext uri="{FF2B5EF4-FFF2-40B4-BE49-F238E27FC236}">
                <a16:creationId xmlns:a16="http://schemas.microsoft.com/office/drawing/2014/main" id="{EE0D5D4D-B10B-4360-B4D8-1B8CE2D3ED82}"/>
              </a:ext>
            </a:extLst>
          </p:cNvPr>
          <p:cNvSpPr>
            <a:spLocks xmlns:a="http://schemas.openxmlformats.org/drawingml/2006/main" noGrp="1"/>
          </p:cNvSpPr>
          <p:nvPr/>
        </p:nvSpPr>
        <p:spPr>
          <a:xfrm xmlns:a="http://schemas.openxmlformats.org/drawingml/2006/main">
            <a:off x="374799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3" name="figure-practice_grid-40">
            <a:extLst xmlns:a="http://schemas.openxmlformats.org/drawingml/2006/main">
              <a:ext uri="{FF2B5EF4-FFF2-40B4-BE49-F238E27FC236}">
                <a16:creationId xmlns:a16="http://schemas.microsoft.com/office/drawing/2014/main" id="{082AE0CC-2CD6-40D9-A3EC-CD5F699FE825}"/>
              </a:ext>
            </a:extLst>
          </p:cNvPr>
          <p:cNvSpPr>
            <a:spLocks xmlns:a="http://schemas.openxmlformats.org/drawingml/2006/main" noGrp="1"/>
          </p:cNvSpPr>
          <p:nvPr/>
        </p:nvSpPr>
        <p:spPr>
          <a:xfrm xmlns:a="http://schemas.openxmlformats.org/drawingml/2006/main">
            <a:off x="2040686" y="362758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4" name="figure-practice_grid-41">
            <a:extLst xmlns:a="http://schemas.openxmlformats.org/drawingml/2006/main">
              <a:ext uri="{FF2B5EF4-FFF2-40B4-BE49-F238E27FC236}">
                <a16:creationId xmlns:a16="http://schemas.microsoft.com/office/drawing/2014/main" id="{AF3AE156-6EF6-472E-9537-14BB37CEFC0E}"/>
              </a:ext>
            </a:extLst>
          </p:cNvPr>
          <p:cNvSpPr>
            <a:spLocks xmlns:a="http://schemas.openxmlformats.org/drawingml/2006/main" noGrp="1"/>
          </p:cNvSpPr>
          <p:nvPr/>
        </p:nvSpPr>
        <p:spPr>
          <a:xfrm xmlns:a="http://schemas.openxmlformats.org/drawingml/2006/main">
            <a:off x="383785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55" name="figure-practice_grid-42">
            <a:extLst xmlns:a="http://schemas.openxmlformats.org/drawingml/2006/main">
              <a:ext uri="{FF2B5EF4-FFF2-40B4-BE49-F238E27FC236}">
                <a16:creationId xmlns:a16="http://schemas.microsoft.com/office/drawing/2014/main" id="{3DD82CB0-1172-4CE0-8106-0BC64E7FCF9F}"/>
              </a:ext>
            </a:extLst>
          </p:cNvPr>
          <p:cNvSpPr>
            <a:spLocks xmlns:a="http://schemas.openxmlformats.org/drawingml/2006/main" noGrp="1"/>
          </p:cNvSpPr>
          <p:nvPr/>
        </p:nvSpPr>
        <p:spPr>
          <a:xfrm xmlns:a="http://schemas.openxmlformats.org/drawingml/2006/main">
            <a:off x="2040686" y="371744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56" name="figure-practice_grid-43">
            <a:extLst xmlns:a="http://schemas.openxmlformats.org/drawingml/2006/main">
              <a:ext uri="{FF2B5EF4-FFF2-40B4-BE49-F238E27FC236}">
                <a16:creationId xmlns:a16="http://schemas.microsoft.com/office/drawing/2014/main" id="{D01189E2-E732-44D1-8DF6-F70021FE269E}"/>
              </a:ext>
            </a:extLst>
          </p:cNvPr>
          <p:cNvSpPr>
            <a:spLocks xmlns:a="http://schemas.openxmlformats.org/drawingml/2006/main" noGrp="1"/>
          </p:cNvSpPr>
          <p:nvPr/>
        </p:nvSpPr>
        <p:spPr>
          <a:xfrm xmlns:a="http://schemas.openxmlformats.org/drawingml/2006/main">
            <a:off x="392771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7" name="figure-practice_grid-44">
            <a:extLst xmlns:a="http://schemas.openxmlformats.org/drawingml/2006/main">
              <a:ext uri="{FF2B5EF4-FFF2-40B4-BE49-F238E27FC236}">
                <a16:creationId xmlns:a16="http://schemas.microsoft.com/office/drawing/2014/main" id="{E97836FE-A6EB-4E3D-91F7-4319C1B0DDE1}"/>
              </a:ext>
            </a:extLst>
          </p:cNvPr>
          <p:cNvSpPr>
            <a:spLocks xmlns:a="http://schemas.openxmlformats.org/drawingml/2006/main" noGrp="1"/>
          </p:cNvSpPr>
          <p:nvPr/>
        </p:nvSpPr>
        <p:spPr>
          <a:xfrm xmlns:a="http://schemas.openxmlformats.org/drawingml/2006/main">
            <a:off x="2040686" y="380730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8" name="figure-practice_grid-45">
            <a:extLst xmlns:a="http://schemas.openxmlformats.org/drawingml/2006/main">
              <a:ext uri="{FF2B5EF4-FFF2-40B4-BE49-F238E27FC236}">
                <a16:creationId xmlns:a16="http://schemas.microsoft.com/office/drawing/2014/main" id="{08387D90-A8DA-4F6E-ACA0-327B9F6A8F1C}"/>
              </a:ext>
            </a:extLst>
          </p:cNvPr>
          <p:cNvSpPr>
            <a:spLocks xmlns:a="http://schemas.openxmlformats.org/drawingml/2006/main" noGrp="1"/>
          </p:cNvSpPr>
          <p:nvPr/>
        </p:nvSpPr>
        <p:spPr>
          <a:xfrm xmlns:a="http://schemas.openxmlformats.org/drawingml/2006/main">
            <a:off x="401757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9" name="figure-practice_grid-46">
            <a:extLst xmlns:a="http://schemas.openxmlformats.org/drawingml/2006/main">
              <a:ext uri="{FF2B5EF4-FFF2-40B4-BE49-F238E27FC236}">
                <a16:creationId xmlns:a16="http://schemas.microsoft.com/office/drawing/2014/main" id="{3386199F-4575-449E-BDEA-E715C62B7670}"/>
              </a:ext>
            </a:extLst>
          </p:cNvPr>
          <p:cNvSpPr>
            <a:spLocks xmlns:a="http://schemas.openxmlformats.org/drawingml/2006/main" noGrp="1"/>
          </p:cNvSpPr>
          <p:nvPr/>
        </p:nvSpPr>
        <p:spPr>
          <a:xfrm xmlns:a="http://schemas.openxmlformats.org/drawingml/2006/main">
            <a:off x="2040686" y="389716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0" name="figure-practice_grid-47">
            <a:extLst xmlns:a="http://schemas.openxmlformats.org/drawingml/2006/main">
              <a:ext uri="{FF2B5EF4-FFF2-40B4-BE49-F238E27FC236}">
                <a16:creationId xmlns:a16="http://schemas.microsoft.com/office/drawing/2014/main" id="{B6DFD0F8-2A42-4E04-B071-8C7DB9C05E8B}"/>
              </a:ext>
            </a:extLst>
          </p:cNvPr>
          <p:cNvSpPr>
            <a:spLocks xmlns:a="http://schemas.openxmlformats.org/drawingml/2006/main" noGrp="1"/>
          </p:cNvSpPr>
          <p:nvPr/>
        </p:nvSpPr>
        <p:spPr>
          <a:xfrm xmlns:a="http://schemas.openxmlformats.org/drawingml/2006/main">
            <a:off x="410743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1" name="figure-practice_grid-48">
            <a:extLst xmlns:a="http://schemas.openxmlformats.org/drawingml/2006/main">
              <a:ext uri="{FF2B5EF4-FFF2-40B4-BE49-F238E27FC236}">
                <a16:creationId xmlns:a16="http://schemas.microsoft.com/office/drawing/2014/main" id="{D00BEDD4-DA2D-462A-B1F8-0EFA247A6342}"/>
              </a:ext>
            </a:extLst>
          </p:cNvPr>
          <p:cNvSpPr>
            <a:spLocks xmlns:a="http://schemas.openxmlformats.org/drawingml/2006/main" noGrp="1"/>
          </p:cNvSpPr>
          <p:nvPr/>
        </p:nvSpPr>
        <p:spPr>
          <a:xfrm xmlns:a="http://schemas.openxmlformats.org/drawingml/2006/main">
            <a:off x="2040686" y="398702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2" name="figure-practice_grid-49">
            <a:extLst xmlns:a="http://schemas.openxmlformats.org/drawingml/2006/main">
              <a:ext uri="{FF2B5EF4-FFF2-40B4-BE49-F238E27FC236}">
                <a16:creationId xmlns:a16="http://schemas.microsoft.com/office/drawing/2014/main" id="{2D219A07-6783-4EAD-BF7C-19DE60E9258D}"/>
              </a:ext>
            </a:extLst>
          </p:cNvPr>
          <p:cNvSpPr>
            <a:spLocks xmlns:a="http://schemas.openxmlformats.org/drawingml/2006/main" noGrp="1"/>
          </p:cNvSpPr>
          <p:nvPr/>
        </p:nvSpPr>
        <p:spPr>
          <a:xfrm xmlns:a="http://schemas.openxmlformats.org/drawingml/2006/main">
            <a:off x="419729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3" name="figure-practice_grid-50">
            <a:extLst xmlns:a="http://schemas.openxmlformats.org/drawingml/2006/main">
              <a:ext uri="{FF2B5EF4-FFF2-40B4-BE49-F238E27FC236}">
                <a16:creationId xmlns:a16="http://schemas.microsoft.com/office/drawing/2014/main" id="{1E990EC9-9A52-479B-85C7-407B83940E75}"/>
              </a:ext>
            </a:extLst>
          </p:cNvPr>
          <p:cNvSpPr>
            <a:spLocks xmlns:a="http://schemas.openxmlformats.org/drawingml/2006/main" noGrp="1"/>
          </p:cNvSpPr>
          <p:nvPr/>
        </p:nvSpPr>
        <p:spPr>
          <a:xfrm xmlns:a="http://schemas.openxmlformats.org/drawingml/2006/main">
            <a:off x="2040686" y="407688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4" name="figure-practice_grid-51">
            <a:extLst xmlns:a="http://schemas.openxmlformats.org/drawingml/2006/main">
              <a:ext uri="{FF2B5EF4-FFF2-40B4-BE49-F238E27FC236}">
                <a16:creationId xmlns:a16="http://schemas.microsoft.com/office/drawing/2014/main" id="{A3DDFA39-140C-49A7-963A-89320A0632F9}"/>
              </a:ext>
            </a:extLst>
          </p:cNvPr>
          <p:cNvSpPr>
            <a:spLocks xmlns:a="http://schemas.openxmlformats.org/drawingml/2006/main" noGrp="1"/>
          </p:cNvSpPr>
          <p:nvPr/>
        </p:nvSpPr>
        <p:spPr>
          <a:xfrm xmlns:a="http://schemas.openxmlformats.org/drawingml/2006/main">
            <a:off x="428714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5" name="figure-practice_grid-52">
            <a:extLst xmlns:a="http://schemas.openxmlformats.org/drawingml/2006/main">
              <a:ext uri="{FF2B5EF4-FFF2-40B4-BE49-F238E27FC236}">
                <a16:creationId xmlns:a16="http://schemas.microsoft.com/office/drawing/2014/main" id="{FFBAA13B-4BD9-451C-8830-43A05A1C43FF}"/>
              </a:ext>
            </a:extLst>
          </p:cNvPr>
          <p:cNvSpPr>
            <a:spLocks xmlns:a="http://schemas.openxmlformats.org/drawingml/2006/main" noGrp="1"/>
          </p:cNvSpPr>
          <p:nvPr/>
        </p:nvSpPr>
        <p:spPr>
          <a:xfrm xmlns:a="http://schemas.openxmlformats.org/drawingml/2006/main">
            <a:off x="2040686" y="416673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6" name="figure-practice_grid-53">
            <a:extLst xmlns:a="http://schemas.openxmlformats.org/drawingml/2006/main">
              <a:ext uri="{FF2B5EF4-FFF2-40B4-BE49-F238E27FC236}">
                <a16:creationId xmlns:a16="http://schemas.microsoft.com/office/drawing/2014/main" id="{AE0425A9-C9DC-4A3E-82D9-2748D445A9F3}"/>
              </a:ext>
            </a:extLst>
          </p:cNvPr>
          <p:cNvSpPr>
            <a:spLocks xmlns:a="http://schemas.openxmlformats.org/drawingml/2006/main" noGrp="1"/>
          </p:cNvSpPr>
          <p:nvPr/>
        </p:nvSpPr>
        <p:spPr>
          <a:xfrm xmlns:a="http://schemas.openxmlformats.org/drawingml/2006/main">
            <a:off x="437700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7" name="figure-practice_grid-54">
            <a:extLst xmlns:a="http://schemas.openxmlformats.org/drawingml/2006/main">
              <a:ext uri="{FF2B5EF4-FFF2-40B4-BE49-F238E27FC236}">
                <a16:creationId xmlns:a16="http://schemas.microsoft.com/office/drawing/2014/main" id="{58C74C7D-7020-46FF-87B1-EC13E3E89020}"/>
              </a:ext>
            </a:extLst>
          </p:cNvPr>
          <p:cNvSpPr>
            <a:spLocks xmlns:a="http://schemas.openxmlformats.org/drawingml/2006/main" noGrp="1"/>
          </p:cNvSpPr>
          <p:nvPr/>
        </p:nvSpPr>
        <p:spPr>
          <a:xfrm xmlns:a="http://schemas.openxmlformats.org/drawingml/2006/main">
            <a:off x="2040686" y="425659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8" name="figure-practice_grid-55">
            <a:extLst xmlns:a="http://schemas.openxmlformats.org/drawingml/2006/main">
              <a:ext uri="{FF2B5EF4-FFF2-40B4-BE49-F238E27FC236}">
                <a16:creationId xmlns:a16="http://schemas.microsoft.com/office/drawing/2014/main" id="{292D911D-6867-431C-BD11-77177855F642}"/>
              </a:ext>
            </a:extLst>
          </p:cNvPr>
          <p:cNvSpPr>
            <a:spLocks xmlns:a="http://schemas.openxmlformats.org/drawingml/2006/main" noGrp="1"/>
          </p:cNvSpPr>
          <p:nvPr/>
        </p:nvSpPr>
        <p:spPr>
          <a:xfrm xmlns:a="http://schemas.openxmlformats.org/drawingml/2006/main">
            <a:off x="446686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9" name="figure-practice_grid-56">
            <a:extLst xmlns:a="http://schemas.openxmlformats.org/drawingml/2006/main">
              <a:ext uri="{FF2B5EF4-FFF2-40B4-BE49-F238E27FC236}">
                <a16:creationId xmlns:a16="http://schemas.microsoft.com/office/drawing/2014/main" id="{240211FE-B699-4709-B782-78976C8D01D6}"/>
              </a:ext>
            </a:extLst>
          </p:cNvPr>
          <p:cNvSpPr>
            <a:spLocks xmlns:a="http://schemas.openxmlformats.org/drawingml/2006/main" noGrp="1"/>
          </p:cNvSpPr>
          <p:nvPr/>
        </p:nvSpPr>
        <p:spPr>
          <a:xfrm xmlns:a="http://schemas.openxmlformats.org/drawingml/2006/main">
            <a:off x="2040686" y="434645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0" name="figure-practice_grid-57">
            <a:extLst xmlns:a="http://schemas.openxmlformats.org/drawingml/2006/main">
              <a:ext uri="{FF2B5EF4-FFF2-40B4-BE49-F238E27FC236}">
                <a16:creationId xmlns:a16="http://schemas.microsoft.com/office/drawing/2014/main" id="{368112BA-117D-4B0B-BCD4-BD26ABE22074}"/>
              </a:ext>
            </a:extLst>
          </p:cNvPr>
          <p:cNvSpPr>
            <a:spLocks xmlns:a="http://schemas.openxmlformats.org/drawingml/2006/main" noGrp="1"/>
          </p:cNvSpPr>
          <p:nvPr/>
        </p:nvSpPr>
        <p:spPr>
          <a:xfrm xmlns:a="http://schemas.openxmlformats.org/drawingml/2006/main">
            <a:off x="455672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1" name="figure-practice_grid-58">
            <a:extLst xmlns:a="http://schemas.openxmlformats.org/drawingml/2006/main">
              <a:ext uri="{FF2B5EF4-FFF2-40B4-BE49-F238E27FC236}">
                <a16:creationId xmlns:a16="http://schemas.microsoft.com/office/drawing/2014/main" id="{4BAEB1FB-EF82-4007-9404-DAE54F2CE82A}"/>
              </a:ext>
            </a:extLst>
          </p:cNvPr>
          <p:cNvSpPr>
            <a:spLocks xmlns:a="http://schemas.openxmlformats.org/drawingml/2006/main" noGrp="1"/>
          </p:cNvSpPr>
          <p:nvPr/>
        </p:nvSpPr>
        <p:spPr>
          <a:xfrm xmlns:a="http://schemas.openxmlformats.org/drawingml/2006/main">
            <a:off x="2040686" y="443631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2" name="figure-practice_grid-59">
            <a:extLst xmlns:a="http://schemas.openxmlformats.org/drawingml/2006/main">
              <a:ext uri="{FF2B5EF4-FFF2-40B4-BE49-F238E27FC236}">
                <a16:creationId xmlns:a16="http://schemas.microsoft.com/office/drawing/2014/main" id="{D1EDFCB5-FAF1-4C1E-9DB6-7D0F1B072343}"/>
              </a:ext>
            </a:extLst>
          </p:cNvPr>
          <p:cNvSpPr>
            <a:spLocks xmlns:a="http://schemas.openxmlformats.org/drawingml/2006/main" noGrp="1"/>
          </p:cNvSpPr>
          <p:nvPr/>
        </p:nvSpPr>
        <p:spPr>
          <a:xfrm xmlns:a="http://schemas.openxmlformats.org/drawingml/2006/main">
            <a:off x="464658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3" name="figure-practice_grid-60">
            <a:extLst xmlns:a="http://schemas.openxmlformats.org/drawingml/2006/main">
              <a:ext uri="{FF2B5EF4-FFF2-40B4-BE49-F238E27FC236}">
                <a16:creationId xmlns:a16="http://schemas.microsoft.com/office/drawing/2014/main" id="{DB915F40-9740-4CE2-B7C1-F7E26FD26CE0}"/>
              </a:ext>
            </a:extLst>
          </p:cNvPr>
          <p:cNvSpPr>
            <a:spLocks xmlns:a="http://schemas.openxmlformats.org/drawingml/2006/main" noGrp="1"/>
          </p:cNvSpPr>
          <p:nvPr/>
        </p:nvSpPr>
        <p:spPr>
          <a:xfrm xmlns:a="http://schemas.openxmlformats.org/drawingml/2006/main">
            <a:off x="2040686" y="452617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4" name="figure-practice_grid-61">
            <a:extLst xmlns:a="http://schemas.openxmlformats.org/drawingml/2006/main">
              <a:ext uri="{FF2B5EF4-FFF2-40B4-BE49-F238E27FC236}">
                <a16:creationId xmlns:a16="http://schemas.microsoft.com/office/drawing/2014/main" id="{5A1587FF-F760-4779-8602-272988C59E73}"/>
              </a:ext>
            </a:extLst>
          </p:cNvPr>
          <p:cNvSpPr>
            <a:spLocks xmlns:a="http://schemas.openxmlformats.org/drawingml/2006/main" noGrp="1"/>
          </p:cNvSpPr>
          <p:nvPr/>
        </p:nvSpPr>
        <p:spPr>
          <a:xfrm xmlns:a="http://schemas.openxmlformats.org/drawingml/2006/main">
            <a:off x="473644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75" name="figure-practice_grid-62">
            <a:extLst xmlns:a="http://schemas.openxmlformats.org/drawingml/2006/main">
              <a:ext uri="{FF2B5EF4-FFF2-40B4-BE49-F238E27FC236}">
                <a16:creationId xmlns:a16="http://schemas.microsoft.com/office/drawing/2014/main" id="{C1E3EF87-9D3F-419B-8796-1770FD5B6EC4}"/>
              </a:ext>
            </a:extLst>
          </p:cNvPr>
          <p:cNvSpPr>
            <a:spLocks xmlns:a="http://schemas.openxmlformats.org/drawingml/2006/main" noGrp="1"/>
          </p:cNvSpPr>
          <p:nvPr/>
        </p:nvSpPr>
        <p:spPr>
          <a:xfrm xmlns:a="http://schemas.openxmlformats.org/drawingml/2006/main">
            <a:off x="2040686" y="461603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76" name="figure-practice_grid-63">
            <a:extLst xmlns:a="http://schemas.openxmlformats.org/drawingml/2006/main">
              <a:ext uri="{FF2B5EF4-FFF2-40B4-BE49-F238E27FC236}">
                <a16:creationId xmlns:a16="http://schemas.microsoft.com/office/drawing/2014/main" id="{5D790467-B0C2-4824-BC7A-4B492A859BCE}"/>
              </a:ext>
            </a:extLst>
          </p:cNvPr>
          <p:cNvSpPr>
            <a:spLocks xmlns:a="http://schemas.openxmlformats.org/drawingml/2006/main" noGrp="1"/>
          </p:cNvSpPr>
          <p:nvPr/>
        </p:nvSpPr>
        <p:spPr>
          <a:xfrm xmlns:a="http://schemas.openxmlformats.org/drawingml/2006/main">
            <a:off x="482630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7" name="figure-practice_grid-64">
            <a:extLst xmlns:a="http://schemas.openxmlformats.org/drawingml/2006/main">
              <a:ext uri="{FF2B5EF4-FFF2-40B4-BE49-F238E27FC236}">
                <a16:creationId xmlns:a16="http://schemas.microsoft.com/office/drawing/2014/main" id="{AB355FB9-B67E-47DB-8A4D-3BA8EC572E4C}"/>
              </a:ext>
            </a:extLst>
          </p:cNvPr>
          <p:cNvSpPr>
            <a:spLocks xmlns:a="http://schemas.openxmlformats.org/drawingml/2006/main" noGrp="1"/>
          </p:cNvSpPr>
          <p:nvPr/>
        </p:nvSpPr>
        <p:spPr>
          <a:xfrm xmlns:a="http://schemas.openxmlformats.org/drawingml/2006/main">
            <a:off x="2040686" y="470588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8" name="figure-practice_grid-65">
            <a:extLst xmlns:a="http://schemas.openxmlformats.org/drawingml/2006/main">
              <a:ext uri="{FF2B5EF4-FFF2-40B4-BE49-F238E27FC236}">
                <a16:creationId xmlns:a16="http://schemas.microsoft.com/office/drawing/2014/main" id="{02A23995-F53C-494E-A821-F643778215EE}"/>
              </a:ext>
            </a:extLst>
          </p:cNvPr>
          <p:cNvSpPr>
            <a:spLocks xmlns:a="http://schemas.openxmlformats.org/drawingml/2006/main" noGrp="1"/>
          </p:cNvSpPr>
          <p:nvPr/>
        </p:nvSpPr>
        <p:spPr>
          <a:xfrm xmlns:a="http://schemas.openxmlformats.org/drawingml/2006/main">
            <a:off x="491615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9" name="figure-practice_grid-66">
            <a:extLst xmlns:a="http://schemas.openxmlformats.org/drawingml/2006/main">
              <a:ext uri="{FF2B5EF4-FFF2-40B4-BE49-F238E27FC236}">
                <a16:creationId xmlns:a16="http://schemas.microsoft.com/office/drawing/2014/main" id="{53221488-5E53-42F7-A93A-34532D0002D9}"/>
              </a:ext>
            </a:extLst>
          </p:cNvPr>
          <p:cNvSpPr>
            <a:spLocks xmlns:a="http://schemas.openxmlformats.org/drawingml/2006/main" noGrp="1"/>
          </p:cNvSpPr>
          <p:nvPr/>
        </p:nvSpPr>
        <p:spPr>
          <a:xfrm xmlns:a="http://schemas.openxmlformats.org/drawingml/2006/main">
            <a:off x="2040686" y="479574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0" name="figure-practice_grid-67">
            <a:extLst xmlns:a="http://schemas.openxmlformats.org/drawingml/2006/main">
              <a:ext uri="{FF2B5EF4-FFF2-40B4-BE49-F238E27FC236}">
                <a16:creationId xmlns:a16="http://schemas.microsoft.com/office/drawing/2014/main" id="{BB2FB10F-FEE2-41B9-8330-20E2360CD34F}"/>
              </a:ext>
            </a:extLst>
          </p:cNvPr>
          <p:cNvSpPr>
            <a:spLocks xmlns:a="http://schemas.openxmlformats.org/drawingml/2006/main" noGrp="1"/>
          </p:cNvSpPr>
          <p:nvPr/>
        </p:nvSpPr>
        <p:spPr>
          <a:xfrm xmlns:a="http://schemas.openxmlformats.org/drawingml/2006/main">
            <a:off x="500601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1" name="figure-practice_grid-68">
            <a:extLst xmlns:a="http://schemas.openxmlformats.org/drawingml/2006/main">
              <a:ext uri="{FF2B5EF4-FFF2-40B4-BE49-F238E27FC236}">
                <a16:creationId xmlns:a16="http://schemas.microsoft.com/office/drawing/2014/main" id="{BE198C0D-05A5-4885-8650-E0E94456202E}"/>
              </a:ext>
            </a:extLst>
          </p:cNvPr>
          <p:cNvSpPr>
            <a:spLocks xmlns:a="http://schemas.openxmlformats.org/drawingml/2006/main" noGrp="1"/>
          </p:cNvSpPr>
          <p:nvPr/>
        </p:nvSpPr>
        <p:spPr>
          <a:xfrm xmlns:a="http://schemas.openxmlformats.org/drawingml/2006/main">
            <a:off x="2040686" y="488560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2" name="figure-practice_grid-69">
            <a:extLst xmlns:a="http://schemas.openxmlformats.org/drawingml/2006/main">
              <a:ext uri="{FF2B5EF4-FFF2-40B4-BE49-F238E27FC236}">
                <a16:creationId xmlns:a16="http://schemas.microsoft.com/office/drawing/2014/main" id="{D5C4933F-1B6C-4DA0-83C2-2D0B7F59EC7D}"/>
              </a:ext>
            </a:extLst>
          </p:cNvPr>
          <p:cNvSpPr>
            <a:spLocks xmlns:a="http://schemas.openxmlformats.org/drawingml/2006/main" noGrp="1"/>
          </p:cNvSpPr>
          <p:nvPr/>
        </p:nvSpPr>
        <p:spPr>
          <a:xfrm xmlns:a="http://schemas.openxmlformats.org/drawingml/2006/main">
            <a:off x="509587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3" name="figure-practice_grid-70">
            <a:extLst xmlns:a="http://schemas.openxmlformats.org/drawingml/2006/main">
              <a:ext uri="{FF2B5EF4-FFF2-40B4-BE49-F238E27FC236}">
                <a16:creationId xmlns:a16="http://schemas.microsoft.com/office/drawing/2014/main" id="{F57C79F7-F0FC-45AC-908F-4427DCFF57C4}"/>
              </a:ext>
            </a:extLst>
          </p:cNvPr>
          <p:cNvSpPr>
            <a:spLocks xmlns:a="http://schemas.openxmlformats.org/drawingml/2006/main" noGrp="1"/>
          </p:cNvSpPr>
          <p:nvPr/>
        </p:nvSpPr>
        <p:spPr>
          <a:xfrm xmlns:a="http://schemas.openxmlformats.org/drawingml/2006/main">
            <a:off x="2040686" y="497546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4" name="figure-practice_grid-71">
            <a:extLst xmlns:a="http://schemas.openxmlformats.org/drawingml/2006/main">
              <a:ext uri="{FF2B5EF4-FFF2-40B4-BE49-F238E27FC236}">
                <a16:creationId xmlns:a16="http://schemas.microsoft.com/office/drawing/2014/main" id="{55AE21DD-2475-4590-9AD3-8A7536844F48}"/>
              </a:ext>
            </a:extLst>
          </p:cNvPr>
          <p:cNvSpPr>
            <a:spLocks xmlns:a="http://schemas.openxmlformats.org/drawingml/2006/main" noGrp="1"/>
          </p:cNvSpPr>
          <p:nvPr/>
        </p:nvSpPr>
        <p:spPr>
          <a:xfrm xmlns:a="http://schemas.openxmlformats.org/drawingml/2006/main">
            <a:off x="518573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5" name="figure-practice_grid-72">
            <a:extLst xmlns:a="http://schemas.openxmlformats.org/drawingml/2006/main">
              <a:ext uri="{FF2B5EF4-FFF2-40B4-BE49-F238E27FC236}">
                <a16:creationId xmlns:a16="http://schemas.microsoft.com/office/drawing/2014/main" id="{128F53FF-DDF6-4E95-8B0D-2323DBEEA46D}"/>
              </a:ext>
            </a:extLst>
          </p:cNvPr>
          <p:cNvSpPr>
            <a:spLocks xmlns:a="http://schemas.openxmlformats.org/drawingml/2006/main" noGrp="1"/>
          </p:cNvSpPr>
          <p:nvPr/>
        </p:nvSpPr>
        <p:spPr>
          <a:xfrm xmlns:a="http://schemas.openxmlformats.org/drawingml/2006/main">
            <a:off x="2040686" y="506532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6" name="figure-practice_grid-73">
            <a:extLst xmlns:a="http://schemas.openxmlformats.org/drawingml/2006/main">
              <a:ext uri="{FF2B5EF4-FFF2-40B4-BE49-F238E27FC236}">
                <a16:creationId xmlns:a16="http://schemas.microsoft.com/office/drawing/2014/main" id="{E6571426-080E-4921-BA75-10DA7978433E}"/>
              </a:ext>
            </a:extLst>
          </p:cNvPr>
          <p:cNvSpPr>
            <a:spLocks xmlns:a="http://schemas.openxmlformats.org/drawingml/2006/main" noGrp="1"/>
          </p:cNvSpPr>
          <p:nvPr/>
        </p:nvSpPr>
        <p:spPr>
          <a:xfrm xmlns:a="http://schemas.openxmlformats.org/drawingml/2006/main">
            <a:off x="527559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7" name="figure-practice_grid-74">
            <a:extLst xmlns:a="http://schemas.openxmlformats.org/drawingml/2006/main">
              <a:ext uri="{FF2B5EF4-FFF2-40B4-BE49-F238E27FC236}">
                <a16:creationId xmlns:a16="http://schemas.microsoft.com/office/drawing/2014/main" id="{6CB5F2B5-CAAE-464B-A8C9-3BADF029E1F3}"/>
              </a:ext>
            </a:extLst>
          </p:cNvPr>
          <p:cNvSpPr>
            <a:spLocks xmlns:a="http://schemas.openxmlformats.org/drawingml/2006/main" noGrp="1"/>
          </p:cNvSpPr>
          <p:nvPr/>
        </p:nvSpPr>
        <p:spPr>
          <a:xfrm xmlns:a="http://schemas.openxmlformats.org/drawingml/2006/main">
            <a:off x="2040686" y="515518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8" name="figure-practice_grid-75">
            <a:extLst xmlns:a="http://schemas.openxmlformats.org/drawingml/2006/main">
              <a:ext uri="{FF2B5EF4-FFF2-40B4-BE49-F238E27FC236}">
                <a16:creationId xmlns:a16="http://schemas.microsoft.com/office/drawing/2014/main" id="{B62E80B8-7CC9-461B-9DD6-632DF9B6BE0D}"/>
              </a:ext>
            </a:extLst>
          </p:cNvPr>
          <p:cNvSpPr>
            <a:spLocks xmlns:a="http://schemas.openxmlformats.org/drawingml/2006/main" noGrp="1"/>
          </p:cNvSpPr>
          <p:nvPr/>
        </p:nvSpPr>
        <p:spPr>
          <a:xfrm xmlns:a="http://schemas.openxmlformats.org/drawingml/2006/main">
            <a:off x="536545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9" name="figure-practice_grid-76">
            <a:extLst xmlns:a="http://schemas.openxmlformats.org/drawingml/2006/main">
              <a:ext uri="{FF2B5EF4-FFF2-40B4-BE49-F238E27FC236}">
                <a16:creationId xmlns:a16="http://schemas.microsoft.com/office/drawing/2014/main" id="{F396E212-8E89-4D5A-863F-571E7ED0B051}"/>
              </a:ext>
            </a:extLst>
          </p:cNvPr>
          <p:cNvSpPr>
            <a:spLocks xmlns:a="http://schemas.openxmlformats.org/drawingml/2006/main" noGrp="1"/>
          </p:cNvSpPr>
          <p:nvPr/>
        </p:nvSpPr>
        <p:spPr>
          <a:xfrm xmlns:a="http://schemas.openxmlformats.org/drawingml/2006/main">
            <a:off x="2040686" y="524504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0" name="figure-practice_grid-77">
            <a:extLst xmlns:a="http://schemas.openxmlformats.org/drawingml/2006/main">
              <a:ext uri="{FF2B5EF4-FFF2-40B4-BE49-F238E27FC236}">
                <a16:creationId xmlns:a16="http://schemas.microsoft.com/office/drawing/2014/main" id="{140CA376-E8CB-4E52-93E6-6C2FD8077BF8}"/>
              </a:ext>
            </a:extLst>
          </p:cNvPr>
          <p:cNvSpPr>
            <a:spLocks xmlns:a="http://schemas.openxmlformats.org/drawingml/2006/main" noGrp="1"/>
          </p:cNvSpPr>
          <p:nvPr/>
        </p:nvSpPr>
        <p:spPr>
          <a:xfrm xmlns:a="http://schemas.openxmlformats.org/drawingml/2006/main">
            <a:off x="545530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91" name="figure-practice_grid-78">
            <a:extLst xmlns:a="http://schemas.openxmlformats.org/drawingml/2006/main">
              <a:ext uri="{FF2B5EF4-FFF2-40B4-BE49-F238E27FC236}">
                <a16:creationId xmlns:a16="http://schemas.microsoft.com/office/drawing/2014/main" id="{DAACCB61-9E72-440D-B04C-1BD151DDCDCB}"/>
              </a:ext>
            </a:extLst>
          </p:cNvPr>
          <p:cNvSpPr>
            <a:spLocks xmlns:a="http://schemas.openxmlformats.org/drawingml/2006/main" noGrp="1"/>
          </p:cNvSpPr>
          <p:nvPr/>
        </p:nvSpPr>
        <p:spPr>
          <a:xfrm xmlns:a="http://schemas.openxmlformats.org/drawingml/2006/main">
            <a:off x="2040686" y="533489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2" name="figure-practice_grid-79">
            <a:extLst xmlns:a="http://schemas.openxmlformats.org/drawingml/2006/main">
              <a:ext uri="{FF2B5EF4-FFF2-40B4-BE49-F238E27FC236}">
                <a16:creationId xmlns:a16="http://schemas.microsoft.com/office/drawing/2014/main" id="{391BBA33-9E61-409C-8341-C97ADE6D44F6}"/>
              </a:ext>
            </a:extLst>
          </p:cNvPr>
          <p:cNvSpPr>
            <a:spLocks xmlns:a="http://schemas.openxmlformats.org/drawingml/2006/main" noGrp="1"/>
          </p:cNvSpPr>
          <p:nvPr/>
        </p:nvSpPr>
        <p:spPr>
          <a:xfrm xmlns:a="http://schemas.openxmlformats.org/drawingml/2006/main">
            <a:off x="554516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93" name="figure-practice_grid-80">
            <a:extLst xmlns:a="http://schemas.openxmlformats.org/drawingml/2006/main">
              <a:ext uri="{FF2B5EF4-FFF2-40B4-BE49-F238E27FC236}">
                <a16:creationId xmlns:a16="http://schemas.microsoft.com/office/drawing/2014/main" id="{81A937F4-8943-463F-85B8-ACAA111ADC3C}"/>
              </a:ext>
            </a:extLst>
          </p:cNvPr>
          <p:cNvSpPr>
            <a:spLocks xmlns:a="http://schemas.openxmlformats.org/drawingml/2006/main" noGrp="1"/>
          </p:cNvSpPr>
          <p:nvPr/>
        </p:nvSpPr>
        <p:spPr>
          <a:xfrm xmlns:a="http://schemas.openxmlformats.org/drawingml/2006/main">
            <a:off x="2040686" y="542475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4" name="figure-practice_grid-81">
            <a:extLst xmlns:a="http://schemas.openxmlformats.org/drawingml/2006/main">
              <a:ext uri="{FF2B5EF4-FFF2-40B4-BE49-F238E27FC236}">
                <a16:creationId xmlns:a16="http://schemas.microsoft.com/office/drawing/2014/main" id="{B0D820A7-2903-49DF-9A9B-B6D8F89CAF73}"/>
              </a:ext>
            </a:extLst>
          </p:cNvPr>
          <p:cNvSpPr>
            <a:spLocks xmlns:a="http://schemas.openxmlformats.org/drawingml/2006/main" noGrp="1"/>
          </p:cNvSpPr>
          <p:nvPr/>
        </p:nvSpPr>
        <p:spPr>
          <a:xfrm xmlns:a="http://schemas.openxmlformats.org/drawingml/2006/main">
            <a:off x="563502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95" name="figure-practice_grid-82">
            <a:extLst xmlns:a="http://schemas.openxmlformats.org/drawingml/2006/main">
              <a:ext uri="{FF2B5EF4-FFF2-40B4-BE49-F238E27FC236}">
                <a16:creationId xmlns:a16="http://schemas.microsoft.com/office/drawing/2014/main" id="{04D30498-50FB-4646-94AD-0C10E355E878}"/>
              </a:ext>
            </a:extLst>
          </p:cNvPr>
          <p:cNvSpPr>
            <a:spLocks xmlns:a="http://schemas.openxmlformats.org/drawingml/2006/main" noGrp="1"/>
          </p:cNvSpPr>
          <p:nvPr/>
        </p:nvSpPr>
        <p:spPr>
          <a:xfrm xmlns:a="http://schemas.openxmlformats.org/drawingml/2006/main">
            <a:off x="2040686" y="551461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96" name="figure-practice_grid-83">
            <a:extLst xmlns:a="http://schemas.openxmlformats.org/drawingml/2006/main">
              <a:ext uri="{FF2B5EF4-FFF2-40B4-BE49-F238E27FC236}">
                <a16:creationId xmlns:a16="http://schemas.microsoft.com/office/drawing/2014/main" id="{F1CE1D80-5E92-41B6-9C91-031F019E9F2D}"/>
              </a:ext>
            </a:extLst>
          </p:cNvPr>
          <p:cNvSpPr>
            <a:spLocks xmlns:a="http://schemas.openxmlformats.org/drawingml/2006/main" noGrp="1"/>
          </p:cNvSpPr>
          <p:nvPr/>
        </p:nvSpPr>
        <p:spPr>
          <a:xfrm xmlns:a="http://schemas.openxmlformats.org/drawingml/2006/main">
            <a:off x="1947845"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10</a:t>
            </a:r>
          </a:p>
        </p:txBody>
      </p:sp>
      <p:sp>
        <p:nvSpPr>
          <p:cNvPr id="97" name="figure-practice_grid-84">
            <a:extLst xmlns:a="http://schemas.openxmlformats.org/drawingml/2006/main">
              <a:ext uri="{FF2B5EF4-FFF2-40B4-BE49-F238E27FC236}">
                <a16:creationId xmlns:a16="http://schemas.microsoft.com/office/drawing/2014/main" id="{1D4C2435-47D5-44D7-88B7-FC4F7432176B}"/>
              </a:ext>
            </a:extLst>
          </p:cNvPr>
          <p:cNvSpPr>
            <a:spLocks xmlns:a="http://schemas.openxmlformats.org/drawingml/2006/main" noGrp="1"/>
          </p:cNvSpPr>
          <p:nvPr/>
        </p:nvSpPr>
        <p:spPr>
          <a:xfrm xmlns:a="http://schemas.openxmlformats.org/drawingml/2006/main">
            <a:off x="2846429"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11</a:t>
            </a:r>
          </a:p>
        </p:txBody>
      </p:sp>
      <p:sp>
        <p:nvSpPr>
          <p:cNvPr id="98" name="figure-practice_grid-85">
            <a:extLst xmlns:a="http://schemas.openxmlformats.org/drawingml/2006/main">
              <a:ext uri="{FF2B5EF4-FFF2-40B4-BE49-F238E27FC236}">
                <a16:creationId xmlns:a16="http://schemas.microsoft.com/office/drawing/2014/main" id="{2F9F35AA-5A75-47AE-849E-B3C2B2FCBE00}"/>
              </a:ext>
            </a:extLst>
          </p:cNvPr>
          <p:cNvSpPr>
            <a:spLocks xmlns:a="http://schemas.openxmlformats.org/drawingml/2006/main" noGrp="1"/>
          </p:cNvSpPr>
          <p:nvPr/>
        </p:nvSpPr>
        <p:spPr>
          <a:xfrm xmlns:a="http://schemas.openxmlformats.org/drawingml/2006/main">
            <a:off x="3745014"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12</a:t>
            </a:r>
          </a:p>
        </p:txBody>
      </p:sp>
      <p:sp>
        <p:nvSpPr>
          <p:cNvPr id="99" name="figure-practice_grid-86">
            <a:extLst xmlns:a="http://schemas.openxmlformats.org/drawingml/2006/main">
              <a:ext uri="{FF2B5EF4-FFF2-40B4-BE49-F238E27FC236}">
                <a16:creationId xmlns:a16="http://schemas.microsoft.com/office/drawing/2014/main" id="{EAE3539A-0599-408B-98D8-7ECB2296A6FF}"/>
              </a:ext>
            </a:extLst>
          </p:cNvPr>
          <p:cNvSpPr>
            <a:spLocks xmlns:a="http://schemas.openxmlformats.org/drawingml/2006/main" noGrp="1"/>
          </p:cNvSpPr>
          <p:nvPr/>
        </p:nvSpPr>
        <p:spPr>
          <a:xfrm xmlns:a="http://schemas.openxmlformats.org/drawingml/2006/main">
            <a:off x="4643599"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13</a:t>
            </a:r>
          </a:p>
        </p:txBody>
      </p:sp>
      <p:sp>
        <p:nvSpPr>
          <p:cNvPr id="100" name="figure-practice_grid-87">
            <a:extLst xmlns:a="http://schemas.openxmlformats.org/drawingml/2006/main">
              <a:ext uri="{FF2B5EF4-FFF2-40B4-BE49-F238E27FC236}">
                <a16:creationId xmlns:a16="http://schemas.microsoft.com/office/drawing/2014/main" id="{175AC7F2-CD84-4208-AFFF-833299CC8B84}"/>
              </a:ext>
            </a:extLst>
          </p:cNvPr>
          <p:cNvSpPr>
            <a:spLocks xmlns:a="http://schemas.openxmlformats.org/drawingml/2006/main" noGrp="1"/>
          </p:cNvSpPr>
          <p:nvPr/>
        </p:nvSpPr>
        <p:spPr>
          <a:xfrm xmlns:a="http://schemas.openxmlformats.org/drawingml/2006/main">
            <a:off x="5542184"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14</a:t>
            </a:r>
          </a:p>
        </p:txBody>
      </p:sp>
      <p:sp>
        <p:nvSpPr>
          <p:cNvPr id="101" name="figure-practice_grid-88">
            <a:extLst xmlns:a="http://schemas.openxmlformats.org/drawingml/2006/main">
              <a:ext uri="{FF2B5EF4-FFF2-40B4-BE49-F238E27FC236}">
                <a16:creationId xmlns:a16="http://schemas.microsoft.com/office/drawing/2014/main" id="{C65F710D-2580-4A57-83D4-FA31AB4BDAC0}"/>
              </a:ext>
            </a:extLst>
          </p:cNvPr>
          <p:cNvSpPr>
            <a:spLocks xmlns:a="http://schemas.openxmlformats.org/drawingml/2006/main" noGrp="1"/>
          </p:cNvSpPr>
          <p:nvPr/>
        </p:nvSpPr>
        <p:spPr>
          <a:xfrm xmlns:a="http://schemas.openxmlformats.org/drawingml/2006/main">
            <a:off x="1759142" y="539000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20</a:t>
            </a:r>
          </a:p>
        </p:txBody>
      </p:sp>
      <p:sp>
        <p:nvSpPr>
          <p:cNvPr id="102" name="figure-practice_grid-89">
            <a:extLst xmlns:a="http://schemas.openxmlformats.org/drawingml/2006/main">
              <a:ext uri="{FF2B5EF4-FFF2-40B4-BE49-F238E27FC236}">
                <a16:creationId xmlns:a16="http://schemas.microsoft.com/office/drawing/2014/main" id="{4D9FAFA6-8186-4BBE-AFA3-838612DDE090}"/>
              </a:ext>
            </a:extLst>
          </p:cNvPr>
          <p:cNvSpPr>
            <a:spLocks xmlns:a="http://schemas.openxmlformats.org/drawingml/2006/main" noGrp="1"/>
          </p:cNvSpPr>
          <p:nvPr/>
        </p:nvSpPr>
        <p:spPr>
          <a:xfrm xmlns:a="http://schemas.openxmlformats.org/drawingml/2006/main">
            <a:off x="1759142" y="4491415"/>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21</a:t>
            </a:r>
          </a:p>
        </p:txBody>
      </p:sp>
      <p:sp>
        <p:nvSpPr>
          <p:cNvPr id="103" name="figure-practice_grid-90">
            <a:extLst xmlns:a="http://schemas.openxmlformats.org/drawingml/2006/main">
              <a:ext uri="{FF2B5EF4-FFF2-40B4-BE49-F238E27FC236}">
                <a16:creationId xmlns:a16="http://schemas.microsoft.com/office/drawing/2014/main" id="{4BA27AF6-7E53-425A-9582-45599147FA33}"/>
              </a:ext>
            </a:extLst>
          </p:cNvPr>
          <p:cNvSpPr>
            <a:spLocks xmlns:a="http://schemas.openxmlformats.org/drawingml/2006/main" noGrp="1"/>
          </p:cNvSpPr>
          <p:nvPr/>
        </p:nvSpPr>
        <p:spPr>
          <a:xfrm xmlns:a="http://schemas.openxmlformats.org/drawingml/2006/main">
            <a:off x="1759142" y="359283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22</a:t>
            </a:r>
          </a:p>
        </p:txBody>
      </p:sp>
      <p:sp>
        <p:nvSpPr>
          <p:cNvPr id="104" name="figure-practice_grid-91">
            <a:extLst xmlns:a="http://schemas.openxmlformats.org/drawingml/2006/main">
              <a:ext uri="{FF2B5EF4-FFF2-40B4-BE49-F238E27FC236}">
                <a16:creationId xmlns:a16="http://schemas.microsoft.com/office/drawing/2014/main" id="{C35A1903-7767-43DC-91A6-F9BC9438F9B6}"/>
              </a:ext>
            </a:extLst>
          </p:cNvPr>
          <p:cNvSpPr>
            <a:spLocks xmlns:a="http://schemas.openxmlformats.org/drawingml/2006/main" noGrp="1"/>
          </p:cNvSpPr>
          <p:nvPr/>
        </p:nvSpPr>
        <p:spPr>
          <a:xfrm xmlns:a="http://schemas.openxmlformats.org/drawingml/2006/main">
            <a:off x="1759142" y="2694245"/>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23</a:t>
            </a:r>
          </a:p>
        </p:txBody>
      </p:sp>
      <p:sp>
        <p:nvSpPr>
          <p:cNvPr id="105" name="figure-practice_grid-92">
            <a:extLst xmlns:a="http://schemas.openxmlformats.org/drawingml/2006/main">
              <a:ext uri="{FF2B5EF4-FFF2-40B4-BE49-F238E27FC236}">
                <a16:creationId xmlns:a16="http://schemas.microsoft.com/office/drawing/2014/main" id="{D696E4EA-69DE-4806-AAEF-3D9DAEA3854A}"/>
              </a:ext>
            </a:extLst>
          </p:cNvPr>
          <p:cNvSpPr>
            <a:spLocks xmlns:a="http://schemas.openxmlformats.org/drawingml/2006/main" noGrp="1"/>
          </p:cNvSpPr>
          <p:nvPr/>
        </p:nvSpPr>
        <p:spPr>
          <a:xfrm xmlns:a="http://schemas.openxmlformats.org/drawingml/2006/main">
            <a:off x="1759142" y="179566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24</a:t>
            </a:r>
          </a:p>
        </p:txBody>
      </p:sp>
      <p:sp>
        <p:nvSpPr>
          <p:cNvPr id="106" name="figure-practice_grid-93">
            <a:extLst xmlns:a="http://schemas.openxmlformats.org/drawingml/2006/main">
              <a:ext uri="{FF2B5EF4-FFF2-40B4-BE49-F238E27FC236}">
                <a16:creationId xmlns:a16="http://schemas.microsoft.com/office/drawing/2014/main" id="{B4C15198-9A81-4BBB-9C0E-1A6E9AE3446D}"/>
              </a:ext>
            </a:extLst>
          </p:cNvPr>
          <p:cNvSpPr>
            <a:spLocks xmlns:a="http://schemas.openxmlformats.org/drawingml/2006/main" noGrp="1"/>
          </p:cNvSpPr>
          <p:nvPr/>
        </p:nvSpPr>
        <p:spPr>
          <a:xfrm xmlns:a="http://schemas.openxmlformats.org/drawingml/2006/main">
            <a:off x="5829731" y="1705802"/>
            <a:ext cx="23282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N</a:t>
            </a:r>
          </a:p>
        </p:txBody>
      </p:sp>
      <p:sp>
        <p:nvSpPr>
          <p:cNvPr id="107" name="figure-practice_grid-94">
            <a:extLst xmlns:a="http://schemas.openxmlformats.org/drawingml/2006/main">
              <a:ext uri="{FF2B5EF4-FFF2-40B4-BE49-F238E27FC236}">
                <a16:creationId xmlns:a16="http://schemas.microsoft.com/office/drawing/2014/main" id="{653FCF29-4750-4A33-A681-C9865F94E936}"/>
              </a:ext>
            </a:extLst>
          </p:cNvPr>
          <p:cNvSpPr>
            <a:spLocks xmlns:a="http://schemas.openxmlformats.org/drawingml/2006/main" noGrp="1"/>
          </p:cNvSpPr>
          <p:nvPr/>
        </p:nvSpPr>
        <p:spPr>
          <a:xfrm xmlns:a="http://schemas.openxmlformats.org/drawingml/2006/main">
            <a:off x="5904601" y="1965205"/>
            <a:ext cx="8986" cy="323491"/>
          </a:xfrm>
          <a:custGeom xmlns:a="http://schemas.openxmlformats.org/drawingml/2006/main">
            <a:pathLst>
              <a:path w="8986" h="323491">
                <a:moveTo>
                  <a:pt x="0" y="323491"/>
                </a:moveTo>
                <a:lnTo>
                  <a:pt x="0" y="0"/>
                </a:lnTo>
              </a:path>
            </a:pathLst>
          </a:custGeom>
          <a:noFill xmlns:a="http://schemas.openxmlformats.org/drawingml/2006/main"/>
          <a:ln xmlns:a="http://schemas.openxmlformats.org/drawingml/2006/main" w="17972">
            <a:solidFill>
              <a:srgbClr val="23354A"/>
            </a:solidFill>
          </a:ln>
        </p:spPr>
      </p:sp>
      <p:sp>
        <p:nvSpPr>
          <p:cNvPr id="108" name="figure-practice_grid-95">
            <a:extLst xmlns:a="http://schemas.openxmlformats.org/drawingml/2006/main">
              <a:ext uri="{FF2B5EF4-FFF2-40B4-BE49-F238E27FC236}">
                <a16:creationId xmlns:a16="http://schemas.microsoft.com/office/drawing/2014/main" id="{3BFD95A1-D68A-4527-8D56-6164E3263E3C}"/>
              </a:ext>
            </a:extLst>
          </p:cNvPr>
          <p:cNvSpPr>
            <a:spLocks xmlns:a="http://schemas.openxmlformats.org/drawingml/2006/main" noGrp="1"/>
          </p:cNvSpPr>
          <p:nvPr/>
        </p:nvSpPr>
        <p:spPr>
          <a:xfrm xmlns:a="http://schemas.openxmlformats.org/drawingml/2006/main">
            <a:off x="5850686" y="1965205"/>
            <a:ext cx="107830" cy="80873"/>
          </a:xfrm>
          <a:custGeom xmlns:a="http://schemas.openxmlformats.org/drawingml/2006/main">
            <a:pathLst>
              <a:path w="107830" h="80873">
                <a:moveTo>
                  <a:pt x="0" y="80873"/>
                </a:moveTo>
                <a:lnTo>
                  <a:pt x="53915" y="0"/>
                </a:lnTo>
                <a:lnTo>
                  <a:pt x="107830" y="80873"/>
                </a:lnTo>
              </a:path>
            </a:pathLst>
          </a:custGeom>
          <a:noFill xmlns:a="http://schemas.openxmlformats.org/drawingml/2006/main"/>
          <a:ln xmlns:a="http://schemas.openxmlformats.org/drawingml/2006/main" w="17972">
            <a:solidFill>
              <a:srgbClr val="23354A"/>
            </a:solidFill>
          </a:ln>
        </p:spPr>
      </p:sp>
      <p:sp>
        <p:nvSpPr>
          <p:cNvPr id="109" name="figure-practice_grid-96">
            <a:extLst xmlns:a="http://schemas.openxmlformats.org/drawingml/2006/main">
              <a:ext uri="{FF2B5EF4-FFF2-40B4-BE49-F238E27FC236}">
                <a16:creationId xmlns:a16="http://schemas.microsoft.com/office/drawing/2014/main" id="{4846AB06-3B9C-454E-B9F0-7C854AC2AC24}"/>
              </a:ext>
            </a:extLst>
          </p:cNvPr>
          <p:cNvSpPr>
            <a:spLocks xmlns:a="http://schemas.openxmlformats.org/drawingml/2006/main" noGrp="1"/>
          </p:cNvSpPr>
          <p:nvPr/>
        </p:nvSpPr>
        <p:spPr>
          <a:xfrm xmlns:a="http://schemas.openxmlformats.org/drawingml/2006/main">
            <a:off x="2019731" y="5839292"/>
            <a:ext cx="307041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Each large square is 1 km by 1 km.</a:t>
            </a:r>
          </a:p>
        </p:txBody>
      </p:sp>
      <p:sp>
        <p:nvSpPr>
          <p:cNvPr id="110" name="figure-practice_grid-97">
            <a:extLst xmlns:a="http://schemas.openxmlformats.org/drawingml/2006/main">
              <a:ext uri="{FF2B5EF4-FFF2-40B4-BE49-F238E27FC236}">
                <a16:creationId xmlns:a16="http://schemas.microsoft.com/office/drawing/2014/main" id="{6BCCC884-CD6D-4639-927C-E542EF046583}"/>
              </a:ext>
            </a:extLst>
          </p:cNvPr>
          <p:cNvSpPr>
            <a:spLocks xmlns:a="http://schemas.openxmlformats.org/drawingml/2006/main" noGrp="1"/>
          </p:cNvSpPr>
          <p:nvPr/>
        </p:nvSpPr>
        <p:spPr>
          <a:xfrm xmlns:a="http://schemas.openxmlformats.org/drawingml/2006/main">
            <a:off x="2458528" y="5033873"/>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1" name="figure-practice_grid-98">
            <a:extLst xmlns:a="http://schemas.openxmlformats.org/drawingml/2006/main">
              <a:ext uri="{FF2B5EF4-FFF2-40B4-BE49-F238E27FC236}">
                <a16:creationId xmlns:a16="http://schemas.microsoft.com/office/drawing/2014/main" id="{4DF70CD9-4FD9-4A11-B78C-5662BE091FC0}"/>
              </a:ext>
            </a:extLst>
          </p:cNvPr>
          <p:cNvSpPr>
            <a:spLocks xmlns:a="http://schemas.openxmlformats.org/drawingml/2006/main" noGrp="1"/>
          </p:cNvSpPr>
          <p:nvPr/>
        </p:nvSpPr>
        <p:spPr>
          <a:xfrm xmlns:a="http://schemas.openxmlformats.org/drawingml/2006/main">
            <a:off x="2531925" y="4850849"/>
            <a:ext cx="42350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Sch</a:t>
            </a:r>
          </a:p>
        </p:txBody>
      </p:sp>
      <p:sp>
        <p:nvSpPr>
          <p:cNvPr id="112" name="figure-practice_grid-99">
            <a:extLst xmlns:a="http://schemas.openxmlformats.org/drawingml/2006/main">
              <a:ext uri="{FF2B5EF4-FFF2-40B4-BE49-F238E27FC236}">
                <a16:creationId xmlns:a16="http://schemas.microsoft.com/office/drawing/2014/main" id="{70973221-1137-469F-A4F6-6548DB8D232B}"/>
              </a:ext>
            </a:extLst>
          </p:cNvPr>
          <p:cNvSpPr>
            <a:spLocks xmlns:a="http://schemas.openxmlformats.org/drawingml/2006/main" noGrp="1"/>
          </p:cNvSpPr>
          <p:nvPr/>
        </p:nvSpPr>
        <p:spPr>
          <a:xfrm xmlns:a="http://schemas.openxmlformats.org/drawingml/2006/main">
            <a:off x="2458528" y="4135288"/>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3" name="figure-practice_grid-100">
            <a:extLst xmlns:a="http://schemas.openxmlformats.org/drawingml/2006/main">
              <a:ext uri="{FF2B5EF4-FFF2-40B4-BE49-F238E27FC236}">
                <a16:creationId xmlns:a16="http://schemas.microsoft.com/office/drawing/2014/main" id="{2E221751-E5C1-48BF-AC69-AF9441E80ADF}"/>
              </a:ext>
            </a:extLst>
          </p:cNvPr>
          <p:cNvSpPr>
            <a:spLocks xmlns:a="http://schemas.openxmlformats.org/drawingml/2006/main" noGrp="1"/>
          </p:cNvSpPr>
          <p:nvPr/>
        </p:nvSpPr>
        <p:spPr>
          <a:xfrm xmlns:a="http://schemas.openxmlformats.org/drawingml/2006/main">
            <a:off x="2531925" y="3952264"/>
            <a:ext cx="22231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B</a:t>
            </a:r>
          </a:p>
        </p:txBody>
      </p:sp>
      <p:sp>
        <p:nvSpPr>
          <p:cNvPr id="114" name="figure-practice_grid-101">
            <a:extLst xmlns:a="http://schemas.openxmlformats.org/drawingml/2006/main">
              <a:ext uri="{FF2B5EF4-FFF2-40B4-BE49-F238E27FC236}">
                <a16:creationId xmlns:a16="http://schemas.microsoft.com/office/drawing/2014/main" id="{DDA0ACB9-056C-4795-82ED-DD66DD9F971D}"/>
              </a:ext>
            </a:extLst>
          </p:cNvPr>
          <p:cNvSpPr>
            <a:spLocks xmlns:a="http://schemas.openxmlformats.org/drawingml/2006/main" noGrp="1"/>
          </p:cNvSpPr>
          <p:nvPr/>
        </p:nvSpPr>
        <p:spPr>
          <a:xfrm xmlns:a="http://schemas.openxmlformats.org/drawingml/2006/main">
            <a:off x="3357113" y="4135288"/>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5" name="figure-practice_grid-102">
            <a:extLst xmlns:a="http://schemas.openxmlformats.org/drawingml/2006/main">
              <a:ext uri="{FF2B5EF4-FFF2-40B4-BE49-F238E27FC236}">
                <a16:creationId xmlns:a16="http://schemas.microsoft.com/office/drawing/2014/main" id="{D4265B18-04E5-4A00-A687-315B00D2893C}"/>
              </a:ext>
            </a:extLst>
          </p:cNvPr>
          <p:cNvSpPr>
            <a:spLocks xmlns:a="http://schemas.openxmlformats.org/drawingml/2006/main" noGrp="1"/>
          </p:cNvSpPr>
          <p:nvPr/>
        </p:nvSpPr>
        <p:spPr>
          <a:xfrm xmlns:a="http://schemas.openxmlformats.org/drawingml/2006/main">
            <a:off x="3430510" y="3952264"/>
            <a:ext cx="23282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H</a:t>
            </a:r>
          </a:p>
        </p:txBody>
      </p:sp>
      <p:sp>
        <p:nvSpPr>
          <p:cNvPr id="116" name="figure-practice_grid-103">
            <a:extLst xmlns:a="http://schemas.openxmlformats.org/drawingml/2006/main">
              <a:ext uri="{FF2B5EF4-FFF2-40B4-BE49-F238E27FC236}">
                <a16:creationId xmlns:a16="http://schemas.microsoft.com/office/drawing/2014/main" id="{F381A92B-FA73-4A28-8D63-E8A75EA1015C}"/>
              </a:ext>
            </a:extLst>
          </p:cNvPr>
          <p:cNvSpPr>
            <a:spLocks xmlns:a="http://schemas.openxmlformats.org/drawingml/2006/main" noGrp="1"/>
          </p:cNvSpPr>
          <p:nvPr/>
        </p:nvSpPr>
        <p:spPr>
          <a:xfrm xmlns:a="http://schemas.openxmlformats.org/drawingml/2006/main">
            <a:off x="3357113" y="3236703"/>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7" name="figure-practice_grid-104">
            <a:extLst xmlns:a="http://schemas.openxmlformats.org/drawingml/2006/main">
              <a:ext uri="{FF2B5EF4-FFF2-40B4-BE49-F238E27FC236}">
                <a16:creationId xmlns:a16="http://schemas.microsoft.com/office/drawing/2014/main" id="{00DB6484-6C42-405D-8905-6EED890E691D}"/>
              </a:ext>
            </a:extLst>
          </p:cNvPr>
          <p:cNvSpPr>
            <a:spLocks xmlns:a="http://schemas.openxmlformats.org/drawingml/2006/main" noGrp="1"/>
          </p:cNvSpPr>
          <p:nvPr/>
        </p:nvSpPr>
        <p:spPr>
          <a:xfrm xmlns:a="http://schemas.openxmlformats.org/drawingml/2006/main">
            <a:off x="3430510" y="3053679"/>
            <a:ext cx="34937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Q7</a:t>
            </a:r>
          </a:p>
        </p:txBody>
      </p:sp>
      <p:sp>
        <p:nvSpPr>
          <p:cNvPr id="118" name="figure-practice_grid-105">
            <a:extLst xmlns:a="http://schemas.openxmlformats.org/drawingml/2006/main">
              <a:ext uri="{FF2B5EF4-FFF2-40B4-BE49-F238E27FC236}">
                <a16:creationId xmlns:a16="http://schemas.microsoft.com/office/drawing/2014/main" id="{011E7AC2-EB6F-4DBD-9767-A688D95CD0E5}"/>
              </a:ext>
            </a:extLst>
          </p:cNvPr>
          <p:cNvSpPr>
            <a:spLocks xmlns:a="http://schemas.openxmlformats.org/drawingml/2006/main" noGrp="1"/>
          </p:cNvSpPr>
          <p:nvPr/>
        </p:nvSpPr>
        <p:spPr>
          <a:xfrm xmlns:a="http://schemas.openxmlformats.org/drawingml/2006/main">
            <a:off x="3446972" y="3416420"/>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9" name="figure-practice_grid-106">
            <a:extLst xmlns:a="http://schemas.openxmlformats.org/drawingml/2006/main">
              <a:ext uri="{FF2B5EF4-FFF2-40B4-BE49-F238E27FC236}">
                <a16:creationId xmlns:a16="http://schemas.microsoft.com/office/drawing/2014/main" id="{83A615E3-2BDC-4B0B-8CB9-C8D3F6A0AF92}"/>
              </a:ext>
            </a:extLst>
          </p:cNvPr>
          <p:cNvSpPr>
            <a:spLocks xmlns:a="http://schemas.openxmlformats.org/drawingml/2006/main" noGrp="1"/>
          </p:cNvSpPr>
          <p:nvPr/>
        </p:nvSpPr>
        <p:spPr>
          <a:xfrm xmlns:a="http://schemas.openxmlformats.org/drawingml/2006/main">
            <a:off x="3520368" y="3233396"/>
            <a:ext cx="33867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FB</a:t>
            </a:r>
          </a:p>
        </p:txBody>
      </p:sp>
      <p:sp>
        <p:nvSpPr>
          <p:cNvPr id="120" name="figure-practice_grid-107">
            <a:extLst xmlns:a="http://schemas.openxmlformats.org/drawingml/2006/main">
              <a:ext uri="{FF2B5EF4-FFF2-40B4-BE49-F238E27FC236}">
                <a16:creationId xmlns:a16="http://schemas.microsoft.com/office/drawing/2014/main" id="{D8840BEA-D774-498B-9B83-717DE138C3A9}"/>
              </a:ext>
            </a:extLst>
          </p:cNvPr>
          <p:cNvSpPr>
            <a:spLocks xmlns:a="http://schemas.openxmlformats.org/drawingml/2006/main" noGrp="1"/>
          </p:cNvSpPr>
          <p:nvPr/>
        </p:nvSpPr>
        <p:spPr>
          <a:xfrm xmlns:a="http://schemas.openxmlformats.org/drawingml/2006/main">
            <a:off x="3986123" y="4225146"/>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21" name="figure-practice_grid-108">
            <a:extLst xmlns:a="http://schemas.openxmlformats.org/drawingml/2006/main">
              <a:ext uri="{FF2B5EF4-FFF2-40B4-BE49-F238E27FC236}">
                <a16:creationId xmlns:a16="http://schemas.microsoft.com/office/drawing/2014/main" id="{1C8E92B5-3C64-4197-884A-0A03994F9EA6}"/>
              </a:ext>
            </a:extLst>
          </p:cNvPr>
          <p:cNvSpPr>
            <a:spLocks xmlns:a="http://schemas.openxmlformats.org/drawingml/2006/main" noGrp="1"/>
          </p:cNvSpPr>
          <p:nvPr/>
        </p:nvSpPr>
        <p:spPr>
          <a:xfrm xmlns:a="http://schemas.openxmlformats.org/drawingml/2006/main">
            <a:off x="4059519" y="4042122"/>
            <a:ext cx="37048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PO</a:t>
            </a:r>
          </a:p>
        </p:txBody>
      </p:sp>
      <p:sp>
        <p:nvSpPr>
          <p:cNvPr id="122" name="figure-practice_grid-109">
            <a:extLst xmlns:a="http://schemas.openxmlformats.org/drawingml/2006/main">
              <a:ext uri="{FF2B5EF4-FFF2-40B4-BE49-F238E27FC236}">
                <a16:creationId xmlns:a16="http://schemas.microsoft.com/office/drawing/2014/main" id="{191621D9-8E10-46FB-A06A-E94357235B64}"/>
              </a:ext>
            </a:extLst>
          </p:cNvPr>
          <p:cNvSpPr>
            <a:spLocks xmlns:a="http://schemas.openxmlformats.org/drawingml/2006/main" noGrp="1"/>
          </p:cNvSpPr>
          <p:nvPr/>
        </p:nvSpPr>
        <p:spPr>
          <a:xfrm xmlns:a="http://schemas.openxmlformats.org/drawingml/2006/main">
            <a:off x="4525274" y="3955571"/>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23" name="figure-practice_grid-110">
            <a:extLst xmlns:a="http://schemas.openxmlformats.org/drawingml/2006/main">
              <a:ext uri="{FF2B5EF4-FFF2-40B4-BE49-F238E27FC236}">
                <a16:creationId xmlns:a16="http://schemas.microsoft.com/office/drawing/2014/main" id="{4AD88CBD-6714-4C6C-A9F4-BB443A9620A8}"/>
              </a:ext>
            </a:extLst>
          </p:cNvPr>
          <p:cNvSpPr>
            <a:spLocks xmlns:a="http://schemas.openxmlformats.org/drawingml/2006/main" noGrp="1"/>
          </p:cNvSpPr>
          <p:nvPr/>
        </p:nvSpPr>
        <p:spPr>
          <a:xfrm xmlns:a="http://schemas.openxmlformats.org/drawingml/2006/main">
            <a:off x="4598670" y="3772547"/>
            <a:ext cx="34937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Q9</a:t>
            </a:r>
          </a:p>
        </p:txBody>
      </p:sp>
      <p:sp>
        <p:nvSpPr>
          <p:cNvPr id="124" name="figure-description-practice_grid">
            <a:extLst xmlns:a="http://schemas.openxmlformats.org/drawingml/2006/main">
              <a:ext uri="{FF2B5EF4-FFF2-40B4-BE49-F238E27FC236}">
                <a16:creationId xmlns:a16="http://schemas.microsoft.com/office/drawing/2014/main" id="{01D468E2-4C6A-42C2-92DB-CACA6D8377E5}"/>
              </a:ext>
            </a:extLst>
          </p:cNvPr>
          <p:cNvSpPr>
            <a:spLocks xmlns:a="http://schemas.openxmlformats.org/drawingml/2006/main" noGrp="1"/>
          </p:cNvSpPr>
          <p:nvPr/>
        </p:nvSpPr>
        <p:spPr>
          <a:xfrm xmlns:a="http://schemas.openxmlformats.org/drawingml/2006/main">
            <a:off x="7762875" y="1809750"/>
            <a:ext cx="40481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0" lang="en-GB">
                <a:solidFill>
                  <a:srgbClr val="17263B"/>
                </a:solidFill>
                <a:latin typeface="Arial"/>
                <a:ea typeface="Arial"/>
                <a:cs typeface="Arial"/>
              </a:defRPr>
            </a:defPPr>
          </a:lstStyle>
          <a:p xmlns:a="http://schemas.openxmlformats.org/drawingml/2006/main">
            <a:pPr algn="l">
              <a:lnSpc>
                <a:spcPct val="108000"/>
              </a:lnSpc>
              <a:buNone/>
              <a:defRPr sz="1800" b="0" lang="en-GB">
                <a:solidFill>
                  <a:srgbClr val="17263B"/>
                </a:solidFill>
                <a:latin typeface="Arial"/>
                <a:ea typeface="Arial"/>
                <a:cs typeface="Arial"/>
              </a:defRPr>
            </a:pPr>
            <a:r>
              <a:rPr sz="1800" b="0" lang="en-GB">
                <a:solidFill>
                  <a:srgbClr val="17263B"/>
                </a:solidFill>
                <a:latin typeface="Arial"/>
                <a:ea typeface="Arial"/>
                <a:cs typeface="Arial"/>
              </a:rPr>
              <a:t>The school is in the leftmost column and lowest row. The library is directly north of it in the next row. The hall is directly east of the library. The park point, labelled Q7, is directly north of the hall. The footbridge shares the park's square. The post office, labelled PO, and health centre, labelled Q9, share the square east of the hall.</a:t>
            </a:r>
          </a:p>
        </p:txBody>
      </p:sp>
    </p:spTree>
    <p:extLst>
      <p:ext uri="{BB962C8B-B14F-4D97-AF65-F5344CB8AC3E}">
        <p14:creationId xmlns:p14="http://schemas.microsoft.com/office/powerpoint/2010/main" val="56032460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1B38441F-1F11-4389-9289-D4D47116C12B}"/>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99903F3B-BDAF-4447-B37E-878D6DEE5CA3}"/>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I do · 2 min · 08 to 10</a:t>
            </a:r>
          </a:p>
        </p:txBody>
      </p:sp>
      <p:sp>
        <p:nvSpPr>
          <p:cNvPr id="3" name="slide-title">
            <a:extLst xmlns:a="http://schemas.openxmlformats.org/drawingml/2006/main">
              <a:ext uri="{FF2B5EF4-FFF2-40B4-BE49-F238E27FC236}">
                <a16:creationId xmlns:a16="http://schemas.microsoft.com/office/drawing/2014/main" id="{AD092A4D-328E-4CCB-997E-BD384318554E}"/>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I do · 1 of 4</a:t>
            </a:r>
          </a:p>
        </p:txBody>
      </p:sp>
      <p:pic>
        <p:nvPicPr>
          <p:cNvPr id="4" name="">
            <a:extLst xmlns:a="http://schemas.openxmlformats.org/drawingml/2006/main">
              <a:ext uri="{FF2B5EF4-FFF2-40B4-BE49-F238E27FC236}">
                <a16:creationId xmlns:a16="http://schemas.microsoft.com/office/drawing/2014/main" id="{F77B853E-8B1F-4E0A-922D-8600F389CA83}"/>
              </a:ext>
            </a:extLst>
          </p:cNvPr>
          <p:cNvPicPr>
            <a:picLocks xmlns:a="http://schemas.openxmlformats.org/drawingml/2006/main" noChangeAspect="1"/>
          </p:cNvPicPr>
          <p:nvPr/>
        </p:nvPicPr>
        <p:blipFill>
          <a:blip xmlns:r="http://schemas.openxmlformats.org/officeDocument/2006/relationships" xmlns:a="http://schemas.openxmlformats.org/drawingml/2006/main" r:embed="R08a2675c910c4bfc"/>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07A6F3FA-535E-4425-8815-1C29BB079157}"/>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5D523415-8E45-4D7D-B6CD-BE665600E6F8}"/>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F103C134-6113-4D9C-973C-C5757CCF41D6}"/>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D737A472-27AE-4CA8-9812-4C9A34A33FEF}"/>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62F94EAA-A120-4A02-A4F9-DCCA9DF44119}"/>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CC8EB8DB-66DE-4D82-A4C1-D61A025AEBFD}"/>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55D76DEA-5E66-4CA5-852B-A361C580571A}"/>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2" name="licence-footer">
            <a:extLst xmlns:a="http://schemas.openxmlformats.org/drawingml/2006/main">
              <a:ext uri="{FF2B5EF4-FFF2-40B4-BE49-F238E27FC236}">
                <a16:creationId xmlns:a16="http://schemas.microsoft.com/office/drawing/2014/main" id="{78B93C99-E75F-4BCA-957C-07456828F61F}"/>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6168FA1A-ABAD-4447-B10D-D6F4F9EAAD2F}"/>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library's four-figure reference, with an arrow or words showing 'eastings then northings'.</a:t>
            </a:r>
          </a:p>
        </p:txBody>
      </p:sp>
      <p:sp>
        <p:nvSpPr>
          <p:cNvPr id="14" name="body-0">
            <a:extLst xmlns:a="http://schemas.openxmlformats.org/drawingml/2006/main">
              <a:ext uri="{FF2B5EF4-FFF2-40B4-BE49-F238E27FC236}">
                <a16:creationId xmlns:a16="http://schemas.microsoft.com/office/drawing/2014/main" id="{3B913BB7-C34E-49E4-A130-52241258AD81}"/>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Identify, locate, check</a:t>
            </a:r>
          </a:p>
        </p:txBody>
      </p:sp>
      <p:sp>
        <p:nvSpPr>
          <p:cNvPr id="15" name="body-1">
            <a:extLst xmlns:a="http://schemas.openxmlformats.org/drawingml/2006/main">
              <a:ext uri="{FF2B5EF4-FFF2-40B4-BE49-F238E27FC236}">
                <a16:creationId xmlns:a16="http://schemas.microsoft.com/office/drawing/2014/main" id="{B5971F39-8A29-42AC-8353-B54968551C93}"/>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Step 1 — Identify</a:t>
            </a:r>
          </a:p>
        </p:txBody>
      </p:sp>
      <p:sp>
        <p:nvSpPr>
          <p:cNvPr id="16" name="body-2">
            <a:extLst xmlns:a="http://schemas.openxmlformats.org/drawingml/2006/main">
              <a:ext uri="{FF2B5EF4-FFF2-40B4-BE49-F238E27FC236}">
                <a16:creationId xmlns:a16="http://schemas.microsoft.com/office/drawing/2014/main" id="{7504927B-08DA-49A5-A95E-2343FCC0AA50}"/>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The key says B means library.</a:t>
            </a:r>
          </a:p>
        </p:txBody>
      </p:sp>
      <p:sp>
        <p:nvSpPr>
          <p:cNvPr id="17" name="body-3">
            <a:extLst xmlns:a="http://schemas.openxmlformats.org/drawingml/2006/main">
              <a:ext uri="{FF2B5EF4-FFF2-40B4-BE49-F238E27FC236}">
                <a16:creationId xmlns:a16="http://schemas.microsoft.com/office/drawing/2014/main" id="{C2C7CA03-D5E3-4776-BC3D-0ED5B78CB00E}"/>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Step 2 — Read eastings first</a:t>
            </a:r>
          </a:p>
        </p:txBody>
      </p:sp>
      <p:sp>
        <p:nvSpPr>
          <p:cNvPr id="18" name="body-4">
            <a:extLst xmlns:a="http://schemas.openxmlformats.org/drawingml/2006/main">
              <a:ext uri="{FF2B5EF4-FFF2-40B4-BE49-F238E27FC236}">
                <a16:creationId xmlns:a16="http://schemas.microsoft.com/office/drawing/2014/main" id="{92A75BAA-4CAA-4492-9366-08DC5EEA81FA}"/>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Find the library's square.</a:t>
            </a:r>
          </a:p>
        </p:txBody>
      </p:sp>
      <p:sp>
        <p:nvSpPr>
          <p:cNvPr id="19" name="body-5">
            <a:extLst xmlns:a="http://schemas.openxmlformats.org/drawingml/2006/main">
              <a:ext uri="{FF2B5EF4-FFF2-40B4-BE49-F238E27FC236}">
                <a16:creationId xmlns:a16="http://schemas.microsoft.com/office/drawing/2014/main" id="{23D30FD7-DA62-4AE8-BBB8-CE4AAD4240A2}"/>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Its left grid line is 10.</a:t>
            </a:r>
          </a:p>
        </p:txBody>
      </p:sp>
      <p:sp>
        <p:nvSpPr>
          <p:cNvPr id="20" name="body-6">
            <a:extLst xmlns:a="http://schemas.openxmlformats.org/drawingml/2006/main">
              <a:ext uri="{FF2B5EF4-FFF2-40B4-BE49-F238E27FC236}">
                <a16:creationId xmlns:a16="http://schemas.microsoft.com/office/drawing/2014/main" id="{F30ACC0B-3A65-4BDE-BA90-47AA069D0C5C}"/>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Step 3 — Read northings second</a:t>
            </a:r>
          </a:p>
        </p:txBody>
      </p:sp>
    </p:spTree>
    <p:extLst>
      <p:ext uri="{BB962C8B-B14F-4D97-AF65-F5344CB8AC3E}">
        <p14:creationId xmlns:p14="http://schemas.microsoft.com/office/powerpoint/2010/main" val="136259285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 name="lesson-header">
            <a:extLst xmlns:a="http://schemas.openxmlformats.org/drawingml/2006/main">
              <a:ext uri="{FF2B5EF4-FFF2-40B4-BE49-F238E27FC236}">
                <a16:creationId xmlns:a16="http://schemas.microsoft.com/office/drawing/2014/main" id="{3BDEABB0-08B3-4D05-A458-8A4A88081E1E}"/>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6FEDB4E8-06AB-4240-BFF7-44E55ECA45FA}"/>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I do · 2 min · 08 to 10</a:t>
            </a:r>
          </a:p>
        </p:txBody>
      </p:sp>
      <p:sp>
        <p:nvSpPr>
          <p:cNvPr id="3" name="slide-title">
            <a:extLst xmlns:a="http://schemas.openxmlformats.org/drawingml/2006/main">
              <a:ext uri="{FF2B5EF4-FFF2-40B4-BE49-F238E27FC236}">
                <a16:creationId xmlns:a16="http://schemas.microsoft.com/office/drawing/2014/main" id="{B2924335-3EBF-4C79-ABB0-70410E7A8506}"/>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I do · 1 of 4</a:t>
            </a:r>
          </a:p>
        </p:txBody>
      </p:sp>
      <p:pic>
        <p:nvPicPr>
          <p:cNvPr id="4" name="">
            <a:extLst xmlns:a="http://schemas.openxmlformats.org/drawingml/2006/main">
              <a:ext uri="{FF2B5EF4-FFF2-40B4-BE49-F238E27FC236}">
                <a16:creationId xmlns:a16="http://schemas.microsoft.com/office/drawing/2014/main" id="{6CE6E4E4-2603-47C4-83CC-43657F190AC0}"/>
              </a:ext>
            </a:extLst>
          </p:cNvPr>
          <p:cNvPicPr>
            <a:picLocks xmlns:a="http://schemas.openxmlformats.org/drawingml/2006/main" noChangeAspect="1"/>
          </p:cNvPicPr>
          <p:nvPr/>
        </p:nvPicPr>
        <p:blipFill>
          <a:blip xmlns:r="http://schemas.openxmlformats.org/officeDocument/2006/relationships" xmlns:a="http://schemas.openxmlformats.org/drawingml/2006/main" r:embed="Refd734cdc38348fc"/>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E127DF10-5D46-4571-8434-F9027A01AD59}"/>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DC9D27B2-5B1B-4C49-B088-E0A7CB2FDF16}"/>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2F58161A-2DB5-434E-B195-FC0257B277F2}"/>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CF7BE43A-16DF-4A87-93FF-EDCF95CDB86C}"/>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7DFDB08D-2FEC-4033-8091-86B3D377AD67}"/>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70F3EEE0-8F27-45E5-B9BE-3EDB24417004}"/>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1027C05F-80FD-45C6-8318-F968653DB67F}"/>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2" name="licence-footer">
            <a:extLst xmlns:a="http://schemas.openxmlformats.org/drawingml/2006/main">
              <a:ext uri="{FF2B5EF4-FFF2-40B4-BE49-F238E27FC236}">
                <a16:creationId xmlns:a16="http://schemas.microsoft.com/office/drawing/2014/main" id="{BA8523E6-3A9E-424F-A72D-175975599A9E}"/>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figure-practice_grid-0">
            <a:extLst xmlns:a="http://schemas.openxmlformats.org/drawingml/2006/main">
              <a:ext uri="{FF2B5EF4-FFF2-40B4-BE49-F238E27FC236}">
                <a16:creationId xmlns:a16="http://schemas.microsoft.com/office/drawing/2014/main" id="{0CCDDF94-9CBB-4F07-9597-04D4205E9242}"/>
              </a:ext>
            </a:extLst>
          </p:cNvPr>
          <p:cNvSpPr>
            <a:spLocks xmlns:a="http://schemas.openxmlformats.org/drawingml/2006/main" noGrp="1"/>
          </p:cNvSpPr>
          <p:nvPr/>
        </p:nvSpPr>
        <p:spPr>
          <a:xfrm xmlns:a="http://schemas.openxmlformats.org/drawingml/2006/main">
            <a:off x="2019731" y="1427240"/>
            <a:ext cx="328249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An invented settlement: practice map.</a:t>
            </a:r>
          </a:p>
        </p:txBody>
      </p:sp>
      <p:sp>
        <p:nvSpPr>
          <p:cNvPr id="14" name="figure-practice_grid-1">
            <a:extLst xmlns:a="http://schemas.openxmlformats.org/drawingml/2006/main">
              <a:ext uri="{FF2B5EF4-FFF2-40B4-BE49-F238E27FC236}">
                <a16:creationId xmlns:a16="http://schemas.microsoft.com/office/drawing/2014/main" id="{5508EBB5-86D7-4B6D-840D-FD4BC9684325}"/>
              </a:ext>
            </a:extLst>
          </p:cNvPr>
          <p:cNvSpPr>
            <a:spLocks xmlns:a="http://schemas.openxmlformats.org/drawingml/2006/main" noGrp="1"/>
          </p:cNvSpPr>
          <p:nvPr/>
        </p:nvSpPr>
        <p:spPr>
          <a:xfrm xmlns:a="http://schemas.openxmlformats.org/drawingml/2006/main">
            <a:off x="204068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15" name="figure-practice_grid-2">
            <a:extLst xmlns:a="http://schemas.openxmlformats.org/drawingml/2006/main">
              <a:ext uri="{FF2B5EF4-FFF2-40B4-BE49-F238E27FC236}">
                <a16:creationId xmlns:a16="http://schemas.microsoft.com/office/drawing/2014/main" id="{31E94983-45B3-4D59-BFDC-9A80690176A1}"/>
              </a:ext>
            </a:extLst>
          </p:cNvPr>
          <p:cNvSpPr>
            <a:spLocks xmlns:a="http://schemas.openxmlformats.org/drawingml/2006/main" noGrp="1"/>
          </p:cNvSpPr>
          <p:nvPr/>
        </p:nvSpPr>
        <p:spPr>
          <a:xfrm xmlns:a="http://schemas.openxmlformats.org/drawingml/2006/main">
            <a:off x="2040686" y="192027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16" name="figure-practice_grid-3">
            <a:extLst xmlns:a="http://schemas.openxmlformats.org/drawingml/2006/main">
              <a:ext uri="{FF2B5EF4-FFF2-40B4-BE49-F238E27FC236}">
                <a16:creationId xmlns:a16="http://schemas.microsoft.com/office/drawing/2014/main" id="{557CCED8-2BA0-4DD1-A219-DA9E4C4EF9EF}"/>
              </a:ext>
            </a:extLst>
          </p:cNvPr>
          <p:cNvSpPr>
            <a:spLocks xmlns:a="http://schemas.openxmlformats.org/drawingml/2006/main" noGrp="1"/>
          </p:cNvSpPr>
          <p:nvPr/>
        </p:nvSpPr>
        <p:spPr>
          <a:xfrm xmlns:a="http://schemas.openxmlformats.org/drawingml/2006/main">
            <a:off x="213054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17" name="figure-practice_grid-4">
            <a:extLst xmlns:a="http://schemas.openxmlformats.org/drawingml/2006/main">
              <a:ext uri="{FF2B5EF4-FFF2-40B4-BE49-F238E27FC236}">
                <a16:creationId xmlns:a16="http://schemas.microsoft.com/office/drawing/2014/main" id="{559DB45F-4B4C-4E08-8075-9EFFF98B49C1}"/>
              </a:ext>
            </a:extLst>
          </p:cNvPr>
          <p:cNvSpPr>
            <a:spLocks xmlns:a="http://schemas.openxmlformats.org/drawingml/2006/main" noGrp="1"/>
          </p:cNvSpPr>
          <p:nvPr/>
        </p:nvSpPr>
        <p:spPr>
          <a:xfrm xmlns:a="http://schemas.openxmlformats.org/drawingml/2006/main">
            <a:off x="2040686" y="201013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18" name="figure-practice_grid-5">
            <a:extLst xmlns:a="http://schemas.openxmlformats.org/drawingml/2006/main">
              <a:ext uri="{FF2B5EF4-FFF2-40B4-BE49-F238E27FC236}">
                <a16:creationId xmlns:a16="http://schemas.microsoft.com/office/drawing/2014/main" id="{9DD22438-75C0-457C-BF65-23456F66EA15}"/>
              </a:ext>
            </a:extLst>
          </p:cNvPr>
          <p:cNvSpPr>
            <a:spLocks xmlns:a="http://schemas.openxmlformats.org/drawingml/2006/main" noGrp="1"/>
          </p:cNvSpPr>
          <p:nvPr/>
        </p:nvSpPr>
        <p:spPr>
          <a:xfrm xmlns:a="http://schemas.openxmlformats.org/drawingml/2006/main">
            <a:off x="222040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19" name="figure-practice_grid-6">
            <a:extLst xmlns:a="http://schemas.openxmlformats.org/drawingml/2006/main">
              <a:ext uri="{FF2B5EF4-FFF2-40B4-BE49-F238E27FC236}">
                <a16:creationId xmlns:a16="http://schemas.microsoft.com/office/drawing/2014/main" id="{7AC911B6-D137-4E76-B3E6-2AA05C44AF7A}"/>
              </a:ext>
            </a:extLst>
          </p:cNvPr>
          <p:cNvSpPr>
            <a:spLocks xmlns:a="http://schemas.openxmlformats.org/drawingml/2006/main" noGrp="1"/>
          </p:cNvSpPr>
          <p:nvPr/>
        </p:nvSpPr>
        <p:spPr>
          <a:xfrm xmlns:a="http://schemas.openxmlformats.org/drawingml/2006/main">
            <a:off x="2040686" y="209999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0" name="figure-practice_grid-7">
            <a:extLst xmlns:a="http://schemas.openxmlformats.org/drawingml/2006/main">
              <a:ext uri="{FF2B5EF4-FFF2-40B4-BE49-F238E27FC236}">
                <a16:creationId xmlns:a16="http://schemas.microsoft.com/office/drawing/2014/main" id="{C6F18B01-C332-458B-A5D8-EAEEA941D5CC}"/>
              </a:ext>
            </a:extLst>
          </p:cNvPr>
          <p:cNvSpPr>
            <a:spLocks xmlns:a="http://schemas.openxmlformats.org/drawingml/2006/main" noGrp="1"/>
          </p:cNvSpPr>
          <p:nvPr/>
        </p:nvSpPr>
        <p:spPr>
          <a:xfrm xmlns:a="http://schemas.openxmlformats.org/drawingml/2006/main">
            <a:off x="231026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1" name="figure-practice_grid-8">
            <a:extLst xmlns:a="http://schemas.openxmlformats.org/drawingml/2006/main">
              <a:ext uri="{FF2B5EF4-FFF2-40B4-BE49-F238E27FC236}">
                <a16:creationId xmlns:a16="http://schemas.microsoft.com/office/drawing/2014/main" id="{955F77B6-8519-4717-836F-CB369D2B1669}"/>
              </a:ext>
            </a:extLst>
          </p:cNvPr>
          <p:cNvSpPr>
            <a:spLocks xmlns:a="http://schemas.openxmlformats.org/drawingml/2006/main" noGrp="1"/>
          </p:cNvSpPr>
          <p:nvPr/>
        </p:nvSpPr>
        <p:spPr>
          <a:xfrm xmlns:a="http://schemas.openxmlformats.org/drawingml/2006/main">
            <a:off x="2040686" y="218985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2" name="figure-practice_grid-9">
            <a:extLst xmlns:a="http://schemas.openxmlformats.org/drawingml/2006/main">
              <a:ext uri="{FF2B5EF4-FFF2-40B4-BE49-F238E27FC236}">
                <a16:creationId xmlns:a16="http://schemas.microsoft.com/office/drawing/2014/main" id="{DF587535-8C47-4C19-8C9E-95D8E0897F97}"/>
              </a:ext>
            </a:extLst>
          </p:cNvPr>
          <p:cNvSpPr>
            <a:spLocks xmlns:a="http://schemas.openxmlformats.org/drawingml/2006/main" noGrp="1"/>
          </p:cNvSpPr>
          <p:nvPr/>
        </p:nvSpPr>
        <p:spPr>
          <a:xfrm xmlns:a="http://schemas.openxmlformats.org/drawingml/2006/main">
            <a:off x="240012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3" name="figure-practice_grid-10">
            <a:extLst xmlns:a="http://schemas.openxmlformats.org/drawingml/2006/main">
              <a:ext uri="{FF2B5EF4-FFF2-40B4-BE49-F238E27FC236}">
                <a16:creationId xmlns:a16="http://schemas.microsoft.com/office/drawing/2014/main" id="{00389B12-8927-40F1-98D1-96D19A0D0A8D}"/>
              </a:ext>
            </a:extLst>
          </p:cNvPr>
          <p:cNvSpPr>
            <a:spLocks xmlns:a="http://schemas.openxmlformats.org/drawingml/2006/main" noGrp="1"/>
          </p:cNvSpPr>
          <p:nvPr/>
        </p:nvSpPr>
        <p:spPr>
          <a:xfrm xmlns:a="http://schemas.openxmlformats.org/drawingml/2006/main">
            <a:off x="2040686" y="227971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4" name="figure-practice_grid-11">
            <a:extLst xmlns:a="http://schemas.openxmlformats.org/drawingml/2006/main">
              <a:ext uri="{FF2B5EF4-FFF2-40B4-BE49-F238E27FC236}">
                <a16:creationId xmlns:a16="http://schemas.microsoft.com/office/drawing/2014/main" id="{7B8BA471-5BF3-4B0A-A8A7-140E9E4BE2F7}"/>
              </a:ext>
            </a:extLst>
          </p:cNvPr>
          <p:cNvSpPr>
            <a:spLocks xmlns:a="http://schemas.openxmlformats.org/drawingml/2006/main" noGrp="1"/>
          </p:cNvSpPr>
          <p:nvPr/>
        </p:nvSpPr>
        <p:spPr>
          <a:xfrm xmlns:a="http://schemas.openxmlformats.org/drawingml/2006/main">
            <a:off x="248997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5" name="figure-practice_grid-12">
            <a:extLst xmlns:a="http://schemas.openxmlformats.org/drawingml/2006/main">
              <a:ext uri="{FF2B5EF4-FFF2-40B4-BE49-F238E27FC236}">
                <a16:creationId xmlns:a16="http://schemas.microsoft.com/office/drawing/2014/main" id="{10DDC12E-3DC1-48CB-A969-3B0A71956221}"/>
              </a:ext>
            </a:extLst>
          </p:cNvPr>
          <p:cNvSpPr>
            <a:spLocks xmlns:a="http://schemas.openxmlformats.org/drawingml/2006/main" noGrp="1"/>
          </p:cNvSpPr>
          <p:nvPr/>
        </p:nvSpPr>
        <p:spPr>
          <a:xfrm xmlns:a="http://schemas.openxmlformats.org/drawingml/2006/main">
            <a:off x="2040686" y="236956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6" name="figure-practice_grid-13">
            <a:extLst xmlns:a="http://schemas.openxmlformats.org/drawingml/2006/main">
              <a:ext uri="{FF2B5EF4-FFF2-40B4-BE49-F238E27FC236}">
                <a16:creationId xmlns:a16="http://schemas.microsoft.com/office/drawing/2014/main" id="{6026EBDE-1EF7-4445-91FB-2E7C3BF783E7}"/>
              </a:ext>
            </a:extLst>
          </p:cNvPr>
          <p:cNvSpPr>
            <a:spLocks xmlns:a="http://schemas.openxmlformats.org/drawingml/2006/main" noGrp="1"/>
          </p:cNvSpPr>
          <p:nvPr/>
        </p:nvSpPr>
        <p:spPr>
          <a:xfrm xmlns:a="http://schemas.openxmlformats.org/drawingml/2006/main">
            <a:off x="257983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7" name="figure-practice_grid-14">
            <a:extLst xmlns:a="http://schemas.openxmlformats.org/drawingml/2006/main">
              <a:ext uri="{FF2B5EF4-FFF2-40B4-BE49-F238E27FC236}">
                <a16:creationId xmlns:a16="http://schemas.microsoft.com/office/drawing/2014/main" id="{CA59AF4A-CA1D-4BC2-9E10-3428E98569FF}"/>
              </a:ext>
            </a:extLst>
          </p:cNvPr>
          <p:cNvSpPr>
            <a:spLocks xmlns:a="http://schemas.openxmlformats.org/drawingml/2006/main" noGrp="1"/>
          </p:cNvSpPr>
          <p:nvPr/>
        </p:nvSpPr>
        <p:spPr>
          <a:xfrm xmlns:a="http://schemas.openxmlformats.org/drawingml/2006/main">
            <a:off x="2040686" y="245942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8" name="figure-practice_grid-15">
            <a:extLst xmlns:a="http://schemas.openxmlformats.org/drawingml/2006/main">
              <a:ext uri="{FF2B5EF4-FFF2-40B4-BE49-F238E27FC236}">
                <a16:creationId xmlns:a16="http://schemas.microsoft.com/office/drawing/2014/main" id="{3ADAA61A-ABE6-4411-8368-98A2556EB213}"/>
              </a:ext>
            </a:extLst>
          </p:cNvPr>
          <p:cNvSpPr>
            <a:spLocks xmlns:a="http://schemas.openxmlformats.org/drawingml/2006/main" noGrp="1"/>
          </p:cNvSpPr>
          <p:nvPr/>
        </p:nvSpPr>
        <p:spPr>
          <a:xfrm xmlns:a="http://schemas.openxmlformats.org/drawingml/2006/main">
            <a:off x="266969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9" name="figure-practice_grid-16">
            <a:extLst xmlns:a="http://schemas.openxmlformats.org/drawingml/2006/main">
              <a:ext uri="{FF2B5EF4-FFF2-40B4-BE49-F238E27FC236}">
                <a16:creationId xmlns:a16="http://schemas.microsoft.com/office/drawing/2014/main" id="{2822709E-FF3A-4F28-B29C-A6E58E554CA2}"/>
              </a:ext>
            </a:extLst>
          </p:cNvPr>
          <p:cNvSpPr>
            <a:spLocks xmlns:a="http://schemas.openxmlformats.org/drawingml/2006/main" noGrp="1"/>
          </p:cNvSpPr>
          <p:nvPr/>
        </p:nvSpPr>
        <p:spPr>
          <a:xfrm xmlns:a="http://schemas.openxmlformats.org/drawingml/2006/main">
            <a:off x="2040686" y="254928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0" name="figure-practice_grid-17">
            <a:extLst xmlns:a="http://schemas.openxmlformats.org/drawingml/2006/main">
              <a:ext uri="{FF2B5EF4-FFF2-40B4-BE49-F238E27FC236}">
                <a16:creationId xmlns:a16="http://schemas.microsoft.com/office/drawing/2014/main" id="{68ADEF0A-B586-43B6-866E-5584FB51FBBD}"/>
              </a:ext>
            </a:extLst>
          </p:cNvPr>
          <p:cNvSpPr>
            <a:spLocks xmlns:a="http://schemas.openxmlformats.org/drawingml/2006/main" noGrp="1"/>
          </p:cNvSpPr>
          <p:nvPr/>
        </p:nvSpPr>
        <p:spPr>
          <a:xfrm xmlns:a="http://schemas.openxmlformats.org/drawingml/2006/main">
            <a:off x="275955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1" name="figure-practice_grid-18">
            <a:extLst xmlns:a="http://schemas.openxmlformats.org/drawingml/2006/main">
              <a:ext uri="{FF2B5EF4-FFF2-40B4-BE49-F238E27FC236}">
                <a16:creationId xmlns:a16="http://schemas.microsoft.com/office/drawing/2014/main" id="{2AB29D96-12F2-4801-B9D6-A998CE0774B5}"/>
              </a:ext>
            </a:extLst>
          </p:cNvPr>
          <p:cNvSpPr>
            <a:spLocks xmlns:a="http://schemas.openxmlformats.org/drawingml/2006/main" noGrp="1"/>
          </p:cNvSpPr>
          <p:nvPr/>
        </p:nvSpPr>
        <p:spPr>
          <a:xfrm xmlns:a="http://schemas.openxmlformats.org/drawingml/2006/main">
            <a:off x="2040686" y="263914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2" name="figure-practice_grid-19">
            <a:extLst xmlns:a="http://schemas.openxmlformats.org/drawingml/2006/main">
              <a:ext uri="{FF2B5EF4-FFF2-40B4-BE49-F238E27FC236}">
                <a16:creationId xmlns:a16="http://schemas.microsoft.com/office/drawing/2014/main" id="{275D8A3E-69CF-4101-8860-CD831551A985}"/>
              </a:ext>
            </a:extLst>
          </p:cNvPr>
          <p:cNvSpPr>
            <a:spLocks xmlns:a="http://schemas.openxmlformats.org/drawingml/2006/main" noGrp="1"/>
          </p:cNvSpPr>
          <p:nvPr/>
        </p:nvSpPr>
        <p:spPr>
          <a:xfrm xmlns:a="http://schemas.openxmlformats.org/drawingml/2006/main">
            <a:off x="284941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3" name="figure-practice_grid-20">
            <a:extLst xmlns:a="http://schemas.openxmlformats.org/drawingml/2006/main">
              <a:ext uri="{FF2B5EF4-FFF2-40B4-BE49-F238E27FC236}">
                <a16:creationId xmlns:a16="http://schemas.microsoft.com/office/drawing/2014/main" id="{A414D31E-E306-4C0B-B721-19E705C9239D}"/>
              </a:ext>
            </a:extLst>
          </p:cNvPr>
          <p:cNvSpPr>
            <a:spLocks xmlns:a="http://schemas.openxmlformats.org/drawingml/2006/main" noGrp="1"/>
          </p:cNvSpPr>
          <p:nvPr/>
        </p:nvSpPr>
        <p:spPr>
          <a:xfrm xmlns:a="http://schemas.openxmlformats.org/drawingml/2006/main">
            <a:off x="2040686" y="272900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4" name="figure-practice_grid-21">
            <a:extLst xmlns:a="http://schemas.openxmlformats.org/drawingml/2006/main">
              <a:ext uri="{FF2B5EF4-FFF2-40B4-BE49-F238E27FC236}">
                <a16:creationId xmlns:a16="http://schemas.microsoft.com/office/drawing/2014/main" id="{6724FB32-1C2F-495C-A8B2-7D80A2575AFB}"/>
              </a:ext>
            </a:extLst>
          </p:cNvPr>
          <p:cNvSpPr>
            <a:spLocks xmlns:a="http://schemas.openxmlformats.org/drawingml/2006/main" noGrp="1"/>
          </p:cNvSpPr>
          <p:nvPr/>
        </p:nvSpPr>
        <p:spPr>
          <a:xfrm xmlns:a="http://schemas.openxmlformats.org/drawingml/2006/main">
            <a:off x="293927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35" name="figure-practice_grid-22">
            <a:extLst xmlns:a="http://schemas.openxmlformats.org/drawingml/2006/main">
              <a:ext uri="{FF2B5EF4-FFF2-40B4-BE49-F238E27FC236}">
                <a16:creationId xmlns:a16="http://schemas.microsoft.com/office/drawing/2014/main" id="{BB474CD9-AC01-4260-9C94-9DDAE392788F}"/>
              </a:ext>
            </a:extLst>
          </p:cNvPr>
          <p:cNvSpPr>
            <a:spLocks xmlns:a="http://schemas.openxmlformats.org/drawingml/2006/main" noGrp="1"/>
          </p:cNvSpPr>
          <p:nvPr/>
        </p:nvSpPr>
        <p:spPr>
          <a:xfrm xmlns:a="http://schemas.openxmlformats.org/drawingml/2006/main">
            <a:off x="2040686" y="281886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36" name="figure-practice_grid-23">
            <a:extLst xmlns:a="http://schemas.openxmlformats.org/drawingml/2006/main">
              <a:ext uri="{FF2B5EF4-FFF2-40B4-BE49-F238E27FC236}">
                <a16:creationId xmlns:a16="http://schemas.microsoft.com/office/drawing/2014/main" id="{6DD637F1-7A82-4000-B210-6C3B82600117}"/>
              </a:ext>
            </a:extLst>
          </p:cNvPr>
          <p:cNvSpPr>
            <a:spLocks xmlns:a="http://schemas.openxmlformats.org/drawingml/2006/main" noGrp="1"/>
          </p:cNvSpPr>
          <p:nvPr/>
        </p:nvSpPr>
        <p:spPr>
          <a:xfrm xmlns:a="http://schemas.openxmlformats.org/drawingml/2006/main">
            <a:off x="302913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7" name="figure-practice_grid-24">
            <a:extLst xmlns:a="http://schemas.openxmlformats.org/drawingml/2006/main">
              <a:ext uri="{FF2B5EF4-FFF2-40B4-BE49-F238E27FC236}">
                <a16:creationId xmlns:a16="http://schemas.microsoft.com/office/drawing/2014/main" id="{71CA0B66-ECA7-4EB9-B656-CD660F43558D}"/>
              </a:ext>
            </a:extLst>
          </p:cNvPr>
          <p:cNvSpPr>
            <a:spLocks xmlns:a="http://schemas.openxmlformats.org/drawingml/2006/main" noGrp="1"/>
          </p:cNvSpPr>
          <p:nvPr/>
        </p:nvSpPr>
        <p:spPr>
          <a:xfrm xmlns:a="http://schemas.openxmlformats.org/drawingml/2006/main">
            <a:off x="2040686" y="290871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8" name="figure-practice_grid-25">
            <a:extLst xmlns:a="http://schemas.openxmlformats.org/drawingml/2006/main">
              <a:ext uri="{FF2B5EF4-FFF2-40B4-BE49-F238E27FC236}">
                <a16:creationId xmlns:a16="http://schemas.microsoft.com/office/drawing/2014/main" id="{AD241E97-E884-4A32-9D21-8880D3651970}"/>
              </a:ext>
            </a:extLst>
          </p:cNvPr>
          <p:cNvSpPr>
            <a:spLocks xmlns:a="http://schemas.openxmlformats.org/drawingml/2006/main" noGrp="1"/>
          </p:cNvSpPr>
          <p:nvPr/>
        </p:nvSpPr>
        <p:spPr>
          <a:xfrm xmlns:a="http://schemas.openxmlformats.org/drawingml/2006/main">
            <a:off x="311898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9" name="figure-practice_grid-26">
            <a:extLst xmlns:a="http://schemas.openxmlformats.org/drawingml/2006/main">
              <a:ext uri="{FF2B5EF4-FFF2-40B4-BE49-F238E27FC236}">
                <a16:creationId xmlns:a16="http://schemas.microsoft.com/office/drawing/2014/main" id="{FF814005-5AFA-40F4-8A7A-E465A6379AC9}"/>
              </a:ext>
            </a:extLst>
          </p:cNvPr>
          <p:cNvSpPr>
            <a:spLocks xmlns:a="http://schemas.openxmlformats.org/drawingml/2006/main" noGrp="1"/>
          </p:cNvSpPr>
          <p:nvPr/>
        </p:nvSpPr>
        <p:spPr>
          <a:xfrm xmlns:a="http://schemas.openxmlformats.org/drawingml/2006/main">
            <a:off x="2040686" y="299857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0" name="figure-practice_grid-27">
            <a:extLst xmlns:a="http://schemas.openxmlformats.org/drawingml/2006/main">
              <a:ext uri="{FF2B5EF4-FFF2-40B4-BE49-F238E27FC236}">
                <a16:creationId xmlns:a16="http://schemas.microsoft.com/office/drawing/2014/main" id="{91F5BED8-F6AE-4DA0-979C-21AE7F4C8562}"/>
              </a:ext>
            </a:extLst>
          </p:cNvPr>
          <p:cNvSpPr>
            <a:spLocks xmlns:a="http://schemas.openxmlformats.org/drawingml/2006/main" noGrp="1"/>
          </p:cNvSpPr>
          <p:nvPr/>
        </p:nvSpPr>
        <p:spPr>
          <a:xfrm xmlns:a="http://schemas.openxmlformats.org/drawingml/2006/main">
            <a:off x="320884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1" name="figure-practice_grid-28">
            <a:extLst xmlns:a="http://schemas.openxmlformats.org/drawingml/2006/main">
              <a:ext uri="{FF2B5EF4-FFF2-40B4-BE49-F238E27FC236}">
                <a16:creationId xmlns:a16="http://schemas.microsoft.com/office/drawing/2014/main" id="{61CF4C9A-7483-4B36-A517-B94B9EB70C53}"/>
              </a:ext>
            </a:extLst>
          </p:cNvPr>
          <p:cNvSpPr>
            <a:spLocks xmlns:a="http://schemas.openxmlformats.org/drawingml/2006/main" noGrp="1"/>
          </p:cNvSpPr>
          <p:nvPr/>
        </p:nvSpPr>
        <p:spPr>
          <a:xfrm xmlns:a="http://schemas.openxmlformats.org/drawingml/2006/main">
            <a:off x="2040686" y="308843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2" name="figure-practice_grid-29">
            <a:extLst xmlns:a="http://schemas.openxmlformats.org/drawingml/2006/main">
              <a:ext uri="{FF2B5EF4-FFF2-40B4-BE49-F238E27FC236}">
                <a16:creationId xmlns:a16="http://schemas.microsoft.com/office/drawing/2014/main" id="{CC5478A6-B249-4305-BA7E-6BEA16459B13}"/>
              </a:ext>
            </a:extLst>
          </p:cNvPr>
          <p:cNvSpPr>
            <a:spLocks xmlns:a="http://schemas.openxmlformats.org/drawingml/2006/main" noGrp="1"/>
          </p:cNvSpPr>
          <p:nvPr/>
        </p:nvSpPr>
        <p:spPr>
          <a:xfrm xmlns:a="http://schemas.openxmlformats.org/drawingml/2006/main">
            <a:off x="329870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3" name="figure-practice_grid-30">
            <a:extLst xmlns:a="http://schemas.openxmlformats.org/drawingml/2006/main">
              <a:ext uri="{FF2B5EF4-FFF2-40B4-BE49-F238E27FC236}">
                <a16:creationId xmlns:a16="http://schemas.microsoft.com/office/drawing/2014/main" id="{F447D7FA-606E-4C15-8048-858B90E452C3}"/>
              </a:ext>
            </a:extLst>
          </p:cNvPr>
          <p:cNvSpPr>
            <a:spLocks xmlns:a="http://schemas.openxmlformats.org/drawingml/2006/main" noGrp="1"/>
          </p:cNvSpPr>
          <p:nvPr/>
        </p:nvSpPr>
        <p:spPr>
          <a:xfrm xmlns:a="http://schemas.openxmlformats.org/drawingml/2006/main">
            <a:off x="2040686" y="317829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4" name="figure-practice_grid-31">
            <a:extLst xmlns:a="http://schemas.openxmlformats.org/drawingml/2006/main">
              <a:ext uri="{FF2B5EF4-FFF2-40B4-BE49-F238E27FC236}">
                <a16:creationId xmlns:a16="http://schemas.microsoft.com/office/drawing/2014/main" id="{A407C8BE-FAB4-4794-855D-BEC52CCB1C3B}"/>
              </a:ext>
            </a:extLst>
          </p:cNvPr>
          <p:cNvSpPr>
            <a:spLocks xmlns:a="http://schemas.openxmlformats.org/drawingml/2006/main" noGrp="1"/>
          </p:cNvSpPr>
          <p:nvPr/>
        </p:nvSpPr>
        <p:spPr>
          <a:xfrm xmlns:a="http://schemas.openxmlformats.org/drawingml/2006/main">
            <a:off x="338856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5" name="figure-practice_grid-32">
            <a:extLst xmlns:a="http://schemas.openxmlformats.org/drawingml/2006/main">
              <a:ext uri="{FF2B5EF4-FFF2-40B4-BE49-F238E27FC236}">
                <a16:creationId xmlns:a16="http://schemas.microsoft.com/office/drawing/2014/main" id="{65FB60CE-E01D-4B05-9971-F37361D12111}"/>
              </a:ext>
            </a:extLst>
          </p:cNvPr>
          <p:cNvSpPr>
            <a:spLocks xmlns:a="http://schemas.openxmlformats.org/drawingml/2006/main" noGrp="1"/>
          </p:cNvSpPr>
          <p:nvPr/>
        </p:nvSpPr>
        <p:spPr>
          <a:xfrm xmlns:a="http://schemas.openxmlformats.org/drawingml/2006/main">
            <a:off x="2040686" y="326815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6" name="figure-practice_grid-33">
            <a:extLst xmlns:a="http://schemas.openxmlformats.org/drawingml/2006/main">
              <a:ext uri="{FF2B5EF4-FFF2-40B4-BE49-F238E27FC236}">
                <a16:creationId xmlns:a16="http://schemas.microsoft.com/office/drawing/2014/main" id="{6B32D424-1965-4716-8291-D838EC1E0F6C}"/>
              </a:ext>
            </a:extLst>
          </p:cNvPr>
          <p:cNvSpPr>
            <a:spLocks xmlns:a="http://schemas.openxmlformats.org/drawingml/2006/main" noGrp="1"/>
          </p:cNvSpPr>
          <p:nvPr/>
        </p:nvSpPr>
        <p:spPr>
          <a:xfrm xmlns:a="http://schemas.openxmlformats.org/drawingml/2006/main">
            <a:off x="347842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7" name="figure-practice_grid-34">
            <a:extLst xmlns:a="http://schemas.openxmlformats.org/drawingml/2006/main">
              <a:ext uri="{FF2B5EF4-FFF2-40B4-BE49-F238E27FC236}">
                <a16:creationId xmlns:a16="http://schemas.microsoft.com/office/drawing/2014/main" id="{81EA9EAA-4D59-43C7-95E2-F1EECB50D1B1}"/>
              </a:ext>
            </a:extLst>
          </p:cNvPr>
          <p:cNvSpPr>
            <a:spLocks xmlns:a="http://schemas.openxmlformats.org/drawingml/2006/main" noGrp="1"/>
          </p:cNvSpPr>
          <p:nvPr/>
        </p:nvSpPr>
        <p:spPr>
          <a:xfrm xmlns:a="http://schemas.openxmlformats.org/drawingml/2006/main">
            <a:off x="2040686" y="335801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8" name="figure-practice_grid-35">
            <a:extLst xmlns:a="http://schemas.openxmlformats.org/drawingml/2006/main">
              <a:ext uri="{FF2B5EF4-FFF2-40B4-BE49-F238E27FC236}">
                <a16:creationId xmlns:a16="http://schemas.microsoft.com/office/drawing/2014/main" id="{6D0F0E37-302D-4789-B733-236D727CE22C}"/>
              </a:ext>
            </a:extLst>
          </p:cNvPr>
          <p:cNvSpPr>
            <a:spLocks xmlns:a="http://schemas.openxmlformats.org/drawingml/2006/main" noGrp="1"/>
          </p:cNvSpPr>
          <p:nvPr/>
        </p:nvSpPr>
        <p:spPr>
          <a:xfrm xmlns:a="http://schemas.openxmlformats.org/drawingml/2006/main">
            <a:off x="356828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9" name="figure-practice_grid-36">
            <a:extLst xmlns:a="http://schemas.openxmlformats.org/drawingml/2006/main">
              <a:ext uri="{FF2B5EF4-FFF2-40B4-BE49-F238E27FC236}">
                <a16:creationId xmlns:a16="http://schemas.microsoft.com/office/drawing/2014/main" id="{81234AC8-C672-4A97-AF01-A174BE554105}"/>
              </a:ext>
            </a:extLst>
          </p:cNvPr>
          <p:cNvSpPr>
            <a:spLocks xmlns:a="http://schemas.openxmlformats.org/drawingml/2006/main" noGrp="1"/>
          </p:cNvSpPr>
          <p:nvPr/>
        </p:nvSpPr>
        <p:spPr>
          <a:xfrm xmlns:a="http://schemas.openxmlformats.org/drawingml/2006/main">
            <a:off x="2040686" y="344787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0" name="figure-practice_grid-37">
            <a:extLst xmlns:a="http://schemas.openxmlformats.org/drawingml/2006/main">
              <a:ext uri="{FF2B5EF4-FFF2-40B4-BE49-F238E27FC236}">
                <a16:creationId xmlns:a16="http://schemas.microsoft.com/office/drawing/2014/main" id="{88DE0765-B58B-425A-9E69-C8F57E95AA90}"/>
              </a:ext>
            </a:extLst>
          </p:cNvPr>
          <p:cNvSpPr>
            <a:spLocks xmlns:a="http://schemas.openxmlformats.org/drawingml/2006/main" noGrp="1"/>
          </p:cNvSpPr>
          <p:nvPr/>
        </p:nvSpPr>
        <p:spPr>
          <a:xfrm xmlns:a="http://schemas.openxmlformats.org/drawingml/2006/main">
            <a:off x="365813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1" name="figure-practice_grid-38">
            <a:extLst xmlns:a="http://schemas.openxmlformats.org/drawingml/2006/main">
              <a:ext uri="{FF2B5EF4-FFF2-40B4-BE49-F238E27FC236}">
                <a16:creationId xmlns:a16="http://schemas.microsoft.com/office/drawing/2014/main" id="{A73BD967-15DF-4A71-ACFE-A087A692ADC4}"/>
              </a:ext>
            </a:extLst>
          </p:cNvPr>
          <p:cNvSpPr>
            <a:spLocks xmlns:a="http://schemas.openxmlformats.org/drawingml/2006/main" noGrp="1"/>
          </p:cNvSpPr>
          <p:nvPr/>
        </p:nvSpPr>
        <p:spPr>
          <a:xfrm xmlns:a="http://schemas.openxmlformats.org/drawingml/2006/main">
            <a:off x="2040686" y="353772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2" name="figure-practice_grid-39">
            <a:extLst xmlns:a="http://schemas.openxmlformats.org/drawingml/2006/main">
              <a:ext uri="{FF2B5EF4-FFF2-40B4-BE49-F238E27FC236}">
                <a16:creationId xmlns:a16="http://schemas.microsoft.com/office/drawing/2014/main" id="{C0CB12C1-D005-4A16-99E2-8F4F8A1A1D25}"/>
              </a:ext>
            </a:extLst>
          </p:cNvPr>
          <p:cNvSpPr>
            <a:spLocks xmlns:a="http://schemas.openxmlformats.org/drawingml/2006/main" noGrp="1"/>
          </p:cNvSpPr>
          <p:nvPr/>
        </p:nvSpPr>
        <p:spPr>
          <a:xfrm xmlns:a="http://schemas.openxmlformats.org/drawingml/2006/main">
            <a:off x="374799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3" name="figure-practice_grid-40">
            <a:extLst xmlns:a="http://schemas.openxmlformats.org/drawingml/2006/main">
              <a:ext uri="{FF2B5EF4-FFF2-40B4-BE49-F238E27FC236}">
                <a16:creationId xmlns:a16="http://schemas.microsoft.com/office/drawing/2014/main" id="{AB16DAA6-760B-41BE-B3F7-853417EC7E8B}"/>
              </a:ext>
            </a:extLst>
          </p:cNvPr>
          <p:cNvSpPr>
            <a:spLocks xmlns:a="http://schemas.openxmlformats.org/drawingml/2006/main" noGrp="1"/>
          </p:cNvSpPr>
          <p:nvPr/>
        </p:nvSpPr>
        <p:spPr>
          <a:xfrm xmlns:a="http://schemas.openxmlformats.org/drawingml/2006/main">
            <a:off x="2040686" y="362758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4" name="figure-practice_grid-41">
            <a:extLst xmlns:a="http://schemas.openxmlformats.org/drawingml/2006/main">
              <a:ext uri="{FF2B5EF4-FFF2-40B4-BE49-F238E27FC236}">
                <a16:creationId xmlns:a16="http://schemas.microsoft.com/office/drawing/2014/main" id="{8C0A3856-6B21-45C8-B3CD-EFF49A199B55}"/>
              </a:ext>
            </a:extLst>
          </p:cNvPr>
          <p:cNvSpPr>
            <a:spLocks xmlns:a="http://schemas.openxmlformats.org/drawingml/2006/main" noGrp="1"/>
          </p:cNvSpPr>
          <p:nvPr/>
        </p:nvSpPr>
        <p:spPr>
          <a:xfrm xmlns:a="http://schemas.openxmlformats.org/drawingml/2006/main">
            <a:off x="383785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55" name="figure-practice_grid-42">
            <a:extLst xmlns:a="http://schemas.openxmlformats.org/drawingml/2006/main">
              <a:ext uri="{FF2B5EF4-FFF2-40B4-BE49-F238E27FC236}">
                <a16:creationId xmlns:a16="http://schemas.microsoft.com/office/drawing/2014/main" id="{6F5C5169-2CAA-449A-ADF3-1A1BF7A9DDE7}"/>
              </a:ext>
            </a:extLst>
          </p:cNvPr>
          <p:cNvSpPr>
            <a:spLocks xmlns:a="http://schemas.openxmlformats.org/drawingml/2006/main" noGrp="1"/>
          </p:cNvSpPr>
          <p:nvPr/>
        </p:nvSpPr>
        <p:spPr>
          <a:xfrm xmlns:a="http://schemas.openxmlformats.org/drawingml/2006/main">
            <a:off x="2040686" y="371744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56" name="figure-practice_grid-43">
            <a:extLst xmlns:a="http://schemas.openxmlformats.org/drawingml/2006/main">
              <a:ext uri="{FF2B5EF4-FFF2-40B4-BE49-F238E27FC236}">
                <a16:creationId xmlns:a16="http://schemas.microsoft.com/office/drawing/2014/main" id="{8DDDA75A-1032-4B78-8BA8-ECA7479A6673}"/>
              </a:ext>
            </a:extLst>
          </p:cNvPr>
          <p:cNvSpPr>
            <a:spLocks xmlns:a="http://schemas.openxmlformats.org/drawingml/2006/main" noGrp="1"/>
          </p:cNvSpPr>
          <p:nvPr/>
        </p:nvSpPr>
        <p:spPr>
          <a:xfrm xmlns:a="http://schemas.openxmlformats.org/drawingml/2006/main">
            <a:off x="392771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7" name="figure-practice_grid-44">
            <a:extLst xmlns:a="http://schemas.openxmlformats.org/drawingml/2006/main">
              <a:ext uri="{FF2B5EF4-FFF2-40B4-BE49-F238E27FC236}">
                <a16:creationId xmlns:a16="http://schemas.microsoft.com/office/drawing/2014/main" id="{147FAE2E-FF8C-488F-91F3-F462926F29DD}"/>
              </a:ext>
            </a:extLst>
          </p:cNvPr>
          <p:cNvSpPr>
            <a:spLocks xmlns:a="http://schemas.openxmlformats.org/drawingml/2006/main" noGrp="1"/>
          </p:cNvSpPr>
          <p:nvPr/>
        </p:nvSpPr>
        <p:spPr>
          <a:xfrm xmlns:a="http://schemas.openxmlformats.org/drawingml/2006/main">
            <a:off x="2040686" y="380730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8" name="figure-practice_grid-45">
            <a:extLst xmlns:a="http://schemas.openxmlformats.org/drawingml/2006/main">
              <a:ext uri="{FF2B5EF4-FFF2-40B4-BE49-F238E27FC236}">
                <a16:creationId xmlns:a16="http://schemas.microsoft.com/office/drawing/2014/main" id="{2ABFBEEA-088F-41DC-969B-4D1FFF772DD7}"/>
              </a:ext>
            </a:extLst>
          </p:cNvPr>
          <p:cNvSpPr>
            <a:spLocks xmlns:a="http://schemas.openxmlformats.org/drawingml/2006/main" noGrp="1"/>
          </p:cNvSpPr>
          <p:nvPr/>
        </p:nvSpPr>
        <p:spPr>
          <a:xfrm xmlns:a="http://schemas.openxmlformats.org/drawingml/2006/main">
            <a:off x="401757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9" name="figure-practice_grid-46">
            <a:extLst xmlns:a="http://schemas.openxmlformats.org/drawingml/2006/main">
              <a:ext uri="{FF2B5EF4-FFF2-40B4-BE49-F238E27FC236}">
                <a16:creationId xmlns:a16="http://schemas.microsoft.com/office/drawing/2014/main" id="{14E434E9-2883-4F6C-AEEF-BEAE1AC6EAF5}"/>
              </a:ext>
            </a:extLst>
          </p:cNvPr>
          <p:cNvSpPr>
            <a:spLocks xmlns:a="http://schemas.openxmlformats.org/drawingml/2006/main" noGrp="1"/>
          </p:cNvSpPr>
          <p:nvPr/>
        </p:nvSpPr>
        <p:spPr>
          <a:xfrm xmlns:a="http://schemas.openxmlformats.org/drawingml/2006/main">
            <a:off x="2040686" y="389716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0" name="figure-practice_grid-47">
            <a:extLst xmlns:a="http://schemas.openxmlformats.org/drawingml/2006/main">
              <a:ext uri="{FF2B5EF4-FFF2-40B4-BE49-F238E27FC236}">
                <a16:creationId xmlns:a16="http://schemas.microsoft.com/office/drawing/2014/main" id="{8FE3E86A-1CEE-4DEA-9771-9F6CE3958A2C}"/>
              </a:ext>
            </a:extLst>
          </p:cNvPr>
          <p:cNvSpPr>
            <a:spLocks xmlns:a="http://schemas.openxmlformats.org/drawingml/2006/main" noGrp="1"/>
          </p:cNvSpPr>
          <p:nvPr/>
        </p:nvSpPr>
        <p:spPr>
          <a:xfrm xmlns:a="http://schemas.openxmlformats.org/drawingml/2006/main">
            <a:off x="410743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1" name="figure-practice_grid-48">
            <a:extLst xmlns:a="http://schemas.openxmlformats.org/drawingml/2006/main">
              <a:ext uri="{FF2B5EF4-FFF2-40B4-BE49-F238E27FC236}">
                <a16:creationId xmlns:a16="http://schemas.microsoft.com/office/drawing/2014/main" id="{B9203FC5-A9D2-4A57-9CC9-DC8F63D128AB}"/>
              </a:ext>
            </a:extLst>
          </p:cNvPr>
          <p:cNvSpPr>
            <a:spLocks xmlns:a="http://schemas.openxmlformats.org/drawingml/2006/main" noGrp="1"/>
          </p:cNvSpPr>
          <p:nvPr/>
        </p:nvSpPr>
        <p:spPr>
          <a:xfrm xmlns:a="http://schemas.openxmlformats.org/drawingml/2006/main">
            <a:off x="2040686" y="398702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2" name="figure-practice_grid-49">
            <a:extLst xmlns:a="http://schemas.openxmlformats.org/drawingml/2006/main">
              <a:ext uri="{FF2B5EF4-FFF2-40B4-BE49-F238E27FC236}">
                <a16:creationId xmlns:a16="http://schemas.microsoft.com/office/drawing/2014/main" id="{8A89F5B8-40D8-49F3-B9DB-8C9467E8014D}"/>
              </a:ext>
            </a:extLst>
          </p:cNvPr>
          <p:cNvSpPr>
            <a:spLocks xmlns:a="http://schemas.openxmlformats.org/drawingml/2006/main" noGrp="1"/>
          </p:cNvSpPr>
          <p:nvPr/>
        </p:nvSpPr>
        <p:spPr>
          <a:xfrm xmlns:a="http://schemas.openxmlformats.org/drawingml/2006/main">
            <a:off x="419729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3" name="figure-practice_grid-50">
            <a:extLst xmlns:a="http://schemas.openxmlformats.org/drawingml/2006/main">
              <a:ext uri="{FF2B5EF4-FFF2-40B4-BE49-F238E27FC236}">
                <a16:creationId xmlns:a16="http://schemas.microsoft.com/office/drawing/2014/main" id="{4337B7C2-0C2E-4092-AF0F-A0B8A049B9B3}"/>
              </a:ext>
            </a:extLst>
          </p:cNvPr>
          <p:cNvSpPr>
            <a:spLocks xmlns:a="http://schemas.openxmlformats.org/drawingml/2006/main" noGrp="1"/>
          </p:cNvSpPr>
          <p:nvPr/>
        </p:nvSpPr>
        <p:spPr>
          <a:xfrm xmlns:a="http://schemas.openxmlformats.org/drawingml/2006/main">
            <a:off x="2040686" y="407688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4" name="figure-practice_grid-51">
            <a:extLst xmlns:a="http://schemas.openxmlformats.org/drawingml/2006/main">
              <a:ext uri="{FF2B5EF4-FFF2-40B4-BE49-F238E27FC236}">
                <a16:creationId xmlns:a16="http://schemas.microsoft.com/office/drawing/2014/main" id="{FF12224D-ED23-42A5-B471-AA49583E9679}"/>
              </a:ext>
            </a:extLst>
          </p:cNvPr>
          <p:cNvSpPr>
            <a:spLocks xmlns:a="http://schemas.openxmlformats.org/drawingml/2006/main" noGrp="1"/>
          </p:cNvSpPr>
          <p:nvPr/>
        </p:nvSpPr>
        <p:spPr>
          <a:xfrm xmlns:a="http://schemas.openxmlformats.org/drawingml/2006/main">
            <a:off x="428714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5" name="figure-practice_grid-52">
            <a:extLst xmlns:a="http://schemas.openxmlformats.org/drawingml/2006/main">
              <a:ext uri="{FF2B5EF4-FFF2-40B4-BE49-F238E27FC236}">
                <a16:creationId xmlns:a16="http://schemas.microsoft.com/office/drawing/2014/main" id="{78C11C77-63B5-4E35-BE7A-032BAD38733F}"/>
              </a:ext>
            </a:extLst>
          </p:cNvPr>
          <p:cNvSpPr>
            <a:spLocks xmlns:a="http://schemas.openxmlformats.org/drawingml/2006/main" noGrp="1"/>
          </p:cNvSpPr>
          <p:nvPr/>
        </p:nvSpPr>
        <p:spPr>
          <a:xfrm xmlns:a="http://schemas.openxmlformats.org/drawingml/2006/main">
            <a:off x="2040686" y="416673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6" name="figure-practice_grid-53">
            <a:extLst xmlns:a="http://schemas.openxmlformats.org/drawingml/2006/main">
              <a:ext uri="{FF2B5EF4-FFF2-40B4-BE49-F238E27FC236}">
                <a16:creationId xmlns:a16="http://schemas.microsoft.com/office/drawing/2014/main" id="{FCF72746-E04C-49DA-86F5-7044759AC11F}"/>
              </a:ext>
            </a:extLst>
          </p:cNvPr>
          <p:cNvSpPr>
            <a:spLocks xmlns:a="http://schemas.openxmlformats.org/drawingml/2006/main" noGrp="1"/>
          </p:cNvSpPr>
          <p:nvPr/>
        </p:nvSpPr>
        <p:spPr>
          <a:xfrm xmlns:a="http://schemas.openxmlformats.org/drawingml/2006/main">
            <a:off x="437700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7" name="figure-practice_grid-54">
            <a:extLst xmlns:a="http://schemas.openxmlformats.org/drawingml/2006/main">
              <a:ext uri="{FF2B5EF4-FFF2-40B4-BE49-F238E27FC236}">
                <a16:creationId xmlns:a16="http://schemas.microsoft.com/office/drawing/2014/main" id="{0D8D4AA8-B2A3-4FDF-A00D-D9F5938B2843}"/>
              </a:ext>
            </a:extLst>
          </p:cNvPr>
          <p:cNvSpPr>
            <a:spLocks xmlns:a="http://schemas.openxmlformats.org/drawingml/2006/main" noGrp="1"/>
          </p:cNvSpPr>
          <p:nvPr/>
        </p:nvSpPr>
        <p:spPr>
          <a:xfrm xmlns:a="http://schemas.openxmlformats.org/drawingml/2006/main">
            <a:off x="2040686" y="425659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8" name="figure-practice_grid-55">
            <a:extLst xmlns:a="http://schemas.openxmlformats.org/drawingml/2006/main">
              <a:ext uri="{FF2B5EF4-FFF2-40B4-BE49-F238E27FC236}">
                <a16:creationId xmlns:a16="http://schemas.microsoft.com/office/drawing/2014/main" id="{41A1EDE3-5B47-437C-8BF1-CA7523B63C80}"/>
              </a:ext>
            </a:extLst>
          </p:cNvPr>
          <p:cNvSpPr>
            <a:spLocks xmlns:a="http://schemas.openxmlformats.org/drawingml/2006/main" noGrp="1"/>
          </p:cNvSpPr>
          <p:nvPr/>
        </p:nvSpPr>
        <p:spPr>
          <a:xfrm xmlns:a="http://schemas.openxmlformats.org/drawingml/2006/main">
            <a:off x="446686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9" name="figure-practice_grid-56">
            <a:extLst xmlns:a="http://schemas.openxmlformats.org/drawingml/2006/main">
              <a:ext uri="{FF2B5EF4-FFF2-40B4-BE49-F238E27FC236}">
                <a16:creationId xmlns:a16="http://schemas.microsoft.com/office/drawing/2014/main" id="{A8B705E3-3B2F-42E3-9527-305240502121}"/>
              </a:ext>
            </a:extLst>
          </p:cNvPr>
          <p:cNvSpPr>
            <a:spLocks xmlns:a="http://schemas.openxmlformats.org/drawingml/2006/main" noGrp="1"/>
          </p:cNvSpPr>
          <p:nvPr/>
        </p:nvSpPr>
        <p:spPr>
          <a:xfrm xmlns:a="http://schemas.openxmlformats.org/drawingml/2006/main">
            <a:off x="2040686" y="434645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0" name="figure-practice_grid-57">
            <a:extLst xmlns:a="http://schemas.openxmlformats.org/drawingml/2006/main">
              <a:ext uri="{FF2B5EF4-FFF2-40B4-BE49-F238E27FC236}">
                <a16:creationId xmlns:a16="http://schemas.microsoft.com/office/drawing/2014/main" id="{E965EDE0-EDC7-41A7-A659-00240A7C4DE5}"/>
              </a:ext>
            </a:extLst>
          </p:cNvPr>
          <p:cNvSpPr>
            <a:spLocks xmlns:a="http://schemas.openxmlformats.org/drawingml/2006/main" noGrp="1"/>
          </p:cNvSpPr>
          <p:nvPr/>
        </p:nvSpPr>
        <p:spPr>
          <a:xfrm xmlns:a="http://schemas.openxmlformats.org/drawingml/2006/main">
            <a:off x="455672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1" name="figure-practice_grid-58">
            <a:extLst xmlns:a="http://schemas.openxmlformats.org/drawingml/2006/main">
              <a:ext uri="{FF2B5EF4-FFF2-40B4-BE49-F238E27FC236}">
                <a16:creationId xmlns:a16="http://schemas.microsoft.com/office/drawing/2014/main" id="{1E16DE96-B80A-4422-BBFA-EA63F175A35B}"/>
              </a:ext>
            </a:extLst>
          </p:cNvPr>
          <p:cNvSpPr>
            <a:spLocks xmlns:a="http://schemas.openxmlformats.org/drawingml/2006/main" noGrp="1"/>
          </p:cNvSpPr>
          <p:nvPr/>
        </p:nvSpPr>
        <p:spPr>
          <a:xfrm xmlns:a="http://schemas.openxmlformats.org/drawingml/2006/main">
            <a:off x="2040686" y="443631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2" name="figure-practice_grid-59">
            <a:extLst xmlns:a="http://schemas.openxmlformats.org/drawingml/2006/main">
              <a:ext uri="{FF2B5EF4-FFF2-40B4-BE49-F238E27FC236}">
                <a16:creationId xmlns:a16="http://schemas.microsoft.com/office/drawing/2014/main" id="{4BAB7C08-CC4E-4285-88C4-85D217B71953}"/>
              </a:ext>
            </a:extLst>
          </p:cNvPr>
          <p:cNvSpPr>
            <a:spLocks xmlns:a="http://schemas.openxmlformats.org/drawingml/2006/main" noGrp="1"/>
          </p:cNvSpPr>
          <p:nvPr/>
        </p:nvSpPr>
        <p:spPr>
          <a:xfrm xmlns:a="http://schemas.openxmlformats.org/drawingml/2006/main">
            <a:off x="464658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3" name="figure-practice_grid-60">
            <a:extLst xmlns:a="http://schemas.openxmlformats.org/drawingml/2006/main">
              <a:ext uri="{FF2B5EF4-FFF2-40B4-BE49-F238E27FC236}">
                <a16:creationId xmlns:a16="http://schemas.microsoft.com/office/drawing/2014/main" id="{185126AA-0159-4516-88CF-D8DB2C5E07F9}"/>
              </a:ext>
            </a:extLst>
          </p:cNvPr>
          <p:cNvSpPr>
            <a:spLocks xmlns:a="http://schemas.openxmlformats.org/drawingml/2006/main" noGrp="1"/>
          </p:cNvSpPr>
          <p:nvPr/>
        </p:nvSpPr>
        <p:spPr>
          <a:xfrm xmlns:a="http://schemas.openxmlformats.org/drawingml/2006/main">
            <a:off x="2040686" y="452617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4" name="figure-practice_grid-61">
            <a:extLst xmlns:a="http://schemas.openxmlformats.org/drawingml/2006/main">
              <a:ext uri="{FF2B5EF4-FFF2-40B4-BE49-F238E27FC236}">
                <a16:creationId xmlns:a16="http://schemas.microsoft.com/office/drawing/2014/main" id="{094890BF-85A9-484F-9469-60959B550E0F}"/>
              </a:ext>
            </a:extLst>
          </p:cNvPr>
          <p:cNvSpPr>
            <a:spLocks xmlns:a="http://schemas.openxmlformats.org/drawingml/2006/main" noGrp="1"/>
          </p:cNvSpPr>
          <p:nvPr/>
        </p:nvSpPr>
        <p:spPr>
          <a:xfrm xmlns:a="http://schemas.openxmlformats.org/drawingml/2006/main">
            <a:off x="473644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75" name="figure-practice_grid-62">
            <a:extLst xmlns:a="http://schemas.openxmlformats.org/drawingml/2006/main">
              <a:ext uri="{FF2B5EF4-FFF2-40B4-BE49-F238E27FC236}">
                <a16:creationId xmlns:a16="http://schemas.microsoft.com/office/drawing/2014/main" id="{127B5336-A982-4231-9D7C-E53912B5B75A}"/>
              </a:ext>
            </a:extLst>
          </p:cNvPr>
          <p:cNvSpPr>
            <a:spLocks xmlns:a="http://schemas.openxmlformats.org/drawingml/2006/main" noGrp="1"/>
          </p:cNvSpPr>
          <p:nvPr/>
        </p:nvSpPr>
        <p:spPr>
          <a:xfrm xmlns:a="http://schemas.openxmlformats.org/drawingml/2006/main">
            <a:off x="2040686" y="461603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76" name="figure-practice_grid-63">
            <a:extLst xmlns:a="http://schemas.openxmlformats.org/drawingml/2006/main">
              <a:ext uri="{FF2B5EF4-FFF2-40B4-BE49-F238E27FC236}">
                <a16:creationId xmlns:a16="http://schemas.microsoft.com/office/drawing/2014/main" id="{34D37650-B5E4-456F-955D-AE9C897AAB59}"/>
              </a:ext>
            </a:extLst>
          </p:cNvPr>
          <p:cNvSpPr>
            <a:spLocks xmlns:a="http://schemas.openxmlformats.org/drawingml/2006/main" noGrp="1"/>
          </p:cNvSpPr>
          <p:nvPr/>
        </p:nvSpPr>
        <p:spPr>
          <a:xfrm xmlns:a="http://schemas.openxmlformats.org/drawingml/2006/main">
            <a:off x="482630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7" name="figure-practice_grid-64">
            <a:extLst xmlns:a="http://schemas.openxmlformats.org/drawingml/2006/main">
              <a:ext uri="{FF2B5EF4-FFF2-40B4-BE49-F238E27FC236}">
                <a16:creationId xmlns:a16="http://schemas.microsoft.com/office/drawing/2014/main" id="{7EF31B6B-C898-41E4-8F39-D0E42C055438}"/>
              </a:ext>
            </a:extLst>
          </p:cNvPr>
          <p:cNvSpPr>
            <a:spLocks xmlns:a="http://schemas.openxmlformats.org/drawingml/2006/main" noGrp="1"/>
          </p:cNvSpPr>
          <p:nvPr/>
        </p:nvSpPr>
        <p:spPr>
          <a:xfrm xmlns:a="http://schemas.openxmlformats.org/drawingml/2006/main">
            <a:off x="2040686" y="470588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8" name="figure-practice_grid-65">
            <a:extLst xmlns:a="http://schemas.openxmlformats.org/drawingml/2006/main">
              <a:ext uri="{FF2B5EF4-FFF2-40B4-BE49-F238E27FC236}">
                <a16:creationId xmlns:a16="http://schemas.microsoft.com/office/drawing/2014/main" id="{D91A2394-EB7B-46DE-AFA1-01CA7506A7AE}"/>
              </a:ext>
            </a:extLst>
          </p:cNvPr>
          <p:cNvSpPr>
            <a:spLocks xmlns:a="http://schemas.openxmlformats.org/drawingml/2006/main" noGrp="1"/>
          </p:cNvSpPr>
          <p:nvPr/>
        </p:nvSpPr>
        <p:spPr>
          <a:xfrm xmlns:a="http://schemas.openxmlformats.org/drawingml/2006/main">
            <a:off x="491615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9" name="figure-practice_grid-66">
            <a:extLst xmlns:a="http://schemas.openxmlformats.org/drawingml/2006/main">
              <a:ext uri="{FF2B5EF4-FFF2-40B4-BE49-F238E27FC236}">
                <a16:creationId xmlns:a16="http://schemas.microsoft.com/office/drawing/2014/main" id="{80D6C6B4-8829-4673-BC69-025F7E6C5129}"/>
              </a:ext>
            </a:extLst>
          </p:cNvPr>
          <p:cNvSpPr>
            <a:spLocks xmlns:a="http://schemas.openxmlformats.org/drawingml/2006/main" noGrp="1"/>
          </p:cNvSpPr>
          <p:nvPr/>
        </p:nvSpPr>
        <p:spPr>
          <a:xfrm xmlns:a="http://schemas.openxmlformats.org/drawingml/2006/main">
            <a:off x="2040686" y="479574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0" name="figure-practice_grid-67">
            <a:extLst xmlns:a="http://schemas.openxmlformats.org/drawingml/2006/main">
              <a:ext uri="{FF2B5EF4-FFF2-40B4-BE49-F238E27FC236}">
                <a16:creationId xmlns:a16="http://schemas.microsoft.com/office/drawing/2014/main" id="{13132622-9CB0-482D-BCB2-392293B9B83A}"/>
              </a:ext>
            </a:extLst>
          </p:cNvPr>
          <p:cNvSpPr>
            <a:spLocks xmlns:a="http://schemas.openxmlformats.org/drawingml/2006/main" noGrp="1"/>
          </p:cNvSpPr>
          <p:nvPr/>
        </p:nvSpPr>
        <p:spPr>
          <a:xfrm xmlns:a="http://schemas.openxmlformats.org/drawingml/2006/main">
            <a:off x="500601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1" name="figure-practice_grid-68">
            <a:extLst xmlns:a="http://schemas.openxmlformats.org/drawingml/2006/main">
              <a:ext uri="{FF2B5EF4-FFF2-40B4-BE49-F238E27FC236}">
                <a16:creationId xmlns:a16="http://schemas.microsoft.com/office/drawing/2014/main" id="{4649CFCC-41D1-4560-824B-9093BA0CAF23}"/>
              </a:ext>
            </a:extLst>
          </p:cNvPr>
          <p:cNvSpPr>
            <a:spLocks xmlns:a="http://schemas.openxmlformats.org/drawingml/2006/main" noGrp="1"/>
          </p:cNvSpPr>
          <p:nvPr/>
        </p:nvSpPr>
        <p:spPr>
          <a:xfrm xmlns:a="http://schemas.openxmlformats.org/drawingml/2006/main">
            <a:off x="2040686" y="488560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2" name="figure-practice_grid-69">
            <a:extLst xmlns:a="http://schemas.openxmlformats.org/drawingml/2006/main">
              <a:ext uri="{FF2B5EF4-FFF2-40B4-BE49-F238E27FC236}">
                <a16:creationId xmlns:a16="http://schemas.microsoft.com/office/drawing/2014/main" id="{401EB703-D6C9-4FAE-A882-1D98136958F7}"/>
              </a:ext>
            </a:extLst>
          </p:cNvPr>
          <p:cNvSpPr>
            <a:spLocks xmlns:a="http://schemas.openxmlformats.org/drawingml/2006/main" noGrp="1"/>
          </p:cNvSpPr>
          <p:nvPr/>
        </p:nvSpPr>
        <p:spPr>
          <a:xfrm xmlns:a="http://schemas.openxmlformats.org/drawingml/2006/main">
            <a:off x="509587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3" name="figure-practice_grid-70">
            <a:extLst xmlns:a="http://schemas.openxmlformats.org/drawingml/2006/main">
              <a:ext uri="{FF2B5EF4-FFF2-40B4-BE49-F238E27FC236}">
                <a16:creationId xmlns:a16="http://schemas.microsoft.com/office/drawing/2014/main" id="{0ED3585D-A1F7-4A31-A562-485C75FCA61F}"/>
              </a:ext>
            </a:extLst>
          </p:cNvPr>
          <p:cNvSpPr>
            <a:spLocks xmlns:a="http://schemas.openxmlformats.org/drawingml/2006/main" noGrp="1"/>
          </p:cNvSpPr>
          <p:nvPr/>
        </p:nvSpPr>
        <p:spPr>
          <a:xfrm xmlns:a="http://schemas.openxmlformats.org/drawingml/2006/main">
            <a:off x="2040686" y="497546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4" name="figure-practice_grid-71">
            <a:extLst xmlns:a="http://schemas.openxmlformats.org/drawingml/2006/main">
              <a:ext uri="{FF2B5EF4-FFF2-40B4-BE49-F238E27FC236}">
                <a16:creationId xmlns:a16="http://schemas.microsoft.com/office/drawing/2014/main" id="{CDC5A2A6-B4E3-4932-8064-E73F2DFB8CF5}"/>
              </a:ext>
            </a:extLst>
          </p:cNvPr>
          <p:cNvSpPr>
            <a:spLocks xmlns:a="http://schemas.openxmlformats.org/drawingml/2006/main" noGrp="1"/>
          </p:cNvSpPr>
          <p:nvPr/>
        </p:nvSpPr>
        <p:spPr>
          <a:xfrm xmlns:a="http://schemas.openxmlformats.org/drawingml/2006/main">
            <a:off x="518573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5" name="figure-practice_grid-72">
            <a:extLst xmlns:a="http://schemas.openxmlformats.org/drawingml/2006/main">
              <a:ext uri="{FF2B5EF4-FFF2-40B4-BE49-F238E27FC236}">
                <a16:creationId xmlns:a16="http://schemas.microsoft.com/office/drawing/2014/main" id="{EEF14709-E361-48F4-9689-5F0094F7FDE9}"/>
              </a:ext>
            </a:extLst>
          </p:cNvPr>
          <p:cNvSpPr>
            <a:spLocks xmlns:a="http://schemas.openxmlformats.org/drawingml/2006/main" noGrp="1"/>
          </p:cNvSpPr>
          <p:nvPr/>
        </p:nvSpPr>
        <p:spPr>
          <a:xfrm xmlns:a="http://schemas.openxmlformats.org/drawingml/2006/main">
            <a:off x="2040686" y="506532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6" name="figure-practice_grid-73">
            <a:extLst xmlns:a="http://schemas.openxmlformats.org/drawingml/2006/main">
              <a:ext uri="{FF2B5EF4-FFF2-40B4-BE49-F238E27FC236}">
                <a16:creationId xmlns:a16="http://schemas.microsoft.com/office/drawing/2014/main" id="{EC6817D4-FE1B-4726-AFC8-7CF62573EA8E}"/>
              </a:ext>
            </a:extLst>
          </p:cNvPr>
          <p:cNvSpPr>
            <a:spLocks xmlns:a="http://schemas.openxmlformats.org/drawingml/2006/main" noGrp="1"/>
          </p:cNvSpPr>
          <p:nvPr/>
        </p:nvSpPr>
        <p:spPr>
          <a:xfrm xmlns:a="http://schemas.openxmlformats.org/drawingml/2006/main">
            <a:off x="527559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7" name="figure-practice_grid-74">
            <a:extLst xmlns:a="http://schemas.openxmlformats.org/drawingml/2006/main">
              <a:ext uri="{FF2B5EF4-FFF2-40B4-BE49-F238E27FC236}">
                <a16:creationId xmlns:a16="http://schemas.microsoft.com/office/drawing/2014/main" id="{8B73D2B2-3B5F-4A10-807A-C4651B906FAE}"/>
              </a:ext>
            </a:extLst>
          </p:cNvPr>
          <p:cNvSpPr>
            <a:spLocks xmlns:a="http://schemas.openxmlformats.org/drawingml/2006/main" noGrp="1"/>
          </p:cNvSpPr>
          <p:nvPr/>
        </p:nvSpPr>
        <p:spPr>
          <a:xfrm xmlns:a="http://schemas.openxmlformats.org/drawingml/2006/main">
            <a:off x="2040686" y="515518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8" name="figure-practice_grid-75">
            <a:extLst xmlns:a="http://schemas.openxmlformats.org/drawingml/2006/main">
              <a:ext uri="{FF2B5EF4-FFF2-40B4-BE49-F238E27FC236}">
                <a16:creationId xmlns:a16="http://schemas.microsoft.com/office/drawing/2014/main" id="{C9A4CD5E-A916-479A-8474-D765815604BE}"/>
              </a:ext>
            </a:extLst>
          </p:cNvPr>
          <p:cNvSpPr>
            <a:spLocks xmlns:a="http://schemas.openxmlformats.org/drawingml/2006/main" noGrp="1"/>
          </p:cNvSpPr>
          <p:nvPr/>
        </p:nvSpPr>
        <p:spPr>
          <a:xfrm xmlns:a="http://schemas.openxmlformats.org/drawingml/2006/main">
            <a:off x="536545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9" name="figure-practice_grid-76">
            <a:extLst xmlns:a="http://schemas.openxmlformats.org/drawingml/2006/main">
              <a:ext uri="{FF2B5EF4-FFF2-40B4-BE49-F238E27FC236}">
                <a16:creationId xmlns:a16="http://schemas.microsoft.com/office/drawing/2014/main" id="{B0A85EF7-C05C-4EC7-96CC-81AF2B0D081B}"/>
              </a:ext>
            </a:extLst>
          </p:cNvPr>
          <p:cNvSpPr>
            <a:spLocks xmlns:a="http://schemas.openxmlformats.org/drawingml/2006/main" noGrp="1"/>
          </p:cNvSpPr>
          <p:nvPr/>
        </p:nvSpPr>
        <p:spPr>
          <a:xfrm xmlns:a="http://schemas.openxmlformats.org/drawingml/2006/main">
            <a:off x="2040686" y="524504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0" name="figure-practice_grid-77">
            <a:extLst xmlns:a="http://schemas.openxmlformats.org/drawingml/2006/main">
              <a:ext uri="{FF2B5EF4-FFF2-40B4-BE49-F238E27FC236}">
                <a16:creationId xmlns:a16="http://schemas.microsoft.com/office/drawing/2014/main" id="{D3D7B691-E3B7-40D0-9AA2-8BB1CD8CC64A}"/>
              </a:ext>
            </a:extLst>
          </p:cNvPr>
          <p:cNvSpPr>
            <a:spLocks xmlns:a="http://schemas.openxmlformats.org/drawingml/2006/main" noGrp="1"/>
          </p:cNvSpPr>
          <p:nvPr/>
        </p:nvSpPr>
        <p:spPr>
          <a:xfrm xmlns:a="http://schemas.openxmlformats.org/drawingml/2006/main">
            <a:off x="545530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91" name="figure-practice_grid-78">
            <a:extLst xmlns:a="http://schemas.openxmlformats.org/drawingml/2006/main">
              <a:ext uri="{FF2B5EF4-FFF2-40B4-BE49-F238E27FC236}">
                <a16:creationId xmlns:a16="http://schemas.microsoft.com/office/drawing/2014/main" id="{CE3BA5B4-DFA0-45D1-9E30-F78AAE400D8E}"/>
              </a:ext>
            </a:extLst>
          </p:cNvPr>
          <p:cNvSpPr>
            <a:spLocks xmlns:a="http://schemas.openxmlformats.org/drawingml/2006/main" noGrp="1"/>
          </p:cNvSpPr>
          <p:nvPr/>
        </p:nvSpPr>
        <p:spPr>
          <a:xfrm xmlns:a="http://schemas.openxmlformats.org/drawingml/2006/main">
            <a:off x="2040686" y="533489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2" name="figure-practice_grid-79">
            <a:extLst xmlns:a="http://schemas.openxmlformats.org/drawingml/2006/main">
              <a:ext uri="{FF2B5EF4-FFF2-40B4-BE49-F238E27FC236}">
                <a16:creationId xmlns:a16="http://schemas.microsoft.com/office/drawing/2014/main" id="{3042F020-C474-425C-8C93-233C11902ED5}"/>
              </a:ext>
            </a:extLst>
          </p:cNvPr>
          <p:cNvSpPr>
            <a:spLocks xmlns:a="http://schemas.openxmlformats.org/drawingml/2006/main" noGrp="1"/>
          </p:cNvSpPr>
          <p:nvPr/>
        </p:nvSpPr>
        <p:spPr>
          <a:xfrm xmlns:a="http://schemas.openxmlformats.org/drawingml/2006/main">
            <a:off x="554516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93" name="figure-practice_grid-80">
            <a:extLst xmlns:a="http://schemas.openxmlformats.org/drawingml/2006/main">
              <a:ext uri="{FF2B5EF4-FFF2-40B4-BE49-F238E27FC236}">
                <a16:creationId xmlns:a16="http://schemas.microsoft.com/office/drawing/2014/main" id="{340EF62C-D43F-4E54-8D90-075FAF477331}"/>
              </a:ext>
            </a:extLst>
          </p:cNvPr>
          <p:cNvSpPr>
            <a:spLocks xmlns:a="http://schemas.openxmlformats.org/drawingml/2006/main" noGrp="1"/>
          </p:cNvSpPr>
          <p:nvPr/>
        </p:nvSpPr>
        <p:spPr>
          <a:xfrm xmlns:a="http://schemas.openxmlformats.org/drawingml/2006/main">
            <a:off x="2040686" y="542475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4" name="figure-practice_grid-81">
            <a:extLst xmlns:a="http://schemas.openxmlformats.org/drawingml/2006/main">
              <a:ext uri="{FF2B5EF4-FFF2-40B4-BE49-F238E27FC236}">
                <a16:creationId xmlns:a16="http://schemas.microsoft.com/office/drawing/2014/main" id="{517666CE-2301-4D06-BEC9-D51C87A065CB}"/>
              </a:ext>
            </a:extLst>
          </p:cNvPr>
          <p:cNvSpPr>
            <a:spLocks xmlns:a="http://schemas.openxmlformats.org/drawingml/2006/main" noGrp="1"/>
          </p:cNvSpPr>
          <p:nvPr/>
        </p:nvSpPr>
        <p:spPr>
          <a:xfrm xmlns:a="http://schemas.openxmlformats.org/drawingml/2006/main">
            <a:off x="563502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95" name="figure-practice_grid-82">
            <a:extLst xmlns:a="http://schemas.openxmlformats.org/drawingml/2006/main">
              <a:ext uri="{FF2B5EF4-FFF2-40B4-BE49-F238E27FC236}">
                <a16:creationId xmlns:a16="http://schemas.microsoft.com/office/drawing/2014/main" id="{370E3BD3-7356-431F-A871-43C60AF1B497}"/>
              </a:ext>
            </a:extLst>
          </p:cNvPr>
          <p:cNvSpPr>
            <a:spLocks xmlns:a="http://schemas.openxmlformats.org/drawingml/2006/main" noGrp="1"/>
          </p:cNvSpPr>
          <p:nvPr/>
        </p:nvSpPr>
        <p:spPr>
          <a:xfrm xmlns:a="http://schemas.openxmlformats.org/drawingml/2006/main">
            <a:off x="2040686" y="551461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96" name="figure-practice_grid-83">
            <a:extLst xmlns:a="http://schemas.openxmlformats.org/drawingml/2006/main">
              <a:ext uri="{FF2B5EF4-FFF2-40B4-BE49-F238E27FC236}">
                <a16:creationId xmlns:a16="http://schemas.microsoft.com/office/drawing/2014/main" id="{FC2BB5E5-785A-4750-B642-2B1ADF8D9D28}"/>
              </a:ext>
            </a:extLst>
          </p:cNvPr>
          <p:cNvSpPr>
            <a:spLocks xmlns:a="http://schemas.openxmlformats.org/drawingml/2006/main" noGrp="1"/>
          </p:cNvSpPr>
          <p:nvPr/>
        </p:nvSpPr>
        <p:spPr>
          <a:xfrm xmlns:a="http://schemas.openxmlformats.org/drawingml/2006/main">
            <a:off x="1947845"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10</a:t>
            </a:r>
          </a:p>
        </p:txBody>
      </p:sp>
      <p:sp>
        <p:nvSpPr>
          <p:cNvPr id="97" name="figure-practice_grid-84">
            <a:extLst xmlns:a="http://schemas.openxmlformats.org/drawingml/2006/main">
              <a:ext uri="{FF2B5EF4-FFF2-40B4-BE49-F238E27FC236}">
                <a16:creationId xmlns:a16="http://schemas.microsoft.com/office/drawing/2014/main" id="{8DA8D700-28E7-46C5-8FD5-3938868C0158}"/>
              </a:ext>
            </a:extLst>
          </p:cNvPr>
          <p:cNvSpPr>
            <a:spLocks xmlns:a="http://schemas.openxmlformats.org/drawingml/2006/main" noGrp="1"/>
          </p:cNvSpPr>
          <p:nvPr/>
        </p:nvSpPr>
        <p:spPr>
          <a:xfrm xmlns:a="http://schemas.openxmlformats.org/drawingml/2006/main">
            <a:off x="2846429"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11</a:t>
            </a:r>
          </a:p>
        </p:txBody>
      </p:sp>
      <p:sp>
        <p:nvSpPr>
          <p:cNvPr id="98" name="figure-practice_grid-85">
            <a:extLst xmlns:a="http://schemas.openxmlformats.org/drawingml/2006/main">
              <a:ext uri="{FF2B5EF4-FFF2-40B4-BE49-F238E27FC236}">
                <a16:creationId xmlns:a16="http://schemas.microsoft.com/office/drawing/2014/main" id="{51C391EF-C243-4E05-AB2D-B7FB3161C74A}"/>
              </a:ext>
            </a:extLst>
          </p:cNvPr>
          <p:cNvSpPr>
            <a:spLocks xmlns:a="http://schemas.openxmlformats.org/drawingml/2006/main" noGrp="1"/>
          </p:cNvSpPr>
          <p:nvPr/>
        </p:nvSpPr>
        <p:spPr>
          <a:xfrm xmlns:a="http://schemas.openxmlformats.org/drawingml/2006/main">
            <a:off x="3745014"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12</a:t>
            </a:r>
          </a:p>
        </p:txBody>
      </p:sp>
      <p:sp>
        <p:nvSpPr>
          <p:cNvPr id="99" name="figure-practice_grid-86">
            <a:extLst xmlns:a="http://schemas.openxmlformats.org/drawingml/2006/main">
              <a:ext uri="{FF2B5EF4-FFF2-40B4-BE49-F238E27FC236}">
                <a16:creationId xmlns:a16="http://schemas.microsoft.com/office/drawing/2014/main" id="{C33ABD46-A65F-4AF7-B873-A24CEBA6F122}"/>
              </a:ext>
            </a:extLst>
          </p:cNvPr>
          <p:cNvSpPr>
            <a:spLocks xmlns:a="http://schemas.openxmlformats.org/drawingml/2006/main" noGrp="1"/>
          </p:cNvSpPr>
          <p:nvPr/>
        </p:nvSpPr>
        <p:spPr>
          <a:xfrm xmlns:a="http://schemas.openxmlformats.org/drawingml/2006/main">
            <a:off x="4643599"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13</a:t>
            </a:r>
          </a:p>
        </p:txBody>
      </p:sp>
      <p:sp>
        <p:nvSpPr>
          <p:cNvPr id="100" name="figure-practice_grid-87">
            <a:extLst xmlns:a="http://schemas.openxmlformats.org/drawingml/2006/main">
              <a:ext uri="{FF2B5EF4-FFF2-40B4-BE49-F238E27FC236}">
                <a16:creationId xmlns:a16="http://schemas.microsoft.com/office/drawing/2014/main" id="{252C053A-6E73-4801-9B81-D1B36EC00873}"/>
              </a:ext>
            </a:extLst>
          </p:cNvPr>
          <p:cNvSpPr>
            <a:spLocks xmlns:a="http://schemas.openxmlformats.org/drawingml/2006/main" noGrp="1"/>
          </p:cNvSpPr>
          <p:nvPr/>
        </p:nvSpPr>
        <p:spPr>
          <a:xfrm xmlns:a="http://schemas.openxmlformats.org/drawingml/2006/main">
            <a:off x="5542184"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14</a:t>
            </a:r>
          </a:p>
        </p:txBody>
      </p:sp>
      <p:sp>
        <p:nvSpPr>
          <p:cNvPr id="101" name="figure-practice_grid-88">
            <a:extLst xmlns:a="http://schemas.openxmlformats.org/drawingml/2006/main">
              <a:ext uri="{FF2B5EF4-FFF2-40B4-BE49-F238E27FC236}">
                <a16:creationId xmlns:a16="http://schemas.microsoft.com/office/drawing/2014/main" id="{CA1B74A2-E9ED-410D-9399-5664D145D4F5}"/>
              </a:ext>
            </a:extLst>
          </p:cNvPr>
          <p:cNvSpPr>
            <a:spLocks xmlns:a="http://schemas.openxmlformats.org/drawingml/2006/main" noGrp="1"/>
          </p:cNvSpPr>
          <p:nvPr/>
        </p:nvSpPr>
        <p:spPr>
          <a:xfrm xmlns:a="http://schemas.openxmlformats.org/drawingml/2006/main">
            <a:off x="1759142" y="539000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20</a:t>
            </a:r>
          </a:p>
        </p:txBody>
      </p:sp>
      <p:sp>
        <p:nvSpPr>
          <p:cNvPr id="102" name="figure-practice_grid-89">
            <a:extLst xmlns:a="http://schemas.openxmlformats.org/drawingml/2006/main">
              <a:ext uri="{FF2B5EF4-FFF2-40B4-BE49-F238E27FC236}">
                <a16:creationId xmlns:a16="http://schemas.microsoft.com/office/drawing/2014/main" id="{3B6BAE87-6419-4D40-B08F-732636E9877E}"/>
              </a:ext>
            </a:extLst>
          </p:cNvPr>
          <p:cNvSpPr>
            <a:spLocks xmlns:a="http://schemas.openxmlformats.org/drawingml/2006/main" noGrp="1"/>
          </p:cNvSpPr>
          <p:nvPr/>
        </p:nvSpPr>
        <p:spPr>
          <a:xfrm xmlns:a="http://schemas.openxmlformats.org/drawingml/2006/main">
            <a:off x="1759142" y="4491415"/>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21</a:t>
            </a:r>
          </a:p>
        </p:txBody>
      </p:sp>
      <p:sp>
        <p:nvSpPr>
          <p:cNvPr id="103" name="figure-practice_grid-90">
            <a:extLst xmlns:a="http://schemas.openxmlformats.org/drawingml/2006/main">
              <a:ext uri="{FF2B5EF4-FFF2-40B4-BE49-F238E27FC236}">
                <a16:creationId xmlns:a16="http://schemas.microsoft.com/office/drawing/2014/main" id="{E9AD1385-180E-4A0D-AA19-F1C857060C4D}"/>
              </a:ext>
            </a:extLst>
          </p:cNvPr>
          <p:cNvSpPr>
            <a:spLocks xmlns:a="http://schemas.openxmlformats.org/drawingml/2006/main" noGrp="1"/>
          </p:cNvSpPr>
          <p:nvPr/>
        </p:nvSpPr>
        <p:spPr>
          <a:xfrm xmlns:a="http://schemas.openxmlformats.org/drawingml/2006/main">
            <a:off x="1759142" y="359283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22</a:t>
            </a:r>
          </a:p>
        </p:txBody>
      </p:sp>
      <p:sp>
        <p:nvSpPr>
          <p:cNvPr id="104" name="figure-practice_grid-91">
            <a:extLst xmlns:a="http://schemas.openxmlformats.org/drawingml/2006/main">
              <a:ext uri="{FF2B5EF4-FFF2-40B4-BE49-F238E27FC236}">
                <a16:creationId xmlns:a16="http://schemas.microsoft.com/office/drawing/2014/main" id="{3DC76189-A3B8-452D-92E0-2243CA83D6A2}"/>
              </a:ext>
            </a:extLst>
          </p:cNvPr>
          <p:cNvSpPr>
            <a:spLocks xmlns:a="http://schemas.openxmlformats.org/drawingml/2006/main" noGrp="1"/>
          </p:cNvSpPr>
          <p:nvPr/>
        </p:nvSpPr>
        <p:spPr>
          <a:xfrm xmlns:a="http://schemas.openxmlformats.org/drawingml/2006/main">
            <a:off x="1759142" y="2694245"/>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23</a:t>
            </a:r>
          </a:p>
        </p:txBody>
      </p:sp>
      <p:sp>
        <p:nvSpPr>
          <p:cNvPr id="105" name="figure-practice_grid-92">
            <a:extLst xmlns:a="http://schemas.openxmlformats.org/drawingml/2006/main">
              <a:ext uri="{FF2B5EF4-FFF2-40B4-BE49-F238E27FC236}">
                <a16:creationId xmlns:a16="http://schemas.microsoft.com/office/drawing/2014/main" id="{F6B8A721-C6F0-440C-99B5-81C5E92C5E12}"/>
              </a:ext>
            </a:extLst>
          </p:cNvPr>
          <p:cNvSpPr>
            <a:spLocks xmlns:a="http://schemas.openxmlformats.org/drawingml/2006/main" noGrp="1"/>
          </p:cNvSpPr>
          <p:nvPr/>
        </p:nvSpPr>
        <p:spPr>
          <a:xfrm xmlns:a="http://schemas.openxmlformats.org/drawingml/2006/main">
            <a:off x="1759142" y="179566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24</a:t>
            </a:r>
          </a:p>
        </p:txBody>
      </p:sp>
      <p:sp>
        <p:nvSpPr>
          <p:cNvPr id="106" name="figure-practice_grid-93">
            <a:extLst xmlns:a="http://schemas.openxmlformats.org/drawingml/2006/main">
              <a:ext uri="{FF2B5EF4-FFF2-40B4-BE49-F238E27FC236}">
                <a16:creationId xmlns:a16="http://schemas.microsoft.com/office/drawing/2014/main" id="{79D28B96-748B-4998-8685-3B6EAF470B12}"/>
              </a:ext>
            </a:extLst>
          </p:cNvPr>
          <p:cNvSpPr>
            <a:spLocks xmlns:a="http://schemas.openxmlformats.org/drawingml/2006/main" noGrp="1"/>
          </p:cNvSpPr>
          <p:nvPr/>
        </p:nvSpPr>
        <p:spPr>
          <a:xfrm xmlns:a="http://schemas.openxmlformats.org/drawingml/2006/main">
            <a:off x="5829731" y="1705802"/>
            <a:ext cx="23282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N</a:t>
            </a:r>
          </a:p>
        </p:txBody>
      </p:sp>
      <p:sp>
        <p:nvSpPr>
          <p:cNvPr id="107" name="figure-practice_grid-94">
            <a:extLst xmlns:a="http://schemas.openxmlformats.org/drawingml/2006/main">
              <a:ext uri="{FF2B5EF4-FFF2-40B4-BE49-F238E27FC236}">
                <a16:creationId xmlns:a16="http://schemas.microsoft.com/office/drawing/2014/main" id="{C406C823-0C30-4208-A016-F6735051E88E}"/>
              </a:ext>
            </a:extLst>
          </p:cNvPr>
          <p:cNvSpPr>
            <a:spLocks xmlns:a="http://schemas.openxmlformats.org/drawingml/2006/main" noGrp="1"/>
          </p:cNvSpPr>
          <p:nvPr/>
        </p:nvSpPr>
        <p:spPr>
          <a:xfrm xmlns:a="http://schemas.openxmlformats.org/drawingml/2006/main">
            <a:off x="5904601" y="1965205"/>
            <a:ext cx="8986" cy="323491"/>
          </a:xfrm>
          <a:custGeom xmlns:a="http://schemas.openxmlformats.org/drawingml/2006/main">
            <a:pathLst>
              <a:path w="8986" h="323491">
                <a:moveTo>
                  <a:pt x="0" y="323491"/>
                </a:moveTo>
                <a:lnTo>
                  <a:pt x="0" y="0"/>
                </a:lnTo>
              </a:path>
            </a:pathLst>
          </a:custGeom>
          <a:noFill xmlns:a="http://schemas.openxmlformats.org/drawingml/2006/main"/>
          <a:ln xmlns:a="http://schemas.openxmlformats.org/drawingml/2006/main" w="17972">
            <a:solidFill>
              <a:srgbClr val="23354A"/>
            </a:solidFill>
          </a:ln>
        </p:spPr>
      </p:sp>
      <p:sp>
        <p:nvSpPr>
          <p:cNvPr id="108" name="figure-practice_grid-95">
            <a:extLst xmlns:a="http://schemas.openxmlformats.org/drawingml/2006/main">
              <a:ext uri="{FF2B5EF4-FFF2-40B4-BE49-F238E27FC236}">
                <a16:creationId xmlns:a16="http://schemas.microsoft.com/office/drawing/2014/main" id="{63B0567D-ED3D-4F2A-97DD-A2B47E648E00}"/>
              </a:ext>
            </a:extLst>
          </p:cNvPr>
          <p:cNvSpPr>
            <a:spLocks xmlns:a="http://schemas.openxmlformats.org/drawingml/2006/main" noGrp="1"/>
          </p:cNvSpPr>
          <p:nvPr/>
        </p:nvSpPr>
        <p:spPr>
          <a:xfrm xmlns:a="http://schemas.openxmlformats.org/drawingml/2006/main">
            <a:off x="5850686" y="1965205"/>
            <a:ext cx="107830" cy="80873"/>
          </a:xfrm>
          <a:custGeom xmlns:a="http://schemas.openxmlformats.org/drawingml/2006/main">
            <a:pathLst>
              <a:path w="107830" h="80873">
                <a:moveTo>
                  <a:pt x="0" y="80873"/>
                </a:moveTo>
                <a:lnTo>
                  <a:pt x="53915" y="0"/>
                </a:lnTo>
                <a:lnTo>
                  <a:pt x="107830" y="80873"/>
                </a:lnTo>
              </a:path>
            </a:pathLst>
          </a:custGeom>
          <a:noFill xmlns:a="http://schemas.openxmlformats.org/drawingml/2006/main"/>
          <a:ln xmlns:a="http://schemas.openxmlformats.org/drawingml/2006/main" w="17972">
            <a:solidFill>
              <a:srgbClr val="23354A"/>
            </a:solidFill>
          </a:ln>
        </p:spPr>
      </p:sp>
      <p:sp>
        <p:nvSpPr>
          <p:cNvPr id="109" name="figure-practice_grid-96">
            <a:extLst xmlns:a="http://schemas.openxmlformats.org/drawingml/2006/main">
              <a:ext uri="{FF2B5EF4-FFF2-40B4-BE49-F238E27FC236}">
                <a16:creationId xmlns:a16="http://schemas.microsoft.com/office/drawing/2014/main" id="{2353DA6F-71E4-44C4-B163-C3EDB14C78FB}"/>
              </a:ext>
            </a:extLst>
          </p:cNvPr>
          <p:cNvSpPr>
            <a:spLocks xmlns:a="http://schemas.openxmlformats.org/drawingml/2006/main" noGrp="1"/>
          </p:cNvSpPr>
          <p:nvPr/>
        </p:nvSpPr>
        <p:spPr>
          <a:xfrm xmlns:a="http://schemas.openxmlformats.org/drawingml/2006/main">
            <a:off x="2019731" y="5839292"/>
            <a:ext cx="307041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Each large square is 1 km by 1 km.</a:t>
            </a:r>
          </a:p>
        </p:txBody>
      </p:sp>
      <p:sp>
        <p:nvSpPr>
          <p:cNvPr id="110" name="figure-practice_grid-97">
            <a:extLst xmlns:a="http://schemas.openxmlformats.org/drawingml/2006/main">
              <a:ext uri="{FF2B5EF4-FFF2-40B4-BE49-F238E27FC236}">
                <a16:creationId xmlns:a16="http://schemas.microsoft.com/office/drawing/2014/main" id="{021F2EB0-67EA-488E-BF2A-C2CEDB5CF74C}"/>
              </a:ext>
            </a:extLst>
          </p:cNvPr>
          <p:cNvSpPr>
            <a:spLocks xmlns:a="http://schemas.openxmlformats.org/drawingml/2006/main" noGrp="1"/>
          </p:cNvSpPr>
          <p:nvPr/>
        </p:nvSpPr>
        <p:spPr>
          <a:xfrm xmlns:a="http://schemas.openxmlformats.org/drawingml/2006/main">
            <a:off x="2458528" y="5033873"/>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1" name="figure-practice_grid-98">
            <a:extLst xmlns:a="http://schemas.openxmlformats.org/drawingml/2006/main">
              <a:ext uri="{FF2B5EF4-FFF2-40B4-BE49-F238E27FC236}">
                <a16:creationId xmlns:a16="http://schemas.microsoft.com/office/drawing/2014/main" id="{595DEEDF-D5B0-4176-B183-A5CA35BF7619}"/>
              </a:ext>
            </a:extLst>
          </p:cNvPr>
          <p:cNvSpPr>
            <a:spLocks xmlns:a="http://schemas.openxmlformats.org/drawingml/2006/main" noGrp="1"/>
          </p:cNvSpPr>
          <p:nvPr/>
        </p:nvSpPr>
        <p:spPr>
          <a:xfrm xmlns:a="http://schemas.openxmlformats.org/drawingml/2006/main">
            <a:off x="2531925" y="4850849"/>
            <a:ext cx="42350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Sch</a:t>
            </a:r>
          </a:p>
        </p:txBody>
      </p:sp>
      <p:sp>
        <p:nvSpPr>
          <p:cNvPr id="112" name="figure-practice_grid-99">
            <a:extLst xmlns:a="http://schemas.openxmlformats.org/drawingml/2006/main">
              <a:ext uri="{FF2B5EF4-FFF2-40B4-BE49-F238E27FC236}">
                <a16:creationId xmlns:a16="http://schemas.microsoft.com/office/drawing/2014/main" id="{BC76DD54-E9E1-48DC-92DC-EAFC3D4404A9}"/>
              </a:ext>
            </a:extLst>
          </p:cNvPr>
          <p:cNvSpPr>
            <a:spLocks xmlns:a="http://schemas.openxmlformats.org/drawingml/2006/main" noGrp="1"/>
          </p:cNvSpPr>
          <p:nvPr/>
        </p:nvSpPr>
        <p:spPr>
          <a:xfrm xmlns:a="http://schemas.openxmlformats.org/drawingml/2006/main">
            <a:off x="2458528" y="4135288"/>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3" name="figure-practice_grid-100">
            <a:extLst xmlns:a="http://schemas.openxmlformats.org/drawingml/2006/main">
              <a:ext uri="{FF2B5EF4-FFF2-40B4-BE49-F238E27FC236}">
                <a16:creationId xmlns:a16="http://schemas.microsoft.com/office/drawing/2014/main" id="{F93066CF-F606-4136-8F0C-E5BD34BE7268}"/>
              </a:ext>
            </a:extLst>
          </p:cNvPr>
          <p:cNvSpPr>
            <a:spLocks xmlns:a="http://schemas.openxmlformats.org/drawingml/2006/main" noGrp="1"/>
          </p:cNvSpPr>
          <p:nvPr/>
        </p:nvSpPr>
        <p:spPr>
          <a:xfrm xmlns:a="http://schemas.openxmlformats.org/drawingml/2006/main">
            <a:off x="2531925" y="3952264"/>
            <a:ext cx="22231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B</a:t>
            </a:r>
          </a:p>
        </p:txBody>
      </p:sp>
      <p:sp>
        <p:nvSpPr>
          <p:cNvPr id="114" name="figure-practice_grid-101">
            <a:extLst xmlns:a="http://schemas.openxmlformats.org/drawingml/2006/main">
              <a:ext uri="{FF2B5EF4-FFF2-40B4-BE49-F238E27FC236}">
                <a16:creationId xmlns:a16="http://schemas.microsoft.com/office/drawing/2014/main" id="{63F88B9E-4F59-4FA9-BA03-7A4DFF58CEA9}"/>
              </a:ext>
            </a:extLst>
          </p:cNvPr>
          <p:cNvSpPr>
            <a:spLocks xmlns:a="http://schemas.openxmlformats.org/drawingml/2006/main" noGrp="1"/>
          </p:cNvSpPr>
          <p:nvPr/>
        </p:nvSpPr>
        <p:spPr>
          <a:xfrm xmlns:a="http://schemas.openxmlformats.org/drawingml/2006/main">
            <a:off x="3357113" y="4135288"/>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5" name="figure-practice_grid-102">
            <a:extLst xmlns:a="http://schemas.openxmlformats.org/drawingml/2006/main">
              <a:ext uri="{FF2B5EF4-FFF2-40B4-BE49-F238E27FC236}">
                <a16:creationId xmlns:a16="http://schemas.microsoft.com/office/drawing/2014/main" id="{6560ABEA-BD94-4A86-BA62-8E2773FF866B}"/>
              </a:ext>
            </a:extLst>
          </p:cNvPr>
          <p:cNvSpPr>
            <a:spLocks xmlns:a="http://schemas.openxmlformats.org/drawingml/2006/main" noGrp="1"/>
          </p:cNvSpPr>
          <p:nvPr/>
        </p:nvSpPr>
        <p:spPr>
          <a:xfrm xmlns:a="http://schemas.openxmlformats.org/drawingml/2006/main">
            <a:off x="3430510" y="3952264"/>
            <a:ext cx="23282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H</a:t>
            </a:r>
          </a:p>
        </p:txBody>
      </p:sp>
      <p:sp>
        <p:nvSpPr>
          <p:cNvPr id="116" name="figure-practice_grid-103">
            <a:extLst xmlns:a="http://schemas.openxmlformats.org/drawingml/2006/main">
              <a:ext uri="{FF2B5EF4-FFF2-40B4-BE49-F238E27FC236}">
                <a16:creationId xmlns:a16="http://schemas.microsoft.com/office/drawing/2014/main" id="{8B245156-261A-408B-9FDD-03DA4CE33F3F}"/>
              </a:ext>
            </a:extLst>
          </p:cNvPr>
          <p:cNvSpPr>
            <a:spLocks xmlns:a="http://schemas.openxmlformats.org/drawingml/2006/main" noGrp="1"/>
          </p:cNvSpPr>
          <p:nvPr/>
        </p:nvSpPr>
        <p:spPr>
          <a:xfrm xmlns:a="http://schemas.openxmlformats.org/drawingml/2006/main">
            <a:off x="3357113" y="3236703"/>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7" name="figure-practice_grid-104">
            <a:extLst xmlns:a="http://schemas.openxmlformats.org/drawingml/2006/main">
              <a:ext uri="{FF2B5EF4-FFF2-40B4-BE49-F238E27FC236}">
                <a16:creationId xmlns:a16="http://schemas.microsoft.com/office/drawing/2014/main" id="{D6B6AA6D-63F9-4016-ADD4-6E74ECB5FBA5}"/>
              </a:ext>
            </a:extLst>
          </p:cNvPr>
          <p:cNvSpPr>
            <a:spLocks xmlns:a="http://schemas.openxmlformats.org/drawingml/2006/main" noGrp="1"/>
          </p:cNvSpPr>
          <p:nvPr/>
        </p:nvSpPr>
        <p:spPr>
          <a:xfrm xmlns:a="http://schemas.openxmlformats.org/drawingml/2006/main">
            <a:off x="3430510" y="3053679"/>
            <a:ext cx="34937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Q7</a:t>
            </a:r>
          </a:p>
        </p:txBody>
      </p:sp>
      <p:sp>
        <p:nvSpPr>
          <p:cNvPr id="118" name="figure-practice_grid-105">
            <a:extLst xmlns:a="http://schemas.openxmlformats.org/drawingml/2006/main">
              <a:ext uri="{FF2B5EF4-FFF2-40B4-BE49-F238E27FC236}">
                <a16:creationId xmlns:a16="http://schemas.microsoft.com/office/drawing/2014/main" id="{43328ABD-4AA0-4D62-A72C-A4EB741DE57B}"/>
              </a:ext>
            </a:extLst>
          </p:cNvPr>
          <p:cNvSpPr>
            <a:spLocks xmlns:a="http://schemas.openxmlformats.org/drawingml/2006/main" noGrp="1"/>
          </p:cNvSpPr>
          <p:nvPr/>
        </p:nvSpPr>
        <p:spPr>
          <a:xfrm xmlns:a="http://schemas.openxmlformats.org/drawingml/2006/main">
            <a:off x="3446972" y="3416420"/>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9" name="figure-practice_grid-106">
            <a:extLst xmlns:a="http://schemas.openxmlformats.org/drawingml/2006/main">
              <a:ext uri="{FF2B5EF4-FFF2-40B4-BE49-F238E27FC236}">
                <a16:creationId xmlns:a16="http://schemas.microsoft.com/office/drawing/2014/main" id="{7E19C04C-116E-44C6-A77D-381BBA91A193}"/>
              </a:ext>
            </a:extLst>
          </p:cNvPr>
          <p:cNvSpPr>
            <a:spLocks xmlns:a="http://schemas.openxmlformats.org/drawingml/2006/main" noGrp="1"/>
          </p:cNvSpPr>
          <p:nvPr/>
        </p:nvSpPr>
        <p:spPr>
          <a:xfrm xmlns:a="http://schemas.openxmlformats.org/drawingml/2006/main">
            <a:off x="3520368" y="3233396"/>
            <a:ext cx="33867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FB</a:t>
            </a:r>
          </a:p>
        </p:txBody>
      </p:sp>
      <p:sp>
        <p:nvSpPr>
          <p:cNvPr id="120" name="figure-practice_grid-107">
            <a:extLst xmlns:a="http://schemas.openxmlformats.org/drawingml/2006/main">
              <a:ext uri="{FF2B5EF4-FFF2-40B4-BE49-F238E27FC236}">
                <a16:creationId xmlns:a16="http://schemas.microsoft.com/office/drawing/2014/main" id="{1664B6F6-477F-405D-A725-0A1469D21512}"/>
              </a:ext>
            </a:extLst>
          </p:cNvPr>
          <p:cNvSpPr>
            <a:spLocks xmlns:a="http://schemas.openxmlformats.org/drawingml/2006/main" noGrp="1"/>
          </p:cNvSpPr>
          <p:nvPr/>
        </p:nvSpPr>
        <p:spPr>
          <a:xfrm xmlns:a="http://schemas.openxmlformats.org/drawingml/2006/main">
            <a:off x="3986123" y="4225146"/>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21" name="figure-practice_grid-108">
            <a:extLst xmlns:a="http://schemas.openxmlformats.org/drawingml/2006/main">
              <a:ext uri="{FF2B5EF4-FFF2-40B4-BE49-F238E27FC236}">
                <a16:creationId xmlns:a16="http://schemas.microsoft.com/office/drawing/2014/main" id="{FB76894F-63A4-488B-B58B-55F9E6AA8A22}"/>
              </a:ext>
            </a:extLst>
          </p:cNvPr>
          <p:cNvSpPr>
            <a:spLocks xmlns:a="http://schemas.openxmlformats.org/drawingml/2006/main" noGrp="1"/>
          </p:cNvSpPr>
          <p:nvPr/>
        </p:nvSpPr>
        <p:spPr>
          <a:xfrm xmlns:a="http://schemas.openxmlformats.org/drawingml/2006/main">
            <a:off x="4059519" y="4042122"/>
            <a:ext cx="37048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PO</a:t>
            </a:r>
          </a:p>
        </p:txBody>
      </p:sp>
      <p:sp>
        <p:nvSpPr>
          <p:cNvPr id="122" name="figure-practice_grid-109">
            <a:extLst xmlns:a="http://schemas.openxmlformats.org/drawingml/2006/main">
              <a:ext uri="{FF2B5EF4-FFF2-40B4-BE49-F238E27FC236}">
                <a16:creationId xmlns:a16="http://schemas.microsoft.com/office/drawing/2014/main" id="{B854F060-7C32-49C0-A82E-6C955B186101}"/>
              </a:ext>
            </a:extLst>
          </p:cNvPr>
          <p:cNvSpPr>
            <a:spLocks xmlns:a="http://schemas.openxmlformats.org/drawingml/2006/main" noGrp="1"/>
          </p:cNvSpPr>
          <p:nvPr/>
        </p:nvSpPr>
        <p:spPr>
          <a:xfrm xmlns:a="http://schemas.openxmlformats.org/drawingml/2006/main">
            <a:off x="4525274" y="3955571"/>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23" name="figure-practice_grid-110">
            <a:extLst xmlns:a="http://schemas.openxmlformats.org/drawingml/2006/main">
              <a:ext uri="{FF2B5EF4-FFF2-40B4-BE49-F238E27FC236}">
                <a16:creationId xmlns:a16="http://schemas.microsoft.com/office/drawing/2014/main" id="{AE7BDF7F-3095-4757-9769-986E103748F7}"/>
              </a:ext>
            </a:extLst>
          </p:cNvPr>
          <p:cNvSpPr>
            <a:spLocks xmlns:a="http://schemas.openxmlformats.org/drawingml/2006/main" noGrp="1"/>
          </p:cNvSpPr>
          <p:nvPr/>
        </p:nvSpPr>
        <p:spPr>
          <a:xfrm xmlns:a="http://schemas.openxmlformats.org/drawingml/2006/main">
            <a:off x="4598670" y="3772547"/>
            <a:ext cx="34937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Q9</a:t>
            </a:r>
          </a:p>
        </p:txBody>
      </p:sp>
      <p:sp>
        <p:nvSpPr>
          <p:cNvPr id="124" name="figure-description-practice_grid">
            <a:extLst xmlns:a="http://schemas.openxmlformats.org/drawingml/2006/main">
              <a:ext uri="{FF2B5EF4-FFF2-40B4-BE49-F238E27FC236}">
                <a16:creationId xmlns:a16="http://schemas.microsoft.com/office/drawing/2014/main" id="{66F54231-8ADD-4260-A9FB-1B5985932866}"/>
              </a:ext>
            </a:extLst>
          </p:cNvPr>
          <p:cNvSpPr>
            <a:spLocks xmlns:a="http://schemas.openxmlformats.org/drawingml/2006/main" noGrp="1"/>
          </p:cNvSpPr>
          <p:nvPr/>
        </p:nvSpPr>
        <p:spPr>
          <a:xfrm xmlns:a="http://schemas.openxmlformats.org/drawingml/2006/main">
            <a:off x="7762875" y="1809750"/>
            <a:ext cx="40481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0" lang="en-GB">
                <a:solidFill>
                  <a:srgbClr val="17263B"/>
                </a:solidFill>
                <a:latin typeface="Arial"/>
                <a:ea typeface="Arial"/>
                <a:cs typeface="Arial"/>
              </a:defRPr>
            </a:defPPr>
          </a:lstStyle>
          <a:p xmlns:a="http://schemas.openxmlformats.org/drawingml/2006/main">
            <a:pPr algn="l">
              <a:lnSpc>
                <a:spcPct val="108000"/>
              </a:lnSpc>
              <a:buNone/>
              <a:defRPr sz="1800" b="0" lang="en-GB">
                <a:solidFill>
                  <a:srgbClr val="17263B"/>
                </a:solidFill>
                <a:latin typeface="Arial"/>
                <a:ea typeface="Arial"/>
                <a:cs typeface="Arial"/>
              </a:defRPr>
            </a:pPr>
            <a:r>
              <a:rPr sz="1800" b="0" lang="en-GB">
                <a:solidFill>
                  <a:srgbClr val="17263B"/>
                </a:solidFill>
                <a:latin typeface="Arial"/>
                <a:ea typeface="Arial"/>
                <a:cs typeface="Arial"/>
              </a:rPr>
              <a:t>The school is in the leftmost column and lowest row. The library is directly north of it in the next row. The hall is directly east of the library. The park point, labelled Q7, is directly north of the hall. The footbridge shares the park's square. The post office, labelled PO, and health centre, labelled Q9, share the square east of the hall.</a:t>
            </a:r>
          </a:p>
        </p:txBody>
      </p:sp>
    </p:spTree>
    <p:extLst>
      <p:ext uri="{BB962C8B-B14F-4D97-AF65-F5344CB8AC3E}">
        <p14:creationId xmlns:p14="http://schemas.microsoft.com/office/powerpoint/2010/main" val="5145760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A8BB49C8-CA4E-4E82-8F35-E7C994227F26}"/>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DA1484BC-9FC9-44F3-BF4E-EBF2990D52B8}"/>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I do · 2 min · 10 to 12</a:t>
            </a:r>
          </a:p>
        </p:txBody>
      </p:sp>
      <p:sp>
        <p:nvSpPr>
          <p:cNvPr id="3" name="slide-title">
            <a:extLst xmlns:a="http://schemas.openxmlformats.org/drawingml/2006/main">
              <a:ext uri="{FF2B5EF4-FFF2-40B4-BE49-F238E27FC236}">
                <a16:creationId xmlns:a16="http://schemas.microsoft.com/office/drawing/2014/main" id="{D1818520-48BE-4ACB-AFA5-2717FA63B515}"/>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I do · 2 of 4</a:t>
            </a:r>
          </a:p>
        </p:txBody>
      </p:sp>
      <p:pic>
        <p:nvPicPr>
          <p:cNvPr id="4" name="">
            <a:extLst xmlns:a="http://schemas.openxmlformats.org/drawingml/2006/main">
              <a:ext uri="{FF2B5EF4-FFF2-40B4-BE49-F238E27FC236}">
                <a16:creationId xmlns:a16="http://schemas.microsoft.com/office/drawing/2014/main" id="{CE551BCD-9374-4EF0-B27A-A2A578FCAC46}"/>
              </a:ext>
            </a:extLst>
          </p:cNvPr>
          <p:cNvPicPr>
            <a:picLocks xmlns:a="http://schemas.openxmlformats.org/drawingml/2006/main" noChangeAspect="1"/>
          </p:cNvPicPr>
          <p:nvPr/>
        </p:nvPicPr>
        <p:blipFill>
          <a:blip xmlns:r="http://schemas.openxmlformats.org/officeDocument/2006/relationships" xmlns:a="http://schemas.openxmlformats.org/drawingml/2006/main" r:embed="R0cb03bfa0b534b27"/>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A6ABAF86-B974-4F60-9F51-33A99B8977F0}"/>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1FF573E3-F873-4DF8-A501-7640F21DA065}"/>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03FCE148-CD6B-49B2-A0B2-DF4C8593AED8}"/>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453D31D0-ACF2-455F-9132-74AA92489BE2}"/>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094B6012-8DDE-416B-861C-3202E34FDC67}"/>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49585873-54C3-4399-B1AE-84E18CAF1D50}"/>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A7275B8D-B099-4372-BA9F-3D9F025CCEF5}"/>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2" name="licence-footer">
            <a:extLst xmlns:a="http://schemas.openxmlformats.org/drawingml/2006/main">
              <a:ext uri="{FF2B5EF4-FFF2-40B4-BE49-F238E27FC236}">
                <a16:creationId xmlns:a16="http://schemas.microsoft.com/office/drawing/2014/main" id="{954BBA32-770C-40E1-B928-D245E94BB396}"/>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A69B25DC-2117-4693-8F63-F5643CC701E1}"/>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library's four-figure reference, with an arrow or words showing 'eastings then northings'.</a:t>
            </a:r>
          </a:p>
        </p:txBody>
      </p:sp>
      <p:sp>
        <p:nvSpPr>
          <p:cNvPr id="14" name="body-0">
            <a:extLst xmlns:a="http://schemas.openxmlformats.org/drawingml/2006/main">
              <a:ext uri="{FF2B5EF4-FFF2-40B4-BE49-F238E27FC236}">
                <a16:creationId xmlns:a16="http://schemas.microsoft.com/office/drawing/2014/main" id="{1600CF01-98C3-4A13-9CAC-B8D3676B920B}"/>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The bottom grid line of that square is 21.</a:t>
            </a:r>
          </a:p>
        </p:txBody>
      </p:sp>
      <p:sp>
        <p:nvSpPr>
          <p:cNvPr id="15" name="body-1">
            <a:extLst xmlns:a="http://schemas.openxmlformats.org/drawingml/2006/main">
              <a:ext uri="{FF2B5EF4-FFF2-40B4-BE49-F238E27FC236}">
                <a16:creationId xmlns:a16="http://schemas.microsoft.com/office/drawing/2014/main" id="{FB5416FB-711F-41EB-AD99-6F21CE8C7B1C}"/>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Put them together: 1021.</a:t>
            </a:r>
          </a:p>
        </p:txBody>
      </p:sp>
      <p:sp>
        <p:nvSpPr>
          <p:cNvPr id="16" name="body-2">
            <a:extLst xmlns:a="http://schemas.openxmlformats.org/drawingml/2006/main">
              <a:ext uri="{FF2B5EF4-FFF2-40B4-BE49-F238E27FC236}">
                <a16:creationId xmlns:a16="http://schemas.microsoft.com/office/drawing/2014/main" id="{64D904C6-B20C-4AB1-BA0F-3FCF42169296}"/>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Step 4 — Check precision</a:t>
            </a:r>
          </a:p>
        </p:txBody>
      </p:sp>
      <p:sp>
        <p:nvSpPr>
          <p:cNvPr id="17" name="body-3">
            <a:extLst xmlns:a="http://schemas.openxmlformats.org/drawingml/2006/main">
              <a:ext uri="{FF2B5EF4-FFF2-40B4-BE49-F238E27FC236}">
                <a16:creationId xmlns:a16="http://schemas.microsoft.com/office/drawing/2014/main" id="{A27023DF-7AC9-4DF6-8C3B-BA54FDEBB0B0}"/>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1021 identifies the whole square, not just the library dot.</a:t>
            </a:r>
          </a:p>
        </p:txBody>
      </p:sp>
      <p:sp>
        <p:nvSpPr>
          <p:cNvPr id="18" name="body-4">
            <a:extLst xmlns:a="http://schemas.openxmlformats.org/drawingml/2006/main">
              <a:ext uri="{FF2B5EF4-FFF2-40B4-BE49-F238E27FC236}">
                <a16:creationId xmlns:a16="http://schemas.microsoft.com/office/drawing/2014/main" id="{90F5FABE-E810-4560-AED7-C57C5167E0D4}"/>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For a six-figure reference, split each side into ten equal parts.</a:t>
            </a:r>
          </a:p>
        </p:txBody>
      </p:sp>
      <p:sp>
        <p:nvSpPr>
          <p:cNvPr id="19" name="body-5">
            <a:extLst xmlns:a="http://schemas.openxmlformats.org/drawingml/2006/main">
              <a:ext uri="{FF2B5EF4-FFF2-40B4-BE49-F238E27FC236}">
                <a16:creationId xmlns:a16="http://schemas.microsoft.com/office/drawing/2014/main" id="{6C61A79F-62EA-468D-B5DC-759CECB51525}"/>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The library dot is five tenths across from 10: easting 105.</a:t>
            </a:r>
          </a:p>
        </p:txBody>
      </p:sp>
      <p:sp>
        <p:nvSpPr>
          <p:cNvPr id="20" name="body-6">
            <a:extLst xmlns:a="http://schemas.openxmlformats.org/drawingml/2006/main">
              <a:ext uri="{FF2B5EF4-FFF2-40B4-BE49-F238E27FC236}">
                <a16:creationId xmlns:a16="http://schemas.microsoft.com/office/drawing/2014/main" id="{571AA280-E1D9-4CDE-BD9A-E959C4570413}"/>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It is five tenths up from 21: northing 215.</a:t>
            </a:r>
          </a:p>
        </p:txBody>
      </p:sp>
    </p:spTree>
    <p:extLst>
      <p:ext uri="{BB962C8B-B14F-4D97-AF65-F5344CB8AC3E}">
        <p14:creationId xmlns:p14="http://schemas.microsoft.com/office/powerpoint/2010/main" val="3568306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 name="lesson-header">
            <a:extLst xmlns:a="http://schemas.openxmlformats.org/drawingml/2006/main">
              <a:ext uri="{FF2B5EF4-FFF2-40B4-BE49-F238E27FC236}">
                <a16:creationId xmlns:a16="http://schemas.microsoft.com/office/drawing/2014/main" id="{73835305-68AD-42A8-94A1-F63662399F92}"/>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1BD9D2BB-2F1D-4561-860F-EBB88B20CFD1}"/>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I do · 2 min · 10 to 12</a:t>
            </a:r>
          </a:p>
        </p:txBody>
      </p:sp>
      <p:sp>
        <p:nvSpPr>
          <p:cNvPr id="3" name="slide-title">
            <a:extLst xmlns:a="http://schemas.openxmlformats.org/drawingml/2006/main">
              <a:ext uri="{FF2B5EF4-FFF2-40B4-BE49-F238E27FC236}">
                <a16:creationId xmlns:a16="http://schemas.microsoft.com/office/drawing/2014/main" id="{52D5AAFB-2EE7-40D6-8C37-D0998EC87F80}"/>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I do · 2 of 4</a:t>
            </a:r>
          </a:p>
        </p:txBody>
      </p:sp>
      <p:pic>
        <p:nvPicPr>
          <p:cNvPr id="4" name="">
            <a:extLst xmlns:a="http://schemas.openxmlformats.org/drawingml/2006/main">
              <a:ext uri="{FF2B5EF4-FFF2-40B4-BE49-F238E27FC236}">
                <a16:creationId xmlns:a16="http://schemas.microsoft.com/office/drawing/2014/main" id="{254BB98C-9A1F-43E4-A7E2-CB37522EAFF2}"/>
              </a:ext>
            </a:extLst>
          </p:cNvPr>
          <p:cNvPicPr>
            <a:picLocks xmlns:a="http://schemas.openxmlformats.org/drawingml/2006/main" noChangeAspect="1"/>
          </p:cNvPicPr>
          <p:nvPr/>
        </p:nvPicPr>
        <p:blipFill>
          <a:blip xmlns:r="http://schemas.openxmlformats.org/officeDocument/2006/relationships" xmlns:a="http://schemas.openxmlformats.org/drawingml/2006/main" r:embed="R79bf056adf164467"/>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51316E4F-BFBC-4DDE-B012-A2B04044B8D0}"/>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519C014B-9767-4A15-8D8F-9E1060902BBF}"/>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F29E95CC-A445-4A8F-AC5C-99290BAED24F}"/>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A2F90ABD-EFDB-418C-A30E-A6A5E17FB0DB}"/>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35257510-D405-43A9-A564-79B5689610F9}"/>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6C4DEC05-1799-4FCC-8277-30C5D2F26E67}"/>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8D4059CE-1D0A-4AC5-A41F-B963C005428C}"/>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2" name="licence-footer">
            <a:extLst xmlns:a="http://schemas.openxmlformats.org/drawingml/2006/main">
              <a:ext uri="{FF2B5EF4-FFF2-40B4-BE49-F238E27FC236}">
                <a16:creationId xmlns:a16="http://schemas.microsoft.com/office/drawing/2014/main" id="{E248C3AF-1A95-4FBD-9034-6C857F79440F}"/>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figure-practice_grid-0">
            <a:extLst xmlns:a="http://schemas.openxmlformats.org/drawingml/2006/main">
              <a:ext uri="{FF2B5EF4-FFF2-40B4-BE49-F238E27FC236}">
                <a16:creationId xmlns:a16="http://schemas.microsoft.com/office/drawing/2014/main" id="{EF419173-0653-4E0F-8DE4-2C12D6207278}"/>
              </a:ext>
            </a:extLst>
          </p:cNvPr>
          <p:cNvSpPr>
            <a:spLocks xmlns:a="http://schemas.openxmlformats.org/drawingml/2006/main" noGrp="1"/>
          </p:cNvSpPr>
          <p:nvPr/>
        </p:nvSpPr>
        <p:spPr>
          <a:xfrm xmlns:a="http://schemas.openxmlformats.org/drawingml/2006/main">
            <a:off x="2019731" y="1427240"/>
            <a:ext cx="328249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An invented settlement: practice map.</a:t>
            </a:r>
          </a:p>
        </p:txBody>
      </p:sp>
      <p:sp>
        <p:nvSpPr>
          <p:cNvPr id="14" name="figure-practice_grid-1">
            <a:extLst xmlns:a="http://schemas.openxmlformats.org/drawingml/2006/main">
              <a:ext uri="{FF2B5EF4-FFF2-40B4-BE49-F238E27FC236}">
                <a16:creationId xmlns:a16="http://schemas.microsoft.com/office/drawing/2014/main" id="{FB28540B-3619-460F-A428-4646F64CE02E}"/>
              </a:ext>
            </a:extLst>
          </p:cNvPr>
          <p:cNvSpPr>
            <a:spLocks xmlns:a="http://schemas.openxmlformats.org/drawingml/2006/main" noGrp="1"/>
          </p:cNvSpPr>
          <p:nvPr/>
        </p:nvSpPr>
        <p:spPr>
          <a:xfrm xmlns:a="http://schemas.openxmlformats.org/drawingml/2006/main">
            <a:off x="204068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15" name="figure-practice_grid-2">
            <a:extLst xmlns:a="http://schemas.openxmlformats.org/drawingml/2006/main">
              <a:ext uri="{FF2B5EF4-FFF2-40B4-BE49-F238E27FC236}">
                <a16:creationId xmlns:a16="http://schemas.microsoft.com/office/drawing/2014/main" id="{D4B097D0-0DD5-4788-A23D-3C36EB56C8D2}"/>
              </a:ext>
            </a:extLst>
          </p:cNvPr>
          <p:cNvSpPr>
            <a:spLocks xmlns:a="http://schemas.openxmlformats.org/drawingml/2006/main" noGrp="1"/>
          </p:cNvSpPr>
          <p:nvPr/>
        </p:nvSpPr>
        <p:spPr>
          <a:xfrm xmlns:a="http://schemas.openxmlformats.org/drawingml/2006/main">
            <a:off x="2040686" y="192027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16" name="figure-practice_grid-3">
            <a:extLst xmlns:a="http://schemas.openxmlformats.org/drawingml/2006/main">
              <a:ext uri="{FF2B5EF4-FFF2-40B4-BE49-F238E27FC236}">
                <a16:creationId xmlns:a16="http://schemas.microsoft.com/office/drawing/2014/main" id="{BB69367E-B830-40E3-B26C-354D5A9FD1F0}"/>
              </a:ext>
            </a:extLst>
          </p:cNvPr>
          <p:cNvSpPr>
            <a:spLocks xmlns:a="http://schemas.openxmlformats.org/drawingml/2006/main" noGrp="1"/>
          </p:cNvSpPr>
          <p:nvPr/>
        </p:nvSpPr>
        <p:spPr>
          <a:xfrm xmlns:a="http://schemas.openxmlformats.org/drawingml/2006/main">
            <a:off x="213054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17" name="figure-practice_grid-4">
            <a:extLst xmlns:a="http://schemas.openxmlformats.org/drawingml/2006/main">
              <a:ext uri="{FF2B5EF4-FFF2-40B4-BE49-F238E27FC236}">
                <a16:creationId xmlns:a16="http://schemas.microsoft.com/office/drawing/2014/main" id="{02ECABAF-99B0-4223-A0A2-1591B2FFC3D0}"/>
              </a:ext>
            </a:extLst>
          </p:cNvPr>
          <p:cNvSpPr>
            <a:spLocks xmlns:a="http://schemas.openxmlformats.org/drawingml/2006/main" noGrp="1"/>
          </p:cNvSpPr>
          <p:nvPr/>
        </p:nvSpPr>
        <p:spPr>
          <a:xfrm xmlns:a="http://schemas.openxmlformats.org/drawingml/2006/main">
            <a:off x="2040686" y="201013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18" name="figure-practice_grid-5">
            <a:extLst xmlns:a="http://schemas.openxmlformats.org/drawingml/2006/main">
              <a:ext uri="{FF2B5EF4-FFF2-40B4-BE49-F238E27FC236}">
                <a16:creationId xmlns:a16="http://schemas.microsoft.com/office/drawing/2014/main" id="{503CC757-1B3D-4D62-9F91-339C01FC80D4}"/>
              </a:ext>
            </a:extLst>
          </p:cNvPr>
          <p:cNvSpPr>
            <a:spLocks xmlns:a="http://schemas.openxmlformats.org/drawingml/2006/main" noGrp="1"/>
          </p:cNvSpPr>
          <p:nvPr/>
        </p:nvSpPr>
        <p:spPr>
          <a:xfrm xmlns:a="http://schemas.openxmlformats.org/drawingml/2006/main">
            <a:off x="222040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19" name="figure-practice_grid-6">
            <a:extLst xmlns:a="http://schemas.openxmlformats.org/drawingml/2006/main">
              <a:ext uri="{FF2B5EF4-FFF2-40B4-BE49-F238E27FC236}">
                <a16:creationId xmlns:a16="http://schemas.microsoft.com/office/drawing/2014/main" id="{312BD56E-AD9E-4CCD-8E80-04D1402B3B2B}"/>
              </a:ext>
            </a:extLst>
          </p:cNvPr>
          <p:cNvSpPr>
            <a:spLocks xmlns:a="http://schemas.openxmlformats.org/drawingml/2006/main" noGrp="1"/>
          </p:cNvSpPr>
          <p:nvPr/>
        </p:nvSpPr>
        <p:spPr>
          <a:xfrm xmlns:a="http://schemas.openxmlformats.org/drawingml/2006/main">
            <a:off x="2040686" y="209999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0" name="figure-practice_grid-7">
            <a:extLst xmlns:a="http://schemas.openxmlformats.org/drawingml/2006/main">
              <a:ext uri="{FF2B5EF4-FFF2-40B4-BE49-F238E27FC236}">
                <a16:creationId xmlns:a16="http://schemas.microsoft.com/office/drawing/2014/main" id="{410F04B5-769C-47F4-8E30-C72BEACF0CEB}"/>
              </a:ext>
            </a:extLst>
          </p:cNvPr>
          <p:cNvSpPr>
            <a:spLocks xmlns:a="http://schemas.openxmlformats.org/drawingml/2006/main" noGrp="1"/>
          </p:cNvSpPr>
          <p:nvPr/>
        </p:nvSpPr>
        <p:spPr>
          <a:xfrm xmlns:a="http://schemas.openxmlformats.org/drawingml/2006/main">
            <a:off x="231026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1" name="figure-practice_grid-8">
            <a:extLst xmlns:a="http://schemas.openxmlformats.org/drawingml/2006/main">
              <a:ext uri="{FF2B5EF4-FFF2-40B4-BE49-F238E27FC236}">
                <a16:creationId xmlns:a16="http://schemas.microsoft.com/office/drawing/2014/main" id="{D3C70370-F6C3-454D-97AA-DB089DEE521B}"/>
              </a:ext>
            </a:extLst>
          </p:cNvPr>
          <p:cNvSpPr>
            <a:spLocks xmlns:a="http://schemas.openxmlformats.org/drawingml/2006/main" noGrp="1"/>
          </p:cNvSpPr>
          <p:nvPr/>
        </p:nvSpPr>
        <p:spPr>
          <a:xfrm xmlns:a="http://schemas.openxmlformats.org/drawingml/2006/main">
            <a:off x="2040686" y="218985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2" name="figure-practice_grid-9">
            <a:extLst xmlns:a="http://schemas.openxmlformats.org/drawingml/2006/main">
              <a:ext uri="{FF2B5EF4-FFF2-40B4-BE49-F238E27FC236}">
                <a16:creationId xmlns:a16="http://schemas.microsoft.com/office/drawing/2014/main" id="{557A9DCC-2732-471B-BF2C-A3CFB10D1A86}"/>
              </a:ext>
            </a:extLst>
          </p:cNvPr>
          <p:cNvSpPr>
            <a:spLocks xmlns:a="http://schemas.openxmlformats.org/drawingml/2006/main" noGrp="1"/>
          </p:cNvSpPr>
          <p:nvPr/>
        </p:nvSpPr>
        <p:spPr>
          <a:xfrm xmlns:a="http://schemas.openxmlformats.org/drawingml/2006/main">
            <a:off x="240012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3" name="figure-practice_grid-10">
            <a:extLst xmlns:a="http://schemas.openxmlformats.org/drawingml/2006/main">
              <a:ext uri="{FF2B5EF4-FFF2-40B4-BE49-F238E27FC236}">
                <a16:creationId xmlns:a16="http://schemas.microsoft.com/office/drawing/2014/main" id="{C52B34D8-44BF-45BF-B9EE-A6DF425F3413}"/>
              </a:ext>
            </a:extLst>
          </p:cNvPr>
          <p:cNvSpPr>
            <a:spLocks xmlns:a="http://schemas.openxmlformats.org/drawingml/2006/main" noGrp="1"/>
          </p:cNvSpPr>
          <p:nvPr/>
        </p:nvSpPr>
        <p:spPr>
          <a:xfrm xmlns:a="http://schemas.openxmlformats.org/drawingml/2006/main">
            <a:off x="2040686" y="227971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4" name="figure-practice_grid-11">
            <a:extLst xmlns:a="http://schemas.openxmlformats.org/drawingml/2006/main">
              <a:ext uri="{FF2B5EF4-FFF2-40B4-BE49-F238E27FC236}">
                <a16:creationId xmlns:a16="http://schemas.microsoft.com/office/drawing/2014/main" id="{47E42DC5-6E4A-4CBF-A40A-FF70D44FAEF0}"/>
              </a:ext>
            </a:extLst>
          </p:cNvPr>
          <p:cNvSpPr>
            <a:spLocks xmlns:a="http://schemas.openxmlformats.org/drawingml/2006/main" noGrp="1"/>
          </p:cNvSpPr>
          <p:nvPr/>
        </p:nvSpPr>
        <p:spPr>
          <a:xfrm xmlns:a="http://schemas.openxmlformats.org/drawingml/2006/main">
            <a:off x="248997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5" name="figure-practice_grid-12">
            <a:extLst xmlns:a="http://schemas.openxmlformats.org/drawingml/2006/main">
              <a:ext uri="{FF2B5EF4-FFF2-40B4-BE49-F238E27FC236}">
                <a16:creationId xmlns:a16="http://schemas.microsoft.com/office/drawing/2014/main" id="{D0DAC774-34C8-48B8-8FAC-36C5331E154D}"/>
              </a:ext>
            </a:extLst>
          </p:cNvPr>
          <p:cNvSpPr>
            <a:spLocks xmlns:a="http://schemas.openxmlformats.org/drawingml/2006/main" noGrp="1"/>
          </p:cNvSpPr>
          <p:nvPr/>
        </p:nvSpPr>
        <p:spPr>
          <a:xfrm xmlns:a="http://schemas.openxmlformats.org/drawingml/2006/main">
            <a:off x="2040686" y="236956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6" name="figure-practice_grid-13">
            <a:extLst xmlns:a="http://schemas.openxmlformats.org/drawingml/2006/main">
              <a:ext uri="{FF2B5EF4-FFF2-40B4-BE49-F238E27FC236}">
                <a16:creationId xmlns:a16="http://schemas.microsoft.com/office/drawing/2014/main" id="{80645F2C-ECF9-40E4-A502-2A477C46EF6F}"/>
              </a:ext>
            </a:extLst>
          </p:cNvPr>
          <p:cNvSpPr>
            <a:spLocks xmlns:a="http://schemas.openxmlformats.org/drawingml/2006/main" noGrp="1"/>
          </p:cNvSpPr>
          <p:nvPr/>
        </p:nvSpPr>
        <p:spPr>
          <a:xfrm xmlns:a="http://schemas.openxmlformats.org/drawingml/2006/main">
            <a:off x="257983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7" name="figure-practice_grid-14">
            <a:extLst xmlns:a="http://schemas.openxmlformats.org/drawingml/2006/main">
              <a:ext uri="{FF2B5EF4-FFF2-40B4-BE49-F238E27FC236}">
                <a16:creationId xmlns:a16="http://schemas.microsoft.com/office/drawing/2014/main" id="{BB4956F8-D03A-4816-9571-531767630DBD}"/>
              </a:ext>
            </a:extLst>
          </p:cNvPr>
          <p:cNvSpPr>
            <a:spLocks xmlns:a="http://schemas.openxmlformats.org/drawingml/2006/main" noGrp="1"/>
          </p:cNvSpPr>
          <p:nvPr/>
        </p:nvSpPr>
        <p:spPr>
          <a:xfrm xmlns:a="http://schemas.openxmlformats.org/drawingml/2006/main">
            <a:off x="2040686" y="245942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8" name="figure-practice_grid-15">
            <a:extLst xmlns:a="http://schemas.openxmlformats.org/drawingml/2006/main">
              <a:ext uri="{FF2B5EF4-FFF2-40B4-BE49-F238E27FC236}">
                <a16:creationId xmlns:a16="http://schemas.microsoft.com/office/drawing/2014/main" id="{1716EE88-FC7D-458F-A962-2B0E1CC77969}"/>
              </a:ext>
            </a:extLst>
          </p:cNvPr>
          <p:cNvSpPr>
            <a:spLocks xmlns:a="http://schemas.openxmlformats.org/drawingml/2006/main" noGrp="1"/>
          </p:cNvSpPr>
          <p:nvPr/>
        </p:nvSpPr>
        <p:spPr>
          <a:xfrm xmlns:a="http://schemas.openxmlformats.org/drawingml/2006/main">
            <a:off x="266969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9" name="figure-practice_grid-16">
            <a:extLst xmlns:a="http://schemas.openxmlformats.org/drawingml/2006/main">
              <a:ext uri="{FF2B5EF4-FFF2-40B4-BE49-F238E27FC236}">
                <a16:creationId xmlns:a16="http://schemas.microsoft.com/office/drawing/2014/main" id="{0CAD5E68-508C-4356-8ACF-27A5EEFF8FD9}"/>
              </a:ext>
            </a:extLst>
          </p:cNvPr>
          <p:cNvSpPr>
            <a:spLocks xmlns:a="http://schemas.openxmlformats.org/drawingml/2006/main" noGrp="1"/>
          </p:cNvSpPr>
          <p:nvPr/>
        </p:nvSpPr>
        <p:spPr>
          <a:xfrm xmlns:a="http://schemas.openxmlformats.org/drawingml/2006/main">
            <a:off x="2040686" y="254928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0" name="figure-practice_grid-17">
            <a:extLst xmlns:a="http://schemas.openxmlformats.org/drawingml/2006/main">
              <a:ext uri="{FF2B5EF4-FFF2-40B4-BE49-F238E27FC236}">
                <a16:creationId xmlns:a16="http://schemas.microsoft.com/office/drawing/2014/main" id="{1B6C7E85-84A1-4796-852C-C88C7323332E}"/>
              </a:ext>
            </a:extLst>
          </p:cNvPr>
          <p:cNvSpPr>
            <a:spLocks xmlns:a="http://schemas.openxmlformats.org/drawingml/2006/main" noGrp="1"/>
          </p:cNvSpPr>
          <p:nvPr/>
        </p:nvSpPr>
        <p:spPr>
          <a:xfrm xmlns:a="http://schemas.openxmlformats.org/drawingml/2006/main">
            <a:off x="275955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1" name="figure-practice_grid-18">
            <a:extLst xmlns:a="http://schemas.openxmlformats.org/drawingml/2006/main">
              <a:ext uri="{FF2B5EF4-FFF2-40B4-BE49-F238E27FC236}">
                <a16:creationId xmlns:a16="http://schemas.microsoft.com/office/drawing/2014/main" id="{5A1EE248-974A-4B41-826C-6C3146B03AB9}"/>
              </a:ext>
            </a:extLst>
          </p:cNvPr>
          <p:cNvSpPr>
            <a:spLocks xmlns:a="http://schemas.openxmlformats.org/drawingml/2006/main" noGrp="1"/>
          </p:cNvSpPr>
          <p:nvPr/>
        </p:nvSpPr>
        <p:spPr>
          <a:xfrm xmlns:a="http://schemas.openxmlformats.org/drawingml/2006/main">
            <a:off x="2040686" y="263914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2" name="figure-practice_grid-19">
            <a:extLst xmlns:a="http://schemas.openxmlformats.org/drawingml/2006/main">
              <a:ext uri="{FF2B5EF4-FFF2-40B4-BE49-F238E27FC236}">
                <a16:creationId xmlns:a16="http://schemas.microsoft.com/office/drawing/2014/main" id="{3598F465-9A65-41F0-97CC-E7E30FD79F08}"/>
              </a:ext>
            </a:extLst>
          </p:cNvPr>
          <p:cNvSpPr>
            <a:spLocks xmlns:a="http://schemas.openxmlformats.org/drawingml/2006/main" noGrp="1"/>
          </p:cNvSpPr>
          <p:nvPr/>
        </p:nvSpPr>
        <p:spPr>
          <a:xfrm xmlns:a="http://schemas.openxmlformats.org/drawingml/2006/main">
            <a:off x="284941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3" name="figure-practice_grid-20">
            <a:extLst xmlns:a="http://schemas.openxmlformats.org/drawingml/2006/main">
              <a:ext uri="{FF2B5EF4-FFF2-40B4-BE49-F238E27FC236}">
                <a16:creationId xmlns:a16="http://schemas.microsoft.com/office/drawing/2014/main" id="{B61FBD3B-615C-4ACD-B06E-A0706A1D657C}"/>
              </a:ext>
            </a:extLst>
          </p:cNvPr>
          <p:cNvSpPr>
            <a:spLocks xmlns:a="http://schemas.openxmlformats.org/drawingml/2006/main" noGrp="1"/>
          </p:cNvSpPr>
          <p:nvPr/>
        </p:nvSpPr>
        <p:spPr>
          <a:xfrm xmlns:a="http://schemas.openxmlformats.org/drawingml/2006/main">
            <a:off x="2040686" y="272900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4" name="figure-practice_grid-21">
            <a:extLst xmlns:a="http://schemas.openxmlformats.org/drawingml/2006/main">
              <a:ext uri="{FF2B5EF4-FFF2-40B4-BE49-F238E27FC236}">
                <a16:creationId xmlns:a16="http://schemas.microsoft.com/office/drawing/2014/main" id="{CCF10DA4-FF4A-4DE5-B973-3EE70173AA1C}"/>
              </a:ext>
            </a:extLst>
          </p:cNvPr>
          <p:cNvSpPr>
            <a:spLocks xmlns:a="http://schemas.openxmlformats.org/drawingml/2006/main" noGrp="1"/>
          </p:cNvSpPr>
          <p:nvPr/>
        </p:nvSpPr>
        <p:spPr>
          <a:xfrm xmlns:a="http://schemas.openxmlformats.org/drawingml/2006/main">
            <a:off x="293927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35" name="figure-practice_grid-22">
            <a:extLst xmlns:a="http://schemas.openxmlformats.org/drawingml/2006/main">
              <a:ext uri="{FF2B5EF4-FFF2-40B4-BE49-F238E27FC236}">
                <a16:creationId xmlns:a16="http://schemas.microsoft.com/office/drawing/2014/main" id="{A8F72596-19AD-40E2-9B58-29BD3E7836A4}"/>
              </a:ext>
            </a:extLst>
          </p:cNvPr>
          <p:cNvSpPr>
            <a:spLocks xmlns:a="http://schemas.openxmlformats.org/drawingml/2006/main" noGrp="1"/>
          </p:cNvSpPr>
          <p:nvPr/>
        </p:nvSpPr>
        <p:spPr>
          <a:xfrm xmlns:a="http://schemas.openxmlformats.org/drawingml/2006/main">
            <a:off x="2040686" y="281886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36" name="figure-practice_grid-23">
            <a:extLst xmlns:a="http://schemas.openxmlformats.org/drawingml/2006/main">
              <a:ext uri="{FF2B5EF4-FFF2-40B4-BE49-F238E27FC236}">
                <a16:creationId xmlns:a16="http://schemas.microsoft.com/office/drawing/2014/main" id="{048D60B7-962E-430D-AFF3-61B47D5DE87B}"/>
              </a:ext>
            </a:extLst>
          </p:cNvPr>
          <p:cNvSpPr>
            <a:spLocks xmlns:a="http://schemas.openxmlformats.org/drawingml/2006/main" noGrp="1"/>
          </p:cNvSpPr>
          <p:nvPr/>
        </p:nvSpPr>
        <p:spPr>
          <a:xfrm xmlns:a="http://schemas.openxmlformats.org/drawingml/2006/main">
            <a:off x="302913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7" name="figure-practice_grid-24">
            <a:extLst xmlns:a="http://schemas.openxmlformats.org/drawingml/2006/main">
              <a:ext uri="{FF2B5EF4-FFF2-40B4-BE49-F238E27FC236}">
                <a16:creationId xmlns:a16="http://schemas.microsoft.com/office/drawing/2014/main" id="{5E3F9F96-6ACB-4778-911F-13C5CBB79B31}"/>
              </a:ext>
            </a:extLst>
          </p:cNvPr>
          <p:cNvSpPr>
            <a:spLocks xmlns:a="http://schemas.openxmlformats.org/drawingml/2006/main" noGrp="1"/>
          </p:cNvSpPr>
          <p:nvPr/>
        </p:nvSpPr>
        <p:spPr>
          <a:xfrm xmlns:a="http://schemas.openxmlformats.org/drawingml/2006/main">
            <a:off x="2040686" y="290871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8" name="figure-practice_grid-25">
            <a:extLst xmlns:a="http://schemas.openxmlformats.org/drawingml/2006/main">
              <a:ext uri="{FF2B5EF4-FFF2-40B4-BE49-F238E27FC236}">
                <a16:creationId xmlns:a16="http://schemas.microsoft.com/office/drawing/2014/main" id="{728BCFF2-5E5B-4786-BA96-0366DAB81557}"/>
              </a:ext>
            </a:extLst>
          </p:cNvPr>
          <p:cNvSpPr>
            <a:spLocks xmlns:a="http://schemas.openxmlformats.org/drawingml/2006/main" noGrp="1"/>
          </p:cNvSpPr>
          <p:nvPr/>
        </p:nvSpPr>
        <p:spPr>
          <a:xfrm xmlns:a="http://schemas.openxmlformats.org/drawingml/2006/main">
            <a:off x="311898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9" name="figure-practice_grid-26">
            <a:extLst xmlns:a="http://schemas.openxmlformats.org/drawingml/2006/main">
              <a:ext uri="{FF2B5EF4-FFF2-40B4-BE49-F238E27FC236}">
                <a16:creationId xmlns:a16="http://schemas.microsoft.com/office/drawing/2014/main" id="{7D9B58BF-8C97-4749-AAF7-EEEF6D72A1C3}"/>
              </a:ext>
            </a:extLst>
          </p:cNvPr>
          <p:cNvSpPr>
            <a:spLocks xmlns:a="http://schemas.openxmlformats.org/drawingml/2006/main" noGrp="1"/>
          </p:cNvSpPr>
          <p:nvPr/>
        </p:nvSpPr>
        <p:spPr>
          <a:xfrm xmlns:a="http://schemas.openxmlformats.org/drawingml/2006/main">
            <a:off x="2040686" y="299857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0" name="figure-practice_grid-27">
            <a:extLst xmlns:a="http://schemas.openxmlformats.org/drawingml/2006/main">
              <a:ext uri="{FF2B5EF4-FFF2-40B4-BE49-F238E27FC236}">
                <a16:creationId xmlns:a16="http://schemas.microsoft.com/office/drawing/2014/main" id="{5E3C395D-74E0-4703-A54B-0AB81BCF24E9}"/>
              </a:ext>
            </a:extLst>
          </p:cNvPr>
          <p:cNvSpPr>
            <a:spLocks xmlns:a="http://schemas.openxmlformats.org/drawingml/2006/main" noGrp="1"/>
          </p:cNvSpPr>
          <p:nvPr/>
        </p:nvSpPr>
        <p:spPr>
          <a:xfrm xmlns:a="http://schemas.openxmlformats.org/drawingml/2006/main">
            <a:off x="320884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1" name="figure-practice_grid-28">
            <a:extLst xmlns:a="http://schemas.openxmlformats.org/drawingml/2006/main">
              <a:ext uri="{FF2B5EF4-FFF2-40B4-BE49-F238E27FC236}">
                <a16:creationId xmlns:a16="http://schemas.microsoft.com/office/drawing/2014/main" id="{ADCE72E9-1914-415B-BD43-BDDB612B5D14}"/>
              </a:ext>
            </a:extLst>
          </p:cNvPr>
          <p:cNvSpPr>
            <a:spLocks xmlns:a="http://schemas.openxmlformats.org/drawingml/2006/main" noGrp="1"/>
          </p:cNvSpPr>
          <p:nvPr/>
        </p:nvSpPr>
        <p:spPr>
          <a:xfrm xmlns:a="http://schemas.openxmlformats.org/drawingml/2006/main">
            <a:off x="2040686" y="308843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2" name="figure-practice_grid-29">
            <a:extLst xmlns:a="http://schemas.openxmlformats.org/drawingml/2006/main">
              <a:ext uri="{FF2B5EF4-FFF2-40B4-BE49-F238E27FC236}">
                <a16:creationId xmlns:a16="http://schemas.microsoft.com/office/drawing/2014/main" id="{A4269AE4-6C8D-466D-A176-89140842535B}"/>
              </a:ext>
            </a:extLst>
          </p:cNvPr>
          <p:cNvSpPr>
            <a:spLocks xmlns:a="http://schemas.openxmlformats.org/drawingml/2006/main" noGrp="1"/>
          </p:cNvSpPr>
          <p:nvPr/>
        </p:nvSpPr>
        <p:spPr>
          <a:xfrm xmlns:a="http://schemas.openxmlformats.org/drawingml/2006/main">
            <a:off x="329870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3" name="figure-practice_grid-30">
            <a:extLst xmlns:a="http://schemas.openxmlformats.org/drawingml/2006/main">
              <a:ext uri="{FF2B5EF4-FFF2-40B4-BE49-F238E27FC236}">
                <a16:creationId xmlns:a16="http://schemas.microsoft.com/office/drawing/2014/main" id="{FC511C79-D4D3-497F-A6C9-35E89831C602}"/>
              </a:ext>
            </a:extLst>
          </p:cNvPr>
          <p:cNvSpPr>
            <a:spLocks xmlns:a="http://schemas.openxmlformats.org/drawingml/2006/main" noGrp="1"/>
          </p:cNvSpPr>
          <p:nvPr/>
        </p:nvSpPr>
        <p:spPr>
          <a:xfrm xmlns:a="http://schemas.openxmlformats.org/drawingml/2006/main">
            <a:off x="2040686" y="317829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4" name="figure-practice_grid-31">
            <a:extLst xmlns:a="http://schemas.openxmlformats.org/drawingml/2006/main">
              <a:ext uri="{FF2B5EF4-FFF2-40B4-BE49-F238E27FC236}">
                <a16:creationId xmlns:a16="http://schemas.microsoft.com/office/drawing/2014/main" id="{DFF58008-B46D-43E2-AF5C-E3E3AA17C33D}"/>
              </a:ext>
            </a:extLst>
          </p:cNvPr>
          <p:cNvSpPr>
            <a:spLocks xmlns:a="http://schemas.openxmlformats.org/drawingml/2006/main" noGrp="1"/>
          </p:cNvSpPr>
          <p:nvPr/>
        </p:nvSpPr>
        <p:spPr>
          <a:xfrm xmlns:a="http://schemas.openxmlformats.org/drawingml/2006/main">
            <a:off x="338856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5" name="figure-practice_grid-32">
            <a:extLst xmlns:a="http://schemas.openxmlformats.org/drawingml/2006/main">
              <a:ext uri="{FF2B5EF4-FFF2-40B4-BE49-F238E27FC236}">
                <a16:creationId xmlns:a16="http://schemas.microsoft.com/office/drawing/2014/main" id="{14B70B4C-E618-4ED6-BEA1-B947BD4AA11D}"/>
              </a:ext>
            </a:extLst>
          </p:cNvPr>
          <p:cNvSpPr>
            <a:spLocks xmlns:a="http://schemas.openxmlformats.org/drawingml/2006/main" noGrp="1"/>
          </p:cNvSpPr>
          <p:nvPr/>
        </p:nvSpPr>
        <p:spPr>
          <a:xfrm xmlns:a="http://schemas.openxmlformats.org/drawingml/2006/main">
            <a:off x="2040686" y="326815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6" name="figure-practice_grid-33">
            <a:extLst xmlns:a="http://schemas.openxmlformats.org/drawingml/2006/main">
              <a:ext uri="{FF2B5EF4-FFF2-40B4-BE49-F238E27FC236}">
                <a16:creationId xmlns:a16="http://schemas.microsoft.com/office/drawing/2014/main" id="{26C74ECA-3CB5-40BD-8D3C-7C4D472A326B}"/>
              </a:ext>
            </a:extLst>
          </p:cNvPr>
          <p:cNvSpPr>
            <a:spLocks xmlns:a="http://schemas.openxmlformats.org/drawingml/2006/main" noGrp="1"/>
          </p:cNvSpPr>
          <p:nvPr/>
        </p:nvSpPr>
        <p:spPr>
          <a:xfrm xmlns:a="http://schemas.openxmlformats.org/drawingml/2006/main">
            <a:off x="347842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7" name="figure-practice_grid-34">
            <a:extLst xmlns:a="http://schemas.openxmlformats.org/drawingml/2006/main">
              <a:ext uri="{FF2B5EF4-FFF2-40B4-BE49-F238E27FC236}">
                <a16:creationId xmlns:a16="http://schemas.microsoft.com/office/drawing/2014/main" id="{A4DC48E0-A2DD-48EC-AECD-2377F72434F0}"/>
              </a:ext>
            </a:extLst>
          </p:cNvPr>
          <p:cNvSpPr>
            <a:spLocks xmlns:a="http://schemas.openxmlformats.org/drawingml/2006/main" noGrp="1"/>
          </p:cNvSpPr>
          <p:nvPr/>
        </p:nvSpPr>
        <p:spPr>
          <a:xfrm xmlns:a="http://schemas.openxmlformats.org/drawingml/2006/main">
            <a:off x="2040686" y="335801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8" name="figure-practice_grid-35">
            <a:extLst xmlns:a="http://schemas.openxmlformats.org/drawingml/2006/main">
              <a:ext uri="{FF2B5EF4-FFF2-40B4-BE49-F238E27FC236}">
                <a16:creationId xmlns:a16="http://schemas.microsoft.com/office/drawing/2014/main" id="{9140DF6A-3605-4CD1-8A25-863567285FDE}"/>
              </a:ext>
            </a:extLst>
          </p:cNvPr>
          <p:cNvSpPr>
            <a:spLocks xmlns:a="http://schemas.openxmlformats.org/drawingml/2006/main" noGrp="1"/>
          </p:cNvSpPr>
          <p:nvPr/>
        </p:nvSpPr>
        <p:spPr>
          <a:xfrm xmlns:a="http://schemas.openxmlformats.org/drawingml/2006/main">
            <a:off x="356828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9" name="figure-practice_grid-36">
            <a:extLst xmlns:a="http://schemas.openxmlformats.org/drawingml/2006/main">
              <a:ext uri="{FF2B5EF4-FFF2-40B4-BE49-F238E27FC236}">
                <a16:creationId xmlns:a16="http://schemas.microsoft.com/office/drawing/2014/main" id="{CBE57225-AD09-459A-A4C2-ADBCE5CBBD3E}"/>
              </a:ext>
            </a:extLst>
          </p:cNvPr>
          <p:cNvSpPr>
            <a:spLocks xmlns:a="http://schemas.openxmlformats.org/drawingml/2006/main" noGrp="1"/>
          </p:cNvSpPr>
          <p:nvPr/>
        </p:nvSpPr>
        <p:spPr>
          <a:xfrm xmlns:a="http://schemas.openxmlformats.org/drawingml/2006/main">
            <a:off x="2040686" y="344787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0" name="figure-practice_grid-37">
            <a:extLst xmlns:a="http://schemas.openxmlformats.org/drawingml/2006/main">
              <a:ext uri="{FF2B5EF4-FFF2-40B4-BE49-F238E27FC236}">
                <a16:creationId xmlns:a16="http://schemas.microsoft.com/office/drawing/2014/main" id="{237243FF-4EC0-4AA4-9346-7A7B4A38782D}"/>
              </a:ext>
            </a:extLst>
          </p:cNvPr>
          <p:cNvSpPr>
            <a:spLocks xmlns:a="http://schemas.openxmlformats.org/drawingml/2006/main" noGrp="1"/>
          </p:cNvSpPr>
          <p:nvPr/>
        </p:nvSpPr>
        <p:spPr>
          <a:xfrm xmlns:a="http://schemas.openxmlformats.org/drawingml/2006/main">
            <a:off x="365813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1" name="figure-practice_grid-38">
            <a:extLst xmlns:a="http://schemas.openxmlformats.org/drawingml/2006/main">
              <a:ext uri="{FF2B5EF4-FFF2-40B4-BE49-F238E27FC236}">
                <a16:creationId xmlns:a16="http://schemas.microsoft.com/office/drawing/2014/main" id="{4DF663CB-E4DF-4FB1-8231-599D0A4D4763}"/>
              </a:ext>
            </a:extLst>
          </p:cNvPr>
          <p:cNvSpPr>
            <a:spLocks xmlns:a="http://schemas.openxmlformats.org/drawingml/2006/main" noGrp="1"/>
          </p:cNvSpPr>
          <p:nvPr/>
        </p:nvSpPr>
        <p:spPr>
          <a:xfrm xmlns:a="http://schemas.openxmlformats.org/drawingml/2006/main">
            <a:off x="2040686" y="353772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2" name="figure-practice_grid-39">
            <a:extLst xmlns:a="http://schemas.openxmlformats.org/drawingml/2006/main">
              <a:ext uri="{FF2B5EF4-FFF2-40B4-BE49-F238E27FC236}">
                <a16:creationId xmlns:a16="http://schemas.microsoft.com/office/drawing/2014/main" id="{5E65427C-0A07-44A8-8B7F-B4A45C41DFD8}"/>
              </a:ext>
            </a:extLst>
          </p:cNvPr>
          <p:cNvSpPr>
            <a:spLocks xmlns:a="http://schemas.openxmlformats.org/drawingml/2006/main" noGrp="1"/>
          </p:cNvSpPr>
          <p:nvPr/>
        </p:nvSpPr>
        <p:spPr>
          <a:xfrm xmlns:a="http://schemas.openxmlformats.org/drawingml/2006/main">
            <a:off x="374799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3" name="figure-practice_grid-40">
            <a:extLst xmlns:a="http://schemas.openxmlformats.org/drawingml/2006/main">
              <a:ext uri="{FF2B5EF4-FFF2-40B4-BE49-F238E27FC236}">
                <a16:creationId xmlns:a16="http://schemas.microsoft.com/office/drawing/2014/main" id="{B8F26FDA-1076-4C08-B5FA-BCC8DD94762C}"/>
              </a:ext>
            </a:extLst>
          </p:cNvPr>
          <p:cNvSpPr>
            <a:spLocks xmlns:a="http://schemas.openxmlformats.org/drawingml/2006/main" noGrp="1"/>
          </p:cNvSpPr>
          <p:nvPr/>
        </p:nvSpPr>
        <p:spPr>
          <a:xfrm xmlns:a="http://schemas.openxmlformats.org/drawingml/2006/main">
            <a:off x="2040686" y="362758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4" name="figure-practice_grid-41">
            <a:extLst xmlns:a="http://schemas.openxmlformats.org/drawingml/2006/main">
              <a:ext uri="{FF2B5EF4-FFF2-40B4-BE49-F238E27FC236}">
                <a16:creationId xmlns:a16="http://schemas.microsoft.com/office/drawing/2014/main" id="{EBA8058E-8970-4301-93B3-05F1A6084944}"/>
              </a:ext>
            </a:extLst>
          </p:cNvPr>
          <p:cNvSpPr>
            <a:spLocks xmlns:a="http://schemas.openxmlformats.org/drawingml/2006/main" noGrp="1"/>
          </p:cNvSpPr>
          <p:nvPr/>
        </p:nvSpPr>
        <p:spPr>
          <a:xfrm xmlns:a="http://schemas.openxmlformats.org/drawingml/2006/main">
            <a:off x="383785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55" name="figure-practice_grid-42">
            <a:extLst xmlns:a="http://schemas.openxmlformats.org/drawingml/2006/main">
              <a:ext uri="{FF2B5EF4-FFF2-40B4-BE49-F238E27FC236}">
                <a16:creationId xmlns:a16="http://schemas.microsoft.com/office/drawing/2014/main" id="{84C334FD-7CFF-41AC-9675-DCCD1F660469}"/>
              </a:ext>
            </a:extLst>
          </p:cNvPr>
          <p:cNvSpPr>
            <a:spLocks xmlns:a="http://schemas.openxmlformats.org/drawingml/2006/main" noGrp="1"/>
          </p:cNvSpPr>
          <p:nvPr/>
        </p:nvSpPr>
        <p:spPr>
          <a:xfrm xmlns:a="http://schemas.openxmlformats.org/drawingml/2006/main">
            <a:off x="2040686" y="371744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56" name="figure-practice_grid-43">
            <a:extLst xmlns:a="http://schemas.openxmlformats.org/drawingml/2006/main">
              <a:ext uri="{FF2B5EF4-FFF2-40B4-BE49-F238E27FC236}">
                <a16:creationId xmlns:a16="http://schemas.microsoft.com/office/drawing/2014/main" id="{E89946BE-23F2-43DC-95A0-8E494C2F68AE}"/>
              </a:ext>
            </a:extLst>
          </p:cNvPr>
          <p:cNvSpPr>
            <a:spLocks xmlns:a="http://schemas.openxmlformats.org/drawingml/2006/main" noGrp="1"/>
          </p:cNvSpPr>
          <p:nvPr/>
        </p:nvSpPr>
        <p:spPr>
          <a:xfrm xmlns:a="http://schemas.openxmlformats.org/drawingml/2006/main">
            <a:off x="392771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7" name="figure-practice_grid-44">
            <a:extLst xmlns:a="http://schemas.openxmlformats.org/drawingml/2006/main">
              <a:ext uri="{FF2B5EF4-FFF2-40B4-BE49-F238E27FC236}">
                <a16:creationId xmlns:a16="http://schemas.microsoft.com/office/drawing/2014/main" id="{B6920260-E4D3-499F-963A-B8C59269E922}"/>
              </a:ext>
            </a:extLst>
          </p:cNvPr>
          <p:cNvSpPr>
            <a:spLocks xmlns:a="http://schemas.openxmlformats.org/drawingml/2006/main" noGrp="1"/>
          </p:cNvSpPr>
          <p:nvPr/>
        </p:nvSpPr>
        <p:spPr>
          <a:xfrm xmlns:a="http://schemas.openxmlformats.org/drawingml/2006/main">
            <a:off x="2040686" y="380730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8" name="figure-practice_grid-45">
            <a:extLst xmlns:a="http://schemas.openxmlformats.org/drawingml/2006/main">
              <a:ext uri="{FF2B5EF4-FFF2-40B4-BE49-F238E27FC236}">
                <a16:creationId xmlns:a16="http://schemas.microsoft.com/office/drawing/2014/main" id="{C7F38B26-9855-49CB-80C6-3633FB0E957D}"/>
              </a:ext>
            </a:extLst>
          </p:cNvPr>
          <p:cNvSpPr>
            <a:spLocks xmlns:a="http://schemas.openxmlformats.org/drawingml/2006/main" noGrp="1"/>
          </p:cNvSpPr>
          <p:nvPr/>
        </p:nvSpPr>
        <p:spPr>
          <a:xfrm xmlns:a="http://schemas.openxmlformats.org/drawingml/2006/main">
            <a:off x="401757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9" name="figure-practice_grid-46">
            <a:extLst xmlns:a="http://schemas.openxmlformats.org/drawingml/2006/main">
              <a:ext uri="{FF2B5EF4-FFF2-40B4-BE49-F238E27FC236}">
                <a16:creationId xmlns:a16="http://schemas.microsoft.com/office/drawing/2014/main" id="{57D16253-C3AD-4A91-B62C-43ACE9602EA9}"/>
              </a:ext>
            </a:extLst>
          </p:cNvPr>
          <p:cNvSpPr>
            <a:spLocks xmlns:a="http://schemas.openxmlformats.org/drawingml/2006/main" noGrp="1"/>
          </p:cNvSpPr>
          <p:nvPr/>
        </p:nvSpPr>
        <p:spPr>
          <a:xfrm xmlns:a="http://schemas.openxmlformats.org/drawingml/2006/main">
            <a:off x="2040686" y="389716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0" name="figure-practice_grid-47">
            <a:extLst xmlns:a="http://schemas.openxmlformats.org/drawingml/2006/main">
              <a:ext uri="{FF2B5EF4-FFF2-40B4-BE49-F238E27FC236}">
                <a16:creationId xmlns:a16="http://schemas.microsoft.com/office/drawing/2014/main" id="{0413F969-AC47-4A52-B310-CE591256B4E7}"/>
              </a:ext>
            </a:extLst>
          </p:cNvPr>
          <p:cNvSpPr>
            <a:spLocks xmlns:a="http://schemas.openxmlformats.org/drawingml/2006/main" noGrp="1"/>
          </p:cNvSpPr>
          <p:nvPr/>
        </p:nvSpPr>
        <p:spPr>
          <a:xfrm xmlns:a="http://schemas.openxmlformats.org/drawingml/2006/main">
            <a:off x="410743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1" name="figure-practice_grid-48">
            <a:extLst xmlns:a="http://schemas.openxmlformats.org/drawingml/2006/main">
              <a:ext uri="{FF2B5EF4-FFF2-40B4-BE49-F238E27FC236}">
                <a16:creationId xmlns:a16="http://schemas.microsoft.com/office/drawing/2014/main" id="{8477D637-8343-4DD1-BE5B-05F4FF765C2B}"/>
              </a:ext>
            </a:extLst>
          </p:cNvPr>
          <p:cNvSpPr>
            <a:spLocks xmlns:a="http://schemas.openxmlformats.org/drawingml/2006/main" noGrp="1"/>
          </p:cNvSpPr>
          <p:nvPr/>
        </p:nvSpPr>
        <p:spPr>
          <a:xfrm xmlns:a="http://schemas.openxmlformats.org/drawingml/2006/main">
            <a:off x="2040686" y="398702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2" name="figure-practice_grid-49">
            <a:extLst xmlns:a="http://schemas.openxmlformats.org/drawingml/2006/main">
              <a:ext uri="{FF2B5EF4-FFF2-40B4-BE49-F238E27FC236}">
                <a16:creationId xmlns:a16="http://schemas.microsoft.com/office/drawing/2014/main" id="{D660603E-97A7-45AC-959D-0120F5201F07}"/>
              </a:ext>
            </a:extLst>
          </p:cNvPr>
          <p:cNvSpPr>
            <a:spLocks xmlns:a="http://schemas.openxmlformats.org/drawingml/2006/main" noGrp="1"/>
          </p:cNvSpPr>
          <p:nvPr/>
        </p:nvSpPr>
        <p:spPr>
          <a:xfrm xmlns:a="http://schemas.openxmlformats.org/drawingml/2006/main">
            <a:off x="419729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3" name="figure-practice_grid-50">
            <a:extLst xmlns:a="http://schemas.openxmlformats.org/drawingml/2006/main">
              <a:ext uri="{FF2B5EF4-FFF2-40B4-BE49-F238E27FC236}">
                <a16:creationId xmlns:a16="http://schemas.microsoft.com/office/drawing/2014/main" id="{3BDE8462-04AE-4CF3-8564-1048C0246D42}"/>
              </a:ext>
            </a:extLst>
          </p:cNvPr>
          <p:cNvSpPr>
            <a:spLocks xmlns:a="http://schemas.openxmlformats.org/drawingml/2006/main" noGrp="1"/>
          </p:cNvSpPr>
          <p:nvPr/>
        </p:nvSpPr>
        <p:spPr>
          <a:xfrm xmlns:a="http://schemas.openxmlformats.org/drawingml/2006/main">
            <a:off x="2040686" y="407688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4" name="figure-practice_grid-51">
            <a:extLst xmlns:a="http://schemas.openxmlformats.org/drawingml/2006/main">
              <a:ext uri="{FF2B5EF4-FFF2-40B4-BE49-F238E27FC236}">
                <a16:creationId xmlns:a16="http://schemas.microsoft.com/office/drawing/2014/main" id="{3ABC0F94-73C0-40EE-B4B5-117AD609B96F}"/>
              </a:ext>
            </a:extLst>
          </p:cNvPr>
          <p:cNvSpPr>
            <a:spLocks xmlns:a="http://schemas.openxmlformats.org/drawingml/2006/main" noGrp="1"/>
          </p:cNvSpPr>
          <p:nvPr/>
        </p:nvSpPr>
        <p:spPr>
          <a:xfrm xmlns:a="http://schemas.openxmlformats.org/drawingml/2006/main">
            <a:off x="428714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5" name="figure-practice_grid-52">
            <a:extLst xmlns:a="http://schemas.openxmlformats.org/drawingml/2006/main">
              <a:ext uri="{FF2B5EF4-FFF2-40B4-BE49-F238E27FC236}">
                <a16:creationId xmlns:a16="http://schemas.microsoft.com/office/drawing/2014/main" id="{3F8C331B-C4E3-4D36-948D-61CD57C7B9AB}"/>
              </a:ext>
            </a:extLst>
          </p:cNvPr>
          <p:cNvSpPr>
            <a:spLocks xmlns:a="http://schemas.openxmlformats.org/drawingml/2006/main" noGrp="1"/>
          </p:cNvSpPr>
          <p:nvPr/>
        </p:nvSpPr>
        <p:spPr>
          <a:xfrm xmlns:a="http://schemas.openxmlformats.org/drawingml/2006/main">
            <a:off x="2040686" y="416673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6" name="figure-practice_grid-53">
            <a:extLst xmlns:a="http://schemas.openxmlformats.org/drawingml/2006/main">
              <a:ext uri="{FF2B5EF4-FFF2-40B4-BE49-F238E27FC236}">
                <a16:creationId xmlns:a16="http://schemas.microsoft.com/office/drawing/2014/main" id="{13B7C0B4-C8C5-4BAD-B670-8E1009657AAB}"/>
              </a:ext>
            </a:extLst>
          </p:cNvPr>
          <p:cNvSpPr>
            <a:spLocks xmlns:a="http://schemas.openxmlformats.org/drawingml/2006/main" noGrp="1"/>
          </p:cNvSpPr>
          <p:nvPr/>
        </p:nvSpPr>
        <p:spPr>
          <a:xfrm xmlns:a="http://schemas.openxmlformats.org/drawingml/2006/main">
            <a:off x="437700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7" name="figure-practice_grid-54">
            <a:extLst xmlns:a="http://schemas.openxmlformats.org/drawingml/2006/main">
              <a:ext uri="{FF2B5EF4-FFF2-40B4-BE49-F238E27FC236}">
                <a16:creationId xmlns:a16="http://schemas.microsoft.com/office/drawing/2014/main" id="{E6C2FCFF-24FB-420D-9C41-BA7AFFCEDDE8}"/>
              </a:ext>
            </a:extLst>
          </p:cNvPr>
          <p:cNvSpPr>
            <a:spLocks xmlns:a="http://schemas.openxmlformats.org/drawingml/2006/main" noGrp="1"/>
          </p:cNvSpPr>
          <p:nvPr/>
        </p:nvSpPr>
        <p:spPr>
          <a:xfrm xmlns:a="http://schemas.openxmlformats.org/drawingml/2006/main">
            <a:off x="2040686" y="425659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8" name="figure-practice_grid-55">
            <a:extLst xmlns:a="http://schemas.openxmlformats.org/drawingml/2006/main">
              <a:ext uri="{FF2B5EF4-FFF2-40B4-BE49-F238E27FC236}">
                <a16:creationId xmlns:a16="http://schemas.microsoft.com/office/drawing/2014/main" id="{12B57C29-27B6-4B66-AB83-A8010BBC806F}"/>
              </a:ext>
            </a:extLst>
          </p:cNvPr>
          <p:cNvSpPr>
            <a:spLocks xmlns:a="http://schemas.openxmlformats.org/drawingml/2006/main" noGrp="1"/>
          </p:cNvSpPr>
          <p:nvPr/>
        </p:nvSpPr>
        <p:spPr>
          <a:xfrm xmlns:a="http://schemas.openxmlformats.org/drawingml/2006/main">
            <a:off x="446686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9" name="figure-practice_grid-56">
            <a:extLst xmlns:a="http://schemas.openxmlformats.org/drawingml/2006/main">
              <a:ext uri="{FF2B5EF4-FFF2-40B4-BE49-F238E27FC236}">
                <a16:creationId xmlns:a16="http://schemas.microsoft.com/office/drawing/2014/main" id="{FCFBC493-C2E5-408B-AFDA-7491C63243FB}"/>
              </a:ext>
            </a:extLst>
          </p:cNvPr>
          <p:cNvSpPr>
            <a:spLocks xmlns:a="http://schemas.openxmlformats.org/drawingml/2006/main" noGrp="1"/>
          </p:cNvSpPr>
          <p:nvPr/>
        </p:nvSpPr>
        <p:spPr>
          <a:xfrm xmlns:a="http://schemas.openxmlformats.org/drawingml/2006/main">
            <a:off x="2040686" y="434645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0" name="figure-practice_grid-57">
            <a:extLst xmlns:a="http://schemas.openxmlformats.org/drawingml/2006/main">
              <a:ext uri="{FF2B5EF4-FFF2-40B4-BE49-F238E27FC236}">
                <a16:creationId xmlns:a16="http://schemas.microsoft.com/office/drawing/2014/main" id="{9B7B0EBE-4396-430B-B13C-EA0E2065EDE8}"/>
              </a:ext>
            </a:extLst>
          </p:cNvPr>
          <p:cNvSpPr>
            <a:spLocks xmlns:a="http://schemas.openxmlformats.org/drawingml/2006/main" noGrp="1"/>
          </p:cNvSpPr>
          <p:nvPr/>
        </p:nvSpPr>
        <p:spPr>
          <a:xfrm xmlns:a="http://schemas.openxmlformats.org/drawingml/2006/main">
            <a:off x="455672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1" name="figure-practice_grid-58">
            <a:extLst xmlns:a="http://schemas.openxmlformats.org/drawingml/2006/main">
              <a:ext uri="{FF2B5EF4-FFF2-40B4-BE49-F238E27FC236}">
                <a16:creationId xmlns:a16="http://schemas.microsoft.com/office/drawing/2014/main" id="{C188419D-1DAD-421E-98E2-95359803FC5B}"/>
              </a:ext>
            </a:extLst>
          </p:cNvPr>
          <p:cNvSpPr>
            <a:spLocks xmlns:a="http://schemas.openxmlformats.org/drawingml/2006/main" noGrp="1"/>
          </p:cNvSpPr>
          <p:nvPr/>
        </p:nvSpPr>
        <p:spPr>
          <a:xfrm xmlns:a="http://schemas.openxmlformats.org/drawingml/2006/main">
            <a:off x="2040686" y="443631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2" name="figure-practice_grid-59">
            <a:extLst xmlns:a="http://schemas.openxmlformats.org/drawingml/2006/main">
              <a:ext uri="{FF2B5EF4-FFF2-40B4-BE49-F238E27FC236}">
                <a16:creationId xmlns:a16="http://schemas.microsoft.com/office/drawing/2014/main" id="{13598A11-3FC9-4A40-9558-34BDB85EE5F9}"/>
              </a:ext>
            </a:extLst>
          </p:cNvPr>
          <p:cNvSpPr>
            <a:spLocks xmlns:a="http://schemas.openxmlformats.org/drawingml/2006/main" noGrp="1"/>
          </p:cNvSpPr>
          <p:nvPr/>
        </p:nvSpPr>
        <p:spPr>
          <a:xfrm xmlns:a="http://schemas.openxmlformats.org/drawingml/2006/main">
            <a:off x="464658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3" name="figure-practice_grid-60">
            <a:extLst xmlns:a="http://schemas.openxmlformats.org/drawingml/2006/main">
              <a:ext uri="{FF2B5EF4-FFF2-40B4-BE49-F238E27FC236}">
                <a16:creationId xmlns:a16="http://schemas.microsoft.com/office/drawing/2014/main" id="{1A262C3E-09F4-48F6-A1DB-75EA1B1D934B}"/>
              </a:ext>
            </a:extLst>
          </p:cNvPr>
          <p:cNvSpPr>
            <a:spLocks xmlns:a="http://schemas.openxmlformats.org/drawingml/2006/main" noGrp="1"/>
          </p:cNvSpPr>
          <p:nvPr/>
        </p:nvSpPr>
        <p:spPr>
          <a:xfrm xmlns:a="http://schemas.openxmlformats.org/drawingml/2006/main">
            <a:off x="2040686" y="452617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4" name="figure-practice_grid-61">
            <a:extLst xmlns:a="http://schemas.openxmlformats.org/drawingml/2006/main">
              <a:ext uri="{FF2B5EF4-FFF2-40B4-BE49-F238E27FC236}">
                <a16:creationId xmlns:a16="http://schemas.microsoft.com/office/drawing/2014/main" id="{8DBAD79B-2D97-4598-A130-6159CD6C42B2}"/>
              </a:ext>
            </a:extLst>
          </p:cNvPr>
          <p:cNvSpPr>
            <a:spLocks xmlns:a="http://schemas.openxmlformats.org/drawingml/2006/main" noGrp="1"/>
          </p:cNvSpPr>
          <p:nvPr/>
        </p:nvSpPr>
        <p:spPr>
          <a:xfrm xmlns:a="http://schemas.openxmlformats.org/drawingml/2006/main">
            <a:off x="473644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75" name="figure-practice_grid-62">
            <a:extLst xmlns:a="http://schemas.openxmlformats.org/drawingml/2006/main">
              <a:ext uri="{FF2B5EF4-FFF2-40B4-BE49-F238E27FC236}">
                <a16:creationId xmlns:a16="http://schemas.microsoft.com/office/drawing/2014/main" id="{11872A5B-97E6-4578-BD27-41EE11563C3A}"/>
              </a:ext>
            </a:extLst>
          </p:cNvPr>
          <p:cNvSpPr>
            <a:spLocks xmlns:a="http://schemas.openxmlformats.org/drawingml/2006/main" noGrp="1"/>
          </p:cNvSpPr>
          <p:nvPr/>
        </p:nvSpPr>
        <p:spPr>
          <a:xfrm xmlns:a="http://schemas.openxmlformats.org/drawingml/2006/main">
            <a:off x="2040686" y="461603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76" name="figure-practice_grid-63">
            <a:extLst xmlns:a="http://schemas.openxmlformats.org/drawingml/2006/main">
              <a:ext uri="{FF2B5EF4-FFF2-40B4-BE49-F238E27FC236}">
                <a16:creationId xmlns:a16="http://schemas.microsoft.com/office/drawing/2014/main" id="{2F34308D-1628-4922-AAA0-02A951623C45}"/>
              </a:ext>
            </a:extLst>
          </p:cNvPr>
          <p:cNvSpPr>
            <a:spLocks xmlns:a="http://schemas.openxmlformats.org/drawingml/2006/main" noGrp="1"/>
          </p:cNvSpPr>
          <p:nvPr/>
        </p:nvSpPr>
        <p:spPr>
          <a:xfrm xmlns:a="http://schemas.openxmlformats.org/drawingml/2006/main">
            <a:off x="482630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7" name="figure-practice_grid-64">
            <a:extLst xmlns:a="http://schemas.openxmlformats.org/drawingml/2006/main">
              <a:ext uri="{FF2B5EF4-FFF2-40B4-BE49-F238E27FC236}">
                <a16:creationId xmlns:a16="http://schemas.microsoft.com/office/drawing/2014/main" id="{D08C2D9B-335D-4381-9DA1-96EDD242BB6B}"/>
              </a:ext>
            </a:extLst>
          </p:cNvPr>
          <p:cNvSpPr>
            <a:spLocks xmlns:a="http://schemas.openxmlformats.org/drawingml/2006/main" noGrp="1"/>
          </p:cNvSpPr>
          <p:nvPr/>
        </p:nvSpPr>
        <p:spPr>
          <a:xfrm xmlns:a="http://schemas.openxmlformats.org/drawingml/2006/main">
            <a:off x="2040686" y="470588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8" name="figure-practice_grid-65">
            <a:extLst xmlns:a="http://schemas.openxmlformats.org/drawingml/2006/main">
              <a:ext uri="{FF2B5EF4-FFF2-40B4-BE49-F238E27FC236}">
                <a16:creationId xmlns:a16="http://schemas.microsoft.com/office/drawing/2014/main" id="{B3A33CFE-C65D-4EBE-9708-BDC159BD244F}"/>
              </a:ext>
            </a:extLst>
          </p:cNvPr>
          <p:cNvSpPr>
            <a:spLocks xmlns:a="http://schemas.openxmlformats.org/drawingml/2006/main" noGrp="1"/>
          </p:cNvSpPr>
          <p:nvPr/>
        </p:nvSpPr>
        <p:spPr>
          <a:xfrm xmlns:a="http://schemas.openxmlformats.org/drawingml/2006/main">
            <a:off x="491615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9" name="figure-practice_grid-66">
            <a:extLst xmlns:a="http://schemas.openxmlformats.org/drawingml/2006/main">
              <a:ext uri="{FF2B5EF4-FFF2-40B4-BE49-F238E27FC236}">
                <a16:creationId xmlns:a16="http://schemas.microsoft.com/office/drawing/2014/main" id="{FE987B58-A875-4B7E-86D2-5E0D2F0E79AC}"/>
              </a:ext>
            </a:extLst>
          </p:cNvPr>
          <p:cNvSpPr>
            <a:spLocks xmlns:a="http://schemas.openxmlformats.org/drawingml/2006/main" noGrp="1"/>
          </p:cNvSpPr>
          <p:nvPr/>
        </p:nvSpPr>
        <p:spPr>
          <a:xfrm xmlns:a="http://schemas.openxmlformats.org/drawingml/2006/main">
            <a:off x="2040686" y="479574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0" name="figure-practice_grid-67">
            <a:extLst xmlns:a="http://schemas.openxmlformats.org/drawingml/2006/main">
              <a:ext uri="{FF2B5EF4-FFF2-40B4-BE49-F238E27FC236}">
                <a16:creationId xmlns:a16="http://schemas.microsoft.com/office/drawing/2014/main" id="{B0F0C075-B16C-4FFD-9B32-BD417F52A6EB}"/>
              </a:ext>
            </a:extLst>
          </p:cNvPr>
          <p:cNvSpPr>
            <a:spLocks xmlns:a="http://schemas.openxmlformats.org/drawingml/2006/main" noGrp="1"/>
          </p:cNvSpPr>
          <p:nvPr/>
        </p:nvSpPr>
        <p:spPr>
          <a:xfrm xmlns:a="http://schemas.openxmlformats.org/drawingml/2006/main">
            <a:off x="500601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1" name="figure-practice_grid-68">
            <a:extLst xmlns:a="http://schemas.openxmlformats.org/drawingml/2006/main">
              <a:ext uri="{FF2B5EF4-FFF2-40B4-BE49-F238E27FC236}">
                <a16:creationId xmlns:a16="http://schemas.microsoft.com/office/drawing/2014/main" id="{4A391660-9970-41B1-8130-9D4046719DB6}"/>
              </a:ext>
            </a:extLst>
          </p:cNvPr>
          <p:cNvSpPr>
            <a:spLocks xmlns:a="http://schemas.openxmlformats.org/drawingml/2006/main" noGrp="1"/>
          </p:cNvSpPr>
          <p:nvPr/>
        </p:nvSpPr>
        <p:spPr>
          <a:xfrm xmlns:a="http://schemas.openxmlformats.org/drawingml/2006/main">
            <a:off x="2040686" y="488560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2" name="figure-practice_grid-69">
            <a:extLst xmlns:a="http://schemas.openxmlformats.org/drawingml/2006/main">
              <a:ext uri="{FF2B5EF4-FFF2-40B4-BE49-F238E27FC236}">
                <a16:creationId xmlns:a16="http://schemas.microsoft.com/office/drawing/2014/main" id="{02BF527D-6C36-4628-9465-3CCC107930BA}"/>
              </a:ext>
            </a:extLst>
          </p:cNvPr>
          <p:cNvSpPr>
            <a:spLocks xmlns:a="http://schemas.openxmlformats.org/drawingml/2006/main" noGrp="1"/>
          </p:cNvSpPr>
          <p:nvPr/>
        </p:nvSpPr>
        <p:spPr>
          <a:xfrm xmlns:a="http://schemas.openxmlformats.org/drawingml/2006/main">
            <a:off x="509587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3" name="figure-practice_grid-70">
            <a:extLst xmlns:a="http://schemas.openxmlformats.org/drawingml/2006/main">
              <a:ext uri="{FF2B5EF4-FFF2-40B4-BE49-F238E27FC236}">
                <a16:creationId xmlns:a16="http://schemas.microsoft.com/office/drawing/2014/main" id="{2041EB9F-87D1-4DB3-9DE6-8CC073D4CA68}"/>
              </a:ext>
            </a:extLst>
          </p:cNvPr>
          <p:cNvSpPr>
            <a:spLocks xmlns:a="http://schemas.openxmlformats.org/drawingml/2006/main" noGrp="1"/>
          </p:cNvSpPr>
          <p:nvPr/>
        </p:nvSpPr>
        <p:spPr>
          <a:xfrm xmlns:a="http://schemas.openxmlformats.org/drawingml/2006/main">
            <a:off x="2040686" y="497546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4" name="figure-practice_grid-71">
            <a:extLst xmlns:a="http://schemas.openxmlformats.org/drawingml/2006/main">
              <a:ext uri="{FF2B5EF4-FFF2-40B4-BE49-F238E27FC236}">
                <a16:creationId xmlns:a16="http://schemas.microsoft.com/office/drawing/2014/main" id="{00E058B7-9F49-48CF-8124-571844ACE5F9}"/>
              </a:ext>
            </a:extLst>
          </p:cNvPr>
          <p:cNvSpPr>
            <a:spLocks xmlns:a="http://schemas.openxmlformats.org/drawingml/2006/main" noGrp="1"/>
          </p:cNvSpPr>
          <p:nvPr/>
        </p:nvSpPr>
        <p:spPr>
          <a:xfrm xmlns:a="http://schemas.openxmlformats.org/drawingml/2006/main">
            <a:off x="518573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5" name="figure-practice_grid-72">
            <a:extLst xmlns:a="http://schemas.openxmlformats.org/drawingml/2006/main">
              <a:ext uri="{FF2B5EF4-FFF2-40B4-BE49-F238E27FC236}">
                <a16:creationId xmlns:a16="http://schemas.microsoft.com/office/drawing/2014/main" id="{98866DA9-8208-4C72-8F31-8EF389ACB2DD}"/>
              </a:ext>
            </a:extLst>
          </p:cNvPr>
          <p:cNvSpPr>
            <a:spLocks xmlns:a="http://schemas.openxmlformats.org/drawingml/2006/main" noGrp="1"/>
          </p:cNvSpPr>
          <p:nvPr/>
        </p:nvSpPr>
        <p:spPr>
          <a:xfrm xmlns:a="http://schemas.openxmlformats.org/drawingml/2006/main">
            <a:off x="2040686" y="506532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6" name="figure-practice_grid-73">
            <a:extLst xmlns:a="http://schemas.openxmlformats.org/drawingml/2006/main">
              <a:ext uri="{FF2B5EF4-FFF2-40B4-BE49-F238E27FC236}">
                <a16:creationId xmlns:a16="http://schemas.microsoft.com/office/drawing/2014/main" id="{89798431-3F2F-4D16-9259-09C6EC327D3C}"/>
              </a:ext>
            </a:extLst>
          </p:cNvPr>
          <p:cNvSpPr>
            <a:spLocks xmlns:a="http://schemas.openxmlformats.org/drawingml/2006/main" noGrp="1"/>
          </p:cNvSpPr>
          <p:nvPr/>
        </p:nvSpPr>
        <p:spPr>
          <a:xfrm xmlns:a="http://schemas.openxmlformats.org/drawingml/2006/main">
            <a:off x="527559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7" name="figure-practice_grid-74">
            <a:extLst xmlns:a="http://schemas.openxmlformats.org/drawingml/2006/main">
              <a:ext uri="{FF2B5EF4-FFF2-40B4-BE49-F238E27FC236}">
                <a16:creationId xmlns:a16="http://schemas.microsoft.com/office/drawing/2014/main" id="{208567B2-E23D-497E-AA25-6AE5EDF9EBB3}"/>
              </a:ext>
            </a:extLst>
          </p:cNvPr>
          <p:cNvSpPr>
            <a:spLocks xmlns:a="http://schemas.openxmlformats.org/drawingml/2006/main" noGrp="1"/>
          </p:cNvSpPr>
          <p:nvPr/>
        </p:nvSpPr>
        <p:spPr>
          <a:xfrm xmlns:a="http://schemas.openxmlformats.org/drawingml/2006/main">
            <a:off x="2040686" y="515518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8" name="figure-practice_grid-75">
            <a:extLst xmlns:a="http://schemas.openxmlformats.org/drawingml/2006/main">
              <a:ext uri="{FF2B5EF4-FFF2-40B4-BE49-F238E27FC236}">
                <a16:creationId xmlns:a16="http://schemas.microsoft.com/office/drawing/2014/main" id="{05EEE4C6-6824-40D1-9A80-EE39F65B5712}"/>
              </a:ext>
            </a:extLst>
          </p:cNvPr>
          <p:cNvSpPr>
            <a:spLocks xmlns:a="http://schemas.openxmlformats.org/drawingml/2006/main" noGrp="1"/>
          </p:cNvSpPr>
          <p:nvPr/>
        </p:nvSpPr>
        <p:spPr>
          <a:xfrm xmlns:a="http://schemas.openxmlformats.org/drawingml/2006/main">
            <a:off x="536545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9" name="figure-practice_grid-76">
            <a:extLst xmlns:a="http://schemas.openxmlformats.org/drawingml/2006/main">
              <a:ext uri="{FF2B5EF4-FFF2-40B4-BE49-F238E27FC236}">
                <a16:creationId xmlns:a16="http://schemas.microsoft.com/office/drawing/2014/main" id="{BB693A6D-6E58-446D-9D91-ED69326D6829}"/>
              </a:ext>
            </a:extLst>
          </p:cNvPr>
          <p:cNvSpPr>
            <a:spLocks xmlns:a="http://schemas.openxmlformats.org/drawingml/2006/main" noGrp="1"/>
          </p:cNvSpPr>
          <p:nvPr/>
        </p:nvSpPr>
        <p:spPr>
          <a:xfrm xmlns:a="http://schemas.openxmlformats.org/drawingml/2006/main">
            <a:off x="2040686" y="524504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0" name="figure-practice_grid-77">
            <a:extLst xmlns:a="http://schemas.openxmlformats.org/drawingml/2006/main">
              <a:ext uri="{FF2B5EF4-FFF2-40B4-BE49-F238E27FC236}">
                <a16:creationId xmlns:a16="http://schemas.microsoft.com/office/drawing/2014/main" id="{065433DF-E81C-41D5-B51D-402C5BAB3F52}"/>
              </a:ext>
            </a:extLst>
          </p:cNvPr>
          <p:cNvSpPr>
            <a:spLocks xmlns:a="http://schemas.openxmlformats.org/drawingml/2006/main" noGrp="1"/>
          </p:cNvSpPr>
          <p:nvPr/>
        </p:nvSpPr>
        <p:spPr>
          <a:xfrm xmlns:a="http://schemas.openxmlformats.org/drawingml/2006/main">
            <a:off x="545530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91" name="figure-practice_grid-78">
            <a:extLst xmlns:a="http://schemas.openxmlformats.org/drawingml/2006/main">
              <a:ext uri="{FF2B5EF4-FFF2-40B4-BE49-F238E27FC236}">
                <a16:creationId xmlns:a16="http://schemas.microsoft.com/office/drawing/2014/main" id="{8A0C8704-147B-4E6A-B112-B1CA959F9990}"/>
              </a:ext>
            </a:extLst>
          </p:cNvPr>
          <p:cNvSpPr>
            <a:spLocks xmlns:a="http://schemas.openxmlformats.org/drawingml/2006/main" noGrp="1"/>
          </p:cNvSpPr>
          <p:nvPr/>
        </p:nvSpPr>
        <p:spPr>
          <a:xfrm xmlns:a="http://schemas.openxmlformats.org/drawingml/2006/main">
            <a:off x="2040686" y="533489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2" name="figure-practice_grid-79">
            <a:extLst xmlns:a="http://schemas.openxmlformats.org/drawingml/2006/main">
              <a:ext uri="{FF2B5EF4-FFF2-40B4-BE49-F238E27FC236}">
                <a16:creationId xmlns:a16="http://schemas.microsoft.com/office/drawing/2014/main" id="{3822483F-7FF3-4EE9-9E3D-F4C574932968}"/>
              </a:ext>
            </a:extLst>
          </p:cNvPr>
          <p:cNvSpPr>
            <a:spLocks xmlns:a="http://schemas.openxmlformats.org/drawingml/2006/main" noGrp="1"/>
          </p:cNvSpPr>
          <p:nvPr/>
        </p:nvSpPr>
        <p:spPr>
          <a:xfrm xmlns:a="http://schemas.openxmlformats.org/drawingml/2006/main">
            <a:off x="554516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93" name="figure-practice_grid-80">
            <a:extLst xmlns:a="http://schemas.openxmlformats.org/drawingml/2006/main">
              <a:ext uri="{FF2B5EF4-FFF2-40B4-BE49-F238E27FC236}">
                <a16:creationId xmlns:a16="http://schemas.microsoft.com/office/drawing/2014/main" id="{39A6A659-9B2B-4669-9206-BDE5CBAB7D7A}"/>
              </a:ext>
            </a:extLst>
          </p:cNvPr>
          <p:cNvSpPr>
            <a:spLocks xmlns:a="http://schemas.openxmlformats.org/drawingml/2006/main" noGrp="1"/>
          </p:cNvSpPr>
          <p:nvPr/>
        </p:nvSpPr>
        <p:spPr>
          <a:xfrm xmlns:a="http://schemas.openxmlformats.org/drawingml/2006/main">
            <a:off x="2040686" y="542475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4" name="figure-practice_grid-81">
            <a:extLst xmlns:a="http://schemas.openxmlformats.org/drawingml/2006/main">
              <a:ext uri="{FF2B5EF4-FFF2-40B4-BE49-F238E27FC236}">
                <a16:creationId xmlns:a16="http://schemas.microsoft.com/office/drawing/2014/main" id="{E21F491C-B4DD-43F2-A340-8FF99354AEEF}"/>
              </a:ext>
            </a:extLst>
          </p:cNvPr>
          <p:cNvSpPr>
            <a:spLocks xmlns:a="http://schemas.openxmlformats.org/drawingml/2006/main" noGrp="1"/>
          </p:cNvSpPr>
          <p:nvPr/>
        </p:nvSpPr>
        <p:spPr>
          <a:xfrm xmlns:a="http://schemas.openxmlformats.org/drawingml/2006/main">
            <a:off x="563502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95" name="figure-practice_grid-82">
            <a:extLst xmlns:a="http://schemas.openxmlformats.org/drawingml/2006/main">
              <a:ext uri="{FF2B5EF4-FFF2-40B4-BE49-F238E27FC236}">
                <a16:creationId xmlns:a16="http://schemas.microsoft.com/office/drawing/2014/main" id="{23BCE9AD-6013-4975-8CC8-CA040B1E5A97}"/>
              </a:ext>
            </a:extLst>
          </p:cNvPr>
          <p:cNvSpPr>
            <a:spLocks xmlns:a="http://schemas.openxmlformats.org/drawingml/2006/main" noGrp="1"/>
          </p:cNvSpPr>
          <p:nvPr/>
        </p:nvSpPr>
        <p:spPr>
          <a:xfrm xmlns:a="http://schemas.openxmlformats.org/drawingml/2006/main">
            <a:off x="2040686" y="551461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96" name="figure-practice_grid-83">
            <a:extLst xmlns:a="http://schemas.openxmlformats.org/drawingml/2006/main">
              <a:ext uri="{FF2B5EF4-FFF2-40B4-BE49-F238E27FC236}">
                <a16:creationId xmlns:a16="http://schemas.microsoft.com/office/drawing/2014/main" id="{219A92BC-4808-444A-A1A1-9F545682F286}"/>
              </a:ext>
            </a:extLst>
          </p:cNvPr>
          <p:cNvSpPr>
            <a:spLocks xmlns:a="http://schemas.openxmlformats.org/drawingml/2006/main" noGrp="1"/>
          </p:cNvSpPr>
          <p:nvPr/>
        </p:nvSpPr>
        <p:spPr>
          <a:xfrm xmlns:a="http://schemas.openxmlformats.org/drawingml/2006/main">
            <a:off x="1947845"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10</a:t>
            </a:r>
          </a:p>
        </p:txBody>
      </p:sp>
      <p:sp>
        <p:nvSpPr>
          <p:cNvPr id="97" name="figure-practice_grid-84">
            <a:extLst xmlns:a="http://schemas.openxmlformats.org/drawingml/2006/main">
              <a:ext uri="{FF2B5EF4-FFF2-40B4-BE49-F238E27FC236}">
                <a16:creationId xmlns:a16="http://schemas.microsoft.com/office/drawing/2014/main" id="{E5AC1C67-2283-48B1-89A9-DF9B89C7644D}"/>
              </a:ext>
            </a:extLst>
          </p:cNvPr>
          <p:cNvSpPr>
            <a:spLocks xmlns:a="http://schemas.openxmlformats.org/drawingml/2006/main" noGrp="1"/>
          </p:cNvSpPr>
          <p:nvPr/>
        </p:nvSpPr>
        <p:spPr>
          <a:xfrm xmlns:a="http://schemas.openxmlformats.org/drawingml/2006/main">
            <a:off x="2846429"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11</a:t>
            </a:r>
          </a:p>
        </p:txBody>
      </p:sp>
      <p:sp>
        <p:nvSpPr>
          <p:cNvPr id="98" name="figure-practice_grid-85">
            <a:extLst xmlns:a="http://schemas.openxmlformats.org/drawingml/2006/main">
              <a:ext uri="{FF2B5EF4-FFF2-40B4-BE49-F238E27FC236}">
                <a16:creationId xmlns:a16="http://schemas.microsoft.com/office/drawing/2014/main" id="{82F2BC37-76F8-4197-A8CF-78E45881837B}"/>
              </a:ext>
            </a:extLst>
          </p:cNvPr>
          <p:cNvSpPr>
            <a:spLocks xmlns:a="http://schemas.openxmlformats.org/drawingml/2006/main" noGrp="1"/>
          </p:cNvSpPr>
          <p:nvPr/>
        </p:nvSpPr>
        <p:spPr>
          <a:xfrm xmlns:a="http://schemas.openxmlformats.org/drawingml/2006/main">
            <a:off x="3745014"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12</a:t>
            </a:r>
          </a:p>
        </p:txBody>
      </p:sp>
      <p:sp>
        <p:nvSpPr>
          <p:cNvPr id="99" name="figure-practice_grid-86">
            <a:extLst xmlns:a="http://schemas.openxmlformats.org/drawingml/2006/main">
              <a:ext uri="{FF2B5EF4-FFF2-40B4-BE49-F238E27FC236}">
                <a16:creationId xmlns:a16="http://schemas.microsoft.com/office/drawing/2014/main" id="{D91DCB53-1ECA-41E7-9917-108E581FD25C}"/>
              </a:ext>
            </a:extLst>
          </p:cNvPr>
          <p:cNvSpPr>
            <a:spLocks xmlns:a="http://schemas.openxmlformats.org/drawingml/2006/main" noGrp="1"/>
          </p:cNvSpPr>
          <p:nvPr/>
        </p:nvSpPr>
        <p:spPr>
          <a:xfrm xmlns:a="http://schemas.openxmlformats.org/drawingml/2006/main">
            <a:off x="4643599"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13</a:t>
            </a:r>
          </a:p>
        </p:txBody>
      </p:sp>
      <p:sp>
        <p:nvSpPr>
          <p:cNvPr id="100" name="figure-practice_grid-87">
            <a:extLst xmlns:a="http://schemas.openxmlformats.org/drawingml/2006/main">
              <a:ext uri="{FF2B5EF4-FFF2-40B4-BE49-F238E27FC236}">
                <a16:creationId xmlns:a16="http://schemas.microsoft.com/office/drawing/2014/main" id="{528027BD-7792-4362-A96B-86E8EF93305A}"/>
              </a:ext>
            </a:extLst>
          </p:cNvPr>
          <p:cNvSpPr>
            <a:spLocks xmlns:a="http://schemas.openxmlformats.org/drawingml/2006/main" noGrp="1"/>
          </p:cNvSpPr>
          <p:nvPr/>
        </p:nvSpPr>
        <p:spPr>
          <a:xfrm xmlns:a="http://schemas.openxmlformats.org/drawingml/2006/main">
            <a:off x="5542184"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14</a:t>
            </a:r>
          </a:p>
        </p:txBody>
      </p:sp>
      <p:sp>
        <p:nvSpPr>
          <p:cNvPr id="101" name="figure-practice_grid-88">
            <a:extLst xmlns:a="http://schemas.openxmlformats.org/drawingml/2006/main">
              <a:ext uri="{FF2B5EF4-FFF2-40B4-BE49-F238E27FC236}">
                <a16:creationId xmlns:a16="http://schemas.microsoft.com/office/drawing/2014/main" id="{3077EB9B-D275-49FB-A1CB-74408DEC204D}"/>
              </a:ext>
            </a:extLst>
          </p:cNvPr>
          <p:cNvSpPr>
            <a:spLocks xmlns:a="http://schemas.openxmlformats.org/drawingml/2006/main" noGrp="1"/>
          </p:cNvSpPr>
          <p:nvPr/>
        </p:nvSpPr>
        <p:spPr>
          <a:xfrm xmlns:a="http://schemas.openxmlformats.org/drawingml/2006/main">
            <a:off x="1759142" y="539000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20</a:t>
            </a:r>
          </a:p>
        </p:txBody>
      </p:sp>
      <p:sp>
        <p:nvSpPr>
          <p:cNvPr id="102" name="figure-practice_grid-89">
            <a:extLst xmlns:a="http://schemas.openxmlformats.org/drawingml/2006/main">
              <a:ext uri="{FF2B5EF4-FFF2-40B4-BE49-F238E27FC236}">
                <a16:creationId xmlns:a16="http://schemas.microsoft.com/office/drawing/2014/main" id="{AD9800EC-122A-4C4F-B887-A4A9378D1A03}"/>
              </a:ext>
            </a:extLst>
          </p:cNvPr>
          <p:cNvSpPr>
            <a:spLocks xmlns:a="http://schemas.openxmlformats.org/drawingml/2006/main" noGrp="1"/>
          </p:cNvSpPr>
          <p:nvPr/>
        </p:nvSpPr>
        <p:spPr>
          <a:xfrm xmlns:a="http://schemas.openxmlformats.org/drawingml/2006/main">
            <a:off x="1759142" y="4491415"/>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21</a:t>
            </a:r>
          </a:p>
        </p:txBody>
      </p:sp>
      <p:sp>
        <p:nvSpPr>
          <p:cNvPr id="103" name="figure-practice_grid-90">
            <a:extLst xmlns:a="http://schemas.openxmlformats.org/drawingml/2006/main">
              <a:ext uri="{FF2B5EF4-FFF2-40B4-BE49-F238E27FC236}">
                <a16:creationId xmlns:a16="http://schemas.microsoft.com/office/drawing/2014/main" id="{733D34AD-E43E-48BF-9BC4-A3481497F28B}"/>
              </a:ext>
            </a:extLst>
          </p:cNvPr>
          <p:cNvSpPr>
            <a:spLocks xmlns:a="http://schemas.openxmlformats.org/drawingml/2006/main" noGrp="1"/>
          </p:cNvSpPr>
          <p:nvPr/>
        </p:nvSpPr>
        <p:spPr>
          <a:xfrm xmlns:a="http://schemas.openxmlformats.org/drawingml/2006/main">
            <a:off x="1759142" y="359283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22</a:t>
            </a:r>
          </a:p>
        </p:txBody>
      </p:sp>
      <p:sp>
        <p:nvSpPr>
          <p:cNvPr id="104" name="figure-practice_grid-91">
            <a:extLst xmlns:a="http://schemas.openxmlformats.org/drawingml/2006/main">
              <a:ext uri="{FF2B5EF4-FFF2-40B4-BE49-F238E27FC236}">
                <a16:creationId xmlns:a16="http://schemas.microsoft.com/office/drawing/2014/main" id="{78018551-7450-4FD4-9F6E-367052D0865E}"/>
              </a:ext>
            </a:extLst>
          </p:cNvPr>
          <p:cNvSpPr>
            <a:spLocks xmlns:a="http://schemas.openxmlformats.org/drawingml/2006/main" noGrp="1"/>
          </p:cNvSpPr>
          <p:nvPr/>
        </p:nvSpPr>
        <p:spPr>
          <a:xfrm xmlns:a="http://schemas.openxmlformats.org/drawingml/2006/main">
            <a:off x="1759142" y="2694245"/>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23</a:t>
            </a:r>
          </a:p>
        </p:txBody>
      </p:sp>
      <p:sp>
        <p:nvSpPr>
          <p:cNvPr id="105" name="figure-practice_grid-92">
            <a:extLst xmlns:a="http://schemas.openxmlformats.org/drawingml/2006/main">
              <a:ext uri="{FF2B5EF4-FFF2-40B4-BE49-F238E27FC236}">
                <a16:creationId xmlns:a16="http://schemas.microsoft.com/office/drawing/2014/main" id="{0FD791A5-12DE-4C72-AC11-9D79B69B3414}"/>
              </a:ext>
            </a:extLst>
          </p:cNvPr>
          <p:cNvSpPr>
            <a:spLocks xmlns:a="http://schemas.openxmlformats.org/drawingml/2006/main" noGrp="1"/>
          </p:cNvSpPr>
          <p:nvPr/>
        </p:nvSpPr>
        <p:spPr>
          <a:xfrm xmlns:a="http://schemas.openxmlformats.org/drawingml/2006/main">
            <a:off x="1759142" y="179566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24</a:t>
            </a:r>
          </a:p>
        </p:txBody>
      </p:sp>
      <p:sp>
        <p:nvSpPr>
          <p:cNvPr id="106" name="figure-practice_grid-93">
            <a:extLst xmlns:a="http://schemas.openxmlformats.org/drawingml/2006/main">
              <a:ext uri="{FF2B5EF4-FFF2-40B4-BE49-F238E27FC236}">
                <a16:creationId xmlns:a16="http://schemas.microsoft.com/office/drawing/2014/main" id="{ED0863AF-0E21-44B3-ABB2-D6BE6C73721A}"/>
              </a:ext>
            </a:extLst>
          </p:cNvPr>
          <p:cNvSpPr>
            <a:spLocks xmlns:a="http://schemas.openxmlformats.org/drawingml/2006/main" noGrp="1"/>
          </p:cNvSpPr>
          <p:nvPr/>
        </p:nvSpPr>
        <p:spPr>
          <a:xfrm xmlns:a="http://schemas.openxmlformats.org/drawingml/2006/main">
            <a:off x="5829731" y="1705802"/>
            <a:ext cx="23282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N</a:t>
            </a:r>
          </a:p>
        </p:txBody>
      </p:sp>
      <p:sp>
        <p:nvSpPr>
          <p:cNvPr id="107" name="figure-practice_grid-94">
            <a:extLst xmlns:a="http://schemas.openxmlformats.org/drawingml/2006/main">
              <a:ext uri="{FF2B5EF4-FFF2-40B4-BE49-F238E27FC236}">
                <a16:creationId xmlns:a16="http://schemas.microsoft.com/office/drawing/2014/main" id="{426B2630-0BEA-4D5D-9AF7-CBE1641B1CB8}"/>
              </a:ext>
            </a:extLst>
          </p:cNvPr>
          <p:cNvSpPr>
            <a:spLocks xmlns:a="http://schemas.openxmlformats.org/drawingml/2006/main" noGrp="1"/>
          </p:cNvSpPr>
          <p:nvPr/>
        </p:nvSpPr>
        <p:spPr>
          <a:xfrm xmlns:a="http://schemas.openxmlformats.org/drawingml/2006/main">
            <a:off x="5904601" y="1965205"/>
            <a:ext cx="8986" cy="323491"/>
          </a:xfrm>
          <a:custGeom xmlns:a="http://schemas.openxmlformats.org/drawingml/2006/main">
            <a:pathLst>
              <a:path w="8986" h="323491">
                <a:moveTo>
                  <a:pt x="0" y="323491"/>
                </a:moveTo>
                <a:lnTo>
                  <a:pt x="0" y="0"/>
                </a:lnTo>
              </a:path>
            </a:pathLst>
          </a:custGeom>
          <a:noFill xmlns:a="http://schemas.openxmlformats.org/drawingml/2006/main"/>
          <a:ln xmlns:a="http://schemas.openxmlformats.org/drawingml/2006/main" w="17972">
            <a:solidFill>
              <a:srgbClr val="23354A"/>
            </a:solidFill>
          </a:ln>
        </p:spPr>
      </p:sp>
      <p:sp>
        <p:nvSpPr>
          <p:cNvPr id="108" name="figure-practice_grid-95">
            <a:extLst xmlns:a="http://schemas.openxmlformats.org/drawingml/2006/main">
              <a:ext uri="{FF2B5EF4-FFF2-40B4-BE49-F238E27FC236}">
                <a16:creationId xmlns:a16="http://schemas.microsoft.com/office/drawing/2014/main" id="{2F64B3A0-D396-4B65-B5A8-F7A9C29E5D2D}"/>
              </a:ext>
            </a:extLst>
          </p:cNvPr>
          <p:cNvSpPr>
            <a:spLocks xmlns:a="http://schemas.openxmlformats.org/drawingml/2006/main" noGrp="1"/>
          </p:cNvSpPr>
          <p:nvPr/>
        </p:nvSpPr>
        <p:spPr>
          <a:xfrm xmlns:a="http://schemas.openxmlformats.org/drawingml/2006/main">
            <a:off x="5850686" y="1965205"/>
            <a:ext cx="107830" cy="80873"/>
          </a:xfrm>
          <a:custGeom xmlns:a="http://schemas.openxmlformats.org/drawingml/2006/main">
            <a:pathLst>
              <a:path w="107830" h="80873">
                <a:moveTo>
                  <a:pt x="0" y="80873"/>
                </a:moveTo>
                <a:lnTo>
                  <a:pt x="53915" y="0"/>
                </a:lnTo>
                <a:lnTo>
                  <a:pt x="107830" y="80873"/>
                </a:lnTo>
              </a:path>
            </a:pathLst>
          </a:custGeom>
          <a:noFill xmlns:a="http://schemas.openxmlformats.org/drawingml/2006/main"/>
          <a:ln xmlns:a="http://schemas.openxmlformats.org/drawingml/2006/main" w="17972">
            <a:solidFill>
              <a:srgbClr val="23354A"/>
            </a:solidFill>
          </a:ln>
        </p:spPr>
      </p:sp>
      <p:sp>
        <p:nvSpPr>
          <p:cNvPr id="109" name="figure-practice_grid-96">
            <a:extLst xmlns:a="http://schemas.openxmlformats.org/drawingml/2006/main">
              <a:ext uri="{FF2B5EF4-FFF2-40B4-BE49-F238E27FC236}">
                <a16:creationId xmlns:a16="http://schemas.microsoft.com/office/drawing/2014/main" id="{7155AFEE-FECF-4DEB-AABC-C9DEB6AA3C00}"/>
              </a:ext>
            </a:extLst>
          </p:cNvPr>
          <p:cNvSpPr>
            <a:spLocks xmlns:a="http://schemas.openxmlformats.org/drawingml/2006/main" noGrp="1"/>
          </p:cNvSpPr>
          <p:nvPr/>
        </p:nvSpPr>
        <p:spPr>
          <a:xfrm xmlns:a="http://schemas.openxmlformats.org/drawingml/2006/main">
            <a:off x="2019731" y="5839292"/>
            <a:ext cx="307041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Each large square is 1 km by 1 km.</a:t>
            </a:r>
          </a:p>
        </p:txBody>
      </p:sp>
      <p:sp>
        <p:nvSpPr>
          <p:cNvPr id="110" name="figure-practice_grid-97">
            <a:extLst xmlns:a="http://schemas.openxmlformats.org/drawingml/2006/main">
              <a:ext uri="{FF2B5EF4-FFF2-40B4-BE49-F238E27FC236}">
                <a16:creationId xmlns:a16="http://schemas.microsoft.com/office/drawing/2014/main" id="{9E11B37A-B8D2-414A-BA45-9C0C92CFCEEB}"/>
              </a:ext>
            </a:extLst>
          </p:cNvPr>
          <p:cNvSpPr>
            <a:spLocks xmlns:a="http://schemas.openxmlformats.org/drawingml/2006/main" noGrp="1"/>
          </p:cNvSpPr>
          <p:nvPr/>
        </p:nvSpPr>
        <p:spPr>
          <a:xfrm xmlns:a="http://schemas.openxmlformats.org/drawingml/2006/main">
            <a:off x="2458528" y="5033873"/>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1" name="figure-practice_grid-98">
            <a:extLst xmlns:a="http://schemas.openxmlformats.org/drawingml/2006/main">
              <a:ext uri="{FF2B5EF4-FFF2-40B4-BE49-F238E27FC236}">
                <a16:creationId xmlns:a16="http://schemas.microsoft.com/office/drawing/2014/main" id="{0444F1BD-4C91-4827-8763-7ACE62DE8E49}"/>
              </a:ext>
            </a:extLst>
          </p:cNvPr>
          <p:cNvSpPr>
            <a:spLocks xmlns:a="http://schemas.openxmlformats.org/drawingml/2006/main" noGrp="1"/>
          </p:cNvSpPr>
          <p:nvPr/>
        </p:nvSpPr>
        <p:spPr>
          <a:xfrm xmlns:a="http://schemas.openxmlformats.org/drawingml/2006/main">
            <a:off x="2531925" y="4850849"/>
            <a:ext cx="42350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Sch</a:t>
            </a:r>
          </a:p>
        </p:txBody>
      </p:sp>
      <p:sp>
        <p:nvSpPr>
          <p:cNvPr id="112" name="figure-practice_grid-99">
            <a:extLst xmlns:a="http://schemas.openxmlformats.org/drawingml/2006/main">
              <a:ext uri="{FF2B5EF4-FFF2-40B4-BE49-F238E27FC236}">
                <a16:creationId xmlns:a16="http://schemas.microsoft.com/office/drawing/2014/main" id="{2ED52374-0703-412F-A665-102CE5CEBD96}"/>
              </a:ext>
            </a:extLst>
          </p:cNvPr>
          <p:cNvSpPr>
            <a:spLocks xmlns:a="http://schemas.openxmlformats.org/drawingml/2006/main" noGrp="1"/>
          </p:cNvSpPr>
          <p:nvPr/>
        </p:nvSpPr>
        <p:spPr>
          <a:xfrm xmlns:a="http://schemas.openxmlformats.org/drawingml/2006/main">
            <a:off x="2458528" y="4135288"/>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3" name="figure-practice_grid-100">
            <a:extLst xmlns:a="http://schemas.openxmlformats.org/drawingml/2006/main">
              <a:ext uri="{FF2B5EF4-FFF2-40B4-BE49-F238E27FC236}">
                <a16:creationId xmlns:a16="http://schemas.microsoft.com/office/drawing/2014/main" id="{D33EA762-497A-476F-93E5-B5A96C6035FF}"/>
              </a:ext>
            </a:extLst>
          </p:cNvPr>
          <p:cNvSpPr>
            <a:spLocks xmlns:a="http://schemas.openxmlformats.org/drawingml/2006/main" noGrp="1"/>
          </p:cNvSpPr>
          <p:nvPr/>
        </p:nvSpPr>
        <p:spPr>
          <a:xfrm xmlns:a="http://schemas.openxmlformats.org/drawingml/2006/main">
            <a:off x="2531925" y="3952264"/>
            <a:ext cx="22231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B</a:t>
            </a:r>
          </a:p>
        </p:txBody>
      </p:sp>
      <p:sp>
        <p:nvSpPr>
          <p:cNvPr id="114" name="figure-practice_grid-101">
            <a:extLst xmlns:a="http://schemas.openxmlformats.org/drawingml/2006/main">
              <a:ext uri="{FF2B5EF4-FFF2-40B4-BE49-F238E27FC236}">
                <a16:creationId xmlns:a16="http://schemas.microsoft.com/office/drawing/2014/main" id="{C563B4FB-4AC3-4DC5-9189-62F0871598EC}"/>
              </a:ext>
            </a:extLst>
          </p:cNvPr>
          <p:cNvSpPr>
            <a:spLocks xmlns:a="http://schemas.openxmlformats.org/drawingml/2006/main" noGrp="1"/>
          </p:cNvSpPr>
          <p:nvPr/>
        </p:nvSpPr>
        <p:spPr>
          <a:xfrm xmlns:a="http://schemas.openxmlformats.org/drawingml/2006/main">
            <a:off x="3357113" y="4135288"/>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5" name="figure-practice_grid-102">
            <a:extLst xmlns:a="http://schemas.openxmlformats.org/drawingml/2006/main">
              <a:ext uri="{FF2B5EF4-FFF2-40B4-BE49-F238E27FC236}">
                <a16:creationId xmlns:a16="http://schemas.microsoft.com/office/drawing/2014/main" id="{15D25D41-F2BA-4EDF-975B-DF70556DDBBB}"/>
              </a:ext>
            </a:extLst>
          </p:cNvPr>
          <p:cNvSpPr>
            <a:spLocks xmlns:a="http://schemas.openxmlformats.org/drawingml/2006/main" noGrp="1"/>
          </p:cNvSpPr>
          <p:nvPr/>
        </p:nvSpPr>
        <p:spPr>
          <a:xfrm xmlns:a="http://schemas.openxmlformats.org/drawingml/2006/main">
            <a:off x="3430510" y="3952264"/>
            <a:ext cx="23282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H</a:t>
            </a:r>
          </a:p>
        </p:txBody>
      </p:sp>
      <p:sp>
        <p:nvSpPr>
          <p:cNvPr id="116" name="figure-practice_grid-103">
            <a:extLst xmlns:a="http://schemas.openxmlformats.org/drawingml/2006/main">
              <a:ext uri="{FF2B5EF4-FFF2-40B4-BE49-F238E27FC236}">
                <a16:creationId xmlns:a16="http://schemas.microsoft.com/office/drawing/2014/main" id="{6CD25FEF-64C3-4444-A960-A5EB6EC6DA16}"/>
              </a:ext>
            </a:extLst>
          </p:cNvPr>
          <p:cNvSpPr>
            <a:spLocks xmlns:a="http://schemas.openxmlformats.org/drawingml/2006/main" noGrp="1"/>
          </p:cNvSpPr>
          <p:nvPr/>
        </p:nvSpPr>
        <p:spPr>
          <a:xfrm xmlns:a="http://schemas.openxmlformats.org/drawingml/2006/main">
            <a:off x="3357113" y="3236703"/>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7" name="figure-practice_grid-104">
            <a:extLst xmlns:a="http://schemas.openxmlformats.org/drawingml/2006/main">
              <a:ext uri="{FF2B5EF4-FFF2-40B4-BE49-F238E27FC236}">
                <a16:creationId xmlns:a16="http://schemas.microsoft.com/office/drawing/2014/main" id="{FC5E882A-75BB-4A10-ADE8-2BC5AC79A2F1}"/>
              </a:ext>
            </a:extLst>
          </p:cNvPr>
          <p:cNvSpPr>
            <a:spLocks xmlns:a="http://schemas.openxmlformats.org/drawingml/2006/main" noGrp="1"/>
          </p:cNvSpPr>
          <p:nvPr/>
        </p:nvSpPr>
        <p:spPr>
          <a:xfrm xmlns:a="http://schemas.openxmlformats.org/drawingml/2006/main">
            <a:off x="3430510" y="3053679"/>
            <a:ext cx="34937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Q7</a:t>
            </a:r>
          </a:p>
        </p:txBody>
      </p:sp>
      <p:sp>
        <p:nvSpPr>
          <p:cNvPr id="118" name="figure-practice_grid-105">
            <a:extLst xmlns:a="http://schemas.openxmlformats.org/drawingml/2006/main">
              <a:ext uri="{FF2B5EF4-FFF2-40B4-BE49-F238E27FC236}">
                <a16:creationId xmlns:a16="http://schemas.microsoft.com/office/drawing/2014/main" id="{CDAE7873-3B6F-4838-863D-45B9E5D36678}"/>
              </a:ext>
            </a:extLst>
          </p:cNvPr>
          <p:cNvSpPr>
            <a:spLocks xmlns:a="http://schemas.openxmlformats.org/drawingml/2006/main" noGrp="1"/>
          </p:cNvSpPr>
          <p:nvPr/>
        </p:nvSpPr>
        <p:spPr>
          <a:xfrm xmlns:a="http://schemas.openxmlformats.org/drawingml/2006/main">
            <a:off x="3446972" y="3416420"/>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9" name="figure-practice_grid-106">
            <a:extLst xmlns:a="http://schemas.openxmlformats.org/drawingml/2006/main">
              <a:ext uri="{FF2B5EF4-FFF2-40B4-BE49-F238E27FC236}">
                <a16:creationId xmlns:a16="http://schemas.microsoft.com/office/drawing/2014/main" id="{EACCA142-8D95-4638-8169-67A5DD0E3A23}"/>
              </a:ext>
            </a:extLst>
          </p:cNvPr>
          <p:cNvSpPr>
            <a:spLocks xmlns:a="http://schemas.openxmlformats.org/drawingml/2006/main" noGrp="1"/>
          </p:cNvSpPr>
          <p:nvPr/>
        </p:nvSpPr>
        <p:spPr>
          <a:xfrm xmlns:a="http://schemas.openxmlformats.org/drawingml/2006/main">
            <a:off x="3520368" y="3233396"/>
            <a:ext cx="33867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FB</a:t>
            </a:r>
          </a:p>
        </p:txBody>
      </p:sp>
      <p:sp>
        <p:nvSpPr>
          <p:cNvPr id="120" name="figure-practice_grid-107">
            <a:extLst xmlns:a="http://schemas.openxmlformats.org/drawingml/2006/main">
              <a:ext uri="{FF2B5EF4-FFF2-40B4-BE49-F238E27FC236}">
                <a16:creationId xmlns:a16="http://schemas.microsoft.com/office/drawing/2014/main" id="{6DEED0C5-4626-4978-9B97-C5B96E0EA098}"/>
              </a:ext>
            </a:extLst>
          </p:cNvPr>
          <p:cNvSpPr>
            <a:spLocks xmlns:a="http://schemas.openxmlformats.org/drawingml/2006/main" noGrp="1"/>
          </p:cNvSpPr>
          <p:nvPr/>
        </p:nvSpPr>
        <p:spPr>
          <a:xfrm xmlns:a="http://schemas.openxmlformats.org/drawingml/2006/main">
            <a:off x="3986123" y="4225146"/>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21" name="figure-practice_grid-108">
            <a:extLst xmlns:a="http://schemas.openxmlformats.org/drawingml/2006/main">
              <a:ext uri="{FF2B5EF4-FFF2-40B4-BE49-F238E27FC236}">
                <a16:creationId xmlns:a16="http://schemas.microsoft.com/office/drawing/2014/main" id="{0862A450-0E70-472F-8F67-1100C42ED297}"/>
              </a:ext>
            </a:extLst>
          </p:cNvPr>
          <p:cNvSpPr>
            <a:spLocks xmlns:a="http://schemas.openxmlformats.org/drawingml/2006/main" noGrp="1"/>
          </p:cNvSpPr>
          <p:nvPr/>
        </p:nvSpPr>
        <p:spPr>
          <a:xfrm xmlns:a="http://schemas.openxmlformats.org/drawingml/2006/main">
            <a:off x="4059519" y="4042122"/>
            <a:ext cx="37048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PO</a:t>
            </a:r>
          </a:p>
        </p:txBody>
      </p:sp>
      <p:sp>
        <p:nvSpPr>
          <p:cNvPr id="122" name="figure-practice_grid-109">
            <a:extLst xmlns:a="http://schemas.openxmlformats.org/drawingml/2006/main">
              <a:ext uri="{FF2B5EF4-FFF2-40B4-BE49-F238E27FC236}">
                <a16:creationId xmlns:a16="http://schemas.microsoft.com/office/drawing/2014/main" id="{D8044305-8E27-426A-B4F4-3BE072D3F29E}"/>
              </a:ext>
            </a:extLst>
          </p:cNvPr>
          <p:cNvSpPr>
            <a:spLocks xmlns:a="http://schemas.openxmlformats.org/drawingml/2006/main" noGrp="1"/>
          </p:cNvSpPr>
          <p:nvPr/>
        </p:nvSpPr>
        <p:spPr>
          <a:xfrm xmlns:a="http://schemas.openxmlformats.org/drawingml/2006/main">
            <a:off x="4525274" y="3955571"/>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23" name="figure-practice_grid-110">
            <a:extLst xmlns:a="http://schemas.openxmlformats.org/drawingml/2006/main">
              <a:ext uri="{FF2B5EF4-FFF2-40B4-BE49-F238E27FC236}">
                <a16:creationId xmlns:a16="http://schemas.microsoft.com/office/drawing/2014/main" id="{F2852C51-36E7-4DC3-8F9B-6CCCCE6DF43C}"/>
              </a:ext>
            </a:extLst>
          </p:cNvPr>
          <p:cNvSpPr>
            <a:spLocks xmlns:a="http://schemas.openxmlformats.org/drawingml/2006/main" noGrp="1"/>
          </p:cNvSpPr>
          <p:nvPr/>
        </p:nvSpPr>
        <p:spPr>
          <a:xfrm xmlns:a="http://schemas.openxmlformats.org/drawingml/2006/main">
            <a:off x="4598670" y="3772547"/>
            <a:ext cx="34937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Q9</a:t>
            </a:r>
          </a:p>
        </p:txBody>
      </p:sp>
      <p:sp>
        <p:nvSpPr>
          <p:cNvPr id="124" name="figure-description-practice_grid">
            <a:extLst xmlns:a="http://schemas.openxmlformats.org/drawingml/2006/main">
              <a:ext uri="{FF2B5EF4-FFF2-40B4-BE49-F238E27FC236}">
                <a16:creationId xmlns:a16="http://schemas.microsoft.com/office/drawing/2014/main" id="{DFAD21ED-98C3-49C2-A41D-A09B8D88CB84}"/>
              </a:ext>
            </a:extLst>
          </p:cNvPr>
          <p:cNvSpPr>
            <a:spLocks xmlns:a="http://schemas.openxmlformats.org/drawingml/2006/main" noGrp="1"/>
          </p:cNvSpPr>
          <p:nvPr/>
        </p:nvSpPr>
        <p:spPr>
          <a:xfrm xmlns:a="http://schemas.openxmlformats.org/drawingml/2006/main">
            <a:off x="7762875" y="1809750"/>
            <a:ext cx="40481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0" lang="en-GB">
                <a:solidFill>
                  <a:srgbClr val="17263B"/>
                </a:solidFill>
                <a:latin typeface="Arial"/>
                <a:ea typeface="Arial"/>
                <a:cs typeface="Arial"/>
              </a:defRPr>
            </a:defPPr>
          </a:lstStyle>
          <a:p xmlns:a="http://schemas.openxmlformats.org/drawingml/2006/main">
            <a:pPr algn="l">
              <a:lnSpc>
                <a:spcPct val="108000"/>
              </a:lnSpc>
              <a:buNone/>
              <a:defRPr sz="1800" b="0" lang="en-GB">
                <a:solidFill>
                  <a:srgbClr val="17263B"/>
                </a:solidFill>
                <a:latin typeface="Arial"/>
                <a:ea typeface="Arial"/>
                <a:cs typeface="Arial"/>
              </a:defRPr>
            </a:pPr>
            <a:r>
              <a:rPr sz="1800" b="0" lang="en-GB">
                <a:solidFill>
                  <a:srgbClr val="17263B"/>
                </a:solidFill>
                <a:latin typeface="Arial"/>
                <a:ea typeface="Arial"/>
                <a:cs typeface="Arial"/>
              </a:rPr>
              <a:t>The school is in the leftmost column and lowest row. The library is directly north of it in the next row. The hall is directly east of the library. The park point, labelled Q7, is directly north of the hall. The footbridge shares the park's square. The post office, labelled PO, and health centre, labelled Q9, share the square east of the hall.</a:t>
            </a:r>
          </a:p>
        </p:txBody>
      </p:sp>
    </p:spTree>
    <p:extLst>
      <p:ext uri="{BB962C8B-B14F-4D97-AF65-F5344CB8AC3E}">
        <p14:creationId xmlns:p14="http://schemas.microsoft.com/office/powerpoint/2010/main" val="31012971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son-header">
            <a:extLst xmlns:a="http://schemas.openxmlformats.org/drawingml/2006/main">
              <a:ext uri="{FF2B5EF4-FFF2-40B4-BE49-F238E27FC236}">
                <a16:creationId xmlns:a16="http://schemas.microsoft.com/office/drawing/2014/main" id="{3080EDC8-1317-419C-A7D6-188D1D14453F}"/>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765E5BE6-43DD-462B-B65F-5768D061C7D7}"/>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I do · 1 min · 12 to 13</a:t>
            </a:r>
          </a:p>
        </p:txBody>
      </p:sp>
      <p:sp>
        <p:nvSpPr>
          <p:cNvPr id="3" name="slide-title">
            <a:extLst xmlns:a="http://schemas.openxmlformats.org/drawingml/2006/main">
              <a:ext uri="{FF2B5EF4-FFF2-40B4-BE49-F238E27FC236}">
                <a16:creationId xmlns:a16="http://schemas.microsoft.com/office/drawing/2014/main" id="{2108F46E-DFC1-4550-9312-B8B2A7AB9B44}"/>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I do · 3 of 4</a:t>
            </a:r>
          </a:p>
        </p:txBody>
      </p:sp>
      <p:pic>
        <p:nvPicPr>
          <p:cNvPr id="4" name="">
            <a:extLst xmlns:a="http://schemas.openxmlformats.org/drawingml/2006/main">
              <a:ext uri="{FF2B5EF4-FFF2-40B4-BE49-F238E27FC236}">
                <a16:creationId xmlns:a16="http://schemas.microsoft.com/office/drawing/2014/main" id="{EAFB86C2-844F-4EF0-BC37-DC8412218CF8}"/>
              </a:ext>
            </a:extLst>
          </p:cNvPr>
          <p:cNvPicPr>
            <a:picLocks xmlns:a="http://schemas.openxmlformats.org/drawingml/2006/main" noChangeAspect="1"/>
          </p:cNvPicPr>
          <p:nvPr/>
        </p:nvPicPr>
        <p:blipFill>
          <a:blip xmlns:r="http://schemas.openxmlformats.org/officeDocument/2006/relationships" xmlns:a="http://schemas.openxmlformats.org/drawingml/2006/main" r:embed="Ra32bb87668fb4227"/>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3E140BD1-BE58-4E70-B288-042DC521DABC}"/>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AF28A1D2-BC7B-48C4-97D0-4C39BEFFF2CC}"/>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D04A6840-B44E-4F2E-A031-DFFF895CEA47}"/>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300D0E7A-B78F-41B3-96C6-468281E9BD24}"/>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D5BB168B-1B72-4A9B-B51F-2FFC489B2FA4}"/>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CA0CD455-AC4E-450B-A183-D586AD7F5636}"/>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B0F9A217-BDA4-44E8-AA51-476420B1B027}"/>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2" name="licence-footer">
            <a:extLst xmlns:a="http://schemas.openxmlformats.org/drawingml/2006/main">
              <a:ext uri="{FF2B5EF4-FFF2-40B4-BE49-F238E27FC236}">
                <a16:creationId xmlns:a16="http://schemas.microsoft.com/office/drawing/2014/main" id="{2DD034FE-775B-4855-8EE5-C4D2FFFADC66}"/>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90484A19-9534-4A09-AB2F-82A7B03A53C2}"/>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library's four-figure reference, with an arrow or words showing 'eastings then northings'.</a:t>
            </a:r>
          </a:p>
        </p:txBody>
      </p:sp>
      <p:sp>
        <p:nvSpPr>
          <p:cNvPr id="14" name="body-0">
            <a:extLst xmlns:a="http://schemas.openxmlformats.org/drawingml/2006/main">
              <a:ext uri="{FF2B5EF4-FFF2-40B4-BE49-F238E27FC236}">
                <a16:creationId xmlns:a16="http://schemas.microsoft.com/office/drawing/2014/main" id="{41012526-664F-4DCD-B2D5-80B0C4331317}"/>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So its six-figure reference is 105215: all three easting digits, then all three northing digits.</a:t>
            </a:r>
          </a:p>
        </p:txBody>
      </p:sp>
      <p:sp>
        <p:nvSpPr>
          <p:cNvPr id="15" name="body-1">
            <a:extLst xmlns:a="http://schemas.openxmlformats.org/drawingml/2006/main">
              <a:ext uri="{FF2B5EF4-FFF2-40B4-BE49-F238E27FC236}">
                <a16:creationId xmlns:a16="http://schemas.microsoft.com/office/drawing/2014/main" id="{3B56F05E-BB48-4245-95AB-7E026A8AA7F2}"/>
              </a:ext>
            </a:extLst>
          </p:cNvPr>
          <p:cNvSpPr>
            <a:spLocks xmlns:a="http://schemas.openxmlformats.org/drawingml/2006/main" noGrp="1"/>
          </p:cNvSpPr>
          <p:nvPr/>
        </p:nvSpPr>
        <p:spPr>
          <a:xfrm xmlns:a="http://schemas.openxmlformats.org/drawingml/2006/main">
            <a:off x="381000" y="2446211"/>
            <a:ext cx="11430000" cy="749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Each tenth is 100 m on this 1 km practice grid. A six-figure reference locates a 100 m grid square, more precisely than a four-figure reference; it is not an infinitely exact coordinate.</a:t>
            </a:r>
          </a:p>
        </p:txBody>
      </p:sp>
    </p:spTree>
    <p:extLst>
      <p:ext uri="{BB962C8B-B14F-4D97-AF65-F5344CB8AC3E}">
        <p14:creationId xmlns:p14="http://schemas.microsoft.com/office/powerpoint/2010/main" val="76791227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 name="lesson-header">
            <a:extLst xmlns:a="http://schemas.openxmlformats.org/drawingml/2006/main">
              <a:ext uri="{FF2B5EF4-FFF2-40B4-BE49-F238E27FC236}">
                <a16:creationId xmlns:a16="http://schemas.microsoft.com/office/drawing/2014/main" id="{8E245E7F-17B1-46EC-8979-516E1D18051E}"/>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A597F29A-DF50-44BE-A199-B4C50B4BFC11}"/>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I do · 1 min · 12 to 13</a:t>
            </a:r>
          </a:p>
        </p:txBody>
      </p:sp>
      <p:sp>
        <p:nvSpPr>
          <p:cNvPr id="3" name="slide-title">
            <a:extLst xmlns:a="http://schemas.openxmlformats.org/drawingml/2006/main">
              <a:ext uri="{FF2B5EF4-FFF2-40B4-BE49-F238E27FC236}">
                <a16:creationId xmlns:a16="http://schemas.microsoft.com/office/drawing/2014/main" id="{5D2A7083-4650-46D6-92E3-A4B36A9B09D7}"/>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I do · 3 of 4</a:t>
            </a:r>
          </a:p>
        </p:txBody>
      </p:sp>
      <p:pic>
        <p:nvPicPr>
          <p:cNvPr id="4" name="">
            <a:extLst xmlns:a="http://schemas.openxmlformats.org/drawingml/2006/main">
              <a:ext uri="{FF2B5EF4-FFF2-40B4-BE49-F238E27FC236}">
                <a16:creationId xmlns:a16="http://schemas.microsoft.com/office/drawing/2014/main" id="{1C64EACA-C163-46FC-8F08-722F8CA1B3C3}"/>
              </a:ext>
            </a:extLst>
          </p:cNvPr>
          <p:cNvPicPr>
            <a:picLocks xmlns:a="http://schemas.openxmlformats.org/drawingml/2006/main" noChangeAspect="1"/>
          </p:cNvPicPr>
          <p:nvPr/>
        </p:nvPicPr>
        <p:blipFill>
          <a:blip xmlns:r="http://schemas.openxmlformats.org/officeDocument/2006/relationships" xmlns:a="http://schemas.openxmlformats.org/drawingml/2006/main" r:embed="R3dcd6bfc8f4f41d6"/>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97560128-E227-4D9C-94E5-6924F5CAA435}"/>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91F49B4A-ADCE-4832-A745-87B795C7D66B}"/>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713983C7-1A72-4927-A6AF-C6A2E82F5563}"/>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B8EE694C-4D83-47E0-9A7A-BC59DF987BFE}"/>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FAC2868B-F5F5-4CCB-BCD7-A5076BE0A626}"/>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D4AC997F-DD96-402F-8F42-29E6F5CC9850}"/>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49092840-BC22-4F1A-9038-1388128F1535}"/>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2" name="licence-footer">
            <a:extLst xmlns:a="http://schemas.openxmlformats.org/drawingml/2006/main">
              <a:ext uri="{FF2B5EF4-FFF2-40B4-BE49-F238E27FC236}">
                <a16:creationId xmlns:a16="http://schemas.microsoft.com/office/drawing/2014/main" id="{84BD889B-C3FE-4E76-991F-5345EA807899}"/>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figure-practice_grid-0">
            <a:extLst xmlns:a="http://schemas.openxmlformats.org/drawingml/2006/main">
              <a:ext uri="{FF2B5EF4-FFF2-40B4-BE49-F238E27FC236}">
                <a16:creationId xmlns:a16="http://schemas.microsoft.com/office/drawing/2014/main" id="{7DE238E5-394A-45F6-BA1E-2EB5F6F9303F}"/>
              </a:ext>
            </a:extLst>
          </p:cNvPr>
          <p:cNvSpPr>
            <a:spLocks xmlns:a="http://schemas.openxmlformats.org/drawingml/2006/main" noGrp="1"/>
          </p:cNvSpPr>
          <p:nvPr/>
        </p:nvSpPr>
        <p:spPr>
          <a:xfrm xmlns:a="http://schemas.openxmlformats.org/drawingml/2006/main">
            <a:off x="2019731" y="1427240"/>
            <a:ext cx="328249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An invented settlement: practice map.</a:t>
            </a:r>
          </a:p>
        </p:txBody>
      </p:sp>
      <p:sp>
        <p:nvSpPr>
          <p:cNvPr id="14" name="figure-practice_grid-1">
            <a:extLst xmlns:a="http://schemas.openxmlformats.org/drawingml/2006/main">
              <a:ext uri="{FF2B5EF4-FFF2-40B4-BE49-F238E27FC236}">
                <a16:creationId xmlns:a16="http://schemas.microsoft.com/office/drawing/2014/main" id="{925B3ABE-8DC1-459C-A6E7-77FE3F897A43}"/>
              </a:ext>
            </a:extLst>
          </p:cNvPr>
          <p:cNvSpPr>
            <a:spLocks xmlns:a="http://schemas.openxmlformats.org/drawingml/2006/main" noGrp="1"/>
          </p:cNvSpPr>
          <p:nvPr/>
        </p:nvSpPr>
        <p:spPr>
          <a:xfrm xmlns:a="http://schemas.openxmlformats.org/drawingml/2006/main">
            <a:off x="204068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15" name="figure-practice_grid-2">
            <a:extLst xmlns:a="http://schemas.openxmlformats.org/drawingml/2006/main">
              <a:ext uri="{FF2B5EF4-FFF2-40B4-BE49-F238E27FC236}">
                <a16:creationId xmlns:a16="http://schemas.microsoft.com/office/drawing/2014/main" id="{A9FD12C2-657A-438E-B8A6-B17E2D5C6B58}"/>
              </a:ext>
            </a:extLst>
          </p:cNvPr>
          <p:cNvSpPr>
            <a:spLocks xmlns:a="http://schemas.openxmlformats.org/drawingml/2006/main" noGrp="1"/>
          </p:cNvSpPr>
          <p:nvPr/>
        </p:nvSpPr>
        <p:spPr>
          <a:xfrm xmlns:a="http://schemas.openxmlformats.org/drawingml/2006/main">
            <a:off x="2040686" y="192027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16" name="figure-practice_grid-3">
            <a:extLst xmlns:a="http://schemas.openxmlformats.org/drawingml/2006/main">
              <a:ext uri="{FF2B5EF4-FFF2-40B4-BE49-F238E27FC236}">
                <a16:creationId xmlns:a16="http://schemas.microsoft.com/office/drawing/2014/main" id="{100B98A1-758F-4366-8DAD-4CFA3B46EC0C}"/>
              </a:ext>
            </a:extLst>
          </p:cNvPr>
          <p:cNvSpPr>
            <a:spLocks xmlns:a="http://schemas.openxmlformats.org/drawingml/2006/main" noGrp="1"/>
          </p:cNvSpPr>
          <p:nvPr/>
        </p:nvSpPr>
        <p:spPr>
          <a:xfrm xmlns:a="http://schemas.openxmlformats.org/drawingml/2006/main">
            <a:off x="213054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17" name="figure-practice_grid-4">
            <a:extLst xmlns:a="http://schemas.openxmlformats.org/drawingml/2006/main">
              <a:ext uri="{FF2B5EF4-FFF2-40B4-BE49-F238E27FC236}">
                <a16:creationId xmlns:a16="http://schemas.microsoft.com/office/drawing/2014/main" id="{F5738528-D505-44CB-9D9E-D96B7818DEAA}"/>
              </a:ext>
            </a:extLst>
          </p:cNvPr>
          <p:cNvSpPr>
            <a:spLocks xmlns:a="http://schemas.openxmlformats.org/drawingml/2006/main" noGrp="1"/>
          </p:cNvSpPr>
          <p:nvPr/>
        </p:nvSpPr>
        <p:spPr>
          <a:xfrm xmlns:a="http://schemas.openxmlformats.org/drawingml/2006/main">
            <a:off x="2040686" y="201013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18" name="figure-practice_grid-5">
            <a:extLst xmlns:a="http://schemas.openxmlformats.org/drawingml/2006/main">
              <a:ext uri="{FF2B5EF4-FFF2-40B4-BE49-F238E27FC236}">
                <a16:creationId xmlns:a16="http://schemas.microsoft.com/office/drawing/2014/main" id="{4664C17E-AE64-4F7A-9D58-0D31CAD4D1D8}"/>
              </a:ext>
            </a:extLst>
          </p:cNvPr>
          <p:cNvSpPr>
            <a:spLocks xmlns:a="http://schemas.openxmlformats.org/drawingml/2006/main" noGrp="1"/>
          </p:cNvSpPr>
          <p:nvPr/>
        </p:nvSpPr>
        <p:spPr>
          <a:xfrm xmlns:a="http://schemas.openxmlformats.org/drawingml/2006/main">
            <a:off x="222040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19" name="figure-practice_grid-6">
            <a:extLst xmlns:a="http://schemas.openxmlformats.org/drawingml/2006/main">
              <a:ext uri="{FF2B5EF4-FFF2-40B4-BE49-F238E27FC236}">
                <a16:creationId xmlns:a16="http://schemas.microsoft.com/office/drawing/2014/main" id="{CFA8A838-1499-41A0-9468-C30B599D8023}"/>
              </a:ext>
            </a:extLst>
          </p:cNvPr>
          <p:cNvSpPr>
            <a:spLocks xmlns:a="http://schemas.openxmlformats.org/drawingml/2006/main" noGrp="1"/>
          </p:cNvSpPr>
          <p:nvPr/>
        </p:nvSpPr>
        <p:spPr>
          <a:xfrm xmlns:a="http://schemas.openxmlformats.org/drawingml/2006/main">
            <a:off x="2040686" y="209999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0" name="figure-practice_grid-7">
            <a:extLst xmlns:a="http://schemas.openxmlformats.org/drawingml/2006/main">
              <a:ext uri="{FF2B5EF4-FFF2-40B4-BE49-F238E27FC236}">
                <a16:creationId xmlns:a16="http://schemas.microsoft.com/office/drawing/2014/main" id="{2504433C-9751-43FE-9EEE-7749F3059014}"/>
              </a:ext>
            </a:extLst>
          </p:cNvPr>
          <p:cNvSpPr>
            <a:spLocks xmlns:a="http://schemas.openxmlformats.org/drawingml/2006/main" noGrp="1"/>
          </p:cNvSpPr>
          <p:nvPr/>
        </p:nvSpPr>
        <p:spPr>
          <a:xfrm xmlns:a="http://schemas.openxmlformats.org/drawingml/2006/main">
            <a:off x="231026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1" name="figure-practice_grid-8">
            <a:extLst xmlns:a="http://schemas.openxmlformats.org/drawingml/2006/main">
              <a:ext uri="{FF2B5EF4-FFF2-40B4-BE49-F238E27FC236}">
                <a16:creationId xmlns:a16="http://schemas.microsoft.com/office/drawing/2014/main" id="{E6025A77-B3CB-4DE2-8B4A-533200A1F26B}"/>
              </a:ext>
            </a:extLst>
          </p:cNvPr>
          <p:cNvSpPr>
            <a:spLocks xmlns:a="http://schemas.openxmlformats.org/drawingml/2006/main" noGrp="1"/>
          </p:cNvSpPr>
          <p:nvPr/>
        </p:nvSpPr>
        <p:spPr>
          <a:xfrm xmlns:a="http://schemas.openxmlformats.org/drawingml/2006/main">
            <a:off x="2040686" y="218985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2" name="figure-practice_grid-9">
            <a:extLst xmlns:a="http://schemas.openxmlformats.org/drawingml/2006/main">
              <a:ext uri="{FF2B5EF4-FFF2-40B4-BE49-F238E27FC236}">
                <a16:creationId xmlns:a16="http://schemas.microsoft.com/office/drawing/2014/main" id="{BCEDA884-795C-48D4-8993-AE5B9D234E0B}"/>
              </a:ext>
            </a:extLst>
          </p:cNvPr>
          <p:cNvSpPr>
            <a:spLocks xmlns:a="http://schemas.openxmlformats.org/drawingml/2006/main" noGrp="1"/>
          </p:cNvSpPr>
          <p:nvPr/>
        </p:nvSpPr>
        <p:spPr>
          <a:xfrm xmlns:a="http://schemas.openxmlformats.org/drawingml/2006/main">
            <a:off x="240012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3" name="figure-practice_grid-10">
            <a:extLst xmlns:a="http://schemas.openxmlformats.org/drawingml/2006/main">
              <a:ext uri="{FF2B5EF4-FFF2-40B4-BE49-F238E27FC236}">
                <a16:creationId xmlns:a16="http://schemas.microsoft.com/office/drawing/2014/main" id="{C7A12EC0-6886-40B7-BFB9-E51D408C7407}"/>
              </a:ext>
            </a:extLst>
          </p:cNvPr>
          <p:cNvSpPr>
            <a:spLocks xmlns:a="http://schemas.openxmlformats.org/drawingml/2006/main" noGrp="1"/>
          </p:cNvSpPr>
          <p:nvPr/>
        </p:nvSpPr>
        <p:spPr>
          <a:xfrm xmlns:a="http://schemas.openxmlformats.org/drawingml/2006/main">
            <a:off x="2040686" y="227971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4" name="figure-practice_grid-11">
            <a:extLst xmlns:a="http://schemas.openxmlformats.org/drawingml/2006/main">
              <a:ext uri="{FF2B5EF4-FFF2-40B4-BE49-F238E27FC236}">
                <a16:creationId xmlns:a16="http://schemas.microsoft.com/office/drawing/2014/main" id="{E9DC42FF-E116-47D1-BABE-C1BAEF04BBD5}"/>
              </a:ext>
            </a:extLst>
          </p:cNvPr>
          <p:cNvSpPr>
            <a:spLocks xmlns:a="http://schemas.openxmlformats.org/drawingml/2006/main" noGrp="1"/>
          </p:cNvSpPr>
          <p:nvPr/>
        </p:nvSpPr>
        <p:spPr>
          <a:xfrm xmlns:a="http://schemas.openxmlformats.org/drawingml/2006/main">
            <a:off x="248997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5" name="figure-practice_grid-12">
            <a:extLst xmlns:a="http://schemas.openxmlformats.org/drawingml/2006/main">
              <a:ext uri="{FF2B5EF4-FFF2-40B4-BE49-F238E27FC236}">
                <a16:creationId xmlns:a16="http://schemas.microsoft.com/office/drawing/2014/main" id="{EE831047-BE42-45A4-9E52-DB610A12C647}"/>
              </a:ext>
            </a:extLst>
          </p:cNvPr>
          <p:cNvSpPr>
            <a:spLocks xmlns:a="http://schemas.openxmlformats.org/drawingml/2006/main" noGrp="1"/>
          </p:cNvSpPr>
          <p:nvPr/>
        </p:nvSpPr>
        <p:spPr>
          <a:xfrm xmlns:a="http://schemas.openxmlformats.org/drawingml/2006/main">
            <a:off x="2040686" y="236956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6" name="figure-practice_grid-13">
            <a:extLst xmlns:a="http://schemas.openxmlformats.org/drawingml/2006/main">
              <a:ext uri="{FF2B5EF4-FFF2-40B4-BE49-F238E27FC236}">
                <a16:creationId xmlns:a16="http://schemas.microsoft.com/office/drawing/2014/main" id="{5049723A-7667-4833-989E-E9F0731DFA0E}"/>
              </a:ext>
            </a:extLst>
          </p:cNvPr>
          <p:cNvSpPr>
            <a:spLocks xmlns:a="http://schemas.openxmlformats.org/drawingml/2006/main" noGrp="1"/>
          </p:cNvSpPr>
          <p:nvPr/>
        </p:nvSpPr>
        <p:spPr>
          <a:xfrm xmlns:a="http://schemas.openxmlformats.org/drawingml/2006/main">
            <a:off x="257983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7" name="figure-practice_grid-14">
            <a:extLst xmlns:a="http://schemas.openxmlformats.org/drawingml/2006/main">
              <a:ext uri="{FF2B5EF4-FFF2-40B4-BE49-F238E27FC236}">
                <a16:creationId xmlns:a16="http://schemas.microsoft.com/office/drawing/2014/main" id="{567B6300-FD63-4FBF-9CD2-ACF63B61BE36}"/>
              </a:ext>
            </a:extLst>
          </p:cNvPr>
          <p:cNvSpPr>
            <a:spLocks xmlns:a="http://schemas.openxmlformats.org/drawingml/2006/main" noGrp="1"/>
          </p:cNvSpPr>
          <p:nvPr/>
        </p:nvSpPr>
        <p:spPr>
          <a:xfrm xmlns:a="http://schemas.openxmlformats.org/drawingml/2006/main">
            <a:off x="2040686" y="245942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8" name="figure-practice_grid-15">
            <a:extLst xmlns:a="http://schemas.openxmlformats.org/drawingml/2006/main">
              <a:ext uri="{FF2B5EF4-FFF2-40B4-BE49-F238E27FC236}">
                <a16:creationId xmlns:a16="http://schemas.microsoft.com/office/drawing/2014/main" id="{4F3F5F06-277F-4A25-8710-E589C6086488}"/>
              </a:ext>
            </a:extLst>
          </p:cNvPr>
          <p:cNvSpPr>
            <a:spLocks xmlns:a="http://schemas.openxmlformats.org/drawingml/2006/main" noGrp="1"/>
          </p:cNvSpPr>
          <p:nvPr/>
        </p:nvSpPr>
        <p:spPr>
          <a:xfrm xmlns:a="http://schemas.openxmlformats.org/drawingml/2006/main">
            <a:off x="266969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9" name="figure-practice_grid-16">
            <a:extLst xmlns:a="http://schemas.openxmlformats.org/drawingml/2006/main">
              <a:ext uri="{FF2B5EF4-FFF2-40B4-BE49-F238E27FC236}">
                <a16:creationId xmlns:a16="http://schemas.microsoft.com/office/drawing/2014/main" id="{5AB84ECF-FB59-4BA4-A4CA-73D3D1B58520}"/>
              </a:ext>
            </a:extLst>
          </p:cNvPr>
          <p:cNvSpPr>
            <a:spLocks xmlns:a="http://schemas.openxmlformats.org/drawingml/2006/main" noGrp="1"/>
          </p:cNvSpPr>
          <p:nvPr/>
        </p:nvSpPr>
        <p:spPr>
          <a:xfrm xmlns:a="http://schemas.openxmlformats.org/drawingml/2006/main">
            <a:off x="2040686" y="254928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0" name="figure-practice_grid-17">
            <a:extLst xmlns:a="http://schemas.openxmlformats.org/drawingml/2006/main">
              <a:ext uri="{FF2B5EF4-FFF2-40B4-BE49-F238E27FC236}">
                <a16:creationId xmlns:a16="http://schemas.microsoft.com/office/drawing/2014/main" id="{F3EF5061-C5FA-4780-9411-18E3F4F0884C}"/>
              </a:ext>
            </a:extLst>
          </p:cNvPr>
          <p:cNvSpPr>
            <a:spLocks xmlns:a="http://schemas.openxmlformats.org/drawingml/2006/main" noGrp="1"/>
          </p:cNvSpPr>
          <p:nvPr/>
        </p:nvSpPr>
        <p:spPr>
          <a:xfrm xmlns:a="http://schemas.openxmlformats.org/drawingml/2006/main">
            <a:off x="275955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1" name="figure-practice_grid-18">
            <a:extLst xmlns:a="http://schemas.openxmlformats.org/drawingml/2006/main">
              <a:ext uri="{FF2B5EF4-FFF2-40B4-BE49-F238E27FC236}">
                <a16:creationId xmlns:a16="http://schemas.microsoft.com/office/drawing/2014/main" id="{34871E15-6880-49CB-89F4-57A09EDC1238}"/>
              </a:ext>
            </a:extLst>
          </p:cNvPr>
          <p:cNvSpPr>
            <a:spLocks xmlns:a="http://schemas.openxmlformats.org/drawingml/2006/main" noGrp="1"/>
          </p:cNvSpPr>
          <p:nvPr/>
        </p:nvSpPr>
        <p:spPr>
          <a:xfrm xmlns:a="http://schemas.openxmlformats.org/drawingml/2006/main">
            <a:off x="2040686" y="263914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2" name="figure-practice_grid-19">
            <a:extLst xmlns:a="http://schemas.openxmlformats.org/drawingml/2006/main">
              <a:ext uri="{FF2B5EF4-FFF2-40B4-BE49-F238E27FC236}">
                <a16:creationId xmlns:a16="http://schemas.microsoft.com/office/drawing/2014/main" id="{18417F37-7FF8-4E3A-91BB-62E12CF6C2BA}"/>
              </a:ext>
            </a:extLst>
          </p:cNvPr>
          <p:cNvSpPr>
            <a:spLocks xmlns:a="http://schemas.openxmlformats.org/drawingml/2006/main" noGrp="1"/>
          </p:cNvSpPr>
          <p:nvPr/>
        </p:nvSpPr>
        <p:spPr>
          <a:xfrm xmlns:a="http://schemas.openxmlformats.org/drawingml/2006/main">
            <a:off x="284941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3" name="figure-practice_grid-20">
            <a:extLst xmlns:a="http://schemas.openxmlformats.org/drawingml/2006/main">
              <a:ext uri="{FF2B5EF4-FFF2-40B4-BE49-F238E27FC236}">
                <a16:creationId xmlns:a16="http://schemas.microsoft.com/office/drawing/2014/main" id="{4E18CD3C-7177-4701-B73B-6DD91B24985D}"/>
              </a:ext>
            </a:extLst>
          </p:cNvPr>
          <p:cNvSpPr>
            <a:spLocks xmlns:a="http://schemas.openxmlformats.org/drawingml/2006/main" noGrp="1"/>
          </p:cNvSpPr>
          <p:nvPr/>
        </p:nvSpPr>
        <p:spPr>
          <a:xfrm xmlns:a="http://schemas.openxmlformats.org/drawingml/2006/main">
            <a:off x="2040686" y="272900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4" name="figure-practice_grid-21">
            <a:extLst xmlns:a="http://schemas.openxmlformats.org/drawingml/2006/main">
              <a:ext uri="{FF2B5EF4-FFF2-40B4-BE49-F238E27FC236}">
                <a16:creationId xmlns:a16="http://schemas.microsoft.com/office/drawing/2014/main" id="{199DC5E2-93B4-4819-82AB-C6F6583561FF}"/>
              </a:ext>
            </a:extLst>
          </p:cNvPr>
          <p:cNvSpPr>
            <a:spLocks xmlns:a="http://schemas.openxmlformats.org/drawingml/2006/main" noGrp="1"/>
          </p:cNvSpPr>
          <p:nvPr/>
        </p:nvSpPr>
        <p:spPr>
          <a:xfrm xmlns:a="http://schemas.openxmlformats.org/drawingml/2006/main">
            <a:off x="293927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35" name="figure-practice_grid-22">
            <a:extLst xmlns:a="http://schemas.openxmlformats.org/drawingml/2006/main">
              <a:ext uri="{FF2B5EF4-FFF2-40B4-BE49-F238E27FC236}">
                <a16:creationId xmlns:a16="http://schemas.microsoft.com/office/drawing/2014/main" id="{67E64AAE-0688-4C9B-819E-4F2E58853BC3}"/>
              </a:ext>
            </a:extLst>
          </p:cNvPr>
          <p:cNvSpPr>
            <a:spLocks xmlns:a="http://schemas.openxmlformats.org/drawingml/2006/main" noGrp="1"/>
          </p:cNvSpPr>
          <p:nvPr/>
        </p:nvSpPr>
        <p:spPr>
          <a:xfrm xmlns:a="http://schemas.openxmlformats.org/drawingml/2006/main">
            <a:off x="2040686" y="281886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36" name="figure-practice_grid-23">
            <a:extLst xmlns:a="http://schemas.openxmlformats.org/drawingml/2006/main">
              <a:ext uri="{FF2B5EF4-FFF2-40B4-BE49-F238E27FC236}">
                <a16:creationId xmlns:a16="http://schemas.microsoft.com/office/drawing/2014/main" id="{29A679C9-1B41-4E86-9415-79DCE655B42E}"/>
              </a:ext>
            </a:extLst>
          </p:cNvPr>
          <p:cNvSpPr>
            <a:spLocks xmlns:a="http://schemas.openxmlformats.org/drawingml/2006/main" noGrp="1"/>
          </p:cNvSpPr>
          <p:nvPr/>
        </p:nvSpPr>
        <p:spPr>
          <a:xfrm xmlns:a="http://schemas.openxmlformats.org/drawingml/2006/main">
            <a:off x="302913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7" name="figure-practice_grid-24">
            <a:extLst xmlns:a="http://schemas.openxmlformats.org/drawingml/2006/main">
              <a:ext uri="{FF2B5EF4-FFF2-40B4-BE49-F238E27FC236}">
                <a16:creationId xmlns:a16="http://schemas.microsoft.com/office/drawing/2014/main" id="{F344D369-BEAC-4632-84FD-75A5EEA00D76}"/>
              </a:ext>
            </a:extLst>
          </p:cNvPr>
          <p:cNvSpPr>
            <a:spLocks xmlns:a="http://schemas.openxmlformats.org/drawingml/2006/main" noGrp="1"/>
          </p:cNvSpPr>
          <p:nvPr/>
        </p:nvSpPr>
        <p:spPr>
          <a:xfrm xmlns:a="http://schemas.openxmlformats.org/drawingml/2006/main">
            <a:off x="2040686" y="290871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8" name="figure-practice_grid-25">
            <a:extLst xmlns:a="http://schemas.openxmlformats.org/drawingml/2006/main">
              <a:ext uri="{FF2B5EF4-FFF2-40B4-BE49-F238E27FC236}">
                <a16:creationId xmlns:a16="http://schemas.microsoft.com/office/drawing/2014/main" id="{B9019CD6-E7EE-4E22-B22F-4515692759F1}"/>
              </a:ext>
            </a:extLst>
          </p:cNvPr>
          <p:cNvSpPr>
            <a:spLocks xmlns:a="http://schemas.openxmlformats.org/drawingml/2006/main" noGrp="1"/>
          </p:cNvSpPr>
          <p:nvPr/>
        </p:nvSpPr>
        <p:spPr>
          <a:xfrm xmlns:a="http://schemas.openxmlformats.org/drawingml/2006/main">
            <a:off x="311898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9" name="figure-practice_grid-26">
            <a:extLst xmlns:a="http://schemas.openxmlformats.org/drawingml/2006/main">
              <a:ext uri="{FF2B5EF4-FFF2-40B4-BE49-F238E27FC236}">
                <a16:creationId xmlns:a16="http://schemas.microsoft.com/office/drawing/2014/main" id="{3C19E37E-4256-43DD-AA19-C803E11CAB91}"/>
              </a:ext>
            </a:extLst>
          </p:cNvPr>
          <p:cNvSpPr>
            <a:spLocks xmlns:a="http://schemas.openxmlformats.org/drawingml/2006/main" noGrp="1"/>
          </p:cNvSpPr>
          <p:nvPr/>
        </p:nvSpPr>
        <p:spPr>
          <a:xfrm xmlns:a="http://schemas.openxmlformats.org/drawingml/2006/main">
            <a:off x="2040686" y="299857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0" name="figure-practice_grid-27">
            <a:extLst xmlns:a="http://schemas.openxmlformats.org/drawingml/2006/main">
              <a:ext uri="{FF2B5EF4-FFF2-40B4-BE49-F238E27FC236}">
                <a16:creationId xmlns:a16="http://schemas.microsoft.com/office/drawing/2014/main" id="{501F7278-6AF6-40ED-AD0D-E4A6859F4754}"/>
              </a:ext>
            </a:extLst>
          </p:cNvPr>
          <p:cNvSpPr>
            <a:spLocks xmlns:a="http://schemas.openxmlformats.org/drawingml/2006/main" noGrp="1"/>
          </p:cNvSpPr>
          <p:nvPr/>
        </p:nvSpPr>
        <p:spPr>
          <a:xfrm xmlns:a="http://schemas.openxmlformats.org/drawingml/2006/main">
            <a:off x="320884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1" name="figure-practice_grid-28">
            <a:extLst xmlns:a="http://schemas.openxmlformats.org/drawingml/2006/main">
              <a:ext uri="{FF2B5EF4-FFF2-40B4-BE49-F238E27FC236}">
                <a16:creationId xmlns:a16="http://schemas.microsoft.com/office/drawing/2014/main" id="{743F00FD-C3B7-4A32-B471-C4DF58027894}"/>
              </a:ext>
            </a:extLst>
          </p:cNvPr>
          <p:cNvSpPr>
            <a:spLocks xmlns:a="http://schemas.openxmlformats.org/drawingml/2006/main" noGrp="1"/>
          </p:cNvSpPr>
          <p:nvPr/>
        </p:nvSpPr>
        <p:spPr>
          <a:xfrm xmlns:a="http://schemas.openxmlformats.org/drawingml/2006/main">
            <a:off x="2040686" y="308843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2" name="figure-practice_grid-29">
            <a:extLst xmlns:a="http://schemas.openxmlformats.org/drawingml/2006/main">
              <a:ext uri="{FF2B5EF4-FFF2-40B4-BE49-F238E27FC236}">
                <a16:creationId xmlns:a16="http://schemas.microsoft.com/office/drawing/2014/main" id="{F7F001C5-4722-497B-9584-5F8033ED762E}"/>
              </a:ext>
            </a:extLst>
          </p:cNvPr>
          <p:cNvSpPr>
            <a:spLocks xmlns:a="http://schemas.openxmlformats.org/drawingml/2006/main" noGrp="1"/>
          </p:cNvSpPr>
          <p:nvPr/>
        </p:nvSpPr>
        <p:spPr>
          <a:xfrm xmlns:a="http://schemas.openxmlformats.org/drawingml/2006/main">
            <a:off x="329870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3" name="figure-practice_grid-30">
            <a:extLst xmlns:a="http://schemas.openxmlformats.org/drawingml/2006/main">
              <a:ext uri="{FF2B5EF4-FFF2-40B4-BE49-F238E27FC236}">
                <a16:creationId xmlns:a16="http://schemas.microsoft.com/office/drawing/2014/main" id="{EBFE4A90-AF87-4EE9-AE83-1F4D621B8BE1}"/>
              </a:ext>
            </a:extLst>
          </p:cNvPr>
          <p:cNvSpPr>
            <a:spLocks xmlns:a="http://schemas.openxmlformats.org/drawingml/2006/main" noGrp="1"/>
          </p:cNvSpPr>
          <p:nvPr/>
        </p:nvSpPr>
        <p:spPr>
          <a:xfrm xmlns:a="http://schemas.openxmlformats.org/drawingml/2006/main">
            <a:off x="2040686" y="317829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4" name="figure-practice_grid-31">
            <a:extLst xmlns:a="http://schemas.openxmlformats.org/drawingml/2006/main">
              <a:ext uri="{FF2B5EF4-FFF2-40B4-BE49-F238E27FC236}">
                <a16:creationId xmlns:a16="http://schemas.microsoft.com/office/drawing/2014/main" id="{0DBE5F1E-85D2-42AB-81CB-7586FFB22F5A}"/>
              </a:ext>
            </a:extLst>
          </p:cNvPr>
          <p:cNvSpPr>
            <a:spLocks xmlns:a="http://schemas.openxmlformats.org/drawingml/2006/main" noGrp="1"/>
          </p:cNvSpPr>
          <p:nvPr/>
        </p:nvSpPr>
        <p:spPr>
          <a:xfrm xmlns:a="http://schemas.openxmlformats.org/drawingml/2006/main">
            <a:off x="338856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5" name="figure-practice_grid-32">
            <a:extLst xmlns:a="http://schemas.openxmlformats.org/drawingml/2006/main">
              <a:ext uri="{FF2B5EF4-FFF2-40B4-BE49-F238E27FC236}">
                <a16:creationId xmlns:a16="http://schemas.microsoft.com/office/drawing/2014/main" id="{0F9E2E3E-D187-4835-8FD2-E5D9FE186FB9}"/>
              </a:ext>
            </a:extLst>
          </p:cNvPr>
          <p:cNvSpPr>
            <a:spLocks xmlns:a="http://schemas.openxmlformats.org/drawingml/2006/main" noGrp="1"/>
          </p:cNvSpPr>
          <p:nvPr/>
        </p:nvSpPr>
        <p:spPr>
          <a:xfrm xmlns:a="http://schemas.openxmlformats.org/drawingml/2006/main">
            <a:off x="2040686" y="326815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6" name="figure-practice_grid-33">
            <a:extLst xmlns:a="http://schemas.openxmlformats.org/drawingml/2006/main">
              <a:ext uri="{FF2B5EF4-FFF2-40B4-BE49-F238E27FC236}">
                <a16:creationId xmlns:a16="http://schemas.microsoft.com/office/drawing/2014/main" id="{486BAAB9-3795-48C8-AD05-49DAD60280E8}"/>
              </a:ext>
            </a:extLst>
          </p:cNvPr>
          <p:cNvSpPr>
            <a:spLocks xmlns:a="http://schemas.openxmlformats.org/drawingml/2006/main" noGrp="1"/>
          </p:cNvSpPr>
          <p:nvPr/>
        </p:nvSpPr>
        <p:spPr>
          <a:xfrm xmlns:a="http://schemas.openxmlformats.org/drawingml/2006/main">
            <a:off x="347842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7" name="figure-practice_grid-34">
            <a:extLst xmlns:a="http://schemas.openxmlformats.org/drawingml/2006/main">
              <a:ext uri="{FF2B5EF4-FFF2-40B4-BE49-F238E27FC236}">
                <a16:creationId xmlns:a16="http://schemas.microsoft.com/office/drawing/2014/main" id="{A0602D53-9E55-4A05-A3BE-255F303EBEC0}"/>
              </a:ext>
            </a:extLst>
          </p:cNvPr>
          <p:cNvSpPr>
            <a:spLocks xmlns:a="http://schemas.openxmlformats.org/drawingml/2006/main" noGrp="1"/>
          </p:cNvSpPr>
          <p:nvPr/>
        </p:nvSpPr>
        <p:spPr>
          <a:xfrm xmlns:a="http://schemas.openxmlformats.org/drawingml/2006/main">
            <a:off x="2040686" y="335801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8" name="figure-practice_grid-35">
            <a:extLst xmlns:a="http://schemas.openxmlformats.org/drawingml/2006/main">
              <a:ext uri="{FF2B5EF4-FFF2-40B4-BE49-F238E27FC236}">
                <a16:creationId xmlns:a16="http://schemas.microsoft.com/office/drawing/2014/main" id="{68FE5D73-5A97-4E84-B424-50DF303F5B1D}"/>
              </a:ext>
            </a:extLst>
          </p:cNvPr>
          <p:cNvSpPr>
            <a:spLocks xmlns:a="http://schemas.openxmlformats.org/drawingml/2006/main" noGrp="1"/>
          </p:cNvSpPr>
          <p:nvPr/>
        </p:nvSpPr>
        <p:spPr>
          <a:xfrm xmlns:a="http://schemas.openxmlformats.org/drawingml/2006/main">
            <a:off x="356828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9" name="figure-practice_grid-36">
            <a:extLst xmlns:a="http://schemas.openxmlformats.org/drawingml/2006/main">
              <a:ext uri="{FF2B5EF4-FFF2-40B4-BE49-F238E27FC236}">
                <a16:creationId xmlns:a16="http://schemas.microsoft.com/office/drawing/2014/main" id="{4B085A57-0FD1-447F-96E3-93D5AAADD4A8}"/>
              </a:ext>
            </a:extLst>
          </p:cNvPr>
          <p:cNvSpPr>
            <a:spLocks xmlns:a="http://schemas.openxmlformats.org/drawingml/2006/main" noGrp="1"/>
          </p:cNvSpPr>
          <p:nvPr/>
        </p:nvSpPr>
        <p:spPr>
          <a:xfrm xmlns:a="http://schemas.openxmlformats.org/drawingml/2006/main">
            <a:off x="2040686" y="344787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0" name="figure-practice_grid-37">
            <a:extLst xmlns:a="http://schemas.openxmlformats.org/drawingml/2006/main">
              <a:ext uri="{FF2B5EF4-FFF2-40B4-BE49-F238E27FC236}">
                <a16:creationId xmlns:a16="http://schemas.microsoft.com/office/drawing/2014/main" id="{6B353BF7-B54B-4187-AAE4-175BED8DA5A7}"/>
              </a:ext>
            </a:extLst>
          </p:cNvPr>
          <p:cNvSpPr>
            <a:spLocks xmlns:a="http://schemas.openxmlformats.org/drawingml/2006/main" noGrp="1"/>
          </p:cNvSpPr>
          <p:nvPr/>
        </p:nvSpPr>
        <p:spPr>
          <a:xfrm xmlns:a="http://schemas.openxmlformats.org/drawingml/2006/main">
            <a:off x="365813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1" name="figure-practice_grid-38">
            <a:extLst xmlns:a="http://schemas.openxmlformats.org/drawingml/2006/main">
              <a:ext uri="{FF2B5EF4-FFF2-40B4-BE49-F238E27FC236}">
                <a16:creationId xmlns:a16="http://schemas.microsoft.com/office/drawing/2014/main" id="{11DBD05C-835D-449E-974E-90E969737E19}"/>
              </a:ext>
            </a:extLst>
          </p:cNvPr>
          <p:cNvSpPr>
            <a:spLocks xmlns:a="http://schemas.openxmlformats.org/drawingml/2006/main" noGrp="1"/>
          </p:cNvSpPr>
          <p:nvPr/>
        </p:nvSpPr>
        <p:spPr>
          <a:xfrm xmlns:a="http://schemas.openxmlformats.org/drawingml/2006/main">
            <a:off x="2040686" y="353772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2" name="figure-practice_grid-39">
            <a:extLst xmlns:a="http://schemas.openxmlformats.org/drawingml/2006/main">
              <a:ext uri="{FF2B5EF4-FFF2-40B4-BE49-F238E27FC236}">
                <a16:creationId xmlns:a16="http://schemas.microsoft.com/office/drawing/2014/main" id="{10DCAC09-966B-4F24-8A4F-A2F77509919F}"/>
              </a:ext>
            </a:extLst>
          </p:cNvPr>
          <p:cNvSpPr>
            <a:spLocks xmlns:a="http://schemas.openxmlformats.org/drawingml/2006/main" noGrp="1"/>
          </p:cNvSpPr>
          <p:nvPr/>
        </p:nvSpPr>
        <p:spPr>
          <a:xfrm xmlns:a="http://schemas.openxmlformats.org/drawingml/2006/main">
            <a:off x="374799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3" name="figure-practice_grid-40">
            <a:extLst xmlns:a="http://schemas.openxmlformats.org/drawingml/2006/main">
              <a:ext uri="{FF2B5EF4-FFF2-40B4-BE49-F238E27FC236}">
                <a16:creationId xmlns:a16="http://schemas.microsoft.com/office/drawing/2014/main" id="{1FA8DED5-0EC8-4841-BE3E-9093B4820CBC}"/>
              </a:ext>
            </a:extLst>
          </p:cNvPr>
          <p:cNvSpPr>
            <a:spLocks xmlns:a="http://schemas.openxmlformats.org/drawingml/2006/main" noGrp="1"/>
          </p:cNvSpPr>
          <p:nvPr/>
        </p:nvSpPr>
        <p:spPr>
          <a:xfrm xmlns:a="http://schemas.openxmlformats.org/drawingml/2006/main">
            <a:off x="2040686" y="362758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4" name="figure-practice_grid-41">
            <a:extLst xmlns:a="http://schemas.openxmlformats.org/drawingml/2006/main">
              <a:ext uri="{FF2B5EF4-FFF2-40B4-BE49-F238E27FC236}">
                <a16:creationId xmlns:a16="http://schemas.microsoft.com/office/drawing/2014/main" id="{CA621E8B-39BA-40A9-B6A5-529023FDD78B}"/>
              </a:ext>
            </a:extLst>
          </p:cNvPr>
          <p:cNvSpPr>
            <a:spLocks xmlns:a="http://schemas.openxmlformats.org/drawingml/2006/main" noGrp="1"/>
          </p:cNvSpPr>
          <p:nvPr/>
        </p:nvSpPr>
        <p:spPr>
          <a:xfrm xmlns:a="http://schemas.openxmlformats.org/drawingml/2006/main">
            <a:off x="383785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55" name="figure-practice_grid-42">
            <a:extLst xmlns:a="http://schemas.openxmlformats.org/drawingml/2006/main">
              <a:ext uri="{FF2B5EF4-FFF2-40B4-BE49-F238E27FC236}">
                <a16:creationId xmlns:a16="http://schemas.microsoft.com/office/drawing/2014/main" id="{3C3DA548-D603-4068-856B-B7A0E3E3D78F}"/>
              </a:ext>
            </a:extLst>
          </p:cNvPr>
          <p:cNvSpPr>
            <a:spLocks xmlns:a="http://schemas.openxmlformats.org/drawingml/2006/main" noGrp="1"/>
          </p:cNvSpPr>
          <p:nvPr/>
        </p:nvSpPr>
        <p:spPr>
          <a:xfrm xmlns:a="http://schemas.openxmlformats.org/drawingml/2006/main">
            <a:off x="2040686" y="371744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56" name="figure-practice_grid-43">
            <a:extLst xmlns:a="http://schemas.openxmlformats.org/drawingml/2006/main">
              <a:ext uri="{FF2B5EF4-FFF2-40B4-BE49-F238E27FC236}">
                <a16:creationId xmlns:a16="http://schemas.microsoft.com/office/drawing/2014/main" id="{D039F7A3-26C4-4F1A-B7A9-15FE527AC58A}"/>
              </a:ext>
            </a:extLst>
          </p:cNvPr>
          <p:cNvSpPr>
            <a:spLocks xmlns:a="http://schemas.openxmlformats.org/drawingml/2006/main" noGrp="1"/>
          </p:cNvSpPr>
          <p:nvPr/>
        </p:nvSpPr>
        <p:spPr>
          <a:xfrm xmlns:a="http://schemas.openxmlformats.org/drawingml/2006/main">
            <a:off x="392771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7" name="figure-practice_grid-44">
            <a:extLst xmlns:a="http://schemas.openxmlformats.org/drawingml/2006/main">
              <a:ext uri="{FF2B5EF4-FFF2-40B4-BE49-F238E27FC236}">
                <a16:creationId xmlns:a16="http://schemas.microsoft.com/office/drawing/2014/main" id="{B7A751D8-669B-4086-A3D4-83076B6EBD4D}"/>
              </a:ext>
            </a:extLst>
          </p:cNvPr>
          <p:cNvSpPr>
            <a:spLocks xmlns:a="http://schemas.openxmlformats.org/drawingml/2006/main" noGrp="1"/>
          </p:cNvSpPr>
          <p:nvPr/>
        </p:nvSpPr>
        <p:spPr>
          <a:xfrm xmlns:a="http://schemas.openxmlformats.org/drawingml/2006/main">
            <a:off x="2040686" y="380730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8" name="figure-practice_grid-45">
            <a:extLst xmlns:a="http://schemas.openxmlformats.org/drawingml/2006/main">
              <a:ext uri="{FF2B5EF4-FFF2-40B4-BE49-F238E27FC236}">
                <a16:creationId xmlns:a16="http://schemas.microsoft.com/office/drawing/2014/main" id="{F472DB3C-21D6-457A-A229-3E9E57C5FDEF}"/>
              </a:ext>
            </a:extLst>
          </p:cNvPr>
          <p:cNvSpPr>
            <a:spLocks xmlns:a="http://schemas.openxmlformats.org/drawingml/2006/main" noGrp="1"/>
          </p:cNvSpPr>
          <p:nvPr/>
        </p:nvSpPr>
        <p:spPr>
          <a:xfrm xmlns:a="http://schemas.openxmlformats.org/drawingml/2006/main">
            <a:off x="401757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9" name="figure-practice_grid-46">
            <a:extLst xmlns:a="http://schemas.openxmlformats.org/drawingml/2006/main">
              <a:ext uri="{FF2B5EF4-FFF2-40B4-BE49-F238E27FC236}">
                <a16:creationId xmlns:a16="http://schemas.microsoft.com/office/drawing/2014/main" id="{7C86EBA5-13D9-40EC-AEA3-5E3062F9199B}"/>
              </a:ext>
            </a:extLst>
          </p:cNvPr>
          <p:cNvSpPr>
            <a:spLocks xmlns:a="http://schemas.openxmlformats.org/drawingml/2006/main" noGrp="1"/>
          </p:cNvSpPr>
          <p:nvPr/>
        </p:nvSpPr>
        <p:spPr>
          <a:xfrm xmlns:a="http://schemas.openxmlformats.org/drawingml/2006/main">
            <a:off x="2040686" y="389716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0" name="figure-practice_grid-47">
            <a:extLst xmlns:a="http://schemas.openxmlformats.org/drawingml/2006/main">
              <a:ext uri="{FF2B5EF4-FFF2-40B4-BE49-F238E27FC236}">
                <a16:creationId xmlns:a16="http://schemas.microsoft.com/office/drawing/2014/main" id="{D725B96E-19EF-4C56-B7E0-4382E45B8E8C}"/>
              </a:ext>
            </a:extLst>
          </p:cNvPr>
          <p:cNvSpPr>
            <a:spLocks xmlns:a="http://schemas.openxmlformats.org/drawingml/2006/main" noGrp="1"/>
          </p:cNvSpPr>
          <p:nvPr/>
        </p:nvSpPr>
        <p:spPr>
          <a:xfrm xmlns:a="http://schemas.openxmlformats.org/drawingml/2006/main">
            <a:off x="410743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1" name="figure-practice_grid-48">
            <a:extLst xmlns:a="http://schemas.openxmlformats.org/drawingml/2006/main">
              <a:ext uri="{FF2B5EF4-FFF2-40B4-BE49-F238E27FC236}">
                <a16:creationId xmlns:a16="http://schemas.microsoft.com/office/drawing/2014/main" id="{24FA8AF8-9532-403B-8209-650119A20A76}"/>
              </a:ext>
            </a:extLst>
          </p:cNvPr>
          <p:cNvSpPr>
            <a:spLocks xmlns:a="http://schemas.openxmlformats.org/drawingml/2006/main" noGrp="1"/>
          </p:cNvSpPr>
          <p:nvPr/>
        </p:nvSpPr>
        <p:spPr>
          <a:xfrm xmlns:a="http://schemas.openxmlformats.org/drawingml/2006/main">
            <a:off x="2040686" y="398702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2" name="figure-practice_grid-49">
            <a:extLst xmlns:a="http://schemas.openxmlformats.org/drawingml/2006/main">
              <a:ext uri="{FF2B5EF4-FFF2-40B4-BE49-F238E27FC236}">
                <a16:creationId xmlns:a16="http://schemas.microsoft.com/office/drawing/2014/main" id="{A5DE09BB-804B-4297-B055-B96A7584B707}"/>
              </a:ext>
            </a:extLst>
          </p:cNvPr>
          <p:cNvSpPr>
            <a:spLocks xmlns:a="http://schemas.openxmlformats.org/drawingml/2006/main" noGrp="1"/>
          </p:cNvSpPr>
          <p:nvPr/>
        </p:nvSpPr>
        <p:spPr>
          <a:xfrm xmlns:a="http://schemas.openxmlformats.org/drawingml/2006/main">
            <a:off x="419729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3" name="figure-practice_grid-50">
            <a:extLst xmlns:a="http://schemas.openxmlformats.org/drawingml/2006/main">
              <a:ext uri="{FF2B5EF4-FFF2-40B4-BE49-F238E27FC236}">
                <a16:creationId xmlns:a16="http://schemas.microsoft.com/office/drawing/2014/main" id="{E6F72BDE-AB67-41B4-8F08-417BC72784DB}"/>
              </a:ext>
            </a:extLst>
          </p:cNvPr>
          <p:cNvSpPr>
            <a:spLocks xmlns:a="http://schemas.openxmlformats.org/drawingml/2006/main" noGrp="1"/>
          </p:cNvSpPr>
          <p:nvPr/>
        </p:nvSpPr>
        <p:spPr>
          <a:xfrm xmlns:a="http://schemas.openxmlformats.org/drawingml/2006/main">
            <a:off x="2040686" y="407688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4" name="figure-practice_grid-51">
            <a:extLst xmlns:a="http://schemas.openxmlformats.org/drawingml/2006/main">
              <a:ext uri="{FF2B5EF4-FFF2-40B4-BE49-F238E27FC236}">
                <a16:creationId xmlns:a16="http://schemas.microsoft.com/office/drawing/2014/main" id="{578DFEDB-49F7-4EBE-89A2-6CD9F2BCCD8A}"/>
              </a:ext>
            </a:extLst>
          </p:cNvPr>
          <p:cNvSpPr>
            <a:spLocks xmlns:a="http://schemas.openxmlformats.org/drawingml/2006/main" noGrp="1"/>
          </p:cNvSpPr>
          <p:nvPr/>
        </p:nvSpPr>
        <p:spPr>
          <a:xfrm xmlns:a="http://schemas.openxmlformats.org/drawingml/2006/main">
            <a:off x="428714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5" name="figure-practice_grid-52">
            <a:extLst xmlns:a="http://schemas.openxmlformats.org/drawingml/2006/main">
              <a:ext uri="{FF2B5EF4-FFF2-40B4-BE49-F238E27FC236}">
                <a16:creationId xmlns:a16="http://schemas.microsoft.com/office/drawing/2014/main" id="{B2B1B187-CF0D-4013-AAC8-91AFEB384765}"/>
              </a:ext>
            </a:extLst>
          </p:cNvPr>
          <p:cNvSpPr>
            <a:spLocks xmlns:a="http://schemas.openxmlformats.org/drawingml/2006/main" noGrp="1"/>
          </p:cNvSpPr>
          <p:nvPr/>
        </p:nvSpPr>
        <p:spPr>
          <a:xfrm xmlns:a="http://schemas.openxmlformats.org/drawingml/2006/main">
            <a:off x="2040686" y="416673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6" name="figure-practice_grid-53">
            <a:extLst xmlns:a="http://schemas.openxmlformats.org/drawingml/2006/main">
              <a:ext uri="{FF2B5EF4-FFF2-40B4-BE49-F238E27FC236}">
                <a16:creationId xmlns:a16="http://schemas.microsoft.com/office/drawing/2014/main" id="{92DDB544-0E42-4B2F-A528-5F8E686DF964}"/>
              </a:ext>
            </a:extLst>
          </p:cNvPr>
          <p:cNvSpPr>
            <a:spLocks xmlns:a="http://schemas.openxmlformats.org/drawingml/2006/main" noGrp="1"/>
          </p:cNvSpPr>
          <p:nvPr/>
        </p:nvSpPr>
        <p:spPr>
          <a:xfrm xmlns:a="http://schemas.openxmlformats.org/drawingml/2006/main">
            <a:off x="437700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7" name="figure-practice_grid-54">
            <a:extLst xmlns:a="http://schemas.openxmlformats.org/drawingml/2006/main">
              <a:ext uri="{FF2B5EF4-FFF2-40B4-BE49-F238E27FC236}">
                <a16:creationId xmlns:a16="http://schemas.microsoft.com/office/drawing/2014/main" id="{776F7830-FB3D-451C-996F-ACFEE6B77CFB}"/>
              </a:ext>
            </a:extLst>
          </p:cNvPr>
          <p:cNvSpPr>
            <a:spLocks xmlns:a="http://schemas.openxmlformats.org/drawingml/2006/main" noGrp="1"/>
          </p:cNvSpPr>
          <p:nvPr/>
        </p:nvSpPr>
        <p:spPr>
          <a:xfrm xmlns:a="http://schemas.openxmlformats.org/drawingml/2006/main">
            <a:off x="2040686" y="425659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8" name="figure-practice_grid-55">
            <a:extLst xmlns:a="http://schemas.openxmlformats.org/drawingml/2006/main">
              <a:ext uri="{FF2B5EF4-FFF2-40B4-BE49-F238E27FC236}">
                <a16:creationId xmlns:a16="http://schemas.microsoft.com/office/drawing/2014/main" id="{60DF3AF2-3F01-4635-A1AD-ED9FBF663BE2}"/>
              </a:ext>
            </a:extLst>
          </p:cNvPr>
          <p:cNvSpPr>
            <a:spLocks xmlns:a="http://schemas.openxmlformats.org/drawingml/2006/main" noGrp="1"/>
          </p:cNvSpPr>
          <p:nvPr/>
        </p:nvSpPr>
        <p:spPr>
          <a:xfrm xmlns:a="http://schemas.openxmlformats.org/drawingml/2006/main">
            <a:off x="446686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9" name="figure-practice_grid-56">
            <a:extLst xmlns:a="http://schemas.openxmlformats.org/drawingml/2006/main">
              <a:ext uri="{FF2B5EF4-FFF2-40B4-BE49-F238E27FC236}">
                <a16:creationId xmlns:a16="http://schemas.microsoft.com/office/drawing/2014/main" id="{67273C9B-3510-4096-8DDA-BD2D6AD1E94F}"/>
              </a:ext>
            </a:extLst>
          </p:cNvPr>
          <p:cNvSpPr>
            <a:spLocks xmlns:a="http://schemas.openxmlformats.org/drawingml/2006/main" noGrp="1"/>
          </p:cNvSpPr>
          <p:nvPr/>
        </p:nvSpPr>
        <p:spPr>
          <a:xfrm xmlns:a="http://schemas.openxmlformats.org/drawingml/2006/main">
            <a:off x="2040686" y="434645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0" name="figure-practice_grid-57">
            <a:extLst xmlns:a="http://schemas.openxmlformats.org/drawingml/2006/main">
              <a:ext uri="{FF2B5EF4-FFF2-40B4-BE49-F238E27FC236}">
                <a16:creationId xmlns:a16="http://schemas.microsoft.com/office/drawing/2014/main" id="{D642E175-C352-4264-B8E7-3C8DE5346B77}"/>
              </a:ext>
            </a:extLst>
          </p:cNvPr>
          <p:cNvSpPr>
            <a:spLocks xmlns:a="http://schemas.openxmlformats.org/drawingml/2006/main" noGrp="1"/>
          </p:cNvSpPr>
          <p:nvPr/>
        </p:nvSpPr>
        <p:spPr>
          <a:xfrm xmlns:a="http://schemas.openxmlformats.org/drawingml/2006/main">
            <a:off x="455672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1" name="figure-practice_grid-58">
            <a:extLst xmlns:a="http://schemas.openxmlformats.org/drawingml/2006/main">
              <a:ext uri="{FF2B5EF4-FFF2-40B4-BE49-F238E27FC236}">
                <a16:creationId xmlns:a16="http://schemas.microsoft.com/office/drawing/2014/main" id="{EDD0B97E-4518-4050-8EC0-84F57140CF82}"/>
              </a:ext>
            </a:extLst>
          </p:cNvPr>
          <p:cNvSpPr>
            <a:spLocks xmlns:a="http://schemas.openxmlformats.org/drawingml/2006/main" noGrp="1"/>
          </p:cNvSpPr>
          <p:nvPr/>
        </p:nvSpPr>
        <p:spPr>
          <a:xfrm xmlns:a="http://schemas.openxmlformats.org/drawingml/2006/main">
            <a:off x="2040686" y="443631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2" name="figure-practice_grid-59">
            <a:extLst xmlns:a="http://schemas.openxmlformats.org/drawingml/2006/main">
              <a:ext uri="{FF2B5EF4-FFF2-40B4-BE49-F238E27FC236}">
                <a16:creationId xmlns:a16="http://schemas.microsoft.com/office/drawing/2014/main" id="{D52859AA-E898-4746-A585-79955DD0BDB4}"/>
              </a:ext>
            </a:extLst>
          </p:cNvPr>
          <p:cNvSpPr>
            <a:spLocks xmlns:a="http://schemas.openxmlformats.org/drawingml/2006/main" noGrp="1"/>
          </p:cNvSpPr>
          <p:nvPr/>
        </p:nvSpPr>
        <p:spPr>
          <a:xfrm xmlns:a="http://schemas.openxmlformats.org/drawingml/2006/main">
            <a:off x="464658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3" name="figure-practice_grid-60">
            <a:extLst xmlns:a="http://schemas.openxmlformats.org/drawingml/2006/main">
              <a:ext uri="{FF2B5EF4-FFF2-40B4-BE49-F238E27FC236}">
                <a16:creationId xmlns:a16="http://schemas.microsoft.com/office/drawing/2014/main" id="{FD1FDBA4-A080-4D41-86F6-328C3C5D79FB}"/>
              </a:ext>
            </a:extLst>
          </p:cNvPr>
          <p:cNvSpPr>
            <a:spLocks xmlns:a="http://schemas.openxmlformats.org/drawingml/2006/main" noGrp="1"/>
          </p:cNvSpPr>
          <p:nvPr/>
        </p:nvSpPr>
        <p:spPr>
          <a:xfrm xmlns:a="http://schemas.openxmlformats.org/drawingml/2006/main">
            <a:off x="2040686" y="452617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4" name="figure-practice_grid-61">
            <a:extLst xmlns:a="http://schemas.openxmlformats.org/drawingml/2006/main">
              <a:ext uri="{FF2B5EF4-FFF2-40B4-BE49-F238E27FC236}">
                <a16:creationId xmlns:a16="http://schemas.microsoft.com/office/drawing/2014/main" id="{A7502BF7-43C7-46CA-AC93-110822C93E17}"/>
              </a:ext>
            </a:extLst>
          </p:cNvPr>
          <p:cNvSpPr>
            <a:spLocks xmlns:a="http://schemas.openxmlformats.org/drawingml/2006/main" noGrp="1"/>
          </p:cNvSpPr>
          <p:nvPr/>
        </p:nvSpPr>
        <p:spPr>
          <a:xfrm xmlns:a="http://schemas.openxmlformats.org/drawingml/2006/main">
            <a:off x="473644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75" name="figure-practice_grid-62">
            <a:extLst xmlns:a="http://schemas.openxmlformats.org/drawingml/2006/main">
              <a:ext uri="{FF2B5EF4-FFF2-40B4-BE49-F238E27FC236}">
                <a16:creationId xmlns:a16="http://schemas.microsoft.com/office/drawing/2014/main" id="{FFCAA80D-74CB-41B7-8948-7BE6B8AAEBF6}"/>
              </a:ext>
            </a:extLst>
          </p:cNvPr>
          <p:cNvSpPr>
            <a:spLocks xmlns:a="http://schemas.openxmlformats.org/drawingml/2006/main" noGrp="1"/>
          </p:cNvSpPr>
          <p:nvPr/>
        </p:nvSpPr>
        <p:spPr>
          <a:xfrm xmlns:a="http://schemas.openxmlformats.org/drawingml/2006/main">
            <a:off x="2040686" y="461603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76" name="figure-practice_grid-63">
            <a:extLst xmlns:a="http://schemas.openxmlformats.org/drawingml/2006/main">
              <a:ext uri="{FF2B5EF4-FFF2-40B4-BE49-F238E27FC236}">
                <a16:creationId xmlns:a16="http://schemas.microsoft.com/office/drawing/2014/main" id="{84D86CC2-EDB6-4669-AF4D-A74790475FC5}"/>
              </a:ext>
            </a:extLst>
          </p:cNvPr>
          <p:cNvSpPr>
            <a:spLocks xmlns:a="http://schemas.openxmlformats.org/drawingml/2006/main" noGrp="1"/>
          </p:cNvSpPr>
          <p:nvPr/>
        </p:nvSpPr>
        <p:spPr>
          <a:xfrm xmlns:a="http://schemas.openxmlformats.org/drawingml/2006/main">
            <a:off x="482630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7" name="figure-practice_grid-64">
            <a:extLst xmlns:a="http://schemas.openxmlformats.org/drawingml/2006/main">
              <a:ext uri="{FF2B5EF4-FFF2-40B4-BE49-F238E27FC236}">
                <a16:creationId xmlns:a16="http://schemas.microsoft.com/office/drawing/2014/main" id="{D5E33939-01EA-47EF-990F-E6ECCCF32E08}"/>
              </a:ext>
            </a:extLst>
          </p:cNvPr>
          <p:cNvSpPr>
            <a:spLocks xmlns:a="http://schemas.openxmlformats.org/drawingml/2006/main" noGrp="1"/>
          </p:cNvSpPr>
          <p:nvPr/>
        </p:nvSpPr>
        <p:spPr>
          <a:xfrm xmlns:a="http://schemas.openxmlformats.org/drawingml/2006/main">
            <a:off x="2040686" y="470588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8" name="figure-practice_grid-65">
            <a:extLst xmlns:a="http://schemas.openxmlformats.org/drawingml/2006/main">
              <a:ext uri="{FF2B5EF4-FFF2-40B4-BE49-F238E27FC236}">
                <a16:creationId xmlns:a16="http://schemas.microsoft.com/office/drawing/2014/main" id="{A281D0F0-7A28-4DA8-A69B-4A3A55517811}"/>
              </a:ext>
            </a:extLst>
          </p:cNvPr>
          <p:cNvSpPr>
            <a:spLocks xmlns:a="http://schemas.openxmlformats.org/drawingml/2006/main" noGrp="1"/>
          </p:cNvSpPr>
          <p:nvPr/>
        </p:nvSpPr>
        <p:spPr>
          <a:xfrm xmlns:a="http://schemas.openxmlformats.org/drawingml/2006/main">
            <a:off x="491615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9" name="figure-practice_grid-66">
            <a:extLst xmlns:a="http://schemas.openxmlformats.org/drawingml/2006/main">
              <a:ext uri="{FF2B5EF4-FFF2-40B4-BE49-F238E27FC236}">
                <a16:creationId xmlns:a16="http://schemas.microsoft.com/office/drawing/2014/main" id="{6935C5C7-DB9B-4371-A75D-49ECE215746F}"/>
              </a:ext>
            </a:extLst>
          </p:cNvPr>
          <p:cNvSpPr>
            <a:spLocks xmlns:a="http://schemas.openxmlformats.org/drawingml/2006/main" noGrp="1"/>
          </p:cNvSpPr>
          <p:nvPr/>
        </p:nvSpPr>
        <p:spPr>
          <a:xfrm xmlns:a="http://schemas.openxmlformats.org/drawingml/2006/main">
            <a:off x="2040686" y="479574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0" name="figure-practice_grid-67">
            <a:extLst xmlns:a="http://schemas.openxmlformats.org/drawingml/2006/main">
              <a:ext uri="{FF2B5EF4-FFF2-40B4-BE49-F238E27FC236}">
                <a16:creationId xmlns:a16="http://schemas.microsoft.com/office/drawing/2014/main" id="{F6357A22-1EFF-4A71-94ED-40D164300F47}"/>
              </a:ext>
            </a:extLst>
          </p:cNvPr>
          <p:cNvSpPr>
            <a:spLocks xmlns:a="http://schemas.openxmlformats.org/drawingml/2006/main" noGrp="1"/>
          </p:cNvSpPr>
          <p:nvPr/>
        </p:nvSpPr>
        <p:spPr>
          <a:xfrm xmlns:a="http://schemas.openxmlformats.org/drawingml/2006/main">
            <a:off x="500601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1" name="figure-practice_grid-68">
            <a:extLst xmlns:a="http://schemas.openxmlformats.org/drawingml/2006/main">
              <a:ext uri="{FF2B5EF4-FFF2-40B4-BE49-F238E27FC236}">
                <a16:creationId xmlns:a16="http://schemas.microsoft.com/office/drawing/2014/main" id="{28EA6732-DD9D-47DB-BED4-95C854ADD978}"/>
              </a:ext>
            </a:extLst>
          </p:cNvPr>
          <p:cNvSpPr>
            <a:spLocks xmlns:a="http://schemas.openxmlformats.org/drawingml/2006/main" noGrp="1"/>
          </p:cNvSpPr>
          <p:nvPr/>
        </p:nvSpPr>
        <p:spPr>
          <a:xfrm xmlns:a="http://schemas.openxmlformats.org/drawingml/2006/main">
            <a:off x="2040686" y="488560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2" name="figure-practice_grid-69">
            <a:extLst xmlns:a="http://schemas.openxmlformats.org/drawingml/2006/main">
              <a:ext uri="{FF2B5EF4-FFF2-40B4-BE49-F238E27FC236}">
                <a16:creationId xmlns:a16="http://schemas.microsoft.com/office/drawing/2014/main" id="{C2CB6E59-28B4-4075-BCB3-689D43D97FF6}"/>
              </a:ext>
            </a:extLst>
          </p:cNvPr>
          <p:cNvSpPr>
            <a:spLocks xmlns:a="http://schemas.openxmlformats.org/drawingml/2006/main" noGrp="1"/>
          </p:cNvSpPr>
          <p:nvPr/>
        </p:nvSpPr>
        <p:spPr>
          <a:xfrm xmlns:a="http://schemas.openxmlformats.org/drawingml/2006/main">
            <a:off x="509587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3" name="figure-practice_grid-70">
            <a:extLst xmlns:a="http://schemas.openxmlformats.org/drawingml/2006/main">
              <a:ext uri="{FF2B5EF4-FFF2-40B4-BE49-F238E27FC236}">
                <a16:creationId xmlns:a16="http://schemas.microsoft.com/office/drawing/2014/main" id="{911FE1F5-6303-4746-8FDE-A46D1AF6C3A6}"/>
              </a:ext>
            </a:extLst>
          </p:cNvPr>
          <p:cNvSpPr>
            <a:spLocks xmlns:a="http://schemas.openxmlformats.org/drawingml/2006/main" noGrp="1"/>
          </p:cNvSpPr>
          <p:nvPr/>
        </p:nvSpPr>
        <p:spPr>
          <a:xfrm xmlns:a="http://schemas.openxmlformats.org/drawingml/2006/main">
            <a:off x="2040686" y="497546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4" name="figure-practice_grid-71">
            <a:extLst xmlns:a="http://schemas.openxmlformats.org/drawingml/2006/main">
              <a:ext uri="{FF2B5EF4-FFF2-40B4-BE49-F238E27FC236}">
                <a16:creationId xmlns:a16="http://schemas.microsoft.com/office/drawing/2014/main" id="{442E0EB7-5F56-4CB8-8DAD-4EFE725079FE}"/>
              </a:ext>
            </a:extLst>
          </p:cNvPr>
          <p:cNvSpPr>
            <a:spLocks xmlns:a="http://schemas.openxmlformats.org/drawingml/2006/main" noGrp="1"/>
          </p:cNvSpPr>
          <p:nvPr/>
        </p:nvSpPr>
        <p:spPr>
          <a:xfrm xmlns:a="http://schemas.openxmlformats.org/drawingml/2006/main">
            <a:off x="518573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5" name="figure-practice_grid-72">
            <a:extLst xmlns:a="http://schemas.openxmlformats.org/drawingml/2006/main">
              <a:ext uri="{FF2B5EF4-FFF2-40B4-BE49-F238E27FC236}">
                <a16:creationId xmlns:a16="http://schemas.microsoft.com/office/drawing/2014/main" id="{CDA38811-47BF-4643-B731-B35280B2676D}"/>
              </a:ext>
            </a:extLst>
          </p:cNvPr>
          <p:cNvSpPr>
            <a:spLocks xmlns:a="http://schemas.openxmlformats.org/drawingml/2006/main" noGrp="1"/>
          </p:cNvSpPr>
          <p:nvPr/>
        </p:nvSpPr>
        <p:spPr>
          <a:xfrm xmlns:a="http://schemas.openxmlformats.org/drawingml/2006/main">
            <a:off x="2040686" y="506532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6" name="figure-practice_grid-73">
            <a:extLst xmlns:a="http://schemas.openxmlformats.org/drawingml/2006/main">
              <a:ext uri="{FF2B5EF4-FFF2-40B4-BE49-F238E27FC236}">
                <a16:creationId xmlns:a16="http://schemas.microsoft.com/office/drawing/2014/main" id="{177E786D-A1A1-44A2-A10A-4521E1E038A6}"/>
              </a:ext>
            </a:extLst>
          </p:cNvPr>
          <p:cNvSpPr>
            <a:spLocks xmlns:a="http://schemas.openxmlformats.org/drawingml/2006/main" noGrp="1"/>
          </p:cNvSpPr>
          <p:nvPr/>
        </p:nvSpPr>
        <p:spPr>
          <a:xfrm xmlns:a="http://schemas.openxmlformats.org/drawingml/2006/main">
            <a:off x="527559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7" name="figure-practice_grid-74">
            <a:extLst xmlns:a="http://schemas.openxmlformats.org/drawingml/2006/main">
              <a:ext uri="{FF2B5EF4-FFF2-40B4-BE49-F238E27FC236}">
                <a16:creationId xmlns:a16="http://schemas.microsoft.com/office/drawing/2014/main" id="{F0CDCE1D-0B85-4C5A-8CCE-7DC77EBA7BD4}"/>
              </a:ext>
            </a:extLst>
          </p:cNvPr>
          <p:cNvSpPr>
            <a:spLocks xmlns:a="http://schemas.openxmlformats.org/drawingml/2006/main" noGrp="1"/>
          </p:cNvSpPr>
          <p:nvPr/>
        </p:nvSpPr>
        <p:spPr>
          <a:xfrm xmlns:a="http://schemas.openxmlformats.org/drawingml/2006/main">
            <a:off x="2040686" y="515518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8" name="figure-practice_grid-75">
            <a:extLst xmlns:a="http://schemas.openxmlformats.org/drawingml/2006/main">
              <a:ext uri="{FF2B5EF4-FFF2-40B4-BE49-F238E27FC236}">
                <a16:creationId xmlns:a16="http://schemas.microsoft.com/office/drawing/2014/main" id="{EB29DB0E-784B-4E90-91D1-4C1B8F1A8832}"/>
              </a:ext>
            </a:extLst>
          </p:cNvPr>
          <p:cNvSpPr>
            <a:spLocks xmlns:a="http://schemas.openxmlformats.org/drawingml/2006/main" noGrp="1"/>
          </p:cNvSpPr>
          <p:nvPr/>
        </p:nvSpPr>
        <p:spPr>
          <a:xfrm xmlns:a="http://schemas.openxmlformats.org/drawingml/2006/main">
            <a:off x="536545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9" name="figure-practice_grid-76">
            <a:extLst xmlns:a="http://schemas.openxmlformats.org/drawingml/2006/main">
              <a:ext uri="{FF2B5EF4-FFF2-40B4-BE49-F238E27FC236}">
                <a16:creationId xmlns:a16="http://schemas.microsoft.com/office/drawing/2014/main" id="{A595811F-CBED-4C97-A0A1-2900DF00F330}"/>
              </a:ext>
            </a:extLst>
          </p:cNvPr>
          <p:cNvSpPr>
            <a:spLocks xmlns:a="http://schemas.openxmlformats.org/drawingml/2006/main" noGrp="1"/>
          </p:cNvSpPr>
          <p:nvPr/>
        </p:nvSpPr>
        <p:spPr>
          <a:xfrm xmlns:a="http://schemas.openxmlformats.org/drawingml/2006/main">
            <a:off x="2040686" y="524504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0" name="figure-practice_grid-77">
            <a:extLst xmlns:a="http://schemas.openxmlformats.org/drawingml/2006/main">
              <a:ext uri="{FF2B5EF4-FFF2-40B4-BE49-F238E27FC236}">
                <a16:creationId xmlns:a16="http://schemas.microsoft.com/office/drawing/2014/main" id="{51D04119-AB85-4FBD-BEC7-9F5ECB81B07A}"/>
              </a:ext>
            </a:extLst>
          </p:cNvPr>
          <p:cNvSpPr>
            <a:spLocks xmlns:a="http://schemas.openxmlformats.org/drawingml/2006/main" noGrp="1"/>
          </p:cNvSpPr>
          <p:nvPr/>
        </p:nvSpPr>
        <p:spPr>
          <a:xfrm xmlns:a="http://schemas.openxmlformats.org/drawingml/2006/main">
            <a:off x="545530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91" name="figure-practice_grid-78">
            <a:extLst xmlns:a="http://schemas.openxmlformats.org/drawingml/2006/main">
              <a:ext uri="{FF2B5EF4-FFF2-40B4-BE49-F238E27FC236}">
                <a16:creationId xmlns:a16="http://schemas.microsoft.com/office/drawing/2014/main" id="{B72F9CFB-19A8-4C7F-8516-08DF19DB43A5}"/>
              </a:ext>
            </a:extLst>
          </p:cNvPr>
          <p:cNvSpPr>
            <a:spLocks xmlns:a="http://schemas.openxmlformats.org/drawingml/2006/main" noGrp="1"/>
          </p:cNvSpPr>
          <p:nvPr/>
        </p:nvSpPr>
        <p:spPr>
          <a:xfrm xmlns:a="http://schemas.openxmlformats.org/drawingml/2006/main">
            <a:off x="2040686" y="533489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2" name="figure-practice_grid-79">
            <a:extLst xmlns:a="http://schemas.openxmlformats.org/drawingml/2006/main">
              <a:ext uri="{FF2B5EF4-FFF2-40B4-BE49-F238E27FC236}">
                <a16:creationId xmlns:a16="http://schemas.microsoft.com/office/drawing/2014/main" id="{C3D5A2D0-ECC0-4382-8DFD-5EC5C0E469AF}"/>
              </a:ext>
            </a:extLst>
          </p:cNvPr>
          <p:cNvSpPr>
            <a:spLocks xmlns:a="http://schemas.openxmlformats.org/drawingml/2006/main" noGrp="1"/>
          </p:cNvSpPr>
          <p:nvPr/>
        </p:nvSpPr>
        <p:spPr>
          <a:xfrm xmlns:a="http://schemas.openxmlformats.org/drawingml/2006/main">
            <a:off x="554516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93" name="figure-practice_grid-80">
            <a:extLst xmlns:a="http://schemas.openxmlformats.org/drawingml/2006/main">
              <a:ext uri="{FF2B5EF4-FFF2-40B4-BE49-F238E27FC236}">
                <a16:creationId xmlns:a16="http://schemas.microsoft.com/office/drawing/2014/main" id="{8536C1BA-06CA-4E98-AEF8-B3E6FDBF5E15}"/>
              </a:ext>
            </a:extLst>
          </p:cNvPr>
          <p:cNvSpPr>
            <a:spLocks xmlns:a="http://schemas.openxmlformats.org/drawingml/2006/main" noGrp="1"/>
          </p:cNvSpPr>
          <p:nvPr/>
        </p:nvSpPr>
        <p:spPr>
          <a:xfrm xmlns:a="http://schemas.openxmlformats.org/drawingml/2006/main">
            <a:off x="2040686" y="542475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4" name="figure-practice_grid-81">
            <a:extLst xmlns:a="http://schemas.openxmlformats.org/drawingml/2006/main">
              <a:ext uri="{FF2B5EF4-FFF2-40B4-BE49-F238E27FC236}">
                <a16:creationId xmlns:a16="http://schemas.microsoft.com/office/drawing/2014/main" id="{B24D4FEC-1ED6-4DC5-8031-ED077471F70A}"/>
              </a:ext>
            </a:extLst>
          </p:cNvPr>
          <p:cNvSpPr>
            <a:spLocks xmlns:a="http://schemas.openxmlformats.org/drawingml/2006/main" noGrp="1"/>
          </p:cNvSpPr>
          <p:nvPr/>
        </p:nvSpPr>
        <p:spPr>
          <a:xfrm xmlns:a="http://schemas.openxmlformats.org/drawingml/2006/main">
            <a:off x="563502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95" name="figure-practice_grid-82">
            <a:extLst xmlns:a="http://schemas.openxmlformats.org/drawingml/2006/main">
              <a:ext uri="{FF2B5EF4-FFF2-40B4-BE49-F238E27FC236}">
                <a16:creationId xmlns:a16="http://schemas.microsoft.com/office/drawing/2014/main" id="{88B65E35-D889-42A3-8428-33C02D84F6C1}"/>
              </a:ext>
            </a:extLst>
          </p:cNvPr>
          <p:cNvSpPr>
            <a:spLocks xmlns:a="http://schemas.openxmlformats.org/drawingml/2006/main" noGrp="1"/>
          </p:cNvSpPr>
          <p:nvPr/>
        </p:nvSpPr>
        <p:spPr>
          <a:xfrm xmlns:a="http://schemas.openxmlformats.org/drawingml/2006/main">
            <a:off x="2040686" y="551461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96" name="figure-practice_grid-83">
            <a:extLst xmlns:a="http://schemas.openxmlformats.org/drawingml/2006/main">
              <a:ext uri="{FF2B5EF4-FFF2-40B4-BE49-F238E27FC236}">
                <a16:creationId xmlns:a16="http://schemas.microsoft.com/office/drawing/2014/main" id="{177428B6-3091-498D-A06C-12CF16AB2CB8}"/>
              </a:ext>
            </a:extLst>
          </p:cNvPr>
          <p:cNvSpPr>
            <a:spLocks xmlns:a="http://schemas.openxmlformats.org/drawingml/2006/main" noGrp="1"/>
          </p:cNvSpPr>
          <p:nvPr/>
        </p:nvSpPr>
        <p:spPr>
          <a:xfrm xmlns:a="http://schemas.openxmlformats.org/drawingml/2006/main">
            <a:off x="1947845"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10</a:t>
            </a:r>
          </a:p>
        </p:txBody>
      </p:sp>
      <p:sp>
        <p:nvSpPr>
          <p:cNvPr id="97" name="figure-practice_grid-84">
            <a:extLst xmlns:a="http://schemas.openxmlformats.org/drawingml/2006/main">
              <a:ext uri="{FF2B5EF4-FFF2-40B4-BE49-F238E27FC236}">
                <a16:creationId xmlns:a16="http://schemas.microsoft.com/office/drawing/2014/main" id="{105E2B59-D665-42B0-9BD2-6A71F3AF2587}"/>
              </a:ext>
            </a:extLst>
          </p:cNvPr>
          <p:cNvSpPr>
            <a:spLocks xmlns:a="http://schemas.openxmlformats.org/drawingml/2006/main" noGrp="1"/>
          </p:cNvSpPr>
          <p:nvPr/>
        </p:nvSpPr>
        <p:spPr>
          <a:xfrm xmlns:a="http://schemas.openxmlformats.org/drawingml/2006/main">
            <a:off x="2846429"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11</a:t>
            </a:r>
          </a:p>
        </p:txBody>
      </p:sp>
      <p:sp>
        <p:nvSpPr>
          <p:cNvPr id="98" name="figure-practice_grid-85">
            <a:extLst xmlns:a="http://schemas.openxmlformats.org/drawingml/2006/main">
              <a:ext uri="{FF2B5EF4-FFF2-40B4-BE49-F238E27FC236}">
                <a16:creationId xmlns:a16="http://schemas.microsoft.com/office/drawing/2014/main" id="{741AC96B-E9EB-42A1-BD34-00324A1B901E}"/>
              </a:ext>
            </a:extLst>
          </p:cNvPr>
          <p:cNvSpPr>
            <a:spLocks xmlns:a="http://schemas.openxmlformats.org/drawingml/2006/main" noGrp="1"/>
          </p:cNvSpPr>
          <p:nvPr/>
        </p:nvSpPr>
        <p:spPr>
          <a:xfrm xmlns:a="http://schemas.openxmlformats.org/drawingml/2006/main">
            <a:off x="3745014"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12</a:t>
            </a:r>
          </a:p>
        </p:txBody>
      </p:sp>
      <p:sp>
        <p:nvSpPr>
          <p:cNvPr id="99" name="figure-practice_grid-86">
            <a:extLst xmlns:a="http://schemas.openxmlformats.org/drawingml/2006/main">
              <a:ext uri="{FF2B5EF4-FFF2-40B4-BE49-F238E27FC236}">
                <a16:creationId xmlns:a16="http://schemas.microsoft.com/office/drawing/2014/main" id="{83BFE1FA-336E-477F-BF69-27CBF56A4D30}"/>
              </a:ext>
            </a:extLst>
          </p:cNvPr>
          <p:cNvSpPr>
            <a:spLocks xmlns:a="http://schemas.openxmlformats.org/drawingml/2006/main" noGrp="1"/>
          </p:cNvSpPr>
          <p:nvPr/>
        </p:nvSpPr>
        <p:spPr>
          <a:xfrm xmlns:a="http://schemas.openxmlformats.org/drawingml/2006/main">
            <a:off x="4643599"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13</a:t>
            </a:r>
          </a:p>
        </p:txBody>
      </p:sp>
      <p:sp>
        <p:nvSpPr>
          <p:cNvPr id="100" name="figure-practice_grid-87">
            <a:extLst xmlns:a="http://schemas.openxmlformats.org/drawingml/2006/main">
              <a:ext uri="{FF2B5EF4-FFF2-40B4-BE49-F238E27FC236}">
                <a16:creationId xmlns:a16="http://schemas.microsoft.com/office/drawing/2014/main" id="{050213A3-0F3A-4995-A685-7102C71CC0AF}"/>
              </a:ext>
            </a:extLst>
          </p:cNvPr>
          <p:cNvSpPr>
            <a:spLocks xmlns:a="http://schemas.openxmlformats.org/drawingml/2006/main" noGrp="1"/>
          </p:cNvSpPr>
          <p:nvPr/>
        </p:nvSpPr>
        <p:spPr>
          <a:xfrm xmlns:a="http://schemas.openxmlformats.org/drawingml/2006/main">
            <a:off x="5542184"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14</a:t>
            </a:r>
          </a:p>
        </p:txBody>
      </p:sp>
      <p:sp>
        <p:nvSpPr>
          <p:cNvPr id="101" name="figure-practice_grid-88">
            <a:extLst xmlns:a="http://schemas.openxmlformats.org/drawingml/2006/main">
              <a:ext uri="{FF2B5EF4-FFF2-40B4-BE49-F238E27FC236}">
                <a16:creationId xmlns:a16="http://schemas.microsoft.com/office/drawing/2014/main" id="{9133B4A2-2010-4012-A847-7558F84064D3}"/>
              </a:ext>
            </a:extLst>
          </p:cNvPr>
          <p:cNvSpPr>
            <a:spLocks xmlns:a="http://schemas.openxmlformats.org/drawingml/2006/main" noGrp="1"/>
          </p:cNvSpPr>
          <p:nvPr/>
        </p:nvSpPr>
        <p:spPr>
          <a:xfrm xmlns:a="http://schemas.openxmlformats.org/drawingml/2006/main">
            <a:off x="1759142" y="539000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20</a:t>
            </a:r>
          </a:p>
        </p:txBody>
      </p:sp>
      <p:sp>
        <p:nvSpPr>
          <p:cNvPr id="102" name="figure-practice_grid-89">
            <a:extLst xmlns:a="http://schemas.openxmlformats.org/drawingml/2006/main">
              <a:ext uri="{FF2B5EF4-FFF2-40B4-BE49-F238E27FC236}">
                <a16:creationId xmlns:a16="http://schemas.microsoft.com/office/drawing/2014/main" id="{046F8833-85F1-4BFA-80EA-5EE07D925796}"/>
              </a:ext>
            </a:extLst>
          </p:cNvPr>
          <p:cNvSpPr>
            <a:spLocks xmlns:a="http://schemas.openxmlformats.org/drawingml/2006/main" noGrp="1"/>
          </p:cNvSpPr>
          <p:nvPr/>
        </p:nvSpPr>
        <p:spPr>
          <a:xfrm xmlns:a="http://schemas.openxmlformats.org/drawingml/2006/main">
            <a:off x="1759142" y="4491415"/>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21</a:t>
            </a:r>
          </a:p>
        </p:txBody>
      </p:sp>
      <p:sp>
        <p:nvSpPr>
          <p:cNvPr id="103" name="figure-practice_grid-90">
            <a:extLst xmlns:a="http://schemas.openxmlformats.org/drawingml/2006/main">
              <a:ext uri="{FF2B5EF4-FFF2-40B4-BE49-F238E27FC236}">
                <a16:creationId xmlns:a16="http://schemas.microsoft.com/office/drawing/2014/main" id="{4F26ED8B-4CDD-4CFB-B031-0F55BAC231AD}"/>
              </a:ext>
            </a:extLst>
          </p:cNvPr>
          <p:cNvSpPr>
            <a:spLocks xmlns:a="http://schemas.openxmlformats.org/drawingml/2006/main" noGrp="1"/>
          </p:cNvSpPr>
          <p:nvPr/>
        </p:nvSpPr>
        <p:spPr>
          <a:xfrm xmlns:a="http://schemas.openxmlformats.org/drawingml/2006/main">
            <a:off x="1759142" y="359283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22</a:t>
            </a:r>
          </a:p>
        </p:txBody>
      </p:sp>
      <p:sp>
        <p:nvSpPr>
          <p:cNvPr id="104" name="figure-practice_grid-91">
            <a:extLst xmlns:a="http://schemas.openxmlformats.org/drawingml/2006/main">
              <a:ext uri="{FF2B5EF4-FFF2-40B4-BE49-F238E27FC236}">
                <a16:creationId xmlns:a16="http://schemas.microsoft.com/office/drawing/2014/main" id="{5C577692-5162-499E-996B-1F8CCDD4334E}"/>
              </a:ext>
            </a:extLst>
          </p:cNvPr>
          <p:cNvSpPr>
            <a:spLocks xmlns:a="http://schemas.openxmlformats.org/drawingml/2006/main" noGrp="1"/>
          </p:cNvSpPr>
          <p:nvPr/>
        </p:nvSpPr>
        <p:spPr>
          <a:xfrm xmlns:a="http://schemas.openxmlformats.org/drawingml/2006/main">
            <a:off x="1759142" y="2694245"/>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23</a:t>
            </a:r>
          </a:p>
        </p:txBody>
      </p:sp>
      <p:sp>
        <p:nvSpPr>
          <p:cNvPr id="105" name="figure-practice_grid-92">
            <a:extLst xmlns:a="http://schemas.openxmlformats.org/drawingml/2006/main">
              <a:ext uri="{FF2B5EF4-FFF2-40B4-BE49-F238E27FC236}">
                <a16:creationId xmlns:a16="http://schemas.microsoft.com/office/drawing/2014/main" id="{8171A362-C99E-409D-AC1D-2BC192B07C19}"/>
              </a:ext>
            </a:extLst>
          </p:cNvPr>
          <p:cNvSpPr>
            <a:spLocks xmlns:a="http://schemas.openxmlformats.org/drawingml/2006/main" noGrp="1"/>
          </p:cNvSpPr>
          <p:nvPr/>
        </p:nvSpPr>
        <p:spPr>
          <a:xfrm xmlns:a="http://schemas.openxmlformats.org/drawingml/2006/main">
            <a:off x="1759142" y="179566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24</a:t>
            </a:r>
          </a:p>
        </p:txBody>
      </p:sp>
      <p:sp>
        <p:nvSpPr>
          <p:cNvPr id="106" name="figure-practice_grid-93">
            <a:extLst xmlns:a="http://schemas.openxmlformats.org/drawingml/2006/main">
              <a:ext uri="{FF2B5EF4-FFF2-40B4-BE49-F238E27FC236}">
                <a16:creationId xmlns:a16="http://schemas.microsoft.com/office/drawing/2014/main" id="{E03F55B2-9DAD-4C89-BD79-73FF3BB37811}"/>
              </a:ext>
            </a:extLst>
          </p:cNvPr>
          <p:cNvSpPr>
            <a:spLocks xmlns:a="http://schemas.openxmlformats.org/drawingml/2006/main" noGrp="1"/>
          </p:cNvSpPr>
          <p:nvPr/>
        </p:nvSpPr>
        <p:spPr>
          <a:xfrm xmlns:a="http://schemas.openxmlformats.org/drawingml/2006/main">
            <a:off x="5829731" y="1705802"/>
            <a:ext cx="23282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N</a:t>
            </a:r>
          </a:p>
        </p:txBody>
      </p:sp>
      <p:sp>
        <p:nvSpPr>
          <p:cNvPr id="107" name="figure-practice_grid-94">
            <a:extLst xmlns:a="http://schemas.openxmlformats.org/drawingml/2006/main">
              <a:ext uri="{FF2B5EF4-FFF2-40B4-BE49-F238E27FC236}">
                <a16:creationId xmlns:a16="http://schemas.microsoft.com/office/drawing/2014/main" id="{B935A6E1-B060-463F-89B4-B0F0B0BF0708}"/>
              </a:ext>
            </a:extLst>
          </p:cNvPr>
          <p:cNvSpPr>
            <a:spLocks xmlns:a="http://schemas.openxmlformats.org/drawingml/2006/main" noGrp="1"/>
          </p:cNvSpPr>
          <p:nvPr/>
        </p:nvSpPr>
        <p:spPr>
          <a:xfrm xmlns:a="http://schemas.openxmlformats.org/drawingml/2006/main">
            <a:off x="5904601" y="1965205"/>
            <a:ext cx="8986" cy="323491"/>
          </a:xfrm>
          <a:custGeom xmlns:a="http://schemas.openxmlformats.org/drawingml/2006/main">
            <a:pathLst>
              <a:path w="8986" h="323491">
                <a:moveTo>
                  <a:pt x="0" y="323491"/>
                </a:moveTo>
                <a:lnTo>
                  <a:pt x="0" y="0"/>
                </a:lnTo>
              </a:path>
            </a:pathLst>
          </a:custGeom>
          <a:noFill xmlns:a="http://schemas.openxmlformats.org/drawingml/2006/main"/>
          <a:ln xmlns:a="http://schemas.openxmlformats.org/drawingml/2006/main" w="17972">
            <a:solidFill>
              <a:srgbClr val="23354A"/>
            </a:solidFill>
          </a:ln>
        </p:spPr>
      </p:sp>
      <p:sp>
        <p:nvSpPr>
          <p:cNvPr id="108" name="figure-practice_grid-95">
            <a:extLst xmlns:a="http://schemas.openxmlformats.org/drawingml/2006/main">
              <a:ext uri="{FF2B5EF4-FFF2-40B4-BE49-F238E27FC236}">
                <a16:creationId xmlns:a16="http://schemas.microsoft.com/office/drawing/2014/main" id="{4C872A34-5913-4AF4-A4F5-833FDFEC41DC}"/>
              </a:ext>
            </a:extLst>
          </p:cNvPr>
          <p:cNvSpPr>
            <a:spLocks xmlns:a="http://schemas.openxmlformats.org/drawingml/2006/main" noGrp="1"/>
          </p:cNvSpPr>
          <p:nvPr/>
        </p:nvSpPr>
        <p:spPr>
          <a:xfrm xmlns:a="http://schemas.openxmlformats.org/drawingml/2006/main">
            <a:off x="5850686" y="1965205"/>
            <a:ext cx="107830" cy="80873"/>
          </a:xfrm>
          <a:custGeom xmlns:a="http://schemas.openxmlformats.org/drawingml/2006/main">
            <a:pathLst>
              <a:path w="107830" h="80873">
                <a:moveTo>
                  <a:pt x="0" y="80873"/>
                </a:moveTo>
                <a:lnTo>
                  <a:pt x="53915" y="0"/>
                </a:lnTo>
                <a:lnTo>
                  <a:pt x="107830" y="80873"/>
                </a:lnTo>
              </a:path>
            </a:pathLst>
          </a:custGeom>
          <a:noFill xmlns:a="http://schemas.openxmlformats.org/drawingml/2006/main"/>
          <a:ln xmlns:a="http://schemas.openxmlformats.org/drawingml/2006/main" w="17972">
            <a:solidFill>
              <a:srgbClr val="23354A"/>
            </a:solidFill>
          </a:ln>
        </p:spPr>
      </p:sp>
      <p:sp>
        <p:nvSpPr>
          <p:cNvPr id="109" name="figure-practice_grid-96">
            <a:extLst xmlns:a="http://schemas.openxmlformats.org/drawingml/2006/main">
              <a:ext uri="{FF2B5EF4-FFF2-40B4-BE49-F238E27FC236}">
                <a16:creationId xmlns:a16="http://schemas.microsoft.com/office/drawing/2014/main" id="{22E50DF8-326B-42DD-BC00-3AB37AFAB0EF}"/>
              </a:ext>
            </a:extLst>
          </p:cNvPr>
          <p:cNvSpPr>
            <a:spLocks xmlns:a="http://schemas.openxmlformats.org/drawingml/2006/main" noGrp="1"/>
          </p:cNvSpPr>
          <p:nvPr/>
        </p:nvSpPr>
        <p:spPr>
          <a:xfrm xmlns:a="http://schemas.openxmlformats.org/drawingml/2006/main">
            <a:off x="2019731" y="5839292"/>
            <a:ext cx="307041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Each large square is 1 km by 1 km.</a:t>
            </a:r>
          </a:p>
        </p:txBody>
      </p:sp>
      <p:sp>
        <p:nvSpPr>
          <p:cNvPr id="110" name="figure-practice_grid-97">
            <a:extLst xmlns:a="http://schemas.openxmlformats.org/drawingml/2006/main">
              <a:ext uri="{FF2B5EF4-FFF2-40B4-BE49-F238E27FC236}">
                <a16:creationId xmlns:a16="http://schemas.microsoft.com/office/drawing/2014/main" id="{EF8895A0-03E2-4830-9F84-0AD72514AA99}"/>
              </a:ext>
            </a:extLst>
          </p:cNvPr>
          <p:cNvSpPr>
            <a:spLocks xmlns:a="http://schemas.openxmlformats.org/drawingml/2006/main" noGrp="1"/>
          </p:cNvSpPr>
          <p:nvPr/>
        </p:nvSpPr>
        <p:spPr>
          <a:xfrm xmlns:a="http://schemas.openxmlformats.org/drawingml/2006/main">
            <a:off x="2458528" y="5033873"/>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1" name="figure-practice_grid-98">
            <a:extLst xmlns:a="http://schemas.openxmlformats.org/drawingml/2006/main">
              <a:ext uri="{FF2B5EF4-FFF2-40B4-BE49-F238E27FC236}">
                <a16:creationId xmlns:a16="http://schemas.microsoft.com/office/drawing/2014/main" id="{8C757643-E3A7-45A6-AC82-F86E4119311F}"/>
              </a:ext>
            </a:extLst>
          </p:cNvPr>
          <p:cNvSpPr>
            <a:spLocks xmlns:a="http://schemas.openxmlformats.org/drawingml/2006/main" noGrp="1"/>
          </p:cNvSpPr>
          <p:nvPr/>
        </p:nvSpPr>
        <p:spPr>
          <a:xfrm xmlns:a="http://schemas.openxmlformats.org/drawingml/2006/main">
            <a:off x="2531925" y="4850849"/>
            <a:ext cx="42350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Sch</a:t>
            </a:r>
          </a:p>
        </p:txBody>
      </p:sp>
      <p:sp>
        <p:nvSpPr>
          <p:cNvPr id="112" name="figure-practice_grid-99">
            <a:extLst xmlns:a="http://schemas.openxmlformats.org/drawingml/2006/main">
              <a:ext uri="{FF2B5EF4-FFF2-40B4-BE49-F238E27FC236}">
                <a16:creationId xmlns:a16="http://schemas.microsoft.com/office/drawing/2014/main" id="{9F98AF57-E5D5-40C9-83A7-1A4C1ABD53F7}"/>
              </a:ext>
            </a:extLst>
          </p:cNvPr>
          <p:cNvSpPr>
            <a:spLocks xmlns:a="http://schemas.openxmlformats.org/drawingml/2006/main" noGrp="1"/>
          </p:cNvSpPr>
          <p:nvPr/>
        </p:nvSpPr>
        <p:spPr>
          <a:xfrm xmlns:a="http://schemas.openxmlformats.org/drawingml/2006/main">
            <a:off x="2458528" y="4135288"/>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3" name="figure-practice_grid-100">
            <a:extLst xmlns:a="http://schemas.openxmlformats.org/drawingml/2006/main">
              <a:ext uri="{FF2B5EF4-FFF2-40B4-BE49-F238E27FC236}">
                <a16:creationId xmlns:a16="http://schemas.microsoft.com/office/drawing/2014/main" id="{F2B6374C-26CA-43E0-B2D3-7BAD20BDC3D7}"/>
              </a:ext>
            </a:extLst>
          </p:cNvPr>
          <p:cNvSpPr>
            <a:spLocks xmlns:a="http://schemas.openxmlformats.org/drawingml/2006/main" noGrp="1"/>
          </p:cNvSpPr>
          <p:nvPr/>
        </p:nvSpPr>
        <p:spPr>
          <a:xfrm xmlns:a="http://schemas.openxmlformats.org/drawingml/2006/main">
            <a:off x="2531925" y="3952264"/>
            <a:ext cx="22231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B</a:t>
            </a:r>
          </a:p>
        </p:txBody>
      </p:sp>
      <p:sp>
        <p:nvSpPr>
          <p:cNvPr id="114" name="figure-practice_grid-101">
            <a:extLst xmlns:a="http://schemas.openxmlformats.org/drawingml/2006/main">
              <a:ext uri="{FF2B5EF4-FFF2-40B4-BE49-F238E27FC236}">
                <a16:creationId xmlns:a16="http://schemas.microsoft.com/office/drawing/2014/main" id="{E2619553-C0EE-4FE6-9317-FE62FAB4775C}"/>
              </a:ext>
            </a:extLst>
          </p:cNvPr>
          <p:cNvSpPr>
            <a:spLocks xmlns:a="http://schemas.openxmlformats.org/drawingml/2006/main" noGrp="1"/>
          </p:cNvSpPr>
          <p:nvPr/>
        </p:nvSpPr>
        <p:spPr>
          <a:xfrm xmlns:a="http://schemas.openxmlformats.org/drawingml/2006/main">
            <a:off x="3357113" y="4135288"/>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5" name="figure-practice_grid-102">
            <a:extLst xmlns:a="http://schemas.openxmlformats.org/drawingml/2006/main">
              <a:ext uri="{FF2B5EF4-FFF2-40B4-BE49-F238E27FC236}">
                <a16:creationId xmlns:a16="http://schemas.microsoft.com/office/drawing/2014/main" id="{63F51C62-C535-46EE-8A39-05CB6C0A2EDB}"/>
              </a:ext>
            </a:extLst>
          </p:cNvPr>
          <p:cNvSpPr>
            <a:spLocks xmlns:a="http://schemas.openxmlformats.org/drawingml/2006/main" noGrp="1"/>
          </p:cNvSpPr>
          <p:nvPr/>
        </p:nvSpPr>
        <p:spPr>
          <a:xfrm xmlns:a="http://schemas.openxmlformats.org/drawingml/2006/main">
            <a:off x="3430510" y="3952264"/>
            <a:ext cx="23282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H</a:t>
            </a:r>
          </a:p>
        </p:txBody>
      </p:sp>
      <p:sp>
        <p:nvSpPr>
          <p:cNvPr id="116" name="figure-practice_grid-103">
            <a:extLst xmlns:a="http://schemas.openxmlformats.org/drawingml/2006/main">
              <a:ext uri="{FF2B5EF4-FFF2-40B4-BE49-F238E27FC236}">
                <a16:creationId xmlns:a16="http://schemas.microsoft.com/office/drawing/2014/main" id="{8FD71CDA-A8DF-4D50-8589-70506E22A467}"/>
              </a:ext>
            </a:extLst>
          </p:cNvPr>
          <p:cNvSpPr>
            <a:spLocks xmlns:a="http://schemas.openxmlformats.org/drawingml/2006/main" noGrp="1"/>
          </p:cNvSpPr>
          <p:nvPr/>
        </p:nvSpPr>
        <p:spPr>
          <a:xfrm xmlns:a="http://schemas.openxmlformats.org/drawingml/2006/main">
            <a:off x="3357113" y="3236703"/>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7" name="figure-practice_grid-104">
            <a:extLst xmlns:a="http://schemas.openxmlformats.org/drawingml/2006/main">
              <a:ext uri="{FF2B5EF4-FFF2-40B4-BE49-F238E27FC236}">
                <a16:creationId xmlns:a16="http://schemas.microsoft.com/office/drawing/2014/main" id="{26859B69-F750-4925-9CCF-A8842E9298BD}"/>
              </a:ext>
            </a:extLst>
          </p:cNvPr>
          <p:cNvSpPr>
            <a:spLocks xmlns:a="http://schemas.openxmlformats.org/drawingml/2006/main" noGrp="1"/>
          </p:cNvSpPr>
          <p:nvPr/>
        </p:nvSpPr>
        <p:spPr>
          <a:xfrm xmlns:a="http://schemas.openxmlformats.org/drawingml/2006/main">
            <a:off x="3430510" y="3053679"/>
            <a:ext cx="34937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Q7</a:t>
            </a:r>
          </a:p>
        </p:txBody>
      </p:sp>
      <p:sp>
        <p:nvSpPr>
          <p:cNvPr id="118" name="figure-practice_grid-105">
            <a:extLst xmlns:a="http://schemas.openxmlformats.org/drawingml/2006/main">
              <a:ext uri="{FF2B5EF4-FFF2-40B4-BE49-F238E27FC236}">
                <a16:creationId xmlns:a16="http://schemas.microsoft.com/office/drawing/2014/main" id="{7216EC24-1777-49E7-B45C-3D32F7008A6D}"/>
              </a:ext>
            </a:extLst>
          </p:cNvPr>
          <p:cNvSpPr>
            <a:spLocks xmlns:a="http://schemas.openxmlformats.org/drawingml/2006/main" noGrp="1"/>
          </p:cNvSpPr>
          <p:nvPr/>
        </p:nvSpPr>
        <p:spPr>
          <a:xfrm xmlns:a="http://schemas.openxmlformats.org/drawingml/2006/main">
            <a:off x="3446972" y="3416420"/>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9" name="figure-practice_grid-106">
            <a:extLst xmlns:a="http://schemas.openxmlformats.org/drawingml/2006/main">
              <a:ext uri="{FF2B5EF4-FFF2-40B4-BE49-F238E27FC236}">
                <a16:creationId xmlns:a16="http://schemas.microsoft.com/office/drawing/2014/main" id="{84365F50-6936-4F46-B901-E3DAF4266722}"/>
              </a:ext>
            </a:extLst>
          </p:cNvPr>
          <p:cNvSpPr>
            <a:spLocks xmlns:a="http://schemas.openxmlformats.org/drawingml/2006/main" noGrp="1"/>
          </p:cNvSpPr>
          <p:nvPr/>
        </p:nvSpPr>
        <p:spPr>
          <a:xfrm xmlns:a="http://schemas.openxmlformats.org/drawingml/2006/main">
            <a:off x="3520368" y="3233396"/>
            <a:ext cx="33867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FB</a:t>
            </a:r>
          </a:p>
        </p:txBody>
      </p:sp>
      <p:sp>
        <p:nvSpPr>
          <p:cNvPr id="120" name="figure-practice_grid-107">
            <a:extLst xmlns:a="http://schemas.openxmlformats.org/drawingml/2006/main">
              <a:ext uri="{FF2B5EF4-FFF2-40B4-BE49-F238E27FC236}">
                <a16:creationId xmlns:a16="http://schemas.microsoft.com/office/drawing/2014/main" id="{BD367412-D59A-48E3-8A6C-4A41347A8BFD}"/>
              </a:ext>
            </a:extLst>
          </p:cNvPr>
          <p:cNvSpPr>
            <a:spLocks xmlns:a="http://schemas.openxmlformats.org/drawingml/2006/main" noGrp="1"/>
          </p:cNvSpPr>
          <p:nvPr/>
        </p:nvSpPr>
        <p:spPr>
          <a:xfrm xmlns:a="http://schemas.openxmlformats.org/drawingml/2006/main">
            <a:off x="3986123" y="4225146"/>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21" name="figure-practice_grid-108">
            <a:extLst xmlns:a="http://schemas.openxmlformats.org/drawingml/2006/main">
              <a:ext uri="{FF2B5EF4-FFF2-40B4-BE49-F238E27FC236}">
                <a16:creationId xmlns:a16="http://schemas.microsoft.com/office/drawing/2014/main" id="{C763BA64-4EA8-4110-A305-CB376C8DCD88}"/>
              </a:ext>
            </a:extLst>
          </p:cNvPr>
          <p:cNvSpPr>
            <a:spLocks xmlns:a="http://schemas.openxmlformats.org/drawingml/2006/main" noGrp="1"/>
          </p:cNvSpPr>
          <p:nvPr/>
        </p:nvSpPr>
        <p:spPr>
          <a:xfrm xmlns:a="http://schemas.openxmlformats.org/drawingml/2006/main">
            <a:off x="4059519" y="4042122"/>
            <a:ext cx="37048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PO</a:t>
            </a:r>
          </a:p>
        </p:txBody>
      </p:sp>
      <p:sp>
        <p:nvSpPr>
          <p:cNvPr id="122" name="figure-practice_grid-109">
            <a:extLst xmlns:a="http://schemas.openxmlformats.org/drawingml/2006/main">
              <a:ext uri="{FF2B5EF4-FFF2-40B4-BE49-F238E27FC236}">
                <a16:creationId xmlns:a16="http://schemas.microsoft.com/office/drawing/2014/main" id="{D90E9D43-98B8-4A6F-8BBC-188F5742B4B9}"/>
              </a:ext>
            </a:extLst>
          </p:cNvPr>
          <p:cNvSpPr>
            <a:spLocks xmlns:a="http://schemas.openxmlformats.org/drawingml/2006/main" noGrp="1"/>
          </p:cNvSpPr>
          <p:nvPr/>
        </p:nvSpPr>
        <p:spPr>
          <a:xfrm xmlns:a="http://schemas.openxmlformats.org/drawingml/2006/main">
            <a:off x="4525274" y="3955571"/>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23" name="figure-practice_grid-110">
            <a:extLst xmlns:a="http://schemas.openxmlformats.org/drawingml/2006/main">
              <a:ext uri="{FF2B5EF4-FFF2-40B4-BE49-F238E27FC236}">
                <a16:creationId xmlns:a16="http://schemas.microsoft.com/office/drawing/2014/main" id="{D68785A8-8BE1-4B3B-9DB1-9E2819E2E4C1}"/>
              </a:ext>
            </a:extLst>
          </p:cNvPr>
          <p:cNvSpPr>
            <a:spLocks xmlns:a="http://schemas.openxmlformats.org/drawingml/2006/main" noGrp="1"/>
          </p:cNvSpPr>
          <p:nvPr/>
        </p:nvSpPr>
        <p:spPr>
          <a:xfrm xmlns:a="http://schemas.openxmlformats.org/drawingml/2006/main">
            <a:off x="4598670" y="3772547"/>
            <a:ext cx="34937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Q9</a:t>
            </a:r>
          </a:p>
        </p:txBody>
      </p:sp>
      <p:sp>
        <p:nvSpPr>
          <p:cNvPr id="124" name="figure-description-practice_grid">
            <a:extLst xmlns:a="http://schemas.openxmlformats.org/drawingml/2006/main">
              <a:ext uri="{FF2B5EF4-FFF2-40B4-BE49-F238E27FC236}">
                <a16:creationId xmlns:a16="http://schemas.microsoft.com/office/drawing/2014/main" id="{676164BF-157F-4C86-968F-6CAD3947212B}"/>
              </a:ext>
            </a:extLst>
          </p:cNvPr>
          <p:cNvSpPr>
            <a:spLocks xmlns:a="http://schemas.openxmlformats.org/drawingml/2006/main" noGrp="1"/>
          </p:cNvSpPr>
          <p:nvPr/>
        </p:nvSpPr>
        <p:spPr>
          <a:xfrm xmlns:a="http://schemas.openxmlformats.org/drawingml/2006/main">
            <a:off x="7762875" y="1809750"/>
            <a:ext cx="40481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0" lang="en-GB">
                <a:solidFill>
                  <a:srgbClr val="17263B"/>
                </a:solidFill>
                <a:latin typeface="Arial"/>
                <a:ea typeface="Arial"/>
                <a:cs typeface="Arial"/>
              </a:defRPr>
            </a:defPPr>
          </a:lstStyle>
          <a:p xmlns:a="http://schemas.openxmlformats.org/drawingml/2006/main">
            <a:pPr algn="l">
              <a:lnSpc>
                <a:spcPct val="108000"/>
              </a:lnSpc>
              <a:buNone/>
              <a:defRPr sz="1800" b="0" lang="en-GB">
                <a:solidFill>
                  <a:srgbClr val="17263B"/>
                </a:solidFill>
                <a:latin typeface="Arial"/>
                <a:ea typeface="Arial"/>
                <a:cs typeface="Arial"/>
              </a:defRPr>
            </a:pPr>
            <a:r>
              <a:rPr sz="1800" b="0" lang="en-GB">
                <a:solidFill>
                  <a:srgbClr val="17263B"/>
                </a:solidFill>
                <a:latin typeface="Arial"/>
                <a:ea typeface="Arial"/>
                <a:cs typeface="Arial"/>
              </a:rPr>
              <a:t>The school is in the leftmost column and lowest row. The library is directly north of it in the next row. The hall is directly east of the library. The park point, labelled Q7, is directly north of the hall. The footbridge shares the park's square. The post office, labelled PO, and health centre, labelled Q9, share the square east of the hall.</a:t>
            </a:r>
          </a:p>
        </p:txBody>
      </p:sp>
    </p:spTree>
    <p:extLst>
      <p:ext uri="{BB962C8B-B14F-4D97-AF65-F5344CB8AC3E}">
        <p14:creationId xmlns:p14="http://schemas.microsoft.com/office/powerpoint/2010/main" val="58434412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749FEBFA-EC36-4964-B1AC-F98D37B05203}"/>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7FD03A85-6936-478B-9DFA-0C935B5CF48F}"/>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I do · 1 min · 13 to 14</a:t>
            </a:r>
          </a:p>
        </p:txBody>
      </p:sp>
      <p:sp>
        <p:nvSpPr>
          <p:cNvPr id="3" name="slide-title">
            <a:extLst xmlns:a="http://schemas.openxmlformats.org/drawingml/2006/main">
              <a:ext uri="{FF2B5EF4-FFF2-40B4-BE49-F238E27FC236}">
                <a16:creationId xmlns:a16="http://schemas.microsoft.com/office/drawing/2014/main" id="{2F5525C3-8BCD-4F71-855A-721E198A798D}"/>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I do · 4 of 4</a:t>
            </a:r>
          </a:p>
        </p:txBody>
      </p:sp>
      <p:pic>
        <p:nvPicPr>
          <p:cNvPr id="4" name="">
            <a:extLst xmlns:a="http://schemas.openxmlformats.org/drawingml/2006/main">
              <a:ext uri="{FF2B5EF4-FFF2-40B4-BE49-F238E27FC236}">
                <a16:creationId xmlns:a16="http://schemas.microsoft.com/office/drawing/2014/main" id="{3978E9D7-F9F7-4286-AAE0-C57DC0AB0500}"/>
              </a:ext>
            </a:extLst>
          </p:cNvPr>
          <p:cNvPicPr>
            <a:picLocks xmlns:a="http://schemas.openxmlformats.org/drawingml/2006/main" noChangeAspect="1"/>
          </p:cNvPicPr>
          <p:nvPr/>
        </p:nvPicPr>
        <p:blipFill>
          <a:blip xmlns:r="http://schemas.openxmlformats.org/officeDocument/2006/relationships" xmlns:a="http://schemas.openxmlformats.org/drawingml/2006/main" r:embed="R2414a6ae7d964612"/>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56552F77-E918-4DE5-BE16-62E54BDA70B5}"/>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72BD40E3-B7EE-4C3C-8164-CC774404ABBC}"/>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137C50A8-2785-424C-AC3B-3C1F7BBE7468}"/>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D2C0B57A-1221-48AF-B31A-B6D5B8FABA9D}"/>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C7B5224F-9B9D-48EB-B4AB-3DDE2F9B9EFD}"/>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AC128B7E-AA5A-427D-BCD5-EF5553DB8EB5}"/>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25B73BA6-12CC-4861-9463-13A71A8FADA1}"/>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2" name="licence-footer">
            <a:extLst xmlns:a="http://schemas.openxmlformats.org/drawingml/2006/main">
              <a:ext uri="{FF2B5EF4-FFF2-40B4-BE49-F238E27FC236}">
                <a16:creationId xmlns:a16="http://schemas.microsoft.com/office/drawing/2014/main" id="{8AF50062-BD38-473C-A9A9-6E02A832A6DB}"/>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09C70292-B338-4002-A29F-ECE5F5A8515E}"/>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library's four-figure reference, with an arrow or words showing 'eastings then northings'.</a:t>
            </a:r>
          </a:p>
        </p:txBody>
      </p:sp>
      <p:sp>
        <p:nvSpPr>
          <p:cNvPr id="14" name="body-0">
            <a:extLst xmlns:a="http://schemas.openxmlformats.org/drawingml/2006/main">
              <a:ext uri="{FF2B5EF4-FFF2-40B4-BE49-F238E27FC236}">
                <a16:creationId xmlns:a16="http://schemas.microsoft.com/office/drawing/2014/main" id="{B0AF01A3-35EA-4451-9BE1-56FCC9F55148}"/>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Must-know words — four</a:t>
            </a:r>
          </a:p>
        </p:txBody>
      </p:sp>
      <p:sp>
        <p:nvSpPr>
          <p:cNvPr id="15" name="body-1">
            <a:extLst xmlns:a="http://schemas.openxmlformats.org/drawingml/2006/main">
              <a:ext uri="{FF2B5EF4-FFF2-40B4-BE49-F238E27FC236}">
                <a16:creationId xmlns:a16="http://schemas.microsoft.com/office/drawing/2014/main" id="{09AF01AB-2D13-403E-8AB6-60FC5B5104F2}"/>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symbol — a mark that stands for a mapped feature</a:t>
            </a:r>
          </a:p>
        </p:txBody>
      </p:sp>
      <p:sp>
        <p:nvSpPr>
          <p:cNvPr id="16" name="body-2">
            <a:extLst xmlns:a="http://schemas.openxmlformats.org/drawingml/2006/main">
              <a:ext uri="{FF2B5EF4-FFF2-40B4-BE49-F238E27FC236}">
                <a16:creationId xmlns:a16="http://schemas.microsoft.com/office/drawing/2014/main" id="{38E1AFA1-7F2A-4A59-B8BD-EAC74393AB55}"/>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easting — a numbered vertical grid line; its number rises eastwards</a:t>
            </a:r>
          </a:p>
        </p:txBody>
      </p:sp>
      <p:sp>
        <p:nvSpPr>
          <p:cNvPr id="17" name="body-3">
            <a:extLst xmlns:a="http://schemas.openxmlformats.org/drawingml/2006/main">
              <a:ext uri="{FF2B5EF4-FFF2-40B4-BE49-F238E27FC236}">
                <a16:creationId xmlns:a16="http://schemas.microsoft.com/office/drawing/2014/main" id="{4F32A43F-A60F-40DD-8C57-72FE8DA7482F}"/>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northing — a numbered horizontal grid line; its number rises northwards</a:t>
            </a:r>
          </a:p>
        </p:txBody>
      </p:sp>
      <p:sp>
        <p:nvSpPr>
          <p:cNvPr id="18" name="body-4">
            <a:extLst xmlns:a="http://schemas.openxmlformats.org/drawingml/2006/main">
              <a:ext uri="{FF2B5EF4-FFF2-40B4-BE49-F238E27FC236}">
                <a16:creationId xmlns:a16="http://schemas.microsoft.com/office/drawing/2014/main" id="{F08C05FB-2220-4A13-ACCA-F9B4FE81E681}"/>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grid reference — numbers that locate a square on a map</a:t>
            </a:r>
          </a:p>
        </p:txBody>
      </p:sp>
      <p:sp>
        <p:nvSpPr>
          <p:cNvPr id="19" name="body-5">
            <a:extLst xmlns:a="http://schemas.openxmlformats.org/drawingml/2006/main">
              <a:ext uri="{FF2B5EF4-FFF2-40B4-BE49-F238E27FC236}">
                <a16:creationId xmlns:a16="http://schemas.microsoft.com/office/drawing/2014/main" id="{9A41E9E8-7574-4201-A616-728A3F58D1BB}"/>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Quick check: Identify the feature in our model and show the order of its four digits.</a:t>
            </a:r>
          </a:p>
        </p:txBody>
      </p:sp>
    </p:spTree>
    <p:extLst>
      <p:ext uri="{BB962C8B-B14F-4D97-AF65-F5344CB8AC3E}">
        <p14:creationId xmlns:p14="http://schemas.microsoft.com/office/powerpoint/2010/main" val="149894980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CD5F46BC-988B-47BB-84D3-31828D0C9913}"/>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97437164-EBB3-4107-ABBA-35421D696A12}"/>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We do · 4 min · 14 to 18</a:t>
            </a:r>
          </a:p>
        </p:txBody>
      </p:sp>
      <p:sp>
        <p:nvSpPr>
          <p:cNvPr id="3" name="slide-title">
            <a:extLst xmlns:a="http://schemas.openxmlformats.org/drawingml/2006/main">
              <a:ext uri="{FF2B5EF4-FFF2-40B4-BE49-F238E27FC236}">
                <a16:creationId xmlns:a16="http://schemas.microsoft.com/office/drawing/2014/main" id="{82059A7D-0440-4070-8009-BEBB4D200729}"/>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We do · 1 of 2</a:t>
            </a:r>
          </a:p>
        </p:txBody>
      </p:sp>
      <p:pic>
        <p:nvPicPr>
          <p:cNvPr id="4" name="">
            <a:extLst xmlns:a="http://schemas.openxmlformats.org/drawingml/2006/main">
              <a:ext uri="{FF2B5EF4-FFF2-40B4-BE49-F238E27FC236}">
                <a16:creationId xmlns:a16="http://schemas.microsoft.com/office/drawing/2014/main" id="{C8787132-FF10-4795-8D30-58431FC5B18B}"/>
              </a:ext>
            </a:extLst>
          </p:cNvPr>
          <p:cNvPicPr>
            <a:picLocks xmlns:a="http://schemas.openxmlformats.org/drawingml/2006/main" noChangeAspect="1"/>
          </p:cNvPicPr>
          <p:nvPr/>
        </p:nvPicPr>
        <p:blipFill>
          <a:blip xmlns:r="http://schemas.openxmlformats.org/officeDocument/2006/relationships" xmlns:a="http://schemas.openxmlformats.org/drawingml/2006/main" r:embed="R335a450ba5d14824"/>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260B98F3-8725-47F6-B9FE-697D510AAA68}"/>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CADC201A-2460-4987-9280-03C98DEBDAF5}"/>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D99444CD-1A09-4D3A-A966-0E382CE70FC0}"/>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8C7FFAB1-82DB-4490-A80B-AB8A401C8AB0}"/>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7601AAB4-8AA3-4A85-A1B0-2C12464A8164}"/>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628D222E-BF76-4485-A259-D6680A93F59E}"/>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198EE31B-5340-466C-AA8F-068DD9CB5A9E}"/>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2" name="licence-footer">
            <a:extLst xmlns:a="http://schemas.openxmlformats.org/drawingml/2006/main">
              <a:ext uri="{FF2B5EF4-FFF2-40B4-BE49-F238E27FC236}">
                <a16:creationId xmlns:a16="http://schemas.microsoft.com/office/drawing/2014/main" id="{E12AE86A-1EB9-460F-A772-2DB191BDFE12}"/>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E305C02B-20E3-4DA3-84CE-931C6FE4FAB9}"/>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feature and its reference, plus one clue from the grid or key.</a:t>
            </a:r>
          </a:p>
        </p:txBody>
      </p:sp>
      <p:sp>
        <p:nvSpPr>
          <p:cNvPr id="14" name="body-0">
            <a:extLst xmlns:a="http://schemas.openxmlformats.org/drawingml/2006/main">
              <a:ext uri="{FF2B5EF4-FFF2-40B4-BE49-F238E27FC236}">
                <a16:creationId xmlns:a16="http://schemas.microsoft.com/office/drawing/2014/main" id="{785EF3D0-4594-42F6-94F5-617DFB225E5A}"/>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Locate a feature together, then check your own choices.</a:t>
            </a:r>
          </a:p>
        </p:txBody>
      </p:sp>
      <p:sp>
        <p:nvSpPr>
          <p:cNvPr id="15" name="body-1">
            <a:extLst xmlns:a="http://schemas.openxmlformats.org/drawingml/2006/main">
              <a:ext uri="{FF2B5EF4-FFF2-40B4-BE49-F238E27FC236}">
                <a16:creationId xmlns:a16="http://schemas.microsoft.com/office/drawing/2014/main" id="{229D60F3-3A36-4B92-98E9-11F0AA083FB1}"/>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Guided example — the hall</a:t>
            </a:r>
          </a:p>
        </p:txBody>
      </p:sp>
      <p:sp>
        <p:nvSpPr>
          <p:cNvPr id="16" name="body-2">
            <a:extLst xmlns:a="http://schemas.openxmlformats.org/drawingml/2006/main">
              <a:ext uri="{FF2B5EF4-FFF2-40B4-BE49-F238E27FC236}">
                <a16:creationId xmlns:a16="http://schemas.microsoft.com/office/drawing/2014/main" id="{20E0713E-79A9-487C-A79F-484AFD8FC5C9}"/>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Identify H using the key.</a:t>
            </a:r>
          </a:p>
        </p:txBody>
      </p:sp>
      <p:sp>
        <p:nvSpPr>
          <p:cNvPr id="17" name="body-3">
            <a:extLst xmlns:a="http://schemas.openxmlformats.org/drawingml/2006/main">
              <a:ext uri="{FF2B5EF4-FFF2-40B4-BE49-F238E27FC236}">
                <a16:creationId xmlns:a16="http://schemas.microsoft.com/office/drawing/2014/main" id="{F3C76C87-C0AC-4B07-85D2-D4048A0813CD}"/>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Find the line on the left of its square, then the line below.</a:t>
            </a:r>
          </a:p>
        </p:txBody>
      </p:sp>
      <p:sp>
        <p:nvSpPr>
          <p:cNvPr id="18" name="body-4">
            <a:extLst xmlns:a="http://schemas.openxmlformats.org/drawingml/2006/main">
              <a:ext uri="{FF2B5EF4-FFF2-40B4-BE49-F238E27FC236}">
                <a16:creationId xmlns:a16="http://schemas.microsoft.com/office/drawing/2014/main" id="{E5006A13-D613-4239-B554-FD224804A35A}"/>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Join the two pairs of digits.</a:t>
            </a:r>
          </a:p>
        </p:txBody>
      </p:sp>
      <p:sp>
        <p:nvSpPr>
          <p:cNvPr id="19" name="body-5">
            <a:extLst xmlns:a="http://schemas.openxmlformats.org/drawingml/2006/main">
              <a:ext uri="{FF2B5EF4-FFF2-40B4-BE49-F238E27FC236}">
                <a16:creationId xmlns:a16="http://schemas.microsoft.com/office/drawing/2014/main" id="{FAFB7708-46D2-45BF-82A6-FC8A067D0465}"/>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Reserved space for our guided example: left line [  ] + bottom line [  ] → reference [    ].</a:t>
            </a:r>
          </a:p>
        </p:txBody>
      </p:sp>
      <p:sp>
        <p:nvSpPr>
          <p:cNvPr id="20" name="body-6">
            <a:extLst xmlns:a="http://schemas.openxmlformats.org/drawingml/2006/main">
              <a:ext uri="{FF2B5EF4-FFF2-40B4-BE49-F238E27FC236}">
                <a16:creationId xmlns:a16="http://schemas.microsoft.com/office/drawing/2014/main" id="{21B594B8-27F5-4317-A8A4-5EFD34BB234F}"/>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Everyone's map checks</a:t>
            </a:r>
          </a:p>
        </p:txBody>
      </p:sp>
    </p:spTree>
    <p:extLst>
      <p:ext uri="{BB962C8B-B14F-4D97-AF65-F5344CB8AC3E}">
        <p14:creationId xmlns:p14="http://schemas.microsoft.com/office/powerpoint/2010/main" val="192571982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 name="lesson-header">
            <a:extLst xmlns:a="http://schemas.openxmlformats.org/drawingml/2006/main">
              <a:ext uri="{FF2B5EF4-FFF2-40B4-BE49-F238E27FC236}">
                <a16:creationId xmlns:a16="http://schemas.microsoft.com/office/drawing/2014/main" id="{613F8A74-18AF-40F3-B054-534D37E34D9D}"/>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2F84E1CE-88CB-4866-B18C-1BBFC925BAF6}"/>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We do · 4 min · 14 to 18</a:t>
            </a:r>
          </a:p>
        </p:txBody>
      </p:sp>
      <p:sp>
        <p:nvSpPr>
          <p:cNvPr id="3" name="slide-title">
            <a:extLst xmlns:a="http://schemas.openxmlformats.org/drawingml/2006/main">
              <a:ext uri="{FF2B5EF4-FFF2-40B4-BE49-F238E27FC236}">
                <a16:creationId xmlns:a16="http://schemas.microsoft.com/office/drawing/2014/main" id="{F41AEAFF-169D-4266-B2A1-8B28A4AC040F}"/>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We do · 1 of 2</a:t>
            </a:r>
          </a:p>
        </p:txBody>
      </p:sp>
      <p:pic>
        <p:nvPicPr>
          <p:cNvPr id="4" name="">
            <a:extLst xmlns:a="http://schemas.openxmlformats.org/drawingml/2006/main">
              <a:ext uri="{FF2B5EF4-FFF2-40B4-BE49-F238E27FC236}">
                <a16:creationId xmlns:a16="http://schemas.microsoft.com/office/drawing/2014/main" id="{5BA4C3EE-FBF4-4E02-BD20-952D86D4795D}"/>
              </a:ext>
            </a:extLst>
          </p:cNvPr>
          <p:cNvPicPr>
            <a:picLocks xmlns:a="http://schemas.openxmlformats.org/drawingml/2006/main" noChangeAspect="1"/>
          </p:cNvPicPr>
          <p:nvPr/>
        </p:nvPicPr>
        <p:blipFill>
          <a:blip xmlns:r="http://schemas.openxmlformats.org/officeDocument/2006/relationships" xmlns:a="http://schemas.openxmlformats.org/drawingml/2006/main" r:embed="R7d133fb619f04e44"/>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FC451D3A-5B43-4A0F-BDDC-7A4264454FA8}"/>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DE22FC15-5EA8-4674-A7AF-E1602061DE21}"/>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AC3C0701-734D-4256-AF9E-93BABCB57EDF}"/>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5D789248-E87A-4595-A7B1-D7D7C10D82CD}"/>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FA3B8060-C9DA-44B7-B171-77C9E2A69C3F}"/>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87D8A841-1A2D-4024-9AA6-2BE6881479D6}"/>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0ABCCFC7-46E8-49AC-B16A-FA131753A5B9}"/>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2" name="licence-footer">
            <a:extLst xmlns:a="http://schemas.openxmlformats.org/drawingml/2006/main">
              <a:ext uri="{FF2B5EF4-FFF2-40B4-BE49-F238E27FC236}">
                <a16:creationId xmlns:a16="http://schemas.microsoft.com/office/drawing/2014/main" id="{E81189DB-C260-453E-855E-673D42C227E5}"/>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figure-practice_grid-0">
            <a:extLst xmlns:a="http://schemas.openxmlformats.org/drawingml/2006/main">
              <a:ext uri="{FF2B5EF4-FFF2-40B4-BE49-F238E27FC236}">
                <a16:creationId xmlns:a16="http://schemas.microsoft.com/office/drawing/2014/main" id="{4126532E-3894-49FD-BA64-EC8C2A956CDB}"/>
              </a:ext>
            </a:extLst>
          </p:cNvPr>
          <p:cNvSpPr>
            <a:spLocks xmlns:a="http://schemas.openxmlformats.org/drawingml/2006/main" noGrp="1"/>
          </p:cNvSpPr>
          <p:nvPr/>
        </p:nvSpPr>
        <p:spPr>
          <a:xfrm xmlns:a="http://schemas.openxmlformats.org/drawingml/2006/main">
            <a:off x="2019731" y="1427240"/>
            <a:ext cx="328249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An invented settlement: practice map.</a:t>
            </a:r>
          </a:p>
        </p:txBody>
      </p:sp>
      <p:sp>
        <p:nvSpPr>
          <p:cNvPr id="14" name="figure-practice_grid-1">
            <a:extLst xmlns:a="http://schemas.openxmlformats.org/drawingml/2006/main">
              <a:ext uri="{FF2B5EF4-FFF2-40B4-BE49-F238E27FC236}">
                <a16:creationId xmlns:a16="http://schemas.microsoft.com/office/drawing/2014/main" id="{D7493CCA-4A17-44D7-8233-E81B440D9106}"/>
              </a:ext>
            </a:extLst>
          </p:cNvPr>
          <p:cNvSpPr>
            <a:spLocks xmlns:a="http://schemas.openxmlformats.org/drawingml/2006/main" noGrp="1"/>
          </p:cNvSpPr>
          <p:nvPr/>
        </p:nvSpPr>
        <p:spPr>
          <a:xfrm xmlns:a="http://schemas.openxmlformats.org/drawingml/2006/main">
            <a:off x="204068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15" name="figure-practice_grid-2">
            <a:extLst xmlns:a="http://schemas.openxmlformats.org/drawingml/2006/main">
              <a:ext uri="{FF2B5EF4-FFF2-40B4-BE49-F238E27FC236}">
                <a16:creationId xmlns:a16="http://schemas.microsoft.com/office/drawing/2014/main" id="{5F785FDD-EFD3-4C90-AACE-F4F69221B2B7}"/>
              </a:ext>
            </a:extLst>
          </p:cNvPr>
          <p:cNvSpPr>
            <a:spLocks xmlns:a="http://schemas.openxmlformats.org/drawingml/2006/main" noGrp="1"/>
          </p:cNvSpPr>
          <p:nvPr/>
        </p:nvSpPr>
        <p:spPr>
          <a:xfrm xmlns:a="http://schemas.openxmlformats.org/drawingml/2006/main">
            <a:off x="2040686" y="192027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16" name="figure-practice_grid-3">
            <a:extLst xmlns:a="http://schemas.openxmlformats.org/drawingml/2006/main">
              <a:ext uri="{FF2B5EF4-FFF2-40B4-BE49-F238E27FC236}">
                <a16:creationId xmlns:a16="http://schemas.microsoft.com/office/drawing/2014/main" id="{04B79F8B-CADD-46E3-BB73-3D262728D8A3}"/>
              </a:ext>
            </a:extLst>
          </p:cNvPr>
          <p:cNvSpPr>
            <a:spLocks xmlns:a="http://schemas.openxmlformats.org/drawingml/2006/main" noGrp="1"/>
          </p:cNvSpPr>
          <p:nvPr/>
        </p:nvSpPr>
        <p:spPr>
          <a:xfrm xmlns:a="http://schemas.openxmlformats.org/drawingml/2006/main">
            <a:off x="213054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17" name="figure-practice_grid-4">
            <a:extLst xmlns:a="http://schemas.openxmlformats.org/drawingml/2006/main">
              <a:ext uri="{FF2B5EF4-FFF2-40B4-BE49-F238E27FC236}">
                <a16:creationId xmlns:a16="http://schemas.microsoft.com/office/drawing/2014/main" id="{72F90993-A1CF-4652-942C-A08E65CD0296}"/>
              </a:ext>
            </a:extLst>
          </p:cNvPr>
          <p:cNvSpPr>
            <a:spLocks xmlns:a="http://schemas.openxmlformats.org/drawingml/2006/main" noGrp="1"/>
          </p:cNvSpPr>
          <p:nvPr/>
        </p:nvSpPr>
        <p:spPr>
          <a:xfrm xmlns:a="http://schemas.openxmlformats.org/drawingml/2006/main">
            <a:off x="2040686" y="201013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18" name="figure-practice_grid-5">
            <a:extLst xmlns:a="http://schemas.openxmlformats.org/drawingml/2006/main">
              <a:ext uri="{FF2B5EF4-FFF2-40B4-BE49-F238E27FC236}">
                <a16:creationId xmlns:a16="http://schemas.microsoft.com/office/drawing/2014/main" id="{C4BDC210-6F80-40C7-97B2-3C9FA06BDA93}"/>
              </a:ext>
            </a:extLst>
          </p:cNvPr>
          <p:cNvSpPr>
            <a:spLocks xmlns:a="http://schemas.openxmlformats.org/drawingml/2006/main" noGrp="1"/>
          </p:cNvSpPr>
          <p:nvPr/>
        </p:nvSpPr>
        <p:spPr>
          <a:xfrm xmlns:a="http://schemas.openxmlformats.org/drawingml/2006/main">
            <a:off x="222040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19" name="figure-practice_grid-6">
            <a:extLst xmlns:a="http://schemas.openxmlformats.org/drawingml/2006/main">
              <a:ext uri="{FF2B5EF4-FFF2-40B4-BE49-F238E27FC236}">
                <a16:creationId xmlns:a16="http://schemas.microsoft.com/office/drawing/2014/main" id="{66F1DE84-839B-447E-BCEF-BFD6086E3723}"/>
              </a:ext>
            </a:extLst>
          </p:cNvPr>
          <p:cNvSpPr>
            <a:spLocks xmlns:a="http://schemas.openxmlformats.org/drawingml/2006/main" noGrp="1"/>
          </p:cNvSpPr>
          <p:nvPr/>
        </p:nvSpPr>
        <p:spPr>
          <a:xfrm xmlns:a="http://schemas.openxmlformats.org/drawingml/2006/main">
            <a:off x="2040686" y="209999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0" name="figure-practice_grid-7">
            <a:extLst xmlns:a="http://schemas.openxmlformats.org/drawingml/2006/main">
              <a:ext uri="{FF2B5EF4-FFF2-40B4-BE49-F238E27FC236}">
                <a16:creationId xmlns:a16="http://schemas.microsoft.com/office/drawing/2014/main" id="{01BC171E-CF14-43DA-9B4E-9FECE6C1790C}"/>
              </a:ext>
            </a:extLst>
          </p:cNvPr>
          <p:cNvSpPr>
            <a:spLocks xmlns:a="http://schemas.openxmlformats.org/drawingml/2006/main" noGrp="1"/>
          </p:cNvSpPr>
          <p:nvPr/>
        </p:nvSpPr>
        <p:spPr>
          <a:xfrm xmlns:a="http://schemas.openxmlformats.org/drawingml/2006/main">
            <a:off x="231026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1" name="figure-practice_grid-8">
            <a:extLst xmlns:a="http://schemas.openxmlformats.org/drawingml/2006/main">
              <a:ext uri="{FF2B5EF4-FFF2-40B4-BE49-F238E27FC236}">
                <a16:creationId xmlns:a16="http://schemas.microsoft.com/office/drawing/2014/main" id="{7F7710BA-25E7-4068-91D2-ED932B545DBE}"/>
              </a:ext>
            </a:extLst>
          </p:cNvPr>
          <p:cNvSpPr>
            <a:spLocks xmlns:a="http://schemas.openxmlformats.org/drawingml/2006/main" noGrp="1"/>
          </p:cNvSpPr>
          <p:nvPr/>
        </p:nvSpPr>
        <p:spPr>
          <a:xfrm xmlns:a="http://schemas.openxmlformats.org/drawingml/2006/main">
            <a:off x="2040686" y="218985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2" name="figure-practice_grid-9">
            <a:extLst xmlns:a="http://schemas.openxmlformats.org/drawingml/2006/main">
              <a:ext uri="{FF2B5EF4-FFF2-40B4-BE49-F238E27FC236}">
                <a16:creationId xmlns:a16="http://schemas.microsoft.com/office/drawing/2014/main" id="{B5BD7577-E756-4D83-A0E5-890428EE9C77}"/>
              </a:ext>
            </a:extLst>
          </p:cNvPr>
          <p:cNvSpPr>
            <a:spLocks xmlns:a="http://schemas.openxmlformats.org/drawingml/2006/main" noGrp="1"/>
          </p:cNvSpPr>
          <p:nvPr/>
        </p:nvSpPr>
        <p:spPr>
          <a:xfrm xmlns:a="http://schemas.openxmlformats.org/drawingml/2006/main">
            <a:off x="240012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3" name="figure-practice_grid-10">
            <a:extLst xmlns:a="http://schemas.openxmlformats.org/drawingml/2006/main">
              <a:ext uri="{FF2B5EF4-FFF2-40B4-BE49-F238E27FC236}">
                <a16:creationId xmlns:a16="http://schemas.microsoft.com/office/drawing/2014/main" id="{CC5A0ACD-5399-4CE8-9980-324B583880D6}"/>
              </a:ext>
            </a:extLst>
          </p:cNvPr>
          <p:cNvSpPr>
            <a:spLocks xmlns:a="http://schemas.openxmlformats.org/drawingml/2006/main" noGrp="1"/>
          </p:cNvSpPr>
          <p:nvPr/>
        </p:nvSpPr>
        <p:spPr>
          <a:xfrm xmlns:a="http://schemas.openxmlformats.org/drawingml/2006/main">
            <a:off x="2040686" y="227971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4" name="figure-practice_grid-11">
            <a:extLst xmlns:a="http://schemas.openxmlformats.org/drawingml/2006/main">
              <a:ext uri="{FF2B5EF4-FFF2-40B4-BE49-F238E27FC236}">
                <a16:creationId xmlns:a16="http://schemas.microsoft.com/office/drawing/2014/main" id="{A08CFFD9-B339-4430-A158-CED4FBBF61F7}"/>
              </a:ext>
            </a:extLst>
          </p:cNvPr>
          <p:cNvSpPr>
            <a:spLocks xmlns:a="http://schemas.openxmlformats.org/drawingml/2006/main" noGrp="1"/>
          </p:cNvSpPr>
          <p:nvPr/>
        </p:nvSpPr>
        <p:spPr>
          <a:xfrm xmlns:a="http://schemas.openxmlformats.org/drawingml/2006/main">
            <a:off x="248997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5" name="figure-practice_grid-12">
            <a:extLst xmlns:a="http://schemas.openxmlformats.org/drawingml/2006/main">
              <a:ext uri="{FF2B5EF4-FFF2-40B4-BE49-F238E27FC236}">
                <a16:creationId xmlns:a16="http://schemas.microsoft.com/office/drawing/2014/main" id="{F40C4A31-7F09-4AE0-830D-6B8C52E1D5DB}"/>
              </a:ext>
            </a:extLst>
          </p:cNvPr>
          <p:cNvSpPr>
            <a:spLocks xmlns:a="http://schemas.openxmlformats.org/drawingml/2006/main" noGrp="1"/>
          </p:cNvSpPr>
          <p:nvPr/>
        </p:nvSpPr>
        <p:spPr>
          <a:xfrm xmlns:a="http://schemas.openxmlformats.org/drawingml/2006/main">
            <a:off x="2040686" y="236956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6" name="figure-practice_grid-13">
            <a:extLst xmlns:a="http://schemas.openxmlformats.org/drawingml/2006/main">
              <a:ext uri="{FF2B5EF4-FFF2-40B4-BE49-F238E27FC236}">
                <a16:creationId xmlns:a16="http://schemas.microsoft.com/office/drawing/2014/main" id="{E00362B0-EE54-48B2-BACC-9FC34D0A4705}"/>
              </a:ext>
            </a:extLst>
          </p:cNvPr>
          <p:cNvSpPr>
            <a:spLocks xmlns:a="http://schemas.openxmlformats.org/drawingml/2006/main" noGrp="1"/>
          </p:cNvSpPr>
          <p:nvPr/>
        </p:nvSpPr>
        <p:spPr>
          <a:xfrm xmlns:a="http://schemas.openxmlformats.org/drawingml/2006/main">
            <a:off x="257983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7" name="figure-practice_grid-14">
            <a:extLst xmlns:a="http://schemas.openxmlformats.org/drawingml/2006/main">
              <a:ext uri="{FF2B5EF4-FFF2-40B4-BE49-F238E27FC236}">
                <a16:creationId xmlns:a16="http://schemas.microsoft.com/office/drawing/2014/main" id="{C9BAB7DD-4919-4F3B-9AD0-EBBFE0BB1451}"/>
              </a:ext>
            </a:extLst>
          </p:cNvPr>
          <p:cNvSpPr>
            <a:spLocks xmlns:a="http://schemas.openxmlformats.org/drawingml/2006/main" noGrp="1"/>
          </p:cNvSpPr>
          <p:nvPr/>
        </p:nvSpPr>
        <p:spPr>
          <a:xfrm xmlns:a="http://schemas.openxmlformats.org/drawingml/2006/main">
            <a:off x="2040686" y="245942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8" name="figure-practice_grid-15">
            <a:extLst xmlns:a="http://schemas.openxmlformats.org/drawingml/2006/main">
              <a:ext uri="{FF2B5EF4-FFF2-40B4-BE49-F238E27FC236}">
                <a16:creationId xmlns:a16="http://schemas.microsoft.com/office/drawing/2014/main" id="{8D9FEEC3-54CE-471E-B148-512D6D63B54F}"/>
              </a:ext>
            </a:extLst>
          </p:cNvPr>
          <p:cNvSpPr>
            <a:spLocks xmlns:a="http://schemas.openxmlformats.org/drawingml/2006/main" noGrp="1"/>
          </p:cNvSpPr>
          <p:nvPr/>
        </p:nvSpPr>
        <p:spPr>
          <a:xfrm xmlns:a="http://schemas.openxmlformats.org/drawingml/2006/main">
            <a:off x="266969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9" name="figure-practice_grid-16">
            <a:extLst xmlns:a="http://schemas.openxmlformats.org/drawingml/2006/main">
              <a:ext uri="{FF2B5EF4-FFF2-40B4-BE49-F238E27FC236}">
                <a16:creationId xmlns:a16="http://schemas.microsoft.com/office/drawing/2014/main" id="{5C6655A2-E0FA-4DCB-BE68-D79632E5F517}"/>
              </a:ext>
            </a:extLst>
          </p:cNvPr>
          <p:cNvSpPr>
            <a:spLocks xmlns:a="http://schemas.openxmlformats.org/drawingml/2006/main" noGrp="1"/>
          </p:cNvSpPr>
          <p:nvPr/>
        </p:nvSpPr>
        <p:spPr>
          <a:xfrm xmlns:a="http://schemas.openxmlformats.org/drawingml/2006/main">
            <a:off x="2040686" y="254928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0" name="figure-practice_grid-17">
            <a:extLst xmlns:a="http://schemas.openxmlformats.org/drawingml/2006/main">
              <a:ext uri="{FF2B5EF4-FFF2-40B4-BE49-F238E27FC236}">
                <a16:creationId xmlns:a16="http://schemas.microsoft.com/office/drawing/2014/main" id="{F9635AD0-81D6-4D77-98E0-1C95FF3298D2}"/>
              </a:ext>
            </a:extLst>
          </p:cNvPr>
          <p:cNvSpPr>
            <a:spLocks xmlns:a="http://schemas.openxmlformats.org/drawingml/2006/main" noGrp="1"/>
          </p:cNvSpPr>
          <p:nvPr/>
        </p:nvSpPr>
        <p:spPr>
          <a:xfrm xmlns:a="http://schemas.openxmlformats.org/drawingml/2006/main">
            <a:off x="275955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1" name="figure-practice_grid-18">
            <a:extLst xmlns:a="http://schemas.openxmlformats.org/drawingml/2006/main">
              <a:ext uri="{FF2B5EF4-FFF2-40B4-BE49-F238E27FC236}">
                <a16:creationId xmlns:a16="http://schemas.microsoft.com/office/drawing/2014/main" id="{7934EA1B-8CAE-4C85-ABE2-30520832487B}"/>
              </a:ext>
            </a:extLst>
          </p:cNvPr>
          <p:cNvSpPr>
            <a:spLocks xmlns:a="http://schemas.openxmlformats.org/drawingml/2006/main" noGrp="1"/>
          </p:cNvSpPr>
          <p:nvPr/>
        </p:nvSpPr>
        <p:spPr>
          <a:xfrm xmlns:a="http://schemas.openxmlformats.org/drawingml/2006/main">
            <a:off x="2040686" y="263914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2" name="figure-practice_grid-19">
            <a:extLst xmlns:a="http://schemas.openxmlformats.org/drawingml/2006/main">
              <a:ext uri="{FF2B5EF4-FFF2-40B4-BE49-F238E27FC236}">
                <a16:creationId xmlns:a16="http://schemas.microsoft.com/office/drawing/2014/main" id="{4C38D8F5-0EC6-47F8-99AB-5704F13BC246}"/>
              </a:ext>
            </a:extLst>
          </p:cNvPr>
          <p:cNvSpPr>
            <a:spLocks xmlns:a="http://schemas.openxmlformats.org/drawingml/2006/main" noGrp="1"/>
          </p:cNvSpPr>
          <p:nvPr/>
        </p:nvSpPr>
        <p:spPr>
          <a:xfrm xmlns:a="http://schemas.openxmlformats.org/drawingml/2006/main">
            <a:off x="284941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3" name="figure-practice_grid-20">
            <a:extLst xmlns:a="http://schemas.openxmlformats.org/drawingml/2006/main">
              <a:ext uri="{FF2B5EF4-FFF2-40B4-BE49-F238E27FC236}">
                <a16:creationId xmlns:a16="http://schemas.microsoft.com/office/drawing/2014/main" id="{E8F5650F-6180-4312-92D0-563CD2621CDB}"/>
              </a:ext>
            </a:extLst>
          </p:cNvPr>
          <p:cNvSpPr>
            <a:spLocks xmlns:a="http://schemas.openxmlformats.org/drawingml/2006/main" noGrp="1"/>
          </p:cNvSpPr>
          <p:nvPr/>
        </p:nvSpPr>
        <p:spPr>
          <a:xfrm xmlns:a="http://schemas.openxmlformats.org/drawingml/2006/main">
            <a:off x="2040686" y="272900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4" name="figure-practice_grid-21">
            <a:extLst xmlns:a="http://schemas.openxmlformats.org/drawingml/2006/main">
              <a:ext uri="{FF2B5EF4-FFF2-40B4-BE49-F238E27FC236}">
                <a16:creationId xmlns:a16="http://schemas.microsoft.com/office/drawing/2014/main" id="{E1823189-FBD8-4438-88CC-4106C935B028}"/>
              </a:ext>
            </a:extLst>
          </p:cNvPr>
          <p:cNvSpPr>
            <a:spLocks xmlns:a="http://schemas.openxmlformats.org/drawingml/2006/main" noGrp="1"/>
          </p:cNvSpPr>
          <p:nvPr/>
        </p:nvSpPr>
        <p:spPr>
          <a:xfrm xmlns:a="http://schemas.openxmlformats.org/drawingml/2006/main">
            <a:off x="293927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35" name="figure-practice_grid-22">
            <a:extLst xmlns:a="http://schemas.openxmlformats.org/drawingml/2006/main">
              <a:ext uri="{FF2B5EF4-FFF2-40B4-BE49-F238E27FC236}">
                <a16:creationId xmlns:a16="http://schemas.microsoft.com/office/drawing/2014/main" id="{F46088D2-D090-454D-8C01-D5886C0F65AB}"/>
              </a:ext>
            </a:extLst>
          </p:cNvPr>
          <p:cNvSpPr>
            <a:spLocks xmlns:a="http://schemas.openxmlformats.org/drawingml/2006/main" noGrp="1"/>
          </p:cNvSpPr>
          <p:nvPr/>
        </p:nvSpPr>
        <p:spPr>
          <a:xfrm xmlns:a="http://schemas.openxmlformats.org/drawingml/2006/main">
            <a:off x="2040686" y="281886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36" name="figure-practice_grid-23">
            <a:extLst xmlns:a="http://schemas.openxmlformats.org/drawingml/2006/main">
              <a:ext uri="{FF2B5EF4-FFF2-40B4-BE49-F238E27FC236}">
                <a16:creationId xmlns:a16="http://schemas.microsoft.com/office/drawing/2014/main" id="{C81BB0CC-C26D-4134-8A70-ACE8DF39D37D}"/>
              </a:ext>
            </a:extLst>
          </p:cNvPr>
          <p:cNvSpPr>
            <a:spLocks xmlns:a="http://schemas.openxmlformats.org/drawingml/2006/main" noGrp="1"/>
          </p:cNvSpPr>
          <p:nvPr/>
        </p:nvSpPr>
        <p:spPr>
          <a:xfrm xmlns:a="http://schemas.openxmlformats.org/drawingml/2006/main">
            <a:off x="302913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7" name="figure-practice_grid-24">
            <a:extLst xmlns:a="http://schemas.openxmlformats.org/drawingml/2006/main">
              <a:ext uri="{FF2B5EF4-FFF2-40B4-BE49-F238E27FC236}">
                <a16:creationId xmlns:a16="http://schemas.microsoft.com/office/drawing/2014/main" id="{7A1BC68C-EF65-4CD9-9B3D-D1A7758C8129}"/>
              </a:ext>
            </a:extLst>
          </p:cNvPr>
          <p:cNvSpPr>
            <a:spLocks xmlns:a="http://schemas.openxmlformats.org/drawingml/2006/main" noGrp="1"/>
          </p:cNvSpPr>
          <p:nvPr/>
        </p:nvSpPr>
        <p:spPr>
          <a:xfrm xmlns:a="http://schemas.openxmlformats.org/drawingml/2006/main">
            <a:off x="2040686" y="290871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8" name="figure-practice_grid-25">
            <a:extLst xmlns:a="http://schemas.openxmlformats.org/drawingml/2006/main">
              <a:ext uri="{FF2B5EF4-FFF2-40B4-BE49-F238E27FC236}">
                <a16:creationId xmlns:a16="http://schemas.microsoft.com/office/drawing/2014/main" id="{5A89DBFB-97BA-4D74-951D-C26CDBC6F1BD}"/>
              </a:ext>
            </a:extLst>
          </p:cNvPr>
          <p:cNvSpPr>
            <a:spLocks xmlns:a="http://schemas.openxmlformats.org/drawingml/2006/main" noGrp="1"/>
          </p:cNvSpPr>
          <p:nvPr/>
        </p:nvSpPr>
        <p:spPr>
          <a:xfrm xmlns:a="http://schemas.openxmlformats.org/drawingml/2006/main">
            <a:off x="311898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9" name="figure-practice_grid-26">
            <a:extLst xmlns:a="http://schemas.openxmlformats.org/drawingml/2006/main">
              <a:ext uri="{FF2B5EF4-FFF2-40B4-BE49-F238E27FC236}">
                <a16:creationId xmlns:a16="http://schemas.microsoft.com/office/drawing/2014/main" id="{D4368ADE-783F-447E-9BA2-109540863F93}"/>
              </a:ext>
            </a:extLst>
          </p:cNvPr>
          <p:cNvSpPr>
            <a:spLocks xmlns:a="http://schemas.openxmlformats.org/drawingml/2006/main" noGrp="1"/>
          </p:cNvSpPr>
          <p:nvPr/>
        </p:nvSpPr>
        <p:spPr>
          <a:xfrm xmlns:a="http://schemas.openxmlformats.org/drawingml/2006/main">
            <a:off x="2040686" y="299857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0" name="figure-practice_grid-27">
            <a:extLst xmlns:a="http://schemas.openxmlformats.org/drawingml/2006/main">
              <a:ext uri="{FF2B5EF4-FFF2-40B4-BE49-F238E27FC236}">
                <a16:creationId xmlns:a16="http://schemas.microsoft.com/office/drawing/2014/main" id="{CA68539E-7623-4577-B836-63C19A0CB243}"/>
              </a:ext>
            </a:extLst>
          </p:cNvPr>
          <p:cNvSpPr>
            <a:spLocks xmlns:a="http://schemas.openxmlformats.org/drawingml/2006/main" noGrp="1"/>
          </p:cNvSpPr>
          <p:nvPr/>
        </p:nvSpPr>
        <p:spPr>
          <a:xfrm xmlns:a="http://schemas.openxmlformats.org/drawingml/2006/main">
            <a:off x="320884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1" name="figure-practice_grid-28">
            <a:extLst xmlns:a="http://schemas.openxmlformats.org/drawingml/2006/main">
              <a:ext uri="{FF2B5EF4-FFF2-40B4-BE49-F238E27FC236}">
                <a16:creationId xmlns:a16="http://schemas.microsoft.com/office/drawing/2014/main" id="{EEB86E69-3AF5-4F2C-8D65-4804C95F42BD}"/>
              </a:ext>
            </a:extLst>
          </p:cNvPr>
          <p:cNvSpPr>
            <a:spLocks xmlns:a="http://schemas.openxmlformats.org/drawingml/2006/main" noGrp="1"/>
          </p:cNvSpPr>
          <p:nvPr/>
        </p:nvSpPr>
        <p:spPr>
          <a:xfrm xmlns:a="http://schemas.openxmlformats.org/drawingml/2006/main">
            <a:off x="2040686" y="308843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2" name="figure-practice_grid-29">
            <a:extLst xmlns:a="http://schemas.openxmlformats.org/drawingml/2006/main">
              <a:ext uri="{FF2B5EF4-FFF2-40B4-BE49-F238E27FC236}">
                <a16:creationId xmlns:a16="http://schemas.microsoft.com/office/drawing/2014/main" id="{0336DECA-BD9E-475A-9CC9-6602976371E5}"/>
              </a:ext>
            </a:extLst>
          </p:cNvPr>
          <p:cNvSpPr>
            <a:spLocks xmlns:a="http://schemas.openxmlformats.org/drawingml/2006/main" noGrp="1"/>
          </p:cNvSpPr>
          <p:nvPr/>
        </p:nvSpPr>
        <p:spPr>
          <a:xfrm xmlns:a="http://schemas.openxmlformats.org/drawingml/2006/main">
            <a:off x="329870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3" name="figure-practice_grid-30">
            <a:extLst xmlns:a="http://schemas.openxmlformats.org/drawingml/2006/main">
              <a:ext uri="{FF2B5EF4-FFF2-40B4-BE49-F238E27FC236}">
                <a16:creationId xmlns:a16="http://schemas.microsoft.com/office/drawing/2014/main" id="{AF2F4D05-4543-4AC3-B3E7-856121CE5D9C}"/>
              </a:ext>
            </a:extLst>
          </p:cNvPr>
          <p:cNvSpPr>
            <a:spLocks xmlns:a="http://schemas.openxmlformats.org/drawingml/2006/main" noGrp="1"/>
          </p:cNvSpPr>
          <p:nvPr/>
        </p:nvSpPr>
        <p:spPr>
          <a:xfrm xmlns:a="http://schemas.openxmlformats.org/drawingml/2006/main">
            <a:off x="2040686" y="317829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4" name="figure-practice_grid-31">
            <a:extLst xmlns:a="http://schemas.openxmlformats.org/drawingml/2006/main">
              <a:ext uri="{FF2B5EF4-FFF2-40B4-BE49-F238E27FC236}">
                <a16:creationId xmlns:a16="http://schemas.microsoft.com/office/drawing/2014/main" id="{26D1D328-E912-440A-9BBE-F6AFE24A0B54}"/>
              </a:ext>
            </a:extLst>
          </p:cNvPr>
          <p:cNvSpPr>
            <a:spLocks xmlns:a="http://schemas.openxmlformats.org/drawingml/2006/main" noGrp="1"/>
          </p:cNvSpPr>
          <p:nvPr/>
        </p:nvSpPr>
        <p:spPr>
          <a:xfrm xmlns:a="http://schemas.openxmlformats.org/drawingml/2006/main">
            <a:off x="338856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5" name="figure-practice_grid-32">
            <a:extLst xmlns:a="http://schemas.openxmlformats.org/drawingml/2006/main">
              <a:ext uri="{FF2B5EF4-FFF2-40B4-BE49-F238E27FC236}">
                <a16:creationId xmlns:a16="http://schemas.microsoft.com/office/drawing/2014/main" id="{B80505AF-4D29-4A3B-B378-8A44FB167CFE}"/>
              </a:ext>
            </a:extLst>
          </p:cNvPr>
          <p:cNvSpPr>
            <a:spLocks xmlns:a="http://schemas.openxmlformats.org/drawingml/2006/main" noGrp="1"/>
          </p:cNvSpPr>
          <p:nvPr/>
        </p:nvSpPr>
        <p:spPr>
          <a:xfrm xmlns:a="http://schemas.openxmlformats.org/drawingml/2006/main">
            <a:off x="2040686" y="326815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6" name="figure-practice_grid-33">
            <a:extLst xmlns:a="http://schemas.openxmlformats.org/drawingml/2006/main">
              <a:ext uri="{FF2B5EF4-FFF2-40B4-BE49-F238E27FC236}">
                <a16:creationId xmlns:a16="http://schemas.microsoft.com/office/drawing/2014/main" id="{DDA70904-6EB8-42E7-A143-B3A387B3C2A4}"/>
              </a:ext>
            </a:extLst>
          </p:cNvPr>
          <p:cNvSpPr>
            <a:spLocks xmlns:a="http://schemas.openxmlformats.org/drawingml/2006/main" noGrp="1"/>
          </p:cNvSpPr>
          <p:nvPr/>
        </p:nvSpPr>
        <p:spPr>
          <a:xfrm xmlns:a="http://schemas.openxmlformats.org/drawingml/2006/main">
            <a:off x="347842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7" name="figure-practice_grid-34">
            <a:extLst xmlns:a="http://schemas.openxmlformats.org/drawingml/2006/main">
              <a:ext uri="{FF2B5EF4-FFF2-40B4-BE49-F238E27FC236}">
                <a16:creationId xmlns:a16="http://schemas.microsoft.com/office/drawing/2014/main" id="{5731A7D0-75D2-4900-BBC9-4FA1C6B83DB9}"/>
              </a:ext>
            </a:extLst>
          </p:cNvPr>
          <p:cNvSpPr>
            <a:spLocks xmlns:a="http://schemas.openxmlformats.org/drawingml/2006/main" noGrp="1"/>
          </p:cNvSpPr>
          <p:nvPr/>
        </p:nvSpPr>
        <p:spPr>
          <a:xfrm xmlns:a="http://schemas.openxmlformats.org/drawingml/2006/main">
            <a:off x="2040686" y="335801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8" name="figure-practice_grid-35">
            <a:extLst xmlns:a="http://schemas.openxmlformats.org/drawingml/2006/main">
              <a:ext uri="{FF2B5EF4-FFF2-40B4-BE49-F238E27FC236}">
                <a16:creationId xmlns:a16="http://schemas.microsoft.com/office/drawing/2014/main" id="{DABC26BA-A4FB-41C6-A73D-34FE5C829BD4}"/>
              </a:ext>
            </a:extLst>
          </p:cNvPr>
          <p:cNvSpPr>
            <a:spLocks xmlns:a="http://schemas.openxmlformats.org/drawingml/2006/main" noGrp="1"/>
          </p:cNvSpPr>
          <p:nvPr/>
        </p:nvSpPr>
        <p:spPr>
          <a:xfrm xmlns:a="http://schemas.openxmlformats.org/drawingml/2006/main">
            <a:off x="356828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9" name="figure-practice_grid-36">
            <a:extLst xmlns:a="http://schemas.openxmlformats.org/drawingml/2006/main">
              <a:ext uri="{FF2B5EF4-FFF2-40B4-BE49-F238E27FC236}">
                <a16:creationId xmlns:a16="http://schemas.microsoft.com/office/drawing/2014/main" id="{A6E2DB73-9AD0-40E7-BF1A-5DCB98CDD4ED}"/>
              </a:ext>
            </a:extLst>
          </p:cNvPr>
          <p:cNvSpPr>
            <a:spLocks xmlns:a="http://schemas.openxmlformats.org/drawingml/2006/main" noGrp="1"/>
          </p:cNvSpPr>
          <p:nvPr/>
        </p:nvSpPr>
        <p:spPr>
          <a:xfrm xmlns:a="http://schemas.openxmlformats.org/drawingml/2006/main">
            <a:off x="2040686" y="344787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0" name="figure-practice_grid-37">
            <a:extLst xmlns:a="http://schemas.openxmlformats.org/drawingml/2006/main">
              <a:ext uri="{FF2B5EF4-FFF2-40B4-BE49-F238E27FC236}">
                <a16:creationId xmlns:a16="http://schemas.microsoft.com/office/drawing/2014/main" id="{33A2418D-9F86-4094-AAB6-F631A36FC413}"/>
              </a:ext>
            </a:extLst>
          </p:cNvPr>
          <p:cNvSpPr>
            <a:spLocks xmlns:a="http://schemas.openxmlformats.org/drawingml/2006/main" noGrp="1"/>
          </p:cNvSpPr>
          <p:nvPr/>
        </p:nvSpPr>
        <p:spPr>
          <a:xfrm xmlns:a="http://schemas.openxmlformats.org/drawingml/2006/main">
            <a:off x="365813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1" name="figure-practice_grid-38">
            <a:extLst xmlns:a="http://schemas.openxmlformats.org/drawingml/2006/main">
              <a:ext uri="{FF2B5EF4-FFF2-40B4-BE49-F238E27FC236}">
                <a16:creationId xmlns:a16="http://schemas.microsoft.com/office/drawing/2014/main" id="{3394BC3B-F3A7-4692-B11F-30513CEAF417}"/>
              </a:ext>
            </a:extLst>
          </p:cNvPr>
          <p:cNvSpPr>
            <a:spLocks xmlns:a="http://schemas.openxmlformats.org/drawingml/2006/main" noGrp="1"/>
          </p:cNvSpPr>
          <p:nvPr/>
        </p:nvSpPr>
        <p:spPr>
          <a:xfrm xmlns:a="http://schemas.openxmlformats.org/drawingml/2006/main">
            <a:off x="2040686" y="353772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2" name="figure-practice_grid-39">
            <a:extLst xmlns:a="http://schemas.openxmlformats.org/drawingml/2006/main">
              <a:ext uri="{FF2B5EF4-FFF2-40B4-BE49-F238E27FC236}">
                <a16:creationId xmlns:a16="http://schemas.microsoft.com/office/drawing/2014/main" id="{352432F0-3FEB-4A88-B832-96600AA345B6}"/>
              </a:ext>
            </a:extLst>
          </p:cNvPr>
          <p:cNvSpPr>
            <a:spLocks xmlns:a="http://schemas.openxmlformats.org/drawingml/2006/main" noGrp="1"/>
          </p:cNvSpPr>
          <p:nvPr/>
        </p:nvSpPr>
        <p:spPr>
          <a:xfrm xmlns:a="http://schemas.openxmlformats.org/drawingml/2006/main">
            <a:off x="374799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3" name="figure-practice_grid-40">
            <a:extLst xmlns:a="http://schemas.openxmlformats.org/drawingml/2006/main">
              <a:ext uri="{FF2B5EF4-FFF2-40B4-BE49-F238E27FC236}">
                <a16:creationId xmlns:a16="http://schemas.microsoft.com/office/drawing/2014/main" id="{571AC5DC-2E42-4122-A385-2B5EA49F7D36}"/>
              </a:ext>
            </a:extLst>
          </p:cNvPr>
          <p:cNvSpPr>
            <a:spLocks xmlns:a="http://schemas.openxmlformats.org/drawingml/2006/main" noGrp="1"/>
          </p:cNvSpPr>
          <p:nvPr/>
        </p:nvSpPr>
        <p:spPr>
          <a:xfrm xmlns:a="http://schemas.openxmlformats.org/drawingml/2006/main">
            <a:off x="2040686" y="362758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4" name="figure-practice_grid-41">
            <a:extLst xmlns:a="http://schemas.openxmlformats.org/drawingml/2006/main">
              <a:ext uri="{FF2B5EF4-FFF2-40B4-BE49-F238E27FC236}">
                <a16:creationId xmlns:a16="http://schemas.microsoft.com/office/drawing/2014/main" id="{B73B939E-7608-4D12-A730-C08A2F615853}"/>
              </a:ext>
            </a:extLst>
          </p:cNvPr>
          <p:cNvSpPr>
            <a:spLocks xmlns:a="http://schemas.openxmlformats.org/drawingml/2006/main" noGrp="1"/>
          </p:cNvSpPr>
          <p:nvPr/>
        </p:nvSpPr>
        <p:spPr>
          <a:xfrm xmlns:a="http://schemas.openxmlformats.org/drawingml/2006/main">
            <a:off x="383785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55" name="figure-practice_grid-42">
            <a:extLst xmlns:a="http://schemas.openxmlformats.org/drawingml/2006/main">
              <a:ext uri="{FF2B5EF4-FFF2-40B4-BE49-F238E27FC236}">
                <a16:creationId xmlns:a16="http://schemas.microsoft.com/office/drawing/2014/main" id="{7DDB9239-752C-453E-A28F-28A932C40485}"/>
              </a:ext>
            </a:extLst>
          </p:cNvPr>
          <p:cNvSpPr>
            <a:spLocks xmlns:a="http://schemas.openxmlformats.org/drawingml/2006/main" noGrp="1"/>
          </p:cNvSpPr>
          <p:nvPr/>
        </p:nvSpPr>
        <p:spPr>
          <a:xfrm xmlns:a="http://schemas.openxmlformats.org/drawingml/2006/main">
            <a:off x="2040686" y="371744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56" name="figure-practice_grid-43">
            <a:extLst xmlns:a="http://schemas.openxmlformats.org/drawingml/2006/main">
              <a:ext uri="{FF2B5EF4-FFF2-40B4-BE49-F238E27FC236}">
                <a16:creationId xmlns:a16="http://schemas.microsoft.com/office/drawing/2014/main" id="{85CFAC82-82B2-4535-9375-867AB3B815C9}"/>
              </a:ext>
            </a:extLst>
          </p:cNvPr>
          <p:cNvSpPr>
            <a:spLocks xmlns:a="http://schemas.openxmlformats.org/drawingml/2006/main" noGrp="1"/>
          </p:cNvSpPr>
          <p:nvPr/>
        </p:nvSpPr>
        <p:spPr>
          <a:xfrm xmlns:a="http://schemas.openxmlformats.org/drawingml/2006/main">
            <a:off x="392771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7" name="figure-practice_grid-44">
            <a:extLst xmlns:a="http://schemas.openxmlformats.org/drawingml/2006/main">
              <a:ext uri="{FF2B5EF4-FFF2-40B4-BE49-F238E27FC236}">
                <a16:creationId xmlns:a16="http://schemas.microsoft.com/office/drawing/2014/main" id="{954690AB-558D-4A8A-A94E-101FF5516EE3}"/>
              </a:ext>
            </a:extLst>
          </p:cNvPr>
          <p:cNvSpPr>
            <a:spLocks xmlns:a="http://schemas.openxmlformats.org/drawingml/2006/main" noGrp="1"/>
          </p:cNvSpPr>
          <p:nvPr/>
        </p:nvSpPr>
        <p:spPr>
          <a:xfrm xmlns:a="http://schemas.openxmlformats.org/drawingml/2006/main">
            <a:off x="2040686" y="380730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8" name="figure-practice_grid-45">
            <a:extLst xmlns:a="http://schemas.openxmlformats.org/drawingml/2006/main">
              <a:ext uri="{FF2B5EF4-FFF2-40B4-BE49-F238E27FC236}">
                <a16:creationId xmlns:a16="http://schemas.microsoft.com/office/drawing/2014/main" id="{991B23FA-AB88-4FB8-968B-9F528D746B8E}"/>
              </a:ext>
            </a:extLst>
          </p:cNvPr>
          <p:cNvSpPr>
            <a:spLocks xmlns:a="http://schemas.openxmlformats.org/drawingml/2006/main" noGrp="1"/>
          </p:cNvSpPr>
          <p:nvPr/>
        </p:nvSpPr>
        <p:spPr>
          <a:xfrm xmlns:a="http://schemas.openxmlformats.org/drawingml/2006/main">
            <a:off x="401757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9" name="figure-practice_grid-46">
            <a:extLst xmlns:a="http://schemas.openxmlformats.org/drawingml/2006/main">
              <a:ext uri="{FF2B5EF4-FFF2-40B4-BE49-F238E27FC236}">
                <a16:creationId xmlns:a16="http://schemas.microsoft.com/office/drawing/2014/main" id="{B24767A4-B668-48A9-822F-DEA36D2BCC9F}"/>
              </a:ext>
            </a:extLst>
          </p:cNvPr>
          <p:cNvSpPr>
            <a:spLocks xmlns:a="http://schemas.openxmlformats.org/drawingml/2006/main" noGrp="1"/>
          </p:cNvSpPr>
          <p:nvPr/>
        </p:nvSpPr>
        <p:spPr>
          <a:xfrm xmlns:a="http://schemas.openxmlformats.org/drawingml/2006/main">
            <a:off x="2040686" y="389716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0" name="figure-practice_grid-47">
            <a:extLst xmlns:a="http://schemas.openxmlformats.org/drawingml/2006/main">
              <a:ext uri="{FF2B5EF4-FFF2-40B4-BE49-F238E27FC236}">
                <a16:creationId xmlns:a16="http://schemas.microsoft.com/office/drawing/2014/main" id="{248911DC-5DE3-458C-82D0-B4107545A02F}"/>
              </a:ext>
            </a:extLst>
          </p:cNvPr>
          <p:cNvSpPr>
            <a:spLocks xmlns:a="http://schemas.openxmlformats.org/drawingml/2006/main" noGrp="1"/>
          </p:cNvSpPr>
          <p:nvPr/>
        </p:nvSpPr>
        <p:spPr>
          <a:xfrm xmlns:a="http://schemas.openxmlformats.org/drawingml/2006/main">
            <a:off x="410743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1" name="figure-practice_grid-48">
            <a:extLst xmlns:a="http://schemas.openxmlformats.org/drawingml/2006/main">
              <a:ext uri="{FF2B5EF4-FFF2-40B4-BE49-F238E27FC236}">
                <a16:creationId xmlns:a16="http://schemas.microsoft.com/office/drawing/2014/main" id="{E71092FF-9E9A-48F2-84BE-EE4A37BB1CBE}"/>
              </a:ext>
            </a:extLst>
          </p:cNvPr>
          <p:cNvSpPr>
            <a:spLocks xmlns:a="http://schemas.openxmlformats.org/drawingml/2006/main" noGrp="1"/>
          </p:cNvSpPr>
          <p:nvPr/>
        </p:nvSpPr>
        <p:spPr>
          <a:xfrm xmlns:a="http://schemas.openxmlformats.org/drawingml/2006/main">
            <a:off x="2040686" y="398702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2" name="figure-practice_grid-49">
            <a:extLst xmlns:a="http://schemas.openxmlformats.org/drawingml/2006/main">
              <a:ext uri="{FF2B5EF4-FFF2-40B4-BE49-F238E27FC236}">
                <a16:creationId xmlns:a16="http://schemas.microsoft.com/office/drawing/2014/main" id="{351F1DBE-75A3-450F-BFA3-A3C26AB942C9}"/>
              </a:ext>
            </a:extLst>
          </p:cNvPr>
          <p:cNvSpPr>
            <a:spLocks xmlns:a="http://schemas.openxmlformats.org/drawingml/2006/main" noGrp="1"/>
          </p:cNvSpPr>
          <p:nvPr/>
        </p:nvSpPr>
        <p:spPr>
          <a:xfrm xmlns:a="http://schemas.openxmlformats.org/drawingml/2006/main">
            <a:off x="419729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3" name="figure-practice_grid-50">
            <a:extLst xmlns:a="http://schemas.openxmlformats.org/drawingml/2006/main">
              <a:ext uri="{FF2B5EF4-FFF2-40B4-BE49-F238E27FC236}">
                <a16:creationId xmlns:a16="http://schemas.microsoft.com/office/drawing/2014/main" id="{0CF30D36-9B19-44C6-8C5F-BFFD01A82744}"/>
              </a:ext>
            </a:extLst>
          </p:cNvPr>
          <p:cNvSpPr>
            <a:spLocks xmlns:a="http://schemas.openxmlformats.org/drawingml/2006/main" noGrp="1"/>
          </p:cNvSpPr>
          <p:nvPr/>
        </p:nvSpPr>
        <p:spPr>
          <a:xfrm xmlns:a="http://schemas.openxmlformats.org/drawingml/2006/main">
            <a:off x="2040686" y="407688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4" name="figure-practice_grid-51">
            <a:extLst xmlns:a="http://schemas.openxmlformats.org/drawingml/2006/main">
              <a:ext uri="{FF2B5EF4-FFF2-40B4-BE49-F238E27FC236}">
                <a16:creationId xmlns:a16="http://schemas.microsoft.com/office/drawing/2014/main" id="{17A773A7-3D82-4A18-AD01-68BE5FFB20F6}"/>
              </a:ext>
            </a:extLst>
          </p:cNvPr>
          <p:cNvSpPr>
            <a:spLocks xmlns:a="http://schemas.openxmlformats.org/drawingml/2006/main" noGrp="1"/>
          </p:cNvSpPr>
          <p:nvPr/>
        </p:nvSpPr>
        <p:spPr>
          <a:xfrm xmlns:a="http://schemas.openxmlformats.org/drawingml/2006/main">
            <a:off x="428714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5" name="figure-practice_grid-52">
            <a:extLst xmlns:a="http://schemas.openxmlformats.org/drawingml/2006/main">
              <a:ext uri="{FF2B5EF4-FFF2-40B4-BE49-F238E27FC236}">
                <a16:creationId xmlns:a16="http://schemas.microsoft.com/office/drawing/2014/main" id="{340C843A-0646-4298-904B-D9FEEDF42232}"/>
              </a:ext>
            </a:extLst>
          </p:cNvPr>
          <p:cNvSpPr>
            <a:spLocks xmlns:a="http://schemas.openxmlformats.org/drawingml/2006/main" noGrp="1"/>
          </p:cNvSpPr>
          <p:nvPr/>
        </p:nvSpPr>
        <p:spPr>
          <a:xfrm xmlns:a="http://schemas.openxmlformats.org/drawingml/2006/main">
            <a:off x="2040686" y="416673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6" name="figure-practice_grid-53">
            <a:extLst xmlns:a="http://schemas.openxmlformats.org/drawingml/2006/main">
              <a:ext uri="{FF2B5EF4-FFF2-40B4-BE49-F238E27FC236}">
                <a16:creationId xmlns:a16="http://schemas.microsoft.com/office/drawing/2014/main" id="{A516094F-5297-495B-9030-B520DDAAFD78}"/>
              </a:ext>
            </a:extLst>
          </p:cNvPr>
          <p:cNvSpPr>
            <a:spLocks xmlns:a="http://schemas.openxmlformats.org/drawingml/2006/main" noGrp="1"/>
          </p:cNvSpPr>
          <p:nvPr/>
        </p:nvSpPr>
        <p:spPr>
          <a:xfrm xmlns:a="http://schemas.openxmlformats.org/drawingml/2006/main">
            <a:off x="437700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7" name="figure-practice_grid-54">
            <a:extLst xmlns:a="http://schemas.openxmlformats.org/drawingml/2006/main">
              <a:ext uri="{FF2B5EF4-FFF2-40B4-BE49-F238E27FC236}">
                <a16:creationId xmlns:a16="http://schemas.microsoft.com/office/drawing/2014/main" id="{6490011D-47AC-45CF-9A87-6FF3BB43678F}"/>
              </a:ext>
            </a:extLst>
          </p:cNvPr>
          <p:cNvSpPr>
            <a:spLocks xmlns:a="http://schemas.openxmlformats.org/drawingml/2006/main" noGrp="1"/>
          </p:cNvSpPr>
          <p:nvPr/>
        </p:nvSpPr>
        <p:spPr>
          <a:xfrm xmlns:a="http://schemas.openxmlformats.org/drawingml/2006/main">
            <a:off x="2040686" y="425659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8" name="figure-practice_grid-55">
            <a:extLst xmlns:a="http://schemas.openxmlformats.org/drawingml/2006/main">
              <a:ext uri="{FF2B5EF4-FFF2-40B4-BE49-F238E27FC236}">
                <a16:creationId xmlns:a16="http://schemas.microsoft.com/office/drawing/2014/main" id="{B6364D79-785C-4F9A-A148-B245F44BD389}"/>
              </a:ext>
            </a:extLst>
          </p:cNvPr>
          <p:cNvSpPr>
            <a:spLocks xmlns:a="http://schemas.openxmlformats.org/drawingml/2006/main" noGrp="1"/>
          </p:cNvSpPr>
          <p:nvPr/>
        </p:nvSpPr>
        <p:spPr>
          <a:xfrm xmlns:a="http://schemas.openxmlformats.org/drawingml/2006/main">
            <a:off x="446686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9" name="figure-practice_grid-56">
            <a:extLst xmlns:a="http://schemas.openxmlformats.org/drawingml/2006/main">
              <a:ext uri="{FF2B5EF4-FFF2-40B4-BE49-F238E27FC236}">
                <a16:creationId xmlns:a16="http://schemas.microsoft.com/office/drawing/2014/main" id="{8D26052F-BAAD-4D3F-A3A6-5EF4046B79EB}"/>
              </a:ext>
            </a:extLst>
          </p:cNvPr>
          <p:cNvSpPr>
            <a:spLocks xmlns:a="http://schemas.openxmlformats.org/drawingml/2006/main" noGrp="1"/>
          </p:cNvSpPr>
          <p:nvPr/>
        </p:nvSpPr>
        <p:spPr>
          <a:xfrm xmlns:a="http://schemas.openxmlformats.org/drawingml/2006/main">
            <a:off x="2040686" y="434645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0" name="figure-practice_grid-57">
            <a:extLst xmlns:a="http://schemas.openxmlformats.org/drawingml/2006/main">
              <a:ext uri="{FF2B5EF4-FFF2-40B4-BE49-F238E27FC236}">
                <a16:creationId xmlns:a16="http://schemas.microsoft.com/office/drawing/2014/main" id="{261B073E-FF44-4E5C-9784-02EB068D6B41}"/>
              </a:ext>
            </a:extLst>
          </p:cNvPr>
          <p:cNvSpPr>
            <a:spLocks xmlns:a="http://schemas.openxmlformats.org/drawingml/2006/main" noGrp="1"/>
          </p:cNvSpPr>
          <p:nvPr/>
        </p:nvSpPr>
        <p:spPr>
          <a:xfrm xmlns:a="http://schemas.openxmlformats.org/drawingml/2006/main">
            <a:off x="455672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1" name="figure-practice_grid-58">
            <a:extLst xmlns:a="http://schemas.openxmlformats.org/drawingml/2006/main">
              <a:ext uri="{FF2B5EF4-FFF2-40B4-BE49-F238E27FC236}">
                <a16:creationId xmlns:a16="http://schemas.microsoft.com/office/drawing/2014/main" id="{4C09A6FA-BC6E-42B4-A816-D22D867F5F77}"/>
              </a:ext>
            </a:extLst>
          </p:cNvPr>
          <p:cNvSpPr>
            <a:spLocks xmlns:a="http://schemas.openxmlformats.org/drawingml/2006/main" noGrp="1"/>
          </p:cNvSpPr>
          <p:nvPr/>
        </p:nvSpPr>
        <p:spPr>
          <a:xfrm xmlns:a="http://schemas.openxmlformats.org/drawingml/2006/main">
            <a:off x="2040686" y="443631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2" name="figure-practice_grid-59">
            <a:extLst xmlns:a="http://schemas.openxmlformats.org/drawingml/2006/main">
              <a:ext uri="{FF2B5EF4-FFF2-40B4-BE49-F238E27FC236}">
                <a16:creationId xmlns:a16="http://schemas.microsoft.com/office/drawing/2014/main" id="{945E41CF-216D-487B-BF84-51E24A686014}"/>
              </a:ext>
            </a:extLst>
          </p:cNvPr>
          <p:cNvSpPr>
            <a:spLocks xmlns:a="http://schemas.openxmlformats.org/drawingml/2006/main" noGrp="1"/>
          </p:cNvSpPr>
          <p:nvPr/>
        </p:nvSpPr>
        <p:spPr>
          <a:xfrm xmlns:a="http://schemas.openxmlformats.org/drawingml/2006/main">
            <a:off x="464658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3" name="figure-practice_grid-60">
            <a:extLst xmlns:a="http://schemas.openxmlformats.org/drawingml/2006/main">
              <a:ext uri="{FF2B5EF4-FFF2-40B4-BE49-F238E27FC236}">
                <a16:creationId xmlns:a16="http://schemas.microsoft.com/office/drawing/2014/main" id="{F305BE18-3680-4F9B-9D2B-B3F0770DD04F}"/>
              </a:ext>
            </a:extLst>
          </p:cNvPr>
          <p:cNvSpPr>
            <a:spLocks xmlns:a="http://schemas.openxmlformats.org/drawingml/2006/main" noGrp="1"/>
          </p:cNvSpPr>
          <p:nvPr/>
        </p:nvSpPr>
        <p:spPr>
          <a:xfrm xmlns:a="http://schemas.openxmlformats.org/drawingml/2006/main">
            <a:off x="2040686" y="452617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4" name="figure-practice_grid-61">
            <a:extLst xmlns:a="http://schemas.openxmlformats.org/drawingml/2006/main">
              <a:ext uri="{FF2B5EF4-FFF2-40B4-BE49-F238E27FC236}">
                <a16:creationId xmlns:a16="http://schemas.microsoft.com/office/drawing/2014/main" id="{7790AC2D-6044-4FAD-86F7-0E34142C8A7B}"/>
              </a:ext>
            </a:extLst>
          </p:cNvPr>
          <p:cNvSpPr>
            <a:spLocks xmlns:a="http://schemas.openxmlformats.org/drawingml/2006/main" noGrp="1"/>
          </p:cNvSpPr>
          <p:nvPr/>
        </p:nvSpPr>
        <p:spPr>
          <a:xfrm xmlns:a="http://schemas.openxmlformats.org/drawingml/2006/main">
            <a:off x="473644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75" name="figure-practice_grid-62">
            <a:extLst xmlns:a="http://schemas.openxmlformats.org/drawingml/2006/main">
              <a:ext uri="{FF2B5EF4-FFF2-40B4-BE49-F238E27FC236}">
                <a16:creationId xmlns:a16="http://schemas.microsoft.com/office/drawing/2014/main" id="{7CA40811-C90F-4E2D-9B3C-9AA3B2772B08}"/>
              </a:ext>
            </a:extLst>
          </p:cNvPr>
          <p:cNvSpPr>
            <a:spLocks xmlns:a="http://schemas.openxmlformats.org/drawingml/2006/main" noGrp="1"/>
          </p:cNvSpPr>
          <p:nvPr/>
        </p:nvSpPr>
        <p:spPr>
          <a:xfrm xmlns:a="http://schemas.openxmlformats.org/drawingml/2006/main">
            <a:off x="2040686" y="461603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76" name="figure-practice_grid-63">
            <a:extLst xmlns:a="http://schemas.openxmlformats.org/drawingml/2006/main">
              <a:ext uri="{FF2B5EF4-FFF2-40B4-BE49-F238E27FC236}">
                <a16:creationId xmlns:a16="http://schemas.microsoft.com/office/drawing/2014/main" id="{13522D73-29DD-487A-9604-535C57AA5F3D}"/>
              </a:ext>
            </a:extLst>
          </p:cNvPr>
          <p:cNvSpPr>
            <a:spLocks xmlns:a="http://schemas.openxmlformats.org/drawingml/2006/main" noGrp="1"/>
          </p:cNvSpPr>
          <p:nvPr/>
        </p:nvSpPr>
        <p:spPr>
          <a:xfrm xmlns:a="http://schemas.openxmlformats.org/drawingml/2006/main">
            <a:off x="482630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7" name="figure-practice_grid-64">
            <a:extLst xmlns:a="http://schemas.openxmlformats.org/drawingml/2006/main">
              <a:ext uri="{FF2B5EF4-FFF2-40B4-BE49-F238E27FC236}">
                <a16:creationId xmlns:a16="http://schemas.microsoft.com/office/drawing/2014/main" id="{D88FD331-953E-4B3C-9101-71B0F769A52F}"/>
              </a:ext>
            </a:extLst>
          </p:cNvPr>
          <p:cNvSpPr>
            <a:spLocks xmlns:a="http://schemas.openxmlformats.org/drawingml/2006/main" noGrp="1"/>
          </p:cNvSpPr>
          <p:nvPr/>
        </p:nvSpPr>
        <p:spPr>
          <a:xfrm xmlns:a="http://schemas.openxmlformats.org/drawingml/2006/main">
            <a:off x="2040686" y="470588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8" name="figure-practice_grid-65">
            <a:extLst xmlns:a="http://schemas.openxmlformats.org/drawingml/2006/main">
              <a:ext uri="{FF2B5EF4-FFF2-40B4-BE49-F238E27FC236}">
                <a16:creationId xmlns:a16="http://schemas.microsoft.com/office/drawing/2014/main" id="{9B09DCF9-F3B0-4E4A-80D5-12E8F24A6FDE}"/>
              </a:ext>
            </a:extLst>
          </p:cNvPr>
          <p:cNvSpPr>
            <a:spLocks xmlns:a="http://schemas.openxmlformats.org/drawingml/2006/main" noGrp="1"/>
          </p:cNvSpPr>
          <p:nvPr/>
        </p:nvSpPr>
        <p:spPr>
          <a:xfrm xmlns:a="http://schemas.openxmlformats.org/drawingml/2006/main">
            <a:off x="491615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9" name="figure-practice_grid-66">
            <a:extLst xmlns:a="http://schemas.openxmlformats.org/drawingml/2006/main">
              <a:ext uri="{FF2B5EF4-FFF2-40B4-BE49-F238E27FC236}">
                <a16:creationId xmlns:a16="http://schemas.microsoft.com/office/drawing/2014/main" id="{A1FEE574-5465-4CE9-A9C1-BFAFFA829584}"/>
              </a:ext>
            </a:extLst>
          </p:cNvPr>
          <p:cNvSpPr>
            <a:spLocks xmlns:a="http://schemas.openxmlformats.org/drawingml/2006/main" noGrp="1"/>
          </p:cNvSpPr>
          <p:nvPr/>
        </p:nvSpPr>
        <p:spPr>
          <a:xfrm xmlns:a="http://schemas.openxmlformats.org/drawingml/2006/main">
            <a:off x="2040686" y="479574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0" name="figure-practice_grid-67">
            <a:extLst xmlns:a="http://schemas.openxmlformats.org/drawingml/2006/main">
              <a:ext uri="{FF2B5EF4-FFF2-40B4-BE49-F238E27FC236}">
                <a16:creationId xmlns:a16="http://schemas.microsoft.com/office/drawing/2014/main" id="{9CD76988-DA33-4E94-98F9-C4F08901EC1A}"/>
              </a:ext>
            </a:extLst>
          </p:cNvPr>
          <p:cNvSpPr>
            <a:spLocks xmlns:a="http://schemas.openxmlformats.org/drawingml/2006/main" noGrp="1"/>
          </p:cNvSpPr>
          <p:nvPr/>
        </p:nvSpPr>
        <p:spPr>
          <a:xfrm xmlns:a="http://schemas.openxmlformats.org/drawingml/2006/main">
            <a:off x="500601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1" name="figure-practice_grid-68">
            <a:extLst xmlns:a="http://schemas.openxmlformats.org/drawingml/2006/main">
              <a:ext uri="{FF2B5EF4-FFF2-40B4-BE49-F238E27FC236}">
                <a16:creationId xmlns:a16="http://schemas.microsoft.com/office/drawing/2014/main" id="{19B37849-191A-43D0-B1A1-C6561BFD5FE5}"/>
              </a:ext>
            </a:extLst>
          </p:cNvPr>
          <p:cNvSpPr>
            <a:spLocks xmlns:a="http://schemas.openxmlformats.org/drawingml/2006/main" noGrp="1"/>
          </p:cNvSpPr>
          <p:nvPr/>
        </p:nvSpPr>
        <p:spPr>
          <a:xfrm xmlns:a="http://schemas.openxmlformats.org/drawingml/2006/main">
            <a:off x="2040686" y="488560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2" name="figure-practice_grid-69">
            <a:extLst xmlns:a="http://schemas.openxmlformats.org/drawingml/2006/main">
              <a:ext uri="{FF2B5EF4-FFF2-40B4-BE49-F238E27FC236}">
                <a16:creationId xmlns:a16="http://schemas.microsoft.com/office/drawing/2014/main" id="{9CC681FD-7C7B-43BD-8419-791338D11238}"/>
              </a:ext>
            </a:extLst>
          </p:cNvPr>
          <p:cNvSpPr>
            <a:spLocks xmlns:a="http://schemas.openxmlformats.org/drawingml/2006/main" noGrp="1"/>
          </p:cNvSpPr>
          <p:nvPr/>
        </p:nvSpPr>
        <p:spPr>
          <a:xfrm xmlns:a="http://schemas.openxmlformats.org/drawingml/2006/main">
            <a:off x="509587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3" name="figure-practice_grid-70">
            <a:extLst xmlns:a="http://schemas.openxmlformats.org/drawingml/2006/main">
              <a:ext uri="{FF2B5EF4-FFF2-40B4-BE49-F238E27FC236}">
                <a16:creationId xmlns:a16="http://schemas.microsoft.com/office/drawing/2014/main" id="{DB8E5B30-7223-4B17-AB78-4FBC56ECF5CB}"/>
              </a:ext>
            </a:extLst>
          </p:cNvPr>
          <p:cNvSpPr>
            <a:spLocks xmlns:a="http://schemas.openxmlformats.org/drawingml/2006/main" noGrp="1"/>
          </p:cNvSpPr>
          <p:nvPr/>
        </p:nvSpPr>
        <p:spPr>
          <a:xfrm xmlns:a="http://schemas.openxmlformats.org/drawingml/2006/main">
            <a:off x="2040686" y="497546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4" name="figure-practice_grid-71">
            <a:extLst xmlns:a="http://schemas.openxmlformats.org/drawingml/2006/main">
              <a:ext uri="{FF2B5EF4-FFF2-40B4-BE49-F238E27FC236}">
                <a16:creationId xmlns:a16="http://schemas.microsoft.com/office/drawing/2014/main" id="{C66935A1-8B75-48D0-802F-B3C832F36105}"/>
              </a:ext>
            </a:extLst>
          </p:cNvPr>
          <p:cNvSpPr>
            <a:spLocks xmlns:a="http://schemas.openxmlformats.org/drawingml/2006/main" noGrp="1"/>
          </p:cNvSpPr>
          <p:nvPr/>
        </p:nvSpPr>
        <p:spPr>
          <a:xfrm xmlns:a="http://schemas.openxmlformats.org/drawingml/2006/main">
            <a:off x="518573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5" name="figure-practice_grid-72">
            <a:extLst xmlns:a="http://schemas.openxmlformats.org/drawingml/2006/main">
              <a:ext uri="{FF2B5EF4-FFF2-40B4-BE49-F238E27FC236}">
                <a16:creationId xmlns:a16="http://schemas.microsoft.com/office/drawing/2014/main" id="{6BCA3310-712C-4F4E-B1A9-D303A3B482A5}"/>
              </a:ext>
            </a:extLst>
          </p:cNvPr>
          <p:cNvSpPr>
            <a:spLocks xmlns:a="http://schemas.openxmlformats.org/drawingml/2006/main" noGrp="1"/>
          </p:cNvSpPr>
          <p:nvPr/>
        </p:nvSpPr>
        <p:spPr>
          <a:xfrm xmlns:a="http://schemas.openxmlformats.org/drawingml/2006/main">
            <a:off x="2040686" y="506532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6" name="figure-practice_grid-73">
            <a:extLst xmlns:a="http://schemas.openxmlformats.org/drawingml/2006/main">
              <a:ext uri="{FF2B5EF4-FFF2-40B4-BE49-F238E27FC236}">
                <a16:creationId xmlns:a16="http://schemas.microsoft.com/office/drawing/2014/main" id="{B54CFA92-AC4F-404A-A49C-34C01B58D1D0}"/>
              </a:ext>
            </a:extLst>
          </p:cNvPr>
          <p:cNvSpPr>
            <a:spLocks xmlns:a="http://schemas.openxmlformats.org/drawingml/2006/main" noGrp="1"/>
          </p:cNvSpPr>
          <p:nvPr/>
        </p:nvSpPr>
        <p:spPr>
          <a:xfrm xmlns:a="http://schemas.openxmlformats.org/drawingml/2006/main">
            <a:off x="527559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7" name="figure-practice_grid-74">
            <a:extLst xmlns:a="http://schemas.openxmlformats.org/drawingml/2006/main">
              <a:ext uri="{FF2B5EF4-FFF2-40B4-BE49-F238E27FC236}">
                <a16:creationId xmlns:a16="http://schemas.microsoft.com/office/drawing/2014/main" id="{9D770C3C-6934-45A4-8922-55E309B6AAE1}"/>
              </a:ext>
            </a:extLst>
          </p:cNvPr>
          <p:cNvSpPr>
            <a:spLocks xmlns:a="http://schemas.openxmlformats.org/drawingml/2006/main" noGrp="1"/>
          </p:cNvSpPr>
          <p:nvPr/>
        </p:nvSpPr>
        <p:spPr>
          <a:xfrm xmlns:a="http://schemas.openxmlformats.org/drawingml/2006/main">
            <a:off x="2040686" y="515518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8" name="figure-practice_grid-75">
            <a:extLst xmlns:a="http://schemas.openxmlformats.org/drawingml/2006/main">
              <a:ext uri="{FF2B5EF4-FFF2-40B4-BE49-F238E27FC236}">
                <a16:creationId xmlns:a16="http://schemas.microsoft.com/office/drawing/2014/main" id="{140B08E5-BA2A-4F06-9DBE-8CB1E6A3B5BC}"/>
              </a:ext>
            </a:extLst>
          </p:cNvPr>
          <p:cNvSpPr>
            <a:spLocks xmlns:a="http://schemas.openxmlformats.org/drawingml/2006/main" noGrp="1"/>
          </p:cNvSpPr>
          <p:nvPr/>
        </p:nvSpPr>
        <p:spPr>
          <a:xfrm xmlns:a="http://schemas.openxmlformats.org/drawingml/2006/main">
            <a:off x="536545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9" name="figure-practice_grid-76">
            <a:extLst xmlns:a="http://schemas.openxmlformats.org/drawingml/2006/main">
              <a:ext uri="{FF2B5EF4-FFF2-40B4-BE49-F238E27FC236}">
                <a16:creationId xmlns:a16="http://schemas.microsoft.com/office/drawing/2014/main" id="{85A409FD-9FDA-4714-9A54-C019356995F4}"/>
              </a:ext>
            </a:extLst>
          </p:cNvPr>
          <p:cNvSpPr>
            <a:spLocks xmlns:a="http://schemas.openxmlformats.org/drawingml/2006/main" noGrp="1"/>
          </p:cNvSpPr>
          <p:nvPr/>
        </p:nvSpPr>
        <p:spPr>
          <a:xfrm xmlns:a="http://schemas.openxmlformats.org/drawingml/2006/main">
            <a:off x="2040686" y="524504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0" name="figure-practice_grid-77">
            <a:extLst xmlns:a="http://schemas.openxmlformats.org/drawingml/2006/main">
              <a:ext uri="{FF2B5EF4-FFF2-40B4-BE49-F238E27FC236}">
                <a16:creationId xmlns:a16="http://schemas.microsoft.com/office/drawing/2014/main" id="{B91B79A3-5585-48C9-9F71-253F27E1029C}"/>
              </a:ext>
            </a:extLst>
          </p:cNvPr>
          <p:cNvSpPr>
            <a:spLocks xmlns:a="http://schemas.openxmlformats.org/drawingml/2006/main" noGrp="1"/>
          </p:cNvSpPr>
          <p:nvPr/>
        </p:nvSpPr>
        <p:spPr>
          <a:xfrm xmlns:a="http://schemas.openxmlformats.org/drawingml/2006/main">
            <a:off x="545530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91" name="figure-practice_grid-78">
            <a:extLst xmlns:a="http://schemas.openxmlformats.org/drawingml/2006/main">
              <a:ext uri="{FF2B5EF4-FFF2-40B4-BE49-F238E27FC236}">
                <a16:creationId xmlns:a16="http://schemas.microsoft.com/office/drawing/2014/main" id="{AE9F5F34-FE57-4DB8-A73C-A52036AB0B9B}"/>
              </a:ext>
            </a:extLst>
          </p:cNvPr>
          <p:cNvSpPr>
            <a:spLocks xmlns:a="http://schemas.openxmlformats.org/drawingml/2006/main" noGrp="1"/>
          </p:cNvSpPr>
          <p:nvPr/>
        </p:nvSpPr>
        <p:spPr>
          <a:xfrm xmlns:a="http://schemas.openxmlformats.org/drawingml/2006/main">
            <a:off x="2040686" y="533489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2" name="figure-practice_grid-79">
            <a:extLst xmlns:a="http://schemas.openxmlformats.org/drawingml/2006/main">
              <a:ext uri="{FF2B5EF4-FFF2-40B4-BE49-F238E27FC236}">
                <a16:creationId xmlns:a16="http://schemas.microsoft.com/office/drawing/2014/main" id="{9723A281-41D9-4684-8ED9-0186334F6F77}"/>
              </a:ext>
            </a:extLst>
          </p:cNvPr>
          <p:cNvSpPr>
            <a:spLocks xmlns:a="http://schemas.openxmlformats.org/drawingml/2006/main" noGrp="1"/>
          </p:cNvSpPr>
          <p:nvPr/>
        </p:nvSpPr>
        <p:spPr>
          <a:xfrm xmlns:a="http://schemas.openxmlformats.org/drawingml/2006/main">
            <a:off x="554516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93" name="figure-practice_grid-80">
            <a:extLst xmlns:a="http://schemas.openxmlformats.org/drawingml/2006/main">
              <a:ext uri="{FF2B5EF4-FFF2-40B4-BE49-F238E27FC236}">
                <a16:creationId xmlns:a16="http://schemas.microsoft.com/office/drawing/2014/main" id="{10EE6D16-B692-4C31-A213-AD5EC959ADDC}"/>
              </a:ext>
            </a:extLst>
          </p:cNvPr>
          <p:cNvSpPr>
            <a:spLocks xmlns:a="http://schemas.openxmlformats.org/drawingml/2006/main" noGrp="1"/>
          </p:cNvSpPr>
          <p:nvPr/>
        </p:nvSpPr>
        <p:spPr>
          <a:xfrm xmlns:a="http://schemas.openxmlformats.org/drawingml/2006/main">
            <a:off x="2040686" y="542475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4" name="figure-practice_grid-81">
            <a:extLst xmlns:a="http://schemas.openxmlformats.org/drawingml/2006/main">
              <a:ext uri="{FF2B5EF4-FFF2-40B4-BE49-F238E27FC236}">
                <a16:creationId xmlns:a16="http://schemas.microsoft.com/office/drawing/2014/main" id="{88A31E41-C3D4-48B1-8664-53F49A16B90B}"/>
              </a:ext>
            </a:extLst>
          </p:cNvPr>
          <p:cNvSpPr>
            <a:spLocks xmlns:a="http://schemas.openxmlformats.org/drawingml/2006/main" noGrp="1"/>
          </p:cNvSpPr>
          <p:nvPr/>
        </p:nvSpPr>
        <p:spPr>
          <a:xfrm xmlns:a="http://schemas.openxmlformats.org/drawingml/2006/main">
            <a:off x="563502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95" name="figure-practice_grid-82">
            <a:extLst xmlns:a="http://schemas.openxmlformats.org/drawingml/2006/main">
              <a:ext uri="{FF2B5EF4-FFF2-40B4-BE49-F238E27FC236}">
                <a16:creationId xmlns:a16="http://schemas.microsoft.com/office/drawing/2014/main" id="{A7B68007-855B-43DE-9C0F-82506D22905A}"/>
              </a:ext>
            </a:extLst>
          </p:cNvPr>
          <p:cNvSpPr>
            <a:spLocks xmlns:a="http://schemas.openxmlformats.org/drawingml/2006/main" noGrp="1"/>
          </p:cNvSpPr>
          <p:nvPr/>
        </p:nvSpPr>
        <p:spPr>
          <a:xfrm xmlns:a="http://schemas.openxmlformats.org/drawingml/2006/main">
            <a:off x="2040686" y="551461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96" name="figure-practice_grid-83">
            <a:extLst xmlns:a="http://schemas.openxmlformats.org/drawingml/2006/main">
              <a:ext uri="{FF2B5EF4-FFF2-40B4-BE49-F238E27FC236}">
                <a16:creationId xmlns:a16="http://schemas.microsoft.com/office/drawing/2014/main" id="{FF222AED-BB1A-4235-8BD6-142C4EDF200D}"/>
              </a:ext>
            </a:extLst>
          </p:cNvPr>
          <p:cNvSpPr>
            <a:spLocks xmlns:a="http://schemas.openxmlformats.org/drawingml/2006/main" noGrp="1"/>
          </p:cNvSpPr>
          <p:nvPr/>
        </p:nvSpPr>
        <p:spPr>
          <a:xfrm xmlns:a="http://schemas.openxmlformats.org/drawingml/2006/main">
            <a:off x="1947845"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10</a:t>
            </a:r>
          </a:p>
        </p:txBody>
      </p:sp>
      <p:sp>
        <p:nvSpPr>
          <p:cNvPr id="97" name="figure-practice_grid-84">
            <a:extLst xmlns:a="http://schemas.openxmlformats.org/drawingml/2006/main">
              <a:ext uri="{FF2B5EF4-FFF2-40B4-BE49-F238E27FC236}">
                <a16:creationId xmlns:a16="http://schemas.microsoft.com/office/drawing/2014/main" id="{62823557-96C4-4215-8C1B-C5F9A827B020}"/>
              </a:ext>
            </a:extLst>
          </p:cNvPr>
          <p:cNvSpPr>
            <a:spLocks xmlns:a="http://schemas.openxmlformats.org/drawingml/2006/main" noGrp="1"/>
          </p:cNvSpPr>
          <p:nvPr/>
        </p:nvSpPr>
        <p:spPr>
          <a:xfrm xmlns:a="http://schemas.openxmlformats.org/drawingml/2006/main">
            <a:off x="2846429"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11</a:t>
            </a:r>
          </a:p>
        </p:txBody>
      </p:sp>
      <p:sp>
        <p:nvSpPr>
          <p:cNvPr id="98" name="figure-practice_grid-85">
            <a:extLst xmlns:a="http://schemas.openxmlformats.org/drawingml/2006/main">
              <a:ext uri="{FF2B5EF4-FFF2-40B4-BE49-F238E27FC236}">
                <a16:creationId xmlns:a16="http://schemas.microsoft.com/office/drawing/2014/main" id="{4BC32A5F-3892-4DF0-9784-8D6AB1BE3B5F}"/>
              </a:ext>
            </a:extLst>
          </p:cNvPr>
          <p:cNvSpPr>
            <a:spLocks xmlns:a="http://schemas.openxmlformats.org/drawingml/2006/main" noGrp="1"/>
          </p:cNvSpPr>
          <p:nvPr/>
        </p:nvSpPr>
        <p:spPr>
          <a:xfrm xmlns:a="http://schemas.openxmlformats.org/drawingml/2006/main">
            <a:off x="3745014"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12</a:t>
            </a:r>
          </a:p>
        </p:txBody>
      </p:sp>
      <p:sp>
        <p:nvSpPr>
          <p:cNvPr id="99" name="figure-practice_grid-86">
            <a:extLst xmlns:a="http://schemas.openxmlformats.org/drawingml/2006/main">
              <a:ext uri="{FF2B5EF4-FFF2-40B4-BE49-F238E27FC236}">
                <a16:creationId xmlns:a16="http://schemas.microsoft.com/office/drawing/2014/main" id="{B20B4C00-BC2F-4841-ADD5-4D4CC49725C7}"/>
              </a:ext>
            </a:extLst>
          </p:cNvPr>
          <p:cNvSpPr>
            <a:spLocks xmlns:a="http://schemas.openxmlformats.org/drawingml/2006/main" noGrp="1"/>
          </p:cNvSpPr>
          <p:nvPr/>
        </p:nvSpPr>
        <p:spPr>
          <a:xfrm xmlns:a="http://schemas.openxmlformats.org/drawingml/2006/main">
            <a:off x="4643599"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13</a:t>
            </a:r>
          </a:p>
        </p:txBody>
      </p:sp>
      <p:sp>
        <p:nvSpPr>
          <p:cNvPr id="100" name="figure-practice_grid-87">
            <a:extLst xmlns:a="http://schemas.openxmlformats.org/drawingml/2006/main">
              <a:ext uri="{FF2B5EF4-FFF2-40B4-BE49-F238E27FC236}">
                <a16:creationId xmlns:a16="http://schemas.microsoft.com/office/drawing/2014/main" id="{22E5C879-6758-4256-9DE5-3A0FD8EFBFA0}"/>
              </a:ext>
            </a:extLst>
          </p:cNvPr>
          <p:cNvSpPr>
            <a:spLocks xmlns:a="http://schemas.openxmlformats.org/drawingml/2006/main" noGrp="1"/>
          </p:cNvSpPr>
          <p:nvPr/>
        </p:nvSpPr>
        <p:spPr>
          <a:xfrm xmlns:a="http://schemas.openxmlformats.org/drawingml/2006/main">
            <a:off x="5542184"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14</a:t>
            </a:r>
          </a:p>
        </p:txBody>
      </p:sp>
      <p:sp>
        <p:nvSpPr>
          <p:cNvPr id="101" name="figure-practice_grid-88">
            <a:extLst xmlns:a="http://schemas.openxmlformats.org/drawingml/2006/main">
              <a:ext uri="{FF2B5EF4-FFF2-40B4-BE49-F238E27FC236}">
                <a16:creationId xmlns:a16="http://schemas.microsoft.com/office/drawing/2014/main" id="{37DABFCA-98D0-45D3-8CDA-BA39D55323E8}"/>
              </a:ext>
            </a:extLst>
          </p:cNvPr>
          <p:cNvSpPr>
            <a:spLocks xmlns:a="http://schemas.openxmlformats.org/drawingml/2006/main" noGrp="1"/>
          </p:cNvSpPr>
          <p:nvPr/>
        </p:nvSpPr>
        <p:spPr>
          <a:xfrm xmlns:a="http://schemas.openxmlformats.org/drawingml/2006/main">
            <a:off x="1759142" y="539000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20</a:t>
            </a:r>
          </a:p>
        </p:txBody>
      </p:sp>
      <p:sp>
        <p:nvSpPr>
          <p:cNvPr id="102" name="figure-practice_grid-89">
            <a:extLst xmlns:a="http://schemas.openxmlformats.org/drawingml/2006/main">
              <a:ext uri="{FF2B5EF4-FFF2-40B4-BE49-F238E27FC236}">
                <a16:creationId xmlns:a16="http://schemas.microsoft.com/office/drawing/2014/main" id="{C4CDE74E-177D-4061-A19F-C76F9806EFED}"/>
              </a:ext>
            </a:extLst>
          </p:cNvPr>
          <p:cNvSpPr>
            <a:spLocks xmlns:a="http://schemas.openxmlformats.org/drawingml/2006/main" noGrp="1"/>
          </p:cNvSpPr>
          <p:nvPr/>
        </p:nvSpPr>
        <p:spPr>
          <a:xfrm xmlns:a="http://schemas.openxmlformats.org/drawingml/2006/main">
            <a:off x="1759142" y="4491415"/>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21</a:t>
            </a:r>
          </a:p>
        </p:txBody>
      </p:sp>
      <p:sp>
        <p:nvSpPr>
          <p:cNvPr id="103" name="figure-practice_grid-90">
            <a:extLst xmlns:a="http://schemas.openxmlformats.org/drawingml/2006/main">
              <a:ext uri="{FF2B5EF4-FFF2-40B4-BE49-F238E27FC236}">
                <a16:creationId xmlns:a16="http://schemas.microsoft.com/office/drawing/2014/main" id="{E9158509-BFC0-4878-BC16-30C0375A33C2}"/>
              </a:ext>
            </a:extLst>
          </p:cNvPr>
          <p:cNvSpPr>
            <a:spLocks xmlns:a="http://schemas.openxmlformats.org/drawingml/2006/main" noGrp="1"/>
          </p:cNvSpPr>
          <p:nvPr/>
        </p:nvSpPr>
        <p:spPr>
          <a:xfrm xmlns:a="http://schemas.openxmlformats.org/drawingml/2006/main">
            <a:off x="1759142" y="359283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22</a:t>
            </a:r>
          </a:p>
        </p:txBody>
      </p:sp>
      <p:sp>
        <p:nvSpPr>
          <p:cNvPr id="104" name="figure-practice_grid-91">
            <a:extLst xmlns:a="http://schemas.openxmlformats.org/drawingml/2006/main">
              <a:ext uri="{FF2B5EF4-FFF2-40B4-BE49-F238E27FC236}">
                <a16:creationId xmlns:a16="http://schemas.microsoft.com/office/drawing/2014/main" id="{AE447DFD-3051-42B6-92DA-73AE5CD658F2}"/>
              </a:ext>
            </a:extLst>
          </p:cNvPr>
          <p:cNvSpPr>
            <a:spLocks xmlns:a="http://schemas.openxmlformats.org/drawingml/2006/main" noGrp="1"/>
          </p:cNvSpPr>
          <p:nvPr/>
        </p:nvSpPr>
        <p:spPr>
          <a:xfrm xmlns:a="http://schemas.openxmlformats.org/drawingml/2006/main">
            <a:off x="1759142" y="2694245"/>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23</a:t>
            </a:r>
          </a:p>
        </p:txBody>
      </p:sp>
      <p:sp>
        <p:nvSpPr>
          <p:cNvPr id="105" name="figure-practice_grid-92">
            <a:extLst xmlns:a="http://schemas.openxmlformats.org/drawingml/2006/main">
              <a:ext uri="{FF2B5EF4-FFF2-40B4-BE49-F238E27FC236}">
                <a16:creationId xmlns:a16="http://schemas.microsoft.com/office/drawing/2014/main" id="{E2CC0D20-4D42-4B96-AA26-5C08B3ED27CA}"/>
              </a:ext>
            </a:extLst>
          </p:cNvPr>
          <p:cNvSpPr>
            <a:spLocks xmlns:a="http://schemas.openxmlformats.org/drawingml/2006/main" noGrp="1"/>
          </p:cNvSpPr>
          <p:nvPr/>
        </p:nvSpPr>
        <p:spPr>
          <a:xfrm xmlns:a="http://schemas.openxmlformats.org/drawingml/2006/main">
            <a:off x="1759142" y="179566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24</a:t>
            </a:r>
          </a:p>
        </p:txBody>
      </p:sp>
      <p:sp>
        <p:nvSpPr>
          <p:cNvPr id="106" name="figure-practice_grid-93">
            <a:extLst xmlns:a="http://schemas.openxmlformats.org/drawingml/2006/main">
              <a:ext uri="{FF2B5EF4-FFF2-40B4-BE49-F238E27FC236}">
                <a16:creationId xmlns:a16="http://schemas.microsoft.com/office/drawing/2014/main" id="{E2CD1342-F6A4-4A3B-B537-2843663117D3}"/>
              </a:ext>
            </a:extLst>
          </p:cNvPr>
          <p:cNvSpPr>
            <a:spLocks xmlns:a="http://schemas.openxmlformats.org/drawingml/2006/main" noGrp="1"/>
          </p:cNvSpPr>
          <p:nvPr/>
        </p:nvSpPr>
        <p:spPr>
          <a:xfrm xmlns:a="http://schemas.openxmlformats.org/drawingml/2006/main">
            <a:off x="5829731" y="1705802"/>
            <a:ext cx="23282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N</a:t>
            </a:r>
          </a:p>
        </p:txBody>
      </p:sp>
      <p:sp>
        <p:nvSpPr>
          <p:cNvPr id="107" name="figure-practice_grid-94">
            <a:extLst xmlns:a="http://schemas.openxmlformats.org/drawingml/2006/main">
              <a:ext uri="{FF2B5EF4-FFF2-40B4-BE49-F238E27FC236}">
                <a16:creationId xmlns:a16="http://schemas.microsoft.com/office/drawing/2014/main" id="{C6905E25-3AA8-4221-9194-048D94E059B8}"/>
              </a:ext>
            </a:extLst>
          </p:cNvPr>
          <p:cNvSpPr>
            <a:spLocks xmlns:a="http://schemas.openxmlformats.org/drawingml/2006/main" noGrp="1"/>
          </p:cNvSpPr>
          <p:nvPr/>
        </p:nvSpPr>
        <p:spPr>
          <a:xfrm xmlns:a="http://schemas.openxmlformats.org/drawingml/2006/main">
            <a:off x="5904601" y="1965205"/>
            <a:ext cx="8986" cy="323491"/>
          </a:xfrm>
          <a:custGeom xmlns:a="http://schemas.openxmlformats.org/drawingml/2006/main">
            <a:pathLst>
              <a:path w="8986" h="323491">
                <a:moveTo>
                  <a:pt x="0" y="323491"/>
                </a:moveTo>
                <a:lnTo>
                  <a:pt x="0" y="0"/>
                </a:lnTo>
              </a:path>
            </a:pathLst>
          </a:custGeom>
          <a:noFill xmlns:a="http://schemas.openxmlformats.org/drawingml/2006/main"/>
          <a:ln xmlns:a="http://schemas.openxmlformats.org/drawingml/2006/main" w="17972">
            <a:solidFill>
              <a:srgbClr val="23354A"/>
            </a:solidFill>
          </a:ln>
        </p:spPr>
      </p:sp>
      <p:sp>
        <p:nvSpPr>
          <p:cNvPr id="108" name="figure-practice_grid-95">
            <a:extLst xmlns:a="http://schemas.openxmlformats.org/drawingml/2006/main">
              <a:ext uri="{FF2B5EF4-FFF2-40B4-BE49-F238E27FC236}">
                <a16:creationId xmlns:a16="http://schemas.microsoft.com/office/drawing/2014/main" id="{0A14596E-41D4-4209-922C-48F6DBB41DD5}"/>
              </a:ext>
            </a:extLst>
          </p:cNvPr>
          <p:cNvSpPr>
            <a:spLocks xmlns:a="http://schemas.openxmlformats.org/drawingml/2006/main" noGrp="1"/>
          </p:cNvSpPr>
          <p:nvPr/>
        </p:nvSpPr>
        <p:spPr>
          <a:xfrm xmlns:a="http://schemas.openxmlformats.org/drawingml/2006/main">
            <a:off x="5850686" y="1965205"/>
            <a:ext cx="107830" cy="80873"/>
          </a:xfrm>
          <a:custGeom xmlns:a="http://schemas.openxmlformats.org/drawingml/2006/main">
            <a:pathLst>
              <a:path w="107830" h="80873">
                <a:moveTo>
                  <a:pt x="0" y="80873"/>
                </a:moveTo>
                <a:lnTo>
                  <a:pt x="53915" y="0"/>
                </a:lnTo>
                <a:lnTo>
                  <a:pt x="107830" y="80873"/>
                </a:lnTo>
              </a:path>
            </a:pathLst>
          </a:custGeom>
          <a:noFill xmlns:a="http://schemas.openxmlformats.org/drawingml/2006/main"/>
          <a:ln xmlns:a="http://schemas.openxmlformats.org/drawingml/2006/main" w="17972">
            <a:solidFill>
              <a:srgbClr val="23354A"/>
            </a:solidFill>
          </a:ln>
        </p:spPr>
      </p:sp>
      <p:sp>
        <p:nvSpPr>
          <p:cNvPr id="109" name="figure-practice_grid-96">
            <a:extLst xmlns:a="http://schemas.openxmlformats.org/drawingml/2006/main">
              <a:ext uri="{FF2B5EF4-FFF2-40B4-BE49-F238E27FC236}">
                <a16:creationId xmlns:a16="http://schemas.microsoft.com/office/drawing/2014/main" id="{85889CCD-FA80-4620-8042-6631358DBE13}"/>
              </a:ext>
            </a:extLst>
          </p:cNvPr>
          <p:cNvSpPr>
            <a:spLocks xmlns:a="http://schemas.openxmlformats.org/drawingml/2006/main" noGrp="1"/>
          </p:cNvSpPr>
          <p:nvPr/>
        </p:nvSpPr>
        <p:spPr>
          <a:xfrm xmlns:a="http://schemas.openxmlformats.org/drawingml/2006/main">
            <a:off x="2019731" y="5839292"/>
            <a:ext cx="307041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Each large square is 1 km by 1 km.</a:t>
            </a:r>
          </a:p>
        </p:txBody>
      </p:sp>
      <p:sp>
        <p:nvSpPr>
          <p:cNvPr id="110" name="figure-practice_grid-97">
            <a:extLst xmlns:a="http://schemas.openxmlformats.org/drawingml/2006/main">
              <a:ext uri="{FF2B5EF4-FFF2-40B4-BE49-F238E27FC236}">
                <a16:creationId xmlns:a16="http://schemas.microsoft.com/office/drawing/2014/main" id="{1057EEF6-1914-4BCB-BA9F-44076F02C044}"/>
              </a:ext>
            </a:extLst>
          </p:cNvPr>
          <p:cNvSpPr>
            <a:spLocks xmlns:a="http://schemas.openxmlformats.org/drawingml/2006/main" noGrp="1"/>
          </p:cNvSpPr>
          <p:nvPr/>
        </p:nvSpPr>
        <p:spPr>
          <a:xfrm xmlns:a="http://schemas.openxmlformats.org/drawingml/2006/main">
            <a:off x="2458528" y="5033873"/>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1" name="figure-practice_grid-98">
            <a:extLst xmlns:a="http://schemas.openxmlformats.org/drawingml/2006/main">
              <a:ext uri="{FF2B5EF4-FFF2-40B4-BE49-F238E27FC236}">
                <a16:creationId xmlns:a16="http://schemas.microsoft.com/office/drawing/2014/main" id="{ADFA88E3-7771-4DB3-B419-244C1021A946}"/>
              </a:ext>
            </a:extLst>
          </p:cNvPr>
          <p:cNvSpPr>
            <a:spLocks xmlns:a="http://schemas.openxmlformats.org/drawingml/2006/main" noGrp="1"/>
          </p:cNvSpPr>
          <p:nvPr/>
        </p:nvSpPr>
        <p:spPr>
          <a:xfrm xmlns:a="http://schemas.openxmlformats.org/drawingml/2006/main">
            <a:off x="2531925" y="4850849"/>
            <a:ext cx="42350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Sch</a:t>
            </a:r>
          </a:p>
        </p:txBody>
      </p:sp>
      <p:sp>
        <p:nvSpPr>
          <p:cNvPr id="112" name="figure-practice_grid-99">
            <a:extLst xmlns:a="http://schemas.openxmlformats.org/drawingml/2006/main">
              <a:ext uri="{FF2B5EF4-FFF2-40B4-BE49-F238E27FC236}">
                <a16:creationId xmlns:a16="http://schemas.microsoft.com/office/drawing/2014/main" id="{DFBE39B3-2D24-438A-9B5F-3B2671BC1755}"/>
              </a:ext>
            </a:extLst>
          </p:cNvPr>
          <p:cNvSpPr>
            <a:spLocks xmlns:a="http://schemas.openxmlformats.org/drawingml/2006/main" noGrp="1"/>
          </p:cNvSpPr>
          <p:nvPr/>
        </p:nvSpPr>
        <p:spPr>
          <a:xfrm xmlns:a="http://schemas.openxmlformats.org/drawingml/2006/main">
            <a:off x="2458528" y="4135288"/>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3" name="figure-practice_grid-100">
            <a:extLst xmlns:a="http://schemas.openxmlformats.org/drawingml/2006/main">
              <a:ext uri="{FF2B5EF4-FFF2-40B4-BE49-F238E27FC236}">
                <a16:creationId xmlns:a16="http://schemas.microsoft.com/office/drawing/2014/main" id="{9E9649F4-16EB-4C2C-8210-255724CBA5D1}"/>
              </a:ext>
            </a:extLst>
          </p:cNvPr>
          <p:cNvSpPr>
            <a:spLocks xmlns:a="http://schemas.openxmlformats.org/drawingml/2006/main" noGrp="1"/>
          </p:cNvSpPr>
          <p:nvPr/>
        </p:nvSpPr>
        <p:spPr>
          <a:xfrm xmlns:a="http://schemas.openxmlformats.org/drawingml/2006/main">
            <a:off x="2531925" y="3952264"/>
            <a:ext cx="22231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B</a:t>
            </a:r>
          </a:p>
        </p:txBody>
      </p:sp>
      <p:sp>
        <p:nvSpPr>
          <p:cNvPr id="114" name="figure-practice_grid-101">
            <a:extLst xmlns:a="http://schemas.openxmlformats.org/drawingml/2006/main">
              <a:ext uri="{FF2B5EF4-FFF2-40B4-BE49-F238E27FC236}">
                <a16:creationId xmlns:a16="http://schemas.microsoft.com/office/drawing/2014/main" id="{078B8FEE-9E5A-49D5-89CE-E7823D9358A7}"/>
              </a:ext>
            </a:extLst>
          </p:cNvPr>
          <p:cNvSpPr>
            <a:spLocks xmlns:a="http://schemas.openxmlformats.org/drawingml/2006/main" noGrp="1"/>
          </p:cNvSpPr>
          <p:nvPr/>
        </p:nvSpPr>
        <p:spPr>
          <a:xfrm xmlns:a="http://schemas.openxmlformats.org/drawingml/2006/main">
            <a:off x="3357113" y="4135288"/>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5" name="figure-practice_grid-102">
            <a:extLst xmlns:a="http://schemas.openxmlformats.org/drawingml/2006/main">
              <a:ext uri="{FF2B5EF4-FFF2-40B4-BE49-F238E27FC236}">
                <a16:creationId xmlns:a16="http://schemas.microsoft.com/office/drawing/2014/main" id="{9286EA40-1BC0-4C53-853B-056C58EFC4C5}"/>
              </a:ext>
            </a:extLst>
          </p:cNvPr>
          <p:cNvSpPr>
            <a:spLocks xmlns:a="http://schemas.openxmlformats.org/drawingml/2006/main" noGrp="1"/>
          </p:cNvSpPr>
          <p:nvPr/>
        </p:nvSpPr>
        <p:spPr>
          <a:xfrm xmlns:a="http://schemas.openxmlformats.org/drawingml/2006/main">
            <a:off x="3430510" y="3952264"/>
            <a:ext cx="23282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H</a:t>
            </a:r>
          </a:p>
        </p:txBody>
      </p:sp>
      <p:sp>
        <p:nvSpPr>
          <p:cNvPr id="116" name="figure-practice_grid-103">
            <a:extLst xmlns:a="http://schemas.openxmlformats.org/drawingml/2006/main">
              <a:ext uri="{FF2B5EF4-FFF2-40B4-BE49-F238E27FC236}">
                <a16:creationId xmlns:a16="http://schemas.microsoft.com/office/drawing/2014/main" id="{E9AA2C64-AABF-4684-BEAD-8413DC074115}"/>
              </a:ext>
            </a:extLst>
          </p:cNvPr>
          <p:cNvSpPr>
            <a:spLocks xmlns:a="http://schemas.openxmlformats.org/drawingml/2006/main" noGrp="1"/>
          </p:cNvSpPr>
          <p:nvPr/>
        </p:nvSpPr>
        <p:spPr>
          <a:xfrm xmlns:a="http://schemas.openxmlformats.org/drawingml/2006/main">
            <a:off x="3357113" y="3236703"/>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7" name="figure-practice_grid-104">
            <a:extLst xmlns:a="http://schemas.openxmlformats.org/drawingml/2006/main">
              <a:ext uri="{FF2B5EF4-FFF2-40B4-BE49-F238E27FC236}">
                <a16:creationId xmlns:a16="http://schemas.microsoft.com/office/drawing/2014/main" id="{F863B247-C242-483B-A3DB-4FADBB0902CD}"/>
              </a:ext>
            </a:extLst>
          </p:cNvPr>
          <p:cNvSpPr>
            <a:spLocks xmlns:a="http://schemas.openxmlformats.org/drawingml/2006/main" noGrp="1"/>
          </p:cNvSpPr>
          <p:nvPr/>
        </p:nvSpPr>
        <p:spPr>
          <a:xfrm xmlns:a="http://schemas.openxmlformats.org/drawingml/2006/main">
            <a:off x="3430510" y="3053679"/>
            <a:ext cx="34937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Q7</a:t>
            </a:r>
          </a:p>
        </p:txBody>
      </p:sp>
      <p:sp>
        <p:nvSpPr>
          <p:cNvPr id="118" name="figure-practice_grid-105">
            <a:extLst xmlns:a="http://schemas.openxmlformats.org/drawingml/2006/main">
              <a:ext uri="{FF2B5EF4-FFF2-40B4-BE49-F238E27FC236}">
                <a16:creationId xmlns:a16="http://schemas.microsoft.com/office/drawing/2014/main" id="{52D6A2C1-C13F-4481-9A21-831C808C96FB}"/>
              </a:ext>
            </a:extLst>
          </p:cNvPr>
          <p:cNvSpPr>
            <a:spLocks xmlns:a="http://schemas.openxmlformats.org/drawingml/2006/main" noGrp="1"/>
          </p:cNvSpPr>
          <p:nvPr/>
        </p:nvSpPr>
        <p:spPr>
          <a:xfrm xmlns:a="http://schemas.openxmlformats.org/drawingml/2006/main">
            <a:off x="3446972" y="3416420"/>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9" name="figure-practice_grid-106">
            <a:extLst xmlns:a="http://schemas.openxmlformats.org/drawingml/2006/main">
              <a:ext uri="{FF2B5EF4-FFF2-40B4-BE49-F238E27FC236}">
                <a16:creationId xmlns:a16="http://schemas.microsoft.com/office/drawing/2014/main" id="{62F1F5EA-3318-430F-8134-878AB0B55417}"/>
              </a:ext>
            </a:extLst>
          </p:cNvPr>
          <p:cNvSpPr>
            <a:spLocks xmlns:a="http://schemas.openxmlformats.org/drawingml/2006/main" noGrp="1"/>
          </p:cNvSpPr>
          <p:nvPr/>
        </p:nvSpPr>
        <p:spPr>
          <a:xfrm xmlns:a="http://schemas.openxmlformats.org/drawingml/2006/main">
            <a:off x="3520368" y="3233396"/>
            <a:ext cx="33867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FB</a:t>
            </a:r>
          </a:p>
        </p:txBody>
      </p:sp>
      <p:sp>
        <p:nvSpPr>
          <p:cNvPr id="120" name="figure-practice_grid-107">
            <a:extLst xmlns:a="http://schemas.openxmlformats.org/drawingml/2006/main">
              <a:ext uri="{FF2B5EF4-FFF2-40B4-BE49-F238E27FC236}">
                <a16:creationId xmlns:a16="http://schemas.microsoft.com/office/drawing/2014/main" id="{0A11D9CA-B942-4AB1-BBBC-B47CAD3F28DA}"/>
              </a:ext>
            </a:extLst>
          </p:cNvPr>
          <p:cNvSpPr>
            <a:spLocks xmlns:a="http://schemas.openxmlformats.org/drawingml/2006/main" noGrp="1"/>
          </p:cNvSpPr>
          <p:nvPr/>
        </p:nvSpPr>
        <p:spPr>
          <a:xfrm xmlns:a="http://schemas.openxmlformats.org/drawingml/2006/main">
            <a:off x="3986123" y="4225146"/>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21" name="figure-practice_grid-108">
            <a:extLst xmlns:a="http://schemas.openxmlformats.org/drawingml/2006/main">
              <a:ext uri="{FF2B5EF4-FFF2-40B4-BE49-F238E27FC236}">
                <a16:creationId xmlns:a16="http://schemas.microsoft.com/office/drawing/2014/main" id="{FFABDD39-9629-4D35-9505-FBDD07314837}"/>
              </a:ext>
            </a:extLst>
          </p:cNvPr>
          <p:cNvSpPr>
            <a:spLocks xmlns:a="http://schemas.openxmlformats.org/drawingml/2006/main" noGrp="1"/>
          </p:cNvSpPr>
          <p:nvPr/>
        </p:nvSpPr>
        <p:spPr>
          <a:xfrm xmlns:a="http://schemas.openxmlformats.org/drawingml/2006/main">
            <a:off x="4059519" y="4042122"/>
            <a:ext cx="37048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PO</a:t>
            </a:r>
          </a:p>
        </p:txBody>
      </p:sp>
      <p:sp>
        <p:nvSpPr>
          <p:cNvPr id="122" name="figure-practice_grid-109">
            <a:extLst xmlns:a="http://schemas.openxmlformats.org/drawingml/2006/main">
              <a:ext uri="{FF2B5EF4-FFF2-40B4-BE49-F238E27FC236}">
                <a16:creationId xmlns:a16="http://schemas.microsoft.com/office/drawing/2014/main" id="{D9E0571F-9A8A-4569-AE86-DF8E5E9DD024}"/>
              </a:ext>
            </a:extLst>
          </p:cNvPr>
          <p:cNvSpPr>
            <a:spLocks xmlns:a="http://schemas.openxmlformats.org/drawingml/2006/main" noGrp="1"/>
          </p:cNvSpPr>
          <p:nvPr/>
        </p:nvSpPr>
        <p:spPr>
          <a:xfrm xmlns:a="http://schemas.openxmlformats.org/drawingml/2006/main">
            <a:off x="4525274" y="3955571"/>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23" name="figure-practice_grid-110">
            <a:extLst xmlns:a="http://schemas.openxmlformats.org/drawingml/2006/main">
              <a:ext uri="{FF2B5EF4-FFF2-40B4-BE49-F238E27FC236}">
                <a16:creationId xmlns:a16="http://schemas.microsoft.com/office/drawing/2014/main" id="{6C0A779E-6678-4A6F-9E48-A48641BF94A7}"/>
              </a:ext>
            </a:extLst>
          </p:cNvPr>
          <p:cNvSpPr>
            <a:spLocks xmlns:a="http://schemas.openxmlformats.org/drawingml/2006/main" noGrp="1"/>
          </p:cNvSpPr>
          <p:nvPr/>
        </p:nvSpPr>
        <p:spPr>
          <a:xfrm xmlns:a="http://schemas.openxmlformats.org/drawingml/2006/main">
            <a:off x="4598670" y="3772547"/>
            <a:ext cx="34937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Q9</a:t>
            </a:r>
          </a:p>
        </p:txBody>
      </p:sp>
      <p:sp>
        <p:nvSpPr>
          <p:cNvPr id="124" name="figure-description-practice_grid">
            <a:extLst xmlns:a="http://schemas.openxmlformats.org/drawingml/2006/main">
              <a:ext uri="{FF2B5EF4-FFF2-40B4-BE49-F238E27FC236}">
                <a16:creationId xmlns:a16="http://schemas.microsoft.com/office/drawing/2014/main" id="{BC420B37-0881-414A-8D99-C567661E4C95}"/>
              </a:ext>
            </a:extLst>
          </p:cNvPr>
          <p:cNvSpPr>
            <a:spLocks xmlns:a="http://schemas.openxmlformats.org/drawingml/2006/main" noGrp="1"/>
          </p:cNvSpPr>
          <p:nvPr/>
        </p:nvSpPr>
        <p:spPr>
          <a:xfrm xmlns:a="http://schemas.openxmlformats.org/drawingml/2006/main">
            <a:off x="7762875" y="1809750"/>
            <a:ext cx="40481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0" lang="en-GB">
                <a:solidFill>
                  <a:srgbClr val="17263B"/>
                </a:solidFill>
                <a:latin typeface="Arial"/>
                <a:ea typeface="Arial"/>
                <a:cs typeface="Arial"/>
              </a:defRPr>
            </a:defPPr>
          </a:lstStyle>
          <a:p xmlns:a="http://schemas.openxmlformats.org/drawingml/2006/main">
            <a:pPr algn="l">
              <a:lnSpc>
                <a:spcPct val="108000"/>
              </a:lnSpc>
              <a:buNone/>
              <a:defRPr sz="1800" b="0" lang="en-GB">
                <a:solidFill>
                  <a:srgbClr val="17263B"/>
                </a:solidFill>
                <a:latin typeface="Arial"/>
                <a:ea typeface="Arial"/>
                <a:cs typeface="Arial"/>
              </a:defRPr>
            </a:pPr>
            <a:r>
              <a:rPr sz="1800" b="0" lang="en-GB">
                <a:solidFill>
                  <a:srgbClr val="17263B"/>
                </a:solidFill>
                <a:latin typeface="Arial"/>
                <a:ea typeface="Arial"/>
                <a:cs typeface="Arial"/>
              </a:rPr>
              <a:t>The school is in the leftmost column and lowest row. The library is directly north of it in the next row. The hall is directly east of the library. The park point, labelled Q7, is directly north of the hall. The footbridge shares the park's square. The post office, labelled PO, and health centre, labelled Q9, share the square east of the hall.</a:t>
            </a:r>
          </a:p>
        </p:txBody>
      </p:sp>
    </p:spTree>
    <p:extLst>
      <p:ext uri="{BB962C8B-B14F-4D97-AF65-F5344CB8AC3E}">
        <p14:creationId xmlns:p14="http://schemas.microsoft.com/office/powerpoint/2010/main" val="81830303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7A13C8F1-73BE-4D52-B41D-04C661A2D1F0}"/>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EF9D61AF-EC83-46CC-9279-F782CD0C1411}"/>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We do · 4 min · 18 to 22</a:t>
            </a:r>
          </a:p>
        </p:txBody>
      </p:sp>
      <p:sp>
        <p:nvSpPr>
          <p:cNvPr id="3" name="slide-title">
            <a:extLst xmlns:a="http://schemas.openxmlformats.org/drawingml/2006/main">
              <a:ext uri="{FF2B5EF4-FFF2-40B4-BE49-F238E27FC236}">
                <a16:creationId xmlns:a16="http://schemas.microsoft.com/office/drawing/2014/main" id="{EC70BEAB-0D1E-4B80-A9B4-76FC5D18FB39}"/>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We do · 2 of 2</a:t>
            </a:r>
          </a:p>
        </p:txBody>
      </p:sp>
      <p:pic>
        <p:nvPicPr>
          <p:cNvPr id="4" name="">
            <a:extLst xmlns:a="http://schemas.openxmlformats.org/drawingml/2006/main">
              <a:ext uri="{FF2B5EF4-FFF2-40B4-BE49-F238E27FC236}">
                <a16:creationId xmlns:a16="http://schemas.microsoft.com/office/drawing/2014/main" id="{ADFB1295-59DD-4948-9E8A-99B1DBA7C276}"/>
              </a:ext>
            </a:extLst>
          </p:cNvPr>
          <p:cNvPicPr>
            <a:picLocks xmlns:a="http://schemas.openxmlformats.org/drawingml/2006/main" noChangeAspect="1"/>
          </p:cNvPicPr>
          <p:nvPr/>
        </p:nvPicPr>
        <p:blipFill>
          <a:blip xmlns:r="http://schemas.openxmlformats.org/officeDocument/2006/relationships" xmlns:a="http://schemas.openxmlformats.org/drawingml/2006/main" r:embed="R7953beb540844216"/>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584960A6-FD40-46D8-80E6-510F2BA45C28}"/>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B0E46BB3-AFCE-47AA-BC31-D0A4261AB6CC}"/>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AB9D7826-0EA2-4371-9DFC-CD9B327823A2}"/>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55F71F9B-2A84-47C4-A18C-9193E0F33BD1}"/>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C2882A68-A371-4638-9540-C745B3CB1AE9}"/>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11FD9962-357E-4B37-8CA2-F7462E2F6EFF}"/>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3E773C99-2AB6-4592-B09C-D3509E47E7F2}"/>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2" name="licence-footer">
            <a:extLst xmlns:a="http://schemas.openxmlformats.org/drawingml/2006/main">
              <a:ext uri="{FF2B5EF4-FFF2-40B4-BE49-F238E27FC236}">
                <a16:creationId xmlns:a16="http://schemas.microsoft.com/office/drawing/2014/main" id="{3EBB197F-C273-4B3B-86CC-70CF551BE2BC}"/>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8A5FEDD7-7E70-4560-94B6-243878006767}"/>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feature and its reference, plus one clue from the grid or key.</a:t>
            </a:r>
          </a:p>
        </p:txBody>
      </p:sp>
      <p:sp>
        <p:nvSpPr>
          <p:cNvPr id="14" name="body-0">
            <a:extLst xmlns:a="http://schemas.openxmlformats.org/drawingml/2006/main">
              <a:ext uri="{FF2B5EF4-FFF2-40B4-BE49-F238E27FC236}">
                <a16:creationId xmlns:a16="http://schemas.microsoft.com/office/drawing/2014/main" id="{F96AF144-26CD-4328-AFBA-14D8C8B884C5}"/>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1. Identify Sch and give its four-figure reference.</a:t>
            </a:r>
          </a:p>
        </p:txBody>
      </p:sp>
      <p:sp>
        <p:nvSpPr>
          <p:cNvPr id="15" name="body-1">
            <a:extLst xmlns:a="http://schemas.openxmlformats.org/drawingml/2006/main">
              <a:ext uri="{FF2B5EF4-FFF2-40B4-BE49-F238E27FC236}">
                <a16:creationId xmlns:a16="http://schemas.microsoft.com/office/drawing/2014/main" id="{5027CCD2-CD07-4D56-9FD8-14E94DD9B61D}"/>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2. Identify PO and give its four-figure reference.</a:t>
            </a:r>
          </a:p>
        </p:txBody>
      </p:sp>
      <p:sp>
        <p:nvSpPr>
          <p:cNvPr id="16" name="body-2">
            <a:extLst xmlns:a="http://schemas.openxmlformats.org/drawingml/2006/main">
              <a:ext uri="{FF2B5EF4-FFF2-40B4-BE49-F238E27FC236}">
                <a16:creationId xmlns:a16="http://schemas.microsoft.com/office/drawing/2014/main" id="{C944DD84-DD5E-437D-BA04-9A527124D9C0}"/>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3. Identify FB and give its four-figure reference.</a:t>
            </a:r>
          </a:p>
        </p:txBody>
      </p:sp>
      <p:sp>
        <p:nvSpPr>
          <p:cNvPr id="17" name="body-3">
            <a:extLst xmlns:a="http://schemas.openxmlformats.org/drawingml/2006/main">
              <a:ext uri="{FF2B5EF4-FFF2-40B4-BE49-F238E27FC236}">
                <a16:creationId xmlns:a16="http://schemas.microsoft.com/office/drawing/2014/main" id="{D5F78B1F-B44A-48D6-8E32-E6BEC5BDAB44}"/>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4. Describe the hall's direction from the library.</a:t>
            </a:r>
          </a:p>
        </p:txBody>
      </p:sp>
      <p:sp>
        <p:nvSpPr>
          <p:cNvPr id="18" name="body-4">
            <a:extLst xmlns:a="http://schemas.openxmlformats.org/drawingml/2006/main">
              <a:ext uri="{FF2B5EF4-FFF2-40B4-BE49-F238E27FC236}">
                <a16:creationId xmlns:a16="http://schemas.microsoft.com/office/drawing/2014/main" id="{2C7017A4-BF81-47F5-8596-9E225A1AFE21}"/>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5. Do PO and Q9 share one four-figure square? Show the evidence.</a:t>
            </a:r>
          </a:p>
        </p:txBody>
      </p:sp>
    </p:spTree>
    <p:extLst>
      <p:ext uri="{BB962C8B-B14F-4D97-AF65-F5344CB8AC3E}">
        <p14:creationId xmlns:p14="http://schemas.microsoft.com/office/powerpoint/2010/main" val="89751908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 name="lesson-header">
            <a:extLst xmlns:a="http://schemas.openxmlformats.org/drawingml/2006/main">
              <a:ext uri="{FF2B5EF4-FFF2-40B4-BE49-F238E27FC236}">
                <a16:creationId xmlns:a16="http://schemas.microsoft.com/office/drawing/2014/main" id="{05B829F8-C879-483A-B50D-3D471BD19600}"/>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55C707BF-C073-4173-97BA-41B3CE94ECEE}"/>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We do · 4 min · 18 to 22</a:t>
            </a:r>
          </a:p>
        </p:txBody>
      </p:sp>
      <p:sp>
        <p:nvSpPr>
          <p:cNvPr id="3" name="slide-title">
            <a:extLst xmlns:a="http://schemas.openxmlformats.org/drawingml/2006/main">
              <a:ext uri="{FF2B5EF4-FFF2-40B4-BE49-F238E27FC236}">
                <a16:creationId xmlns:a16="http://schemas.microsoft.com/office/drawing/2014/main" id="{70663964-4077-4A1F-9384-F48455C7B281}"/>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We do · 2 of 2</a:t>
            </a:r>
          </a:p>
        </p:txBody>
      </p:sp>
      <p:pic>
        <p:nvPicPr>
          <p:cNvPr id="4" name="">
            <a:extLst xmlns:a="http://schemas.openxmlformats.org/drawingml/2006/main">
              <a:ext uri="{FF2B5EF4-FFF2-40B4-BE49-F238E27FC236}">
                <a16:creationId xmlns:a16="http://schemas.microsoft.com/office/drawing/2014/main" id="{DAA31A71-1281-4942-9DE3-555468E84C96}"/>
              </a:ext>
            </a:extLst>
          </p:cNvPr>
          <p:cNvPicPr>
            <a:picLocks xmlns:a="http://schemas.openxmlformats.org/drawingml/2006/main" noChangeAspect="1"/>
          </p:cNvPicPr>
          <p:nvPr/>
        </p:nvPicPr>
        <p:blipFill>
          <a:blip xmlns:r="http://schemas.openxmlformats.org/officeDocument/2006/relationships" xmlns:a="http://schemas.openxmlformats.org/drawingml/2006/main" r:embed="R29a94d67634c4465"/>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70C25D91-9AC3-4BCC-B320-5065CBE9CEFB}"/>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F0B40B3E-8960-434C-A52E-5F2F9C3092D1}"/>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4803A07B-5186-4619-82A9-AF644133355C}"/>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6ED9007B-1431-4631-A667-94EF9719B05C}"/>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52F99EDE-D406-4ECC-8232-1987FEBCE80F}"/>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24A58018-A9C4-4C79-9025-CBBE0B104656}"/>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8EC716C7-6D92-45A4-8A9C-05884D7AB118}"/>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2" name="licence-footer">
            <a:extLst xmlns:a="http://schemas.openxmlformats.org/drawingml/2006/main">
              <a:ext uri="{FF2B5EF4-FFF2-40B4-BE49-F238E27FC236}">
                <a16:creationId xmlns:a16="http://schemas.microsoft.com/office/drawing/2014/main" id="{E9F2B632-A638-43AD-BF5F-BA5B17D6D0D6}"/>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figure-practice_grid-0">
            <a:extLst xmlns:a="http://schemas.openxmlformats.org/drawingml/2006/main">
              <a:ext uri="{FF2B5EF4-FFF2-40B4-BE49-F238E27FC236}">
                <a16:creationId xmlns:a16="http://schemas.microsoft.com/office/drawing/2014/main" id="{EEC95192-C113-455C-8DA6-5D82675D2263}"/>
              </a:ext>
            </a:extLst>
          </p:cNvPr>
          <p:cNvSpPr>
            <a:spLocks xmlns:a="http://schemas.openxmlformats.org/drawingml/2006/main" noGrp="1"/>
          </p:cNvSpPr>
          <p:nvPr/>
        </p:nvSpPr>
        <p:spPr>
          <a:xfrm xmlns:a="http://schemas.openxmlformats.org/drawingml/2006/main">
            <a:off x="2019731" y="1427240"/>
            <a:ext cx="328249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An invented settlement: practice map.</a:t>
            </a:r>
          </a:p>
        </p:txBody>
      </p:sp>
      <p:sp>
        <p:nvSpPr>
          <p:cNvPr id="14" name="figure-practice_grid-1">
            <a:extLst xmlns:a="http://schemas.openxmlformats.org/drawingml/2006/main">
              <a:ext uri="{FF2B5EF4-FFF2-40B4-BE49-F238E27FC236}">
                <a16:creationId xmlns:a16="http://schemas.microsoft.com/office/drawing/2014/main" id="{3956A183-3CE2-4C85-95AC-44993738CFDC}"/>
              </a:ext>
            </a:extLst>
          </p:cNvPr>
          <p:cNvSpPr>
            <a:spLocks xmlns:a="http://schemas.openxmlformats.org/drawingml/2006/main" noGrp="1"/>
          </p:cNvSpPr>
          <p:nvPr/>
        </p:nvSpPr>
        <p:spPr>
          <a:xfrm xmlns:a="http://schemas.openxmlformats.org/drawingml/2006/main">
            <a:off x="204068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15" name="figure-practice_grid-2">
            <a:extLst xmlns:a="http://schemas.openxmlformats.org/drawingml/2006/main">
              <a:ext uri="{FF2B5EF4-FFF2-40B4-BE49-F238E27FC236}">
                <a16:creationId xmlns:a16="http://schemas.microsoft.com/office/drawing/2014/main" id="{E877C689-2B78-4680-9C4C-D10F48FE6E1B}"/>
              </a:ext>
            </a:extLst>
          </p:cNvPr>
          <p:cNvSpPr>
            <a:spLocks xmlns:a="http://schemas.openxmlformats.org/drawingml/2006/main" noGrp="1"/>
          </p:cNvSpPr>
          <p:nvPr/>
        </p:nvSpPr>
        <p:spPr>
          <a:xfrm xmlns:a="http://schemas.openxmlformats.org/drawingml/2006/main">
            <a:off x="2040686" y="192027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16" name="figure-practice_grid-3">
            <a:extLst xmlns:a="http://schemas.openxmlformats.org/drawingml/2006/main">
              <a:ext uri="{FF2B5EF4-FFF2-40B4-BE49-F238E27FC236}">
                <a16:creationId xmlns:a16="http://schemas.microsoft.com/office/drawing/2014/main" id="{4F79436A-BFF4-4000-9D03-5A43D5F996C1}"/>
              </a:ext>
            </a:extLst>
          </p:cNvPr>
          <p:cNvSpPr>
            <a:spLocks xmlns:a="http://schemas.openxmlformats.org/drawingml/2006/main" noGrp="1"/>
          </p:cNvSpPr>
          <p:nvPr/>
        </p:nvSpPr>
        <p:spPr>
          <a:xfrm xmlns:a="http://schemas.openxmlformats.org/drawingml/2006/main">
            <a:off x="213054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17" name="figure-practice_grid-4">
            <a:extLst xmlns:a="http://schemas.openxmlformats.org/drawingml/2006/main">
              <a:ext uri="{FF2B5EF4-FFF2-40B4-BE49-F238E27FC236}">
                <a16:creationId xmlns:a16="http://schemas.microsoft.com/office/drawing/2014/main" id="{D04AA918-E595-41FC-A51B-F1DEAE6A547F}"/>
              </a:ext>
            </a:extLst>
          </p:cNvPr>
          <p:cNvSpPr>
            <a:spLocks xmlns:a="http://schemas.openxmlformats.org/drawingml/2006/main" noGrp="1"/>
          </p:cNvSpPr>
          <p:nvPr/>
        </p:nvSpPr>
        <p:spPr>
          <a:xfrm xmlns:a="http://schemas.openxmlformats.org/drawingml/2006/main">
            <a:off x="2040686" y="201013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18" name="figure-practice_grid-5">
            <a:extLst xmlns:a="http://schemas.openxmlformats.org/drawingml/2006/main">
              <a:ext uri="{FF2B5EF4-FFF2-40B4-BE49-F238E27FC236}">
                <a16:creationId xmlns:a16="http://schemas.microsoft.com/office/drawing/2014/main" id="{0DC6BA36-BD40-49AE-B8BD-C9B2AABAFEF6}"/>
              </a:ext>
            </a:extLst>
          </p:cNvPr>
          <p:cNvSpPr>
            <a:spLocks xmlns:a="http://schemas.openxmlformats.org/drawingml/2006/main" noGrp="1"/>
          </p:cNvSpPr>
          <p:nvPr/>
        </p:nvSpPr>
        <p:spPr>
          <a:xfrm xmlns:a="http://schemas.openxmlformats.org/drawingml/2006/main">
            <a:off x="222040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19" name="figure-practice_grid-6">
            <a:extLst xmlns:a="http://schemas.openxmlformats.org/drawingml/2006/main">
              <a:ext uri="{FF2B5EF4-FFF2-40B4-BE49-F238E27FC236}">
                <a16:creationId xmlns:a16="http://schemas.microsoft.com/office/drawing/2014/main" id="{FE21DEBE-8773-45F1-B0AF-61AA9AD99F8A}"/>
              </a:ext>
            </a:extLst>
          </p:cNvPr>
          <p:cNvSpPr>
            <a:spLocks xmlns:a="http://schemas.openxmlformats.org/drawingml/2006/main" noGrp="1"/>
          </p:cNvSpPr>
          <p:nvPr/>
        </p:nvSpPr>
        <p:spPr>
          <a:xfrm xmlns:a="http://schemas.openxmlformats.org/drawingml/2006/main">
            <a:off x="2040686" y="209999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0" name="figure-practice_grid-7">
            <a:extLst xmlns:a="http://schemas.openxmlformats.org/drawingml/2006/main">
              <a:ext uri="{FF2B5EF4-FFF2-40B4-BE49-F238E27FC236}">
                <a16:creationId xmlns:a16="http://schemas.microsoft.com/office/drawing/2014/main" id="{1844E427-2758-4343-96AA-31680327C98B}"/>
              </a:ext>
            </a:extLst>
          </p:cNvPr>
          <p:cNvSpPr>
            <a:spLocks xmlns:a="http://schemas.openxmlformats.org/drawingml/2006/main" noGrp="1"/>
          </p:cNvSpPr>
          <p:nvPr/>
        </p:nvSpPr>
        <p:spPr>
          <a:xfrm xmlns:a="http://schemas.openxmlformats.org/drawingml/2006/main">
            <a:off x="231026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1" name="figure-practice_grid-8">
            <a:extLst xmlns:a="http://schemas.openxmlformats.org/drawingml/2006/main">
              <a:ext uri="{FF2B5EF4-FFF2-40B4-BE49-F238E27FC236}">
                <a16:creationId xmlns:a16="http://schemas.microsoft.com/office/drawing/2014/main" id="{DBDE2C88-7696-45F0-A01A-5F370A1B025E}"/>
              </a:ext>
            </a:extLst>
          </p:cNvPr>
          <p:cNvSpPr>
            <a:spLocks xmlns:a="http://schemas.openxmlformats.org/drawingml/2006/main" noGrp="1"/>
          </p:cNvSpPr>
          <p:nvPr/>
        </p:nvSpPr>
        <p:spPr>
          <a:xfrm xmlns:a="http://schemas.openxmlformats.org/drawingml/2006/main">
            <a:off x="2040686" y="218985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2" name="figure-practice_grid-9">
            <a:extLst xmlns:a="http://schemas.openxmlformats.org/drawingml/2006/main">
              <a:ext uri="{FF2B5EF4-FFF2-40B4-BE49-F238E27FC236}">
                <a16:creationId xmlns:a16="http://schemas.microsoft.com/office/drawing/2014/main" id="{4E66075A-8AC5-49FC-BBF7-E86E5EEEE905}"/>
              </a:ext>
            </a:extLst>
          </p:cNvPr>
          <p:cNvSpPr>
            <a:spLocks xmlns:a="http://schemas.openxmlformats.org/drawingml/2006/main" noGrp="1"/>
          </p:cNvSpPr>
          <p:nvPr/>
        </p:nvSpPr>
        <p:spPr>
          <a:xfrm xmlns:a="http://schemas.openxmlformats.org/drawingml/2006/main">
            <a:off x="240012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3" name="figure-practice_grid-10">
            <a:extLst xmlns:a="http://schemas.openxmlformats.org/drawingml/2006/main">
              <a:ext uri="{FF2B5EF4-FFF2-40B4-BE49-F238E27FC236}">
                <a16:creationId xmlns:a16="http://schemas.microsoft.com/office/drawing/2014/main" id="{8D6CE2CC-D1AB-4461-BA0B-255AEDB57EF0}"/>
              </a:ext>
            </a:extLst>
          </p:cNvPr>
          <p:cNvSpPr>
            <a:spLocks xmlns:a="http://schemas.openxmlformats.org/drawingml/2006/main" noGrp="1"/>
          </p:cNvSpPr>
          <p:nvPr/>
        </p:nvSpPr>
        <p:spPr>
          <a:xfrm xmlns:a="http://schemas.openxmlformats.org/drawingml/2006/main">
            <a:off x="2040686" y="227971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4" name="figure-practice_grid-11">
            <a:extLst xmlns:a="http://schemas.openxmlformats.org/drawingml/2006/main">
              <a:ext uri="{FF2B5EF4-FFF2-40B4-BE49-F238E27FC236}">
                <a16:creationId xmlns:a16="http://schemas.microsoft.com/office/drawing/2014/main" id="{A562ED3C-8483-4D86-A44E-49BBCDC4431D}"/>
              </a:ext>
            </a:extLst>
          </p:cNvPr>
          <p:cNvSpPr>
            <a:spLocks xmlns:a="http://schemas.openxmlformats.org/drawingml/2006/main" noGrp="1"/>
          </p:cNvSpPr>
          <p:nvPr/>
        </p:nvSpPr>
        <p:spPr>
          <a:xfrm xmlns:a="http://schemas.openxmlformats.org/drawingml/2006/main">
            <a:off x="248997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5" name="figure-practice_grid-12">
            <a:extLst xmlns:a="http://schemas.openxmlformats.org/drawingml/2006/main">
              <a:ext uri="{FF2B5EF4-FFF2-40B4-BE49-F238E27FC236}">
                <a16:creationId xmlns:a16="http://schemas.microsoft.com/office/drawing/2014/main" id="{58A97FCA-9225-4824-A398-9E7476712973}"/>
              </a:ext>
            </a:extLst>
          </p:cNvPr>
          <p:cNvSpPr>
            <a:spLocks xmlns:a="http://schemas.openxmlformats.org/drawingml/2006/main" noGrp="1"/>
          </p:cNvSpPr>
          <p:nvPr/>
        </p:nvSpPr>
        <p:spPr>
          <a:xfrm xmlns:a="http://schemas.openxmlformats.org/drawingml/2006/main">
            <a:off x="2040686" y="236956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6" name="figure-practice_grid-13">
            <a:extLst xmlns:a="http://schemas.openxmlformats.org/drawingml/2006/main">
              <a:ext uri="{FF2B5EF4-FFF2-40B4-BE49-F238E27FC236}">
                <a16:creationId xmlns:a16="http://schemas.microsoft.com/office/drawing/2014/main" id="{886FE33F-7893-4899-987E-1269728EDDB1}"/>
              </a:ext>
            </a:extLst>
          </p:cNvPr>
          <p:cNvSpPr>
            <a:spLocks xmlns:a="http://schemas.openxmlformats.org/drawingml/2006/main" noGrp="1"/>
          </p:cNvSpPr>
          <p:nvPr/>
        </p:nvSpPr>
        <p:spPr>
          <a:xfrm xmlns:a="http://schemas.openxmlformats.org/drawingml/2006/main">
            <a:off x="257983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7" name="figure-practice_grid-14">
            <a:extLst xmlns:a="http://schemas.openxmlformats.org/drawingml/2006/main">
              <a:ext uri="{FF2B5EF4-FFF2-40B4-BE49-F238E27FC236}">
                <a16:creationId xmlns:a16="http://schemas.microsoft.com/office/drawing/2014/main" id="{327880B0-153D-4A49-95CB-FE191071C058}"/>
              </a:ext>
            </a:extLst>
          </p:cNvPr>
          <p:cNvSpPr>
            <a:spLocks xmlns:a="http://schemas.openxmlformats.org/drawingml/2006/main" noGrp="1"/>
          </p:cNvSpPr>
          <p:nvPr/>
        </p:nvSpPr>
        <p:spPr>
          <a:xfrm xmlns:a="http://schemas.openxmlformats.org/drawingml/2006/main">
            <a:off x="2040686" y="245942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8" name="figure-practice_grid-15">
            <a:extLst xmlns:a="http://schemas.openxmlformats.org/drawingml/2006/main">
              <a:ext uri="{FF2B5EF4-FFF2-40B4-BE49-F238E27FC236}">
                <a16:creationId xmlns:a16="http://schemas.microsoft.com/office/drawing/2014/main" id="{DF437C15-9B93-4698-9220-F85FD50EA622}"/>
              </a:ext>
            </a:extLst>
          </p:cNvPr>
          <p:cNvSpPr>
            <a:spLocks xmlns:a="http://schemas.openxmlformats.org/drawingml/2006/main" noGrp="1"/>
          </p:cNvSpPr>
          <p:nvPr/>
        </p:nvSpPr>
        <p:spPr>
          <a:xfrm xmlns:a="http://schemas.openxmlformats.org/drawingml/2006/main">
            <a:off x="266969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9" name="figure-practice_grid-16">
            <a:extLst xmlns:a="http://schemas.openxmlformats.org/drawingml/2006/main">
              <a:ext uri="{FF2B5EF4-FFF2-40B4-BE49-F238E27FC236}">
                <a16:creationId xmlns:a16="http://schemas.microsoft.com/office/drawing/2014/main" id="{D1BA1C67-0531-406D-A255-287A2DA83F62}"/>
              </a:ext>
            </a:extLst>
          </p:cNvPr>
          <p:cNvSpPr>
            <a:spLocks xmlns:a="http://schemas.openxmlformats.org/drawingml/2006/main" noGrp="1"/>
          </p:cNvSpPr>
          <p:nvPr/>
        </p:nvSpPr>
        <p:spPr>
          <a:xfrm xmlns:a="http://schemas.openxmlformats.org/drawingml/2006/main">
            <a:off x="2040686" y="254928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0" name="figure-practice_grid-17">
            <a:extLst xmlns:a="http://schemas.openxmlformats.org/drawingml/2006/main">
              <a:ext uri="{FF2B5EF4-FFF2-40B4-BE49-F238E27FC236}">
                <a16:creationId xmlns:a16="http://schemas.microsoft.com/office/drawing/2014/main" id="{DCE9F1F6-CF4B-4110-92AF-BB0751A695CF}"/>
              </a:ext>
            </a:extLst>
          </p:cNvPr>
          <p:cNvSpPr>
            <a:spLocks xmlns:a="http://schemas.openxmlformats.org/drawingml/2006/main" noGrp="1"/>
          </p:cNvSpPr>
          <p:nvPr/>
        </p:nvSpPr>
        <p:spPr>
          <a:xfrm xmlns:a="http://schemas.openxmlformats.org/drawingml/2006/main">
            <a:off x="275955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1" name="figure-practice_grid-18">
            <a:extLst xmlns:a="http://schemas.openxmlformats.org/drawingml/2006/main">
              <a:ext uri="{FF2B5EF4-FFF2-40B4-BE49-F238E27FC236}">
                <a16:creationId xmlns:a16="http://schemas.microsoft.com/office/drawing/2014/main" id="{22BC7007-B66B-47AE-A6E2-81AD84DAFC0A}"/>
              </a:ext>
            </a:extLst>
          </p:cNvPr>
          <p:cNvSpPr>
            <a:spLocks xmlns:a="http://schemas.openxmlformats.org/drawingml/2006/main" noGrp="1"/>
          </p:cNvSpPr>
          <p:nvPr/>
        </p:nvSpPr>
        <p:spPr>
          <a:xfrm xmlns:a="http://schemas.openxmlformats.org/drawingml/2006/main">
            <a:off x="2040686" y="263914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2" name="figure-practice_grid-19">
            <a:extLst xmlns:a="http://schemas.openxmlformats.org/drawingml/2006/main">
              <a:ext uri="{FF2B5EF4-FFF2-40B4-BE49-F238E27FC236}">
                <a16:creationId xmlns:a16="http://schemas.microsoft.com/office/drawing/2014/main" id="{96AF50A6-548F-47A0-9EF4-4815943C81B0}"/>
              </a:ext>
            </a:extLst>
          </p:cNvPr>
          <p:cNvSpPr>
            <a:spLocks xmlns:a="http://schemas.openxmlformats.org/drawingml/2006/main" noGrp="1"/>
          </p:cNvSpPr>
          <p:nvPr/>
        </p:nvSpPr>
        <p:spPr>
          <a:xfrm xmlns:a="http://schemas.openxmlformats.org/drawingml/2006/main">
            <a:off x="284941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3" name="figure-practice_grid-20">
            <a:extLst xmlns:a="http://schemas.openxmlformats.org/drawingml/2006/main">
              <a:ext uri="{FF2B5EF4-FFF2-40B4-BE49-F238E27FC236}">
                <a16:creationId xmlns:a16="http://schemas.microsoft.com/office/drawing/2014/main" id="{F5340499-2326-49AF-BC91-E35FD54C0F0F}"/>
              </a:ext>
            </a:extLst>
          </p:cNvPr>
          <p:cNvSpPr>
            <a:spLocks xmlns:a="http://schemas.openxmlformats.org/drawingml/2006/main" noGrp="1"/>
          </p:cNvSpPr>
          <p:nvPr/>
        </p:nvSpPr>
        <p:spPr>
          <a:xfrm xmlns:a="http://schemas.openxmlformats.org/drawingml/2006/main">
            <a:off x="2040686" y="272900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4" name="figure-practice_grid-21">
            <a:extLst xmlns:a="http://schemas.openxmlformats.org/drawingml/2006/main">
              <a:ext uri="{FF2B5EF4-FFF2-40B4-BE49-F238E27FC236}">
                <a16:creationId xmlns:a16="http://schemas.microsoft.com/office/drawing/2014/main" id="{6766BBE8-A1B3-4AB0-B0F4-13B85862CEEF}"/>
              </a:ext>
            </a:extLst>
          </p:cNvPr>
          <p:cNvSpPr>
            <a:spLocks xmlns:a="http://schemas.openxmlformats.org/drawingml/2006/main" noGrp="1"/>
          </p:cNvSpPr>
          <p:nvPr/>
        </p:nvSpPr>
        <p:spPr>
          <a:xfrm xmlns:a="http://schemas.openxmlformats.org/drawingml/2006/main">
            <a:off x="293927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35" name="figure-practice_grid-22">
            <a:extLst xmlns:a="http://schemas.openxmlformats.org/drawingml/2006/main">
              <a:ext uri="{FF2B5EF4-FFF2-40B4-BE49-F238E27FC236}">
                <a16:creationId xmlns:a16="http://schemas.microsoft.com/office/drawing/2014/main" id="{36F8ED2C-750D-4025-8CE1-68E6DEC504DB}"/>
              </a:ext>
            </a:extLst>
          </p:cNvPr>
          <p:cNvSpPr>
            <a:spLocks xmlns:a="http://schemas.openxmlformats.org/drawingml/2006/main" noGrp="1"/>
          </p:cNvSpPr>
          <p:nvPr/>
        </p:nvSpPr>
        <p:spPr>
          <a:xfrm xmlns:a="http://schemas.openxmlformats.org/drawingml/2006/main">
            <a:off x="2040686" y="281886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36" name="figure-practice_grid-23">
            <a:extLst xmlns:a="http://schemas.openxmlformats.org/drawingml/2006/main">
              <a:ext uri="{FF2B5EF4-FFF2-40B4-BE49-F238E27FC236}">
                <a16:creationId xmlns:a16="http://schemas.microsoft.com/office/drawing/2014/main" id="{1326890B-5B8B-4CC8-9151-9E2210A6E9B1}"/>
              </a:ext>
            </a:extLst>
          </p:cNvPr>
          <p:cNvSpPr>
            <a:spLocks xmlns:a="http://schemas.openxmlformats.org/drawingml/2006/main" noGrp="1"/>
          </p:cNvSpPr>
          <p:nvPr/>
        </p:nvSpPr>
        <p:spPr>
          <a:xfrm xmlns:a="http://schemas.openxmlformats.org/drawingml/2006/main">
            <a:off x="302913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7" name="figure-practice_grid-24">
            <a:extLst xmlns:a="http://schemas.openxmlformats.org/drawingml/2006/main">
              <a:ext uri="{FF2B5EF4-FFF2-40B4-BE49-F238E27FC236}">
                <a16:creationId xmlns:a16="http://schemas.microsoft.com/office/drawing/2014/main" id="{752633A5-2BC7-490E-AD0F-8FD8A9D0AAAA}"/>
              </a:ext>
            </a:extLst>
          </p:cNvPr>
          <p:cNvSpPr>
            <a:spLocks xmlns:a="http://schemas.openxmlformats.org/drawingml/2006/main" noGrp="1"/>
          </p:cNvSpPr>
          <p:nvPr/>
        </p:nvSpPr>
        <p:spPr>
          <a:xfrm xmlns:a="http://schemas.openxmlformats.org/drawingml/2006/main">
            <a:off x="2040686" y="290871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8" name="figure-practice_grid-25">
            <a:extLst xmlns:a="http://schemas.openxmlformats.org/drawingml/2006/main">
              <a:ext uri="{FF2B5EF4-FFF2-40B4-BE49-F238E27FC236}">
                <a16:creationId xmlns:a16="http://schemas.microsoft.com/office/drawing/2014/main" id="{AA35B09C-B520-408C-8D71-052C66CBBE26}"/>
              </a:ext>
            </a:extLst>
          </p:cNvPr>
          <p:cNvSpPr>
            <a:spLocks xmlns:a="http://schemas.openxmlformats.org/drawingml/2006/main" noGrp="1"/>
          </p:cNvSpPr>
          <p:nvPr/>
        </p:nvSpPr>
        <p:spPr>
          <a:xfrm xmlns:a="http://schemas.openxmlformats.org/drawingml/2006/main">
            <a:off x="311898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9" name="figure-practice_grid-26">
            <a:extLst xmlns:a="http://schemas.openxmlformats.org/drawingml/2006/main">
              <a:ext uri="{FF2B5EF4-FFF2-40B4-BE49-F238E27FC236}">
                <a16:creationId xmlns:a16="http://schemas.microsoft.com/office/drawing/2014/main" id="{A3A721D8-04EC-4BCE-9589-663658C16DD0}"/>
              </a:ext>
            </a:extLst>
          </p:cNvPr>
          <p:cNvSpPr>
            <a:spLocks xmlns:a="http://schemas.openxmlformats.org/drawingml/2006/main" noGrp="1"/>
          </p:cNvSpPr>
          <p:nvPr/>
        </p:nvSpPr>
        <p:spPr>
          <a:xfrm xmlns:a="http://schemas.openxmlformats.org/drawingml/2006/main">
            <a:off x="2040686" y="299857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0" name="figure-practice_grid-27">
            <a:extLst xmlns:a="http://schemas.openxmlformats.org/drawingml/2006/main">
              <a:ext uri="{FF2B5EF4-FFF2-40B4-BE49-F238E27FC236}">
                <a16:creationId xmlns:a16="http://schemas.microsoft.com/office/drawing/2014/main" id="{FD7C1073-3804-4444-AE52-210E2581D1C1}"/>
              </a:ext>
            </a:extLst>
          </p:cNvPr>
          <p:cNvSpPr>
            <a:spLocks xmlns:a="http://schemas.openxmlformats.org/drawingml/2006/main" noGrp="1"/>
          </p:cNvSpPr>
          <p:nvPr/>
        </p:nvSpPr>
        <p:spPr>
          <a:xfrm xmlns:a="http://schemas.openxmlformats.org/drawingml/2006/main">
            <a:off x="320884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1" name="figure-practice_grid-28">
            <a:extLst xmlns:a="http://schemas.openxmlformats.org/drawingml/2006/main">
              <a:ext uri="{FF2B5EF4-FFF2-40B4-BE49-F238E27FC236}">
                <a16:creationId xmlns:a16="http://schemas.microsoft.com/office/drawing/2014/main" id="{C74DB8C1-CEAD-483C-AB54-3281A545A5A6}"/>
              </a:ext>
            </a:extLst>
          </p:cNvPr>
          <p:cNvSpPr>
            <a:spLocks xmlns:a="http://schemas.openxmlformats.org/drawingml/2006/main" noGrp="1"/>
          </p:cNvSpPr>
          <p:nvPr/>
        </p:nvSpPr>
        <p:spPr>
          <a:xfrm xmlns:a="http://schemas.openxmlformats.org/drawingml/2006/main">
            <a:off x="2040686" y="308843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2" name="figure-practice_grid-29">
            <a:extLst xmlns:a="http://schemas.openxmlformats.org/drawingml/2006/main">
              <a:ext uri="{FF2B5EF4-FFF2-40B4-BE49-F238E27FC236}">
                <a16:creationId xmlns:a16="http://schemas.microsoft.com/office/drawing/2014/main" id="{CBE404A8-EF56-45DC-BCC8-B0A21F087845}"/>
              </a:ext>
            </a:extLst>
          </p:cNvPr>
          <p:cNvSpPr>
            <a:spLocks xmlns:a="http://schemas.openxmlformats.org/drawingml/2006/main" noGrp="1"/>
          </p:cNvSpPr>
          <p:nvPr/>
        </p:nvSpPr>
        <p:spPr>
          <a:xfrm xmlns:a="http://schemas.openxmlformats.org/drawingml/2006/main">
            <a:off x="329870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3" name="figure-practice_grid-30">
            <a:extLst xmlns:a="http://schemas.openxmlformats.org/drawingml/2006/main">
              <a:ext uri="{FF2B5EF4-FFF2-40B4-BE49-F238E27FC236}">
                <a16:creationId xmlns:a16="http://schemas.microsoft.com/office/drawing/2014/main" id="{592D1680-11A5-42A5-B84C-0064E6725B52}"/>
              </a:ext>
            </a:extLst>
          </p:cNvPr>
          <p:cNvSpPr>
            <a:spLocks xmlns:a="http://schemas.openxmlformats.org/drawingml/2006/main" noGrp="1"/>
          </p:cNvSpPr>
          <p:nvPr/>
        </p:nvSpPr>
        <p:spPr>
          <a:xfrm xmlns:a="http://schemas.openxmlformats.org/drawingml/2006/main">
            <a:off x="2040686" y="317829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4" name="figure-practice_grid-31">
            <a:extLst xmlns:a="http://schemas.openxmlformats.org/drawingml/2006/main">
              <a:ext uri="{FF2B5EF4-FFF2-40B4-BE49-F238E27FC236}">
                <a16:creationId xmlns:a16="http://schemas.microsoft.com/office/drawing/2014/main" id="{FCE7249C-D94C-4D34-B36B-E7D00844EED5}"/>
              </a:ext>
            </a:extLst>
          </p:cNvPr>
          <p:cNvSpPr>
            <a:spLocks xmlns:a="http://schemas.openxmlformats.org/drawingml/2006/main" noGrp="1"/>
          </p:cNvSpPr>
          <p:nvPr/>
        </p:nvSpPr>
        <p:spPr>
          <a:xfrm xmlns:a="http://schemas.openxmlformats.org/drawingml/2006/main">
            <a:off x="338856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5" name="figure-practice_grid-32">
            <a:extLst xmlns:a="http://schemas.openxmlformats.org/drawingml/2006/main">
              <a:ext uri="{FF2B5EF4-FFF2-40B4-BE49-F238E27FC236}">
                <a16:creationId xmlns:a16="http://schemas.microsoft.com/office/drawing/2014/main" id="{E9060EE4-4F86-4752-94B7-FC497266F775}"/>
              </a:ext>
            </a:extLst>
          </p:cNvPr>
          <p:cNvSpPr>
            <a:spLocks xmlns:a="http://schemas.openxmlformats.org/drawingml/2006/main" noGrp="1"/>
          </p:cNvSpPr>
          <p:nvPr/>
        </p:nvSpPr>
        <p:spPr>
          <a:xfrm xmlns:a="http://schemas.openxmlformats.org/drawingml/2006/main">
            <a:off x="2040686" y="326815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6" name="figure-practice_grid-33">
            <a:extLst xmlns:a="http://schemas.openxmlformats.org/drawingml/2006/main">
              <a:ext uri="{FF2B5EF4-FFF2-40B4-BE49-F238E27FC236}">
                <a16:creationId xmlns:a16="http://schemas.microsoft.com/office/drawing/2014/main" id="{00866387-BCF7-4027-A6F1-08A812480E86}"/>
              </a:ext>
            </a:extLst>
          </p:cNvPr>
          <p:cNvSpPr>
            <a:spLocks xmlns:a="http://schemas.openxmlformats.org/drawingml/2006/main" noGrp="1"/>
          </p:cNvSpPr>
          <p:nvPr/>
        </p:nvSpPr>
        <p:spPr>
          <a:xfrm xmlns:a="http://schemas.openxmlformats.org/drawingml/2006/main">
            <a:off x="347842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7" name="figure-practice_grid-34">
            <a:extLst xmlns:a="http://schemas.openxmlformats.org/drawingml/2006/main">
              <a:ext uri="{FF2B5EF4-FFF2-40B4-BE49-F238E27FC236}">
                <a16:creationId xmlns:a16="http://schemas.microsoft.com/office/drawing/2014/main" id="{1A1692E0-3EA4-4345-833C-E9294F2B4D68}"/>
              </a:ext>
            </a:extLst>
          </p:cNvPr>
          <p:cNvSpPr>
            <a:spLocks xmlns:a="http://schemas.openxmlformats.org/drawingml/2006/main" noGrp="1"/>
          </p:cNvSpPr>
          <p:nvPr/>
        </p:nvSpPr>
        <p:spPr>
          <a:xfrm xmlns:a="http://schemas.openxmlformats.org/drawingml/2006/main">
            <a:off x="2040686" y="335801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8" name="figure-practice_grid-35">
            <a:extLst xmlns:a="http://schemas.openxmlformats.org/drawingml/2006/main">
              <a:ext uri="{FF2B5EF4-FFF2-40B4-BE49-F238E27FC236}">
                <a16:creationId xmlns:a16="http://schemas.microsoft.com/office/drawing/2014/main" id="{E3E15B44-D029-47F0-8827-77760129444B}"/>
              </a:ext>
            </a:extLst>
          </p:cNvPr>
          <p:cNvSpPr>
            <a:spLocks xmlns:a="http://schemas.openxmlformats.org/drawingml/2006/main" noGrp="1"/>
          </p:cNvSpPr>
          <p:nvPr/>
        </p:nvSpPr>
        <p:spPr>
          <a:xfrm xmlns:a="http://schemas.openxmlformats.org/drawingml/2006/main">
            <a:off x="356828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9" name="figure-practice_grid-36">
            <a:extLst xmlns:a="http://schemas.openxmlformats.org/drawingml/2006/main">
              <a:ext uri="{FF2B5EF4-FFF2-40B4-BE49-F238E27FC236}">
                <a16:creationId xmlns:a16="http://schemas.microsoft.com/office/drawing/2014/main" id="{D884CDA8-EE25-4C56-BF2D-06277FB787CE}"/>
              </a:ext>
            </a:extLst>
          </p:cNvPr>
          <p:cNvSpPr>
            <a:spLocks xmlns:a="http://schemas.openxmlformats.org/drawingml/2006/main" noGrp="1"/>
          </p:cNvSpPr>
          <p:nvPr/>
        </p:nvSpPr>
        <p:spPr>
          <a:xfrm xmlns:a="http://schemas.openxmlformats.org/drawingml/2006/main">
            <a:off x="2040686" y="344787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0" name="figure-practice_grid-37">
            <a:extLst xmlns:a="http://schemas.openxmlformats.org/drawingml/2006/main">
              <a:ext uri="{FF2B5EF4-FFF2-40B4-BE49-F238E27FC236}">
                <a16:creationId xmlns:a16="http://schemas.microsoft.com/office/drawing/2014/main" id="{79B11924-2296-40E5-A562-00A62C316A6E}"/>
              </a:ext>
            </a:extLst>
          </p:cNvPr>
          <p:cNvSpPr>
            <a:spLocks xmlns:a="http://schemas.openxmlformats.org/drawingml/2006/main" noGrp="1"/>
          </p:cNvSpPr>
          <p:nvPr/>
        </p:nvSpPr>
        <p:spPr>
          <a:xfrm xmlns:a="http://schemas.openxmlformats.org/drawingml/2006/main">
            <a:off x="365813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1" name="figure-practice_grid-38">
            <a:extLst xmlns:a="http://schemas.openxmlformats.org/drawingml/2006/main">
              <a:ext uri="{FF2B5EF4-FFF2-40B4-BE49-F238E27FC236}">
                <a16:creationId xmlns:a16="http://schemas.microsoft.com/office/drawing/2014/main" id="{4E8AD05A-F74D-4145-B1B2-9147E14F771E}"/>
              </a:ext>
            </a:extLst>
          </p:cNvPr>
          <p:cNvSpPr>
            <a:spLocks xmlns:a="http://schemas.openxmlformats.org/drawingml/2006/main" noGrp="1"/>
          </p:cNvSpPr>
          <p:nvPr/>
        </p:nvSpPr>
        <p:spPr>
          <a:xfrm xmlns:a="http://schemas.openxmlformats.org/drawingml/2006/main">
            <a:off x="2040686" y="353772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2" name="figure-practice_grid-39">
            <a:extLst xmlns:a="http://schemas.openxmlformats.org/drawingml/2006/main">
              <a:ext uri="{FF2B5EF4-FFF2-40B4-BE49-F238E27FC236}">
                <a16:creationId xmlns:a16="http://schemas.microsoft.com/office/drawing/2014/main" id="{F5B4DBF5-18AD-4792-8DC8-393DA16227E7}"/>
              </a:ext>
            </a:extLst>
          </p:cNvPr>
          <p:cNvSpPr>
            <a:spLocks xmlns:a="http://schemas.openxmlformats.org/drawingml/2006/main" noGrp="1"/>
          </p:cNvSpPr>
          <p:nvPr/>
        </p:nvSpPr>
        <p:spPr>
          <a:xfrm xmlns:a="http://schemas.openxmlformats.org/drawingml/2006/main">
            <a:off x="374799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3" name="figure-practice_grid-40">
            <a:extLst xmlns:a="http://schemas.openxmlformats.org/drawingml/2006/main">
              <a:ext uri="{FF2B5EF4-FFF2-40B4-BE49-F238E27FC236}">
                <a16:creationId xmlns:a16="http://schemas.microsoft.com/office/drawing/2014/main" id="{9400BA95-79CC-450D-9604-F0F453C8E619}"/>
              </a:ext>
            </a:extLst>
          </p:cNvPr>
          <p:cNvSpPr>
            <a:spLocks xmlns:a="http://schemas.openxmlformats.org/drawingml/2006/main" noGrp="1"/>
          </p:cNvSpPr>
          <p:nvPr/>
        </p:nvSpPr>
        <p:spPr>
          <a:xfrm xmlns:a="http://schemas.openxmlformats.org/drawingml/2006/main">
            <a:off x="2040686" y="362758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4" name="figure-practice_grid-41">
            <a:extLst xmlns:a="http://schemas.openxmlformats.org/drawingml/2006/main">
              <a:ext uri="{FF2B5EF4-FFF2-40B4-BE49-F238E27FC236}">
                <a16:creationId xmlns:a16="http://schemas.microsoft.com/office/drawing/2014/main" id="{CF308669-5461-46E6-B6F0-C2445FCC91DC}"/>
              </a:ext>
            </a:extLst>
          </p:cNvPr>
          <p:cNvSpPr>
            <a:spLocks xmlns:a="http://schemas.openxmlformats.org/drawingml/2006/main" noGrp="1"/>
          </p:cNvSpPr>
          <p:nvPr/>
        </p:nvSpPr>
        <p:spPr>
          <a:xfrm xmlns:a="http://schemas.openxmlformats.org/drawingml/2006/main">
            <a:off x="383785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55" name="figure-practice_grid-42">
            <a:extLst xmlns:a="http://schemas.openxmlformats.org/drawingml/2006/main">
              <a:ext uri="{FF2B5EF4-FFF2-40B4-BE49-F238E27FC236}">
                <a16:creationId xmlns:a16="http://schemas.microsoft.com/office/drawing/2014/main" id="{6D51BAAB-8954-4627-AF0C-FA84A8312EDF}"/>
              </a:ext>
            </a:extLst>
          </p:cNvPr>
          <p:cNvSpPr>
            <a:spLocks xmlns:a="http://schemas.openxmlformats.org/drawingml/2006/main" noGrp="1"/>
          </p:cNvSpPr>
          <p:nvPr/>
        </p:nvSpPr>
        <p:spPr>
          <a:xfrm xmlns:a="http://schemas.openxmlformats.org/drawingml/2006/main">
            <a:off x="2040686" y="371744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56" name="figure-practice_grid-43">
            <a:extLst xmlns:a="http://schemas.openxmlformats.org/drawingml/2006/main">
              <a:ext uri="{FF2B5EF4-FFF2-40B4-BE49-F238E27FC236}">
                <a16:creationId xmlns:a16="http://schemas.microsoft.com/office/drawing/2014/main" id="{009EED46-C7C4-4783-BCDB-7625FA8C2B1E}"/>
              </a:ext>
            </a:extLst>
          </p:cNvPr>
          <p:cNvSpPr>
            <a:spLocks xmlns:a="http://schemas.openxmlformats.org/drawingml/2006/main" noGrp="1"/>
          </p:cNvSpPr>
          <p:nvPr/>
        </p:nvSpPr>
        <p:spPr>
          <a:xfrm xmlns:a="http://schemas.openxmlformats.org/drawingml/2006/main">
            <a:off x="392771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7" name="figure-practice_grid-44">
            <a:extLst xmlns:a="http://schemas.openxmlformats.org/drawingml/2006/main">
              <a:ext uri="{FF2B5EF4-FFF2-40B4-BE49-F238E27FC236}">
                <a16:creationId xmlns:a16="http://schemas.microsoft.com/office/drawing/2014/main" id="{3922E4F0-DEF8-473C-888F-BDB385112804}"/>
              </a:ext>
            </a:extLst>
          </p:cNvPr>
          <p:cNvSpPr>
            <a:spLocks xmlns:a="http://schemas.openxmlformats.org/drawingml/2006/main" noGrp="1"/>
          </p:cNvSpPr>
          <p:nvPr/>
        </p:nvSpPr>
        <p:spPr>
          <a:xfrm xmlns:a="http://schemas.openxmlformats.org/drawingml/2006/main">
            <a:off x="2040686" y="380730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8" name="figure-practice_grid-45">
            <a:extLst xmlns:a="http://schemas.openxmlformats.org/drawingml/2006/main">
              <a:ext uri="{FF2B5EF4-FFF2-40B4-BE49-F238E27FC236}">
                <a16:creationId xmlns:a16="http://schemas.microsoft.com/office/drawing/2014/main" id="{D5EAC00E-7704-4998-A779-EA4EB798F13A}"/>
              </a:ext>
            </a:extLst>
          </p:cNvPr>
          <p:cNvSpPr>
            <a:spLocks xmlns:a="http://schemas.openxmlformats.org/drawingml/2006/main" noGrp="1"/>
          </p:cNvSpPr>
          <p:nvPr/>
        </p:nvSpPr>
        <p:spPr>
          <a:xfrm xmlns:a="http://schemas.openxmlformats.org/drawingml/2006/main">
            <a:off x="401757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9" name="figure-practice_grid-46">
            <a:extLst xmlns:a="http://schemas.openxmlformats.org/drawingml/2006/main">
              <a:ext uri="{FF2B5EF4-FFF2-40B4-BE49-F238E27FC236}">
                <a16:creationId xmlns:a16="http://schemas.microsoft.com/office/drawing/2014/main" id="{A408F821-C4E7-4064-A77D-3C562673F44D}"/>
              </a:ext>
            </a:extLst>
          </p:cNvPr>
          <p:cNvSpPr>
            <a:spLocks xmlns:a="http://schemas.openxmlformats.org/drawingml/2006/main" noGrp="1"/>
          </p:cNvSpPr>
          <p:nvPr/>
        </p:nvSpPr>
        <p:spPr>
          <a:xfrm xmlns:a="http://schemas.openxmlformats.org/drawingml/2006/main">
            <a:off x="2040686" y="389716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0" name="figure-practice_grid-47">
            <a:extLst xmlns:a="http://schemas.openxmlformats.org/drawingml/2006/main">
              <a:ext uri="{FF2B5EF4-FFF2-40B4-BE49-F238E27FC236}">
                <a16:creationId xmlns:a16="http://schemas.microsoft.com/office/drawing/2014/main" id="{0226D75D-111B-4653-AC7D-D20308B3C4C8}"/>
              </a:ext>
            </a:extLst>
          </p:cNvPr>
          <p:cNvSpPr>
            <a:spLocks xmlns:a="http://schemas.openxmlformats.org/drawingml/2006/main" noGrp="1"/>
          </p:cNvSpPr>
          <p:nvPr/>
        </p:nvSpPr>
        <p:spPr>
          <a:xfrm xmlns:a="http://schemas.openxmlformats.org/drawingml/2006/main">
            <a:off x="410743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1" name="figure-practice_grid-48">
            <a:extLst xmlns:a="http://schemas.openxmlformats.org/drawingml/2006/main">
              <a:ext uri="{FF2B5EF4-FFF2-40B4-BE49-F238E27FC236}">
                <a16:creationId xmlns:a16="http://schemas.microsoft.com/office/drawing/2014/main" id="{C1C156E6-D97A-4FAE-A8C8-CE1BECB5AE56}"/>
              </a:ext>
            </a:extLst>
          </p:cNvPr>
          <p:cNvSpPr>
            <a:spLocks xmlns:a="http://schemas.openxmlformats.org/drawingml/2006/main" noGrp="1"/>
          </p:cNvSpPr>
          <p:nvPr/>
        </p:nvSpPr>
        <p:spPr>
          <a:xfrm xmlns:a="http://schemas.openxmlformats.org/drawingml/2006/main">
            <a:off x="2040686" y="398702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2" name="figure-practice_grid-49">
            <a:extLst xmlns:a="http://schemas.openxmlformats.org/drawingml/2006/main">
              <a:ext uri="{FF2B5EF4-FFF2-40B4-BE49-F238E27FC236}">
                <a16:creationId xmlns:a16="http://schemas.microsoft.com/office/drawing/2014/main" id="{C2F46F1C-E406-4692-AD46-9D5B257F79C0}"/>
              </a:ext>
            </a:extLst>
          </p:cNvPr>
          <p:cNvSpPr>
            <a:spLocks xmlns:a="http://schemas.openxmlformats.org/drawingml/2006/main" noGrp="1"/>
          </p:cNvSpPr>
          <p:nvPr/>
        </p:nvSpPr>
        <p:spPr>
          <a:xfrm xmlns:a="http://schemas.openxmlformats.org/drawingml/2006/main">
            <a:off x="419729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3" name="figure-practice_grid-50">
            <a:extLst xmlns:a="http://schemas.openxmlformats.org/drawingml/2006/main">
              <a:ext uri="{FF2B5EF4-FFF2-40B4-BE49-F238E27FC236}">
                <a16:creationId xmlns:a16="http://schemas.microsoft.com/office/drawing/2014/main" id="{1A0514BD-7711-4602-AAA0-AC568DDE2F7B}"/>
              </a:ext>
            </a:extLst>
          </p:cNvPr>
          <p:cNvSpPr>
            <a:spLocks xmlns:a="http://schemas.openxmlformats.org/drawingml/2006/main" noGrp="1"/>
          </p:cNvSpPr>
          <p:nvPr/>
        </p:nvSpPr>
        <p:spPr>
          <a:xfrm xmlns:a="http://schemas.openxmlformats.org/drawingml/2006/main">
            <a:off x="2040686" y="407688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4" name="figure-practice_grid-51">
            <a:extLst xmlns:a="http://schemas.openxmlformats.org/drawingml/2006/main">
              <a:ext uri="{FF2B5EF4-FFF2-40B4-BE49-F238E27FC236}">
                <a16:creationId xmlns:a16="http://schemas.microsoft.com/office/drawing/2014/main" id="{E0891B5D-9CA6-4AFA-9CBE-CDC4D6ADD98A}"/>
              </a:ext>
            </a:extLst>
          </p:cNvPr>
          <p:cNvSpPr>
            <a:spLocks xmlns:a="http://schemas.openxmlformats.org/drawingml/2006/main" noGrp="1"/>
          </p:cNvSpPr>
          <p:nvPr/>
        </p:nvSpPr>
        <p:spPr>
          <a:xfrm xmlns:a="http://schemas.openxmlformats.org/drawingml/2006/main">
            <a:off x="428714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5" name="figure-practice_grid-52">
            <a:extLst xmlns:a="http://schemas.openxmlformats.org/drawingml/2006/main">
              <a:ext uri="{FF2B5EF4-FFF2-40B4-BE49-F238E27FC236}">
                <a16:creationId xmlns:a16="http://schemas.microsoft.com/office/drawing/2014/main" id="{F1A40BEB-621C-4B44-ABF1-F009CC1F9079}"/>
              </a:ext>
            </a:extLst>
          </p:cNvPr>
          <p:cNvSpPr>
            <a:spLocks xmlns:a="http://schemas.openxmlformats.org/drawingml/2006/main" noGrp="1"/>
          </p:cNvSpPr>
          <p:nvPr/>
        </p:nvSpPr>
        <p:spPr>
          <a:xfrm xmlns:a="http://schemas.openxmlformats.org/drawingml/2006/main">
            <a:off x="2040686" y="416673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6" name="figure-practice_grid-53">
            <a:extLst xmlns:a="http://schemas.openxmlformats.org/drawingml/2006/main">
              <a:ext uri="{FF2B5EF4-FFF2-40B4-BE49-F238E27FC236}">
                <a16:creationId xmlns:a16="http://schemas.microsoft.com/office/drawing/2014/main" id="{FBE85F5B-9D91-4335-944E-986D20DA80CC}"/>
              </a:ext>
            </a:extLst>
          </p:cNvPr>
          <p:cNvSpPr>
            <a:spLocks xmlns:a="http://schemas.openxmlformats.org/drawingml/2006/main" noGrp="1"/>
          </p:cNvSpPr>
          <p:nvPr/>
        </p:nvSpPr>
        <p:spPr>
          <a:xfrm xmlns:a="http://schemas.openxmlformats.org/drawingml/2006/main">
            <a:off x="437700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7" name="figure-practice_grid-54">
            <a:extLst xmlns:a="http://schemas.openxmlformats.org/drawingml/2006/main">
              <a:ext uri="{FF2B5EF4-FFF2-40B4-BE49-F238E27FC236}">
                <a16:creationId xmlns:a16="http://schemas.microsoft.com/office/drawing/2014/main" id="{6FCD3BCC-1A8D-4E85-801A-6C6584E9F0DA}"/>
              </a:ext>
            </a:extLst>
          </p:cNvPr>
          <p:cNvSpPr>
            <a:spLocks xmlns:a="http://schemas.openxmlformats.org/drawingml/2006/main" noGrp="1"/>
          </p:cNvSpPr>
          <p:nvPr/>
        </p:nvSpPr>
        <p:spPr>
          <a:xfrm xmlns:a="http://schemas.openxmlformats.org/drawingml/2006/main">
            <a:off x="2040686" y="425659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8" name="figure-practice_grid-55">
            <a:extLst xmlns:a="http://schemas.openxmlformats.org/drawingml/2006/main">
              <a:ext uri="{FF2B5EF4-FFF2-40B4-BE49-F238E27FC236}">
                <a16:creationId xmlns:a16="http://schemas.microsoft.com/office/drawing/2014/main" id="{AB18AAD5-54B3-4F8C-81AE-E0BAC3855BCD}"/>
              </a:ext>
            </a:extLst>
          </p:cNvPr>
          <p:cNvSpPr>
            <a:spLocks xmlns:a="http://schemas.openxmlformats.org/drawingml/2006/main" noGrp="1"/>
          </p:cNvSpPr>
          <p:nvPr/>
        </p:nvSpPr>
        <p:spPr>
          <a:xfrm xmlns:a="http://schemas.openxmlformats.org/drawingml/2006/main">
            <a:off x="446686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9" name="figure-practice_grid-56">
            <a:extLst xmlns:a="http://schemas.openxmlformats.org/drawingml/2006/main">
              <a:ext uri="{FF2B5EF4-FFF2-40B4-BE49-F238E27FC236}">
                <a16:creationId xmlns:a16="http://schemas.microsoft.com/office/drawing/2014/main" id="{66EFF10B-14E5-479E-A15C-0FE8A4ADFC85}"/>
              </a:ext>
            </a:extLst>
          </p:cNvPr>
          <p:cNvSpPr>
            <a:spLocks xmlns:a="http://schemas.openxmlformats.org/drawingml/2006/main" noGrp="1"/>
          </p:cNvSpPr>
          <p:nvPr/>
        </p:nvSpPr>
        <p:spPr>
          <a:xfrm xmlns:a="http://schemas.openxmlformats.org/drawingml/2006/main">
            <a:off x="2040686" y="434645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0" name="figure-practice_grid-57">
            <a:extLst xmlns:a="http://schemas.openxmlformats.org/drawingml/2006/main">
              <a:ext uri="{FF2B5EF4-FFF2-40B4-BE49-F238E27FC236}">
                <a16:creationId xmlns:a16="http://schemas.microsoft.com/office/drawing/2014/main" id="{AF006076-21A7-4526-99C2-48EB68992041}"/>
              </a:ext>
            </a:extLst>
          </p:cNvPr>
          <p:cNvSpPr>
            <a:spLocks xmlns:a="http://schemas.openxmlformats.org/drawingml/2006/main" noGrp="1"/>
          </p:cNvSpPr>
          <p:nvPr/>
        </p:nvSpPr>
        <p:spPr>
          <a:xfrm xmlns:a="http://schemas.openxmlformats.org/drawingml/2006/main">
            <a:off x="455672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1" name="figure-practice_grid-58">
            <a:extLst xmlns:a="http://schemas.openxmlformats.org/drawingml/2006/main">
              <a:ext uri="{FF2B5EF4-FFF2-40B4-BE49-F238E27FC236}">
                <a16:creationId xmlns:a16="http://schemas.microsoft.com/office/drawing/2014/main" id="{B1665E4F-79FD-4685-B21C-6EF9BF6D715A}"/>
              </a:ext>
            </a:extLst>
          </p:cNvPr>
          <p:cNvSpPr>
            <a:spLocks xmlns:a="http://schemas.openxmlformats.org/drawingml/2006/main" noGrp="1"/>
          </p:cNvSpPr>
          <p:nvPr/>
        </p:nvSpPr>
        <p:spPr>
          <a:xfrm xmlns:a="http://schemas.openxmlformats.org/drawingml/2006/main">
            <a:off x="2040686" y="443631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2" name="figure-practice_grid-59">
            <a:extLst xmlns:a="http://schemas.openxmlformats.org/drawingml/2006/main">
              <a:ext uri="{FF2B5EF4-FFF2-40B4-BE49-F238E27FC236}">
                <a16:creationId xmlns:a16="http://schemas.microsoft.com/office/drawing/2014/main" id="{D3B49F04-4087-4D82-9C53-81FA9AC53A6C}"/>
              </a:ext>
            </a:extLst>
          </p:cNvPr>
          <p:cNvSpPr>
            <a:spLocks xmlns:a="http://schemas.openxmlformats.org/drawingml/2006/main" noGrp="1"/>
          </p:cNvSpPr>
          <p:nvPr/>
        </p:nvSpPr>
        <p:spPr>
          <a:xfrm xmlns:a="http://schemas.openxmlformats.org/drawingml/2006/main">
            <a:off x="464658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3" name="figure-practice_grid-60">
            <a:extLst xmlns:a="http://schemas.openxmlformats.org/drawingml/2006/main">
              <a:ext uri="{FF2B5EF4-FFF2-40B4-BE49-F238E27FC236}">
                <a16:creationId xmlns:a16="http://schemas.microsoft.com/office/drawing/2014/main" id="{E8C1B512-4C4E-4F3B-981B-597059B49523}"/>
              </a:ext>
            </a:extLst>
          </p:cNvPr>
          <p:cNvSpPr>
            <a:spLocks xmlns:a="http://schemas.openxmlformats.org/drawingml/2006/main" noGrp="1"/>
          </p:cNvSpPr>
          <p:nvPr/>
        </p:nvSpPr>
        <p:spPr>
          <a:xfrm xmlns:a="http://schemas.openxmlformats.org/drawingml/2006/main">
            <a:off x="2040686" y="452617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4" name="figure-practice_grid-61">
            <a:extLst xmlns:a="http://schemas.openxmlformats.org/drawingml/2006/main">
              <a:ext uri="{FF2B5EF4-FFF2-40B4-BE49-F238E27FC236}">
                <a16:creationId xmlns:a16="http://schemas.microsoft.com/office/drawing/2014/main" id="{083F0029-47B1-48DC-860A-3FA6B27C4729}"/>
              </a:ext>
            </a:extLst>
          </p:cNvPr>
          <p:cNvSpPr>
            <a:spLocks xmlns:a="http://schemas.openxmlformats.org/drawingml/2006/main" noGrp="1"/>
          </p:cNvSpPr>
          <p:nvPr/>
        </p:nvSpPr>
        <p:spPr>
          <a:xfrm xmlns:a="http://schemas.openxmlformats.org/drawingml/2006/main">
            <a:off x="473644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75" name="figure-practice_grid-62">
            <a:extLst xmlns:a="http://schemas.openxmlformats.org/drawingml/2006/main">
              <a:ext uri="{FF2B5EF4-FFF2-40B4-BE49-F238E27FC236}">
                <a16:creationId xmlns:a16="http://schemas.microsoft.com/office/drawing/2014/main" id="{BFBE9769-8DE1-4F17-9712-7164ED83751E}"/>
              </a:ext>
            </a:extLst>
          </p:cNvPr>
          <p:cNvSpPr>
            <a:spLocks xmlns:a="http://schemas.openxmlformats.org/drawingml/2006/main" noGrp="1"/>
          </p:cNvSpPr>
          <p:nvPr/>
        </p:nvSpPr>
        <p:spPr>
          <a:xfrm xmlns:a="http://schemas.openxmlformats.org/drawingml/2006/main">
            <a:off x="2040686" y="461603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76" name="figure-practice_grid-63">
            <a:extLst xmlns:a="http://schemas.openxmlformats.org/drawingml/2006/main">
              <a:ext uri="{FF2B5EF4-FFF2-40B4-BE49-F238E27FC236}">
                <a16:creationId xmlns:a16="http://schemas.microsoft.com/office/drawing/2014/main" id="{A0C35D96-CBA1-4C59-9B8A-2E7D1BDB2DFB}"/>
              </a:ext>
            </a:extLst>
          </p:cNvPr>
          <p:cNvSpPr>
            <a:spLocks xmlns:a="http://schemas.openxmlformats.org/drawingml/2006/main" noGrp="1"/>
          </p:cNvSpPr>
          <p:nvPr/>
        </p:nvSpPr>
        <p:spPr>
          <a:xfrm xmlns:a="http://schemas.openxmlformats.org/drawingml/2006/main">
            <a:off x="482630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7" name="figure-practice_grid-64">
            <a:extLst xmlns:a="http://schemas.openxmlformats.org/drawingml/2006/main">
              <a:ext uri="{FF2B5EF4-FFF2-40B4-BE49-F238E27FC236}">
                <a16:creationId xmlns:a16="http://schemas.microsoft.com/office/drawing/2014/main" id="{22C96EA5-A320-45F1-B548-051B29151804}"/>
              </a:ext>
            </a:extLst>
          </p:cNvPr>
          <p:cNvSpPr>
            <a:spLocks xmlns:a="http://schemas.openxmlformats.org/drawingml/2006/main" noGrp="1"/>
          </p:cNvSpPr>
          <p:nvPr/>
        </p:nvSpPr>
        <p:spPr>
          <a:xfrm xmlns:a="http://schemas.openxmlformats.org/drawingml/2006/main">
            <a:off x="2040686" y="470588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8" name="figure-practice_grid-65">
            <a:extLst xmlns:a="http://schemas.openxmlformats.org/drawingml/2006/main">
              <a:ext uri="{FF2B5EF4-FFF2-40B4-BE49-F238E27FC236}">
                <a16:creationId xmlns:a16="http://schemas.microsoft.com/office/drawing/2014/main" id="{3398F7E3-E249-48DA-B0C5-3328200B3BA8}"/>
              </a:ext>
            </a:extLst>
          </p:cNvPr>
          <p:cNvSpPr>
            <a:spLocks xmlns:a="http://schemas.openxmlformats.org/drawingml/2006/main" noGrp="1"/>
          </p:cNvSpPr>
          <p:nvPr/>
        </p:nvSpPr>
        <p:spPr>
          <a:xfrm xmlns:a="http://schemas.openxmlformats.org/drawingml/2006/main">
            <a:off x="491615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9" name="figure-practice_grid-66">
            <a:extLst xmlns:a="http://schemas.openxmlformats.org/drawingml/2006/main">
              <a:ext uri="{FF2B5EF4-FFF2-40B4-BE49-F238E27FC236}">
                <a16:creationId xmlns:a16="http://schemas.microsoft.com/office/drawing/2014/main" id="{BEA99E1F-8971-403A-9133-3A3C74F7FE0D}"/>
              </a:ext>
            </a:extLst>
          </p:cNvPr>
          <p:cNvSpPr>
            <a:spLocks xmlns:a="http://schemas.openxmlformats.org/drawingml/2006/main" noGrp="1"/>
          </p:cNvSpPr>
          <p:nvPr/>
        </p:nvSpPr>
        <p:spPr>
          <a:xfrm xmlns:a="http://schemas.openxmlformats.org/drawingml/2006/main">
            <a:off x="2040686" y="479574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0" name="figure-practice_grid-67">
            <a:extLst xmlns:a="http://schemas.openxmlformats.org/drawingml/2006/main">
              <a:ext uri="{FF2B5EF4-FFF2-40B4-BE49-F238E27FC236}">
                <a16:creationId xmlns:a16="http://schemas.microsoft.com/office/drawing/2014/main" id="{67385121-555B-4D86-97A4-512D340A3AAE}"/>
              </a:ext>
            </a:extLst>
          </p:cNvPr>
          <p:cNvSpPr>
            <a:spLocks xmlns:a="http://schemas.openxmlformats.org/drawingml/2006/main" noGrp="1"/>
          </p:cNvSpPr>
          <p:nvPr/>
        </p:nvSpPr>
        <p:spPr>
          <a:xfrm xmlns:a="http://schemas.openxmlformats.org/drawingml/2006/main">
            <a:off x="500601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1" name="figure-practice_grid-68">
            <a:extLst xmlns:a="http://schemas.openxmlformats.org/drawingml/2006/main">
              <a:ext uri="{FF2B5EF4-FFF2-40B4-BE49-F238E27FC236}">
                <a16:creationId xmlns:a16="http://schemas.microsoft.com/office/drawing/2014/main" id="{824919F4-3BC9-4BAE-8818-3337BC00E2D6}"/>
              </a:ext>
            </a:extLst>
          </p:cNvPr>
          <p:cNvSpPr>
            <a:spLocks xmlns:a="http://schemas.openxmlformats.org/drawingml/2006/main" noGrp="1"/>
          </p:cNvSpPr>
          <p:nvPr/>
        </p:nvSpPr>
        <p:spPr>
          <a:xfrm xmlns:a="http://schemas.openxmlformats.org/drawingml/2006/main">
            <a:off x="2040686" y="488560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2" name="figure-practice_grid-69">
            <a:extLst xmlns:a="http://schemas.openxmlformats.org/drawingml/2006/main">
              <a:ext uri="{FF2B5EF4-FFF2-40B4-BE49-F238E27FC236}">
                <a16:creationId xmlns:a16="http://schemas.microsoft.com/office/drawing/2014/main" id="{F61DEE44-7808-4B3D-9444-933DAF6DBDF6}"/>
              </a:ext>
            </a:extLst>
          </p:cNvPr>
          <p:cNvSpPr>
            <a:spLocks xmlns:a="http://schemas.openxmlformats.org/drawingml/2006/main" noGrp="1"/>
          </p:cNvSpPr>
          <p:nvPr/>
        </p:nvSpPr>
        <p:spPr>
          <a:xfrm xmlns:a="http://schemas.openxmlformats.org/drawingml/2006/main">
            <a:off x="509587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3" name="figure-practice_grid-70">
            <a:extLst xmlns:a="http://schemas.openxmlformats.org/drawingml/2006/main">
              <a:ext uri="{FF2B5EF4-FFF2-40B4-BE49-F238E27FC236}">
                <a16:creationId xmlns:a16="http://schemas.microsoft.com/office/drawing/2014/main" id="{90A4FB8C-A777-4035-9997-957D32AAA914}"/>
              </a:ext>
            </a:extLst>
          </p:cNvPr>
          <p:cNvSpPr>
            <a:spLocks xmlns:a="http://schemas.openxmlformats.org/drawingml/2006/main" noGrp="1"/>
          </p:cNvSpPr>
          <p:nvPr/>
        </p:nvSpPr>
        <p:spPr>
          <a:xfrm xmlns:a="http://schemas.openxmlformats.org/drawingml/2006/main">
            <a:off x="2040686" y="497546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4" name="figure-practice_grid-71">
            <a:extLst xmlns:a="http://schemas.openxmlformats.org/drawingml/2006/main">
              <a:ext uri="{FF2B5EF4-FFF2-40B4-BE49-F238E27FC236}">
                <a16:creationId xmlns:a16="http://schemas.microsoft.com/office/drawing/2014/main" id="{40627F7E-38D1-40C3-90D1-4B2DD8A3CA93}"/>
              </a:ext>
            </a:extLst>
          </p:cNvPr>
          <p:cNvSpPr>
            <a:spLocks xmlns:a="http://schemas.openxmlformats.org/drawingml/2006/main" noGrp="1"/>
          </p:cNvSpPr>
          <p:nvPr/>
        </p:nvSpPr>
        <p:spPr>
          <a:xfrm xmlns:a="http://schemas.openxmlformats.org/drawingml/2006/main">
            <a:off x="518573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5" name="figure-practice_grid-72">
            <a:extLst xmlns:a="http://schemas.openxmlformats.org/drawingml/2006/main">
              <a:ext uri="{FF2B5EF4-FFF2-40B4-BE49-F238E27FC236}">
                <a16:creationId xmlns:a16="http://schemas.microsoft.com/office/drawing/2014/main" id="{9C3C0582-978C-4163-B75F-DFB4EB627ED2}"/>
              </a:ext>
            </a:extLst>
          </p:cNvPr>
          <p:cNvSpPr>
            <a:spLocks xmlns:a="http://schemas.openxmlformats.org/drawingml/2006/main" noGrp="1"/>
          </p:cNvSpPr>
          <p:nvPr/>
        </p:nvSpPr>
        <p:spPr>
          <a:xfrm xmlns:a="http://schemas.openxmlformats.org/drawingml/2006/main">
            <a:off x="2040686" y="506532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6" name="figure-practice_grid-73">
            <a:extLst xmlns:a="http://schemas.openxmlformats.org/drawingml/2006/main">
              <a:ext uri="{FF2B5EF4-FFF2-40B4-BE49-F238E27FC236}">
                <a16:creationId xmlns:a16="http://schemas.microsoft.com/office/drawing/2014/main" id="{80E3225F-C80E-4F40-A734-2DE55BA7A22F}"/>
              </a:ext>
            </a:extLst>
          </p:cNvPr>
          <p:cNvSpPr>
            <a:spLocks xmlns:a="http://schemas.openxmlformats.org/drawingml/2006/main" noGrp="1"/>
          </p:cNvSpPr>
          <p:nvPr/>
        </p:nvSpPr>
        <p:spPr>
          <a:xfrm xmlns:a="http://schemas.openxmlformats.org/drawingml/2006/main">
            <a:off x="527559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7" name="figure-practice_grid-74">
            <a:extLst xmlns:a="http://schemas.openxmlformats.org/drawingml/2006/main">
              <a:ext uri="{FF2B5EF4-FFF2-40B4-BE49-F238E27FC236}">
                <a16:creationId xmlns:a16="http://schemas.microsoft.com/office/drawing/2014/main" id="{1D15B679-C5FA-43D1-A10B-1BC87C93F7DF}"/>
              </a:ext>
            </a:extLst>
          </p:cNvPr>
          <p:cNvSpPr>
            <a:spLocks xmlns:a="http://schemas.openxmlformats.org/drawingml/2006/main" noGrp="1"/>
          </p:cNvSpPr>
          <p:nvPr/>
        </p:nvSpPr>
        <p:spPr>
          <a:xfrm xmlns:a="http://schemas.openxmlformats.org/drawingml/2006/main">
            <a:off x="2040686" y="515518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8" name="figure-practice_grid-75">
            <a:extLst xmlns:a="http://schemas.openxmlformats.org/drawingml/2006/main">
              <a:ext uri="{FF2B5EF4-FFF2-40B4-BE49-F238E27FC236}">
                <a16:creationId xmlns:a16="http://schemas.microsoft.com/office/drawing/2014/main" id="{B30B5109-0555-40A0-BC17-97C43BF8C7D7}"/>
              </a:ext>
            </a:extLst>
          </p:cNvPr>
          <p:cNvSpPr>
            <a:spLocks xmlns:a="http://schemas.openxmlformats.org/drawingml/2006/main" noGrp="1"/>
          </p:cNvSpPr>
          <p:nvPr/>
        </p:nvSpPr>
        <p:spPr>
          <a:xfrm xmlns:a="http://schemas.openxmlformats.org/drawingml/2006/main">
            <a:off x="536545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9" name="figure-practice_grid-76">
            <a:extLst xmlns:a="http://schemas.openxmlformats.org/drawingml/2006/main">
              <a:ext uri="{FF2B5EF4-FFF2-40B4-BE49-F238E27FC236}">
                <a16:creationId xmlns:a16="http://schemas.microsoft.com/office/drawing/2014/main" id="{CB8DF361-1E28-4C09-A4E3-A7B5C7E46965}"/>
              </a:ext>
            </a:extLst>
          </p:cNvPr>
          <p:cNvSpPr>
            <a:spLocks xmlns:a="http://schemas.openxmlformats.org/drawingml/2006/main" noGrp="1"/>
          </p:cNvSpPr>
          <p:nvPr/>
        </p:nvSpPr>
        <p:spPr>
          <a:xfrm xmlns:a="http://schemas.openxmlformats.org/drawingml/2006/main">
            <a:off x="2040686" y="524504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0" name="figure-practice_grid-77">
            <a:extLst xmlns:a="http://schemas.openxmlformats.org/drawingml/2006/main">
              <a:ext uri="{FF2B5EF4-FFF2-40B4-BE49-F238E27FC236}">
                <a16:creationId xmlns:a16="http://schemas.microsoft.com/office/drawing/2014/main" id="{C4E80879-3D5E-414C-B198-030FB880DDB1}"/>
              </a:ext>
            </a:extLst>
          </p:cNvPr>
          <p:cNvSpPr>
            <a:spLocks xmlns:a="http://schemas.openxmlformats.org/drawingml/2006/main" noGrp="1"/>
          </p:cNvSpPr>
          <p:nvPr/>
        </p:nvSpPr>
        <p:spPr>
          <a:xfrm xmlns:a="http://schemas.openxmlformats.org/drawingml/2006/main">
            <a:off x="545530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91" name="figure-practice_grid-78">
            <a:extLst xmlns:a="http://schemas.openxmlformats.org/drawingml/2006/main">
              <a:ext uri="{FF2B5EF4-FFF2-40B4-BE49-F238E27FC236}">
                <a16:creationId xmlns:a16="http://schemas.microsoft.com/office/drawing/2014/main" id="{D287FD52-AFD2-4CA3-8C06-0A673F5FCF70}"/>
              </a:ext>
            </a:extLst>
          </p:cNvPr>
          <p:cNvSpPr>
            <a:spLocks xmlns:a="http://schemas.openxmlformats.org/drawingml/2006/main" noGrp="1"/>
          </p:cNvSpPr>
          <p:nvPr/>
        </p:nvSpPr>
        <p:spPr>
          <a:xfrm xmlns:a="http://schemas.openxmlformats.org/drawingml/2006/main">
            <a:off x="2040686" y="533489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2" name="figure-practice_grid-79">
            <a:extLst xmlns:a="http://schemas.openxmlformats.org/drawingml/2006/main">
              <a:ext uri="{FF2B5EF4-FFF2-40B4-BE49-F238E27FC236}">
                <a16:creationId xmlns:a16="http://schemas.microsoft.com/office/drawing/2014/main" id="{23ED29C5-D73D-4C82-8409-69E479E2288B}"/>
              </a:ext>
            </a:extLst>
          </p:cNvPr>
          <p:cNvSpPr>
            <a:spLocks xmlns:a="http://schemas.openxmlformats.org/drawingml/2006/main" noGrp="1"/>
          </p:cNvSpPr>
          <p:nvPr/>
        </p:nvSpPr>
        <p:spPr>
          <a:xfrm xmlns:a="http://schemas.openxmlformats.org/drawingml/2006/main">
            <a:off x="554516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93" name="figure-practice_grid-80">
            <a:extLst xmlns:a="http://schemas.openxmlformats.org/drawingml/2006/main">
              <a:ext uri="{FF2B5EF4-FFF2-40B4-BE49-F238E27FC236}">
                <a16:creationId xmlns:a16="http://schemas.microsoft.com/office/drawing/2014/main" id="{D0350836-BB36-4371-B82D-71B13F287343}"/>
              </a:ext>
            </a:extLst>
          </p:cNvPr>
          <p:cNvSpPr>
            <a:spLocks xmlns:a="http://schemas.openxmlformats.org/drawingml/2006/main" noGrp="1"/>
          </p:cNvSpPr>
          <p:nvPr/>
        </p:nvSpPr>
        <p:spPr>
          <a:xfrm xmlns:a="http://schemas.openxmlformats.org/drawingml/2006/main">
            <a:off x="2040686" y="542475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4" name="figure-practice_grid-81">
            <a:extLst xmlns:a="http://schemas.openxmlformats.org/drawingml/2006/main">
              <a:ext uri="{FF2B5EF4-FFF2-40B4-BE49-F238E27FC236}">
                <a16:creationId xmlns:a16="http://schemas.microsoft.com/office/drawing/2014/main" id="{0B2F0BD1-E37F-44A0-A7E2-EFB9AF65709D}"/>
              </a:ext>
            </a:extLst>
          </p:cNvPr>
          <p:cNvSpPr>
            <a:spLocks xmlns:a="http://schemas.openxmlformats.org/drawingml/2006/main" noGrp="1"/>
          </p:cNvSpPr>
          <p:nvPr/>
        </p:nvSpPr>
        <p:spPr>
          <a:xfrm xmlns:a="http://schemas.openxmlformats.org/drawingml/2006/main">
            <a:off x="563502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95" name="figure-practice_grid-82">
            <a:extLst xmlns:a="http://schemas.openxmlformats.org/drawingml/2006/main">
              <a:ext uri="{FF2B5EF4-FFF2-40B4-BE49-F238E27FC236}">
                <a16:creationId xmlns:a16="http://schemas.microsoft.com/office/drawing/2014/main" id="{F1EE4C6B-0006-431B-8881-B8659D3EF52A}"/>
              </a:ext>
            </a:extLst>
          </p:cNvPr>
          <p:cNvSpPr>
            <a:spLocks xmlns:a="http://schemas.openxmlformats.org/drawingml/2006/main" noGrp="1"/>
          </p:cNvSpPr>
          <p:nvPr/>
        </p:nvSpPr>
        <p:spPr>
          <a:xfrm xmlns:a="http://schemas.openxmlformats.org/drawingml/2006/main">
            <a:off x="2040686" y="551461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96" name="figure-practice_grid-83">
            <a:extLst xmlns:a="http://schemas.openxmlformats.org/drawingml/2006/main">
              <a:ext uri="{FF2B5EF4-FFF2-40B4-BE49-F238E27FC236}">
                <a16:creationId xmlns:a16="http://schemas.microsoft.com/office/drawing/2014/main" id="{382ED16E-7713-4A46-BF85-CC9A04850695}"/>
              </a:ext>
            </a:extLst>
          </p:cNvPr>
          <p:cNvSpPr>
            <a:spLocks xmlns:a="http://schemas.openxmlformats.org/drawingml/2006/main" noGrp="1"/>
          </p:cNvSpPr>
          <p:nvPr/>
        </p:nvSpPr>
        <p:spPr>
          <a:xfrm xmlns:a="http://schemas.openxmlformats.org/drawingml/2006/main">
            <a:off x="1947845"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10</a:t>
            </a:r>
          </a:p>
        </p:txBody>
      </p:sp>
      <p:sp>
        <p:nvSpPr>
          <p:cNvPr id="97" name="figure-practice_grid-84">
            <a:extLst xmlns:a="http://schemas.openxmlformats.org/drawingml/2006/main">
              <a:ext uri="{FF2B5EF4-FFF2-40B4-BE49-F238E27FC236}">
                <a16:creationId xmlns:a16="http://schemas.microsoft.com/office/drawing/2014/main" id="{4605969C-F9D6-4185-96B1-DA5A56C4CB5E}"/>
              </a:ext>
            </a:extLst>
          </p:cNvPr>
          <p:cNvSpPr>
            <a:spLocks xmlns:a="http://schemas.openxmlformats.org/drawingml/2006/main" noGrp="1"/>
          </p:cNvSpPr>
          <p:nvPr/>
        </p:nvSpPr>
        <p:spPr>
          <a:xfrm xmlns:a="http://schemas.openxmlformats.org/drawingml/2006/main">
            <a:off x="2846429"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11</a:t>
            </a:r>
          </a:p>
        </p:txBody>
      </p:sp>
      <p:sp>
        <p:nvSpPr>
          <p:cNvPr id="98" name="figure-practice_grid-85">
            <a:extLst xmlns:a="http://schemas.openxmlformats.org/drawingml/2006/main">
              <a:ext uri="{FF2B5EF4-FFF2-40B4-BE49-F238E27FC236}">
                <a16:creationId xmlns:a16="http://schemas.microsoft.com/office/drawing/2014/main" id="{066BD07C-EBE3-4C2E-99EC-0B87F1AF5292}"/>
              </a:ext>
            </a:extLst>
          </p:cNvPr>
          <p:cNvSpPr>
            <a:spLocks xmlns:a="http://schemas.openxmlformats.org/drawingml/2006/main" noGrp="1"/>
          </p:cNvSpPr>
          <p:nvPr/>
        </p:nvSpPr>
        <p:spPr>
          <a:xfrm xmlns:a="http://schemas.openxmlformats.org/drawingml/2006/main">
            <a:off x="3745014"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12</a:t>
            </a:r>
          </a:p>
        </p:txBody>
      </p:sp>
      <p:sp>
        <p:nvSpPr>
          <p:cNvPr id="99" name="figure-practice_grid-86">
            <a:extLst xmlns:a="http://schemas.openxmlformats.org/drawingml/2006/main">
              <a:ext uri="{FF2B5EF4-FFF2-40B4-BE49-F238E27FC236}">
                <a16:creationId xmlns:a16="http://schemas.microsoft.com/office/drawing/2014/main" id="{8DA517F4-F354-4A25-8228-E86E0C6D4BEF}"/>
              </a:ext>
            </a:extLst>
          </p:cNvPr>
          <p:cNvSpPr>
            <a:spLocks xmlns:a="http://schemas.openxmlformats.org/drawingml/2006/main" noGrp="1"/>
          </p:cNvSpPr>
          <p:nvPr/>
        </p:nvSpPr>
        <p:spPr>
          <a:xfrm xmlns:a="http://schemas.openxmlformats.org/drawingml/2006/main">
            <a:off x="4643599"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13</a:t>
            </a:r>
          </a:p>
        </p:txBody>
      </p:sp>
      <p:sp>
        <p:nvSpPr>
          <p:cNvPr id="100" name="figure-practice_grid-87">
            <a:extLst xmlns:a="http://schemas.openxmlformats.org/drawingml/2006/main">
              <a:ext uri="{FF2B5EF4-FFF2-40B4-BE49-F238E27FC236}">
                <a16:creationId xmlns:a16="http://schemas.microsoft.com/office/drawing/2014/main" id="{68F3B8B1-165D-4E54-B3A3-2D64CC084708}"/>
              </a:ext>
            </a:extLst>
          </p:cNvPr>
          <p:cNvSpPr>
            <a:spLocks xmlns:a="http://schemas.openxmlformats.org/drawingml/2006/main" noGrp="1"/>
          </p:cNvSpPr>
          <p:nvPr/>
        </p:nvSpPr>
        <p:spPr>
          <a:xfrm xmlns:a="http://schemas.openxmlformats.org/drawingml/2006/main">
            <a:off x="5542184"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14</a:t>
            </a:r>
          </a:p>
        </p:txBody>
      </p:sp>
      <p:sp>
        <p:nvSpPr>
          <p:cNvPr id="101" name="figure-practice_grid-88">
            <a:extLst xmlns:a="http://schemas.openxmlformats.org/drawingml/2006/main">
              <a:ext uri="{FF2B5EF4-FFF2-40B4-BE49-F238E27FC236}">
                <a16:creationId xmlns:a16="http://schemas.microsoft.com/office/drawing/2014/main" id="{2C52DC1A-11BE-47D9-B5EE-E0080B8A0F58}"/>
              </a:ext>
            </a:extLst>
          </p:cNvPr>
          <p:cNvSpPr>
            <a:spLocks xmlns:a="http://schemas.openxmlformats.org/drawingml/2006/main" noGrp="1"/>
          </p:cNvSpPr>
          <p:nvPr/>
        </p:nvSpPr>
        <p:spPr>
          <a:xfrm xmlns:a="http://schemas.openxmlformats.org/drawingml/2006/main">
            <a:off x="1759142" y="539000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20</a:t>
            </a:r>
          </a:p>
        </p:txBody>
      </p:sp>
      <p:sp>
        <p:nvSpPr>
          <p:cNvPr id="102" name="figure-practice_grid-89">
            <a:extLst xmlns:a="http://schemas.openxmlformats.org/drawingml/2006/main">
              <a:ext uri="{FF2B5EF4-FFF2-40B4-BE49-F238E27FC236}">
                <a16:creationId xmlns:a16="http://schemas.microsoft.com/office/drawing/2014/main" id="{74373614-6E40-403D-8453-0AB8C470A874}"/>
              </a:ext>
            </a:extLst>
          </p:cNvPr>
          <p:cNvSpPr>
            <a:spLocks xmlns:a="http://schemas.openxmlformats.org/drawingml/2006/main" noGrp="1"/>
          </p:cNvSpPr>
          <p:nvPr/>
        </p:nvSpPr>
        <p:spPr>
          <a:xfrm xmlns:a="http://schemas.openxmlformats.org/drawingml/2006/main">
            <a:off x="1759142" y="4491415"/>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21</a:t>
            </a:r>
          </a:p>
        </p:txBody>
      </p:sp>
      <p:sp>
        <p:nvSpPr>
          <p:cNvPr id="103" name="figure-practice_grid-90">
            <a:extLst xmlns:a="http://schemas.openxmlformats.org/drawingml/2006/main">
              <a:ext uri="{FF2B5EF4-FFF2-40B4-BE49-F238E27FC236}">
                <a16:creationId xmlns:a16="http://schemas.microsoft.com/office/drawing/2014/main" id="{4DED8BC4-2A53-4420-88AB-D396E58B5437}"/>
              </a:ext>
            </a:extLst>
          </p:cNvPr>
          <p:cNvSpPr>
            <a:spLocks xmlns:a="http://schemas.openxmlformats.org/drawingml/2006/main" noGrp="1"/>
          </p:cNvSpPr>
          <p:nvPr/>
        </p:nvSpPr>
        <p:spPr>
          <a:xfrm xmlns:a="http://schemas.openxmlformats.org/drawingml/2006/main">
            <a:off x="1759142" y="359283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22</a:t>
            </a:r>
          </a:p>
        </p:txBody>
      </p:sp>
      <p:sp>
        <p:nvSpPr>
          <p:cNvPr id="104" name="figure-practice_grid-91">
            <a:extLst xmlns:a="http://schemas.openxmlformats.org/drawingml/2006/main">
              <a:ext uri="{FF2B5EF4-FFF2-40B4-BE49-F238E27FC236}">
                <a16:creationId xmlns:a16="http://schemas.microsoft.com/office/drawing/2014/main" id="{089BAAB0-C8EC-4486-967B-D4184378235F}"/>
              </a:ext>
            </a:extLst>
          </p:cNvPr>
          <p:cNvSpPr>
            <a:spLocks xmlns:a="http://schemas.openxmlformats.org/drawingml/2006/main" noGrp="1"/>
          </p:cNvSpPr>
          <p:nvPr/>
        </p:nvSpPr>
        <p:spPr>
          <a:xfrm xmlns:a="http://schemas.openxmlformats.org/drawingml/2006/main">
            <a:off x="1759142" y="2694245"/>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23</a:t>
            </a:r>
          </a:p>
        </p:txBody>
      </p:sp>
      <p:sp>
        <p:nvSpPr>
          <p:cNvPr id="105" name="figure-practice_grid-92">
            <a:extLst xmlns:a="http://schemas.openxmlformats.org/drawingml/2006/main">
              <a:ext uri="{FF2B5EF4-FFF2-40B4-BE49-F238E27FC236}">
                <a16:creationId xmlns:a16="http://schemas.microsoft.com/office/drawing/2014/main" id="{1D799DA3-D96A-42D3-9DFA-6E3B21938542}"/>
              </a:ext>
            </a:extLst>
          </p:cNvPr>
          <p:cNvSpPr>
            <a:spLocks xmlns:a="http://schemas.openxmlformats.org/drawingml/2006/main" noGrp="1"/>
          </p:cNvSpPr>
          <p:nvPr/>
        </p:nvSpPr>
        <p:spPr>
          <a:xfrm xmlns:a="http://schemas.openxmlformats.org/drawingml/2006/main">
            <a:off x="1759142" y="179566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24</a:t>
            </a:r>
          </a:p>
        </p:txBody>
      </p:sp>
      <p:sp>
        <p:nvSpPr>
          <p:cNvPr id="106" name="figure-practice_grid-93">
            <a:extLst xmlns:a="http://schemas.openxmlformats.org/drawingml/2006/main">
              <a:ext uri="{FF2B5EF4-FFF2-40B4-BE49-F238E27FC236}">
                <a16:creationId xmlns:a16="http://schemas.microsoft.com/office/drawing/2014/main" id="{70EDCB1A-B594-409F-A392-E22EC3C3BE4A}"/>
              </a:ext>
            </a:extLst>
          </p:cNvPr>
          <p:cNvSpPr>
            <a:spLocks xmlns:a="http://schemas.openxmlformats.org/drawingml/2006/main" noGrp="1"/>
          </p:cNvSpPr>
          <p:nvPr/>
        </p:nvSpPr>
        <p:spPr>
          <a:xfrm xmlns:a="http://schemas.openxmlformats.org/drawingml/2006/main">
            <a:off x="5829731" y="1705802"/>
            <a:ext cx="23282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N</a:t>
            </a:r>
          </a:p>
        </p:txBody>
      </p:sp>
      <p:sp>
        <p:nvSpPr>
          <p:cNvPr id="107" name="figure-practice_grid-94">
            <a:extLst xmlns:a="http://schemas.openxmlformats.org/drawingml/2006/main">
              <a:ext uri="{FF2B5EF4-FFF2-40B4-BE49-F238E27FC236}">
                <a16:creationId xmlns:a16="http://schemas.microsoft.com/office/drawing/2014/main" id="{FD31F5FE-A5E6-45CD-9546-F1139ED767ED}"/>
              </a:ext>
            </a:extLst>
          </p:cNvPr>
          <p:cNvSpPr>
            <a:spLocks xmlns:a="http://schemas.openxmlformats.org/drawingml/2006/main" noGrp="1"/>
          </p:cNvSpPr>
          <p:nvPr/>
        </p:nvSpPr>
        <p:spPr>
          <a:xfrm xmlns:a="http://schemas.openxmlformats.org/drawingml/2006/main">
            <a:off x="5904601" y="1965205"/>
            <a:ext cx="8986" cy="323491"/>
          </a:xfrm>
          <a:custGeom xmlns:a="http://schemas.openxmlformats.org/drawingml/2006/main">
            <a:pathLst>
              <a:path w="8986" h="323491">
                <a:moveTo>
                  <a:pt x="0" y="323491"/>
                </a:moveTo>
                <a:lnTo>
                  <a:pt x="0" y="0"/>
                </a:lnTo>
              </a:path>
            </a:pathLst>
          </a:custGeom>
          <a:noFill xmlns:a="http://schemas.openxmlformats.org/drawingml/2006/main"/>
          <a:ln xmlns:a="http://schemas.openxmlformats.org/drawingml/2006/main" w="17972">
            <a:solidFill>
              <a:srgbClr val="23354A"/>
            </a:solidFill>
          </a:ln>
        </p:spPr>
      </p:sp>
      <p:sp>
        <p:nvSpPr>
          <p:cNvPr id="108" name="figure-practice_grid-95">
            <a:extLst xmlns:a="http://schemas.openxmlformats.org/drawingml/2006/main">
              <a:ext uri="{FF2B5EF4-FFF2-40B4-BE49-F238E27FC236}">
                <a16:creationId xmlns:a16="http://schemas.microsoft.com/office/drawing/2014/main" id="{F11ED587-97BC-42B3-B91E-06F8D6681C28}"/>
              </a:ext>
            </a:extLst>
          </p:cNvPr>
          <p:cNvSpPr>
            <a:spLocks xmlns:a="http://schemas.openxmlformats.org/drawingml/2006/main" noGrp="1"/>
          </p:cNvSpPr>
          <p:nvPr/>
        </p:nvSpPr>
        <p:spPr>
          <a:xfrm xmlns:a="http://schemas.openxmlformats.org/drawingml/2006/main">
            <a:off x="5850686" y="1965205"/>
            <a:ext cx="107830" cy="80873"/>
          </a:xfrm>
          <a:custGeom xmlns:a="http://schemas.openxmlformats.org/drawingml/2006/main">
            <a:pathLst>
              <a:path w="107830" h="80873">
                <a:moveTo>
                  <a:pt x="0" y="80873"/>
                </a:moveTo>
                <a:lnTo>
                  <a:pt x="53915" y="0"/>
                </a:lnTo>
                <a:lnTo>
                  <a:pt x="107830" y="80873"/>
                </a:lnTo>
              </a:path>
            </a:pathLst>
          </a:custGeom>
          <a:noFill xmlns:a="http://schemas.openxmlformats.org/drawingml/2006/main"/>
          <a:ln xmlns:a="http://schemas.openxmlformats.org/drawingml/2006/main" w="17972">
            <a:solidFill>
              <a:srgbClr val="23354A"/>
            </a:solidFill>
          </a:ln>
        </p:spPr>
      </p:sp>
      <p:sp>
        <p:nvSpPr>
          <p:cNvPr id="109" name="figure-practice_grid-96">
            <a:extLst xmlns:a="http://schemas.openxmlformats.org/drawingml/2006/main">
              <a:ext uri="{FF2B5EF4-FFF2-40B4-BE49-F238E27FC236}">
                <a16:creationId xmlns:a16="http://schemas.microsoft.com/office/drawing/2014/main" id="{9EAB2F58-28D9-417D-A20A-B192AC365149}"/>
              </a:ext>
            </a:extLst>
          </p:cNvPr>
          <p:cNvSpPr>
            <a:spLocks xmlns:a="http://schemas.openxmlformats.org/drawingml/2006/main" noGrp="1"/>
          </p:cNvSpPr>
          <p:nvPr/>
        </p:nvSpPr>
        <p:spPr>
          <a:xfrm xmlns:a="http://schemas.openxmlformats.org/drawingml/2006/main">
            <a:off x="2019731" y="5839292"/>
            <a:ext cx="307041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Each large square is 1 km by 1 km.</a:t>
            </a:r>
          </a:p>
        </p:txBody>
      </p:sp>
      <p:sp>
        <p:nvSpPr>
          <p:cNvPr id="110" name="figure-practice_grid-97">
            <a:extLst xmlns:a="http://schemas.openxmlformats.org/drawingml/2006/main">
              <a:ext uri="{FF2B5EF4-FFF2-40B4-BE49-F238E27FC236}">
                <a16:creationId xmlns:a16="http://schemas.microsoft.com/office/drawing/2014/main" id="{896FDD4F-A176-4A66-A1B3-70460728B1BE}"/>
              </a:ext>
            </a:extLst>
          </p:cNvPr>
          <p:cNvSpPr>
            <a:spLocks xmlns:a="http://schemas.openxmlformats.org/drawingml/2006/main" noGrp="1"/>
          </p:cNvSpPr>
          <p:nvPr/>
        </p:nvSpPr>
        <p:spPr>
          <a:xfrm xmlns:a="http://schemas.openxmlformats.org/drawingml/2006/main">
            <a:off x="2458528" y="5033873"/>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1" name="figure-practice_grid-98">
            <a:extLst xmlns:a="http://schemas.openxmlformats.org/drawingml/2006/main">
              <a:ext uri="{FF2B5EF4-FFF2-40B4-BE49-F238E27FC236}">
                <a16:creationId xmlns:a16="http://schemas.microsoft.com/office/drawing/2014/main" id="{2A20888A-5F0D-4AD0-BD51-0920076C51CD}"/>
              </a:ext>
            </a:extLst>
          </p:cNvPr>
          <p:cNvSpPr>
            <a:spLocks xmlns:a="http://schemas.openxmlformats.org/drawingml/2006/main" noGrp="1"/>
          </p:cNvSpPr>
          <p:nvPr/>
        </p:nvSpPr>
        <p:spPr>
          <a:xfrm xmlns:a="http://schemas.openxmlformats.org/drawingml/2006/main">
            <a:off x="2531925" y="4850849"/>
            <a:ext cx="42350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Sch</a:t>
            </a:r>
          </a:p>
        </p:txBody>
      </p:sp>
      <p:sp>
        <p:nvSpPr>
          <p:cNvPr id="112" name="figure-practice_grid-99">
            <a:extLst xmlns:a="http://schemas.openxmlformats.org/drawingml/2006/main">
              <a:ext uri="{FF2B5EF4-FFF2-40B4-BE49-F238E27FC236}">
                <a16:creationId xmlns:a16="http://schemas.microsoft.com/office/drawing/2014/main" id="{BE2A7100-FA25-4624-B675-8557E62B0AA8}"/>
              </a:ext>
            </a:extLst>
          </p:cNvPr>
          <p:cNvSpPr>
            <a:spLocks xmlns:a="http://schemas.openxmlformats.org/drawingml/2006/main" noGrp="1"/>
          </p:cNvSpPr>
          <p:nvPr/>
        </p:nvSpPr>
        <p:spPr>
          <a:xfrm xmlns:a="http://schemas.openxmlformats.org/drawingml/2006/main">
            <a:off x="2458528" y="4135288"/>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3" name="figure-practice_grid-100">
            <a:extLst xmlns:a="http://schemas.openxmlformats.org/drawingml/2006/main">
              <a:ext uri="{FF2B5EF4-FFF2-40B4-BE49-F238E27FC236}">
                <a16:creationId xmlns:a16="http://schemas.microsoft.com/office/drawing/2014/main" id="{CCDBF87C-8414-4C31-8351-9A60714C99DF}"/>
              </a:ext>
            </a:extLst>
          </p:cNvPr>
          <p:cNvSpPr>
            <a:spLocks xmlns:a="http://schemas.openxmlformats.org/drawingml/2006/main" noGrp="1"/>
          </p:cNvSpPr>
          <p:nvPr/>
        </p:nvSpPr>
        <p:spPr>
          <a:xfrm xmlns:a="http://schemas.openxmlformats.org/drawingml/2006/main">
            <a:off x="2531925" y="3952264"/>
            <a:ext cx="22231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B</a:t>
            </a:r>
          </a:p>
        </p:txBody>
      </p:sp>
      <p:sp>
        <p:nvSpPr>
          <p:cNvPr id="114" name="figure-practice_grid-101">
            <a:extLst xmlns:a="http://schemas.openxmlformats.org/drawingml/2006/main">
              <a:ext uri="{FF2B5EF4-FFF2-40B4-BE49-F238E27FC236}">
                <a16:creationId xmlns:a16="http://schemas.microsoft.com/office/drawing/2014/main" id="{13F2F643-F9F6-42C7-9A0F-CB268617621E}"/>
              </a:ext>
            </a:extLst>
          </p:cNvPr>
          <p:cNvSpPr>
            <a:spLocks xmlns:a="http://schemas.openxmlformats.org/drawingml/2006/main" noGrp="1"/>
          </p:cNvSpPr>
          <p:nvPr/>
        </p:nvSpPr>
        <p:spPr>
          <a:xfrm xmlns:a="http://schemas.openxmlformats.org/drawingml/2006/main">
            <a:off x="3357113" y="4135288"/>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5" name="figure-practice_grid-102">
            <a:extLst xmlns:a="http://schemas.openxmlformats.org/drawingml/2006/main">
              <a:ext uri="{FF2B5EF4-FFF2-40B4-BE49-F238E27FC236}">
                <a16:creationId xmlns:a16="http://schemas.microsoft.com/office/drawing/2014/main" id="{DA5E7F3F-DF83-4BF3-A0BE-85725ABA1BAD}"/>
              </a:ext>
            </a:extLst>
          </p:cNvPr>
          <p:cNvSpPr>
            <a:spLocks xmlns:a="http://schemas.openxmlformats.org/drawingml/2006/main" noGrp="1"/>
          </p:cNvSpPr>
          <p:nvPr/>
        </p:nvSpPr>
        <p:spPr>
          <a:xfrm xmlns:a="http://schemas.openxmlformats.org/drawingml/2006/main">
            <a:off x="3430510" y="3952264"/>
            <a:ext cx="23282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H</a:t>
            </a:r>
          </a:p>
        </p:txBody>
      </p:sp>
      <p:sp>
        <p:nvSpPr>
          <p:cNvPr id="116" name="figure-practice_grid-103">
            <a:extLst xmlns:a="http://schemas.openxmlformats.org/drawingml/2006/main">
              <a:ext uri="{FF2B5EF4-FFF2-40B4-BE49-F238E27FC236}">
                <a16:creationId xmlns:a16="http://schemas.microsoft.com/office/drawing/2014/main" id="{6EF0B5F8-2C87-4F33-862A-3E08F0EF0364}"/>
              </a:ext>
            </a:extLst>
          </p:cNvPr>
          <p:cNvSpPr>
            <a:spLocks xmlns:a="http://schemas.openxmlformats.org/drawingml/2006/main" noGrp="1"/>
          </p:cNvSpPr>
          <p:nvPr/>
        </p:nvSpPr>
        <p:spPr>
          <a:xfrm xmlns:a="http://schemas.openxmlformats.org/drawingml/2006/main">
            <a:off x="3357113" y="3236703"/>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7" name="figure-practice_grid-104">
            <a:extLst xmlns:a="http://schemas.openxmlformats.org/drawingml/2006/main">
              <a:ext uri="{FF2B5EF4-FFF2-40B4-BE49-F238E27FC236}">
                <a16:creationId xmlns:a16="http://schemas.microsoft.com/office/drawing/2014/main" id="{3803FAEA-0763-4551-BE82-5917B25AB2F3}"/>
              </a:ext>
            </a:extLst>
          </p:cNvPr>
          <p:cNvSpPr>
            <a:spLocks xmlns:a="http://schemas.openxmlformats.org/drawingml/2006/main" noGrp="1"/>
          </p:cNvSpPr>
          <p:nvPr/>
        </p:nvSpPr>
        <p:spPr>
          <a:xfrm xmlns:a="http://schemas.openxmlformats.org/drawingml/2006/main">
            <a:off x="3430510" y="3053679"/>
            <a:ext cx="34937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Q7</a:t>
            </a:r>
          </a:p>
        </p:txBody>
      </p:sp>
      <p:sp>
        <p:nvSpPr>
          <p:cNvPr id="118" name="figure-practice_grid-105">
            <a:extLst xmlns:a="http://schemas.openxmlformats.org/drawingml/2006/main">
              <a:ext uri="{FF2B5EF4-FFF2-40B4-BE49-F238E27FC236}">
                <a16:creationId xmlns:a16="http://schemas.microsoft.com/office/drawing/2014/main" id="{3672326A-C07C-4C49-A455-0C1D003831DA}"/>
              </a:ext>
            </a:extLst>
          </p:cNvPr>
          <p:cNvSpPr>
            <a:spLocks xmlns:a="http://schemas.openxmlformats.org/drawingml/2006/main" noGrp="1"/>
          </p:cNvSpPr>
          <p:nvPr/>
        </p:nvSpPr>
        <p:spPr>
          <a:xfrm xmlns:a="http://schemas.openxmlformats.org/drawingml/2006/main">
            <a:off x="3446972" y="3416420"/>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9" name="figure-practice_grid-106">
            <a:extLst xmlns:a="http://schemas.openxmlformats.org/drawingml/2006/main">
              <a:ext uri="{FF2B5EF4-FFF2-40B4-BE49-F238E27FC236}">
                <a16:creationId xmlns:a16="http://schemas.microsoft.com/office/drawing/2014/main" id="{1992E26F-8E9E-44A2-8FD8-30DD19D0C202}"/>
              </a:ext>
            </a:extLst>
          </p:cNvPr>
          <p:cNvSpPr>
            <a:spLocks xmlns:a="http://schemas.openxmlformats.org/drawingml/2006/main" noGrp="1"/>
          </p:cNvSpPr>
          <p:nvPr/>
        </p:nvSpPr>
        <p:spPr>
          <a:xfrm xmlns:a="http://schemas.openxmlformats.org/drawingml/2006/main">
            <a:off x="3520368" y="3233396"/>
            <a:ext cx="33867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FB</a:t>
            </a:r>
          </a:p>
        </p:txBody>
      </p:sp>
      <p:sp>
        <p:nvSpPr>
          <p:cNvPr id="120" name="figure-practice_grid-107">
            <a:extLst xmlns:a="http://schemas.openxmlformats.org/drawingml/2006/main">
              <a:ext uri="{FF2B5EF4-FFF2-40B4-BE49-F238E27FC236}">
                <a16:creationId xmlns:a16="http://schemas.microsoft.com/office/drawing/2014/main" id="{A44A7537-848D-4956-A109-728BE80915E0}"/>
              </a:ext>
            </a:extLst>
          </p:cNvPr>
          <p:cNvSpPr>
            <a:spLocks xmlns:a="http://schemas.openxmlformats.org/drawingml/2006/main" noGrp="1"/>
          </p:cNvSpPr>
          <p:nvPr/>
        </p:nvSpPr>
        <p:spPr>
          <a:xfrm xmlns:a="http://schemas.openxmlformats.org/drawingml/2006/main">
            <a:off x="3986123" y="4225146"/>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21" name="figure-practice_grid-108">
            <a:extLst xmlns:a="http://schemas.openxmlformats.org/drawingml/2006/main">
              <a:ext uri="{FF2B5EF4-FFF2-40B4-BE49-F238E27FC236}">
                <a16:creationId xmlns:a16="http://schemas.microsoft.com/office/drawing/2014/main" id="{A9566D86-8E34-4220-BFB2-3C2EBCB8F8CF}"/>
              </a:ext>
            </a:extLst>
          </p:cNvPr>
          <p:cNvSpPr>
            <a:spLocks xmlns:a="http://schemas.openxmlformats.org/drawingml/2006/main" noGrp="1"/>
          </p:cNvSpPr>
          <p:nvPr/>
        </p:nvSpPr>
        <p:spPr>
          <a:xfrm xmlns:a="http://schemas.openxmlformats.org/drawingml/2006/main">
            <a:off x="4059519" y="4042122"/>
            <a:ext cx="37048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PO</a:t>
            </a:r>
          </a:p>
        </p:txBody>
      </p:sp>
      <p:sp>
        <p:nvSpPr>
          <p:cNvPr id="122" name="figure-practice_grid-109">
            <a:extLst xmlns:a="http://schemas.openxmlformats.org/drawingml/2006/main">
              <a:ext uri="{FF2B5EF4-FFF2-40B4-BE49-F238E27FC236}">
                <a16:creationId xmlns:a16="http://schemas.microsoft.com/office/drawing/2014/main" id="{BEBF0F79-956B-4539-9D35-1675B052BE9D}"/>
              </a:ext>
            </a:extLst>
          </p:cNvPr>
          <p:cNvSpPr>
            <a:spLocks xmlns:a="http://schemas.openxmlformats.org/drawingml/2006/main" noGrp="1"/>
          </p:cNvSpPr>
          <p:nvPr/>
        </p:nvSpPr>
        <p:spPr>
          <a:xfrm xmlns:a="http://schemas.openxmlformats.org/drawingml/2006/main">
            <a:off x="4525274" y="3955571"/>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23" name="figure-practice_grid-110">
            <a:extLst xmlns:a="http://schemas.openxmlformats.org/drawingml/2006/main">
              <a:ext uri="{FF2B5EF4-FFF2-40B4-BE49-F238E27FC236}">
                <a16:creationId xmlns:a16="http://schemas.microsoft.com/office/drawing/2014/main" id="{FB43B94B-9739-463C-BA3C-390E109B5CB4}"/>
              </a:ext>
            </a:extLst>
          </p:cNvPr>
          <p:cNvSpPr>
            <a:spLocks xmlns:a="http://schemas.openxmlformats.org/drawingml/2006/main" noGrp="1"/>
          </p:cNvSpPr>
          <p:nvPr/>
        </p:nvSpPr>
        <p:spPr>
          <a:xfrm xmlns:a="http://schemas.openxmlformats.org/drawingml/2006/main">
            <a:off x="4598670" y="3772547"/>
            <a:ext cx="34937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Q9</a:t>
            </a:r>
          </a:p>
        </p:txBody>
      </p:sp>
      <p:sp>
        <p:nvSpPr>
          <p:cNvPr id="124" name="figure-description-practice_grid">
            <a:extLst xmlns:a="http://schemas.openxmlformats.org/drawingml/2006/main">
              <a:ext uri="{FF2B5EF4-FFF2-40B4-BE49-F238E27FC236}">
                <a16:creationId xmlns:a16="http://schemas.microsoft.com/office/drawing/2014/main" id="{1675A1C4-8FD9-4E6B-AF62-68B1F759464D}"/>
              </a:ext>
            </a:extLst>
          </p:cNvPr>
          <p:cNvSpPr>
            <a:spLocks xmlns:a="http://schemas.openxmlformats.org/drawingml/2006/main" noGrp="1"/>
          </p:cNvSpPr>
          <p:nvPr/>
        </p:nvSpPr>
        <p:spPr>
          <a:xfrm xmlns:a="http://schemas.openxmlformats.org/drawingml/2006/main">
            <a:off x="7762875" y="1809750"/>
            <a:ext cx="40481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0" lang="en-GB">
                <a:solidFill>
                  <a:srgbClr val="17263B"/>
                </a:solidFill>
                <a:latin typeface="Arial"/>
                <a:ea typeface="Arial"/>
                <a:cs typeface="Arial"/>
              </a:defRPr>
            </a:defPPr>
          </a:lstStyle>
          <a:p xmlns:a="http://schemas.openxmlformats.org/drawingml/2006/main">
            <a:pPr algn="l">
              <a:lnSpc>
                <a:spcPct val="108000"/>
              </a:lnSpc>
              <a:buNone/>
              <a:defRPr sz="1800" b="0" lang="en-GB">
                <a:solidFill>
                  <a:srgbClr val="17263B"/>
                </a:solidFill>
                <a:latin typeface="Arial"/>
                <a:ea typeface="Arial"/>
                <a:cs typeface="Arial"/>
              </a:defRPr>
            </a:pPr>
            <a:r>
              <a:rPr sz="1800" b="0" lang="en-GB">
                <a:solidFill>
                  <a:srgbClr val="17263B"/>
                </a:solidFill>
                <a:latin typeface="Arial"/>
                <a:ea typeface="Arial"/>
                <a:cs typeface="Arial"/>
              </a:rPr>
              <a:t>The school is in the leftmost column and lowest row. The library is directly north of it in the next row. The hall is directly east of the library. The park point, labelled Q7, is directly north of the hall. The footbridge shares the park's square. The post office, labelled PO, and health centre, labelled Q9, share the square east of the hall.</a:t>
            </a:r>
          </a:p>
        </p:txBody>
      </p:sp>
    </p:spTree>
    <p:extLst>
      <p:ext uri="{BB962C8B-B14F-4D97-AF65-F5344CB8AC3E}">
        <p14:creationId xmlns:p14="http://schemas.microsoft.com/office/powerpoint/2010/main" val="64896544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lesson-header">
            <a:extLst xmlns:a="http://schemas.openxmlformats.org/drawingml/2006/main">
              <a:ext uri="{FF2B5EF4-FFF2-40B4-BE49-F238E27FC236}">
                <a16:creationId xmlns:a16="http://schemas.microsoft.com/office/drawing/2014/main" id="{87E5F567-2E59-4B68-BAAA-66F8B9E43AD8}"/>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C7794FDB-3302-458C-8752-73962A147EC6}"/>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4FA4C668-7754-4370-99A5-FEED89C53092}"/>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You do · choose one route</a:t>
            </a:r>
          </a:p>
        </p:txBody>
      </p:sp>
      <p:pic>
        <p:nvPicPr>
          <p:cNvPr id="4" name="">
            <a:extLst xmlns:a="http://schemas.openxmlformats.org/drawingml/2006/main">
              <a:ext uri="{FF2B5EF4-FFF2-40B4-BE49-F238E27FC236}">
                <a16:creationId xmlns:a16="http://schemas.microsoft.com/office/drawing/2014/main" id="{C5452FCD-9436-45AE-8E2B-CAC1091122BA}"/>
              </a:ext>
            </a:extLst>
          </p:cNvPr>
          <p:cNvPicPr>
            <a:picLocks xmlns:a="http://schemas.openxmlformats.org/drawingml/2006/main" noChangeAspect="1"/>
          </p:cNvPicPr>
          <p:nvPr/>
        </p:nvPicPr>
        <p:blipFill>
          <a:blip xmlns:r="http://schemas.openxmlformats.org/officeDocument/2006/relationships" xmlns:a="http://schemas.openxmlformats.org/drawingml/2006/main" r:embed="Rac569d5fe5f54821"/>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13DDA20C-9E20-41F0-BE32-68A2925CC661}"/>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A91D0C91-6FF5-4687-8890-91E8DD1A52B5}"/>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FA654370-C440-4776-A660-A20F9EF2AC87}"/>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0B9BD693-09F4-448E-9963-56EB1054497A}"/>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B3C675D5-B915-41EE-8EC9-B037681AEF6A}"/>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C3BBE762-93F6-426E-A530-032F72B4F06C}"/>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40F90AB2-3938-44B9-835A-D081309185D8}"/>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2" name="licence-footer">
            <a:extLst xmlns:a="http://schemas.openxmlformats.org/drawingml/2006/main">
              <a:ext uri="{FF2B5EF4-FFF2-40B4-BE49-F238E27FC236}">
                <a16:creationId xmlns:a16="http://schemas.microsoft.com/office/drawing/2014/main" id="{522D2273-F2BA-4114-8EFF-E01BD5E99AB6}"/>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1335D274-3031-4D24-A7CC-60B9E85FD40E}"/>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route's map answers, one reason and one checked or improved detail.</a:t>
            </a:r>
          </a:p>
        </p:txBody>
      </p:sp>
      <p:sp>
        <p:nvSpPr>
          <p:cNvPr id="14" name="body-0">
            <a:extLst xmlns:a="http://schemas.openxmlformats.org/drawingml/2006/main">
              <a:ext uri="{FF2B5EF4-FFF2-40B4-BE49-F238E27FC236}">
                <a16:creationId xmlns:a16="http://schemas.microsoft.com/office/drawing/2014/main" id="{743D44B6-A5C5-46C0-94E5-9ABBA96F3C79}"/>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Use the practice map to complete one route.</a:t>
            </a:r>
          </a:p>
        </p:txBody>
      </p:sp>
    </p:spTree>
    <p:extLst>
      <p:ext uri="{BB962C8B-B14F-4D97-AF65-F5344CB8AC3E}">
        <p14:creationId xmlns:p14="http://schemas.microsoft.com/office/powerpoint/2010/main" val="191666054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 name="lesson-header">
            <a:extLst xmlns:a="http://schemas.openxmlformats.org/drawingml/2006/main">
              <a:ext uri="{FF2B5EF4-FFF2-40B4-BE49-F238E27FC236}">
                <a16:creationId xmlns:a16="http://schemas.microsoft.com/office/drawing/2014/main" id="{DCEF58F7-F473-457F-8FDB-5E5DD9B43221}"/>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C68C8C50-AD8A-4314-ADFA-DF0AB89DC247}"/>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2F8EBA0A-785A-47FC-ADD0-25FBBE3CB0C4}"/>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You do · choose one route</a:t>
            </a:r>
          </a:p>
        </p:txBody>
      </p:sp>
      <p:pic>
        <p:nvPicPr>
          <p:cNvPr id="4" name="">
            <a:extLst xmlns:a="http://schemas.openxmlformats.org/drawingml/2006/main">
              <a:ext uri="{FF2B5EF4-FFF2-40B4-BE49-F238E27FC236}">
                <a16:creationId xmlns:a16="http://schemas.microsoft.com/office/drawing/2014/main" id="{958A6EB9-89C2-4FD6-9962-53E16363B40F}"/>
              </a:ext>
            </a:extLst>
          </p:cNvPr>
          <p:cNvPicPr>
            <a:picLocks xmlns:a="http://schemas.openxmlformats.org/drawingml/2006/main" noChangeAspect="1"/>
          </p:cNvPicPr>
          <p:nvPr/>
        </p:nvPicPr>
        <p:blipFill>
          <a:blip xmlns:r="http://schemas.openxmlformats.org/officeDocument/2006/relationships" xmlns:a="http://schemas.openxmlformats.org/drawingml/2006/main" r:embed="Rc8de4dcba86f4fc4"/>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12F634C1-52CD-4F68-AECE-E46AABBFF0BA}"/>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D70596AC-B7E9-44E2-8CD5-51CCA6D73A1D}"/>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0F677AFC-93CC-4886-8901-4481F644BFF6}"/>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37D0B50E-122D-43ED-AB38-F50A9259F998}"/>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A696D092-2E24-482D-BAE4-F78C0C084FDD}"/>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9DE8C010-2508-49DA-BE81-FC46B3157601}"/>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EDA3B5FE-2B1D-4DCE-911C-2831E3511D47}"/>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2" name="licence-footer">
            <a:extLst xmlns:a="http://schemas.openxmlformats.org/drawingml/2006/main">
              <a:ext uri="{FF2B5EF4-FFF2-40B4-BE49-F238E27FC236}">
                <a16:creationId xmlns:a16="http://schemas.microsoft.com/office/drawing/2014/main" id="{82F81571-D2E4-4990-AB37-40F2B4666848}"/>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figure-practice_grid-0">
            <a:extLst xmlns:a="http://schemas.openxmlformats.org/drawingml/2006/main">
              <a:ext uri="{FF2B5EF4-FFF2-40B4-BE49-F238E27FC236}">
                <a16:creationId xmlns:a16="http://schemas.microsoft.com/office/drawing/2014/main" id="{F454DF54-A9CD-46B4-BDE5-3FFBD67D154A}"/>
              </a:ext>
            </a:extLst>
          </p:cNvPr>
          <p:cNvSpPr>
            <a:spLocks xmlns:a="http://schemas.openxmlformats.org/drawingml/2006/main" noGrp="1"/>
          </p:cNvSpPr>
          <p:nvPr/>
        </p:nvSpPr>
        <p:spPr>
          <a:xfrm xmlns:a="http://schemas.openxmlformats.org/drawingml/2006/main">
            <a:off x="2019731" y="1427240"/>
            <a:ext cx="328249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An invented settlement: practice map.</a:t>
            </a:r>
          </a:p>
        </p:txBody>
      </p:sp>
      <p:sp>
        <p:nvSpPr>
          <p:cNvPr id="14" name="figure-practice_grid-1">
            <a:extLst xmlns:a="http://schemas.openxmlformats.org/drawingml/2006/main">
              <a:ext uri="{FF2B5EF4-FFF2-40B4-BE49-F238E27FC236}">
                <a16:creationId xmlns:a16="http://schemas.microsoft.com/office/drawing/2014/main" id="{09E1A602-B817-4F4F-88C4-C7516DB79F25}"/>
              </a:ext>
            </a:extLst>
          </p:cNvPr>
          <p:cNvSpPr>
            <a:spLocks xmlns:a="http://schemas.openxmlformats.org/drawingml/2006/main" noGrp="1"/>
          </p:cNvSpPr>
          <p:nvPr/>
        </p:nvSpPr>
        <p:spPr>
          <a:xfrm xmlns:a="http://schemas.openxmlformats.org/drawingml/2006/main">
            <a:off x="204068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15" name="figure-practice_grid-2">
            <a:extLst xmlns:a="http://schemas.openxmlformats.org/drawingml/2006/main">
              <a:ext uri="{FF2B5EF4-FFF2-40B4-BE49-F238E27FC236}">
                <a16:creationId xmlns:a16="http://schemas.microsoft.com/office/drawing/2014/main" id="{99C7E026-88E7-4660-B28D-0A1F28AC4012}"/>
              </a:ext>
            </a:extLst>
          </p:cNvPr>
          <p:cNvSpPr>
            <a:spLocks xmlns:a="http://schemas.openxmlformats.org/drawingml/2006/main" noGrp="1"/>
          </p:cNvSpPr>
          <p:nvPr/>
        </p:nvSpPr>
        <p:spPr>
          <a:xfrm xmlns:a="http://schemas.openxmlformats.org/drawingml/2006/main">
            <a:off x="2040686" y="192027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16" name="figure-practice_grid-3">
            <a:extLst xmlns:a="http://schemas.openxmlformats.org/drawingml/2006/main">
              <a:ext uri="{FF2B5EF4-FFF2-40B4-BE49-F238E27FC236}">
                <a16:creationId xmlns:a16="http://schemas.microsoft.com/office/drawing/2014/main" id="{885CD3C2-C80E-488B-8013-4A913BC8C7C1}"/>
              </a:ext>
            </a:extLst>
          </p:cNvPr>
          <p:cNvSpPr>
            <a:spLocks xmlns:a="http://schemas.openxmlformats.org/drawingml/2006/main" noGrp="1"/>
          </p:cNvSpPr>
          <p:nvPr/>
        </p:nvSpPr>
        <p:spPr>
          <a:xfrm xmlns:a="http://schemas.openxmlformats.org/drawingml/2006/main">
            <a:off x="213054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17" name="figure-practice_grid-4">
            <a:extLst xmlns:a="http://schemas.openxmlformats.org/drawingml/2006/main">
              <a:ext uri="{FF2B5EF4-FFF2-40B4-BE49-F238E27FC236}">
                <a16:creationId xmlns:a16="http://schemas.microsoft.com/office/drawing/2014/main" id="{CCD8BFD2-143C-421A-9E98-CEAD948F033A}"/>
              </a:ext>
            </a:extLst>
          </p:cNvPr>
          <p:cNvSpPr>
            <a:spLocks xmlns:a="http://schemas.openxmlformats.org/drawingml/2006/main" noGrp="1"/>
          </p:cNvSpPr>
          <p:nvPr/>
        </p:nvSpPr>
        <p:spPr>
          <a:xfrm xmlns:a="http://schemas.openxmlformats.org/drawingml/2006/main">
            <a:off x="2040686" y="201013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18" name="figure-practice_grid-5">
            <a:extLst xmlns:a="http://schemas.openxmlformats.org/drawingml/2006/main">
              <a:ext uri="{FF2B5EF4-FFF2-40B4-BE49-F238E27FC236}">
                <a16:creationId xmlns:a16="http://schemas.microsoft.com/office/drawing/2014/main" id="{5B570E89-E8D7-42C7-9748-F424A10EEC63}"/>
              </a:ext>
            </a:extLst>
          </p:cNvPr>
          <p:cNvSpPr>
            <a:spLocks xmlns:a="http://schemas.openxmlformats.org/drawingml/2006/main" noGrp="1"/>
          </p:cNvSpPr>
          <p:nvPr/>
        </p:nvSpPr>
        <p:spPr>
          <a:xfrm xmlns:a="http://schemas.openxmlformats.org/drawingml/2006/main">
            <a:off x="222040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19" name="figure-practice_grid-6">
            <a:extLst xmlns:a="http://schemas.openxmlformats.org/drawingml/2006/main">
              <a:ext uri="{FF2B5EF4-FFF2-40B4-BE49-F238E27FC236}">
                <a16:creationId xmlns:a16="http://schemas.microsoft.com/office/drawing/2014/main" id="{B8B7D5C4-4EB9-436E-B3D1-176B870B52D5}"/>
              </a:ext>
            </a:extLst>
          </p:cNvPr>
          <p:cNvSpPr>
            <a:spLocks xmlns:a="http://schemas.openxmlformats.org/drawingml/2006/main" noGrp="1"/>
          </p:cNvSpPr>
          <p:nvPr/>
        </p:nvSpPr>
        <p:spPr>
          <a:xfrm xmlns:a="http://schemas.openxmlformats.org/drawingml/2006/main">
            <a:off x="2040686" y="209999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0" name="figure-practice_grid-7">
            <a:extLst xmlns:a="http://schemas.openxmlformats.org/drawingml/2006/main">
              <a:ext uri="{FF2B5EF4-FFF2-40B4-BE49-F238E27FC236}">
                <a16:creationId xmlns:a16="http://schemas.microsoft.com/office/drawing/2014/main" id="{A7591D3F-545D-4743-9C53-B09ABF8E05E7}"/>
              </a:ext>
            </a:extLst>
          </p:cNvPr>
          <p:cNvSpPr>
            <a:spLocks xmlns:a="http://schemas.openxmlformats.org/drawingml/2006/main" noGrp="1"/>
          </p:cNvSpPr>
          <p:nvPr/>
        </p:nvSpPr>
        <p:spPr>
          <a:xfrm xmlns:a="http://schemas.openxmlformats.org/drawingml/2006/main">
            <a:off x="231026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1" name="figure-practice_grid-8">
            <a:extLst xmlns:a="http://schemas.openxmlformats.org/drawingml/2006/main">
              <a:ext uri="{FF2B5EF4-FFF2-40B4-BE49-F238E27FC236}">
                <a16:creationId xmlns:a16="http://schemas.microsoft.com/office/drawing/2014/main" id="{E617F0B7-62C1-4893-91CD-DFAFCBA804E1}"/>
              </a:ext>
            </a:extLst>
          </p:cNvPr>
          <p:cNvSpPr>
            <a:spLocks xmlns:a="http://schemas.openxmlformats.org/drawingml/2006/main" noGrp="1"/>
          </p:cNvSpPr>
          <p:nvPr/>
        </p:nvSpPr>
        <p:spPr>
          <a:xfrm xmlns:a="http://schemas.openxmlformats.org/drawingml/2006/main">
            <a:off x="2040686" y="218985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2" name="figure-practice_grid-9">
            <a:extLst xmlns:a="http://schemas.openxmlformats.org/drawingml/2006/main">
              <a:ext uri="{FF2B5EF4-FFF2-40B4-BE49-F238E27FC236}">
                <a16:creationId xmlns:a16="http://schemas.microsoft.com/office/drawing/2014/main" id="{C9E421E9-A6EE-45C4-B5F6-2F560891F219}"/>
              </a:ext>
            </a:extLst>
          </p:cNvPr>
          <p:cNvSpPr>
            <a:spLocks xmlns:a="http://schemas.openxmlformats.org/drawingml/2006/main" noGrp="1"/>
          </p:cNvSpPr>
          <p:nvPr/>
        </p:nvSpPr>
        <p:spPr>
          <a:xfrm xmlns:a="http://schemas.openxmlformats.org/drawingml/2006/main">
            <a:off x="240012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3" name="figure-practice_grid-10">
            <a:extLst xmlns:a="http://schemas.openxmlformats.org/drawingml/2006/main">
              <a:ext uri="{FF2B5EF4-FFF2-40B4-BE49-F238E27FC236}">
                <a16:creationId xmlns:a16="http://schemas.microsoft.com/office/drawing/2014/main" id="{97D9CE5D-951D-4A02-8961-5DFF92571DB6}"/>
              </a:ext>
            </a:extLst>
          </p:cNvPr>
          <p:cNvSpPr>
            <a:spLocks xmlns:a="http://schemas.openxmlformats.org/drawingml/2006/main" noGrp="1"/>
          </p:cNvSpPr>
          <p:nvPr/>
        </p:nvSpPr>
        <p:spPr>
          <a:xfrm xmlns:a="http://schemas.openxmlformats.org/drawingml/2006/main">
            <a:off x="2040686" y="227971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4" name="figure-practice_grid-11">
            <a:extLst xmlns:a="http://schemas.openxmlformats.org/drawingml/2006/main">
              <a:ext uri="{FF2B5EF4-FFF2-40B4-BE49-F238E27FC236}">
                <a16:creationId xmlns:a16="http://schemas.microsoft.com/office/drawing/2014/main" id="{9B80ADB3-91E2-4429-9655-6C7E2E5F5179}"/>
              </a:ext>
            </a:extLst>
          </p:cNvPr>
          <p:cNvSpPr>
            <a:spLocks xmlns:a="http://schemas.openxmlformats.org/drawingml/2006/main" noGrp="1"/>
          </p:cNvSpPr>
          <p:nvPr/>
        </p:nvSpPr>
        <p:spPr>
          <a:xfrm xmlns:a="http://schemas.openxmlformats.org/drawingml/2006/main">
            <a:off x="248997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5" name="figure-practice_grid-12">
            <a:extLst xmlns:a="http://schemas.openxmlformats.org/drawingml/2006/main">
              <a:ext uri="{FF2B5EF4-FFF2-40B4-BE49-F238E27FC236}">
                <a16:creationId xmlns:a16="http://schemas.microsoft.com/office/drawing/2014/main" id="{94579D97-C3D8-4A6D-8204-390E40402615}"/>
              </a:ext>
            </a:extLst>
          </p:cNvPr>
          <p:cNvSpPr>
            <a:spLocks xmlns:a="http://schemas.openxmlformats.org/drawingml/2006/main" noGrp="1"/>
          </p:cNvSpPr>
          <p:nvPr/>
        </p:nvSpPr>
        <p:spPr>
          <a:xfrm xmlns:a="http://schemas.openxmlformats.org/drawingml/2006/main">
            <a:off x="2040686" y="236956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6" name="figure-practice_grid-13">
            <a:extLst xmlns:a="http://schemas.openxmlformats.org/drawingml/2006/main">
              <a:ext uri="{FF2B5EF4-FFF2-40B4-BE49-F238E27FC236}">
                <a16:creationId xmlns:a16="http://schemas.microsoft.com/office/drawing/2014/main" id="{329A7BE0-E356-4BA4-B0E0-B3C4A66773BC}"/>
              </a:ext>
            </a:extLst>
          </p:cNvPr>
          <p:cNvSpPr>
            <a:spLocks xmlns:a="http://schemas.openxmlformats.org/drawingml/2006/main" noGrp="1"/>
          </p:cNvSpPr>
          <p:nvPr/>
        </p:nvSpPr>
        <p:spPr>
          <a:xfrm xmlns:a="http://schemas.openxmlformats.org/drawingml/2006/main">
            <a:off x="257983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7" name="figure-practice_grid-14">
            <a:extLst xmlns:a="http://schemas.openxmlformats.org/drawingml/2006/main">
              <a:ext uri="{FF2B5EF4-FFF2-40B4-BE49-F238E27FC236}">
                <a16:creationId xmlns:a16="http://schemas.microsoft.com/office/drawing/2014/main" id="{B5D670AC-F898-42EE-AF39-2ACF327246F1}"/>
              </a:ext>
            </a:extLst>
          </p:cNvPr>
          <p:cNvSpPr>
            <a:spLocks xmlns:a="http://schemas.openxmlformats.org/drawingml/2006/main" noGrp="1"/>
          </p:cNvSpPr>
          <p:nvPr/>
        </p:nvSpPr>
        <p:spPr>
          <a:xfrm xmlns:a="http://schemas.openxmlformats.org/drawingml/2006/main">
            <a:off x="2040686" y="245942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8" name="figure-practice_grid-15">
            <a:extLst xmlns:a="http://schemas.openxmlformats.org/drawingml/2006/main">
              <a:ext uri="{FF2B5EF4-FFF2-40B4-BE49-F238E27FC236}">
                <a16:creationId xmlns:a16="http://schemas.microsoft.com/office/drawing/2014/main" id="{83328F2C-0317-453B-BA3A-F24901BABE92}"/>
              </a:ext>
            </a:extLst>
          </p:cNvPr>
          <p:cNvSpPr>
            <a:spLocks xmlns:a="http://schemas.openxmlformats.org/drawingml/2006/main" noGrp="1"/>
          </p:cNvSpPr>
          <p:nvPr/>
        </p:nvSpPr>
        <p:spPr>
          <a:xfrm xmlns:a="http://schemas.openxmlformats.org/drawingml/2006/main">
            <a:off x="266969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9" name="figure-practice_grid-16">
            <a:extLst xmlns:a="http://schemas.openxmlformats.org/drawingml/2006/main">
              <a:ext uri="{FF2B5EF4-FFF2-40B4-BE49-F238E27FC236}">
                <a16:creationId xmlns:a16="http://schemas.microsoft.com/office/drawing/2014/main" id="{E76B7205-B6C7-4A7C-8272-6C8FC57045BD}"/>
              </a:ext>
            </a:extLst>
          </p:cNvPr>
          <p:cNvSpPr>
            <a:spLocks xmlns:a="http://schemas.openxmlformats.org/drawingml/2006/main" noGrp="1"/>
          </p:cNvSpPr>
          <p:nvPr/>
        </p:nvSpPr>
        <p:spPr>
          <a:xfrm xmlns:a="http://schemas.openxmlformats.org/drawingml/2006/main">
            <a:off x="2040686" y="254928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0" name="figure-practice_grid-17">
            <a:extLst xmlns:a="http://schemas.openxmlformats.org/drawingml/2006/main">
              <a:ext uri="{FF2B5EF4-FFF2-40B4-BE49-F238E27FC236}">
                <a16:creationId xmlns:a16="http://schemas.microsoft.com/office/drawing/2014/main" id="{5BA56177-0A41-4EB3-B6D9-133EB7027D48}"/>
              </a:ext>
            </a:extLst>
          </p:cNvPr>
          <p:cNvSpPr>
            <a:spLocks xmlns:a="http://schemas.openxmlformats.org/drawingml/2006/main" noGrp="1"/>
          </p:cNvSpPr>
          <p:nvPr/>
        </p:nvSpPr>
        <p:spPr>
          <a:xfrm xmlns:a="http://schemas.openxmlformats.org/drawingml/2006/main">
            <a:off x="275955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1" name="figure-practice_grid-18">
            <a:extLst xmlns:a="http://schemas.openxmlformats.org/drawingml/2006/main">
              <a:ext uri="{FF2B5EF4-FFF2-40B4-BE49-F238E27FC236}">
                <a16:creationId xmlns:a16="http://schemas.microsoft.com/office/drawing/2014/main" id="{378814A1-E26A-42C7-8529-D551D2DEB6AE}"/>
              </a:ext>
            </a:extLst>
          </p:cNvPr>
          <p:cNvSpPr>
            <a:spLocks xmlns:a="http://schemas.openxmlformats.org/drawingml/2006/main" noGrp="1"/>
          </p:cNvSpPr>
          <p:nvPr/>
        </p:nvSpPr>
        <p:spPr>
          <a:xfrm xmlns:a="http://schemas.openxmlformats.org/drawingml/2006/main">
            <a:off x="2040686" y="263914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2" name="figure-practice_grid-19">
            <a:extLst xmlns:a="http://schemas.openxmlformats.org/drawingml/2006/main">
              <a:ext uri="{FF2B5EF4-FFF2-40B4-BE49-F238E27FC236}">
                <a16:creationId xmlns:a16="http://schemas.microsoft.com/office/drawing/2014/main" id="{89615F58-D068-414F-AB27-AAD382FA8307}"/>
              </a:ext>
            </a:extLst>
          </p:cNvPr>
          <p:cNvSpPr>
            <a:spLocks xmlns:a="http://schemas.openxmlformats.org/drawingml/2006/main" noGrp="1"/>
          </p:cNvSpPr>
          <p:nvPr/>
        </p:nvSpPr>
        <p:spPr>
          <a:xfrm xmlns:a="http://schemas.openxmlformats.org/drawingml/2006/main">
            <a:off x="284941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3" name="figure-practice_grid-20">
            <a:extLst xmlns:a="http://schemas.openxmlformats.org/drawingml/2006/main">
              <a:ext uri="{FF2B5EF4-FFF2-40B4-BE49-F238E27FC236}">
                <a16:creationId xmlns:a16="http://schemas.microsoft.com/office/drawing/2014/main" id="{87FE4B25-AFBF-4C25-8080-55CBB281475B}"/>
              </a:ext>
            </a:extLst>
          </p:cNvPr>
          <p:cNvSpPr>
            <a:spLocks xmlns:a="http://schemas.openxmlformats.org/drawingml/2006/main" noGrp="1"/>
          </p:cNvSpPr>
          <p:nvPr/>
        </p:nvSpPr>
        <p:spPr>
          <a:xfrm xmlns:a="http://schemas.openxmlformats.org/drawingml/2006/main">
            <a:off x="2040686" y="272900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4" name="figure-practice_grid-21">
            <a:extLst xmlns:a="http://schemas.openxmlformats.org/drawingml/2006/main">
              <a:ext uri="{FF2B5EF4-FFF2-40B4-BE49-F238E27FC236}">
                <a16:creationId xmlns:a16="http://schemas.microsoft.com/office/drawing/2014/main" id="{67507A7A-D267-482B-B566-9AF9E11014AD}"/>
              </a:ext>
            </a:extLst>
          </p:cNvPr>
          <p:cNvSpPr>
            <a:spLocks xmlns:a="http://schemas.openxmlformats.org/drawingml/2006/main" noGrp="1"/>
          </p:cNvSpPr>
          <p:nvPr/>
        </p:nvSpPr>
        <p:spPr>
          <a:xfrm xmlns:a="http://schemas.openxmlformats.org/drawingml/2006/main">
            <a:off x="293927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35" name="figure-practice_grid-22">
            <a:extLst xmlns:a="http://schemas.openxmlformats.org/drawingml/2006/main">
              <a:ext uri="{FF2B5EF4-FFF2-40B4-BE49-F238E27FC236}">
                <a16:creationId xmlns:a16="http://schemas.microsoft.com/office/drawing/2014/main" id="{8655D7D7-555D-41D1-BF58-8581FBFE4405}"/>
              </a:ext>
            </a:extLst>
          </p:cNvPr>
          <p:cNvSpPr>
            <a:spLocks xmlns:a="http://schemas.openxmlformats.org/drawingml/2006/main" noGrp="1"/>
          </p:cNvSpPr>
          <p:nvPr/>
        </p:nvSpPr>
        <p:spPr>
          <a:xfrm xmlns:a="http://schemas.openxmlformats.org/drawingml/2006/main">
            <a:off x="2040686" y="281886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36" name="figure-practice_grid-23">
            <a:extLst xmlns:a="http://schemas.openxmlformats.org/drawingml/2006/main">
              <a:ext uri="{FF2B5EF4-FFF2-40B4-BE49-F238E27FC236}">
                <a16:creationId xmlns:a16="http://schemas.microsoft.com/office/drawing/2014/main" id="{7B5EE781-0B4F-44AA-9438-B3ED5A5D2799}"/>
              </a:ext>
            </a:extLst>
          </p:cNvPr>
          <p:cNvSpPr>
            <a:spLocks xmlns:a="http://schemas.openxmlformats.org/drawingml/2006/main" noGrp="1"/>
          </p:cNvSpPr>
          <p:nvPr/>
        </p:nvSpPr>
        <p:spPr>
          <a:xfrm xmlns:a="http://schemas.openxmlformats.org/drawingml/2006/main">
            <a:off x="302913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7" name="figure-practice_grid-24">
            <a:extLst xmlns:a="http://schemas.openxmlformats.org/drawingml/2006/main">
              <a:ext uri="{FF2B5EF4-FFF2-40B4-BE49-F238E27FC236}">
                <a16:creationId xmlns:a16="http://schemas.microsoft.com/office/drawing/2014/main" id="{0538FB7E-1062-4C78-A99A-0F3F3FEC4C32}"/>
              </a:ext>
            </a:extLst>
          </p:cNvPr>
          <p:cNvSpPr>
            <a:spLocks xmlns:a="http://schemas.openxmlformats.org/drawingml/2006/main" noGrp="1"/>
          </p:cNvSpPr>
          <p:nvPr/>
        </p:nvSpPr>
        <p:spPr>
          <a:xfrm xmlns:a="http://schemas.openxmlformats.org/drawingml/2006/main">
            <a:off x="2040686" y="290871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8" name="figure-practice_grid-25">
            <a:extLst xmlns:a="http://schemas.openxmlformats.org/drawingml/2006/main">
              <a:ext uri="{FF2B5EF4-FFF2-40B4-BE49-F238E27FC236}">
                <a16:creationId xmlns:a16="http://schemas.microsoft.com/office/drawing/2014/main" id="{5706FACE-7E7F-4FEA-A9ED-A762C09C6E91}"/>
              </a:ext>
            </a:extLst>
          </p:cNvPr>
          <p:cNvSpPr>
            <a:spLocks xmlns:a="http://schemas.openxmlformats.org/drawingml/2006/main" noGrp="1"/>
          </p:cNvSpPr>
          <p:nvPr/>
        </p:nvSpPr>
        <p:spPr>
          <a:xfrm xmlns:a="http://schemas.openxmlformats.org/drawingml/2006/main">
            <a:off x="311898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9" name="figure-practice_grid-26">
            <a:extLst xmlns:a="http://schemas.openxmlformats.org/drawingml/2006/main">
              <a:ext uri="{FF2B5EF4-FFF2-40B4-BE49-F238E27FC236}">
                <a16:creationId xmlns:a16="http://schemas.microsoft.com/office/drawing/2014/main" id="{9CB67D84-F5F6-4036-8530-12D883828AFB}"/>
              </a:ext>
            </a:extLst>
          </p:cNvPr>
          <p:cNvSpPr>
            <a:spLocks xmlns:a="http://schemas.openxmlformats.org/drawingml/2006/main" noGrp="1"/>
          </p:cNvSpPr>
          <p:nvPr/>
        </p:nvSpPr>
        <p:spPr>
          <a:xfrm xmlns:a="http://schemas.openxmlformats.org/drawingml/2006/main">
            <a:off x="2040686" y="299857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0" name="figure-practice_grid-27">
            <a:extLst xmlns:a="http://schemas.openxmlformats.org/drawingml/2006/main">
              <a:ext uri="{FF2B5EF4-FFF2-40B4-BE49-F238E27FC236}">
                <a16:creationId xmlns:a16="http://schemas.microsoft.com/office/drawing/2014/main" id="{C1CEB374-FB3D-47C9-8940-625B5DBBCEA3}"/>
              </a:ext>
            </a:extLst>
          </p:cNvPr>
          <p:cNvSpPr>
            <a:spLocks xmlns:a="http://schemas.openxmlformats.org/drawingml/2006/main" noGrp="1"/>
          </p:cNvSpPr>
          <p:nvPr/>
        </p:nvSpPr>
        <p:spPr>
          <a:xfrm xmlns:a="http://schemas.openxmlformats.org/drawingml/2006/main">
            <a:off x="320884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1" name="figure-practice_grid-28">
            <a:extLst xmlns:a="http://schemas.openxmlformats.org/drawingml/2006/main">
              <a:ext uri="{FF2B5EF4-FFF2-40B4-BE49-F238E27FC236}">
                <a16:creationId xmlns:a16="http://schemas.microsoft.com/office/drawing/2014/main" id="{4AE524EF-7F1E-426B-96C1-E8528F6287A6}"/>
              </a:ext>
            </a:extLst>
          </p:cNvPr>
          <p:cNvSpPr>
            <a:spLocks xmlns:a="http://schemas.openxmlformats.org/drawingml/2006/main" noGrp="1"/>
          </p:cNvSpPr>
          <p:nvPr/>
        </p:nvSpPr>
        <p:spPr>
          <a:xfrm xmlns:a="http://schemas.openxmlformats.org/drawingml/2006/main">
            <a:off x="2040686" y="308843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2" name="figure-practice_grid-29">
            <a:extLst xmlns:a="http://schemas.openxmlformats.org/drawingml/2006/main">
              <a:ext uri="{FF2B5EF4-FFF2-40B4-BE49-F238E27FC236}">
                <a16:creationId xmlns:a16="http://schemas.microsoft.com/office/drawing/2014/main" id="{553954C1-9E1A-4BEA-8094-A6C9BA42008D}"/>
              </a:ext>
            </a:extLst>
          </p:cNvPr>
          <p:cNvSpPr>
            <a:spLocks xmlns:a="http://schemas.openxmlformats.org/drawingml/2006/main" noGrp="1"/>
          </p:cNvSpPr>
          <p:nvPr/>
        </p:nvSpPr>
        <p:spPr>
          <a:xfrm xmlns:a="http://schemas.openxmlformats.org/drawingml/2006/main">
            <a:off x="329870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3" name="figure-practice_grid-30">
            <a:extLst xmlns:a="http://schemas.openxmlformats.org/drawingml/2006/main">
              <a:ext uri="{FF2B5EF4-FFF2-40B4-BE49-F238E27FC236}">
                <a16:creationId xmlns:a16="http://schemas.microsoft.com/office/drawing/2014/main" id="{640F2F5D-DE50-4193-8D88-649EF011937C}"/>
              </a:ext>
            </a:extLst>
          </p:cNvPr>
          <p:cNvSpPr>
            <a:spLocks xmlns:a="http://schemas.openxmlformats.org/drawingml/2006/main" noGrp="1"/>
          </p:cNvSpPr>
          <p:nvPr/>
        </p:nvSpPr>
        <p:spPr>
          <a:xfrm xmlns:a="http://schemas.openxmlformats.org/drawingml/2006/main">
            <a:off x="2040686" y="317829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4" name="figure-practice_grid-31">
            <a:extLst xmlns:a="http://schemas.openxmlformats.org/drawingml/2006/main">
              <a:ext uri="{FF2B5EF4-FFF2-40B4-BE49-F238E27FC236}">
                <a16:creationId xmlns:a16="http://schemas.microsoft.com/office/drawing/2014/main" id="{04F4B386-6773-4DCF-90D1-D9032F62C81B}"/>
              </a:ext>
            </a:extLst>
          </p:cNvPr>
          <p:cNvSpPr>
            <a:spLocks xmlns:a="http://schemas.openxmlformats.org/drawingml/2006/main" noGrp="1"/>
          </p:cNvSpPr>
          <p:nvPr/>
        </p:nvSpPr>
        <p:spPr>
          <a:xfrm xmlns:a="http://schemas.openxmlformats.org/drawingml/2006/main">
            <a:off x="338856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5" name="figure-practice_grid-32">
            <a:extLst xmlns:a="http://schemas.openxmlformats.org/drawingml/2006/main">
              <a:ext uri="{FF2B5EF4-FFF2-40B4-BE49-F238E27FC236}">
                <a16:creationId xmlns:a16="http://schemas.microsoft.com/office/drawing/2014/main" id="{7F31A529-1DA4-4801-9F2C-77792FA06239}"/>
              </a:ext>
            </a:extLst>
          </p:cNvPr>
          <p:cNvSpPr>
            <a:spLocks xmlns:a="http://schemas.openxmlformats.org/drawingml/2006/main" noGrp="1"/>
          </p:cNvSpPr>
          <p:nvPr/>
        </p:nvSpPr>
        <p:spPr>
          <a:xfrm xmlns:a="http://schemas.openxmlformats.org/drawingml/2006/main">
            <a:off x="2040686" y="326815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6" name="figure-practice_grid-33">
            <a:extLst xmlns:a="http://schemas.openxmlformats.org/drawingml/2006/main">
              <a:ext uri="{FF2B5EF4-FFF2-40B4-BE49-F238E27FC236}">
                <a16:creationId xmlns:a16="http://schemas.microsoft.com/office/drawing/2014/main" id="{969F3FC7-1EF7-438D-ADF7-ED039D377613}"/>
              </a:ext>
            </a:extLst>
          </p:cNvPr>
          <p:cNvSpPr>
            <a:spLocks xmlns:a="http://schemas.openxmlformats.org/drawingml/2006/main" noGrp="1"/>
          </p:cNvSpPr>
          <p:nvPr/>
        </p:nvSpPr>
        <p:spPr>
          <a:xfrm xmlns:a="http://schemas.openxmlformats.org/drawingml/2006/main">
            <a:off x="347842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7" name="figure-practice_grid-34">
            <a:extLst xmlns:a="http://schemas.openxmlformats.org/drawingml/2006/main">
              <a:ext uri="{FF2B5EF4-FFF2-40B4-BE49-F238E27FC236}">
                <a16:creationId xmlns:a16="http://schemas.microsoft.com/office/drawing/2014/main" id="{26FD0712-31E4-42B2-9682-CF920EACEF43}"/>
              </a:ext>
            </a:extLst>
          </p:cNvPr>
          <p:cNvSpPr>
            <a:spLocks xmlns:a="http://schemas.openxmlformats.org/drawingml/2006/main" noGrp="1"/>
          </p:cNvSpPr>
          <p:nvPr/>
        </p:nvSpPr>
        <p:spPr>
          <a:xfrm xmlns:a="http://schemas.openxmlformats.org/drawingml/2006/main">
            <a:off x="2040686" y="335801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8" name="figure-practice_grid-35">
            <a:extLst xmlns:a="http://schemas.openxmlformats.org/drawingml/2006/main">
              <a:ext uri="{FF2B5EF4-FFF2-40B4-BE49-F238E27FC236}">
                <a16:creationId xmlns:a16="http://schemas.microsoft.com/office/drawing/2014/main" id="{01E26EB4-3026-4287-B75A-CCE9C5AEBD35}"/>
              </a:ext>
            </a:extLst>
          </p:cNvPr>
          <p:cNvSpPr>
            <a:spLocks xmlns:a="http://schemas.openxmlformats.org/drawingml/2006/main" noGrp="1"/>
          </p:cNvSpPr>
          <p:nvPr/>
        </p:nvSpPr>
        <p:spPr>
          <a:xfrm xmlns:a="http://schemas.openxmlformats.org/drawingml/2006/main">
            <a:off x="356828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9" name="figure-practice_grid-36">
            <a:extLst xmlns:a="http://schemas.openxmlformats.org/drawingml/2006/main">
              <a:ext uri="{FF2B5EF4-FFF2-40B4-BE49-F238E27FC236}">
                <a16:creationId xmlns:a16="http://schemas.microsoft.com/office/drawing/2014/main" id="{8EDA1E4C-A83A-4A02-9981-9CC2955B098F}"/>
              </a:ext>
            </a:extLst>
          </p:cNvPr>
          <p:cNvSpPr>
            <a:spLocks xmlns:a="http://schemas.openxmlformats.org/drawingml/2006/main" noGrp="1"/>
          </p:cNvSpPr>
          <p:nvPr/>
        </p:nvSpPr>
        <p:spPr>
          <a:xfrm xmlns:a="http://schemas.openxmlformats.org/drawingml/2006/main">
            <a:off x="2040686" y="344787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0" name="figure-practice_grid-37">
            <a:extLst xmlns:a="http://schemas.openxmlformats.org/drawingml/2006/main">
              <a:ext uri="{FF2B5EF4-FFF2-40B4-BE49-F238E27FC236}">
                <a16:creationId xmlns:a16="http://schemas.microsoft.com/office/drawing/2014/main" id="{D078237B-6A41-4087-8F70-B42D7DCC9DF5}"/>
              </a:ext>
            </a:extLst>
          </p:cNvPr>
          <p:cNvSpPr>
            <a:spLocks xmlns:a="http://schemas.openxmlformats.org/drawingml/2006/main" noGrp="1"/>
          </p:cNvSpPr>
          <p:nvPr/>
        </p:nvSpPr>
        <p:spPr>
          <a:xfrm xmlns:a="http://schemas.openxmlformats.org/drawingml/2006/main">
            <a:off x="365813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1" name="figure-practice_grid-38">
            <a:extLst xmlns:a="http://schemas.openxmlformats.org/drawingml/2006/main">
              <a:ext uri="{FF2B5EF4-FFF2-40B4-BE49-F238E27FC236}">
                <a16:creationId xmlns:a16="http://schemas.microsoft.com/office/drawing/2014/main" id="{78AF7625-B1AF-48B4-8577-4A25FEF4AC32}"/>
              </a:ext>
            </a:extLst>
          </p:cNvPr>
          <p:cNvSpPr>
            <a:spLocks xmlns:a="http://schemas.openxmlformats.org/drawingml/2006/main" noGrp="1"/>
          </p:cNvSpPr>
          <p:nvPr/>
        </p:nvSpPr>
        <p:spPr>
          <a:xfrm xmlns:a="http://schemas.openxmlformats.org/drawingml/2006/main">
            <a:off x="2040686" y="353772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2" name="figure-practice_grid-39">
            <a:extLst xmlns:a="http://schemas.openxmlformats.org/drawingml/2006/main">
              <a:ext uri="{FF2B5EF4-FFF2-40B4-BE49-F238E27FC236}">
                <a16:creationId xmlns:a16="http://schemas.microsoft.com/office/drawing/2014/main" id="{AA939C0A-FF00-4069-A41B-AA891C19CB05}"/>
              </a:ext>
            </a:extLst>
          </p:cNvPr>
          <p:cNvSpPr>
            <a:spLocks xmlns:a="http://schemas.openxmlformats.org/drawingml/2006/main" noGrp="1"/>
          </p:cNvSpPr>
          <p:nvPr/>
        </p:nvSpPr>
        <p:spPr>
          <a:xfrm xmlns:a="http://schemas.openxmlformats.org/drawingml/2006/main">
            <a:off x="374799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3" name="figure-practice_grid-40">
            <a:extLst xmlns:a="http://schemas.openxmlformats.org/drawingml/2006/main">
              <a:ext uri="{FF2B5EF4-FFF2-40B4-BE49-F238E27FC236}">
                <a16:creationId xmlns:a16="http://schemas.microsoft.com/office/drawing/2014/main" id="{39FECAD7-B00A-4A35-B371-7A085689A4B1}"/>
              </a:ext>
            </a:extLst>
          </p:cNvPr>
          <p:cNvSpPr>
            <a:spLocks xmlns:a="http://schemas.openxmlformats.org/drawingml/2006/main" noGrp="1"/>
          </p:cNvSpPr>
          <p:nvPr/>
        </p:nvSpPr>
        <p:spPr>
          <a:xfrm xmlns:a="http://schemas.openxmlformats.org/drawingml/2006/main">
            <a:off x="2040686" y="362758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4" name="figure-practice_grid-41">
            <a:extLst xmlns:a="http://schemas.openxmlformats.org/drawingml/2006/main">
              <a:ext uri="{FF2B5EF4-FFF2-40B4-BE49-F238E27FC236}">
                <a16:creationId xmlns:a16="http://schemas.microsoft.com/office/drawing/2014/main" id="{CE6C0EA2-68AA-4B01-B7A4-84C5A763997F}"/>
              </a:ext>
            </a:extLst>
          </p:cNvPr>
          <p:cNvSpPr>
            <a:spLocks xmlns:a="http://schemas.openxmlformats.org/drawingml/2006/main" noGrp="1"/>
          </p:cNvSpPr>
          <p:nvPr/>
        </p:nvSpPr>
        <p:spPr>
          <a:xfrm xmlns:a="http://schemas.openxmlformats.org/drawingml/2006/main">
            <a:off x="383785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55" name="figure-practice_grid-42">
            <a:extLst xmlns:a="http://schemas.openxmlformats.org/drawingml/2006/main">
              <a:ext uri="{FF2B5EF4-FFF2-40B4-BE49-F238E27FC236}">
                <a16:creationId xmlns:a16="http://schemas.microsoft.com/office/drawing/2014/main" id="{AE6F5347-0E91-4F5B-AC61-7D179C9CC76A}"/>
              </a:ext>
            </a:extLst>
          </p:cNvPr>
          <p:cNvSpPr>
            <a:spLocks xmlns:a="http://schemas.openxmlformats.org/drawingml/2006/main" noGrp="1"/>
          </p:cNvSpPr>
          <p:nvPr/>
        </p:nvSpPr>
        <p:spPr>
          <a:xfrm xmlns:a="http://schemas.openxmlformats.org/drawingml/2006/main">
            <a:off x="2040686" y="371744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56" name="figure-practice_grid-43">
            <a:extLst xmlns:a="http://schemas.openxmlformats.org/drawingml/2006/main">
              <a:ext uri="{FF2B5EF4-FFF2-40B4-BE49-F238E27FC236}">
                <a16:creationId xmlns:a16="http://schemas.microsoft.com/office/drawing/2014/main" id="{B499101D-407B-4E42-90AD-ED9B35FAB758}"/>
              </a:ext>
            </a:extLst>
          </p:cNvPr>
          <p:cNvSpPr>
            <a:spLocks xmlns:a="http://schemas.openxmlformats.org/drawingml/2006/main" noGrp="1"/>
          </p:cNvSpPr>
          <p:nvPr/>
        </p:nvSpPr>
        <p:spPr>
          <a:xfrm xmlns:a="http://schemas.openxmlformats.org/drawingml/2006/main">
            <a:off x="392771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7" name="figure-practice_grid-44">
            <a:extLst xmlns:a="http://schemas.openxmlformats.org/drawingml/2006/main">
              <a:ext uri="{FF2B5EF4-FFF2-40B4-BE49-F238E27FC236}">
                <a16:creationId xmlns:a16="http://schemas.microsoft.com/office/drawing/2014/main" id="{8B555CA4-B53F-47A9-8AFF-A2810B373DEB}"/>
              </a:ext>
            </a:extLst>
          </p:cNvPr>
          <p:cNvSpPr>
            <a:spLocks xmlns:a="http://schemas.openxmlformats.org/drawingml/2006/main" noGrp="1"/>
          </p:cNvSpPr>
          <p:nvPr/>
        </p:nvSpPr>
        <p:spPr>
          <a:xfrm xmlns:a="http://schemas.openxmlformats.org/drawingml/2006/main">
            <a:off x="2040686" y="380730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8" name="figure-practice_grid-45">
            <a:extLst xmlns:a="http://schemas.openxmlformats.org/drawingml/2006/main">
              <a:ext uri="{FF2B5EF4-FFF2-40B4-BE49-F238E27FC236}">
                <a16:creationId xmlns:a16="http://schemas.microsoft.com/office/drawing/2014/main" id="{1AF555EB-3607-4BF1-AE2F-E8A874B20DF7}"/>
              </a:ext>
            </a:extLst>
          </p:cNvPr>
          <p:cNvSpPr>
            <a:spLocks xmlns:a="http://schemas.openxmlformats.org/drawingml/2006/main" noGrp="1"/>
          </p:cNvSpPr>
          <p:nvPr/>
        </p:nvSpPr>
        <p:spPr>
          <a:xfrm xmlns:a="http://schemas.openxmlformats.org/drawingml/2006/main">
            <a:off x="401757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9" name="figure-practice_grid-46">
            <a:extLst xmlns:a="http://schemas.openxmlformats.org/drawingml/2006/main">
              <a:ext uri="{FF2B5EF4-FFF2-40B4-BE49-F238E27FC236}">
                <a16:creationId xmlns:a16="http://schemas.microsoft.com/office/drawing/2014/main" id="{DF72F831-768C-4789-884F-A0D57650D72D}"/>
              </a:ext>
            </a:extLst>
          </p:cNvPr>
          <p:cNvSpPr>
            <a:spLocks xmlns:a="http://schemas.openxmlformats.org/drawingml/2006/main" noGrp="1"/>
          </p:cNvSpPr>
          <p:nvPr/>
        </p:nvSpPr>
        <p:spPr>
          <a:xfrm xmlns:a="http://schemas.openxmlformats.org/drawingml/2006/main">
            <a:off x="2040686" y="389716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0" name="figure-practice_grid-47">
            <a:extLst xmlns:a="http://schemas.openxmlformats.org/drawingml/2006/main">
              <a:ext uri="{FF2B5EF4-FFF2-40B4-BE49-F238E27FC236}">
                <a16:creationId xmlns:a16="http://schemas.microsoft.com/office/drawing/2014/main" id="{873EB5EE-F806-4DF4-B7B5-62BE0D13765E}"/>
              </a:ext>
            </a:extLst>
          </p:cNvPr>
          <p:cNvSpPr>
            <a:spLocks xmlns:a="http://schemas.openxmlformats.org/drawingml/2006/main" noGrp="1"/>
          </p:cNvSpPr>
          <p:nvPr/>
        </p:nvSpPr>
        <p:spPr>
          <a:xfrm xmlns:a="http://schemas.openxmlformats.org/drawingml/2006/main">
            <a:off x="410743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1" name="figure-practice_grid-48">
            <a:extLst xmlns:a="http://schemas.openxmlformats.org/drawingml/2006/main">
              <a:ext uri="{FF2B5EF4-FFF2-40B4-BE49-F238E27FC236}">
                <a16:creationId xmlns:a16="http://schemas.microsoft.com/office/drawing/2014/main" id="{1BCD39D9-517D-4CCF-94CD-3D2CA41EEC27}"/>
              </a:ext>
            </a:extLst>
          </p:cNvPr>
          <p:cNvSpPr>
            <a:spLocks xmlns:a="http://schemas.openxmlformats.org/drawingml/2006/main" noGrp="1"/>
          </p:cNvSpPr>
          <p:nvPr/>
        </p:nvSpPr>
        <p:spPr>
          <a:xfrm xmlns:a="http://schemas.openxmlformats.org/drawingml/2006/main">
            <a:off x="2040686" y="398702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2" name="figure-practice_grid-49">
            <a:extLst xmlns:a="http://schemas.openxmlformats.org/drawingml/2006/main">
              <a:ext uri="{FF2B5EF4-FFF2-40B4-BE49-F238E27FC236}">
                <a16:creationId xmlns:a16="http://schemas.microsoft.com/office/drawing/2014/main" id="{E9FCA18C-521C-47DD-BFBD-12DD2E6FB277}"/>
              </a:ext>
            </a:extLst>
          </p:cNvPr>
          <p:cNvSpPr>
            <a:spLocks xmlns:a="http://schemas.openxmlformats.org/drawingml/2006/main" noGrp="1"/>
          </p:cNvSpPr>
          <p:nvPr/>
        </p:nvSpPr>
        <p:spPr>
          <a:xfrm xmlns:a="http://schemas.openxmlformats.org/drawingml/2006/main">
            <a:off x="419729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3" name="figure-practice_grid-50">
            <a:extLst xmlns:a="http://schemas.openxmlformats.org/drawingml/2006/main">
              <a:ext uri="{FF2B5EF4-FFF2-40B4-BE49-F238E27FC236}">
                <a16:creationId xmlns:a16="http://schemas.microsoft.com/office/drawing/2014/main" id="{6A10BB87-84B5-42CF-9F6C-12F778818F4B}"/>
              </a:ext>
            </a:extLst>
          </p:cNvPr>
          <p:cNvSpPr>
            <a:spLocks xmlns:a="http://schemas.openxmlformats.org/drawingml/2006/main" noGrp="1"/>
          </p:cNvSpPr>
          <p:nvPr/>
        </p:nvSpPr>
        <p:spPr>
          <a:xfrm xmlns:a="http://schemas.openxmlformats.org/drawingml/2006/main">
            <a:off x="2040686" y="407688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4" name="figure-practice_grid-51">
            <a:extLst xmlns:a="http://schemas.openxmlformats.org/drawingml/2006/main">
              <a:ext uri="{FF2B5EF4-FFF2-40B4-BE49-F238E27FC236}">
                <a16:creationId xmlns:a16="http://schemas.microsoft.com/office/drawing/2014/main" id="{D23D48B4-195A-4F79-90B5-101C662B7A24}"/>
              </a:ext>
            </a:extLst>
          </p:cNvPr>
          <p:cNvSpPr>
            <a:spLocks xmlns:a="http://schemas.openxmlformats.org/drawingml/2006/main" noGrp="1"/>
          </p:cNvSpPr>
          <p:nvPr/>
        </p:nvSpPr>
        <p:spPr>
          <a:xfrm xmlns:a="http://schemas.openxmlformats.org/drawingml/2006/main">
            <a:off x="428714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5" name="figure-practice_grid-52">
            <a:extLst xmlns:a="http://schemas.openxmlformats.org/drawingml/2006/main">
              <a:ext uri="{FF2B5EF4-FFF2-40B4-BE49-F238E27FC236}">
                <a16:creationId xmlns:a16="http://schemas.microsoft.com/office/drawing/2014/main" id="{08E386DB-0F5D-4E01-8891-DCFE9CF9F968}"/>
              </a:ext>
            </a:extLst>
          </p:cNvPr>
          <p:cNvSpPr>
            <a:spLocks xmlns:a="http://schemas.openxmlformats.org/drawingml/2006/main" noGrp="1"/>
          </p:cNvSpPr>
          <p:nvPr/>
        </p:nvSpPr>
        <p:spPr>
          <a:xfrm xmlns:a="http://schemas.openxmlformats.org/drawingml/2006/main">
            <a:off x="2040686" y="416673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6" name="figure-practice_grid-53">
            <a:extLst xmlns:a="http://schemas.openxmlformats.org/drawingml/2006/main">
              <a:ext uri="{FF2B5EF4-FFF2-40B4-BE49-F238E27FC236}">
                <a16:creationId xmlns:a16="http://schemas.microsoft.com/office/drawing/2014/main" id="{EB8EF12E-0F0D-4CB4-B9B9-A1C2C3366BF9}"/>
              </a:ext>
            </a:extLst>
          </p:cNvPr>
          <p:cNvSpPr>
            <a:spLocks xmlns:a="http://schemas.openxmlformats.org/drawingml/2006/main" noGrp="1"/>
          </p:cNvSpPr>
          <p:nvPr/>
        </p:nvSpPr>
        <p:spPr>
          <a:xfrm xmlns:a="http://schemas.openxmlformats.org/drawingml/2006/main">
            <a:off x="437700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7" name="figure-practice_grid-54">
            <a:extLst xmlns:a="http://schemas.openxmlformats.org/drawingml/2006/main">
              <a:ext uri="{FF2B5EF4-FFF2-40B4-BE49-F238E27FC236}">
                <a16:creationId xmlns:a16="http://schemas.microsoft.com/office/drawing/2014/main" id="{04B8B848-2794-4E40-94ED-5B8C6CE72F5E}"/>
              </a:ext>
            </a:extLst>
          </p:cNvPr>
          <p:cNvSpPr>
            <a:spLocks xmlns:a="http://schemas.openxmlformats.org/drawingml/2006/main" noGrp="1"/>
          </p:cNvSpPr>
          <p:nvPr/>
        </p:nvSpPr>
        <p:spPr>
          <a:xfrm xmlns:a="http://schemas.openxmlformats.org/drawingml/2006/main">
            <a:off x="2040686" y="425659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8" name="figure-practice_grid-55">
            <a:extLst xmlns:a="http://schemas.openxmlformats.org/drawingml/2006/main">
              <a:ext uri="{FF2B5EF4-FFF2-40B4-BE49-F238E27FC236}">
                <a16:creationId xmlns:a16="http://schemas.microsoft.com/office/drawing/2014/main" id="{C4D1DD19-7344-4A57-9A05-CBFAD8CDB8F9}"/>
              </a:ext>
            </a:extLst>
          </p:cNvPr>
          <p:cNvSpPr>
            <a:spLocks xmlns:a="http://schemas.openxmlformats.org/drawingml/2006/main" noGrp="1"/>
          </p:cNvSpPr>
          <p:nvPr/>
        </p:nvSpPr>
        <p:spPr>
          <a:xfrm xmlns:a="http://schemas.openxmlformats.org/drawingml/2006/main">
            <a:off x="446686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9" name="figure-practice_grid-56">
            <a:extLst xmlns:a="http://schemas.openxmlformats.org/drawingml/2006/main">
              <a:ext uri="{FF2B5EF4-FFF2-40B4-BE49-F238E27FC236}">
                <a16:creationId xmlns:a16="http://schemas.microsoft.com/office/drawing/2014/main" id="{225110D7-EF33-4196-96EC-79F03509AAD5}"/>
              </a:ext>
            </a:extLst>
          </p:cNvPr>
          <p:cNvSpPr>
            <a:spLocks xmlns:a="http://schemas.openxmlformats.org/drawingml/2006/main" noGrp="1"/>
          </p:cNvSpPr>
          <p:nvPr/>
        </p:nvSpPr>
        <p:spPr>
          <a:xfrm xmlns:a="http://schemas.openxmlformats.org/drawingml/2006/main">
            <a:off x="2040686" y="434645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0" name="figure-practice_grid-57">
            <a:extLst xmlns:a="http://schemas.openxmlformats.org/drawingml/2006/main">
              <a:ext uri="{FF2B5EF4-FFF2-40B4-BE49-F238E27FC236}">
                <a16:creationId xmlns:a16="http://schemas.microsoft.com/office/drawing/2014/main" id="{71EDD266-6811-4293-82EE-3CA266160DDD}"/>
              </a:ext>
            </a:extLst>
          </p:cNvPr>
          <p:cNvSpPr>
            <a:spLocks xmlns:a="http://schemas.openxmlformats.org/drawingml/2006/main" noGrp="1"/>
          </p:cNvSpPr>
          <p:nvPr/>
        </p:nvSpPr>
        <p:spPr>
          <a:xfrm xmlns:a="http://schemas.openxmlformats.org/drawingml/2006/main">
            <a:off x="455672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1" name="figure-practice_grid-58">
            <a:extLst xmlns:a="http://schemas.openxmlformats.org/drawingml/2006/main">
              <a:ext uri="{FF2B5EF4-FFF2-40B4-BE49-F238E27FC236}">
                <a16:creationId xmlns:a16="http://schemas.microsoft.com/office/drawing/2014/main" id="{67D4155E-084F-4348-89FC-F7976D0B6A3C}"/>
              </a:ext>
            </a:extLst>
          </p:cNvPr>
          <p:cNvSpPr>
            <a:spLocks xmlns:a="http://schemas.openxmlformats.org/drawingml/2006/main" noGrp="1"/>
          </p:cNvSpPr>
          <p:nvPr/>
        </p:nvSpPr>
        <p:spPr>
          <a:xfrm xmlns:a="http://schemas.openxmlformats.org/drawingml/2006/main">
            <a:off x="2040686" y="443631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2" name="figure-practice_grid-59">
            <a:extLst xmlns:a="http://schemas.openxmlformats.org/drawingml/2006/main">
              <a:ext uri="{FF2B5EF4-FFF2-40B4-BE49-F238E27FC236}">
                <a16:creationId xmlns:a16="http://schemas.microsoft.com/office/drawing/2014/main" id="{A807B650-7ABD-4149-ABC0-E11B26F775E3}"/>
              </a:ext>
            </a:extLst>
          </p:cNvPr>
          <p:cNvSpPr>
            <a:spLocks xmlns:a="http://schemas.openxmlformats.org/drawingml/2006/main" noGrp="1"/>
          </p:cNvSpPr>
          <p:nvPr/>
        </p:nvSpPr>
        <p:spPr>
          <a:xfrm xmlns:a="http://schemas.openxmlformats.org/drawingml/2006/main">
            <a:off x="464658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3" name="figure-practice_grid-60">
            <a:extLst xmlns:a="http://schemas.openxmlformats.org/drawingml/2006/main">
              <a:ext uri="{FF2B5EF4-FFF2-40B4-BE49-F238E27FC236}">
                <a16:creationId xmlns:a16="http://schemas.microsoft.com/office/drawing/2014/main" id="{5FCBFEBE-729D-4140-8A1C-EA319925B32B}"/>
              </a:ext>
            </a:extLst>
          </p:cNvPr>
          <p:cNvSpPr>
            <a:spLocks xmlns:a="http://schemas.openxmlformats.org/drawingml/2006/main" noGrp="1"/>
          </p:cNvSpPr>
          <p:nvPr/>
        </p:nvSpPr>
        <p:spPr>
          <a:xfrm xmlns:a="http://schemas.openxmlformats.org/drawingml/2006/main">
            <a:off x="2040686" y="452617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4" name="figure-practice_grid-61">
            <a:extLst xmlns:a="http://schemas.openxmlformats.org/drawingml/2006/main">
              <a:ext uri="{FF2B5EF4-FFF2-40B4-BE49-F238E27FC236}">
                <a16:creationId xmlns:a16="http://schemas.microsoft.com/office/drawing/2014/main" id="{B15268DA-D0E1-41E6-A200-5850859C9D81}"/>
              </a:ext>
            </a:extLst>
          </p:cNvPr>
          <p:cNvSpPr>
            <a:spLocks xmlns:a="http://schemas.openxmlformats.org/drawingml/2006/main" noGrp="1"/>
          </p:cNvSpPr>
          <p:nvPr/>
        </p:nvSpPr>
        <p:spPr>
          <a:xfrm xmlns:a="http://schemas.openxmlformats.org/drawingml/2006/main">
            <a:off x="473644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75" name="figure-practice_grid-62">
            <a:extLst xmlns:a="http://schemas.openxmlformats.org/drawingml/2006/main">
              <a:ext uri="{FF2B5EF4-FFF2-40B4-BE49-F238E27FC236}">
                <a16:creationId xmlns:a16="http://schemas.microsoft.com/office/drawing/2014/main" id="{26306706-E56D-472F-A0E9-E2FB6C2FFFDD}"/>
              </a:ext>
            </a:extLst>
          </p:cNvPr>
          <p:cNvSpPr>
            <a:spLocks xmlns:a="http://schemas.openxmlformats.org/drawingml/2006/main" noGrp="1"/>
          </p:cNvSpPr>
          <p:nvPr/>
        </p:nvSpPr>
        <p:spPr>
          <a:xfrm xmlns:a="http://schemas.openxmlformats.org/drawingml/2006/main">
            <a:off x="2040686" y="461603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76" name="figure-practice_grid-63">
            <a:extLst xmlns:a="http://schemas.openxmlformats.org/drawingml/2006/main">
              <a:ext uri="{FF2B5EF4-FFF2-40B4-BE49-F238E27FC236}">
                <a16:creationId xmlns:a16="http://schemas.microsoft.com/office/drawing/2014/main" id="{AB572FD9-FDEB-40EA-9CA9-057C6979DCDF}"/>
              </a:ext>
            </a:extLst>
          </p:cNvPr>
          <p:cNvSpPr>
            <a:spLocks xmlns:a="http://schemas.openxmlformats.org/drawingml/2006/main" noGrp="1"/>
          </p:cNvSpPr>
          <p:nvPr/>
        </p:nvSpPr>
        <p:spPr>
          <a:xfrm xmlns:a="http://schemas.openxmlformats.org/drawingml/2006/main">
            <a:off x="482630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7" name="figure-practice_grid-64">
            <a:extLst xmlns:a="http://schemas.openxmlformats.org/drawingml/2006/main">
              <a:ext uri="{FF2B5EF4-FFF2-40B4-BE49-F238E27FC236}">
                <a16:creationId xmlns:a16="http://schemas.microsoft.com/office/drawing/2014/main" id="{3CF173BC-2854-4853-AA2D-C9A9FE7F6A7B}"/>
              </a:ext>
            </a:extLst>
          </p:cNvPr>
          <p:cNvSpPr>
            <a:spLocks xmlns:a="http://schemas.openxmlformats.org/drawingml/2006/main" noGrp="1"/>
          </p:cNvSpPr>
          <p:nvPr/>
        </p:nvSpPr>
        <p:spPr>
          <a:xfrm xmlns:a="http://schemas.openxmlformats.org/drawingml/2006/main">
            <a:off x="2040686" y="470588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8" name="figure-practice_grid-65">
            <a:extLst xmlns:a="http://schemas.openxmlformats.org/drawingml/2006/main">
              <a:ext uri="{FF2B5EF4-FFF2-40B4-BE49-F238E27FC236}">
                <a16:creationId xmlns:a16="http://schemas.microsoft.com/office/drawing/2014/main" id="{AE4AD5A5-D1FE-4918-85AE-ED5328936B25}"/>
              </a:ext>
            </a:extLst>
          </p:cNvPr>
          <p:cNvSpPr>
            <a:spLocks xmlns:a="http://schemas.openxmlformats.org/drawingml/2006/main" noGrp="1"/>
          </p:cNvSpPr>
          <p:nvPr/>
        </p:nvSpPr>
        <p:spPr>
          <a:xfrm xmlns:a="http://schemas.openxmlformats.org/drawingml/2006/main">
            <a:off x="491615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9" name="figure-practice_grid-66">
            <a:extLst xmlns:a="http://schemas.openxmlformats.org/drawingml/2006/main">
              <a:ext uri="{FF2B5EF4-FFF2-40B4-BE49-F238E27FC236}">
                <a16:creationId xmlns:a16="http://schemas.microsoft.com/office/drawing/2014/main" id="{1C209727-D9FE-4708-89AF-E2C269A67311}"/>
              </a:ext>
            </a:extLst>
          </p:cNvPr>
          <p:cNvSpPr>
            <a:spLocks xmlns:a="http://schemas.openxmlformats.org/drawingml/2006/main" noGrp="1"/>
          </p:cNvSpPr>
          <p:nvPr/>
        </p:nvSpPr>
        <p:spPr>
          <a:xfrm xmlns:a="http://schemas.openxmlformats.org/drawingml/2006/main">
            <a:off x="2040686" y="479574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0" name="figure-practice_grid-67">
            <a:extLst xmlns:a="http://schemas.openxmlformats.org/drawingml/2006/main">
              <a:ext uri="{FF2B5EF4-FFF2-40B4-BE49-F238E27FC236}">
                <a16:creationId xmlns:a16="http://schemas.microsoft.com/office/drawing/2014/main" id="{70C5A17B-ECCD-4654-B681-612B7D452863}"/>
              </a:ext>
            </a:extLst>
          </p:cNvPr>
          <p:cNvSpPr>
            <a:spLocks xmlns:a="http://schemas.openxmlformats.org/drawingml/2006/main" noGrp="1"/>
          </p:cNvSpPr>
          <p:nvPr/>
        </p:nvSpPr>
        <p:spPr>
          <a:xfrm xmlns:a="http://schemas.openxmlformats.org/drawingml/2006/main">
            <a:off x="500601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1" name="figure-practice_grid-68">
            <a:extLst xmlns:a="http://schemas.openxmlformats.org/drawingml/2006/main">
              <a:ext uri="{FF2B5EF4-FFF2-40B4-BE49-F238E27FC236}">
                <a16:creationId xmlns:a16="http://schemas.microsoft.com/office/drawing/2014/main" id="{30662248-E31D-4F4F-BDB2-3A225EDFFE09}"/>
              </a:ext>
            </a:extLst>
          </p:cNvPr>
          <p:cNvSpPr>
            <a:spLocks xmlns:a="http://schemas.openxmlformats.org/drawingml/2006/main" noGrp="1"/>
          </p:cNvSpPr>
          <p:nvPr/>
        </p:nvSpPr>
        <p:spPr>
          <a:xfrm xmlns:a="http://schemas.openxmlformats.org/drawingml/2006/main">
            <a:off x="2040686" y="488560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2" name="figure-practice_grid-69">
            <a:extLst xmlns:a="http://schemas.openxmlformats.org/drawingml/2006/main">
              <a:ext uri="{FF2B5EF4-FFF2-40B4-BE49-F238E27FC236}">
                <a16:creationId xmlns:a16="http://schemas.microsoft.com/office/drawing/2014/main" id="{85D1FB80-5CF2-4250-978E-56A6F4D77998}"/>
              </a:ext>
            </a:extLst>
          </p:cNvPr>
          <p:cNvSpPr>
            <a:spLocks xmlns:a="http://schemas.openxmlformats.org/drawingml/2006/main" noGrp="1"/>
          </p:cNvSpPr>
          <p:nvPr/>
        </p:nvSpPr>
        <p:spPr>
          <a:xfrm xmlns:a="http://schemas.openxmlformats.org/drawingml/2006/main">
            <a:off x="509587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3" name="figure-practice_grid-70">
            <a:extLst xmlns:a="http://schemas.openxmlformats.org/drawingml/2006/main">
              <a:ext uri="{FF2B5EF4-FFF2-40B4-BE49-F238E27FC236}">
                <a16:creationId xmlns:a16="http://schemas.microsoft.com/office/drawing/2014/main" id="{44AF4493-09B2-4768-AB42-9A3FED5BF72E}"/>
              </a:ext>
            </a:extLst>
          </p:cNvPr>
          <p:cNvSpPr>
            <a:spLocks xmlns:a="http://schemas.openxmlformats.org/drawingml/2006/main" noGrp="1"/>
          </p:cNvSpPr>
          <p:nvPr/>
        </p:nvSpPr>
        <p:spPr>
          <a:xfrm xmlns:a="http://schemas.openxmlformats.org/drawingml/2006/main">
            <a:off x="2040686" y="497546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4" name="figure-practice_grid-71">
            <a:extLst xmlns:a="http://schemas.openxmlformats.org/drawingml/2006/main">
              <a:ext uri="{FF2B5EF4-FFF2-40B4-BE49-F238E27FC236}">
                <a16:creationId xmlns:a16="http://schemas.microsoft.com/office/drawing/2014/main" id="{34B476BD-C177-4191-B0A8-B6FCAB9B3199}"/>
              </a:ext>
            </a:extLst>
          </p:cNvPr>
          <p:cNvSpPr>
            <a:spLocks xmlns:a="http://schemas.openxmlformats.org/drawingml/2006/main" noGrp="1"/>
          </p:cNvSpPr>
          <p:nvPr/>
        </p:nvSpPr>
        <p:spPr>
          <a:xfrm xmlns:a="http://schemas.openxmlformats.org/drawingml/2006/main">
            <a:off x="518573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5" name="figure-practice_grid-72">
            <a:extLst xmlns:a="http://schemas.openxmlformats.org/drawingml/2006/main">
              <a:ext uri="{FF2B5EF4-FFF2-40B4-BE49-F238E27FC236}">
                <a16:creationId xmlns:a16="http://schemas.microsoft.com/office/drawing/2014/main" id="{B3F812CF-FB1B-45F8-BDA1-74B0D6DD7F6D}"/>
              </a:ext>
            </a:extLst>
          </p:cNvPr>
          <p:cNvSpPr>
            <a:spLocks xmlns:a="http://schemas.openxmlformats.org/drawingml/2006/main" noGrp="1"/>
          </p:cNvSpPr>
          <p:nvPr/>
        </p:nvSpPr>
        <p:spPr>
          <a:xfrm xmlns:a="http://schemas.openxmlformats.org/drawingml/2006/main">
            <a:off x="2040686" y="506532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6" name="figure-practice_grid-73">
            <a:extLst xmlns:a="http://schemas.openxmlformats.org/drawingml/2006/main">
              <a:ext uri="{FF2B5EF4-FFF2-40B4-BE49-F238E27FC236}">
                <a16:creationId xmlns:a16="http://schemas.microsoft.com/office/drawing/2014/main" id="{122A4F6A-4ED0-44AD-B916-D75564625F96}"/>
              </a:ext>
            </a:extLst>
          </p:cNvPr>
          <p:cNvSpPr>
            <a:spLocks xmlns:a="http://schemas.openxmlformats.org/drawingml/2006/main" noGrp="1"/>
          </p:cNvSpPr>
          <p:nvPr/>
        </p:nvSpPr>
        <p:spPr>
          <a:xfrm xmlns:a="http://schemas.openxmlformats.org/drawingml/2006/main">
            <a:off x="527559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7" name="figure-practice_grid-74">
            <a:extLst xmlns:a="http://schemas.openxmlformats.org/drawingml/2006/main">
              <a:ext uri="{FF2B5EF4-FFF2-40B4-BE49-F238E27FC236}">
                <a16:creationId xmlns:a16="http://schemas.microsoft.com/office/drawing/2014/main" id="{60FE85EE-406F-4BB7-BA9A-DC2EDADE98AE}"/>
              </a:ext>
            </a:extLst>
          </p:cNvPr>
          <p:cNvSpPr>
            <a:spLocks xmlns:a="http://schemas.openxmlformats.org/drawingml/2006/main" noGrp="1"/>
          </p:cNvSpPr>
          <p:nvPr/>
        </p:nvSpPr>
        <p:spPr>
          <a:xfrm xmlns:a="http://schemas.openxmlformats.org/drawingml/2006/main">
            <a:off x="2040686" y="515518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8" name="figure-practice_grid-75">
            <a:extLst xmlns:a="http://schemas.openxmlformats.org/drawingml/2006/main">
              <a:ext uri="{FF2B5EF4-FFF2-40B4-BE49-F238E27FC236}">
                <a16:creationId xmlns:a16="http://schemas.microsoft.com/office/drawing/2014/main" id="{B631D41F-C485-42A9-8D39-0D09C6AAF6AC}"/>
              </a:ext>
            </a:extLst>
          </p:cNvPr>
          <p:cNvSpPr>
            <a:spLocks xmlns:a="http://schemas.openxmlformats.org/drawingml/2006/main" noGrp="1"/>
          </p:cNvSpPr>
          <p:nvPr/>
        </p:nvSpPr>
        <p:spPr>
          <a:xfrm xmlns:a="http://schemas.openxmlformats.org/drawingml/2006/main">
            <a:off x="536545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9" name="figure-practice_grid-76">
            <a:extLst xmlns:a="http://schemas.openxmlformats.org/drawingml/2006/main">
              <a:ext uri="{FF2B5EF4-FFF2-40B4-BE49-F238E27FC236}">
                <a16:creationId xmlns:a16="http://schemas.microsoft.com/office/drawing/2014/main" id="{2C396BA8-4EF8-4C6A-AF67-B6B98A129B48}"/>
              </a:ext>
            </a:extLst>
          </p:cNvPr>
          <p:cNvSpPr>
            <a:spLocks xmlns:a="http://schemas.openxmlformats.org/drawingml/2006/main" noGrp="1"/>
          </p:cNvSpPr>
          <p:nvPr/>
        </p:nvSpPr>
        <p:spPr>
          <a:xfrm xmlns:a="http://schemas.openxmlformats.org/drawingml/2006/main">
            <a:off x="2040686" y="524504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0" name="figure-practice_grid-77">
            <a:extLst xmlns:a="http://schemas.openxmlformats.org/drawingml/2006/main">
              <a:ext uri="{FF2B5EF4-FFF2-40B4-BE49-F238E27FC236}">
                <a16:creationId xmlns:a16="http://schemas.microsoft.com/office/drawing/2014/main" id="{5BCED1A2-EF9F-4E53-86E4-BFEDCEA453DB}"/>
              </a:ext>
            </a:extLst>
          </p:cNvPr>
          <p:cNvSpPr>
            <a:spLocks xmlns:a="http://schemas.openxmlformats.org/drawingml/2006/main" noGrp="1"/>
          </p:cNvSpPr>
          <p:nvPr/>
        </p:nvSpPr>
        <p:spPr>
          <a:xfrm xmlns:a="http://schemas.openxmlformats.org/drawingml/2006/main">
            <a:off x="545530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91" name="figure-practice_grid-78">
            <a:extLst xmlns:a="http://schemas.openxmlformats.org/drawingml/2006/main">
              <a:ext uri="{FF2B5EF4-FFF2-40B4-BE49-F238E27FC236}">
                <a16:creationId xmlns:a16="http://schemas.microsoft.com/office/drawing/2014/main" id="{D0EEDF07-2BD9-4EE0-B0E6-333E43316E25}"/>
              </a:ext>
            </a:extLst>
          </p:cNvPr>
          <p:cNvSpPr>
            <a:spLocks xmlns:a="http://schemas.openxmlformats.org/drawingml/2006/main" noGrp="1"/>
          </p:cNvSpPr>
          <p:nvPr/>
        </p:nvSpPr>
        <p:spPr>
          <a:xfrm xmlns:a="http://schemas.openxmlformats.org/drawingml/2006/main">
            <a:off x="2040686" y="533489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2" name="figure-practice_grid-79">
            <a:extLst xmlns:a="http://schemas.openxmlformats.org/drawingml/2006/main">
              <a:ext uri="{FF2B5EF4-FFF2-40B4-BE49-F238E27FC236}">
                <a16:creationId xmlns:a16="http://schemas.microsoft.com/office/drawing/2014/main" id="{B740235A-E379-42FD-912E-742C605E5B4F}"/>
              </a:ext>
            </a:extLst>
          </p:cNvPr>
          <p:cNvSpPr>
            <a:spLocks xmlns:a="http://schemas.openxmlformats.org/drawingml/2006/main" noGrp="1"/>
          </p:cNvSpPr>
          <p:nvPr/>
        </p:nvSpPr>
        <p:spPr>
          <a:xfrm xmlns:a="http://schemas.openxmlformats.org/drawingml/2006/main">
            <a:off x="554516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93" name="figure-practice_grid-80">
            <a:extLst xmlns:a="http://schemas.openxmlformats.org/drawingml/2006/main">
              <a:ext uri="{FF2B5EF4-FFF2-40B4-BE49-F238E27FC236}">
                <a16:creationId xmlns:a16="http://schemas.microsoft.com/office/drawing/2014/main" id="{D0289779-D870-415D-96A3-746956E2F7FD}"/>
              </a:ext>
            </a:extLst>
          </p:cNvPr>
          <p:cNvSpPr>
            <a:spLocks xmlns:a="http://schemas.openxmlformats.org/drawingml/2006/main" noGrp="1"/>
          </p:cNvSpPr>
          <p:nvPr/>
        </p:nvSpPr>
        <p:spPr>
          <a:xfrm xmlns:a="http://schemas.openxmlformats.org/drawingml/2006/main">
            <a:off x="2040686" y="542475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4" name="figure-practice_grid-81">
            <a:extLst xmlns:a="http://schemas.openxmlformats.org/drawingml/2006/main">
              <a:ext uri="{FF2B5EF4-FFF2-40B4-BE49-F238E27FC236}">
                <a16:creationId xmlns:a16="http://schemas.microsoft.com/office/drawing/2014/main" id="{819BEFE9-AB7A-4D0F-AE60-B919F98F26D6}"/>
              </a:ext>
            </a:extLst>
          </p:cNvPr>
          <p:cNvSpPr>
            <a:spLocks xmlns:a="http://schemas.openxmlformats.org/drawingml/2006/main" noGrp="1"/>
          </p:cNvSpPr>
          <p:nvPr/>
        </p:nvSpPr>
        <p:spPr>
          <a:xfrm xmlns:a="http://schemas.openxmlformats.org/drawingml/2006/main">
            <a:off x="563502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95" name="figure-practice_grid-82">
            <a:extLst xmlns:a="http://schemas.openxmlformats.org/drawingml/2006/main">
              <a:ext uri="{FF2B5EF4-FFF2-40B4-BE49-F238E27FC236}">
                <a16:creationId xmlns:a16="http://schemas.microsoft.com/office/drawing/2014/main" id="{8BD42FE8-496F-4F19-B61A-F92C34D13030}"/>
              </a:ext>
            </a:extLst>
          </p:cNvPr>
          <p:cNvSpPr>
            <a:spLocks xmlns:a="http://schemas.openxmlformats.org/drawingml/2006/main" noGrp="1"/>
          </p:cNvSpPr>
          <p:nvPr/>
        </p:nvSpPr>
        <p:spPr>
          <a:xfrm xmlns:a="http://schemas.openxmlformats.org/drawingml/2006/main">
            <a:off x="2040686" y="551461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96" name="figure-practice_grid-83">
            <a:extLst xmlns:a="http://schemas.openxmlformats.org/drawingml/2006/main">
              <a:ext uri="{FF2B5EF4-FFF2-40B4-BE49-F238E27FC236}">
                <a16:creationId xmlns:a16="http://schemas.microsoft.com/office/drawing/2014/main" id="{827EA061-CEF2-4658-8455-4D5C3EEE67E1}"/>
              </a:ext>
            </a:extLst>
          </p:cNvPr>
          <p:cNvSpPr>
            <a:spLocks xmlns:a="http://schemas.openxmlformats.org/drawingml/2006/main" noGrp="1"/>
          </p:cNvSpPr>
          <p:nvPr/>
        </p:nvSpPr>
        <p:spPr>
          <a:xfrm xmlns:a="http://schemas.openxmlformats.org/drawingml/2006/main">
            <a:off x="1947845"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10</a:t>
            </a:r>
          </a:p>
        </p:txBody>
      </p:sp>
      <p:sp>
        <p:nvSpPr>
          <p:cNvPr id="97" name="figure-practice_grid-84">
            <a:extLst xmlns:a="http://schemas.openxmlformats.org/drawingml/2006/main">
              <a:ext uri="{FF2B5EF4-FFF2-40B4-BE49-F238E27FC236}">
                <a16:creationId xmlns:a16="http://schemas.microsoft.com/office/drawing/2014/main" id="{09AA8434-B429-49EB-B64B-F98E3B44CB9C}"/>
              </a:ext>
            </a:extLst>
          </p:cNvPr>
          <p:cNvSpPr>
            <a:spLocks xmlns:a="http://schemas.openxmlformats.org/drawingml/2006/main" noGrp="1"/>
          </p:cNvSpPr>
          <p:nvPr/>
        </p:nvSpPr>
        <p:spPr>
          <a:xfrm xmlns:a="http://schemas.openxmlformats.org/drawingml/2006/main">
            <a:off x="2846429"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11</a:t>
            </a:r>
          </a:p>
        </p:txBody>
      </p:sp>
      <p:sp>
        <p:nvSpPr>
          <p:cNvPr id="98" name="figure-practice_grid-85">
            <a:extLst xmlns:a="http://schemas.openxmlformats.org/drawingml/2006/main">
              <a:ext uri="{FF2B5EF4-FFF2-40B4-BE49-F238E27FC236}">
                <a16:creationId xmlns:a16="http://schemas.microsoft.com/office/drawing/2014/main" id="{340ED95F-3550-47A0-A467-A58D4C38C6CB}"/>
              </a:ext>
            </a:extLst>
          </p:cNvPr>
          <p:cNvSpPr>
            <a:spLocks xmlns:a="http://schemas.openxmlformats.org/drawingml/2006/main" noGrp="1"/>
          </p:cNvSpPr>
          <p:nvPr/>
        </p:nvSpPr>
        <p:spPr>
          <a:xfrm xmlns:a="http://schemas.openxmlformats.org/drawingml/2006/main">
            <a:off x="3745014"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12</a:t>
            </a:r>
          </a:p>
        </p:txBody>
      </p:sp>
      <p:sp>
        <p:nvSpPr>
          <p:cNvPr id="99" name="figure-practice_grid-86">
            <a:extLst xmlns:a="http://schemas.openxmlformats.org/drawingml/2006/main">
              <a:ext uri="{FF2B5EF4-FFF2-40B4-BE49-F238E27FC236}">
                <a16:creationId xmlns:a16="http://schemas.microsoft.com/office/drawing/2014/main" id="{4406D71F-07C2-4F50-856B-5FA49BC6C890}"/>
              </a:ext>
            </a:extLst>
          </p:cNvPr>
          <p:cNvSpPr>
            <a:spLocks xmlns:a="http://schemas.openxmlformats.org/drawingml/2006/main" noGrp="1"/>
          </p:cNvSpPr>
          <p:nvPr/>
        </p:nvSpPr>
        <p:spPr>
          <a:xfrm xmlns:a="http://schemas.openxmlformats.org/drawingml/2006/main">
            <a:off x="4643599"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13</a:t>
            </a:r>
          </a:p>
        </p:txBody>
      </p:sp>
      <p:sp>
        <p:nvSpPr>
          <p:cNvPr id="100" name="figure-practice_grid-87">
            <a:extLst xmlns:a="http://schemas.openxmlformats.org/drawingml/2006/main">
              <a:ext uri="{FF2B5EF4-FFF2-40B4-BE49-F238E27FC236}">
                <a16:creationId xmlns:a16="http://schemas.microsoft.com/office/drawing/2014/main" id="{B8EC935D-0660-43B0-8D58-EA249DC02ADA}"/>
              </a:ext>
            </a:extLst>
          </p:cNvPr>
          <p:cNvSpPr>
            <a:spLocks xmlns:a="http://schemas.openxmlformats.org/drawingml/2006/main" noGrp="1"/>
          </p:cNvSpPr>
          <p:nvPr/>
        </p:nvSpPr>
        <p:spPr>
          <a:xfrm xmlns:a="http://schemas.openxmlformats.org/drawingml/2006/main">
            <a:off x="5542184"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14</a:t>
            </a:r>
          </a:p>
        </p:txBody>
      </p:sp>
      <p:sp>
        <p:nvSpPr>
          <p:cNvPr id="101" name="figure-practice_grid-88">
            <a:extLst xmlns:a="http://schemas.openxmlformats.org/drawingml/2006/main">
              <a:ext uri="{FF2B5EF4-FFF2-40B4-BE49-F238E27FC236}">
                <a16:creationId xmlns:a16="http://schemas.microsoft.com/office/drawing/2014/main" id="{076B5F0F-4FBE-47D2-8DC3-BBA03613803E}"/>
              </a:ext>
            </a:extLst>
          </p:cNvPr>
          <p:cNvSpPr>
            <a:spLocks xmlns:a="http://schemas.openxmlformats.org/drawingml/2006/main" noGrp="1"/>
          </p:cNvSpPr>
          <p:nvPr/>
        </p:nvSpPr>
        <p:spPr>
          <a:xfrm xmlns:a="http://schemas.openxmlformats.org/drawingml/2006/main">
            <a:off x="1759142" y="539000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20</a:t>
            </a:r>
          </a:p>
        </p:txBody>
      </p:sp>
      <p:sp>
        <p:nvSpPr>
          <p:cNvPr id="102" name="figure-practice_grid-89">
            <a:extLst xmlns:a="http://schemas.openxmlformats.org/drawingml/2006/main">
              <a:ext uri="{FF2B5EF4-FFF2-40B4-BE49-F238E27FC236}">
                <a16:creationId xmlns:a16="http://schemas.microsoft.com/office/drawing/2014/main" id="{D9C2E321-32B2-4451-B8FA-92A275E42CE0}"/>
              </a:ext>
            </a:extLst>
          </p:cNvPr>
          <p:cNvSpPr>
            <a:spLocks xmlns:a="http://schemas.openxmlformats.org/drawingml/2006/main" noGrp="1"/>
          </p:cNvSpPr>
          <p:nvPr/>
        </p:nvSpPr>
        <p:spPr>
          <a:xfrm xmlns:a="http://schemas.openxmlformats.org/drawingml/2006/main">
            <a:off x="1759142" y="4491415"/>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21</a:t>
            </a:r>
          </a:p>
        </p:txBody>
      </p:sp>
      <p:sp>
        <p:nvSpPr>
          <p:cNvPr id="103" name="figure-practice_grid-90">
            <a:extLst xmlns:a="http://schemas.openxmlformats.org/drawingml/2006/main">
              <a:ext uri="{FF2B5EF4-FFF2-40B4-BE49-F238E27FC236}">
                <a16:creationId xmlns:a16="http://schemas.microsoft.com/office/drawing/2014/main" id="{25729B77-7621-4585-9B45-B5AAA7DFC2B5}"/>
              </a:ext>
            </a:extLst>
          </p:cNvPr>
          <p:cNvSpPr>
            <a:spLocks xmlns:a="http://schemas.openxmlformats.org/drawingml/2006/main" noGrp="1"/>
          </p:cNvSpPr>
          <p:nvPr/>
        </p:nvSpPr>
        <p:spPr>
          <a:xfrm xmlns:a="http://schemas.openxmlformats.org/drawingml/2006/main">
            <a:off x="1759142" y="359283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22</a:t>
            </a:r>
          </a:p>
        </p:txBody>
      </p:sp>
      <p:sp>
        <p:nvSpPr>
          <p:cNvPr id="104" name="figure-practice_grid-91">
            <a:extLst xmlns:a="http://schemas.openxmlformats.org/drawingml/2006/main">
              <a:ext uri="{FF2B5EF4-FFF2-40B4-BE49-F238E27FC236}">
                <a16:creationId xmlns:a16="http://schemas.microsoft.com/office/drawing/2014/main" id="{8A6079D1-EE0E-4763-897A-4FF574F7F768}"/>
              </a:ext>
            </a:extLst>
          </p:cNvPr>
          <p:cNvSpPr>
            <a:spLocks xmlns:a="http://schemas.openxmlformats.org/drawingml/2006/main" noGrp="1"/>
          </p:cNvSpPr>
          <p:nvPr/>
        </p:nvSpPr>
        <p:spPr>
          <a:xfrm xmlns:a="http://schemas.openxmlformats.org/drawingml/2006/main">
            <a:off x="1759142" y="2694245"/>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23</a:t>
            </a:r>
          </a:p>
        </p:txBody>
      </p:sp>
      <p:sp>
        <p:nvSpPr>
          <p:cNvPr id="105" name="figure-practice_grid-92">
            <a:extLst xmlns:a="http://schemas.openxmlformats.org/drawingml/2006/main">
              <a:ext uri="{FF2B5EF4-FFF2-40B4-BE49-F238E27FC236}">
                <a16:creationId xmlns:a16="http://schemas.microsoft.com/office/drawing/2014/main" id="{28F0325B-FFBC-4CA8-BC6B-17727DDFD8AC}"/>
              </a:ext>
            </a:extLst>
          </p:cNvPr>
          <p:cNvSpPr>
            <a:spLocks xmlns:a="http://schemas.openxmlformats.org/drawingml/2006/main" noGrp="1"/>
          </p:cNvSpPr>
          <p:nvPr/>
        </p:nvSpPr>
        <p:spPr>
          <a:xfrm xmlns:a="http://schemas.openxmlformats.org/drawingml/2006/main">
            <a:off x="1759142" y="179566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24</a:t>
            </a:r>
          </a:p>
        </p:txBody>
      </p:sp>
      <p:sp>
        <p:nvSpPr>
          <p:cNvPr id="106" name="figure-practice_grid-93">
            <a:extLst xmlns:a="http://schemas.openxmlformats.org/drawingml/2006/main">
              <a:ext uri="{FF2B5EF4-FFF2-40B4-BE49-F238E27FC236}">
                <a16:creationId xmlns:a16="http://schemas.microsoft.com/office/drawing/2014/main" id="{556A9E7D-E90B-4C0E-9756-D58AFE115FA6}"/>
              </a:ext>
            </a:extLst>
          </p:cNvPr>
          <p:cNvSpPr>
            <a:spLocks xmlns:a="http://schemas.openxmlformats.org/drawingml/2006/main" noGrp="1"/>
          </p:cNvSpPr>
          <p:nvPr/>
        </p:nvSpPr>
        <p:spPr>
          <a:xfrm xmlns:a="http://schemas.openxmlformats.org/drawingml/2006/main">
            <a:off x="5829731" y="1705802"/>
            <a:ext cx="23282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N</a:t>
            </a:r>
          </a:p>
        </p:txBody>
      </p:sp>
      <p:sp>
        <p:nvSpPr>
          <p:cNvPr id="107" name="figure-practice_grid-94">
            <a:extLst xmlns:a="http://schemas.openxmlformats.org/drawingml/2006/main">
              <a:ext uri="{FF2B5EF4-FFF2-40B4-BE49-F238E27FC236}">
                <a16:creationId xmlns:a16="http://schemas.microsoft.com/office/drawing/2014/main" id="{0569D6DA-EFDF-4DD3-B87C-C96600CE5BEE}"/>
              </a:ext>
            </a:extLst>
          </p:cNvPr>
          <p:cNvSpPr>
            <a:spLocks xmlns:a="http://schemas.openxmlformats.org/drawingml/2006/main" noGrp="1"/>
          </p:cNvSpPr>
          <p:nvPr/>
        </p:nvSpPr>
        <p:spPr>
          <a:xfrm xmlns:a="http://schemas.openxmlformats.org/drawingml/2006/main">
            <a:off x="5904601" y="1965205"/>
            <a:ext cx="8986" cy="323491"/>
          </a:xfrm>
          <a:custGeom xmlns:a="http://schemas.openxmlformats.org/drawingml/2006/main">
            <a:pathLst>
              <a:path w="8986" h="323491">
                <a:moveTo>
                  <a:pt x="0" y="323491"/>
                </a:moveTo>
                <a:lnTo>
                  <a:pt x="0" y="0"/>
                </a:lnTo>
              </a:path>
            </a:pathLst>
          </a:custGeom>
          <a:noFill xmlns:a="http://schemas.openxmlformats.org/drawingml/2006/main"/>
          <a:ln xmlns:a="http://schemas.openxmlformats.org/drawingml/2006/main" w="17972">
            <a:solidFill>
              <a:srgbClr val="23354A"/>
            </a:solidFill>
          </a:ln>
        </p:spPr>
      </p:sp>
      <p:sp>
        <p:nvSpPr>
          <p:cNvPr id="108" name="figure-practice_grid-95">
            <a:extLst xmlns:a="http://schemas.openxmlformats.org/drawingml/2006/main">
              <a:ext uri="{FF2B5EF4-FFF2-40B4-BE49-F238E27FC236}">
                <a16:creationId xmlns:a16="http://schemas.microsoft.com/office/drawing/2014/main" id="{7B37AE54-5959-4AAC-BFAB-C6B6EDB6716C}"/>
              </a:ext>
            </a:extLst>
          </p:cNvPr>
          <p:cNvSpPr>
            <a:spLocks xmlns:a="http://schemas.openxmlformats.org/drawingml/2006/main" noGrp="1"/>
          </p:cNvSpPr>
          <p:nvPr/>
        </p:nvSpPr>
        <p:spPr>
          <a:xfrm xmlns:a="http://schemas.openxmlformats.org/drawingml/2006/main">
            <a:off x="5850686" y="1965205"/>
            <a:ext cx="107830" cy="80873"/>
          </a:xfrm>
          <a:custGeom xmlns:a="http://schemas.openxmlformats.org/drawingml/2006/main">
            <a:pathLst>
              <a:path w="107830" h="80873">
                <a:moveTo>
                  <a:pt x="0" y="80873"/>
                </a:moveTo>
                <a:lnTo>
                  <a:pt x="53915" y="0"/>
                </a:lnTo>
                <a:lnTo>
                  <a:pt x="107830" y="80873"/>
                </a:lnTo>
              </a:path>
            </a:pathLst>
          </a:custGeom>
          <a:noFill xmlns:a="http://schemas.openxmlformats.org/drawingml/2006/main"/>
          <a:ln xmlns:a="http://schemas.openxmlformats.org/drawingml/2006/main" w="17972">
            <a:solidFill>
              <a:srgbClr val="23354A"/>
            </a:solidFill>
          </a:ln>
        </p:spPr>
      </p:sp>
      <p:sp>
        <p:nvSpPr>
          <p:cNvPr id="109" name="figure-practice_grid-96">
            <a:extLst xmlns:a="http://schemas.openxmlformats.org/drawingml/2006/main">
              <a:ext uri="{FF2B5EF4-FFF2-40B4-BE49-F238E27FC236}">
                <a16:creationId xmlns:a16="http://schemas.microsoft.com/office/drawing/2014/main" id="{B57689CF-CDA6-4484-B15B-CD21456E2BCB}"/>
              </a:ext>
            </a:extLst>
          </p:cNvPr>
          <p:cNvSpPr>
            <a:spLocks xmlns:a="http://schemas.openxmlformats.org/drawingml/2006/main" noGrp="1"/>
          </p:cNvSpPr>
          <p:nvPr/>
        </p:nvSpPr>
        <p:spPr>
          <a:xfrm xmlns:a="http://schemas.openxmlformats.org/drawingml/2006/main">
            <a:off x="2019731" y="5839292"/>
            <a:ext cx="307041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Each large square is 1 km by 1 km.</a:t>
            </a:r>
          </a:p>
        </p:txBody>
      </p:sp>
      <p:sp>
        <p:nvSpPr>
          <p:cNvPr id="110" name="figure-practice_grid-97">
            <a:extLst xmlns:a="http://schemas.openxmlformats.org/drawingml/2006/main">
              <a:ext uri="{FF2B5EF4-FFF2-40B4-BE49-F238E27FC236}">
                <a16:creationId xmlns:a16="http://schemas.microsoft.com/office/drawing/2014/main" id="{6024DFFC-99E4-4273-BCD1-34DD2DC67C4F}"/>
              </a:ext>
            </a:extLst>
          </p:cNvPr>
          <p:cNvSpPr>
            <a:spLocks xmlns:a="http://schemas.openxmlformats.org/drawingml/2006/main" noGrp="1"/>
          </p:cNvSpPr>
          <p:nvPr/>
        </p:nvSpPr>
        <p:spPr>
          <a:xfrm xmlns:a="http://schemas.openxmlformats.org/drawingml/2006/main">
            <a:off x="2458528" y="5033873"/>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1" name="figure-practice_grid-98">
            <a:extLst xmlns:a="http://schemas.openxmlformats.org/drawingml/2006/main">
              <a:ext uri="{FF2B5EF4-FFF2-40B4-BE49-F238E27FC236}">
                <a16:creationId xmlns:a16="http://schemas.microsoft.com/office/drawing/2014/main" id="{B5B9B968-AC01-42BE-AACF-4413D15B63C4}"/>
              </a:ext>
            </a:extLst>
          </p:cNvPr>
          <p:cNvSpPr>
            <a:spLocks xmlns:a="http://schemas.openxmlformats.org/drawingml/2006/main" noGrp="1"/>
          </p:cNvSpPr>
          <p:nvPr/>
        </p:nvSpPr>
        <p:spPr>
          <a:xfrm xmlns:a="http://schemas.openxmlformats.org/drawingml/2006/main">
            <a:off x="2531925" y="4850849"/>
            <a:ext cx="42350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Sch</a:t>
            </a:r>
          </a:p>
        </p:txBody>
      </p:sp>
      <p:sp>
        <p:nvSpPr>
          <p:cNvPr id="112" name="figure-practice_grid-99">
            <a:extLst xmlns:a="http://schemas.openxmlformats.org/drawingml/2006/main">
              <a:ext uri="{FF2B5EF4-FFF2-40B4-BE49-F238E27FC236}">
                <a16:creationId xmlns:a16="http://schemas.microsoft.com/office/drawing/2014/main" id="{57594452-CCEF-48E4-908A-FE065E7FC1C6}"/>
              </a:ext>
            </a:extLst>
          </p:cNvPr>
          <p:cNvSpPr>
            <a:spLocks xmlns:a="http://schemas.openxmlformats.org/drawingml/2006/main" noGrp="1"/>
          </p:cNvSpPr>
          <p:nvPr/>
        </p:nvSpPr>
        <p:spPr>
          <a:xfrm xmlns:a="http://schemas.openxmlformats.org/drawingml/2006/main">
            <a:off x="2458528" y="4135288"/>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3" name="figure-practice_grid-100">
            <a:extLst xmlns:a="http://schemas.openxmlformats.org/drawingml/2006/main">
              <a:ext uri="{FF2B5EF4-FFF2-40B4-BE49-F238E27FC236}">
                <a16:creationId xmlns:a16="http://schemas.microsoft.com/office/drawing/2014/main" id="{2000905C-3029-4D9E-B81E-07D99C049D02}"/>
              </a:ext>
            </a:extLst>
          </p:cNvPr>
          <p:cNvSpPr>
            <a:spLocks xmlns:a="http://schemas.openxmlformats.org/drawingml/2006/main" noGrp="1"/>
          </p:cNvSpPr>
          <p:nvPr/>
        </p:nvSpPr>
        <p:spPr>
          <a:xfrm xmlns:a="http://schemas.openxmlformats.org/drawingml/2006/main">
            <a:off x="2531925" y="3952264"/>
            <a:ext cx="22231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B</a:t>
            </a:r>
          </a:p>
        </p:txBody>
      </p:sp>
      <p:sp>
        <p:nvSpPr>
          <p:cNvPr id="114" name="figure-practice_grid-101">
            <a:extLst xmlns:a="http://schemas.openxmlformats.org/drawingml/2006/main">
              <a:ext uri="{FF2B5EF4-FFF2-40B4-BE49-F238E27FC236}">
                <a16:creationId xmlns:a16="http://schemas.microsoft.com/office/drawing/2014/main" id="{619C21C0-138C-456C-9F1E-AD24680882B5}"/>
              </a:ext>
            </a:extLst>
          </p:cNvPr>
          <p:cNvSpPr>
            <a:spLocks xmlns:a="http://schemas.openxmlformats.org/drawingml/2006/main" noGrp="1"/>
          </p:cNvSpPr>
          <p:nvPr/>
        </p:nvSpPr>
        <p:spPr>
          <a:xfrm xmlns:a="http://schemas.openxmlformats.org/drawingml/2006/main">
            <a:off x="3357113" y="4135288"/>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5" name="figure-practice_grid-102">
            <a:extLst xmlns:a="http://schemas.openxmlformats.org/drawingml/2006/main">
              <a:ext uri="{FF2B5EF4-FFF2-40B4-BE49-F238E27FC236}">
                <a16:creationId xmlns:a16="http://schemas.microsoft.com/office/drawing/2014/main" id="{EF8DE543-1096-4FAC-B71A-CBC5408B1DD3}"/>
              </a:ext>
            </a:extLst>
          </p:cNvPr>
          <p:cNvSpPr>
            <a:spLocks xmlns:a="http://schemas.openxmlformats.org/drawingml/2006/main" noGrp="1"/>
          </p:cNvSpPr>
          <p:nvPr/>
        </p:nvSpPr>
        <p:spPr>
          <a:xfrm xmlns:a="http://schemas.openxmlformats.org/drawingml/2006/main">
            <a:off x="3430510" y="3952264"/>
            <a:ext cx="23282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H</a:t>
            </a:r>
          </a:p>
        </p:txBody>
      </p:sp>
      <p:sp>
        <p:nvSpPr>
          <p:cNvPr id="116" name="figure-practice_grid-103">
            <a:extLst xmlns:a="http://schemas.openxmlformats.org/drawingml/2006/main">
              <a:ext uri="{FF2B5EF4-FFF2-40B4-BE49-F238E27FC236}">
                <a16:creationId xmlns:a16="http://schemas.microsoft.com/office/drawing/2014/main" id="{FC8BE1BE-BD52-4576-852A-59BBA6C28F8F}"/>
              </a:ext>
            </a:extLst>
          </p:cNvPr>
          <p:cNvSpPr>
            <a:spLocks xmlns:a="http://schemas.openxmlformats.org/drawingml/2006/main" noGrp="1"/>
          </p:cNvSpPr>
          <p:nvPr/>
        </p:nvSpPr>
        <p:spPr>
          <a:xfrm xmlns:a="http://schemas.openxmlformats.org/drawingml/2006/main">
            <a:off x="3357113" y="3236703"/>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7" name="figure-practice_grid-104">
            <a:extLst xmlns:a="http://schemas.openxmlformats.org/drawingml/2006/main">
              <a:ext uri="{FF2B5EF4-FFF2-40B4-BE49-F238E27FC236}">
                <a16:creationId xmlns:a16="http://schemas.microsoft.com/office/drawing/2014/main" id="{2B6395EB-DDF7-48F1-80D0-6DE04A98903D}"/>
              </a:ext>
            </a:extLst>
          </p:cNvPr>
          <p:cNvSpPr>
            <a:spLocks xmlns:a="http://schemas.openxmlformats.org/drawingml/2006/main" noGrp="1"/>
          </p:cNvSpPr>
          <p:nvPr/>
        </p:nvSpPr>
        <p:spPr>
          <a:xfrm xmlns:a="http://schemas.openxmlformats.org/drawingml/2006/main">
            <a:off x="3430510" y="3053679"/>
            <a:ext cx="34937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Q7</a:t>
            </a:r>
          </a:p>
        </p:txBody>
      </p:sp>
      <p:sp>
        <p:nvSpPr>
          <p:cNvPr id="118" name="figure-practice_grid-105">
            <a:extLst xmlns:a="http://schemas.openxmlformats.org/drawingml/2006/main">
              <a:ext uri="{FF2B5EF4-FFF2-40B4-BE49-F238E27FC236}">
                <a16:creationId xmlns:a16="http://schemas.microsoft.com/office/drawing/2014/main" id="{EE7630BD-513A-4F62-B15F-255BE5E44071}"/>
              </a:ext>
            </a:extLst>
          </p:cNvPr>
          <p:cNvSpPr>
            <a:spLocks xmlns:a="http://schemas.openxmlformats.org/drawingml/2006/main" noGrp="1"/>
          </p:cNvSpPr>
          <p:nvPr/>
        </p:nvSpPr>
        <p:spPr>
          <a:xfrm xmlns:a="http://schemas.openxmlformats.org/drawingml/2006/main">
            <a:off x="3446972" y="3416420"/>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9" name="figure-practice_grid-106">
            <a:extLst xmlns:a="http://schemas.openxmlformats.org/drawingml/2006/main">
              <a:ext uri="{FF2B5EF4-FFF2-40B4-BE49-F238E27FC236}">
                <a16:creationId xmlns:a16="http://schemas.microsoft.com/office/drawing/2014/main" id="{1B396260-80FA-40DC-9361-C5154ADA4C1F}"/>
              </a:ext>
            </a:extLst>
          </p:cNvPr>
          <p:cNvSpPr>
            <a:spLocks xmlns:a="http://schemas.openxmlformats.org/drawingml/2006/main" noGrp="1"/>
          </p:cNvSpPr>
          <p:nvPr/>
        </p:nvSpPr>
        <p:spPr>
          <a:xfrm xmlns:a="http://schemas.openxmlformats.org/drawingml/2006/main">
            <a:off x="3520368" y="3233396"/>
            <a:ext cx="33867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FB</a:t>
            </a:r>
          </a:p>
        </p:txBody>
      </p:sp>
      <p:sp>
        <p:nvSpPr>
          <p:cNvPr id="120" name="figure-practice_grid-107">
            <a:extLst xmlns:a="http://schemas.openxmlformats.org/drawingml/2006/main">
              <a:ext uri="{FF2B5EF4-FFF2-40B4-BE49-F238E27FC236}">
                <a16:creationId xmlns:a16="http://schemas.microsoft.com/office/drawing/2014/main" id="{28A81E77-591C-4F65-82F5-02CCDBA8427D}"/>
              </a:ext>
            </a:extLst>
          </p:cNvPr>
          <p:cNvSpPr>
            <a:spLocks xmlns:a="http://schemas.openxmlformats.org/drawingml/2006/main" noGrp="1"/>
          </p:cNvSpPr>
          <p:nvPr/>
        </p:nvSpPr>
        <p:spPr>
          <a:xfrm xmlns:a="http://schemas.openxmlformats.org/drawingml/2006/main">
            <a:off x="3986123" y="4225146"/>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21" name="figure-practice_grid-108">
            <a:extLst xmlns:a="http://schemas.openxmlformats.org/drawingml/2006/main">
              <a:ext uri="{FF2B5EF4-FFF2-40B4-BE49-F238E27FC236}">
                <a16:creationId xmlns:a16="http://schemas.microsoft.com/office/drawing/2014/main" id="{863B8E69-9E67-4252-9D68-24D64954C1DA}"/>
              </a:ext>
            </a:extLst>
          </p:cNvPr>
          <p:cNvSpPr>
            <a:spLocks xmlns:a="http://schemas.openxmlformats.org/drawingml/2006/main" noGrp="1"/>
          </p:cNvSpPr>
          <p:nvPr/>
        </p:nvSpPr>
        <p:spPr>
          <a:xfrm xmlns:a="http://schemas.openxmlformats.org/drawingml/2006/main">
            <a:off x="4059519" y="4042122"/>
            <a:ext cx="37048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PO</a:t>
            </a:r>
          </a:p>
        </p:txBody>
      </p:sp>
      <p:sp>
        <p:nvSpPr>
          <p:cNvPr id="122" name="figure-practice_grid-109">
            <a:extLst xmlns:a="http://schemas.openxmlformats.org/drawingml/2006/main">
              <a:ext uri="{FF2B5EF4-FFF2-40B4-BE49-F238E27FC236}">
                <a16:creationId xmlns:a16="http://schemas.microsoft.com/office/drawing/2014/main" id="{C0575BED-CFB2-4035-9F13-B9F4482E2E61}"/>
              </a:ext>
            </a:extLst>
          </p:cNvPr>
          <p:cNvSpPr>
            <a:spLocks xmlns:a="http://schemas.openxmlformats.org/drawingml/2006/main" noGrp="1"/>
          </p:cNvSpPr>
          <p:nvPr/>
        </p:nvSpPr>
        <p:spPr>
          <a:xfrm xmlns:a="http://schemas.openxmlformats.org/drawingml/2006/main">
            <a:off x="4525274" y="3955571"/>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23" name="figure-practice_grid-110">
            <a:extLst xmlns:a="http://schemas.openxmlformats.org/drawingml/2006/main">
              <a:ext uri="{FF2B5EF4-FFF2-40B4-BE49-F238E27FC236}">
                <a16:creationId xmlns:a16="http://schemas.microsoft.com/office/drawing/2014/main" id="{B2E2E0E1-F971-49BC-90AE-19C53D6A43F2}"/>
              </a:ext>
            </a:extLst>
          </p:cNvPr>
          <p:cNvSpPr>
            <a:spLocks xmlns:a="http://schemas.openxmlformats.org/drawingml/2006/main" noGrp="1"/>
          </p:cNvSpPr>
          <p:nvPr/>
        </p:nvSpPr>
        <p:spPr>
          <a:xfrm xmlns:a="http://schemas.openxmlformats.org/drawingml/2006/main">
            <a:off x="4598670" y="3772547"/>
            <a:ext cx="34937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Q9</a:t>
            </a:r>
          </a:p>
        </p:txBody>
      </p:sp>
      <p:sp>
        <p:nvSpPr>
          <p:cNvPr id="124" name="figure-description-practice_grid">
            <a:extLst xmlns:a="http://schemas.openxmlformats.org/drawingml/2006/main">
              <a:ext uri="{FF2B5EF4-FFF2-40B4-BE49-F238E27FC236}">
                <a16:creationId xmlns:a16="http://schemas.microsoft.com/office/drawing/2014/main" id="{E140BA41-F7AB-4084-AB85-2011A1B3D62E}"/>
              </a:ext>
            </a:extLst>
          </p:cNvPr>
          <p:cNvSpPr>
            <a:spLocks xmlns:a="http://schemas.openxmlformats.org/drawingml/2006/main" noGrp="1"/>
          </p:cNvSpPr>
          <p:nvPr/>
        </p:nvSpPr>
        <p:spPr>
          <a:xfrm xmlns:a="http://schemas.openxmlformats.org/drawingml/2006/main">
            <a:off x="7762875" y="1809750"/>
            <a:ext cx="40481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0" lang="en-GB">
                <a:solidFill>
                  <a:srgbClr val="17263B"/>
                </a:solidFill>
                <a:latin typeface="Arial"/>
                <a:ea typeface="Arial"/>
                <a:cs typeface="Arial"/>
              </a:defRPr>
            </a:defPPr>
          </a:lstStyle>
          <a:p xmlns:a="http://schemas.openxmlformats.org/drawingml/2006/main">
            <a:pPr algn="l">
              <a:lnSpc>
                <a:spcPct val="108000"/>
              </a:lnSpc>
              <a:buNone/>
              <a:defRPr sz="1800" b="0" lang="en-GB">
                <a:solidFill>
                  <a:srgbClr val="17263B"/>
                </a:solidFill>
                <a:latin typeface="Arial"/>
                <a:ea typeface="Arial"/>
                <a:cs typeface="Arial"/>
              </a:defRPr>
            </a:pPr>
            <a:r>
              <a:rPr sz="1800" b="0" lang="en-GB">
                <a:solidFill>
                  <a:srgbClr val="17263B"/>
                </a:solidFill>
                <a:latin typeface="Arial"/>
                <a:ea typeface="Arial"/>
                <a:cs typeface="Arial"/>
              </a:rPr>
              <a:t>The school is in the leftmost column and lowest row. The library is directly north of it in the next row. The hall is directly east of the library. The park point, labelled Q7, is directly north of the hall. The footbridge shares the park's square. The post office, labelled PO, and health centre, labelled Q9, share the square east of the hall.</a:t>
            </a:r>
          </a:p>
        </p:txBody>
      </p:sp>
    </p:spTree>
    <p:extLst>
      <p:ext uri="{BB962C8B-B14F-4D97-AF65-F5344CB8AC3E}">
        <p14:creationId xmlns:p14="http://schemas.microsoft.com/office/powerpoint/2010/main" val="33865111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14879546-C30E-4DAD-9178-4046E284D26C}"/>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0ED28513-072B-48C6-8103-903789429F60}"/>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3D6BB312-73CE-4CDF-855E-8663B79C2361}"/>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A8CC2B27-A399-465D-A1F7-853E3D9DC3C9}"/>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Independent</a:t>
            </a:r>
          </a:p>
        </p:txBody>
      </p:sp>
      <p:pic>
        <p:nvPicPr>
          <p:cNvPr id="5" name="">
            <a:extLst xmlns:a="http://schemas.openxmlformats.org/drawingml/2006/main">
              <a:ext uri="{FF2B5EF4-FFF2-40B4-BE49-F238E27FC236}">
                <a16:creationId xmlns:a16="http://schemas.microsoft.com/office/drawing/2014/main" id="{825B85F5-DFD0-422A-9A02-7A3038AD863E}"/>
              </a:ext>
            </a:extLst>
          </p:cNvPr>
          <p:cNvPicPr>
            <a:picLocks xmlns:a="http://schemas.openxmlformats.org/drawingml/2006/main" noChangeAspect="1"/>
          </p:cNvPicPr>
          <p:nvPr/>
        </p:nvPicPr>
        <p:blipFill>
          <a:blip xmlns:r="http://schemas.openxmlformats.org/officeDocument/2006/relationships" xmlns:a="http://schemas.openxmlformats.org/drawingml/2006/main" r:embed="R017ee38765604b85"/>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6D94B9C1-B4BA-499B-BBD8-DA420E77ED1D}"/>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3C1D56D8-0B54-4D48-9087-0B2BA9F9877E}"/>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794482DF-AD6B-4C35-A12D-8950103328E5}"/>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261D801E-E6B7-4AC2-BA69-22913E4059D7}"/>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A82F33A9-D5D3-473C-93CF-F8D317662C39}"/>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036DF144-619E-4E39-B5BB-4610ABA3E079}"/>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1E3852EF-D03D-4770-9721-3D15DE8EE4D3}"/>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3" name="licence-footer">
            <a:extLst xmlns:a="http://schemas.openxmlformats.org/drawingml/2006/main">
              <a:ext uri="{FF2B5EF4-FFF2-40B4-BE49-F238E27FC236}">
                <a16:creationId xmlns:a16="http://schemas.microsoft.com/office/drawing/2014/main" id="{FFC94F4C-2226-462B-8BE4-1A0AD9310D4E}"/>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48AADF11-3742-40B9-A02A-18D48920E0B6}"/>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route's map answers, one reason and one checked or improved detail.</a:t>
            </a:r>
          </a:p>
        </p:txBody>
      </p:sp>
      <p:sp>
        <p:nvSpPr>
          <p:cNvPr id="15" name="body-0">
            <a:extLst xmlns:a="http://schemas.openxmlformats.org/drawingml/2006/main">
              <a:ext uri="{FF2B5EF4-FFF2-40B4-BE49-F238E27FC236}">
                <a16:creationId xmlns:a16="http://schemas.microsoft.com/office/drawing/2014/main" id="{E5E275F5-FA32-4E85-B145-24C16CA97671}"/>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Use the invented settlement map and its key.</a:t>
            </a:r>
          </a:p>
        </p:txBody>
      </p:sp>
      <p:sp>
        <p:nvSpPr>
          <p:cNvPr id="16" name="body-1">
            <a:extLst xmlns:a="http://schemas.openxmlformats.org/drawingml/2006/main">
              <a:ext uri="{FF2B5EF4-FFF2-40B4-BE49-F238E27FC236}">
                <a16:creationId xmlns:a16="http://schemas.microsoft.com/office/drawing/2014/main" id="{3B2D37BA-C660-4312-AB9B-461606B32DDF}"/>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1. Identify Sch, PO and FB.</a:t>
            </a:r>
          </a:p>
        </p:txBody>
      </p:sp>
      <p:sp>
        <p:nvSpPr>
          <p:cNvPr id="17" name="body-2">
            <a:extLst xmlns:a="http://schemas.openxmlformats.org/drawingml/2006/main">
              <a:ext uri="{FF2B5EF4-FFF2-40B4-BE49-F238E27FC236}">
                <a16:creationId xmlns:a16="http://schemas.microsoft.com/office/drawing/2014/main" id="{4975ECB0-FC45-4A3C-92E7-EF1382D25E88}"/>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2. Give the four-figure reference for the school, post office and footbridge.</a:t>
            </a:r>
          </a:p>
        </p:txBody>
      </p:sp>
      <p:sp>
        <p:nvSpPr>
          <p:cNvPr id="18" name="body-3">
            <a:extLst xmlns:a="http://schemas.openxmlformats.org/drawingml/2006/main">
              <a:ext uri="{FF2B5EF4-FFF2-40B4-BE49-F238E27FC236}">
                <a16:creationId xmlns:a16="http://schemas.microsoft.com/office/drawing/2014/main" id="{249515A7-F27F-4A5F-ACCC-BFF2D8A46D82}"/>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3. Describe the hall's direction from the library.</a:t>
            </a:r>
          </a:p>
        </p:txBody>
      </p:sp>
      <p:sp>
        <p:nvSpPr>
          <p:cNvPr id="19" name="body-4">
            <a:extLst xmlns:a="http://schemas.openxmlformats.org/drawingml/2006/main">
              <a:ext uri="{FF2B5EF4-FFF2-40B4-BE49-F238E27FC236}">
                <a16:creationId xmlns:a16="http://schemas.microsoft.com/office/drawing/2014/main" id="{B8A29235-E800-4883-BF6C-680E316017AB}"/>
              </a:ext>
            </a:extLst>
          </p:cNvPr>
          <p:cNvSpPr>
            <a:spLocks xmlns:a="http://schemas.openxmlformats.org/drawingml/2006/main" noGrp="1"/>
          </p:cNvSpPr>
          <p:nvPr/>
        </p:nvSpPr>
        <p:spPr>
          <a:xfrm xmlns:a="http://schemas.openxmlformats.org/drawingml/2006/main">
            <a:off x="381000" y="4070985"/>
            <a:ext cx="11430000" cy="749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4. Explain why 1221 alone cannot tell a reader whether you mean the post office or the health centre.</a:t>
            </a:r>
          </a:p>
        </p:txBody>
      </p:sp>
      <p:sp>
        <p:nvSpPr>
          <p:cNvPr id="20" name="body-5">
            <a:extLst xmlns:a="http://schemas.openxmlformats.org/drawingml/2006/main">
              <a:ext uri="{FF2B5EF4-FFF2-40B4-BE49-F238E27FC236}">
                <a16:creationId xmlns:a16="http://schemas.microsoft.com/office/drawing/2014/main" id="{97E06E44-2A3D-4F7F-9489-7A73AB0C4C6F}"/>
              </a:ext>
            </a:extLst>
          </p:cNvPr>
          <p:cNvSpPr>
            <a:spLocks xmlns:a="http://schemas.openxmlformats.org/drawingml/2006/main" noGrp="1"/>
          </p:cNvSpPr>
          <p:nvPr/>
        </p:nvSpPr>
        <p:spPr>
          <a:xfrm xmlns:a="http://schemas.openxmlformats.org/drawingml/2006/main">
            <a:off x="381000" y="4916043"/>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5. Explain one thing this map cannot tell us about the settlement's population.</a:t>
            </a:r>
          </a:p>
        </p:txBody>
      </p:sp>
      <p:sp>
        <p:nvSpPr>
          <p:cNvPr id="21" name="body-6">
            <a:extLst xmlns:a="http://schemas.openxmlformats.org/drawingml/2006/main">
              <a:ext uri="{FF2B5EF4-FFF2-40B4-BE49-F238E27FC236}">
                <a16:creationId xmlns:a16="http://schemas.microsoft.com/office/drawing/2014/main" id="{11DD55B8-BE91-4447-A48A-B23B6864E7E8}"/>
              </a:ext>
            </a:extLst>
          </p:cNvPr>
          <p:cNvSpPr>
            <a:spLocks xmlns:a="http://schemas.openxmlformats.org/drawingml/2006/main" noGrp="1"/>
          </p:cNvSpPr>
          <p:nvPr/>
        </p:nvSpPr>
        <p:spPr>
          <a:xfrm xmlns:a="http://schemas.openxmlformats.org/drawingml/2006/main">
            <a:off x="381000" y="545763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Frame if useful: 'The left line is ____. The bottom line is ____. The reference is ____.'</a:t>
            </a:r>
          </a:p>
        </p:txBody>
      </p:sp>
    </p:spTree>
    <p:extLst>
      <p:ext uri="{BB962C8B-B14F-4D97-AF65-F5344CB8AC3E}">
        <p14:creationId xmlns:p14="http://schemas.microsoft.com/office/powerpoint/2010/main" val="47060990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lesson-header">
            <a:extLst xmlns:a="http://schemas.openxmlformats.org/drawingml/2006/main">
              <a:ext uri="{FF2B5EF4-FFF2-40B4-BE49-F238E27FC236}">
                <a16:creationId xmlns:a16="http://schemas.microsoft.com/office/drawing/2014/main" id="{00C5F0DA-E419-46FC-B2D9-B01DE9B41B91}"/>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47A0C9F2-135E-479C-BA19-D6B68FAF7825}"/>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78CC788A-C59B-42F8-B2C5-E91D95A0D4B6}"/>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You do · choose one route · continued</a:t>
            </a:r>
          </a:p>
        </p:txBody>
      </p:sp>
      <p:sp>
        <p:nvSpPr>
          <p:cNvPr id="4" name="tier-route-label">
            <a:extLst xmlns:a="http://schemas.openxmlformats.org/drawingml/2006/main">
              <a:ext uri="{FF2B5EF4-FFF2-40B4-BE49-F238E27FC236}">
                <a16:creationId xmlns:a16="http://schemas.microsoft.com/office/drawing/2014/main" id="{0F653E72-CDC2-4620-835A-0EE61F7C18E9}"/>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Independent</a:t>
            </a:r>
          </a:p>
        </p:txBody>
      </p:sp>
      <p:pic>
        <p:nvPicPr>
          <p:cNvPr id="5" name="">
            <a:extLst xmlns:a="http://schemas.openxmlformats.org/drawingml/2006/main">
              <a:ext uri="{FF2B5EF4-FFF2-40B4-BE49-F238E27FC236}">
                <a16:creationId xmlns:a16="http://schemas.microsoft.com/office/drawing/2014/main" id="{3BBDC7DB-9184-4B92-8B95-BAA3721EB1BA}"/>
              </a:ext>
            </a:extLst>
          </p:cNvPr>
          <p:cNvPicPr>
            <a:picLocks xmlns:a="http://schemas.openxmlformats.org/drawingml/2006/main" noChangeAspect="1"/>
          </p:cNvPicPr>
          <p:nvPr/>
        </p:nvPicPr>
        <p:blipFill>
          <a:blip xmlns:r="http://schemas.openxmlformats.org/officeDocument/2006/relationships" xmlns:a="http://schemas.openxmlformats.org/drawingml/2006/main" r:embed="R99eb5e3e5e7b4395"/>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5B5C6AD4-4B47-4979-80F9-D9B4C530370F}"/>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EA885020-DBE0-46F4-A866-D94C3F19FCBD}"/>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CDB02827-C1A9-4748-B316-8FE773C9DCBC}"/>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1FF6AAFB-4EDF-4939-A1EF-E38D2396E168}"/>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3F24A2E0-308D-48D2-912F-0E7EEDCE197D}"/>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CC9CEFBB-BA86-4983-9E6C-FCBE84C955B9}"/>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5755A5C3-F2B6-4340-8FCD-E080C9175177}"/>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3" name="licence-footer">
            <a:extLst xmlns:a="http://schemas.openxmlformats.org/drawingml/2006/main">
              <a:ext uri="{FF2B5EF4-FFF2-40B4-BE49-F238E27FC236}">
                <a16:creationId xmlns:a16="http://schemas.microsoft.com/office/drawing/2014/main" id="{5EABEE99-EBD9-49DB-81A6-2DC20A187543}"/>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DD83BC29-7A69-4C61-BA0D-A24ED9FE99AB}"/>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route's map answers, one reason and one checked or improved detail.</a:t>
            </a:r>
          </a:p>
        </p:txBody>
      </p:sp>
      <p:sp>
        <p:nvSpPr>
          <p:cNvPr id="15" name="body-0">
            <a:extLst xmlns:a="http://schemas.openxmlformats.org/drawingml/2006/main">
              <a:ext uri="{FF2B5EF4-FFF2-40B4-BE49-F238E27FC236}">
                <a16:creationId xmlns:a16="http://schemas.microsoft.com/office/drawing/2014/main" id="{1921CDDD-4C2A-4C2B-B783-16400DE90DD6}"/>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may point, speak, sign, use symbols, draw or write. You may pass.</a:t>
            </a:r>
          </a:p>
        </p:txBody>
      </p:sp>
      <p:sp>
        <p:nvSpPr>
          <p:cNvPr id="16" name="body-1">
            <a:extLst xmlns:a="http://schemas.openxmlformats.org/drawingml/2006/main">
              <a:ext uri="{FF2B5EF4-FFF2-40B4-BE49-F238E27FC236}">
                <a16:creationId xmlns:a16="http://schemas.microsoft.com/office/drawing/2014/main" id="{9B7CB440-3A94-4976-A4C7-0BE8E910827C}"/>
              </a:ext>
            </a:extLst>
          </p:cNvPr>
          <p:cNvSpPr>
            <a:spLocks xmlns:a="http://schemas.openxmlformats.org/drawingml/2006/main" noGrp="1"/>
          </p:cNvSpPr>
          <p:nvPr/>
        </p:nvSpPr>
        <p:spPr>
          <a:xfrm xmlns:a="http://schemas.openxmlformats.org/drawingml/2006/main">
            <a:off x="381000" y="2446211"/>
            <a:ext cx="11430000" cy="749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Review and improve: Trace one pair of grid lines. Check easting digits come first; amend one answer or strengthen its reason.</a:t>
            </a:r>
          </a:p>
        </p:txBody>
      </p:sp>
    </p:spTree>
    <p:extLst>
      <p:ext uri="{BB962C8B-B14F-4D97-AF65-F5344CB8AC3E}">
        <p14:creationId xmlns:p14="http://schemas.microsoft.com/office/powerpoint/2010/main" val="85932734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87B66863-89BA-4E46-82B9-B20C243AF2D4}"/>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E961C196-0CA4-4854-B3D4-2C74C96E2248}"/>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9F692FB0-A663-4A39-BF8D-83EA11BA7731}"/>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EA754308-74E6-48A1-B73A-14DDA191E43B}"/>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1CB3B447-6108-4743-8077-278F3C8EA45F}"/>
              </a:ext>
            </a:extLst>
          </p:cNvPr>
          <p:cNvPicPr>
            <a:picLocks xmlns:a="http://schemas.openxmlformats.org/drawingml/2006/main" noChangeAspect="1"/>
          </p:cNvPicPr>
          <p:nvPr/>
        </p:nvPicPr>
        <p:blipFill>
          <a:blip xmlns:r="http://schemas.openxmlformats.org/officeDocument/2006/relationships" xmlns:a="http://schemas.openxmlformats.org/drawingml/2006/main" r:embed="R4bcce97575a64c62"/>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0835F39D-E34E-4982-960D-FF2A56482784}"/>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112BDAE7-F6E4-446B-8EAD-B97A7A0BD934}"/>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970CD6EB-98EF-4391-9D64-CE2074906582}"/>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3B883A66-0A3A-4661-873E-82F4DFE1B93B}"/>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B488147E-CD95-40DB-9813-573D85D9E1A9}"/>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1D2A3A31-C4BB-4FE6-860F-F9EA9DDADB5C}"/>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73A805CD-57C0-4654-8A90-97808F403477}"/>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3" name="licence-footer">
            <a:extLst xmlns:a="http://schemas.openxmlformats.org/drawingml/2006/main">
              <a:ext uri="{FF2B5EF4-FFF2-40B4-BE49-F238E27FC236}">
                <a16:creationId xmlns:a16="http://schemas.microsoft.com/office/drawing/2014/main" id="{D8C6975D-3FE7-4A0B-B088-747B18864F80}"/>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F7E73E89-25B1-481F-8AEF-B027873576A1}"/>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route's map answers, one reason and one checked or improved detail.</a:t>
            </a:r>
          </a:p>
        </p:txBody>
      </p:sp>
      <p:sp>
        <p:nvSpPr>
          <p:cNvPr id="15" name="body-0">
            <a:extLst xmlns:a="http://schemas.openxmlformats.org/drawingml/2006/main">
              <a:ext uri="{FF2B5EF4-FFF2-40B4-BE49-F238E27FC236}">
                <a16:creationId xmlns:a16="http://schemas.microsoft.com/office/drawing/2014/main" id="{3AC4F1CD-CB47-4464-8A7B-250113E375C4}"/>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Use the map and key with an adult, one feature at a time.</a:t>
            </a:r>
          </a:p>
        </p:txBody>
      </p:sp>
      <p:sp>
        <p:nvSpPr>
          <p:cNvPr id="16" name="body-1">
            <a:extLst xmlns:a="http://schemas.openxmlformats.org/drawingml/2006/main">
              <a:ext uri="{FF2B5EF4-FFF2-40B4-BE49-F238E27FC236}">
                <a16:creationId xmlns:a16="http://schemas.microsoft.com/office/drawing/2014/main" id="{A1BB6C88-64C3-4ED1-9F9C-1931EE6F0418}"/>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1. Identify PO: post office / park. Identify FB: footbridge / library.</a:t>
            </a:r>
          </a:p>
        </p:txBody>
      </p:sp>
      <p:sp>
        <p:nvSpPr>
          <p:cNvPr id="17" name="body-2">
            <a:extLst xmlns:a="http://schemas.openxmlformats.org/drawingml/2006/main">
              <a:ext uri="{FF2B5EF4-FFF2-40B4-BE49-F238E27FC236}">
                <a16:creationId xmlns:a16="http://schemas.microsoft.com/office/drawing/2014/main" id="{31FAB826-5BE5-4853-9E9B-F9853D0088E4}"/>
              </a:ext>
            </a:extLst>
          </p:cNvPr>
          <p:cNvSpPr>
            <a:spLocks xmlns:a="http://schemas.openxmlformats.org/drawingml/2006/main" noGrp="1"/>
          </p:cNvSpPr>
          <p:nvPr/>
        </p:nvSpPr>
        <p:spPr>
          <a:xfrm xmlns:a="http://schemas.openxmlformats.org/drawingml/2006/main">
            <a:off x="381000" y="2987802"/>
            <a:ext cx="11430000" cy="749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2. Find the school. Read the left line: 10 / 20. Read the bottom line: 20 / 10. Put easting first, then northing.</a:t>
            </a:r>
          </a:p>
        </p:txBody>
      </p:sp>
      <p:sp>
        <p:nvSpPr>
          <p:cNvPr id="18" name="body-3">
            <a:extLst xmlns:a="http://schemas.openxmlformats.org/drawingml/2006/main">
              <a:ext uri="{FF2B5EF4-FFF2-40B4-BE49-F238E27FC236}">
                <a16:creationId xmlns:a16="http://schemas.microsoft.com/office/drawing/2014/main" id="{58DA1A43-5C5F-4D4C-9BC2-5C2615DC2BC6}"/>
              </a:ext>
            </a:extLst>
          </p:cNvPr>
          <p:cNvSpPr>
            <a:spLocks xmlns:a="http://schemas.openxmlformats.org/drawingml/2006/main" noGrp="1"/>
          </p:cNvSpPr>
          <p:nvPr/>
        </p:nvSpPr>
        <p:spPr>
          <a:xfrm xmlns:a="http://schemas.openxmlformats.org/drawingml/2006/main">
            <a:off x="381000" y="3832860"/>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3. Find the post office. Choose its square: 1221 / 2112. Trace the two lines to check.</a:t>
            </a:r>
          </a:p>
        </p:txBody>
      </p:sp>
      <p:sp>
        <p:nvSpPr>
          <p:cNvPr id="19" name="body-4">
            <a:extLst xmlns:a="http://schemas.openxmlformats.org/drawingml/2006/main">
              <a:ext uri="{FF2B5EF4-FFF2-40B4-BE49-F238E27FC236}">
                <a16:creationId xmlns:a16="http://schemas.microsoft.com/office/drawing/2014/main" id="{4B2193EA-86E3-41A1-8115-4B61AE60F419}"/>
              </a:ext>
            </a:extLst>
          </p:cNvPr>
          <p:cNvSpPr>
            <a:spLocks xmlns:a="http://schemas.openxmlformats.org/drawingml/2006/main" noGrp="1"/>
          </p:cNvSpPr>
          <p:nvPr/>
        </p:nvSpPr>
        <p:spPr>
          <a:xfrm xmlns:a="http://schemas.openxmlformats.org/drawingml/2006/main">
            <a:off x="381000" y="437445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4. Find the footbridge. Choose its square: 1122 / 2211. Trace the two lines to check.</a:t>
            </a:r>
          </a:p>
        </p:txBody>
      </p:sp>
      <p:sp>
        <p:nvSpPr>
          <p:cNvPr id="20" name="body-5">
            <a:extLst xmlns:a="http://schemas.openxmlformats.org/drawingml/2006/main">
              <a:ext uri="{FF2B5EF4-FFF2-40B4-BE49-F238E27FC236}">
                <a16:creationId xmlns:a16="http://schemas.microsoft.com/office/drawing/2014/main" id="{DBDAD72A-3620-42F7-8CE6-6152411026BE}"/>
              </a:ext>
            </a:extLst>
          </p:cNvPr>
          <p:cNvSpPr>
            <a:spLocks xmlns:a="http://schemas.openxmlformats.org/drawingml/2006/main" noGrp="1"/>
          </p:cNvSpPr>
          <p:nvPr/>
        </p:nvSpPr>
        <p:spPr>
          <a:xfrm xmlns:a="http://schemas.openxmlformats.org/drawingml/2006/main">
            <a:off x="381000" y="4916043"/>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5. Describe the hall's direction from the library: east / west.</a:t>
            </a:r>
          </a:p>
        </p:txBody>
      </p:sp>
    </p:spTree>
    <p:extLst>
      <p:ext uri="{BB962C8B-B14F-4D97-AF65-F5344CB8AC3E}">
        <p14:creationId xmlns:p14="http://schemas.microsoft.com/office/powerpoint/2010/main" val="37427006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61BED287-859F-4B98-AD74-3446BE2E20BF}"/>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2455AF55-02D5-4CEF-A9E2-1D3E798B0669}"/>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12E1F258-D526-4B85-BCA5-5CE11E1AE059}"/>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You do · choose one route · continued</a:t>
            </a:r>
          </a:p>
        </p:txBody>
      </p:sp>
      <p:sp>
        <p:nvSpPr>
          <p:cNvPr id="4" name="tier-route-label">
            <a:extLst xmlns:a="http://schemas.openxmlformats.org/drawingml/2006/main">
              <a:ext uri="{FF2B5EF4-FFF2-40B4-BE49-F238E27FC236}">
                <a16:creationId xmlns:a16="http://schemas.microsoft.com/office/drawing/2014/main" id="{8FD5A52A-B900-45DE-8943-1295FD33EC94}"/>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9E4250C8-6B59-4408-82A0-8C0415991EAE}"/>
              </a:ext>
            </a:extLst>
          </p:cNvPr>
          <p:cNvPicPr>
            <a:picLocks xmlns:a="http://schemas.openxmlformats.org/drawingml/2006/main" noChangeAspect="1"/>
          </p:cNvPicPr>
          <p:nvPr/>
        </p:nvPicPr>
        <p:blipFill>
          <a:blip xmlns:r="http://schemas.openxmlformats.org/officeDocument/2006/relationships" xmlns:a="http://schemas.openxmlformats.org/drawingml/2006/main" r:embed="Ra51a56a998f64de3"/>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D8C6558A-2A69-4452-B3DC-768B69B09A23}"/>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1B14777B-1562-4719-9839-7E3D8D561624}"/>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BE432027-13A5-4218-9867-10D718F37D75}"/>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5C580D52-A063-4E76-B3A4-2CA5BF433498}"/>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916B75B0-17FA-4781-961F-A5294D09AA3F}"/>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301F8F7A-9B01-4A69-82B5-1B26FEC711E3}"/>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BF509A04-4F4D-4DF3-BA16-01B64D6D6D59}"/>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3" name="licence-footer">
            <a:extLst xmlns:a="http://schemas.openxmlformats.org/drawingml/2006/main">
              <a:ext uri="{FF2B5EF4-FFF2-40B4-BE49-F238E27FC236}">
                <a16:creationId xmlns:a16="http://schemas.microsoft.com/office/drawing/2014/main" id="{13271745-2C0E-4B4D-92EB-629C6020E3C6}"/>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8965CBB6-57C1-444B-A6D6-64CA73EBDB63}"/>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route's map answers, one reason and one checked or improved detail.</a:t>
            </a:r>
          </a:p>
        </p:txBody>
      </p:sp>
      <p:sp>
        <p:nvSpPr>
          <p:cNvPr id="15" name="body-0">
            <a:extLst xmlns:a="http://schemas.openxmlformats.org/drawingml/2006/main">
              <a:ext uri="{FF2B5EF4-FFF2-40B4-BE49-F238E27FC236}">
                <a16:creationId xmlns:a16="http://schemas.microsoft.com/office/drawing/2014/main" id="{89D5D5AD-5C86-48F2-AB6A-0FE418F25E6C}"/>
              </a:ext>
            </a:extLst>
          </p:cNvPr>
          <p:cNvSpPr>
            <a:spLocks xmlns:a="http://schemas.openxmlformats.org/drawingml/2006/main" noGrp="1"/>
          </p:cNvSpPr>
          <p:nvPr/>
        </p:nvSpPr>
        <p:spPr>
          <a:xfrm xmlns:a="http://schemas.openxmlformats.org/drawingml/2006/main">
            <a:off x="381000" y="1904619"/>
            <a:ext cx="11430000" cy="749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6. Does 1221 mean the whole square or one exact dot? Use the post office and health centre as your clue.</a:t>
            </a:r>
          </a:p>
        </p:txBody>
      </p:sp>
      <p:sp>
        <p:nvSpPr>
          <p:cNvPr id="16" name="body-1">
            <a:extLst xmlns:a="http://schemas.openxmlformats.org/drawingml/2006/main">
              <a:ext uri="{FF2B5EF4-FFF2-40B4-BE49-F238E27FC236}">
                <a16:creationId xmlns:a16="http://schemas.microsoft.com/office/drawing/2014/main" id="{68E9352E-DAC8-44B0-866E-F2EFA45FABB2}"/>
              </a:ext>
            </a:extLst>
          </p:cNvPr>
          <p:cNvSpPr>
            <a:spLocks xmlns:a="http://schemas.openxmlformats.org/drawingml/2006/main" noGrp="1"/>
          </p:cNvSpPr>
          <p:nvPr/>
        </p:nvSpPr>
        <p:spPr>
          <a:xfrm xmlns:a="http://schemas.openxmlformats.org/drawingml/2006/main">
            <a:off x="381000" y="2749677"/>
            <a:ext cx="11430000" cy="446342"/>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Frame: 'Easting ____ then northing ____ gives ____.'</a:t>
            </a:r>
          </a:p>
        </p:txBody>
      </p:sp>
      <p:sp>
        <p:nvSpPr>
          <p:cNvPr id="17" name="body-2">
            <a:extLst xmlns:a="http://schemas.openxmlformats.org/drawingml/2006/main">
              <a:ext uri="{FF2B5EF4-FFF2-40B4-BE49-F238E27FC236}">
                <a16:creationId xmlns:a16="http://schemas.microsoft.com/office/drawing/2014/main" id="{5C841C2F-4A34-4E4C-B72B-4220D22F88EE}"/>
              </a:ext>
            </a:extLst>
          </p:cNvPr>
          <p:cNvSpPr>
            <a:spLocks xmlns:a="http://schemas.openxmlformats.org/drawingml/2006/main" noGrp="1"/>
          </p:cNvSpPr>
          <p:nvPr/>
        </p:nvSpPr>
        <p:spPr>
          <a:xfrm xmlns:a="http://schemas.openxmlformats.org/drawingml/2006/main">
            <a:off x="381000" y="32912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may point, speak, sign, use symbols, draw or write. You may pass.</a:t>
            </a:r>
          </a:p>
        </p:txBody>
      </p:sp>
      <p:sp>
        <p:nvSpPr>
          <p:cNvPr id="18" name="body-3">
            <a:extLst xmlns:a="http://schemas.openxmlformats.org/drawingml/2006/main">
              <a:ext uri="{FF2B5EF4-FFF2-40B4-BE49-F238E27FC236}">
                <a16:creationId xmlns:a16="http://schemas.microsoft.com/office/drawing/2014/main" id="{48D74A9F-E800-4894-B89E-87196A677E25}"/>
              </a:ext>
            </a:extLst>
          </p:cNvPr>
          <p:cNvSpPr>
            <a:spLocks xmlns:a="http://schemas.openxmlformats.org/drawingml/2006/main" noGrp="1"/>
          </p:cNvSpPr>
          <p:nvPr/>
        </p:nvSpPr>
        <p:spPr>
          <a:xfrm xmlns:a="http://schemas.openxmlformats.org/drawingml/2006/main">
            <a:off x="381000" y="3832860"/>
            <a:ext cx="11430000" cy="749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Review and improve: Check one reference by pointing to the left and bottom lines. Correct its order or show why it is right.</a:t>
            </a:r>
          </a:p>
        </p:txBody>
      </p:sp>
    </p:spTree>
    <p:extLst>
      <p:ext uri="{BB962C8B-B14F-4D97-AF65-F5344CB8AC3E}">
        <p14:creationId xmlns:p14="http://schemas.microsoft.com/office/powerpoint/2010/main" val="85855390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12EB8798-62ED-47D3-AB36-E6BD4643476B}"/>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66FE2BA6-B98A-4936-8684-0E743F093CAF}"/>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0361FD71-E79A-4A98-8500-EB9E234F1790}"/>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846211F4-0055-4801-8532-C4E103FBADC5}"/>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Choice</a:t>
            </a:r>
          </a:p>
        </p:txBody>
      </p:sp>
      <p:pic>
        <p:nvPicPr>
          <p:cNvPr id="5" name="">
            <a:extLst xmlns:a="http://schemas.openxmlformats.org/drawingml/2006/main">
              <a:ext uri="{FF2B5EF4-FFF2-40B4-BE49-F238E27FC236}">
                <a16:creationId xmlns:a16="http://schemas.microsoft.com/office/drawing/2014/main" id="{711771C4-029E-4914-94B6-E94314F6B13A}"/>
              </a:ext>
            </a:extLst>
          </p:cNvPr>
          <p:cNvPicPr>
            <a:picLocks xmlns:a="http://schemas.openxmlformats.org/drawingml/2006/main" noChangeAspect="1"/>
          </p:cNvPicPr>
          <p:nvPr/>
        </p:nvPicPr>
        <p:blipFill>
          <a:blip xmlns:r="http://schemas.openxmlformats.org/officeDocument/2006/relationships" xmlns:a="http://schemas.openxmlformats.org/drawingml/2006/main" r:embed="R815a26576f174028"/>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2458273A-6334-4107-BC4C-EEF97E17B9C7}"/>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BF6AB272-9CB5-4CB0-A66F-F476DF52DE91}"/>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A82DC6EC-DDB2-406E-891D-769108BFD799}"/>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3BD035CA-7761-4189-BFE0-EC64993D3E70}"/>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82B48A7E-81EB-4A43-9759-87112707765C}"/>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58FA5B2C-7888-4284-AE48-2566904EA42A}"/>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AD3C9A9E-E6E2-4799-A2C3-95E04C0A6AD2}"/>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3" name="licence-footer">
            <a:extLst xmlns:a="http://schemas.openxmlformats.org/drawingml/2006/main">
              <a:ext uri="{FF2B5EF4-FFF2-40B4-BE49-F238E27FC236}">
                <a16:creationId xmlns:a16="http://schemas.microsoft.com/office/drawing/2014/main" id="{0CAC2F62-4120-462C-9F2C-18A510F402A6}"/>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76E5D8EB-E4A9-483A-B470-F074B4D200FE}"/>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route's map answers, one reason and one checked or improved detail.</a:t>
            </a:r>
          </a:p>
        </p:txBody>
      </p:sp>
      <p:sp>
        <p:nvSpPr>
          <p:cNvPr id="15" name="body-0">
            <a:extLst xmlns:a="http://schemas.openxmlformats.org/drawingml/2006/main">
              <a:ext uri="{FF2B5EF4-FFF2-40B4-BE49-F238E27FC236}">
                <a16:creationId xmlns:a16="http://schemas.microsoft.com/office/drawing/2014/main" id="{6C3E750F-02A6-426F-A898-856102341CDC}"/>
              </a:ext>
            </a:extLst>
          </p:cNvPr>
          <p:cNvSpPr>
            <a:spLocks xmlns:a="http://schemas.openxmlformats.org/drawingml/2006/main" noGrp="1"/>
          </p:cNvSpPr>
          <p:nvPr/>
        </p:nvSpPr>
        <p:spPr>
          <a:xfrm xmlns:a="http://schemas.openxmlformats.org/drawingml/2006/main">
            <a:off x="381000" y="1904619"/>
            <a:ext cx="11430000" cy="749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your way to show the answer: direct a pointer, arrange digit cards, speak or sign, or make a short record.</a:t>
            </a:r>
          </a:p>
        </p:txBody>
      </p:sp>
      <p:sp>
        <p:nvSpPr>
          <p:cNvPr id="16" name="body-1">
            <a:extLst xmlns:a="http://schemas.openxmlformats.org/drawingml/2006/main">
              <a:ext uri="{FF2B5EF4-FFF2-40B4-BE49-F238E27FC236}">
                <a16:creationId xmlns:a16="http://schemas.microsoft.com/office/drawing/2014/main" id="{0EDDBC22-21B6-45D9-87F2-8CB9A440C1B1}"/>
              </a:ext>
            </a:extLst>
          </p:cNvPr>
          <p:cNvSpPr>
            <a:spLocks xmlns:a="http://schemas.openxmlformats.org/drawingml/2006/main" noGrp="1"/>
          </p:cNvSpPr>
          <p:nvPr/>
        </p:nvSpPr>
        <p:spPr>
          <a:xfrm xmlns:a="http://schemas.openxmlformats.org/drawingml/2006/main">
            <a:off x="381000" y="27496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1. Identify Sch, PO and FB using the key. Choose from school / post office / footbridge.</a:t>
            </a:r>
          </a:p>
        </p:txBody>
      </p:sp>
      <p:sp>
        <p:nvSpPr>
          <p:cNvPr id="17" name="body-2">
            <a:extLst xmlns:a="http://schemas.openxmlformats.org/drawingml/2006/main">
              <a:ext uri="{FF2B5EF4-FFF2-40B4-BE49-F238E27FC236}">
                <a16:creationId xmlns:a16="http://schemas.microsoft.com/office/drawing/2014/main" id="{3A317270-3B59-45F3-9D63-7BAD50F092BC}"/>
              </a:ext>
            </a:extLst>
          </p:cNvPr>
          <p:cNvSpPr>
            <a:spLocks xmlns:a="http://schemas.openxmlformats.org/drawingml/2006/main" noGrp="1"/>
          </p:cNvSpPr>
          <p:nvPr/>
        </p:nvSpPr>
        <p:spPr>
          <a:xfrm xmlns:a="http://schemas.openxmlformats.org/drawingml/2006/main">
            <a:off x="381000" y="32912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2. Match all three features to their four-figure references: 1020 / 1221 / 1122.</a:t>
            </a:r>
          </a:p>
        </p:txBody>
      </p:sp>
      <p:sp>
        <p:nvSpPr>
          <p:cNvPr id="18" name="body-3">
            <a:extLst xmlns:a="http://schemas.openxmlformats.org/drawingml/2006/main">
              <a:ext uri="{FF2B5EF4-FFF2-40B4-BE49-F238E27FC236}">
                <a16:creationId xmlns:a16="http://schemas.microsoft.com/office/drawing/2014/main" id="{7662DF2B-E484-4E40-B07F-980C841640BE}"/>
              </a:ext>
            </a:extLst>
          </p:cNvPr>
          <p:cNvSpPr>
            <a:spLocks xmlns:a="http://schemas.openxmlformats.org/drawingml/2006/main" noGrp="1"/>
          </p:cNvSpPr>
          <p:nvPr/>
        </p:nvSpPr>
        <p:spPr>
          <a:xfrm xmlns:a="http://schemas.openxmlformats.org/drawingml/2006/main">
            <a:off x="381000" y="3832860"/>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3. Choose one match. Show the left line and the bottom line that support it.</a:t>
            </a:r>
          </a:p>
        </p:txBody>
      </p:sp>
      <p:sp>
        <p:nvSpPr>
          <p:cNvPr id="19" name="body-4">
            <a:extLst xmlns:a="http://schemas.openxmlformats.org/drawingml/2006/main">
              <a:ext uri="{FF2B5EF4-FFF2-40B4-BE49-F238E27FC236}">
                <a16:creationId xmlns:a16="http://schemas.microsoft.com/office/drawing/2014/main" id="{F0B87FA3-9C7D-40C5-8F93-FDAD5B1E7ABD}"/>
              </a:ext>
            </a:extLst>
          </p:cNvPr>
          <p:cNvSpPr>
            <a:spLocks xmlns:a="http://schemas.openxmlformats.org/drawingml/2006/main" noGrp="1"/>
          </p:cNvSpPr>
          <p:nvPr/>
        </p:nvSpPr>
        <p:spPr>
          <a:xfrm xmlns:a="http://schemas.openxmlformats.org/drawingml/2006/main">
            <a:off x="381000" y="437445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4. Choose the hall's direction from the library: east / west.</a:t>
            </a:r>
          </a:p>
        </p:txBody>
      </p:sp>
      <p:sp>
        <p:nvSpPr>
          <p:cNvPr id="20" name="body-5">
            <a:extLst xmlns:a="http://schemas.openxmlformats.org/drawingml/2006/main">
              <a:ext uri="{FF2B5EF4-FFF2-40B4-BE49-F238E27FC236}">
                <a16:creationId xmlns:a16="http://schemas.microsoft.com/office/drawing/2014/main" id="{88579078-A280-4286-8705-548E071697EA}"/>
              </a:ext>
            </a:extLst>
          </p:cNvPr>
          <p:cNvSpPr>
            <a:spLocks xmlns:a="http://schemas.openxmlformats.org/drawingml/2006/main" noGrp="1"/>
          </p:cNvSpPr>
          <p:nvPr/>
        </p:nvSpPr>
        <p:spPr>
          <a:xfrm xmlns:a="http://schemas.openxmlformats.org/drawingml/2006/main">
            <a:off x="381000" y="4916043"/>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5. Choose the claim that fits 1221:</a:t>
            </a:r>
          </a:p>
        </p:txBody>
      </p:sp>
      <p:sp>
        <p:nvSpPr>
          <p:cNvPr id="21" name="body-6">
            <a:extLst xmlns:a="http://schemas.openxmlformats.org/drawingml/2006/main">
              <a:ext uri="{FF2B5EF4-FFF2-40B4-BE49-F238E27FC236}">
                <a16:creationId xmlns:a16="http://schemas.microsoft.com/office/drawing/2014/main" id="{2C5A6682-D1C7-42CF-BA27-8BDFB626697F}"/>
              </a:ext>
            </a:extLst>
          </p:cNvPr>
          <p:cNvSpPr>
            <a:spLocks xmlns:a="http://schemas.openxmlformats.org/drawingml/2006/main" noGrp="1"/>
          </p:cNvSpPr>
          <p:nvPr/>
        </p:nvSpPr>
        <p:spPr>
          <a:xfrm xmlns:a="http://schemas.openxmlformats.org/drawingml/2006/main">
            <a:off x="381000" y="545763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A: It names a whole square with more than one feature.</a:t>
            </a:r>
          </a:p>
        </p:txBody>
      </p:sp>
    </p:spTree>
    <p:extLst>
      <p:ext uri="{BB962C8B-B14F-4D97-AF65-F5344CB8AC3E}">
        <p14:creationId xmlns:p14="http://schemas.microsoft.com/office/powerpoint/2010/main" val="92588624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BEBECAA2-401D-499C-9D0C-FEF9D00447FA}"/>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E7DDEB65-FACE-4670-A255-D43032D84AFB}"/>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2C1CDB4D-D129-4428-92B0-E1A50465B3E7}"/>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You do · choose one route · continued</a:t>
            </a:r>
          </a:p>
        </p:txBody>
      </p:sp>
      <p:sp>
        <p:nvSpPr>
          <p:cNvPr id="4" name="tier-route-label">
            <a:extLst xmlns:a="http://schemas.openxmlformats.org/drawingml/2006/main">
              <a:ext uri="{FF2B5EF4-FFF2-40B4-BE49-F238E27FC236}">
                <a16:creationId xmlns:a16="http://schemas.microsoft.com/office/drawing/2014/main" id="{F2BADEA8-751A-4078-BA24-4A48D8778DA7}"/>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Choice</a:t>
            </a:r>
          </a:p>
        </p:txBody>
      </p:sp>
      <p:pic>
        <p:nvPicPr>
          <p:cNvPr id="5" name="">
            <a:extLst xmlns:a="http://schemas.openxmlformats.org/drawingml/2006/main">
              <a:ext uri="{FF2B5EF4-FFF2-40B4-BE49-F238E27FC236}">
                <a16:creationId xmlns:a16="http://schemas.microsoft.com/office/drawing/2014/main" id="{6F4D7762-3CDD-4E3C-9ED3-69FD25E32B97}"/>
              </a:ext>
            </a:extLst>
          </p:cNvPr>
          <p:cNvPicPr>
            <a:picLocks xmlns:a="http://schemas.openxmlformats.org/drawingml/2006/main" noChangeAspect="1"/>
          </p:cNvPicPr>
          <p:nvPr/>
        </p:nvPicPr>
        <p:blipFill>
          <a:blip xmlns:r="http://schemas.openxmlformats.org/officeDocument/2006/relationships" xmlns:a="http://schemas.openxmlformats.org/drawingml/2006/main" r:embed="Rb2b8609e47324d47"/>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56B8481F-007D-4F46-AEF1-948C7715CB57}"/>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712AC500-B511-46FC-A888-1B3389A682D5}"/>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1D692BEC-E998-48F0-B57F-620C1A57439C}"/>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6AC58520-D4FC-4FEA-9A9C-7CF2CAABE4AC}"/>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5119F7B9-53C6-4A2D-B14A-1AE36E1BE62A}"/>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99F11130-2966-4DA9-8569-97BD69F64E64}"/>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883FE10E-D946-4557-AB2C-B735E7F6321C}"/>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3" name="licence-footer">
            <a:extLst xmlns:a="http://schemas.openxmlformats.org/drawingml/2006/main">
              <a:ext uri="{FF2B5EF4-FFF2-40B4-BE49-F238E27FC236}">
                <a16:creationId xmlns:a16="http://schemas.microsoft.com/office/drawing/2014/main" id="{6997CB48-A0DD-4430-81F5-BF192665442E}"/>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1DDA6467-81C4-47B4-B60A-924254471F56}"/>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route's map answers, one reason and one checked or improved detail.</a:t>
            </a:r>
          </a:p>
        </p:txBody>
      </p:sp>
      <p:sp>
        <p:nvSpPr>
          <p:cNvPr id="15" name="body-0">
            <a:extLst xmlns:a="http://schemas.openxmlformats.org/drawingml/2006/main">
              <a:ext uri="{FF2B5EF4-FFF2-40B4-BE49-F238E27FC236}">
                <a16:creationId xmlns:a16="http://schemas.microsoft.com/office/drawing/2014/main" id="{4BC587E9-59FF-48A0-8CD8-C6AF0A804780}"/>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B: It names only the post office's exact dot.</a:t>
            </a:r>
          </a:p>
        </p:txBody>
      </p:sp>
      <p:sp>
        <p:nvSpPr>
          <p:cNvPr id="16" name="body-1">
            <a:extLst xmlns:a="http://schemas.openxmlformats.org/drawingml/2006/main">
              <a:ext uri="{FF2B5EF4-FFF2-40B4-BE49-F238E27FC236}">
                <a16:creationId xmlns:a16="http://schemas.microsoft.com/office/drawing/2014/main" id="{399F5F45-E76A-4964-A6F8-5899D548BB8A}"/>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Give one map clue for your choice.</a:t>
            </a:r>
          </a:p>
        </p:txBody>
      </p:sp>
      <p:sp>
        <p:nvSpPr>
          <p:cNvPr id="17" name="body-2">
            <a:extLst xmlns:a="http://schemas.openxmlformats.org/drawingml/2006/main">
              <a:ext uri="{FF2B5EF4-FFF2-40B4-BE49-F238E27FC236}">
                <a16:creationId xmlns:a16="http://schemas.microsoft.com/office/drawing/2014/main" id="{44B4F9D3-DD52-42D2-94B9-6AA0DDA41D62}"/>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may point, speak, sign, use symbols, draw or write. You may pass.</a:t>
            </a:r>
          </a:p>
        </p:txBody>
      </p:sp>
      <p:sp>
        <p:nvSpPr>
          <p:cNvPr id="18" name="body-3">
            <a:extLst xmlns:a="http://schemas.openxmlformats.org/drawingml/2006/main">
              <a:ext uri="{FF2B5EF4-FFF2-40B4-BE49-F238E27FC236}">
                <a16:creationId xmlns:a16="http://schemas.microsoft.com/office/drawing/2014/main" id="{C957181E-309B-4E65-8265-A9A585B15AE1}"/>
              </a:ext>
            </a:extLst>
          </p:cNvPr>
          <p:cNvSpPr>
            <a:spLocks xmlns:a="http://schemas.openxmlformats.org/drawingml/2006/main" noGrp="1"/>
          </p:cNvSpPr>
          <p:nvPr/>
        </p:nvSpPr>
        <p:spPr>
          <a:xfrm xmlns:a="http://schemas.openxmlformats.org/drawingml/2006/main">
            <a:off x="381000" y="3529394"/>
            <a:ext cx="11430000" cy="749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Review and improve: Check one match with the actual grid lines. Change it or show its deciding clue.</a:t>
            </a:r>
          </a:p>
        </p:txBody>
      </p:sp>
    </p:spTree>
    <p:extLst>
      <p:ext uri="{BB962C8B-B14F-4D97-AF65-F5344CB8AC3E}">
        <p14:creationId xmlns:p14="http://schemas.microsoft.com/office/powerpoint/2010/main" val="150244012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8AD8F694-BFC9-4942-9839-D7AA92F42150}"/>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AAA9664A-2A87-4E8F-AB5D-D3A1A3544BAA}"/>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611FB426-8C29-4BF5-9CF9-AF460B5B4596}"/>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926F021E-D004-47A6-B4CA-F1540F5171BF}"/>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Aspire</a:t>
            </a:r>
          </a:p>
        </p:txBody>
      </p:sp>
      <p:pic>
        <p:nvPicPr>
          <p:cNvPr id="5" name="">
            <a:extLst xmlns:a="http://schemas.openxmlformats.org/drawingml/2006/main">
              <a:ext uri="{FF2B5EF4-FFF2-40B4-BE49-F238E27FC236}">
                <a16:creationId xmlns:a16="http://schemas.microsoft.com/office/drawing/2014/main" id="{57EBBDDF-101F-4EB7-BC34-AC94B518C820}"/>
              </a:ext>
            </a:extLst>
          </p:cNvPr>
          <p:cNvPicPr>
            <a:picLocks xmlns:a="http://schemas.openxmlformats.org/drawingml/2006/main" noChangeAspect="1"/>
          </p:cNvPicPr>
          <p:nvPr/>
        </p:nvPicPr>
        <p:blipFill>
          <a:blip xmlns:r="http://schemas.openxmlformats.org/officeDocument/2006/relationships" xmlns:a="http://schemas.openxmlformats.org/drawingml/2006/main" r:embed="R37ffe9f22cd94693"/>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86602934-E8DD-4DC2-8499-399D391FA682}"/>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970136B7-F536-458D-A953-18C34D8C1815}"/>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1AFD2C20-0B6F-4BF3-89ED-EF0899E3CEC9}"/>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47E0D7D6-CFD2-4F34-AA98-B904105F1EBD}"/>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37FFD46D-691F-42C2-B9E6-4FEF48E0A312}"/>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EA77333D-1EA4-482E-B482-1E7A80E815FD}"/>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1E49992B-2D50-4192-97F7-7BCDFC0D45B6}"/>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3" name="licence-footer">
            <a:extLst xmlns:a="http://schemas.openxmlformats.org/drawingml/2006/main">
              <a:ext uri="{FF2B5EF4-FFF2-40B4-BE49-F238E27FC236}">
                <a16:creationId xmlns:a16="http://schemas.microsoft.com/office/drawing/2014/main" id="{0EECE511-C01F-45FB-AEB3-FEF858FC22A9}"/>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8EE13D89-DCE1-47B9-9A0F-D659225CEF6C}"/>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route's map answers, one reason and one checked or improved detail.</a:t>
            </a:r>
          </a:p>
        </p:txBody>
      </p:sp>
      <p:sp>
        <p:nvSpPr>
          <p:cNvPr id="15" name="body-0">
            <a:extLst xmlns:a="http://schemas.openxmlformats.org/drawingml/2006/main">
              <a:ext uri="{FF2B5EF4-FFF2-40B4-BE49-F238E27FC236}">
                <a16:creationId xmlns:a16="http://schemas.microsoft.com/office/drawing/2014/main" id="{8B9D27A8-F254-4DC9-9BA4-3A2CFD8CBB43}"/>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Use the map, key and tenth divisions.</a:t>
            </a:r>
          </a:p>
        </p:txBody>
      </p:sp>
      <p:sp>
        <p:nvSpPr>
          <p:cNvPr id="16" name="body-1">
            <a:extLst xmlns:a="http://schemas.openxmlformats.org/drawingml/2006/main">
              <a:ext uri="{FF2B5EF4-FFF2-40B4-BE49-F238E27FC236}">
                <a16:creationId xmlns:a16="http://schemas.microsoft.com/office/drawing/2014/main" id="{21FB497A-58D9-4D96-AED3-D850E92211C6}"/>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1. Identify Sch, PO and FB. Give each feature's four-figure reference.</a:t>
            </a:r>
          </a:p>
        </p:txBody>
      </p:sp>
      <p:sp>
        <p:nvSpPr>
          <p:cNvPr id="17" name="body-2">
            <a:extLst xmlns:a="http://schemas.openxmlformats.org/drawingml/2006/main">
              <a:ext uri="{FF2B5EF4-FFF2-40B4-BE49-F238E27FC236}">
                <a16:creationId xmlns:a16="http://schemas.microsoft.com/office/drawing/2014/main" id="{DF6FC0B7-DA73-4286-8729-390FDBC3B545}"/>
              </a:ext>
            </a:extLst>
          </p:cNvPr>
          <p:cNvSpPr>
            <a:spLocks xmlns:a="http://schemas.openxmlformats.org/drawingml/2006/main" noGrp="1"/>
          </p:cNvSpPr>
          <p:nvPr/>
        </p:nvSpPr>
        <p:spPr>
          <a:xfrm xmlns:a="http://schemas.openxmlformats.org/drawingml/2006/main">
            <a:off x="381000" y="2987802"/>
            <a:ext cx="11430000" cy="749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2. Give the six-figure references for the post office and health centre. Count tenths across and up from each square's left and bottom lines.</a:t>
            </a:r>
          </a:p>
        </p:txBody>
      </p:sp>
      <p:sp>
        <p:nvSpPr>
          <p:cNvPr id="18" name="body-3">
            <a:extLst xmlns:a="http://schemas.openxmlformats.org/drawingml/2006/main">
              <a:ext uri="{FF2B5EF4-FFF2-40B4-BE49-F238E27FC236}">
                <a16:creationId xmlns:a16="http://schemas.microsoft.com/office/drawing/2014/main" id="{E00E383F-6F0A-41A7-B23E-022FDB9975A2}"/>
              </a:ext>
            </a:extLst>
          </p:cNvPr>
          <p:cNvSpPr>
            <a:spLocks xmlns:a="http://schemas.openxmlformats.org/drawingml/2006/main" noGrp="1"/>
          </p:cNvSpPr>
          <p:nvPr/>
        </p:nvSpPr>
        <p:spPr>
          <a:xfrm xmlns:a="http://schemas.openxmlformats.org/drawingml/2006/main">
            <a:off x="381000" y="3832860"/>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3. Compare their four-figure and six-figure references. Explain the gain in precision.</a:t>
            </a:r>
          </a:p>
        </p:txBody>
      </p:sp>
      <p:sp>
        <p:nvSpPr>
          <p:cNvPr id="19" name="body-4">
            <a:extLst xmlns:a="http://schemas.openxmlformats.org/drawingml/2006/main">
              <a:ext uri="{FF2B5EF4-FFF2-40B4-BE49-F238E27FC236}">
                <a16:creationId xmlns:a16="http://schemas.microsoft.com/office/drawing/2014/main" id="{A7FF8293-8795-4929-8AA2-90C716D46073}"/>
              </a:ext>
            </a:extLst>
          </p:cNvPr>
          <p:cNvSpPr>
            <a:spLocks xmlns:a="http://schemas.openxmlformats.org/drawingml/2006/main" noGrp="1"/>
          </p:cNvSpPr>
          <p:nvPr/>
        </p:nvSpPr>
        <p:spPr>
          <a:xfrm xmlns:a="http://schemas.openxmlformats.org/drawingml/2006/main">
            <a:off x="381000" y="437445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4. Describe the hall's direction from the library.</a:t>
            </a:r>
          </a:p>
        </p:txBody>
      </p:sp>
      <p:sp>
        <p:nvSpPr>
          <p:cNvPr id="20" name="body-5">
            <a:extLst xmlns:a="http://schemas.openxmlformats.org/drawingml/2006/main">
              <a:ext uri="{FF2B5EF4-FFF2-40B4-BE49-F238E27FC236}">
                <a16:creationId xmlns:a16="http://schemas.microsoft.com/office/drawing/2014/main" id="{B1DDF57F-3C81-4920-BE31-E995B8313CA0}"/>
              </a:ext>
            </a:extLst>
          </p:cNvPr>
          <p:cNvSpPr>
            <a:spLocks xmlns:a="http://schemas.openxmlformats.org/drawingml/2006/main" noGrp="1"/>
          </p:cNvSpPr>
          <p:nvPr/>
        </p:nvSpPr>
        <p:spPr>
          <a:xfrm xmlns:a="http://schemas.openxmlformats.org/drawingml/2006/main">
            <a:off x="381000" y="4916043"/>
            <a:ext cx="11430000" cy="749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5. Evaluate this claim: 'This map proves the settlement is becoming more urban.' State what further evidence would be needed.</a:t>
            </a:r>
          </a:p>
        </p:txBody>
      </p:sp>
    </p:spTree>
    <p:extLst>
      <p:ext uri="{BB962C8B-B14F-4D97-AF65-F5344CB8AC3E}">
        <p14:creationId xmlns:p14="http://schemas.microsoft.com/office/powerpoint/2010/main" val="3975266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335F2A4C-9D90-41B0-8DDE-1DF6313477FD}"/>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704B170C-1BE1-493D-A71A-D2E8EBB0BD96}"/>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50D7A20C-FE49-4B3B-9D48-A302BEC5F602}"/>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You do · choose one route · continued</a:t>
            </a:r>
          </a:p>
        </p:txBody>
      </p:sp>
      <p:sp>
        <p:nvSpPr>
          <p:cNvPr id="4" name="tier-route-label">
            <a:extLst xmlns:a="http://schemas.openxmlformats.org/drawingml/2006/main">
              <a:ext uri="{FF2B5EF4-FFF2-40B4-BE49-F238E27FC236}">
                <a16:creationId xmlns:a16="http://schemas.microsoft.com/office/drawing/2014/main" id="{E34C987A-0903-4DA4-BFE6-9C12DBEFBE12}"/>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Aspire</a:t>
            </a:r>
          </a:p>
        </p:txBody>
      </p:sp>
      <p:pic>
        <p:nvPicPr>
          <p:cNvPr id="5" name="">
            <a:extLst xmlns:a="http://schemas.openxmlformats.org/drawingml/2006/main">
              <a:ext uri="{FF2B5EF4-FFF2-40B4-BE49-F238E27FC236}">
                <a16:creationId xmlns:a16="http://schemas.microsoft.com/office/drawing/2014/main" id="{24DDB867-39FD-44C5-8125-8B79807500AC}"/>
              </a:ext>
            </a:extLst>
          </p:cNvPr>
          <p:cNvPicPr>
            <a:picLocks xmlns:a="http://schemas.openxmlformats.org/drawingml/2006/main" noChangeAspect="1"/>
          </p:cNvPicPr>
          <p:nvPr/>
        </p:nvPicPr>
        <p:blipFill>
          <a:blip xmlns:r="http://schemas.openxmlformats.org/officeDocument/2006/relationships" xmlns:a="http://schemas.openxmlformats.org/drawingml/2006/main" r:embed="R1f0941c58b3b403a"/>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4AA18372-50DA-4636-9DFE-07D5BC7CB01D}"/>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92CD6626-389E-4CF6-8063-FDB208681877}"/>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B9CD3CE7-6402-4495-B911-97F422DBBF90}"/>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423B42F4-D7A4-4CDC-8EB1-9FA8E21AE950}"/>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462B54A0-51EA-4413-8754-476F5499CA8C}"/>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0A96FFD7-72D0-4AEB-98EA-DE2FD4A56879}"/>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E8FBF45F-C63B-4510-88F4-6218539A4DC0}"/>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3" name="licence-footer">
            <a:extLst xmlns:a="http://schemas.openxmlformats.org/drawingml/2006/main">
              <a:ext uri="{FF2B5EF4-FFF2-40B4-BE49-F238E27FC236}">
                <a16:creationId xmlns:a16="http://schemas.microsoft.com/office/drawing/2014/main" id="{AC66339F-A6C8-4682-8231-EC1E0EE62404}"/>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1CDCCA99-9869-409B-9B88-FDB7D3675792}"/>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route's map answers, one reason and one checked or improved detail.</a:t>
            </a:r>
          </a:p>
        </p:txBody>
      </p:sp>
      <p:sp>
        <p:nvSpPr>
          <p:cNvPr id="15" name="body-0">
            <a:extLst xmlns:a="http://schemas.openxmlformats.org/drawingml/2006/main">
              <a:ext uri="{FF2B5EF4-FFF2-40B4-BE49-F238E27FC236}">
                <a16:creationId xmlns:a16="http://schemas.microsoft.com/office/drawing/2014/main" id="{B6328865-94AF-43EF-9AEA-EC3ADCE3415F}"/>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Frame if useful: 'The map shows ____, but it cannot establish ____ because ____.'</a:t>
            </a:r>
          </a:p>
        </p:txBody>
      </p:sp>
      <p:sp>
        <p:nvSpPr>
          <p:cNvPr id="16" name="body-1">
            <a:extLst xmlns:a="http://schemas.openxmlformats.org/drawingml/2006/main">
              <a:ext uri="{FF2B5EF4-FFF2-40B4-BE49-F238E27FC236}">
                <a16:creationId xmlns:a16="http://schemas.microsoft.com/office/drawing/2014/main" id="{168F9861-2CFD-4224-9FB8-7B6ACA4A8BB8}"/>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may point, speak, sign, use symbols, draw or write. You may pass.</a:t>
            </a:r>
          </a:p>
        </p:txBody>
      </p:sp>
      <p:sp>
        <p:nvSpPr>
          <p:cNvPr id="17" name="body-2">
            <a:extLst xmlns:a="http://schemas.openxmlformats.org/drawingml/2006/main">
              <a:ext uri="{FF2B5EF4-FFF2-40B4-BE49-F238E27FC236}">
                <a16:creationId xmlns:a16="http://schemas.microsoft.com/office/drawing/2014/main" id="{A582FB89-48C2-4281-8187-0002DB309FC3}"/>
              </a:ext>
            </a:extLst>
          </p:cNvPr>
          <p:cNvSpPr>
            <a:spLocks xmlns:a="http://schemas.openxmlformats.org/drawingml/2006/main" noGrp="1"/>
          </p:cNvSpPr>
          <p:nvPr/>
        </p:nvSpPr>
        <p:spPr>
          <a:xfrm xmlns:a="http://schemas.openxmlformats.org/drawingml/2006/main">
            <a:off x="381000" y="2987802"/>
            <a:ext cx="11430000" cy="749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Review and improve: Check all three easting digits come before all three northing digits. Make one correction or add a precise limitation.</a:t>
            </a:r>
          </a:p>
        </p:txBody>
      </p:sp>
    </p:spTree>
    <p:extLst>
      <p:ext uri="{BB962C8B-B14F-4D97-AF65-F5344CB8AC3E}">
        <p14:creationId xmlns:p14="http://schemas.microsoft.com/office/powerpoint/2010/main" val="26324087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 name="lesson-header">
            <a:extLst xmlns:a="http://schemas.openxmlformats.org/drawingml/2006/main">
              <a:ext uri="{FF2B5EF4-FFF2-40B4-BE49-F238E27FC236}">
                <a16:creationId xmlns:a16="http://schemas.microsoft.com/office/drawing/2014/main" id="{D316E4C2-CC4F-42A7-8E08-31F94F097F63}"/>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B808FA04-E313-46EB-A0EA-04449606CD83}"/>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CF6DE9A9-5807-4E0D-AAA7-6222AA6C4160}"/>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Exit ticket</a:t>
            </a:r>
          </a:p>
        </p:txBody>
      </p:sp>
      <p:pic>
        <p:nvPicPr>
          <p:cNvPr id="4" name="">
            <a:extLst xmlns:a="http://schemas.openxmlformats.org/drawingml/2006/main">
              <a:ext uri="{FF2B5EF4-FFF2-40B4-BE49-F238E27FC236}">
                <a16:creationId xmlns:a16="http://schemas.microsoft.com/office/drawing/2014/main" id="{AAF9689F-EAF2-456F-9DD7-4A3BBBD13FCA}"/>
              </a:ext>
            </a:extLst>
          </p:cNvPr>
          <p:cNvPicPr>
            <a:picLocks xmlns:a="http://schemas.openxmlformats.org/drawingml/2006/main" noChangeAspect="1"/>
          </p:cNvPicPr>
          <p:nvPr/>
        </p:nvPicPr>
        <p:blipFill>
          <a:blip xmlns:r="http://schemas.openxmlformats.org/officeDocument/2006/relationships" xmlns:a="http://schemas.openxmlformats.org/drawingml/2006/main" r:embed="R23c94ac717454a21"/>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79E0230C-6B16-4B28-850A-DD6FC269EEA5}"/>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3A397888-0017-462B-B408-7755C2649DE3}"/>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BE245511-98F4-4EFD-B4D0-898F6225FDFE}"/>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6123CF8D-1E6B-428E-8D85-B94D274F5C09}"/>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32BE9128-C8F0-49B6-9918-0B64C9BB8E26}"/>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FEFBE443-72E6-4CB8-8208-8A6FD04C2514}"/>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A972C4F7-8220-47FA-9D33-CED0696F2267}"/>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2" name="licence-footer">
            <a:extLst xmlns:a="http://schemas.openxmlformats.org/drawingml/2006/main">
              <a:ext uri="{FF2B5EF4-FFF2-40B4-BE49-F238E27FC236}">
                <a16:creationId xmlns:a16="http://schemas.microsoft.com/office/drawing/2014/main" id="{A957DE4E-0CC8-4C79-83BE-6A6613584DDA}"/>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figure-practice_grid-0">
            <a:extLst xmlns:a="http://schemas.openxmlformats.org/drawingml/2006/main">
              <a:ext uri="{FF2B5EF4-FFF2-40B4-BE49-F238E27FC236}">
                <a16:creationId xmlns:a16="http://schemas.microsoft.com/office/drawing/2014/main" id="{671B1FA7-89E7-40E4-9F20-EE965B1A9500}"/>
              </a:ext>
            </a:extLst>
          </p:cNvPr>
          <p:cNvSpPr>
            <a:spLocks xmlns:a="http://schemas.openxmlformats.org/drawingml/2006/main" noGrp="1"/>
          </p:cNvSpPr>
          <p:nvPr/>
        </p:nvSpPr>
        <p:spPr>
          <a:xfrm xmlns:a="http://schemas.openxmlformats.org/drawingml/2006/main">
            <a:off x="2019731" y="1427240"/>
            <a:ext cx="328249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An invented settlement: practice map.</a:t>
            </a:r>
          </a:p>
        </p:txBody>
      </p:sp>
      <p:sp>
        <p:nvSpPr>
          <p:cNvPr id="14" name="figure-practice_grid-1">
            <a:extLst xmlns:a="http://schemas.openxmlformats.org/drawingml/2006/main">
              <a:ext uri="{FF2B5EF4-FFF2-40B4-BE49-F238E27FC236}">
                <a16:creationId xmlns:a16="http://schemas.microsoft.com/office/drawing/2014/main" id="{DF19367C-6D0E-4229-88C1-48BE5DD638D6}"/>
              </a:ext>
            </a:extLst>
          </p:cNvPr>
          <p:cNvSpPr>
            <a:spLocks xmlns:a="http://schemas.openxmlformats.org/drawingml/2006/main" noGrp="1"/>
          </p:cNvSpPr>
          <p:nvPr/>
        </p:nvSpPr>
        <p:spPr>
          <a:xfrm xmlns:a="http://schemas.openxmlformats.org/drawingml/2006/main">
            <a:off x="204068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15" name="figure-practice_grid-2">
            <a:extLst xmlns:a="http://schemas.openxmlformats.org/drawingml/2006/main">
              <a:ext uri="{FF2B5EF4-FFF2-40B4-BE49-F238E27FC236}">
                <a16:creationId xmlns:a16="http://schemas.microsoft.com/office/drawing/2014/main" id="{03E5533E-05FC-4AB6-9B6E-317EC9131ECF}"/>
              </a:ext>
            </a:extLst>
          </p:cNvPr>
          <p:cNvSpPr>
            <a:spLocks xmlns:a="http://schemas.openxmlformats.org/drawingml/2006/main" noGrp="1"/>
          </p:cNvSpPr>
          <p:nvPr/>
        </p:nvSpPr>
        <p:spPr>
          <a:xfrm xmlns:a="http://schemas.openxmlformats.org/drawingml/2006/main">
            <a:off x="2040686" y="192027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16" name="figure-practice_grid-3">
            <a:extLst xmlns:a="http://schemas.openxmlformats.org/drawingml/2006/main">
              <a:ext uri="{FF2B5EF4-FFF2-40B4-BE49-F238E27FC236}">
                <a16:creationId xmlns:a16="http://schemas.microsoft.com/office/drawing/2014/main" id="{8A84A69C-4A86-4942-836F-54D29BCFC4F6}"/>
              </a:ext>
            </a:extLst>
          </p:cNvPr>
          <p:cNvSpPr>
            <a:spLocks xmlns:a="http://schemas.openxmlformats.org/drawingml/2006/main" noGrp="1"/>
          </p:cNvSpPr>
          <p:nvPr/>
        </p:nvSpPr>
        <p:spPr>
          <a:xfrm xmlns:a="http://schemas.openxmlformats.org/drawingml/2006/main">
            <a:off x="213054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17" name="figure-practice_grid-4">
            <a:extLst xmlns:a="http://schemas.openxmlformats.org/drawingml/2006/main">
              <a:ext uri="{FF2B5EF4-FFF2-40B4-BE49-F238E27FC236}">
                <a16:creationId xmlns:a16="http://schemas.microsoft.com/office/drawing/2014/main" id="{E623E0A4-74FA-41C4-A824-29EC9725A0D2}"/>
              </a:ext>
            </a:extLst>
          </p:cNvPr>
          <p:cNvSpPr>
            <a:spLocks xmlns:a="http://schemas.openxmlformats.org/drawingml/2006/main" noGrp="1"/>
          </p:cNvSpPr>
          <p:nvPr/>
        </p:nvSpPr>
        <p:spPr>
          <a:xfrm xmlns:a="http://schemas.openxmlformats.org/drawingml/2006/main">
            <a:off x="2040686" y="201013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18" name="figure-practice_grid-5">
            <a:extLst xmlns:a="http://schemas.openxmlformats.org/drawingml/2006/main">
              <a:ext uri="{FF2B5EF4-FFF2-40B4-BE49-F238E27FC236}">
                <a16:creationId xmlns:a16="http://schemas.microsoft.com/office/drawing/2014/main" id="{2B37394B-63F9-4F2A-A23D-68C44F81278B}"/>
              </a:ext>
            </a:extLst>
          </p:cNvPr>
          <p:cNvSpPr>
            <a:spLocks xmlns:a="http://schemas.openxmlformats.org/drawingml/2006/main" noGrp="1"/>
          </p:cNvSpPr>
          <p:nvPr/>
        </p:nvSpPr>
        <p:spPr>
          <a:xfrm xmlns:a="http://schemas.openxmlformats.org/drawingml/2006/main">
            <a:off x="222040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19" name="figure-practice_grid-6">
            <a:extLst xmlns:a="http://schemas.openxmlformats.org/drawingml/2006/main">
              <a:ext uri="{FF2B5EF4-FFF2-40B4-BE49-F238E27FC236}">
                <a16:creationId xmlns:a16="http://schemas.microsoft.com/office/drawing/2014/main" id="{70170159-D5CA-4EED-8B0C-4CA35CB2207A}"/>
              </a:ext>
            </a:extLst>
          </p:cNvPr>
          <p:cNvSpPr>
            <a:spLocks xmlns:a="http://schemas.openxmlformats.org/drawingml/2006/main" noGrp="1"/>
          </p:cNvSpPr>
          <p:nvPr/>
        </p:nvSpPr>
        <p:spPr>
          <a:xfrm xmlns:a="http://schemas.openxmlformats.org/drawingml/2006/main">
            <a:off x="2040686" y="209999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0" name="figure-practice_grid-7">
            <a:extLst xmlns:a="http://schemas.openxmlformats.org/drawingml/2006/main">
              <a:ext uri="{FF2B5EF4-FFF2-40B4-BE49-F238E27FC236}">
                <a16:creationId xmlns:a16="http://schemas.microsoft.com/office/drawing/2014/main" id="{0100F144-4D75-4DF0-806F-96FD79B8BBBF}"/>
              </a:ext>
            </a:extLst>
          </p:cNvPr>
          <p:cNvSpPr>
            <a:spLocks xmlns:a="http://schemas.openxmlformats.org/drawingml/2006/main" noGrp="1"/>
          </p:cNvSpPr>
          <p:nvPr/>
        </p:nvSpPr>
        <p:spPr>
          <a:xfrm xmlns:a="http://schemas.openxmlformats.org/drawingml/2006/main">
            <a:off x="231026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1" name="figure-practice_grid-8">
            <a:extLst xmlns:a="http://schemas.openxmlformats.org/drawingml/2006/main">
              <a:ext uri="{FF2B5EF4-FFF2-40B4-BE49-F238E27FC236}">
                <a16:creationId xmlns:a16="http://schemas.microsoft.com/office/drawing/2014/main" id="{FD8FF508-F6AC-464F-B182-628BC0D61009}"/>
              </a:ext>
            </a:extLst>
          </p:cNvPr>
          <p:cNvSpPr>
            <a:spLocks xmlns:a="http://schemas.openxmlformats.org/drawingml/2006/main" noGrp="1"/>
          </p:cNvSpPr>
          <p:nvPr/>
        </p:nvSpPr>
        <p:spPr>
          <a:xfrm xmlns:a="http://schemas.openxmlformats.org/drawingml/2006/main">
            <a:off x="2040686" y="218985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2" name="figure-practice_grid-9">
            <a:extLst xmlns:a="http://schemas.openxmlformats.org/drawingml/2006/main">
              <a:ext uri="{FF2B5EF4-FFF2-40B4-BE49-F238E27FC236}">
                <a16:creationId xmlns:a16="http://schemas.microsoft.com/office/drawing/2014/main" id="{CCFBCF1E-CE4F-4045-82B2-14E2DB8BDDDC}"/>
              </a:ext>
            </a:extLst>
          </p:cNvPr>
          <p:cNvSpPr>
            <a:spLocks xmlns:a="http://schemas.openxmlformats.org/drawingml/2006/main" noGrp="1"/>
          </p:cNvSpPr>
          <p:nvPr/>
        </p:nvSpPr>
        <p:spPr>
          <a:xfrm xmlns:a="http://schemas.openxmlformats.org/drawingml/2006/main">
            <a:off x="240012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3" name="figure-practice_grid-10">
            <a:extLst xmlns:a="http://schemas.openxmlformats.org/drawingml/2006/main">
              <a:ext uri="{FF2B5EF4-FFF2-40B4-BE49-F238E27FC236}">
                <a16:creationId xmlns:a16="http://schemas.microsoft.com/office/drawing/2014/main" id="{526A3301-4849-4E0F-8EFA-DDADABB74E23}"/>
              </a:ext>
            </a:extLst>
          </p:cNvPr>
          <p:cNvSpPr>
            <a:spLocks xmlns:a="http://schemas.openxmlformats.org/drawingml/2006/main" noGrp="1"/>
          </p:cNvSpPr>
          <p:nvPr/>
        </p:nvSpPr>
        <p:spPr>
          <a:xfrm xmlns:a="http://schemas.openxmlformats.org/drawingml/2006/main">
            <a:off x="2040686" y="227971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4" name="figure-practice_grid-11">
            <a:extLst xmlns:a="http://schemas.openxmlformats.org/drawingml/2006/main">
              <a:ext uri="{FF2B5EF4-FFF2-40B4-BE49-F238E27FC236}">
                <a16:creationId xmlns:a16="http://schemas.microsoft.com/office/drawing/2014/main" id="{F23E0268-3336-4F5A-B31C-AA152E33D5F3}"/>
              </a:ext>
            </a:extLst>
          </p:cNvPr>
          <p:cNvSpPr>
            <a:spLocks xmlns:a="http://schemas.openxmlformats.org/drawingml/2006/main" noGrp="1"/>
          </p:cNvSpPr>
          <p:nvPr/>
        </p:nvSpPr>
        <p:spPr>
          <a:xfrm xmlns:a="http://schemas.openxmlformats.org/drawingml/2006/main">
            <a:off x="248997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5" name="figure-practice_grid-12">
            <a:extLst xmlns:a="http://schemas.openxmlformats.org/drawingml/2006/main">
              <a:ext uri="{FF2B5EF4-FFF2-40B4-BE49-F238E27FC236}">
                <a16:creationId xmlns:a16="http://schemas.microsoft.com/office/drawing/2014/main" id="{6E2BC156-0818-4DD4-8A90-F5827D58BB31}"/>
              </a:ext>
            </a:extLst>
          </p:cNvPr>
          <p:cNvSpPr>
            <a:spLocks xmlns:a="http://schemas.openxmlformats.org/drawingml/2006/main" noGrp="1"/>
          </p:cNvSpPr>
          <p:nvPr/>
        </p:nvSpPr>
        <p:spPr>
          <a:xfrm xmlns:a="http://schemas.openxmlformats.org/drawingml/2006/main">
            <a:off x="2040686" y="236956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6" name="figure-practice_grid-13">
            <a:extLst xmlns:a="http://schemas.openxmlformats.org/drawingml/2006/main">
              <a:ext uri="{FF2B5EF4-FFF2-40B4-BE49-F238E27FC236}">
                <a16:creationId xmlns:a16="http://schemas.microsoft.com/office/drawing/2014/main" id="{A1B08E08-9DC2-4FED-B32A-0052DB1224BF}"/>
              </a:ext>
            </a:extLst>
          </p:cNvPr>
          <p:cNvSpPr>
            <a:spLocks xmlns:a="http://schemas.openxmlformats.org/drawingml/2006/main" noGrp="1"/>
          </p:cNvSpPr>
          <p:nvPr/>
        </p:nvSpPr>
        <p:spPr>
          <a:xfrm xmlns:a="http://schemas.openxmlformats.org/drawingml/2006/main">
            <a:off x="257983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7" name="figure-practice_grid-14">
            <a:extLst xmlns:a="http://schemas.openxmlformats.org/drawingml/2006/main">
              <a:ext uri="{FF2B5EF4-FFF2-40B4-BE49-F238E27FC236}">
                <a16:creationId xmlns:a16="http://schemas.microsoft.com/office/drawing/2014/main" id="{01590AC9-F884-47AD-B327-7FB97DCD69D8}"/>
              </a:ext>
            </a:extLst>
          </p:cNvPr>
          <p:cNvSpPr>
            <a:spLocks xmlns:a="http://schemas.openxmlformats.org/drawingml/2006/main" noGrp="1"/>
          </p:cNvSpPr>
          <p:nvPr/>
        </p:nvSpPr>
        <p:spPr>
          <a:xfrm xmlns:a="http://schemas.openxmlformats.org/drawingml/2006/main">
            <a:off x="2040686" y="245942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28" name="figure-practice_grid-15">
            <a:extLst xmlns:a="http://schemas.openxmlformats.org/drawingml/2006/main">
              <a:ext uri="{FF2B5EF4-FFF2-40B4-BE49-F238E27FC236}">
                <a16:creationId xmlns:a16="http://schemas.microsoft.com/office/drawing/2014/main" id="{55BF6CE7-0B8A-45AE-8C83-A250A8AA1E23}"/>
              </a:ext>
            </a:extLst>
          </p:cNvPr>
          <p:cNvSpPr>
            <a:spLocks xmlns:a="http://schemas.openxmlformats.org/drawingml/2006/main" noGrp="1"/>
          </p:cNvSpPr>
          <p:nvPr/>
        </p:nvSpPr>
        <p:spPr>
          <a:xfrm xmlns:a="http://schemas.openxmlformats.org/drawingml/2006/main">
            <a:off x="266969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29" name="figure-practice_grid-16">
            <a:extLst xmlns:a="http://schemas.openxmlformats.org/drawingml/2006/main">
              <a:ext uri="{FF2B5EF4-FFF2-40B4-BE49-F238E27FC236}">
                <a16:creationId xmlns:a16="http://schemas.microsoft.com/office/drawing/2014/main" id="{3CE87340-7C4E-461F-AC49-641E80870321}"/>
              </a:ext>
            </a:extLst>
          </p:cNvPr>
          <p:cNvSpPr>
            <a:spLocks xmlns:a="http://schemas.openxmlformats.org/drawingml/2006/main" noGrp="1"/>
          </p:cNvSpPr>
          <p:nvPr/>
        </p:nvSpPr>
        <p:spPr>
          <a:xfrm xmlns:a="http://schemas.openxmlformats.org/drawingml/2006/main">
            <a:off x="2040686" y="254928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0" name="figure-practice_grid-17">
            <a:extLst xmlns:a="http://schemas.openxmlformats.org/drawingml/2006/main">
              <a:ext uri="{FF2B5EF4-FFF2-40B4-BE49-F238E27FC236}">
                <a16:creationId xmlns:a16="http://schemas.microsoft.com/office/drawing/2014/main" id="{24A35145-761F-44C7-9F70-2E4CBB2DF617}"/>
              </a:ext>
            </a:extLst>
          </p:cNvPr>
          <p:cNvSpPr>
            <a:spLocks xmlns:a="http://schemas.openxmlformats.org/drawingml/2006/main" noGrp="1"/>
          </p:cNvSpPr>
          <p:nvPr/>
        </p:nvSpPr>
        <p:spPr>
          <a:xfrm xmlns:a="http://schemas.openxmlformats.org/drawingml/2006/main">
            <a:off x="275955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1" name="figure-practice_grid-18">
            <a:extLst xmlns:a="http://schemas.openxmlformats.org/drawingml/2006/main">
              <a:ext uri="{FF2B5EF4-FFF2-40B4-BE49-F238E27FC236}">
                <a16:creationId xmlns:a16="http://schemas.microsoft.com/office/drawing/2014/main" id="{7AD94446-8755-4ABF-9FF4-140C77C7CE92}"/>
              </a:ext>
            </a:extLst>
          </p:cNvPr>
          <p:cNvSpPr>
            <a:spLocks xmlns:a="http://schemas.openxmlformats.org/drawingml/2006/main" noGrp="1"/>
          </p:cNvSpPr>
          <p:nvPr/>
        </p:nvSpPr>
        <p:spPr>
          <a:xfrm xmlns:a="http://schemas.openxmlformats.org/drawingml/2006/main">
            <a:off x="2040686" y="263914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2" name="figure-practice_grid-19">
            <a:extLst xmlns:a="http://schemas.openxmlformats.org/drawingml/2006/main">
              <a:ext uri="{FF2B5EF4-FFF2-40B4-BE49-F238E27FC236}">
                <a16:creationId xmlns:a16="http://schemas.microsoft.com/office/drawing/2014/main" id="{3D58785E-239B-4718-A5DB-0E51F0823D95}"/>
              </a:ext>
            </a:extLst>
          </p:cNvPr>
          <p:cNvSpPr>
            <a:spLocks xmlns:a="http://schemas.openxmlformats.org/drawingml/2006/main" noGrp="1"/>
          </p:cNvSpPr>
          <p:nvPr/>
        </p:nvSpPr>
        <p:spPr>
          <a:xfrm xmlns:a="http://schemas.openxmlformats.org/drawingml/2006/main">
            <a:off x="284941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3" name="figure-practice_grid-20">
            <a:extLst xmlns:a="http://schemas.openxmlformats.org/drawingml/2006/main">
              <a:ext uri="{FF2B5EF4-FFF2-40B4-BE49-F238E27FC236}">
                <a16:creationId xmlns:a16="http://schemas.microsoft.com/office/drawing/2014/main" id="{73354B83-7F1C-4C96-A9E9-C6FA2CFE4C42}"/>
              </a:ext>
            </a:extLst>
          </p:cNvPr>
          <p:cNvSpPr>
            <a:spLocks xmlns:a="http://schemas.openxmlformats.org/drawingml/2006/main" noGrp="1"/>
          </p:cNvSpPr>
          <p:nvPr/>
        </p:nvSpPr>
        <p:spPr>
          <a:xfrm xmlns:a="http://schemas.openxmlformats.org/drawingml/2006/main">
            <a:off x="2040686" y="272900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4" name="figure-practice_grid-21">
            <a:extLst xmlns:a="http://schemas.openxmlformats.org/drawingml/2006/main">
              <a:ext uri="{FF2B5EF4-FFF2-40B4-BE49-F238E27FC236}">
                <a16:creationId xmlns:a16="http://schemas.microsoft.com/office/drawing/2014/main" id="{B9A2D35C-FDDF-4D9C-88D8-9C3532DF0ADB}"/>
              </a:ext>
            </a:extLst>
          </p:cNvPr>
          <p:cNvSpPr>
            <a:spLocks xmlns:a="http://schemas.openxmlformats.org/drawingml/2006/main" noGrp="1"/>
          </p:cNvSpPr>
          <p:nvPr/>
        </p:nvSpPr>
        <p:spPr>
          <a:xfrm xmlns:a="http://schemas.openxmlformats.org/drawingml/2006/main">
            <a:off x="293927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35" name="figure-practice_grid-22">
            <a:extLst xmlns:a="http://schemas.openxmlformats.org/drawingml/2006/main">
              <a:ext uri="{FF2B5EF4-FFF2-40B4-BE49-F238E27FC236}">
                <a16:creationId xmlns:a16="http://schemas.microsoft.com/office/drawing/2014/main" id="{44B7E5CD-EE29-404B-B1BE-0C864AA7AFD9}"/>
              </a:ext>
            </a:extLst>
          </p:cNvPr>
          <p:cNvSpPr>
            <a:spLocks xmlns:a="http://schemas.openxmlformats.org/drawingml/2006/main" noGrp="1"/>
          </p:cNvSpPr>
          <p:nvPr/>
        </p:nvSpPr>
        <p:spPr>
          <a:xfrm xmlns:a="http://schemas.openxmlformats.org/drawingml/2006/main">
            <a:off x="2040686" y="281886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36" name="figure-practice_grid-23">
            <a:extLst xmlns:a="http://schemas.openxmlformats.org/drawingml/2006/main">
              <a:ext uri="{FF2B5EF4-FFF2-40B4-BE49-F238E27FC236}">
                <a16:creationId xmlns:a16="http://schemas.microsoft.com/office/drawing/2014/main" id="{73228500-4BC0-468E-85C1-311F6CF4D13D}"/>
              </a:ext>
            </a:extLst>
          </p:cNvPr>
          <p:cNvSpPr>
            <a:spLocks xmlns:a="http://schemas.openxmlformats.org/drawingml/2006/main" noGrp="1"/>
          </p:cNvSpPr>
          <p:nvPr/>
        </p:nvSpPr>
        <p:spPr>
          <a:xfrm xmlns:a="http://schemas.openxmlformats.org/drawingml/2006/main">
            <a:off x="302913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7" name="figure-practice_grid-24">
            <a:extLst xmlns:a="http://schemas.openxmlformats.org/drawingml/2006/main">
              <a:ext uri="{FF2B5EF4-FFF2-40B4-BE49-F238E27FC236}">
                <a16:creationId xmlns:a16="http://schemas.microsoft.com/office/drawing/2014/main" id="{62001E86-FC1A-4A6E-80AC-3CD10DDEA6EE}"/>
              </a:ext>
            </a:extLst>
          </p:cNvPr>
          <p:cNvSpPr>
            <a:spLocks xmlns:a="http://schemas.openxmlformats.org/drawingml/2006/main" noGrp="1"/>
          </p:cNvSpPr>
          <p:nvPr/>
        </p:nvSpPr>
        <p:spPr>
          <a:xfrm xmlns:a="http://schemas.openxmlformats.org/drawingml/2006/main">
            <a:off x="2040686" y="290871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38" name="figure-practice_grid-25">
            <a:extLst xmlns:a="http://schemas.openxmlformats.org/drawingml/2006/main">
              <a:ext uri="{FF2B5EF4-FFF2-40B4-BE49-F238E27FC236}">
                <a16:creationId xmlns:a16="http://schemas.microsoft.com/office/drawing/2014/main" id="{3E8DD1A6-7A5D-4880-8B82-ADF1CCC28D50}"/>
              </a:ext>
            </a:extLst>
          </p:cNvPr>
          <p:cNvSpPr>
            <a:spLocks xmlns:a="http://schemas.openxmlformats.org/drawingml/2006/main" noGrp="1"/>
          </p:cNvSpPr>
          <p:nvPr/>
        </p:nvSpPr>
        <p:spPr>
          <a:xfrm xmlns:a="http://schemas.openxmlformats.org/drawingml/2006/main">
            <a:off x="311898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39" name="figure-practice_grid-26">
            <a:extLst xmlns:a="http://schemas.openxmlformats.org/drawingml/2006/main">
              <a:ext uri="{FF2B5EF4-FFF2-40B4-BE49-F238E27FC236}">
                <a16:creationId xmlns:a16="http://schemas.microsoft.com/office/drawing/2014/main" id="{394E8543-5DE0-4035-978D-C58DBC075540}"/>
              </a:ext>
            </a:extLst>
          </p:cNvPr>
          <p:cNvSpPr>
            <a:spLocks xmlns:a="http://schemas.openxmlformats.org/drawingml/2006/main" noGrp="1"/>
          </p:cNvSpPr>
          <p:nvPr/>
        </p:nvSpPr>
        <p:spPr>
          <a:xfrm xmlns:a="http://schemas.openxmlformats.org/drawingml/2006/main">
            <a:off x="2040686" y="299857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0" name="figure-practice_grid-27">
            <a:extLst xmlns:a="http://schemas.openxmlformats.org/drawingml/2006/main">
              <a:ext uri="{FF2B5EF4-FFF2-40B4-BE49-F238E27FC236}">
                <a16:creationId xmlns:a16="http://schemas.microsoft.com/office/drawing/2014/main" id="{8E0436F6-1D15-4B26-89B0-C07CC5039D28}"/>
              </a:ext>
            </a:extLst>
          </p:cNvPr>
          <p:cNvSpPr>
            <a:spLocks xmlns:a="http://schemas.openxmlformats.org/drawingml/2006/main" noGrp="1"/>
          </p:cNvSpPr>
          <p:nvPr/>
        </p:nvSpPr>
        <p:spPr>
          <a:xfrm xmlns:a="http://schemas.openxmlformats.org/drawingml/2006/main">
            <a:off x="320884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1" name="figure-practice_grid-28">
            <a:extLst xmlns:a="http://schemas.openxmlformats.org/drawingml/2006/main">
              <a:ext uri="{FF2B5EF4-FFF2-40B4-BE49-F238E27FC236}">
                <a16:creationId xmlns:a16="http://schemas.microsoft.com/office/drawing/2014/main" id="{328C4183-9975-40B2-A0DD-CBD746ACAD2B}"/>
              </a:ext>
            </a:extLst>
          </p:cNvPr>
          <p:cNvSpPr>
            <a:spLocks xmlns:a="http://schemas.openxmlformats.org/drawingml/2006/main" noGrp="1"/>
          </p:cNvSpPr>
          <p:nvPr/>
        </p:nvSpPr>
        <p:spPr>
          <a:xfrm xmlns:a="http://schemas.openxmlformats.org/drawingml/2006/main">
            <a:off x="2040686" y="308843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2" name="figure-practice_grid-29">
            <a:extLst xmlns:a="http://schemas.openxmlformats.org/drawingml/2006/main">
              <a:ext uri="{FF2B5EF4-FFF2-40B4-BE49-F238E27FC236}">
                <a16:creationId xmlns:a16="http://schemas.microsoft.com/office/drawing/2014/main" id="{30252FE3-23DB-4033-B6FD-8C09022C015F}"/>
              </a:ext>
            </a:extLst>
          </p:cNvPr>
          <p:cNvSpPr>
            <a:spLocks xmlns:a="http://schemas.openxmlformats.org/drawingml/2006/main" noGrp="1"/>
          </p:cNvSpPr>
          <p:nvPr/>
        </p:nvSpPr>
        <p:spPr>
          <a:xfrm xmlns:a="http://schemas.openxmlformats.org/drawingml/2006/main">
            <a:off x="329870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3" name="figure-practice_grid-30">
            <a:extLst xmlns:a="http://schemas.openxmlformats.org/drawingml/2006/main">
              <a:ext uri="{FF2B5EF4-FFF2-40B4-BE49-F238E27FC236}">
                <a16:creationId xmlns:a16="http://schemas.microsoft.com/office/drawing/2014/main" id="{3F2E9290-283A-4ABD-B5ED-83A559161445}"/>
              </a:ext>
            </a:extLst>
          </p:cNvPr>
          <p:cNvSpPr>
            <a:spLocks xmlns:a="http://schemas.openxmlformats.org/drawingml/2006/main" noGrp="1"/>
          </p:cNvSpPr>
          <p:nvPr/>
        </p:nvSpPr>
        <p:spPr>
          <a:xfrm xmlns:a="http://schemas.openxmlformats.org/drawingml/2006/main">
            <a:off x="2040686" y="317829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4" name="figure-practice_grid-31">
            <a:extLst xmlns:a="http://schemas.openxmlformats.org/drawingml/2006/main">
              <a:ext uri="{FF2B5EF4-FFF2-40B4-BE49-F238E27FC236}">
                <a16:creationId xmlns:a16="http://schemas.microsoft.com/office/drawing/2014/main" id="{5523B36E-9A07-4C1C-96DB-63F770C71472}"/>
              </a:ext>
            </a:extLst>
          </p:cNvPr>
          <p:cNvSpPr>
            <a:spLocks xmlns:a="http://schemas.openxmlformats.org/drawingml/2006/main" noGrp="1"/>
          </p:cNvSpPr>
          <p:nvPr/>
        </p:nvSpPr>
        <p:spPr>
          <a:xfrm xmlns:a="http://schemas.openxmlformats.org/drawingml/2006/main">
            <a:off x="338856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5" name="figure-practice_grid-32">
            <a:extLst xmlns:a="http://schemas.openxmlformats.org/drawingml/2006/main">
              <a:ext uri="{FF2B5EF4-FFF2-40B4-BE49-F238E27FC236}">
                <a16:creationId xmlns:a16="http://schemas.microsoft.com/office/drawing/2014/main" id="{78A774F9-25F9-41EF-A82E-BDDE12CCC855}"/>
              </a:ext>
            </a:extLst>
          </p:cNvPr>
          <p:cNvSpPr>
            <a:spLocks xmlns:a="http://schemas.openxmlformats.org/drawingml/2006/main" noGrp="1"/>
          </p:cNvSpPr>
          <p:nvPr/>
        </p:nvSpPr>
        <p:spPr>
          <a:xfrm xmlns:a="http://schemas.openxmlformats.org/drawingml/2006/main">
            <a:off x="2040686" y="326815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6" name="figure-practice_grid-33">
            <a:extLst xmlns:a="http://schemas.openxmlformats.org/drawingml/2006/main">
              <a:ext uri="{FF2B5EF4-FFF2-40B4-BE49-F238E27FC236}">
                <a16:creationId xmlns:a16="http://schemas.microsoft.com/office/drawing/2014/main" id="{43A7A3C8-7EE2-47EC-A59D-3E658220D6EF}"/>
              </a:ext>
            </a:extLst>
          </p:cNvPr>
          <p:cNvSpPr>
            <a:spLocks xmlns:a="http://schemas.openxmlformats.org/drawingml/2006/main" noGrp="1"/>
          </p:cNvSpPr>
          <p:nvPr/>
        </p:nvSpPr>
        <p:spPr>
          <a:xfrm xmlns:a="http://schemas.openxmlformats.org/drawingml/2006/main">
            <a:off x="347842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7" name="figure-practice_grid-34">
            <a:extLst xmlns:a="http://schemas.openxmlformats.org/drawingml/2006/main">
              <a:ext uri="{FF2B5EF4-FFF2-40B4-BE49-F238E27FC236}">
                <a16:creationId xmlns:a16="http://schemas.microsoft.com/office/drawing/2014/main" id="{7AB98920-E135-41C0-B698-D55142E041B6}"/>
              </a:ext>
            </a:extLst>
          </p:cNvPr>
          <p:cNvSpPr>
            <a:spLocks xmlns:a="http://schemas.openxmlformats.org/drawingml/2006/main" noGrp="1"/>
          </p:cNvSpPr>
          <p:nvPr/>
        </p:nvSpPr>
        <p:spPr>
          <a:xfrm xmlns:a="http://schemas.openxmlformats.org/drawingml/2006/main">
            <a:off x="2040686" y="335801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48" name="figure-practice_grid-35">
            <a:extLst xmlns:a="http://schemas.openxmlformats.org/drawingml/2006/main">
              <a:ext uri="{FF2B5EF4-FFF2-40B4-BE49-F238E27FC236}">
                <a16:creationId xmlns:a16="http://schemas.microsoft.com/office/drawing/2014/main" id="{73DA04E6-7A08-4BD0-838B-213D15A0AE72}"/>
              </a:ext>
            </a:extLst>
          </p:cNvPr>
          <p:cNvSpPr>
            <a:spLocks xmlns:a="http://schemas.openxmlformats.org/drawingml/2006/main" noGrp="1"/>
          </p:cNvSpPr>
          <p:nvPr/>
        </p:nvSpPr>
        <p:spPr>
          <a:xfrm xmlns:a="http://schemas.openxmlformats.org/drawingml/2006/main">
            <a:off x="356828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49" name="figure-practice_grid-36">
            <a:extLst xmlns:a="http://schemas.openxmlformats.org/drawingml/2006/main">
              <a:ext uri="{FF2B5EF4-FFF2-40B4-BE49-F238E27FC236}">
                <a16:creationId xmlns:a16="http://schemas.microsoft.com/office/drawing/2014/main" id="{D9918633-A82F-4257-80A0-6101219E715D}"/>
              </a:ext>
            </a:extLst>
          </p:cNvPr>
          <p:cNvSpPr>
            <a:spLocks xmlns:a="http://schemas.openxmlformats.org/drawingml/2006/main" noGrp="1"/>
          </p:cNvSpPr>
          <p:nvPr/>
        </p:nvSpPr>
        <p:spPr>
          <a:xfrm xmlns:a="http://schemas.openxmlformats.org/drawingml/2006/main">
            <a:off x="2040686" y="344787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0" name="figure-practice_grid-37">
            <a:extLst xmlns:a="http://schemas.openxmlformats.org/drawingml/2006/main">
              <a:ext uri="{FF2B5EF4-FFF2-40B4-BE49-F238E27FC236}">
                <a16:creationId xmlns:a16="http://schemas.microsoft.com/office/drawing/2014/main" id="{06B5D6D1-29B0-41D5-AC5D-4339B080F9D2}"/>
              </a:ext>
            </a:extLst>
          </p:cNvPr>
          <p:cNvSpPr>
            <a:spLocks xmlns:a="http://schemas.openxmlformats.org/drawingml/2006/main" noGrp="1"/>
          </p:cNvSpPr>
          <p:nvPr/>
        </p:nvSpPr>
        <p:spPr>
          <a:xfrm xmlns:a="http://schemas.openxmlformats.org/drawingml/2006/main">
            <a:off x="365813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1" name="figure-practice_grid-38">
            <a:extLst xmlns:a="http://schemas.openxmlformats.org/drawingml/2006/main">
              <a:ext uri="{FF2B5EF4-FFF2-40B4-BE49-F238E27FC236}">
                <a16:creationId xmlns:a16="http://schemas.microsoft.com/office/drawing/2014/main" id="{9F45236B-D1A8-4FFC-98F6-2C31E34E828B}"/>
              </a:ext>
            </a:extLst>
          </p:cNvPr>
          <p:cNvSpPr>
            <a:spLocks xmlns:a="http://schemas.openxmlformats.org/drawingml/2006/main" noGrp="1"/>
          </p:cNvSpPr>
          <p:nvPr/>
        </p:nvSpPr>
        <p:spPr>
          <a:xfrm xmlns:a="http://schemas.openxmlformats.org/drawingml/2006/main">
            <a:off x="2040686" y="353772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2" name="figure-practice_grid-39">
            <a:extLst xmlns:a="http://schemas.openxmlformats.org/drawingml/2006/main">
              <a:ext uri="{FF2B5EF4-FFF2-40B4-BE49-F238E27FC236}">
                <a16:creationId xmlns:a16="http://schemas.microsoft.com/office/drawing/2014/main" id="{E1D60B07-EACF-477B-B84E-0247187DE9C9}"/>
              </a:ext>
            </a:extLst>
          </p:cNvPr>
          <p:cNvSpPr>
            <a:spLocks xmlns:a="http://schemas.openxmlformats.org/drawingml/2006/main" noGrp="1"/>
          </p:cNvSpPr>
          <p:nvPr/>
        </p:nvSpPr>
        <p:spPr>
          <a:xfrm xmlns:a="http://schemas.openxmlformats.org/drawingml/2006/main">
            <a:off x="374799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3" name="figure-practice_grid-40">
            <a:extLst xmlns:a="http://schemas.openxmlformats.org/drawingml/2006/main">
              <a:ext uri="{FF2B5EF4-FFF2-40B4-BE49-F238E27FC236}">
                <a16:creationId xmlns:a16="http://schemas.microsoft.com/office/drawing/2014/main" id="{97B6191C-1B5C-463D-B7C4-8AD46B0D304E}"/>
              </a:ext>
            </a:extLst>
          </p:cNvPr>
          <p:cNvSpPr>
            <a:spLocks xmlns:a="http://schemas.openxmlformats.org/drawingml/2006/main" noGrp="1"/>
          </p:cNvSpPr>
          <p:nvPr/>
        </p:nvSpPr>
        <p:spPr>
          <a:xfrm xmlns:a="http://schemas.openxmlformats.org/drawingml/2006/main">
            <a:off x="2040686" y="362758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4" name="figure-practice_grid-41">
            <a:extLst xmlns:a="http://schemas.openxmlformats.org/drawingml/2006/main">
              <a:ext uri="{FF2B5EF4-FFF2-40B4-BE49-F238E27FC236}">
                <a16:creationId xmlns:a16="http://schemas.microsoft.com/office/drawing/2014/main" id="{37A9BDBD-CB9C-49DF-B251-0B47FC869FC8}"/>
              </a:ext>
            </a:extLst>
          </p:cNvPr>
          <p:cNvSpPr>
            <a:spLocks xmlns:a="http://schemas.openxmlformats.org/drawingml/2006/main" noGrp="1"/>
          </p:cNvSpPr>
          <p:nvPr/>
        </p:nvSpPr>
        <p:spPr>
          <a:xfrm xmlns:a="http://schemas.openxmlformats.org/drawingml/2006/main">
            <a:off x="383785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55" name="figure-practice_grid-42">
            <a:extLst xmlns:a="http://schemas.openxmlformats.org/drawingml/2006/main">
              <a:ext uri="{FF2B5EF4-FFF2-40B4-BE49-F238E27FC236}">
                <a16:creationId xmlns:a16="http://schemas.microsoft.com/office/drawing/2014/main" id="{7D69FE47-E7E0-4D64-8A96-44451F6D8DF8}"/>
              </a:ext>
            </a:extLst>
          </p:cNvPr>
          <p:cNvSpPr>
            <a:spLocks xmlns:a="http://schemas.openxmlformats.org/drawingml/2006/main" noGrp="1"/>
          </p:cNvSpPr>
          <p:nvPr/>
        </p:nvSpPr>
        <p:spPr>
          <a:xfrm xmlns:a="http://schemas.openxmlformats.org/drawingml/2006/main">
            <a:off x="2040686" y="371744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56" name="figure-practice_grid-43">
            <a:extLst xmlns:a="http://schemas.openxmlformats.org/drawingml/2006/main">
              <a:ext uri="{FF2B5EF4-FFF2-40B4-BE49-F238E27FC236}">
                <a16:creationId xmlns:a16="http://schemas.microsoft.com/office/drawing/2014/main" id="{E0C52E2D-937E-4C0C-9138-B24BC84A5BB4}"/>
              </a:ext>
            </a:extLst>
          </p:cNvPr>
          <p:cNvSpPr>
            <a:spLocks xmlns:a="http://schemas.openxmlformats.org/drawingml/2006/main" noGrp="1"/>
          </p:cNvSpPr>
          <p:nvPr/>
        </p:nvSpPr>
        <p:spPr>
          <a:xfrm xmlns:a="http://schemas.openxmlformats.org/drawingml/2006/main">
            <a:off x="392771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7" name="figure-practice_grid-44">
            <a:extLst xmlns:a="http://schemas.openxmlformats.org/drawingml/2006/main">
              <a:ext uri="{FF2B5EF4-FFF2-40B4-BE49-F238E27FC236}">
                <a16:creationId xmlns:a16="http://schemas.microsoft.com/office/drawing/2014/main" id="{4980317B-B9AB-4088-BE46-D43821700271}"/>
              </a:ext>
            </a:extLst>
          </p:cNvPr>
          <p:cNvSpPr>
            <a:spLocks xmlns:a="http://schemas.openxmlformats.org/drawingml/2006/main" noGrp="1"/>
          </p:cNvSpPr>
          <p:nvPr/>
        </p:nvSpPr>
        <p:spPr>
          <a:xfrm xmlns:a="http://schemas.openxmlformats.org/drawingml/2006/main">
            <a:off x="2040686" y="380730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58" name="figure-practice_grid-45">
            <a:extLst xmlns:a="http://schemas.openxmlformats.org/drawingml/2006/main">
              <a:ext uri="{FF2B5EF4-FFF2-40B4-BE49-F238E27FC236}">
                <a16:creationId xmlns:a16="http://schemas.microsoft.com/office/drawing/2014/main" id="{651D93E9-4581-4C41-914A-EF46D727E2BE}"/>
              </a:ext>
            </a:extLst>
          </p:cNvPr>
          <p:cNvSpPr>
            <a:spLocks xmlns:a="http://schemas.openxmlformats.org/drawingml/2006/main" noGrp="1"/>
          </p:cNvSpPr>
          <p:nvPr/>
        </p:nvSpPr>
        <p:spPr>
          <a:xfrm xmlns:a="http://schemas.openxmlformats.org/drawingml/2006/main">
            <a:off x="401757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59" name="figure-practice_grid-46">
            <a:extLst xmlns:a="http://schemas.openxmlformats.org/drawingml/2006/main">
              <a:ext uri="{FF2B5EF4-FFF2-40B4-BE49-F238E27FC236}">
                <a16:creationId xmlns:a16="http://schemas.microsoft.com/office/drawing/2014/main" id="{1C001735-801D-46D5-80B8-CFF28DED54F6}"/>
              </a:ext>
            </a:extLst>
          </p:cNvPr>
          <p:cNvSpPr>
            <a:spLocks xmlns:a="http://schemas.openxmlformats.org/drawingml/2006/main" noGrp="1"/>
          </p:cNvSpPr>
          <p:nvPr/>
        </p:nvSpPr>
        <p:spPr>
          <a:xfrm xmlns:a="http://schemas.openxmlformats.org/drawingml/2006/main">
            <a:off x="2040686" y="389716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0" name="figure-practice_grid-47">
            <a:extLst xmlns:a="http://schemas.openxmlformats.org/drawingml/2006/main">
              <a:ext uri="{FF2B5EF4-FFF2-40B4-BE49-F238E27FC236}">
                <a16:creationId xmlns:a16="http://schemas.microsoft.com/office/drawing/2014/main" id="{A055C2D7-27F5-421A-BB48-1E7CAAA401D5}"/>
              </a:ext>
            </a:extLst>
          </p:cNvPr>
          <p:cNvSpPr>
            <a:spLocks xmlns:a="http://schemas.openxmlformats.org/drawingml/2006/main" noGrp="1"/>
          </p:cNvSpPr>
          <p:nvPr/>
        </p:nvSpPr>
        <p:spPr>
          <a:xfrm xmlns:a="http://schemas.openxmlformats.org/drawingml/2006/main">
            <a:off x="410743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1" name="figure-practice_grid-48">
            <a:extLst xmlns:a="http://schemas.openxmlformats.org/drawingml/2006/main">
              <a:ext uri="{FF2B5EF4-FFF2-40B4-BE49-F238E27FC236}">
                <a16:creationId xmlns:a16="http://schemas.microsoft.com/office/drawing/2014/main" id="{4575C748-07EE-4D56-BC43-50741E21F8D7}"/>
              </a:ext>
            </a:extLst>
          </p:cNvPr>
          <p:cNvSpPr>
            <a:spLocks xmlns:a="http://schemas.openxmlformats.org/drawingml/2006/main" noGrp="1"/>
          </p:cNvSpPr>
          <p:nvPr/>
        </p:nvSpPr>
        <p:spPr>
          <a:xfrm xmlns:a="http://schemas.openxmlformats.org/drawingml/2006/main">
            <a:off x="2040686" y="398702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2" name="figure-practice_grid-49">
            <a:extLst xmlns:a="http://schemas.openxmlformats.org/drawingml/2006/main">
              <a:ext uri="{FF2B5EF4-FFF2-40B4-BE49-F238E27FC236}">
                <a16:creationId xmlns:a16="http://schemas.microsoft.com/office/drawing/2014/main" id="{384C5E66-7B39-435A-A3D7-8F26D6CAD0F0}"/>
              </a:ext>
            </a:extLst>
          </p:cNvPr>
          <p:cNvSpPr>
            <a:spLocks xmlns:a="http://schemas.openxmlformats.org/drawingml/2006/main" noGrp="1"/>
          </p:cNvSpPr>
          <p:nvPr/>
        </p:nvSpPr>
        <p:spPr>
          <a:xfrm xmlns:a="http://schemas.openxmlformats.org/drawingml/2006/main">
            <a:off x="419729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3" name="figure-practice_grid-50">
            <a:extLst xmlns:a="http://schemas.openxmlformats.org/drawingml/2006/main">
              <a:ext uri="{FF2B5EF4-FFF2-40B4-BE49-F238E27FC236}">
                <a16:creationId xmlns:a16="http://schemas.microsoft.com/office/drawing/2014/main" id="{EF56CB6D-9FFC-4250-93D2-DB64468EC347}"/>
              </a:ext>
            </a:extLst>
          </p:cNvPr>
          <p:cNvSpPr>
            <a:spLocks xmlns:a="http://schemas.openxmlformats.org/drawingml/2006/main" noGrp="1"/>
          </p:cNvSpPr>
          <p:nvPr/>
        </p:nvSpPr>
        <p:spPr>
          <a:xfrm xmlns:a="http://schemas.openxmlformats.org/drawingml/2006/main">
            <a:off x="2040686" y="407688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4" name="figure-practice_grid-51">
            <a:extLst xmlns:a="http://schemas.openxmlformats.org/drawingml/2006/main">
              <a:ext uri="{FF2B5EF4-FFF2-40B4-BE49-F238E27FC236}">
                <a16:creationId xmlns:a16="http://schemas.microsoft.com/office/drawing/2014/main" id="{FD86C3F1-A262-431D-9343-4C23F8F4C9D9}"/>
              </a:ext>
            </a:extLst>
          </p:cNvPr>
          <p:cNvSpPr>
            <a:spLocks xmlns:a="http://schemas.openxmlformats.org/drawingml/2006/main" noGrp="1"/>
          </p:cNvSpPr>
          <p:nvPr/>
        </p:nvSpPr>
        <p:spPr>
          <a:xfrm xmlns:a="http://schemas.openxmlformats.org/drawingml/2006/main">
            <a:off x="428714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5" name="figure-practice_grid-52">
            <a:extLst xmlns:a="http://schemas.openxmlformats.org/drawingml/2006/main">
              <a:ext uri="{FF2B5EF4-FFF2-40B4-BE49-F238E27FC236}">
                <a16:creationId xmlns:a16="http://schemas.microsoft.com/office/drawing/2014/main" id="{229401D9-2AE0-4DC9-A9B8-7ADB34BFCF51}"/>
              </a:ext>
            </a:extLst>
          </p:cNvPr>
          <p:cNvSpPr>
            <a:spLocks xmlns:a="http://schemas.openxmlformats.org/drawingml/2006/main" noGrp="1"/>
          </p:cNvSpPr>
          <p:nvPr/>
        </p:nvSpPr>
        <p:spPr>
          <a:xfrm xmlns:a="http://schemas.openxmlformats.org/drawingml/2006/main">
            <a:off x="2040686" y="416673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6" name="figure-practice_grid-53">
            <a:extLst xmlns:a="http://schemas.openxmlformats.org/drawingml/2006/main">
              <a:ext uri="{FF2B5EF4-FFF2-40B4-BE49-F238E27FC236}">
                <a16:creationId xmlns:a16="http://schemas.microsoft.com/office/drawing/2014/main" id="{23A82BE4-44FE-4973-A6DE-694B0FFBC9FB}"/>
              </a:ext>
            </a:extLst>
          </p:cNvPr>
          <p:cNvSpPr>
            <a:spLocks xmlns:a="http://schemas.openxmlformats.org/drawingml/2006/main" noGrp="1"/>
          </p:cNvSpPr>
          <p:nvPr/>
        </p:nvSpPr>
        <p:spPr>
          <a:xfrm xmlns:a="http://schemas.openxmlformats.org/drawingml/2006/main">
            <a:off x="437700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7" name="figure-practice_grid-54">
            <a:extLst xmlns:a="http://schemas.openxmlformats.org/drawingml/2006/main">
              <a:ext uri="{FF2B5EF4-FFF2-40B4-BE49-F238E27FC236}">
                <a16:creationId xmlns:a16="http://schemas.microsoft.com/office/drawing/2014/main" id="{A8CF4DBF-CEF0-4713-A4A7-1D98E06897E3}"/>
              </a:ext>
            </a:extLst>
          </p:cNvPr>
          <p:cNvSpPr>
            <a:spLocks xmlns:a="http://schemas.openxmlformats.org/drawingml/2006/main" noGrp="1"/>
          </p:cNvSpPr>
          <p:nvPr/>
        </p:nvSpPr>
        <p:spPr>
          <a:xfrm xmlns:a="http://schemas.openxmlformats.org/drawingml/2006/main">
            <a:off x="2040686" y="425659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68" name="figure-practice_grid-55">
            <a:extLst xmlns:a="http://schemas.openxmlformats.org/drawingml/2006/main">
              <a:ext uri="{FF2B5EF4-FFF2-40B4-BE49-F238E27FC236}">
                <a16:creationId xmlns:a16="http://schemas.microsoft.com/office/drawing/2014/main" id="{2F88AB3B-82BE-40CA-BB14-207CB3DCAD32}"/>
              </a:ext>
            </a:extLst>
          </p:cNvPr>
          <p:cNvSpPr>
            <a:spLocks xmlns:a="http://schemas.openxmlformats.org/drawingml/2006/main" noGrp="1"/>
          </p:cNvSpPr>
          <p:nvPr/>
        </p:nvSpPr>
        <p:spPr>
          <a:xfrm xmlns:a="http://schemas.openxmlformats.org/drawingml/2006/main">
            <a:off x="446686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69" name="figure-practice_grid-56">
            <a:extLst xmlns:a="http://schemas.openxmlformats.org/drawingml/2006/main">
              <a:ext uri="{FF2B5EF4-FFF2-40B4-BE49-F238E27FC236}">
                <a16:creationId xmlns:a16="http://schemas.microsoft.com/office/drawing/2014/main" id="{64AA14A7-AB30-4E2F-B1A2-27B9B2021332}"/>
              </a:ext>
            </a:extLst>
          </p:cNvPr>
          <p:cNvSpPr>
            <a:spLocks xmlns:a="http://schemas.openxmlformats.org/drawingml/2006/main" noGrp="1"/>
          </p:cNvSpPr>
          <p:nvPr/>
        </p:nvSpPr>
        <p:spPr>
          <a:xfrm xmlns:a="http://schemas.openxmlformats.org/drawingml/2006/main">
            <a:off x="2040686" y="434645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0" name="figure-practice_grid-57">
            <a:extLst xmlns:a="http://schemas.openxmlformats.org/drawingml/2006/main">
              <a:ext uri="{FF2B5EF4-FFF2-40B4-BE49-F238E27FC236}">
                <a16:creationId xmlns:a16="http://schemas.microsoft.com/office/drawing/2014/main" id="{FDEFA88E-888B-4A88-8ED7-8717AD7B4E62}"/>
              </a:ext>
            </a:extLst>
          </p:cNvPr>
          <p:cNvSpPr>
            <a:spLocks xmlns:a="http://schemas.openxmlformats.org/drawingml/2006/main" noGrp="1"/>
          </p:cNvSpPr>
          <p:nvPr/>
        </p:nvSpPr>
        <p:spPr>
          <a:xfrm xmlns:a="http://schemas.openxmlformats.org/drawingml/2006/main">
            <a:off x="4556724"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1" name="figure-practice_grid-58">
            <a:extLst xmlns:a="http://schemas.openxmlformats.org/drawingml/2006/main">
              <a:ext uri="{FF2B5EF4-FFF2-40B4-BE49-F238E27FC236}">
                <a16:creationId xmlns:a16="http://schemas.microsoft.com/office/drawing/2014/main" id="{6D4FA79C-1CD6-46A0-8EF6-478B5B10FA50}"/>
              </a:ext>
            </a:extLst>
          </p:cNvPr>
          <p:cNvSpPr>
            <a:spLocks xmlns:a="http://schemas.openxmlformats.org/drawingml/2006/main" noGrp="1"/>
          </p:cNvSpPr>
          <p:nvPr/>
        </p:nvSpPr>
        <p:spPr>
          <a:xfrm xmlns:a="http://schemas.openxmlformats.org/drawingml/2006/main">
            <a:off x="2040686" y="4436314"/>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2" name="figure-practice_grid-59">
            <a:extLst xmlns:a="http://schemas.openxmlformats.org/drawingml/2006/main">
              <a:ext uri="{FF2B5EF4-FFF2-40B4-BE49-F238E27FC236}">
                <a16:creationId xmlns:a16="http://schemas.microsoft.com/office/drawing/2014/main" id="{8DFC8E3D-EC4E-4022-B226-F5FE22A6E273}"/>
              </a:ext>
            </a:extLst>
          </p:cNvPr>
          <p:cNvSpPr>
            <a:spLocks xmlns:a="http://schemas.openxmlformats.org/drawingml/2006/main" noGrp="1"/>
          </p:cNvSpPr>
          <p:nvPr/>
        </p:nvSpPr>
        <p:spPr>
          <a:xfrm xmlns:a="http://schemas.openxmlformats.org/drawingml/2006/main">
            <a:off x="464658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3" name="figure-practice_grid-60">
            <a:extLst xmlns:a="http://schemas.openxmlformats.org/drawingml/2006/main">
              <a:ext uri="{FF2B5EF4-FFF2-40B4-BE49-F238E27FC236}">
                <a16:creationId xmlns:a16="http://schemas.microsoft.com/office/drawing/2014/main" id="{97EE4CBB-3DF5-49FE-BC81-A6C295C06044}"/>
              </a:ext>
            </a:extLst>
          </p:cNvPr>
          <p:cNvSpPr>
            <a:spLocks xmlns:a="http://schemas.openxmlformats.org/drawingml/2006/main" noGrp="1"/>
          </p:cNvSpPr>
          <p:nvPr/>
        </p:nvSpPr>
        <p:spPr>
          <a:xfrm xmlns:a="http://schemas.openxmlformats.org/drawingml/2006/main">
            <a:off x="2040686" y="452617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4" name="figure-practice_grid-61">
            <a:extLst xmlns:a="http://schemas.openxmlformats.org/drawingml/2006/main">
              <a:ext uri="{FF2B5EF4-FFF2-40B4-BE49-F238E27FC236}">
                <a16:creationId xmlns:a16="http://schemas.microsoft.com/office/drawing/2014/main" id="{1D016CCB-155B-4EEC-82C9-86A9069395D5}"/>
              </a:ext>
            </a:extLst>
          </p:cNvPr>
          <p:cNvSpPr>
            <a:spLocks xmlns:a="http://schemas.openxmlformats.org/drawingml/2006/main" noGrp="1"/>
          </p:cNvSpPr>
          <p:nvPr/>
        </p:nvSpPr>
        <p:spPr>
          <a:xfrm xmlns:a="http://schemas.openxmlformats.org/drawingml/2006/main">
            <a:off x="4736441"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75" name="figure-practice_grid-62">
            <a:extLst xmlns:a="http://schemas.openxmlformats.org/drawingml/2006/main">
              <a:ext uri="{FF2B5EF4-FFF2-40B4-BE49-F238E27FC236}">
                <a16:creationId xmlns:a16="http://schemas.microsoft.com/office/drawing/2014/main" id="{6275CC1A-9FAC-49F9-9982-F85A653FA6C5}"/>
              </a:ext>
            </a:extLst>
          </p:cNvPr>
          <p:cNvSpPr>
            <a:spLocks xmlns:a="http://schemas.openxmlformats.org/drawingml/2006/main" noGrp="1"/>
          </p:cNvSpPr>
          <p:nvPr/>
        </p:nvSpPr>
        <p:spPr>
          <a:xfrm xmlns:a="http://schemas.openxmlformats.org/drawingml/2006/main">
            <a:off x="2040686" y="4616031"/>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76" name="figure-practice_grid-63">
            <a:extLst xmlns:a="http://schemas.openxmlformats.org/drawingml/2006/main">
              <a:ext uri="{FF2B5EF4-FFF2-40B4-BE49-F238E27FC236}">
                <a16:creationId xmlns:a16="http://schemas.microsoft.com/office/drawing/2014/main" id="{0B51C265-FFEF-4D51-86C3-D6BA88AE20AB}"/>
              </a:ext>
            </a:extLst>
          </p:cNvPr>
          <p:cNvSpPr>
            <a:spLocks xmlns:a="http://schemas.openxmlformats.org/drawingml/2006/main" noGrp="1"/>
          </p:cNvSpPr>
          <p:nvPr/>
        </p:nvSpPr>
        <p:spPr>
          <a:xfrm xmlns:a="http://schemas.openxmlformats.org/drawingml/2006/main">
            <a:off x="482630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7" name="figure-practice_grid-64">
            <a:extLst xmlns:a="http://schemas.openxmlformats.org/drawingml/2006/main">
              <a:ext uri="{FF2B5EF4-FFF2-40B4-BE49-F238E27FC236}">
                <a16:creationId xmlns:a16="http://schemas.microsoft.com/office/drawing/2014/main" id="{0AA1D6E1-D903-4FBE-A7CB-253FF8F2D67D}"/>
              </a:ext>
            </a:extLst>
          </p:cNvPr>
          <p:cNvSpPr>
            <a:spLocks xmlns:a="http://schemas.openxmlformats.org/drawingml/2006/main" noGrp="1"/>
          </p:cNvSpPr>
          <p:nvPr/>
        </p:nvSpPr>
        <p:spPr>
          <a:xfrm xmlns:a="http://schemas.openxmlformats.org/drawingml/2006/main">
            <a:off x="2040686" y="470588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78" name="figure-practice_grid-65">
            <a:extLst xmlns:a="http://schemas.openxmlformats.org/drawingml/2006/main">
              <a:ext uri="{FF2B5EF4-FFF2-40B4-BE49-F238E27FC236}">
                <a16:creationId xmlns:a16="http://schemas.microsoft.com/office/drawing/2014/main" id="{5EAFACFB-8C43-4B3C-8B27-3DD95C0076B9}"/>
              </a:ext>
            </a:extLst>
          </p:cNvPr>
          <p:cNvSpPr>
            <a:spLocks xmlns:a="http://schemas.openxmlformats.org/drawingml/2006/main" noGrp="1"/>
          </p:cNvSpPr>
          <p:nvPr/>
        </p:nvSpPr>
        <p:spPr>
          <a:xfrm xmlns:a="http://schemas.openxmlformats.org/drawingml/2006/main">
            <a:off x="4916158"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79" name="figure-practice_grid-66">
            <a:extLst xmlns:a="http://schemas.openxmlformats.org/drawingml/2006/main">
              <a:ext uri="{FF2B5EF4-FFF2-40B4-BE49-F238E27FC236}">
                <a16:creationId xmlns:a16="http://schemas.microsoft.com/office/drawing/2014/main" id="{A75DB035-A7D9-4718-9913-27FE9BB83F1B}"/>
              </a:ext>
            </a:extLst>
          </p:cNvPr>
          <p:cNvSpPr>
            <a:spLocks xmlns:a="http://schemas.openxmlformats.org/drawingml/2006/main" noGrp="1"/>
          </p:cNvSpPr>
          <p:nvPr/>
        </p:nvSpPr>
        <p:spPr>
          <a:xfrm xmlns:a="http://schemas.openxmlformats.org/drawingml/2006/main">
            <a:off x="2040686" y="4795748"/>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0" name="figure-practice_grid-67">
            <a:extLst xmlns:a="http://schemas.openxmlformats.org/drawingml/2006/main">
              <a:ext uri="{FF2B5EF4-FFF2-40B4-BE49-F238E27FC236}">
                <a16:creationId xmlns:a16="http://schemas.microsoft.com/office/drawing/2014/main" id="{12582068-1835-44C5-A10E-4021533B974D}"/>
              </a:ext>
            </a:extLst>
          </p:cNvPr>
          <p:cNvSpPr>
            <a:spLocks xmlns:a="http://schemas.openxmlformats.org/drawingml/2006/main" noGrp="1"/>
          </p:cNvSpPr>
          <p:nvPr/>
        </p:nvSpPr>
        <p:spPr>
          <a:xfrm xmlns:a="http://schemas.openxmlformats.org/drawingml/2006/main">
            <a:off x="500601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1" name="figure-practice_grid-68">
            <a:extLst xmlns:a="http://schemas.openxmlformats.org/drawingml/2006/main">
              <a:ext uri="{FF2B5EF4-FFF2-40B4-BE49-F238E27FC236}">
                <a16:creationId xmlns:a16="http://schemas.microsoft.com/office/drawing/2014/main" id="{091D4DB0-5AA4-4535-82DB-8AD59B5E5882}"/>
              </a:ext>
            </a:extLst>
          </p:cNvPr>
          <p:cNvSpPr>
            <a:spLocks xmlns:a="http://schemas.openxmlformats.org/drawingml/2006/main" noGrp="1"/>
          </p:cNvSpPr>
          <p:nvPr/>
        </p:nvSpPr>
        <p:spPr>
          <a:xfrm xmlns:a="http://schemas.openxmlformats.org/drawingml/2006/main">
            <a:off x="2040686" y="488560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2" name="figure-practice_grid-69">
            <a:extLst xmlns:a="http://schemas.openxmlformats.org/drawingml/2006/main">
              <a:ext uri="{FF2B5EF4-FFF2-40B4-BE49-F238E27FC236}">
                <a16:creationId xmlns:a16="http://schemas.microsoft.com/office/drawing/2014/main" id="{84AC5043-A0A6-408A-8F7D-36D70EB8C80D}"/>
              </a:ext>
            </a:extLst>
          </p:cNvPr>
          <p:cNvSpPr>
            <a:spLocks xmlns:a="http://schemas.openxmlformats.org/drawingml/2006/main" noGrp="1"/>
          </p:cNvSpPr>
          <p:nvPr/>
        </p:nvSpPr>
        <p:spPr>
          <a:xfrm xmlns:a="http://schemas.openxmlformats.org/drawingml/2006/main">
            <a:off x="5095875"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3" name="figure-practice_grid-70">
            <a:extLst xmlns:a="http://schemas.openxmlformats.org/drawingml/2006/main">
              <a:ext uri="{FF2B5EF4-FFF2-40B4-BE49-F238E27FC236}">
                <a16:creationId xmlns:a16="http://schemas.microsoft.com/office/drawing/2014/main" id="{320D351C-EF85-4BCC-B545-0E425AED94F4}"/>
              </a:ext>
            </a:extLst>
          </p:cNvPr>
          <p:cNvSpPr>
            <a:spLocks xmlns:a="http://schemas.openxmlformats.org/drawingml/2006/main" noGrp="1"/>
          </p:cNvSpPr>
          <p:nvPr/>
        </p:nvSpPr>
        <p:spPr>
          <a:xfrm xmlns:a="http://schemas.openxmlformats.org/drawingml/2006/main">
            <a:off x="2040686" y="4975465"/>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4" name="figure-practice_grid-71">
            <a:extLst xmlns:a="http://schemas.openxmlformats.org/drawingml/2006/main">
              <a:ext uri="{FF2B5EF4-FFF2-40B4-BE49-F238E27FC236}">
                <a16:creationId xmlns:a16="http://schemas.microsoft.com/office/drawing/2014/main" id="{12900E0C-F55D-419B-BD8B-DE450B49C29C}"/>
              </a:ext>
            </a:extLst>
          </p:cNvPr>
          <p:cNvSpPr>
            <a:spLocks xmlns:a="http://schemas.openxmlformats.org/drawingml/2006/main" noGrp="1"/>
          </p:cNvSpPr>
          <p:nvPr/>
        </p:nvSpPr>
        <p:spPr>
          <a:xfrm xmlns:a="http://schemas.openxmlformats.org/drawingml/2006/main">
            <a:off x="5185733"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5" name="figure-practice_grid-72">
            <a:extLst xmlns:a="http://schemas.openxmlformats.org/drawingml/2006/main">
              <a:ext uri="{FF2B5EF4-FFF2-40B4-BE49-F238E27FC236}">
                <a16:creationId xmlns:a16="http://schemas.microsoft.com/office/drawing/2014/main" id="{91266321-8083-4CE6-A915-54C50E42BAB5}"/>
              </a:ext>
            </a:extLst>
          </p:cNvPr>
          <p:cNvSpPr>
            <a:spLocks xmlns:a="http://schemas.openxmlformats.org/drawingml/2006/main" noGrp="1"/>
          </p:cNvSpPr>
          <p:nvPr/>
        </p:nvSpPr>
        <p:spPr>
          <a:xfrm xmlns:a="http://schemas.openxmlformats.org/drawingml/2006/main">
            <a:off x="2040686" y="5065323"/>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6" name="figure-practice_grid-73">
            <a:extLst xmlns:a="http://schemas.openxmlformats.org/drawingml/2006/main">
              <a:ext uri="{FF2B5EF4-FFF2-40B4-BE49-F238E27FC236}">
                <a16:creationId xmlns:a16="http://schemas.microsoft.com/office/drawing/2014/main" id="{ADA453F3-7EC2-4A1E-A4A1-1D42199FD38B}"/>
              </a:ext>
            </a:extLst>
          </p:cNvPr>
          <p:cNvSpPr>
            <a:spLocks xmlns:a="http://schemas.openxmlformats.org/drawingml/2006/main" noGrp="1"/>
          </p:cNvSpPr>
          <p:nvPr/>
        </p:nvSpPr>
        <p:spPr>
          <a:xfrm xmlns:a="http://schemas.openxmlformats.org/drawingml/2006/main">
            <a:off x="5275592"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7" name="figure-practice_grid-74">
            <a:extLst xmlns:a="http://schemas.openxmlformats.org/drawingml/2006/main">
              <a:ext uri="{FF2B5EF4-FFF2-40B4-BE49-F238E27FC236}">
                <a16:creationId xmlns:a16="http://schemas.microsoft.com/office/drawing/2014/main" id="{1A2C943F-CA0D-483E-9E7F-FF070E570F2D}"/>
              </a:ext>
            </a:extLst>
          </p:cNvPr>
          <p:cNvSpPr>
            <a:spLocks xmlns:a="http://schemas.openxmlformats.org/drawingml/2006/main" noGrp="1"/>
          </p:cNvSpPr>
          <p:nvPr/>
        </p:nvSpPr>
        <p:spPr>
          <a:xfrm xmlns:a="http://schemas.openxmlformats.org/drawingml/2006/main">
            <a:off x="2040686" y="5155182"/>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88" name="figure-practice_grid-75">
            <a:extLst xmlns:a="http://schemas.openxmlformats.org/drawingml/2006/main">
              <a:ext uri="{FF2B5EF4-FFF2-40B4-BE49-F238E27FC236}">
                <a16:creationId xmlns:a16="http://schemas.microsoft.com/office/drawing/2014/main" id="{5CB1188B-20E0-4837-8BF4-140A5EB5905D}"/>
              </a:ext>
            </a:extLst>
          </p:cNvPr>
          <p:cNvSpPr>
            <a:spLocks xmlns:a="http://schemas.openxmlformats.org/drawingml/2006/main" noGrp="1"/>
          </p:cNvSpPr>
          <p:nvPr/>
        </p:nvSpPr>
        <p:spPr>
          <a:xfrm xmlns:a="http://schemas.openxmlformats.org/drawingml/2006/main">
            <a:off x="5365450"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89" name="figure-practice_grid-76">
            <a:extLst xmlns:a="http://schemas.openxmlformats.org/drawingml/2006/main">
              <a:ext uri="{FF2B5EF4-FFF2-40B4-BE49-F238E27FC236}">
                <a16:creationId xmlns:a16="http://schemas.microsoft.com/office/drawing/2014/main" id="{E7DCB45D-2D08-4D12-9199-DE295FD2CA51}"/>
              </a:ext>
            </a:extLst>
          </p:cNvPr>
          <p:cNvSpPr>
            <a:spLocks xmlns:a="http://schemas.openxmlformats.org/drawingml/2006/main" noGrp="1"/>
          </p:cNvSpPr>
          <p:nvPr/>
        </p:nvSpPr>
        <p:spPr>
          <a:xfrm xmlns:a="http://schemas.openxmlformats.org/drawingml/2006/main">
            <a:off x="2040686" y="5245040"/>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0" name="figure-practice_grid-77">
            <a:extLst xmlns:a="http://schemas.openxmlformats.org/drawingml/2006/main">
              <a:ext uri="{FF2B5EF4-FFF2-40B4-BE49-F238E27FC236}">
                <a16:creationId xmlns:a16="http://schemas.microsoft.com/office/drawing/2014/main" id="{99C2EA05-E9FE-4B10-8B4E-DDE800B84FEC}"/>
              </a:ext>
            </a:extLst>
          </p:cNvPr>
          <p:cNvSpPr>
            <a:spLocks xmlns:a="http://schemas.openxmlformats.org/drawingml/2006/main" noGrp="1"/>
          </p:cNvSpPr>
          <p:nvPr/>
        </p:nvSpPr>
        <p:spPr>
          <a:xfrm xmlns:a="http://schemas.openxmlformats.org/drawingml/2006/main">
            <a:off x="5455309"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91" name="figure-practice_grid-78">
            <a:extLst xmlns:a="http://schemas.openxmlformats.org/drawingml/2006/main">
              <a:ext uri="{FF2B5EF4-FFF2-40B4-BE49-F238E27FC236}">
                <a16:creationId xmlns:a16="http://schemas.microsoft.com/office/drawing/2014/main" id="{1D8D2A09-2863-4330-9D45-65948B045169}"/>
              </a:ext>
            </a:extLst>
          </p:cNvPr>
          <p:cNvSpPr>
            <a:spLocks xmlns:a="http://schemas.openxmlformats.org/drawingml/2006/main" noGrp="1"/>
          </p:cNvSpPr>
          <p:nvPr/>
        </p:nvSpPr>
        <p:spPr>
          <a:xfrm xmlns:a="http://schemas.openxmlformats.org/drawingml/2006/main">
            <a:off x="2040686" y="5334899"/>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2" name="figure-practice_grid-79">
            <a:extLst xmlns:a="http://schemas.openxmlformats.org/drawingml/2006/main">
              <a:ext uri="{FF2B5EF4-FFF2-40B4-BE49-F238E27FC236}">
                <a16:creationId xmlns:a16="http://schemas.microsoft.com/office/drawing/2014/main" id="{5B2AC1F8-744F-47B2-B445-CC532CF9077F}"/>
              </a:ext>
            </a:extLst>
          </p:cNvPr>
          <p:cNvSpPr>
            <a:spLocks xmlns:a="http://schemas.openxmlformats.org/drawingml/2006/main" noGrp="1"/>
          </p:cNvSpPr>
          <p:nvPr/>
        </p:nvSpPr>
        <p:spPr>
          <a:xfrm xmlns:a="http://schemas.openxmlformats.org/drawingml/2006/main">
            <a:off x="5545167"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5392">
            <a:solidFill>
              <a:srgbClr val="C5CDD5"/>
            </a:solidFill>
          </a:ln>
        </p:spPr>
      </p:sp>
      <p:sp>
        <p:nvSpPr>
          <p:cNvPr id="93" name="figure-practice_grid-80">
            <a:extLst xmlns:a="http://schemas.openxmlformats.org/drawingml/2006/main">
              <a:ext uri="{FF2B5EF4-FFF2-40B4-BE49-F238E27FC236}">
                <a16:creationId xmlns:a16="http://schemas.microsoft.com/office/drawing/2014/main" id="{8DE92E1D-CD44-4840-A892-30D1FB49DC7C}"/>
              </a:ext>
            </a:extLst>
          </p:cNvPr>
          <p:cNvSpPr>
            <a:spLocks xmlns:a="http://schemas.openxmlformats.org/drawingml/2006/main" noGrp="1"/>
          </p:cNvSpPr>
          <p:nvPr/>
        </p:nvSpPr>
        <p:spPr>
          <a:xfrm xmlns:a="http://schemas.openxmlformats.org/drawingml/2006/main">
            <a:off x="2040686" y="5424757"/>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5392">
            <a:solidFill>
              <a:srgbClr val="C5CDD5"/>
            </a:solidFill>
          </a:ln>
        </p:spPr>
      </p:sp>
      <p:sp>
        <p:nvSpPr>
          <p:cNvPr id="94" name="figure-practice_grid-81">
            <a:extLst xmlns:a="http://schemas.openxmlformats.org/drawingml/2006/main">
              <a:ext uri="{FF2B5EF4-FFF2-40B4-BE49-F238E27FC236}">
                <a16:creationId xmlns:a16="http://schemas.microsoft.com/office/drawing/2014/main" id="{1E1AB711-D3B8-47BC-9C3E-92347EA6AAB0}"/>
              </a:ext>
            </a:extLst>
          </p:cNvPr>
          <p:cNvSpPr>
            <a:spLocks xmlns:a="http://schemas.openxmlformats.org/drawingml/2006/main" noGrp="1"/>
          </p:cNvSpPr>
          <p:nvPr/>
        </p:nvSpPr>
        <p:spPr>
          <a:xfrm xmlns:a="http://schemas.openxmlformats.org/drawingml/2006/main">
            <a:off x="5635026" y="1920276"/>
            <a:ext cx="8986" cy="3594340"/>
          </a:xfrm>
          <a:custGeom xmlns:a="http://schemas.openxmlformats.org/drawingml/2006/main">
            <a:pathLst>
              <a:path w="8986" h="3594340">
                <a:moveTo>
                  <a:pt x="0" y="0"/>
                </a:moveTo>
                <a:lnTo>
                  <a:pt x="0" y="3594340"/>
                </a:lnTo>
              </a:path>
            </a:pathLst>
          </a:custGeom>
          <a:noFill xmlns:a="http://schemas.openxmlformats.org/drawingml/2006/main"/>
          <a:ln xmlns:a="http://schemas.openxmlformats.org/drawingml/2006/main" w="17972">
            <a:solidFill>
              <a:srgbClr val="23354A"/>
            </a:solidFill>
          </a:ln>
        </p:spPr>
      </p:sp>
      <p:sp>
        <p:nvSpPr>
          <p:cNvPr id="95" name="figure-practice_grid-82">
            <a:extLst xmlns:a="http://schemas.openxmlformats.org/drawingml/2006/main">
              <a:ext uri="{FF2B5EF4-FFF2-40B4-BE49-F238E27FC236}">
                <a16:creationId xmlns:a16="http://schemas.microsoft.com/office/drawing/2014/main" id="{DB2130B2-412F-4E7A-B4BB-501FB77A9E56}"/>
              </a:ext>
            </a:extLst>
          </p:cNvPr>
          <p:cNvSpPr>
            <a:spLocks xmlns:a="http://schemas.openxmlformats.org/drawingml/2006/main" noGrp="1"/>
          </p:cNvSpPr>
          <p:nvPr/>
        </p:nvSpPr>
        <p:spPr>
          <a:xfrm xmlns:a="http://schemas.openxmlformats.org/drawingml/2006/main">
            <a:off x="2040686" y="5514616"/>
            <a:ext cx="3594340" cy="8986"/>
          </a:xfrm>
          <a:custGeom xmlns:a="http://schemas.openxmlformats.org/drawingml/2006/main">
            <a:pathLst>
              <a:path w="3594340" h="8986">
                <a:moveTo>
                  <a:pt x="0" y="0"/>
                </a:moveTo>
                <a:lnTo>
                  <a:pt x="3594340" y="0"/>
                </a:lnTo>
              </a:path>
            </a:pathLst>
          </a:custGeom>
          <a:noFill xmlns:a="http://schemas.openxmlformats.org/drawingml/2006/main"/>
          <a:ln xmlns:a="http://schemas.openxmlformats.org/drawingml/2006/main" w="17972">
            <a:solidFill>
              <a:srgbClr val="23354A"/>
            </a:solidFill>
          </a:ln>
        </p:spPr>
      </p:sp>
      <p:sp>
        <p:nvSpPr>
          <p:cNvPr id="96" name="figure-practice_grid-83">
            <a:extLst xmlns:a="http://schemas.openxmlformats.org/drawingml/2006/main">
              <a:ext uri="{FF2B5EF4-FFF2-40B4-BE49-F238E27FC236}">
                <a16:creationId xmlns:a16="http://schemas.microsoft.com/office/drawing/2014/main" id="{B8676CFA-69B3-40AB-B60F-76FFF0A12A99}"/>
              </a:ext>
            </a:extLst>
          </p:cNvPr>
          <p:cNvSpPr>
            <a:spLocks xmlns:a="http://schemas.openxmlformats.org/drawingml/2006/main" noGrp="1"/>
          </p:cNvSpPr>
          <p:nvPr/>
        </p:nvSpPr>
        <p:spPr>
          <a:xfrm xmlns:a="http://schemas.openxmlformats.org/drawingml/2006/main">
            <a:off x="1947845"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10</a:t>
            </a:r>
          </a:p>
        </p:txBody>
      </p:sp>
      <p:sp>
        <p:nvSpPr>
          <p:cNvPr id="97" name="figure-practice_grid-84">
            <a:extLst xmlns:a="http://schemas.openxmlformats.org/drawingml/2006/main">
              <a:ext uri="{FF2B5EF4-FFF2-40B4-BE49-F238E27FC236}">
                <a16:creationId xmlns:a16="http://schemas.microsoft.com/office/drawing/2014/main" id="{AEA2912C-00B7-4D03-8AFE-598E93BB9018}"/>
              </a:ext>
            </a:extLst>
          </p:cNvPr>
          <p:cNvSpPr>
            <a:spLocks xmlns:a="http://schemas.openxmlformats.org/drawingml/2006/main" noGrp="1"/>
          </p:cNvSpPr>
          <p:nvPr/>
        </p:nvSpPr>
        <p:spPr>
          <a:xfrm xmlns:a="http://schemas.openxmlformats.org/drawingml/2006/main">
            <a:off x="2846429"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11</a:t>
            </a:r>
          </a:p>
        </p:txBody>
      </p:sp>
      <p:sp>
        <p:nvSpPr>
          <p:cNvPr id="98" name="figure-practice_grid-85">
            <a:extLst xmlns:a="http://schemas.openxmlformats.org/drawingml/2006/main">
              <a:ext uri="{FF2B5EF4-FFF2-40B4-BE49-F238E27FC236}">
                <a16:creationId xmlns:a16="http://schemas.microsoft.com/office/drawing/2014/main" id="{294A0629-822D-4719-B38D-B03796DEBE14}"/>
              </a:ext>
            </a:extLst>
          </p:cNvPr>
          <p:cNvSpPr>
            <a:spLocks xmlns:a="http://schemas.openxmlformats.org/drawingml/2006/main" noGrp="1"/>
          </p:cNvSpPr>
          <p:nvPr/>
        </p:nvSpPr>
        <p:spPr>
          <a:xfrm xmlns:a="http://schemas.openxmlformats.org/drawingml/2006/main">
            <a:off x="3745014"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12</a:t>
            </a:r>
          </a:p>
        </p:txBody>
      </p:sp>
      <p:sp>
        <p:nvSpPr>
          <p:cNvPr id="99" name="figure-practice_grid-86">
            <a:extLst xmlns:a="http://schemas.openxmlformats.org/drawingml/2006/main">
              <a:ext uri="{FF2B5EF4-FFF2-40B4-BE49-F238E27FC236}">
                <a16:creationId xmlns:a16="http://schemas.microsoft.com/office/drawing/2014/main" id="{882A178E-BF0F-4DBC-A063-E358BC8C940A}"/>
              </a:ext>
            </a:extLst>
          </p:cNvPr>
          <p:cNvSpPr>
            <a:spLocks xmlns:a="http://schemas.openxmlformats.org/drawingml/2006/main" noGrp="1"/>
          </p:cNvSpPr>
          <p:nvPr/>
        </p:nvSpPr>
        <p:spPr>
          <a:xfrm xmlns:a="http://schemas.openxmlformats.org/drawingml/2006/main">
            <a:off x="4643599"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13</a:t>
            </a:r>
          </a:p>
        </p:txBody>
      </p:sp>
      <p:sp>
        <p:nvSpPr>
          <p:cNvPr id="100" name="figure-practice_grid-87">
            <a:extLst xmlns:a="http://schemas.openxmlformats.org/drawingml/2006/main">
              <a:ext uri="{FF2B5EF4-FFF2-40B4-BE49-F238E27FC236}">
                <a16:creationId xmlns:a16="http://schemas.microsoft.com/office/drawing/2014/main" id="{88EB5EE9-58F1-4C3F-8276-30B099267895}"/>
              </a:ext>
            </a:extLst>
          </p:cNvPr>
          <p:cNvSpPr>
            <a:spLocks xmlns:a="http://schemas.openxmlformats.org/drawingml/2006/main" noGrp="1"/>
          </p:cNvSpPr>
          <p:nvPr/>
        </p:nvSpPr>
        <p:spPr>
          <a:xfrm xmlns:a="http://schemas.openxmlformats.org/drawingml/2006/main">
            <a:off x="5542184" y="5569717"/>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14</a:t>
            </a:r>
          </a:p>
        </p:txBody>
      </p:sp>
      <p:sp>
        <p:nvSpPr>
          <p:cNvPr id="101" name="figure-practice_grid-88">
            <a:extLst xmlns:a="http://schemas.openxmlformats.org/drawingml/2006/main">
              <a:ext uri="{FF2B5EF4-FFF2-40B4-BE49-F238E27FC236}">
                <a16:creationId xmlns:a16="http://schemas.microsoft.com/office/drawing/2014/main" id="{315CCF1F-1BC2-4235-8DB9-8B53E2B92F98}"/>
              </a:ext>
            </a:extLst>
          </p:cNvPr>
          <p:cNvSpPr>
            <a:spLocks xmlns:a="http://schemas.openxmlformats.org/drawingml/2006/main" noGrp="1"/>
          </p:cNvSpPr>
          <p:nvPr/>
        </p:nvSpPr>
        <p:spPr>
          <a:xfrm xmlns:a="http://schemas.openxmlformats.org/drawingml/2006/main">
            <a:off x="1759142" y="539000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20</a:t>
            </a:r>
          </a:p>
        </p:txBody>
      </p:sp>
      <p:sp>
        <p:nvSpPr>
          <p:cNvPr id="102" name="figure-practice_grid-89">
            <a:extLst xmlns:a="http://schemas.openxmlformats.org/drawingml/2006/main">
              <a:ext uri="{FF2B5EF4-FFF2-40B4-BE49-F238E27FC236}">
                <a16:creationId xmlns:a16="http://schemas.microsoft.com/office/drawing/2014/main" id="{3DAE582E-2519-4BE4-A4BD-0887D7ED81DF}"/>
              </a:ext>
            </a:extLst>
          </p:cNvPr>
          <p:cNvSpPr>
            <a:spLocks xmlns:a="http://schemas.openxmlformats.org/drawingml/2006/main" noGrp="1"/>
          </p:cNvSpPr>
          <p:nvPr/>
        </p:nvSpPr>
        <p:spPr>
          <a:xfrm xmlns:a="http://schemas.openxmlformats.org/drawingml/2006/main">
            <a:off x="1759142" y="4491415"/>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21</a:t>
            </a:r>
          </a:p>
        </p:txBody>
      </p:sp>
      <p:sp>
        <p:nvSpPr>
          <p:cNvPr id="103" name="figure-practice_grid-90">
            <a:extLst xmlns:a="http://schemas.openxmlformats.org/drawingml/2006/main">
              <a:ext uri="{FF2B5EF4-FFF2-40B4-BE49-F238E27FC236}">
                <a16:creationId xmlns:a16="http://schemas.microsoft.com/office/drawing/2014/main" id="{40A0EC24-ADD5-4B44-BE82-BA6037B50BBC}"/>
              </a:ext>
            </a:extLst>
          </p:cNvPr>
          <p:cNvSpPr>
            <a:spLocks xmlns:a="http://schemas.openxmlformats.org/drawingml/2006/main" noGrp="1"/>
          </p:cNvSpPr>
          <p:nvPr/>
        </p:nvSpPr>
        <p:spPr>
          <a:xfrm xmlns:a="http://schemas.openxmlformats.org/drawingml/2006/main">
            <a:off x="1759142" y="359283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22</a:t>
            </a:r>
          </a:p>
        </p:txBody>
      </p:sp>
      <p:sp>
        <p:nvSpPr>
          <p:cNvPr id="104" name="figure-practice_grid-91">
            <a:extLst xmlns:a="http://schemas.openxmlformats.org/drawingml/2006/main">
              <a:ext uri="{FF2B5EF4-FFF2-40B4-BE49-F238E27FC236}">
                <a16:creationId xmlns:a16="http://schemas.microsoft.com/office/drawing/2014/main" id="{D2EC62A5-DE2D-4FE6-9878-EC9E29482289}"/>
              </a:ext>
            </a:extLst>
          </p:cNvPr>
          <p:cNvSpPr>
            <a:spLocks xmlns:a="http://schemas.openxmlformats.org/drawingml/2006/main" noGrp="1"/>
          </p:cNvSpPr>
          <p:nvPr/>
        </p:nvSpPr>
        <p:spPr>
          <a:xfrm xmlns:a="http://schemas.openxmlformats.org/drawingml/2006/main">
            <a:off x="1759142" y="2694245"/>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23</a:t>
            </a:r>
          </a:p>
        </p:txBody>
      </p:sp>
      <p:sp>
        <p:nvSpPr>
          <p:cNvPr id="105" name="figure-practice_grid-92">
            <a:extLst xmlns:a="http://schemas.openxmlformats.org/drawingml/2006/main">
              <a:ext uri="{FF2B5EF4-FFF2-40B4-BE49-F238E27FC236}">
                <a16:creationId xmlns:a16="http://schemas.microsoft.com/office/drawing/2014/main" id="{C70C2007-D6AD-4BF0-BA50-3EB975655BF8}"/>
              </a:ext>
            </a:extLst>
          </p:cNvPr>
          <p:cNvSpPr>
            <a:spLocks xmlns:a="http://schemas.openxmlformats.org/drawingml/2006/main" noGrp="1"/>
          </p:cNvSpPr>
          <p:nvPr/>
        </p:nvSpPr>
        <p:spPr>
          <a:xfrm xmlns:a="http://schemas.openxmlformats.org/drawingml/2006/main">
            <a:off x="1759142" y="1795660"/>
            <a:ext cx="3071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24</a:t>
            </a:r>
          </a:p>
        </p:txBody>
      </p:sp>
      <p:sp>
        <p:nvSpPr>
          <p:cNvPr id="106" name="figure-practice_grid-93">
            <a:extLst xmlns:a="http://schemas.openxmlformats.org/drawingml/2006/main">
              <a:ext uri="{FF2B5EF4-FFF2-40B4-BE49-F238E27FC236}">
                <a16:creationId xmlns:a16="http://schemas.microsoft.com/office/drawing/2014/main" id="{EDA98939-BA45-4745-91FE-EB1A1A6146B8}"/>
              </a:ext>
            </a:extLst>
          </p:cNvPr>
          <p:cNvSpPr>
            <a:spLocks xmlns:a="http://schemas.openxmlformats.org/drawingml/2006/main" noGrp="1"/>
          </p:cNvSpPr>
          <p:nvPr/>
        </p:nvSpPr>
        <p:spPr>
          <a:xfrm xmlns:a="http://schemas.openxmlformats.org/drawingml/2006/main">
            <a:off x="5829731" y="1705802"/>
            <a:ext cx="23282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N</a:t>
            </a:r>
          </a:p>
        </p:txBody>
      </p:sp>
      <p:sp>
        <p:nvSpPr>
          <p:cNvPr id="107" name="figure-practice_grid-94">
            <a:extLst xmlns:a="http://schemas.openxmlformats.org/drawingml/2006/main">
              <a:ext uri="{FF2B5EF4-FFF2-40B4-BE49-F238E27FC236}">
                <a16:creationId xmlns:a16="http://schemas.microsoft.com/office/drawing/2014/main" id="{E8EA429F-CEED-4B7A-A6AD-593BF6DE0551}"/>
              </a:ext>
            </a:extLst>
          </p:cNvPr>
          <p:cNvSpPr>
            <a:spLocks xmlns:a="http://schemas.openxmlformats.org/drawingml/2006/main" noGrp="1"/>
          </p:cNvSpPr>
          <p:nvPr/>
        </p:nvSpPr>
        <p:spPr>
          <a:xfrm xmlns:a="http://schemas.openxmlformats.org/drawingml/2006/main">
            <a:off x="5904601" y="1965205"/>
            <a:ext cx="8986" cy="323491"/>
          </a:xfrm>
          <a:custGeom xmlns:a="http://schemas.openxmlformats.org/drawingml/2006/main">
            <a:pathLst>
              <a:path w="8986" h="323491">
                <a:moveTo>
                  <a:pt x="0" y="323491"/>
                </a:moveTo>
                <a:lnTo>
                  <a:pt x="0" y="0"/>
                </a:lnTo>
              </a:path>
            </a:pathLst>
          </a:custGeom>
          <a:noFill xmlns:a="http://schemas.openxmlformats.org/drawingml/2006/main"/>
          <a:ln xmlns:a="http://schemas.openxmlformats.org/drawingml/2006/main" w="17972">
            <a:solidFill>
              <a:srgbClr val="23354A"/>
            </a:solidFill>
          </a:ln>
        </p:spPr>
      </p:sp>
      <p:sp>
        <p:nvSpPr>
          <p:cNvPr id="108" name="figure-practice_grid-95">
            <a:extLst xmlns:a="http://schemas.openxmlformats.org/drawingml/2006/main">
              <a:ext uri="{FF2B5EF4-FFF2-40B4-BE49-F238E27FC236}">
                <a16:creationId xmlns:a16="http://schemas.microsoft.com/office/drawing/2014/main" id="{6C0A6D59-ABE9-4BAD-8741-92FDE80C0633}"/>
              </a:ext>
            </a:extLst>
          </p:cNvPr>
          <p:cNvSpPr>
            <a:spLocks xmlns:a="http://schemas.openxmlformats.org/drawingml/2006/main" noGrp="1"/>
          </p:cNvSpPr>
          <p:nvPr/>
        </p:nvSpPr>
        <p:spPr>
          <a:xfrm xmlns:a="http://schemas.openxmlformats.org/drawingml/2006/main">
            <a:off x="5850686" y="1965205"/>
            <a:ext cx="107830" cy="80873"/>
          </a:xfrm>
          <a:custGeom xmlns:a="http://schemas.openxmlformats.org/drawingml/2006/main">
            <a:pathLst>
              <a:path w="107830" h="80873">
                <a:moveTo>
                  <a:pt x="0" y="80873"/>
                </a:moveTo>
                <a:lnTo>
                  <a:pt x="53915" y="0"/>
                </a:lnTo>
                <a:lnTo>
                  <a:pt x="107830" y="80873"/>
                </a:lnTo>
              </a:path>
            </a:pathLst>
          </a:custGeom>
          <a:noFill xmlns:a="http://schemas.openxmlformats.org/drawingml/2006/main"/>
          <a:ln xmlns:a="http://schemas.openxmlformats.org/drawingml/2006/main" w="17972">
            <a:solidFill>
              <a:srgbClr val="23354A"/>
            </a:solidFill>
          </a:ln>
        </p:spPr>
      </p:sp>
      <p:sp>
        <p:nvSpPr>
          <p:cNvPr id="109" name="figure-practice_grid-96">
            <a:extLst xmlns:a="http://schemas.openxmlformats.org/drawingml/2006/main">
              <a:ext uri="{FF2B5EF4-FFF2-40B4-BE49-F238E27FC236}">
                <a16:creationId xmlns:a16="http://schemas.microsoft.com/office/drawing/2014/main" id="{E88DDC82-AE2B-4219-8C04-9F356F6B3DFF}"/>
              </a:ext>
            </a:extLst>
          </p:cNvPr>
          <p:cNvSpPr>
            <a:spLocks xmlns:a="http://schemas.openxmlformats.org/drawingml/2006/main" noGrp="1"/>
          </p:cNvSpPr>
          <p:nvPr/>
        </p:nvSpPr>
        <p:spPr>
          <a:xfrm xmlns:a="http://schemas.openxmlformats.org/drawingml/2006/main">
            <a:off x="2019731" y="5839292"/>
            <a:ext cx="307041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Each large square is 1 km by 1 km.</a:t>
            </a:r>
          </a:p>
        </p:txBody>
      </p:sp>
      <p:sp>
        <p:nvSpPr>
          <p:cNvPr id="110" name="figure-practice_grid-97">
            <a:extLst xmlns:a="http://schemas.openxmlformats.org/drawingml/2006/main">
              <a:ext uri="{FF2B5EF4-FFF2-40B4-BE49-F238E27FC236}">
                <a16:creationId xmlns:a16="http://schemas.microsoft.com/office/drawing/2014/main" id="{4C401CA6-7068-424D-ADB6-384B8C8A97A6}"/>
              </a:ext>
            </a:extLst>
          </p:cNvPr>
          <p:cNvSpPr>
            <a:spLocks xmlns:a="http://schemas.openxmlformats.org/drawingml/2006/main" noGrp="1"/>
          </p:cNvSpPr>
          <p:nvPr/>
        </p:nvSpPr>
        <p:spPr>
          <a:xfrm xmlns:a="http://schemas.openxmlformats.org/drawingml/2006/main">
            <a:off x="2458528" y="5033873"/>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1" name="figure-practice_grid-98">
            <a:extLst xmlns:a="http://schemas.openxmlformats.org/drawingml/2006/main">
              <a:ext uri="{FF2B5EF4-FFF2-40B4-BE49-F238E27FC236}">
                <a16:creationId xmlns:a16="http://schemas.microsoft.com/office/drawing/2014/main" id="{07FB495C-24CD-4A45-B50A-F92237FCB7BA}"/>
              </a:ext>
            </a:extLst>
          </p:cNvPr>
          <p:cNvSpPr>
            <a:spLocks xmlns:a="http://schemas.openxmlformats.org/drawingml/2006/main" noGrp="1"/>
          </p:cNvSpPr>
          <p:nvPr/>
        </p:nvSpPr>
        <p:spPr>
          <a:xfrm xmlns:a="http://schemas.openxmlformats.org/drawingml/2006/main">
            <a:off x="2531925" y="4850849"/>
            <a:ext cx="42350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Sch</a:t>
            </a:r>
          </a:p>
        </p:txBody>
      </p:sp>
      <p:sp>
        <p:nvSpPr>
          <p:cNvPr id="112" name="figure-practice_grid-99">
            <a:extLst xmlns:a="http://schemas.openxmlformats.org/drawingml/2006/main">
              <a:ext uri="{FF2B5EF4-FFF2-40B4-BE49-F238E27FC236}">
                <a16:creationId xmlns:a16="http://schemas.microsoft.com/office/drawing/2014/main" id="{F707435C-AB9B-4109-9432-3126333B92C5}"/>
              </a:ext>
            </a:extLst>
          </p:cNvPr>
          <p:cNvSpPr>
            <a:spLocks xmlns:a="http://schemas.openxmlformats.org/drawingml/2006/main" noGrp="1"/>
          </p:cNvSpPr>
          <p:nvPr/>
        </p:nvSpPr>
        <p:spPr>
          <a:xfrm xmlns:a="http://schemas.openxmlformats.org/drawingml/2006/main">
            <a:off x="2458528" y="4135288"/>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3" name="figure-practice_grid-100">
            <a:extLst xmlns:a="http://schemas.openxmlformats.org/drawingml/2006/main">
              <a:ext uri="{FF2B5EF4-FFF2-40B4-BE49-F238E27FC236}">
                <a16:creationId xmlns:a16="http://schemas.microsoft.com/office/drawing/2014/main" id="{E700D9C7-229E-41B1-93CD-487EFFD4562A}"/>
              </a:ext>
            </a:extLst>
          </p:cNvPr>
          <p:cNvSpPr>
            <a:spLocks xmlns:a="http://schemas.openxmlformats.org/drawingml/2006/main" noGrp="1"/>
          </p:cNvSpPr>
          <p:nvPr/>
        </p:nvSpPr>
        <p:spPr>
          <a:xfrm xmlns:a="http://schemas.openxmlformats.org/drawingml/2006/main">
            <a:off x="2531925" y="3952264"/>
            <a:ext cx="22231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B</a:t>
            </a:r>
          </a:p>
        </p:txBody>
      </p:sp>
      <p:sp>
        <p:nvSpPr>
          <p:cNvPr id="114" name="figure-practice_grid-101">
            <a:extLst xmlns:a="http://schemas.openxmlformats.org/drawingml/2006/main">
              <a:ext uri="{FF2B5EF4-FFF2-40B4-BE49-F238E27FC236}">
                <a16:creationId xmlns:a16="http://schemas.microsoft.com/office/drawing/2014/main" id="{FA039513-0CA2-45BC-9B58-460057998878}"/>
              </a:ext>
            </a:extLst>
          </p:cNvPr>
          <p:cNvSpPr>
            <a:spLocks xmlns:a="http://schemas.openxmlformats.org/drawingml/2006/main" noGrp="1"/>
          </p:cNvSpPr>
          <p:nvPr/>
        </p:nvSpPr>
        <p:spPr>
          <a:xfrm xmlns:a="http://schemas.openxmlformats.org/drawingml/2006/main">
            <a:off x="3357113" y="4135288"/>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5" name="figure-practice_grid-102">
            <a:extLst xmlns:a="http://schemas.openxmlformats.org/drawingml/2006/main">
              <a:ext uri="{FF2B5EF4-FFF2-40B4-BE49-F238E27FC236}">
                <a16:creationId xmlns:a16="http://schemas.microsoft.com/office/drawing/2014/main" id="{D28C4F4F-84AE-4311-BF3A-5256839A6909}"/>
              </a:ext>
            </a:extLst>
          </p:cNvPr>
          <p:cNvSpPr>
            <a:spLocks xmlns:a="http://schemas.openxmlformats.org/drawingml/2006/main" noGrp="1"/>
          </p:cNvSpPr>
          <p:nvPr/>
        </p:nvSpPr>
        <p:spPr>
          <a:xfrm xmlns:a="http://schemas.openxmlformats.org/drawingml/2006/main">
            <a:off x="3430510" y="3952264"/>
            <a:ext cx="23282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H</a:t>
            </a:r>
          </a:p>
        </p:txBody>
      </p:sp>
      <p:sp>
        <p:nvSpPr>
          <p:cNvPr id="116" name="figure-practice_grid-103">
            <a:extLst xmlns:a="http://schemas.openxmlformats.org/drawingml/2006/main">
              <a:ext uri="{FF2B5EF4-FFF2-40B4-BE49-F238E27FC236}">
                <a16:creationId xmlns:a16="http://schemas.microsoft.com/office/drawing/2014/main" id="{44C661C9-746F-4598-9162-4C1992F1B41A}"/>
              </a:ext>
            </a:extLst>
          </p:cNvPr>
          <p:cNvSpPr>
            <a:spLocks xmlns:a="http://schemas.openxmlformats.org/drawingml/2006/main" noGrp="1"/>
          </p:cNvSpPr>
          <p:nvPr/>
        </p:nvSpPr>
        <p:spPr>
          <a:xfrm xmlns:a="http://schemas.openxmlformats.org/drawingml/2006/main">
            <a:off x="3357113" y="3236703"/>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7" name="figure-practice_grid-104">
            <a:extLst xmlns:a="http://schemas.openxmlformats.org/drawingml/2006/main">
              <a:ext uri="{FF2B5EF4-FFF2-40B4-BE49-F238E27FC236}">
                <a16:creationId xmlns:a16="http://schemas.microsoft.com/office/drawing/2014/main" id="{0B30AE4F-412C-4FFA-BEBA-E930D6D62795}"/>
              </a:ext>
            </a:extLst>
          </p:cNvPr>
          <p:cNvSpPr>
            <a:spLocks xmlns:a="http://schemas.openxmlformats.org/drawingml/2006/main" noGrp="1"/>
          </p:cNvSpPr>
          <p:nvPr/>
        </p:nvSpPr>
        <p:spPr>
          <a:xfrm xmlns:a="http://schemas.openxmlformats.org/drawingml/2006/main">
            <a:off x="3430510" y="3053679"/>
            <a:ext cx="34937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Q7</a:t>
            </a:r>
          </a:p>
        </p:txBody>
      </p:sp>
      <p:sp>
        <p:nvSpPr>
          <p:cNvPr id="118" name="figure-practice_grid-105">
            <a:extLst xmlns:a="http://schemas.openxmlformats.org/drawingml/2006/main">
              <a:ext uri="{FF2B5EF4-FFF2-40B4-BE49-F238E27FC236}">
                <a16:creationId xmlns:a16="http://schemas.microsoft.com/office/drawing/2014/main" id="{B4502CC0-E498-4CA7-AA31-A8DF980F81FC}"/>
              </a:ext>
            </a:extLst>
          </p:cNvPr>
          <p:cNvSpPr>
            <a:spLocks xmlns:a="http://schemas.openxmlformats.org/drawingml/2006/main" noGrp="1"/>
          </p:cNvSpPr>
          <p:nvPr/>
        </p:nvSpPr>
        <p:spPr>
          <a:xfrm xmlns:a="http://schemas.openxmlformats.org/drawingml/2006/main">
            <a:off x="3446972" y="3416420"/>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19" name="figure-practice_grid-106">
            <a:extLst xmlns:a="http://schemas.openxmlformats.org/drawingml/2006/main">
              <a:ext uri="{FF2B5EF4-FFF2-40B4-BE49-F238E27FC236}">
                <a16:creationId xmlns:a16="http://schemas.microsoft.com/office/drawing/2014/main" id="{B014195B-3794-4EB6-B874-1C6CBB2A8020}"/>
              </a:ext>
            </a:extLst>
          </p:cNvPr>
          <p:cNvSpPr>
            <a:spLocks xmlns:a="http://schemas.openxmlformats.org/drawingml/2006/main" noGrp="1"/>
          </p:cNvSpPr>
          <p:nvPr/>
        </p:nvSpPr>
        <p:spPr>
          <a:xfrm xmlns:a="http://schemas.openxmlformats.org/drawingml/2006/main">
            <a:off x="3520368" y="3233396"/>
            <a:ext cx="33867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FB</a:t>
            </a:r>
          </a:p>
        </p:txBody>
      </p:sp>
      <p:sp>
        <p:nvSpPr>
          <p:cNvPr id="120" name="figure-practice_grid-107">
            <a:extLst xmlns:a="http://schemas.openxmlformats.org/drawingml/2006/main">
              <a:ext uri="{FF2B5EF4-FFF2-40B4-BE49-F238E27FC236}">
                <a16:creationId xmlns:a16="http://schemas.microsoft.com/office/drawing/2014/main" id="{1ABE815A-4CE5-479E-90CE-4B21F2CC622E}"/>
              </a:ext>
            </a:extLst>
          </p:cNvPr>
          <p:cNvSpPr>
            <a:spLocks xmlns:a="http://schemas.openxmlformats.org/drawingml/2006/main" noGrp="1"/>
          </p:cNvSpPr>
          <p:nvPr/>
        </p:nvSpPr>
        <p:spPr>
          <a:xfrm xmlns:a="http://schemas.openxmlformats.org/drawingml/2006/main">
            <a:off x="3986123" y="4225146"/>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21" name="figure-practice_grid-108">
            <a:extLst xmlns:a="http://schemas.openxmlformats.org/drawingml/2006/main">
              <a:ext uri="{FF2B5EF4-FFF2-40B4-BE49-F238E27FC236}">
                <a16:creationId xmlns:a16="http://schemas.microsoft.com/office/drawing/2014/main" id="{576B861B-99EC-46C3-A7B8-5CCAC6274845}"/>
              </a:ext>
            </a:extLst>
          </p:cNvPr>
          <p:cNvSpPr>
            <a:spLocks xmlns:a="http://schemas.openxmlformats.org/drawingml/2006/main" noGrp="1"/>
          </p:cNvSpPr>
          <p:nvPr/>
        </p:nvSpPr>
        <p:spPr>
          <a:xfrm xmlns:a="http://schemas.openxmlformats.org/drawingml/2006/main">
            <a:off x="4059519" y="4042122"/>
            <a:ext cx="37048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PO</a:t>
            </a:r>
          </a:p>
        </p:txBody>
      </p:sp>
      <p:sp>
        <p:nvSpPr>
          <p:cNvPr id="122" name="figure-practice_grid-109">
            <a:extLst xmlns:a="http://schemas.openxmlformats.org/drawingml/2006/main">
              <a:ext uri="{FF2B5EF4-FFF2-40B4-BE49-F238E27FC236}">
                <a16:creationId xmlns:a16="http://schemas.microsoft.com/office/drawing/2014/main" id="{569BEDEB-4AB5-47FF-A958-110374526E43}"/>
              </a:ext>
            </a:extLst>
          </p:cNvPr>
          <p:cNvSpPr>
            <a:spLocks xmlns:a="http://schemas.openxmlformats.org/drawingml/2006/main" noGrp="1"/>
          </p:cNvSpPr>
          <p:nvPr/>
        </p:nvSpPr>
        <p:spPr>
          <a:xfrm xmlns:a="http://schemas.openxmlformats.org/drawingml/2006/main">
            <a:off x="4525274" y="3955571"/>
            <a:ext cx="62901" cy="62901"/>
          </a:xfrm>
          <a:prstGeom xmlns:a="http://schemas.openxmlformats.org/drawingml/2006/main" prst="ellipse">
            <a:avLst/>
          </a:prstGeom>
          <a:solidFill xmlns:a="http://schemas.openxmlformats.org/drawingml/2006/main">
            <a:srgbClr val="23354A"/>
          </a:solidFill>
          <a:ln xmlns:a="http://schemas.openxmlformats.org/drawingml/2006/main" w="17972">
            <a:solidFill>
              <a:srgbClr val="23354A"/>
            </a:solidFill>
          </a:ln>
        </p:spPr>
      </p:sp>
      <p:sp>
        <p:nvSpPr>
          <p:cNvPr id="123" name="figure-practice_grid-110">
            <a:extLst xmlns:a="http://schemas.openxmlformats.org/drawingml/2006/main">
              <a:ext uri="{FF2B5EF4-FFF2-40B4-BE49-F238E27FC236}">
                <a16:creationId xmlns:a16="http://schemas.microsoft.com/office/drawing/2014/main" id="{4856E2F4-E3A6-4C6A-BD4A-268F843001B3}"/>
              </a:ext>
            </a:extLst>
          </p:cNvPr>
          <p:cNvSpPr>
            <a:spLocks xmlns:a="http://schemas.openxmlformats.org/drawingml/2006/main" noGrp="1"/>
          </p:cNvSpPr>
          <p:nvPr/>
        </p:nvSpPr>
        <p:spPr>
          <a:xfrm xmlns:a="http://schemas.openxmlformats.org/drawingml/2006/main">
            <a:off x="4598670" y="3772547"/>
            <a:ext cx="34937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23354A"/>
                </a:solidFill>
                <a:latin typeface="Arial"/>
                <a:ea typeface="Arial"/>
                <a:cs typeface="Arial"/>
              </a:defRPr>
            </a:defPPr>
          </a:lstStyle>
          <a:p xmlns:a="http://schemas.openxmlformats.org/drawingml/2006/main">
            <a:pPr algn="l">
              <a:lnSpc>
                <a:spcPct val="108000"/>
              </a:lnSpc>
              <a:buNone/>
              <a:defRPr sz="1500" b="0" lang="en-GB">
                <a:solidFill>
                  <a:srgbClr val="23354A"/>
                </a:solidFill>
                <a:latin typeface="Arial"/>
                <a:ea typeface="Arial"/>
                <a:cs typeface="Arial"/>
              </a:defRPr>
            </a:pPr>
            <a:r>
              <a:rPr sz="1500" b="0" lang="en-GB">
                <a:solidFill>
                  <a:srgbClr val="23354A"/>
                </a:solidFill>
                <a:latin typeface="Arial"/>
                <a:ea typeface="Arial"/>
                <a:cs typeface="Arial"/>
              </a:rPr>
              <a:t>Q9</a:t>
            </a:r>
          </a:p>
        </p:txBody>
      </p:sp>
      <p:sp>
        <p:nvSpPr>
          <p:cNvPr id="124" name="figure-description-practice_grid">
            <a:extLst xmlns:a="http://schemas.openxmlformats.org/drawingml/2006/main">
              <a:ext uri="{FF2B5EF4-FFF2-40B4-BE49-F238E27FC236}">
                <a16:creationId xmlns:a16="http://schemas.microsoft.com/office/drawing/2014/main" id="{DE3BE6BE-BD2C-4D14-ACA5-E8091A63DB9B}"/>
              </a:ext>
            </a:extLst>
          </p:cNvPr>
          <p:cNvSpPr>
            <a:spLocks xmlns:a="http://schemas.openxmlformats.org/drawingml/2006/main" noGrp="1"/>
          </p:cNvSpPr>
          <p:nvPr/>
        </p:nvSpPr>
        <p:spPr>
          <a:xfrm xmlns:a="http://schemas.openxmlformats.org/drawingml/2006/main">
            <a:off x="7762875" y="1809750"/>
            <a:ext cx="40481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0" lang="en-GB">
                <a:solidFill>
                  <a:srgbClr val="17263B"/>
                </a:solidFill>
                <a:latin typeface="Arial"/>
                <a:ea typeface="Arial"/>
                <a:cs typeface="Arial"/>
              </a:defRPr>
            </a:defPPr>
          </a:lstStyle>
          <a:p xmlns:a="http://schemas.openxmlformats.org/drawingml/2006/main">
            <a:pPr algn="l">
              <a:lnSpc>
                <a:spcPct val="108000"/>
              </a:lnSpc>
              <a:buNone/>
              <a:defRPr sz="1800" b="0" lang="en-GB">
                <a:solidFill>
                  <a:srgbClr val="17263B"/>
                </a:solidFill>
                <a:latin typeface="Arial"/>
                <a:ea typeface="Arial"/>
                <a:cs typeface="Arial"/>
              </a:defRPr>
            </a:pPr>
            <a:r>
              <a:rPr sz="1800" b="0" lang="en-GB">
                <a:solidFill>
                  <a:srgbClr val="17263B"/>
                </a:solidFill>
                <a:latin typeface="Arial"/>
                <a:ea typeface="Arial"/>
                <a:cs typeface="Arial"/>
              </a:rPr>
              <a:t>The school is in the leftmost column and lowest row. The library is directly north of it in the next row. The hall is directly east of the library. The park point, labelled Q7, is directly north of the hall. The footbridge shares the park's square. The post office, labelled PO, and health centre, labelled Q9, share the square east of the hall.</a:t>
            </a:r>
          </a:p>
        </p:txBody>
      </p:sp>
    </p:spTree>
    <p:extLst>
      <p:ext uri="{BB962C8B-B14F-4D97-AF65-F5344CB8AC3E}">
        <p14:creationId xmlns:p14="http://schemas.microsoft.com/office/powerpoint/2010/main" val="74262073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00C02C21-24CC-427B-BC3C-AD61D1D89F88}"/>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5EB3BDD8-70A0-4BDA-A880-8D92D92E72CB}"/>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6DBA5648-F6F7-40C4-80C3-CAE87634F472}"/>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Exit ticket</a:t>
            </a:r>
          </a:p>
        </p:txBody>
      </p:sp>
      <p:sp>
        <p:nvSpPr>
          <p:cNvPr id="4" name="tier-route-label">
            <a:extLst xmlns:a="http://schemas.openxmlformats.org/drawingml/2006/main">
              <a:ext uri="{FF2B5EF4-FFF2-40B4-BE49-F238E27FC236}">
                <a16:creationId xmlns:a16="http://schemas.microsoft.com/office/drawing/2014/main" id="{A6E94083-FBAC-4448-91F1-F9A61B021F1F}"/>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E9CC308D-080D-4ABA-9F37-9DE2F0F7DC3A}"/>
              </a:ext>
            </a:extLst>
          </p:cNvPr>
          <p:cNvPicPr>
            <a:picLocks xmlns:a="http://schemas.openxmlformats.org/drawingml/2006/main" noChangeAspect="1"/>
          </p:cNvPicPr>
          <p:nvPr/>
        </p:nvPicPr>
        <p:blipFill>
          <a:blip xmlns:r="http://schemas.openxmlformats.org/officeDocument/2006/relationships" xmlns:a="http://schemas.openxmlformats.org/drawingml/2006/main" r:embed="R837ef544ae7e4051"/>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F5C955E1-FA32-42AF-90D2-1F3C15944D4C}"/>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ECD6D5F9-180C-41DE-8EA4-D3E1AB173474}"/>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EC74204B-BF52-4F3F-9E42-1DAD822BC5C3}"/>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A47A8DCF-2BF5-4D1A-98FB-B46590CA0A17}"/>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79C4CFD8-23AF-4330-B228-5A0CD9C71859}"/>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96E77638-AAFB-438F-A31D-8065A8389234}"/>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CD9BB199-32EC-4A58-B6FF-3DD650DE177D}"/>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3" name="licence-footer">
            <a:extLst xmlns:a="http://schemas.openxmlformats.org/drawingml/2006/main">
              <a:ext uri="{FF2B5EF4-FFF2-40B4-BE49-F238E27FC236}">
                <a16:creationId xmlns:a16="http://schemas.microsoft.com/office/drawing/2014/main" id="{2134F68C-F799-4104-941D-6378BD253C84}"/>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0AD1CB88-469E-406D-A605-AF83937B899A}"/>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exit reference or explanation in your chosen response mode.</a:t>
            </a:r>
          </a:p>
        </p:txBody>
      </p:sp>
      <p:sp>
        <p:nvSpPr>
          <p:cNvPr id="15" name="item-1-title">
            <a:extLst xmlns:a="http://schemas.openxmlformats.org/drawingml/2006/main">
              <a:ext uri="{FF2B5EF4-FFF2-40B4-BE49-F238E27FC236}">
                <a16:creationId xmlns:a16="http://schemas.microsoft.com/office/drawing/2014/main" id="{783847E6-D596-46A6-BF96-EBF373FD1135}"/>
              </a:ext>
            </a:extLst>
          </p:cNvPr>
          <p:cNvSpPr>
            <a:spLocks xmlns:a="http://schemas.openxmlformats.org/drawingml/2006/main" noGrp="1"/>
          </p:cNvSpPr>
          <p:nvPr/>
        </p:nvSpPr>
        <p:spPr>
          <a:xfrm xmlns:a="http://schemas.openxmlformats.org/drawingml/2006/main">
            <a:off x="3810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1. Symbol</a:t>
            </a:r>
          </a:p>
        </p:txBody>
      </p:sp>
      <p:sp>
        <p:nvSpPr>
          <p:cNvPr id="16" name="item-1-question">
            <a:extLst xmlns:a="http://schemas.openxmlformats.org/drawingml/2006/main">
              <a:ext uri="{FF2B5EF4-FFF2-40B4-BE49-F238E27FC236}">
                <a16:creationId xmlns:a16="http://schemas.microsoft.com/office/drawing/2014/main" id="{364E935F-857D-4432-83DF-E189D4C0E5DA}"/>
              </a:ext>
            </a:extLst>
          </p:cNvPr>
          <p:cNvSpPr>
            <a:spLocks xmlns:a="http://schemas.openxmlformats.org/drawingml/2006/main" noGrp="1"/>
          </p:cNvSpPr>
          <p:nvPr/>
        </p:nvSpPr>
        <p:spPr>
          <a:xfrm xmlns:a="http://schemas.openxmlformats.org/drawingml/2006/main">
            <a:off x="381000" y="2317242"/>
            <a:ext cx="363220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Identify FB: footbridge or hall?</a:t>
            </a:r>
          </a:p>
        </p:txBody>
      </p:sp>
      <p:sp>
        <p:nvSpPr>
          <p:cNvPr id="17" name="item-1-clue">
            <a:extLst xmlns:a="http://schemas.openxmlformats.org/drawingml/2006/main">
              <a:ext uri="{FF2B5EF4-FFF2-40B4-BE49-F238E27FC236}">
                <a16:creationId xmlns:a16="http://schemas.microsoft.com/office/drawing/2014/main" id="{92412292-3FEC-4518-B02D-1A2FD9D93125}"/>
              </a:ext>
            </a:extLst>
          </p:cNvPr>
          <p:cNvSpPr>
            <a:spLocks xmlns:a="http://schemas.openxmlformats.org/drawingml/2006/main" noGrp="1"/>
          </p:cNvSpPr>
          <p:nvPr/>
        </p:nvSpPr>
        <p:spPr>
          <a:xfrm xmlns:a="http://schemas.openxmlformats.org/drawingml/2006/main">
            <a:off x="381000" y="2790444"/>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Use the key.</a:t>
            </a:r>
          </a:p>
        </p:txBody>
      </p:sp>
      <p:sp>
        <p:nvSpPr>
          <p:cNvPr id="18" name="item-2-title">
            <a:extLst xmlns:a="http://schemas.openxmlformats.org/drawingml/2006/main">
              <a:ext uri="{FF2B5EF4-FFF2-40B4-BE49-F238E27FC236}">
                <a16:creationId xmlns:a16="http://schemas.microsoft.com/office/drawing/2014/main" id="{93C20347-66D0-4F87-B9DD-D5F0C0F1817B}"/>
              </a:ext>
            </a:extLst>
          </p:cNvPr>
          <p:cNvSpPr>
            <a:spLocks xmlns:a="http://schemas.openxmlformats.org/drawingml/2006/main" noGrp="1"/>
          </p:cNvSpPr>
          <p:nvPr/>
        </p:nvSpPr>
        <p:spPr>
          <a:xfrm xmlns:a="http://schemas.openxmlformats.org/drawingml/2006/main">
            <a:off x="42799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2. Reference</a:t>
            </a:r>
          </a:p>
        </p:txBody>
      </p:sp>
      <p:sp>
        <p:nvSpPr>
          <p:cNvPr id="19" name="item-2-question">
            <a:extLst xmlns:a="http://schemas.openxmlformats.org/drawingml/2006/main">
              <a:ext uri="{FF2B5EF4-FFF2-40B4-BE49-F238E27FC236}">
                <a16:creationId xmlns:a16="http://schemas.microsoft.com/office/drawing/2014/main" id="{2ADEF393-FE59-48B0-93F1-471518EDE846}"/>
              </a:ext>
            </a:extLst>
          </p:cNvPr>
          <p:cNvSpPr>
            <a:spLocks xmlns:a="http://schemas.openxmlformats.org/drawingml/2006/main" noGrp="1"/>
          </p:cNvSpPr>
          <p:nvPr/>
        </p:nvSpPr>
        <p:spPr>
          <a:xfrm xmlns:a="http://schemas.openxmlformats.org/drawingml/2006/main">
            <a:off x="4279900" y="2317242"/>
            <a:ext cx="363220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The school is in 1020 or 2010?</a:t>
            </a:r>
          </a:p>
        </p:txBody>
      </p:sp>
      <p:sp>
        <p:nvSpPr>
          <p:cNvPr id="20" name="item-2-clue">
            <a:extLst xmlns:a="http://schemas.openxmlformats.org/drawingml/2006/main">
              <a:ext uri="{FF2B5EF4-FFF2-40B4-BE49-F238E27FC236}">
                <a16:creationId xmlns:a16="http://schemas.microsoft.com/office/drawing/2014/main" id="{C27D93D6-DB03-4FC1-A2A7-9801EE123BFD}"/>
              </a:ext>
            </a:extLst>
          </p:cNvPr>
          <p:cNvSpPr>
            <a:spLocks xmlns:a="http://schemas.openxmlformats.org/drawingml/2006/main" noGrp="1"/>
          </p:cNvSpPr>
          <p:nvPr/>
        </p:nvSpPr>
        <p:spPr>
          <a:xfrm xmlns:a="http://schemas.openxmlformats.org/drawingml/2006/main">
            <a:off x="4279900" y="2790444"/>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Read across before up.</a:t>
            </a:r>
          </a:p>
        </p:txBody>
      </p:sp>
      <p:sp>
        <p:nvSpPr>
          <p:cNvPr id="21" name="item-3-title">
            <a:extLst xmlns:a="http://schemas.openxmlformats.org/drawingml/2006/main">
              <a:ext uri="{FF2B5EF4-FFF2-40B4-BE49-F238E27FC236}">
                <a16:creationId xmlns:a16="http://schemas.microsoft.com/office/drawing/2014/main" id="{255B2B76-E131-4CEC-A3E3-D1CEB3449BFC}"/>
              </a:ext>
            </a:extLst>
          </p:cNvPr>
          <p:cNvSpPr>
            <a:spLocks xmlns:a="http://schemas.openxmlformats.org/drawingml/2006/main" noGrp="1"/>
          </p:cNvSpPr>
          <p:nvPr/>
        </p:nvSpPr>
        <p:spPr>
          <a:xfrm xmlns:a="http://schemas.openxmlformats.org/drawingml/2006/main">
            <a:off x="81788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3. Precision</a:t>
            </a:r>
          </a:p>
        </p:txBody>
      </p:sp>
      <p:sp>
        <p:nvSpPr>
          <p:cNvPr id="22" name="item-3-question">
            <a:extLst xmlns:a="http://schemas.openxmlformats.org/drawingml/2006/main">
              <a:ext uri="{FF2B5EF4-FFF2-40B4-BE49-F238E27FC236}">
                <a16:creationId xmlns:a16="http://schemas.microsoft.com/office/drawing/2014/main" id="{7CB9443D-B289-47D3-9233-5379A11F1598}"/>
              </a:ext>
            </a:extLst>
          </p:cNvPr>
          <p:cNvSpPr>
            <a:spLocks xmlns:a="http://schemas.openxmlformats.org/drawingml/2006/main" noGrp="1"/>
          </p:cNvSpPr>
          <p:nvPr/>
        </p:nvSpPr>
        <p:spPr>
          <a:xfrm xmlns:a="http://schemas.openxmlformats.org/drawingml/2006/main">
            <a:off x="81788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Does a four-figure reference name a square or an exact dot?</a:t>
            </a:r>
          </a:p>
        </p:txBody>
      </p:sp>
      <p:sp>
        <p:nvSpPr>
          <p:cNvPr id="23" name="item-3-clue">
            <a:extLst xmlns:a="http://schemas.openxmlformats.org/drawingml/2006/main">
              <a:ext uri="{FF2B5EF4-FFF2-40B4-BE49-F238E27FC236}">
                <a16:creationId xmlns:a16="http://schemas.microsoft.com/office/drawing/2014/main" id="{E82F09A7-F195-4FBE-AB59-F73994D4CB58}"/>
              </a:ext>
            </a:extLst>
          </p:cNvPr>
          <p:cNvSpPr>
            <a:spLocks xmlns:a="http://schemas.openxmlformats.org/drawingml/2006/main" noGrp="1"/>
          </p:cNvSpPr>
          <p:nvPr/>
        </p:nvSpPr>
        <p:spPr>
          <a:xfrm xmlns:a="http://schemas.openxmlformats.org/drawingml/2006/main">
            <a:off x="81788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Think of PO and Q9.</a:t>
            </a:r>
          </a:p>
        </p:txBody>
      </p:sp>
    </p:spTree>
    <p:extLst>
      <p:ext uri="{BB962C8B-B14F-4D97-AF65-F5344CB8AC3E}">
        <p14:creationId xmlns:p14="http://schemas.microsoft.com/office/powerpoint/2010/main" val="35548503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B03B5AEC-1B81-4A5B-9E70-5C0C88CEE882}"/>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FD25887C-194E-46FF-8AAF-9C863639B989}"/>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3D36A143-9568-46A2-B5A4-AA14937C55A3}"/>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Exit ticket</a:t>
            </a:r>
          </a:p>
        </p:txBody>
      </p:sp>
      <p:sp>
        <p:nvSpPr>
          <p:cNvPr id="4" name="tier-route-label">
            <a:extLst xmlns:a="http://schemas.openxmlformats.org/drawingml/2006/main">
              <a:ext uri="{FF2B5EF4-FFF2-40B4-BE49-F238E27FC236}">
                <a16:creationId xmlns:a16="http://schemas.microsoft.com/office/drawing/2014/main" id="{D4DEF876-01D3-4681-A744-8DC9B58F8AB2}"/>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Standard</a:t>
            </a:r>
          </a:p>
        </p:txBody>
      </p:sp>
      <p:pic>
        <p:nvPicPr>
          <p:cNvPr id="5" name="">
            <a:extLst xmlns:a="http://schemas.openxmlformats.org/drawingml/2006/main">
              <a:ext uri="{FF2B5EF4-FFF2-40B4-BE49-F238E27FC236}">
                <a16:creationId xmlns:a16="http://schemas.microsoft.com/office/drawing/2014/main" id="{DDE6F20F-BABE-44FD-B335-3FF65511B9E0}"/>
              </a:ext>
            </a:extLst>
          </p:cNvPr>
          <p:cNvPicPr>
            <a:picLocks xmlns:a="http://schemas.openxmlformats.org/drawingml/2006/main" noChangeAspect="1"/>
          </p:cNvPicPr>
          <p:nvPr/>
        </p:nvPicPr>
        <p:blipFill>
          <a:blip xmlns:r="http://schemas.openxmlformats.org/officeDocument/2006/relationships" xmlns:a="http://schemas.openxmlformats.org/drawingml/2006/main" r:embed="Rd9619e7c68e54ff2"/>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A0E7FB52-B993-49A5-88AB-9487DFC64CE2}"/>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17EAB9D4-7316-4390-9E50-C29C279515FF}"/>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B08036D0-E301-4F0E-803B-3EB9C79CFC1E}"/>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CB166F97-C691-4D9A-890C-BFB4CD6D6A69}"/>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07CF07C3-A596-4AE9-901E-32274D09F4F1}"/>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9C52EA60-19BF-4B32-922E-49E08D288F43}"/>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651E358D-109C-4709-BADD-718D7EC7C9FC}"/>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3" name="licence-footer">
            <a:extLst xmlns:a="http://schemas.openxmlformats.org/drawingml/2006/main">
              <a:ext uri="{FF2B5EF4-FFF2-40B4-BE49-F238E27FC236}">
                <a16:creationId xmlns:a16="http://schemas.microsoft.com/office/drawing/2014/main" id="{829E1D9F-56A1-4A32-876A-BFBBC45B8645}"/>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4F052660-EB59-4D1D-A0F7-60D5C38059C4}"/>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exit reference or explanation in your chosen response mode.</a:t>
            </a:r>
          </a:p>
        </p:txBody>
      </p:sp>
      <p:sp>
        <p:nvSpPr>
          <p:cNvPr id="15" name="item-1-title">
            <a:extLst xmlns:a="http://schemas.openxmlformats.org/drawingml/2006/main">
              <a:ext uri="{FF2B5EF4-FFF2-40B4-BE49-F238E27FC236}">
                <a16:creationId xmlns:a16="http://schemas.microsoft.com/office/drawing/2014/main" id="{4C3AE43A-3A7B-4DED-A1B7-118BD32977A6}"/>
              </a:ext>
            </a:extLst>
          </p:cNvPr>
          <p:cNvSpPr>
            <a:spLocks xmlns:a="http://schemas.openxmlformats.org/drawingml/2006/main" noGrp="1"/>
          </p:cNvSpPr>
          <p:nvPr/>
        </p:nvSpPr>
        <p:spPr>
          <a:xfrm xmlns:a="http://schemas.openxmlformats.org/drawingml/2006/main">
            <a:off x="3810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1. Symbol</a:t>
            </a:r>
          </a:p>
        </p:txBody>
      </p:sp>
      <p:sp>
        <p:nvSpPr>
          <p:cNvPr id="16" name="item-1-question">
            <a:extLst xmlns:a="http://schemas.openxmlformats.org/drawingml/2006/main">
              <a:ext uri="{FF2B5EF4-FFF2-40B4-BE49-F238E27FC236}">
                <a16:creationId xmlns:a16="http://schemas.microsoft.com/office/drawing/2014/main" id="{46CB30ED-A0BB-40FD-89C8-3A0A6526DAE8}"/>
              </a:ext>
            </a:extLst>
          </p:cNvPr>
          <p:cNvSpPr>
            <a:spLocks xmlns:a="http://schemas.openxmlformats.org/drawingml/2006/main" noGrp="1"/>
          </p:cNvSpPr>
          <p:nvPr/>
        </p:nvSpPr>
        <p:spPr>
          <a:xfrm xmlns:a="http://schemas.openxmlformats.org/drawingml/2006/main">
            <a:off x="3810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Identify PO and say what helped you.</a:t>
            </a:r>
          </a:p>
        </p:txBody>
      </p:sp>
      <p:sp>
        <p:nvSpPr>
          <p:cNvPr id="17" name="item-1-clue">
            <a:extLst xmlns:a="http://schemas.openxmlformats.org/drawingml/2006/main">
              <a:ext uri="{FF2B5EF4-FFF2-40B4-BE49-F238E27FC236}">
                <a16:creationId xmlns:a16="http://schemas.microsoft.com/office/drawing/2014/main" id="{13C96B46-71F9-47C7-A58D-8E617FB3AD78}"/>
              </a:ext>
            </a:extLst>
          </p:cNvPr>
          <p:cNvSpPr>
            <a:spLocks xmlns:a="http://schemas.openxmlformats.org/drawingml/2006/main" noGrp="1"/>
          </p:cNvSpPr>
          <p:nvPr/>
        </p:nvSpPr>
        <p:spPr>
          <a:xfrm xmlns:a="http://schemas.openxmlformats.org/drawingml/2006/main">
            <a:off x="3810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Use the key.</a:t>
            </a:r>
          </a:p>
        </p:txBody>
      </p:sp>
      <p:sp>
        <p:nvSpPr>
          <p:cNvPr id="18" name="item-2-title">
            <a:extLst xmlns:a="http://schemas.openxmlformats.org/drawingml/2006/main">
              <a:ext uri="{FF2B5EF4-FFF2-40B4-BE49-F238E27FC236}">
                <a16:creationId xmlns:a16="http://schemas.microsoft.com/office/drawing/2014/main" id="{A8B47825-E7BC-4DBF-8EF8-6DEEA0DD601D}"/>
              </a:ext>
            </a:extLst>
          </p:cNvPr>
          <p:cNvSpPr>
            <a:spLocks xmlns:a="http://schemas.openxmlformats.org/drawingml/2006/main" noGrp="1"/>
          </p:cNvSpPr>
          <p:nvPr/>
        </p:nvSpPr>
        <p:spPr>
          <a:xfrm xmlns:a="http://schemas.openxmlformats.org/drawingml/2006/main">
            <a:off x="42799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2. Reference</a:t>
            </a:r>
          </a:p>
        </p:txBody>
      </p:sp>
      <p:sp>
        <p:nvSpPr>
          <p:cNvPr id="19" name="item-2-question">
            <a:extLst xmlns:a="http://schemas.openxmlformats.org/drawingml/2006/main">
              <a:ext uri="{FF2B5EF4-FFF2-40B4-BE49-F238E27FC236}">
                <a16:creationId xmlns:a16="http://schemas.microsoft.com/office/drawing/2014/main" id="{1ADD5F84-18D1-414B-ACB8-D777DCF12807}"/>
              </a:ext>
            </a:extLst>
          </p:cNvPr>
          <p:cNvSpPr>
            <a:spLocks xmlns:a="http://schemas.openxmlformats.org/drawingml/2006/main" noGrp="1"/>
          </p:cNvSpPr>
          <p:nvPr/>
        </p:nvSpPr>
        <p:spPr>
          <a:xfrm xmlns:a="http://schemas.openxmlformats.org/drawingml/2006/main">
            <a:off x="42799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Give the hall's four-figure reference.</a:t>
            </a:r>
          </a:p>
        </p:txBody>
      </p:sp>
      <p:sp>
        <p:nvSpPr>
          <p:cNvPr id="20" name="item-2-clue">
            <a:extLst xmlns:a="http://schemas.openxmlformats.org/drawingml/2006/main">
              <a:ext uri="{FF2B5EF4-FFF2-40B4-BE49-F238E27FC236}">
                <a16:creationId xmlns:a16="http://schemas.microsoft.com/office/drawing/2014/main" id="{0A3885F7-4A51-4220-BD02-ECDE2ED0C22C}"/>
              </a:ext>
            </a:extLst>
          </p:cNvPr>
          <p:cNvSpPr>
            <a:spLocks xmlns:a="http://schemas.openxmlformats.org/drawingml/2006/main" noGrp="1"/>
          </p:cNvSpPr>
          <p:nvPr/>
        </p:nvSpPr>
        <p:spPr>
          <a:xfrm xmlns:a="http://schemas.openxmlformats.org/drawingml/2006/main">
            <a:off x="42799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Left line, then bottom line.</a:t>
            </a:r>
          </a:p>
        </p:txBody>
      </p:sp>
      <p:sp>
        <p:nvSpPr>
          <p:cNvPr id="21" name="item-3-title">
            <a:extLst xmlns:a="http://schemas.openxmlformats.org/drawingml/2006/main">
              <a:ext uri="{FF2B5EF4-FFF2-40B4-BE49-F238E27FC236}">
                <a16:creationId xmlns:a16="http://schemas.microsoft.com/office/drawing/2014/main" id="{33032EF1-166E-46FF-9FFC-803FB46CF053}"/>
              </a:ext>
            </a:extLst>
          </p:cNvPr>
          <p:cNvSpPr>
            <a:spLocks xmlns:a="http://schemas.openxmlformats.org/drawingml/2006/main" noGrp="1"/>
          </p:cNvSpPr>
          <p:nvPr/>
        </p:nvSpPr>
        <p:spPr>
          <a:xfrm xmlns:a="http://schemas.openxmlformats.org/drawingml/2006/main">
            <a:off x="81788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3. Precision</a:t>
            </a:r>
          </a:p>
        </p:txBody>
      </p:sp>
      <p:sp>
        <p:nvSpPr>
          <p:cNvPr id="22" name="item-3-question">
            <a:extLst xmlns:a="http://schemas.openxmlformats.org/drawingml/2006/main">
              <a:ext uri="{FF2B5EF4-FFF2-40B4-BE49-F238E27FC236}">
                <a16:creationId xmlns:a16="http://schemas.microsoft.com/office/drawing/2014/main" id="{69D74DBB-A902-475D-8BE6-4A40B61CEEC0}"/>
              </a:ext>
            </a:extLst>
          </p:cNvPr>
          <p:cNvSpPr>
            <a:spLocks xmlns:a="http://schemas.openxmlformats.org/drawingml/2006/main" noGrp="1"/>
          </p:cNvSpPr>
          <p:nvPr/>
        </p:nvSpPr>
        <p:spPr>
          <a:xfrm xmlns:a="http://schemas.openxmlformats.org/drawingml/2006/main">
            <a:off x="81788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Why can two features have the same four-figure reference?</a:t>
            </a:r>
          </a:p>
        </p:txBody>
      </p:sp>
      <p:sp>
        <p:nvSpPr>
          <p:cNvPr id="23" name="item-3-clue">
            <a:extLst xmlns:a="http://schemas.openxmlformats.org/drawingml/2006/main">
              <a:ext uri="{FF2B5EF4-FFF2-40B4-BE49-F238E27FC236}">
                <a16:creationId xmlns:a16="http://schemas.microsoft.com/office/drawing/2014/main" id="{9DA42ED6-B1B5-4B3F-9B9F-542F77CE38F8}"/>
              </a:ext>
            </a:extLst>
          </p:cNvPr>
          <p:cNvSpPr>
            <a:spLocks xmlns:a="http://schemas.openxmlformats.org/drawingml/2006/main" noGrp="1"/>
          </p:cNvSpPr>
          <p:nvPr/>
        </p:nvSpPr>
        <p:spPr>
          <a:xfrm xmlns:a="http://schemas.openxmlformats.org/drawingml/2006/main">
            <a:off x="81788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Think of 1221.</a:t>
            </a:r>
          </a:p>
        </p:txBody>
      </p:sp>
    </p:spTree>
    <p:extLst>
      <p:ext uri="{BB962C8B-B14F-4D97-AF65-F5344CB8AC3E}">
        <p14:creationId xmlns:p14="http://schemas.microsoft.com/office/powerpoint/2010/main" val="107154074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62716191-12E7-4DDF-838A-74FBE701C412}"/>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Humanities · LAUNCH · Autumn 2 · Week 1</a:t>
            </a:r>
          </a:p>
        </p:txBody>
      </p:sp>
      <p:sp>
        <p:nvSpPr>
          <p:cNvPr id="2" name="stage-time">
            <a:extLst xmlns:a="http://schemas.openxmlformats.org/drawingml/2006/main">
              <a:ext uri="{FF2B5EF4-FFF2-40B4-BE49-F238E27FC236}">
                <a16:creationId xmlns:a16="http://schemas.microsoft.com/office/drawing/2014/main" id="{39D14E4B-C9FD-4C94-AC75-8AD17ACEBAD8}"/>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030C2085-7C36-4AAC-B0F9-147A09323B32}"/>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Exit ticket</a:t>
            </a:r>
          </a:p>
        </p:txBody>
      </p:sp>
      <p:sp>
        <p:nvSpPr>
          <p:cNvPr id="4" name="tier-route-label">
            <a:extLst xmlns:a="http://schemas.openxmlformats.org/drawingml/2006/main">
              <a:ext uri="{FF2B5EF4-FFF2-40B4-BE49-F238E27FC236}">
                <a16:creationId xmlns:a16="http://schemas.microsoft.com/office/drawing/2014/main" id="{2C8EB53D-E7D3-45DB-83FE-4892E5558075}"/>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Stretch</a:t>
            </a:r>
          </a:p>
        </p:txBody>
      </p:sp>
      <p:pic>
        <p:nvPicPr>
          <p:cNvPr id="5" name="">
            <a:extLst xmlns:a="http://schemas.openxmlformats.org/drawingml/2006/main">
              <a:ext uri="{FF2B5EF4-FFF2-40B4-BE49-F238E27FC236}">
                <a16:creationId xmlns:a16="http://schemas.microsoft.com/office/drawing/2014/main" id="{847EB81D-21C2-4299-A81F-ADF4CCB38B73}"/>
              </a:ext>
            </a:extLst>
          </p:cNvPr>
          <p:cNvPicPr>
            <a:picLocks xmlns:a="http://schemas.openxmlformats.org/drawingml/2006/main" noChangeAspect="1"/>
          </p:cNvPicPr>
          <p:nvPr/>
        </p:nvPicPr>
        <p:blipFill>
          <a:blip xmlns:r="http://schemas.openxmlformats.org/officeDocument/2006/relationships" xmlns:a="http://schemas.openxmlformats.org/drawingml/2006/main" r:embed="Ra8d60a9a285042e8"/>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03D3CED4-8E44-4AF8-AD55-85E997D08B47}"/>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F66E5ABD-3647-40FA-BDC3-4A1586D901BB}"/>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9BDCD66C-C023-44B6-9900-A0BC06246C60}"/>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8B186B58-39F8-41B9-A4B7-8944F6838AE7}"/>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E04AEE67-2259-4448-A672-9B72626ED1FA}"/>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5FB0B8C8-31CF-445E-8DB1-9D199B6306B0}"/>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25977025-5873-4FAD-BA49-39E11E0DE308}"/>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HUM-LAUNCH-A2-W01 · version ______</a:t>
            </a:r>
          </a:p>
        </p:txBody>
      </p:sp>
      <p:sp>
        <p:nvSpPr>
          <p:cNvPr id="13" name="licence-footer">
            <a:extLst xmlns:a="http://schemas.openxmlformats.org/drawingml/2006/main">
              <a:ext uri="{FF2B5EF4-FFF2-40B4-BE49-F238E27FC236}">
                <a16:creationId xmlns:a16="http://schemas.microsoft.com/office/drawing/2014/main" id="{EDE561FC-61B8-4577-BB8B-539F5146529D}"/>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D3BDB035-90B5-4C3D-8CFA-AE282715B18D}"/>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exit reference or explanation in your chosen response mode.</a:t>
            </a:r>
          </a:p>
        </p:txBody>
      </p:sp>
      <p:sp>
        <p:nvSpPr>
          <p:cNvPr id="15" name="item-1-title">
            <a:extLst xmlns:a="http://schemas.openxmlformats.org/drawingml/2006/main">
              <a:ext uri="{FF2B5EF4-FFF2-40B4-BE49-F238E27FC236}">
                <a16:creationId xmlns:a16="http://schemas.microsoft.com/office/drawing/2014/main" id="{EA8B9282-335A-45E1-8D9C-88CFC1940893}"/>
              </a:ext>
            </a:extLst>
          </p:cNvPr>
          <p:cNvSpPr>
            <a:spLocks xmlns:a="http://schemas.openxmlformats.org/drawingml/2006/main" noGrp="1"/>
          </p:cNvSpPr>
          <p:nvPr/>
        </p:nvSpPr>
        <p:spPr>
          <a:xfrm xmlns:a="http://schemas.openxmlformats.org/drawingml/2006/main">
            <a:off x="3810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1. Symbol</a:t>
            </a:r>
          </a:p>
        </p:txBody>
      </p:sp>
      <p:sp>
        <p:nvSpPr>
          <p:cNvPr id="16" name="item-1-question">
            <a:extLst xmlns:a="http://schemas.openxmlformats.org/drawingml/2006/main">
              <a:ext uri="{FF2B5EF4-FFF2-40B4-BE49-F238E27FC236}">
                <a16:creationId xmlns:a16="http://schemas.microsoft.com/office/drawing/2014/main" id="{034D2727-8253-4589-AC46-55533A70AE78}"/>
              </a:ext>
            </a:extLst>
          </p:cNvPr>
          <p:cNvSpPr>
            <a:spLocks xmlns:a="http://schemas.openxmlformats.org/drawingml/2006/main" noGrp="1"/>
          </p:cNvSpPr>
          <p:nvPr/>
        </p:nvSpPr>
        <p:spPr>
          <a:xfrm xmlns:a="http://schemas.openxmlformats.org/drawingml/2006/main">
            <a:off x="3810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Explain why a symbol must be checked against the map's key.</a:t>
            </a:r>
          </a:p>
        </p:txBody>
      </p:sp>
      <p:sp>
        <p:nvSpPr>
          <p:cNvPr id="17" name="item-1-clue">
            <a:extLst xmlns:a="http://schemas.openxmlformats.org/drawingml/2006/main">
              <a:ext uri="{FF2B5EF4-FFF2-40B4-BE49-F238E27FC236}">
                <a16:creationId xmlns:a16="http://schemas.microsoft.com/office/drawing/2014/main" id="{B353EEFD-354F-425A-90D6-F75DAB7E36CD}"/>
              </a:ext>
            </a:extLst>
          </p:cNvPr>
          <p:cNvSpPr>
            <a:spLocks xmlns:a="http://schemas.openxmlformats.org/drawingml/2006/main" noGrp="1"/>
          </p:cNvSpPr>
          <p:nvPr/>
        </p:nvSpPr>
        <p:spPr>
          <a:xfrm xmlns:a="http://schemas.openxmlformats.org/drawingml/2006/main">
            <a:off x="3810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Think about different map types.</a:t>
            </a:r>
          </a:p>
        </p:txBody>
      </p:sp>
      <p:sp>
        <p:nvSpPr>
          <p:cNvPr id="18" name="item-2-title">
            <a:extLst xmlns:a="http://schemas.openxmlformats.org/drawingml/2006/main">
              <a:ext uri="{FF2B5EF4-FFF2-40B4-BE49-F238E27FC236}">
                <a16:creationId xmlns:a16="http://schemas.microsoft.com/office/drawing/2014/main" id="{CEB7F08B-D326-4835-8548-E65AB75DFA1E}"/>
              </a:ext>
            </a:extLst>
          </p:cNvPr>
          <p:cNvSpPr>
            <a:spLocks xmlns:a="http://schemas.openxmlformats.org/drawingml/2006/main" noGrp="1"/>
          </p:cNvSpPr>
          <p:nvPr/>
        </p:nvSpPr>
        <p:spPr>
          <a:xfrm xmlns:a="http://schemas.openxmlformats.org/drawingml/2006/main">
            <a:off x="42799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2. Reference</a:t>
            </a:r>
          </a:p>
        </p:txBody>
      </p:sp>
      <p:sp>
        <p:nvSpPr>
          <p:cNvPr id="19" name="item-2-question">
            <a:extLst xmlns:a="http://schemas.openxmlformats.org/drawingml/2006/main">
              <a:ext uri="{FF2B5EF4-FFF2-40B4-BE49-F238E27FC236}">
                <a16:creationId xmlns:a16="http://schemas.microsoft.com/office/drawing/2014/main" id="{B3E4C285-1E72-4F31-9172-14A8DB809028}"/>
              </a:ext>
            </a:extLst>
          </p:cNvPr>
          <p:cNvSpPr>
            <a:spLocks xmlns:a="http://schemas.openxmlformats.org/drawingml/2006/main" noGrp="1"/>
          </p:cNvSpPr>
          <p:nvPr/>
        </p:nvSpPr>
        <p:spPr>
          <a:xfrm xmlns:a="http://schemas.openxmlformats.org/drawingml/2006/main">
            <a:off x="42799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Give the post office's six-figure reference.</a:t>
            </a:r>
          </a:p>
        </p:txBody>
      </p:sp>
      <p:sp>
        <p:nvSpPr>
          <p:cNvPr id="20" name="item-2-clue">
            <a:extLst xmlns:a="http://schemas.openxmlformats.org/drawingml/2006/main">
              <a:ext uri="{FF2B5EF4-FFF2-40B4-BE49-F238E27FC236}">
                <a16:creationId xmlns:a16="http://schemas.microsoft.com/office/drawing/2014/main" id="{4FC29ABF-B8E9-46F0-A190-6B699AD5993F}"/>
              </a:ext>
            </a:extLst>
          </p:cNvPr>
          <p:cNvSpPr>
            <a:spLocks xmlns:a="http://schemas.openxmlformats.org/drawingml/2006/main" noGrp="1"/>
          </p:cNvSpPr>
          <p:nvPr/>
        </p:nvSpPr>
        <p:spPr>
          <a:xfrm xmlns:a="http://schemas.openxmlformats.org/drawingml/2006/main">
            <a:off x="4279900" y="3082671"/>
            <a:ext cx="363220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Three easting digits, then three northing digits.</a:t>
            </a:r>
          </a:p>
        </p:txBody>
      </p:sp>
      <p:sp>
        <p:nvSpPr>
          <p:cNvPr id="21" name="item-3-title">
            <a:extLst xmlns:a="http://schemas.openxmlformats.org/drawingml/2006/main">
              <a:ext uri="{FF2B5EF4-FFF2-40B4-BE49-F238E27FC236}">
                <a16:creationId xmlns:a16="http://schemas.microsoft.com/office/drawing/2014/main" id="{95E8766B-FADE-4AF2-BD03-85248CC8CF16}"/>
              </a:ext>
            </a:extLst>
          </p:cNvPr>
          <p:cNvSpPr>
            <a:spLocks xmlns:a="http://schemas.openxmlformats.org/drawingml/2006/main" noGrp="1"/>
          </p:cNvSpPr>
          <p:nvPr/>
        </p:nvSpPr>
        <p:spPr>
          <a:xfrm xmlns:a="http://schemas.openxmlformats.org/drawingml/2006/main">
            <a:off x="81788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3. Precision</a:t>
            </a:r>
          </a:p>
        </p:txBody>
      </p:sp>
      <p:sp>
        <p:nvSpPr>
          <p:cNvPr id="22" name="item-3-question">
            <a:extLst xmlns:a="http://schemas.openxmlformats.org/drawingml/2006/main">
              <a:ext uri="{FF2B5EF4-FFF2-40B4-BE49-F238E27FC236}">
                <a16:creationId xmlns:a16="http://schemas.microsoft.com/office/drawing/2014/main" id="{396B3422-D059-4E82-8A53-2864177E4E81}"/>
              </a:ext>
            </a:extLst>
          </p:cNvPr>
          <p:cNvSpPr>
            <a:spLocks xmlns:a="http://schemas.openxmlformats.org/drawingml/2006/main" noGrp="1"/>
          </p:cNvSpPr>
          <p:nvPr/>
        </p:nvSpPr>
        <p:spPr>
          <a:xfrm xmlns:a="http://schemas.openxmlformats.org/drawingml/2006/main">
            <a:off x="81788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Explain what six figures add to 1221.</a:t>
            </a:r>
          </a:p>
        </p:txBody>
      </p:sp>
      <p:sp>
        <p:nvSpPr>
          <p:cNvPr id="23" name="item-3-clue">
            <a:extLst xmlns:a="http://schemas.openxmlformats.org/drawingml/2006/main">
              <a:ext uri="{FF2B5EF4-FFF2-40B4-BE49-F238E27FC236}">
                <a16:creationId xmlns:a16="http://schemas.microsoft.com/office/drawing/2014/main" id="{29A778B0-1E8F-4A55-AD90-623ADE3D2E68}"/>
              </a:ext>
            </a:extLst>
          </p:cNvPr>
          <p:cNvSpPr>
            <a:spLocks xmlns:a="http://schemas.openxmlformats.org/drawingml/2006/main" noGrp="1"/>
          </p:cNvSpPr>
          <p:nvPr/>
        </p:nvSpPr>
        <p:spPr>
          <a:xfrm xmlns:a="http://schemas.openxmlformats.org/drawingml/2006/main">
            <a:off x="81788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Compare 1 km squares with tenths.</a:t>
            </a:r>
          </a:p>
        </p:txBody>
      </p:sp>
    </p:spTree>
    <p:extLst>
      <p:ext uri="{BB962C8B-B14F-4D97-AF65-F5344CB8AC3E}">
        <p14:creationId xmlns:p14="http://schemas.microsoft.com/office/powerpoint/2010/main" val="1964591807"/>
      </p:ext>
    </p:extLst>
  </p:cSld>
</p:sld>
</file>

<file path=ppt/theme/theme1.xml><?xml version="1.0" encoding="utf-8"?>
<a:theme xmlns:a="http://schemas.openxmlformats.org/drawingml/2006/main" name="Lesson theme">
  <a:themeElements>
    <a:clrScheme name="Lesson colours">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ext">
      <a:majorFont>
        <a:latin typeface="Arial"/>
        <a:ea typeface="Arial"/>
        <a:cs typeface="Arial"/>
      </a:majorFont>
      <a:minorFont>
        <a:latin typeface="Arial"/>
        <a:ea typeface="Arial"/>
        <a:cs typeface="Arial"/>
      </a:minorFont>
    </a:fontScheme>
    <a:fmtScheme name="Lesson forma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Map symbols and grid references</dc:title>
  <dcterms:created xsi:type="dcterms:W3CDTF"/>
  <dcterms:modified xsi:type="dcterms:W3CDTF"/>
  <dc:subject>HUM-LAUNCH-A2-W01</dc:subject>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