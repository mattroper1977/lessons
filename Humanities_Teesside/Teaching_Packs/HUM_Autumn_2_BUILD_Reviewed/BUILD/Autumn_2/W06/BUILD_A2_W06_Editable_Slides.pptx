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4bd7324acbfd432e" Type="http://schemas.openxmlformats.org/officeDocument/2006/relationships/officeDocument" Target="ppt/presentation.xml"/><Relationship Id="R620a55f88f314676" Type="http://schemas.openxmlformats.org/package/2006/relationships/metadata/core-properties" Target="docProps/core.xml"/><Relationship Id="R90f09d63204d407f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28eb65ea03472a"/>
  </p:sldMasterIdLst>
  <p:notesMasterIdLst>
    <p:notesMasterId xmlns:r="http://schemas.openxmlformats.org/officeDocument/2006/relationships" r:id="Rbf305489070843f6"/>
  </p:notesMasterIdLst>
  <p:sldIdLst>
    <p:sldId xmlns:r="http://schemas.openxmlformats.org/officeDocument/2006/relationships" id="256" r:id="Reb6872893d5547ac"/>
    <p:sldId xmlns:r="http://schemas.openxmlformats.org/officeDocument/2006/relationships" id="257" r:id="R47be17e94b194537"/>
    <p:sldId xmlns:r="http://schemas.openxmlformats.org/officeDocument/2006/relationships" id="258" r:id="Rb32d0dc6923e4908"/>
    <p:sldId xmlns:r="http://schemas.openxmlformats.org/officeDocument/2006/relationships" id="259" r:id="R495711b7388a4d0c"/>
    <p:sldId xmlns:r="http://schemas.openxmlformats.org/officeDocument/2006/relationships" id="260" r:id="R14273037c1d54807"/>
    <p:sldId xmlns:r="http://schemas.openxmlformats.org/officeDocument/2006/relationships" id="261" r:id="R1fbafc5baf8443a1"/>
    <p:sldId xmlns:r="http://schemas.openxmlformats.org/officeDocument/2006/relationships" id="262" r:id="R6e1218867c9a4cc4"/>
    <p:sldId xmlns:r="http://schemas.openxmlformats.org/officeDocument/2006/relationships" id="263" r:id="R8de2361a55e24333"/>
    <p:sldId xmlns:r="http://schemas.openxmlformats.org/officeDocument/2006/relationships" id="264" r:id="Rdae351aecc4940b0"/>
    <p:sldId xmlns:r="http://schemas.openxmlformats.org/officeDocument/2006/relationships" id="265" r:id="R59486bce0af14c78"/>
    <p:sldId xmlns:r="http://schemas.openxmlformats.org/officeDocument/2006/relationships" id="266" r:id="R5950504e264140b3"/>
    <p:sldId xmlns:r="http://schemas.openxmlformats.org/officeDocument/2006/relationships" id="267" r:id="R454972c11e164ae7"/>
    <p:sldId xmlns:r="http://schemas.openxmlformats.org/officeDocument/2006/relationships" id="268" r:id="R0f34f30a64054552"/>
    <p:sldId xmlns:r="http://schemas.openxmlformats.org/officeDocument/2006/relationships" id="269" r:id="R193390d9c59c4fa7"/>
    <p:sldId xmlns:r="http://schemas.openxmlformats.org/officeDocument/2006/relationships" id="270" r:id="Reb8303382f8c4403"/>
    <p:sldId xmlns:r="http://schemas.openxmlformats.org/officeDocument/2006/relationships" id="271" r:id="R6ce1635598df4935"/>
    <p:sldId xmlns:r="http://schemas.openxmlformats.org/officeDocument/2006/relationships" id="272" r:id="Re5c131be2511429d"/>
    <p:sldId xmlns:r="http://schemas.openxmlformats.org/officeDocument/2006/relationships" id="273" r:id="R5c8d4250f00f43ac"/>
    <p:sldId xmlns:r="http://schemas.openxmlformats.org/officeDocument/2006/relationships" id="274" r:id="Raf1ef317b47a46b3"/>
    <p:sldId xmlns:r="http://schemas.openxmlformats.org/officeDocument/2006/relationships" id="275" r:id="R43c0e98ee7c145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f34f30a64054552" Type="http://schemas.openxmlformats.org/officeDocument/2006/relationships/slide" Target="slides/slide13.xml"/><Relationship Id="R14273037c1d54807" Type="http://schemas.openxmlformats.org/officeDocument/2006/relationships/slide" Target="slides/slide5.xml"/><Relationship Id="R193390d9c59c4fa7" Type="http://schemas.openxmlformats.org/officeDocument/2006/relationships/slide" Target="slides/slide14.xml"/><Relationship Id="R1d6e37a737b84faa" Type="http://schemas.openxmlformats.org/officeDocument/2006/relationships/presProps" Target="presProps.xml"/><Relationship Id="R1fbafc5baf8443a1" Type="http://schemas.openxmlformats.org/officeDocument/2006/relationships/slide" Target="slides/slide6.xml"/><Relationship Id="R43c0e98ee7c1454a" Type="http://schemas.openxmlformats.org/officeDocument/2006/relationships/slide" Target="slides/slide20.xml"/><Relationship Id="R454972c11e164ae7" Type="http://schemas.openxmlformats.org/officeDocument/2006/relationships/slide" Target="slides/slide12.xml"/><Relationship Id="R47be17e94b194537" Type="http://schemas.openxmlformats.org/officeDocument/2006/relationships/slide" Target="slides/slide2.xml"/><Relationship Id="R495711b7388a4d0c" Type="http://schemas.openxmlformats.org/officeDocument/2006/relationships/slide" Target="slides/slide4.xml"/><Relationship Id="R59486bce0af14c78" Type="http://schemas.openxmlformats.org/officeDocument/2006/relationships/slide" Target="slides/slide10.xml"/><Relationship Id="R5950504e264140b3" Type="http://schemas.openxmlformats.org/officeDocument/2006/relationships/slide" Target="slides/slide11.xml"/><Relationship Id="R5c8d4250f00f43ac" Type="http://schemas.openxmlformats.org/officeDocument/2006/relationships/slide" Target="slides/slide18.xml"/><Relationship Id="R6ce1635598df4935" Type="http://schemas.openxmlformats.org/officeDocument/2006/relationships/slide" Target="slides/slide16.xml"/><Relationship Id="R6e1218867c9a4cc4" Type="http://schemas.openxmlformats.org/officeDocument/2006/relationships/slide" Target="slides/slide7.xml"/><Relationship Id="R735932c7b2a64ef8" Type="http://schemas.openxmlformats.org/officeDocument/2006/relationships/tableStyles" Target="tableStyles.xml"/><Relationship Id="R7928eb65ea03472a" Type="http://schemas.openxmlformats.org/officeDocument/2006/relationships/slideMaster" Target="slideMasters/slideMaster1.xml"/><Relationship Id="R8de2361a55e24333" Type="http://schemas.openxmlformats.org/officeDocument/2006/relationships/slide" Target="slides/slide8.xml"/><Relationship Id="Raa3664aa31d8442d" Type="http://schemas.openxmlformats.org/officeDocument/2006/relationships/theme" Target="theme/theme1.xml"/><Relationship Id="Raf1ef317b47a46b3" Type="http://schemas.openxmlformats.org/officeDocument/2006/relationships/slide" Target="slides/slide19.xml"/><Relationship Id="Rb32d0dc6923e4908" Type="http://schemas.openxmlformats.org/officeDocument/2006/relationships/slide" Target="slides/slide3.xml"/><Relationship Id="Rbf305489070843f6" Type="http://schemas.openxmlformats.org/officeDocument/2006/relationships/notesMaster" Target="notesMasters/notesMaster1.xml"/><Relationship Id="Rdae351aecc4940b0" Type="http://schemas.openxmlformats.org/officeDocument/2006/relationships/slide" Target="slides/slide9.xml"/><Relationship Id="Re5c131be2511429d" Type="http://schemas.openxmlformats.org/officeDocument/2006/relationships/slide" Target="slides/slide17.xml"/><Relationship Id="Reb6872893d5547ac" Type="http://schemas.openxmlformats.org/officeDocument/2006/relationships/slide" Target="slides/slide1.xml"/><Relationship Id="Reb8303382f8c4403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9e25d4cbb5ab406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b79bc1a80417488e" Type="http://schemas.openxmlformats.org/officeDocument/2006/relationships/notesMaster" Target="../notesMasters/notesMaster1.xml"/><Relationship Id="Rbdcbbf8983984917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0fb972ee1e854c5a" Type="http://schemas.openxmlformats.org/officeDocument/2006/relationships/notesMaster" Target="../notesMasters/notesMaster1.xml"/><Relationship Id="R3e914d740e514cbd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3a615b6a30c8487b" Type="http://schemas.openxmlformats.org/officeDocument/2006/relationships/notesMaster" Target="../notesMasters/notesMaster1.xml"/><Relationship Id="Ra743d4a4bddc4428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20ac8781d6924e23" Type="http://schemas.openxmlformats.org/officeDocument/2006/relationships/slide" Target="../slides/slide4.xml"/><Relationship Id="Rfc92912566ca4b2e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05349c63f8b2476c" Type="http://schemas.openxmlformats.org/officeDocument/2006/relationships/slide" Target="../slides/slide5.xml"/><Relationship Id="Rdfc846706cab4938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458917b24ca94e2a" Type="http://schemas.openxmlformats.org/officeDocument/2006/relationships/slide" Target="../slides/slide6.xml"/><Relationship Id="R8f3544dcea5c4394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12cc945693ec485e" Type="http://schemas.openxmlformats.org/officeDocument/2006/relationships/slide" Target="../slides/slide7.xml"/><Relationship Id="Re8752062e8a44b73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3bb24d410f4f4f3c" Type="http://schemas.openxmlformats.org/officeDocument/2006/relationships/slide" Target="../slides/slide8.xml"/><Relationship Id="Re1922eefcc0d4263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6ead5bede9624c79" Type="http://schemas.openxmlformats.org/officeDocument/2006/relationships/notesMaster" Target="../notesMasters/notesMaster1.xml"/><Relationship Id="Rec638fc932ba4b30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145903d3a8ae4493" Type="http://schemas.openxmlformats.org/officeDocument/2006/relationships/notesMaster" Target="../notesMasters/notesMaster1.xml"/><Relationship Id="Rdb0f7f7f95ca4fc0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03ef64d19248435d" Type="http://schemas.openxmlformats.org/officeDocument/2006/relationships/notesMaster" Target="../notesMasters/notesMaster1.xml"/><Relationship Id="Rf9970bb44784455c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7b4cfaffeb3b4e79" Type="http://schemas.openxmlformats.org/officeDocument/2006/relationships/slide" Target="../slides/slide12.xml"/><Relationship Id="R86526e52955d4b0f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05df60a9c2e14b9b" Type="http://schemas.openxmlformats.org/officeDocument/2006/relationships/notesMaster" Target="../notesMasters/notesMaster1.xml"/><Relationship Id="Rb9922d8712e74d97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398d506a9adc4625" Type="http://schemas.openxmlformats.org/officeDocument/2006/relationships/notesMaster" Target="../notesMasters/notesMaster1.xml"/><Relationship Id="Rc0f2af1c465641f9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7574a5a5ed794681" Type="http://schemas.openxmlformats.org/officeDocument/2006/relationships/notesMaster" Target="../notesMasters/notesMaster1.xml"/><Relationship Id="Rf66bacd69a584840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4374651650474a1a" Type="http://schemas.openxmlformats.org/officeDocument/2006/relationships/notesMaster" Target="../notesMasters/notesMaster1.xml"/><Relationship Id="R58259a6ad9c54711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59e92fd397e0460f" Type="http://schemas.openxmlformats.org/officeDocument/2006/relationships/notesMaster" Target="../notesMasters/notesMaster1.xml"/><Relationship Id="Rf2e091a6a9e941a6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337783bab9f248af" Type="http://schemas.openxmlformats.org/officeDocument/2006/relationships/slide" Target="../slides/slide18.xml"/><Relationship Id="R96124b53e5064bed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5d0e5c5a70134321" Type="http://schemas.openxmlformats.org/officeDocument/2006/relationships/slide" Target="../slides/slide19.xml"/><Relationship Id="Rfb8774a1fc4f417b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76bab91e6bec4889" Type="http://schemas.openxmlformats.org/officeDocument/2006/relationships/notesMaster" Target="../notesMasters/notesMaster1.xml"/><Relationship Id="Rd672c880e7f44b99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justified choice and action.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To recognise lives, loss and experiences and to learn from the past.</a:t>
            </a:r>
          </a:p>
          <a:p xmlns:a="http://schemas.openxmlformats.org/drawingml/2006/main">
            <a:r>
              <a:t>Choose: Giving people a fair chance and meeting needs OR Acting to help with a need. Answer: Giving people a fair chance and meeting needs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B or read one relevant card together. Answer: Yes. It can help a pupil access the same activity.</a:t>
            </a:r>
          </a:p>
          <a:p xmlns:a="http://schemas.openxmlformats.org/drawingml/2006/main">
            <a:r>
              <a:t>Give a reason when ready. Answer: Yes. Link it to a need or a fair opportunity.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justified choice and action.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justified choice and action.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justified choice and action.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justified choice and action.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justified choice and action.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</a:t>
            </a:r>
          </a:p>
          <a:p xmlns:a="http://schemas.openxmlformats.org/drawingml/2006/main">
            <a:r>
              <a:t>Read the tablet-sharing dilemma. Say or show what helped you decide.</a:t>
            </a:r>
          </a:p>
          <a:p xmlns:a="http://schemas.openxmlformats.org/drawingml/2006/main">
            <a:r>
              <a:t>Explain why everyone receiving identical support may not meet everyone’s needs.</a:t>
            </a:r>
          </a:p>
          <a:p xmlns:a="http://schemas.openxmlformats.org/drawingml/2006/main">
            <a:r>
              <a:t>F: justified choice and action.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Agree turns and reading support — Meets the need — Access support and shared turns help everyone participate.</a:t>
            </a:r>
          </a:p>
          <a:p xmlns:a="http://schemas.openxmlformats.org/drawingml/2006/main">
            <a:r>
              <a:t>Give one person every turn — Needs changing — Other people lose their opportunity.</a:t>
            </a:r>
          </a:p>
          <a:p xmlns:a="http://schemas.openxmlformats.org/drawingml/2006/main">
            <a:r>
              <a:t>Ask what support is useful — Meets the need — The response can fit the person’s actual need.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 Complete the organiser one space at a time. I choose ___. It is fair because ___. We can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justified choice and action.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choose ___. It is fair because ___. We can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justified choice and action.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why everyone receiving identical support may not meet everyone’s needs.</a:t>
            </a:r>
          </a:p>
          <a:p xmlns:a="http://schemas.openxmlformats.org/drawingml/2006/main">
            <a:r>
              <a:t>F: justified choice and action.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justified choice and action.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Yes. It can help a pupil access the same activity.</a:t>
            </a:r>
          </a:p>
          <a:p xmlns:a="http://schemas.openxmlformats.org/drawingml/2006/main">
            <a:r>
              <a:t>Yes. Link it to a need or a fair opportunity.</a:t>
            </a:r>
          </a:p>
          <a:p xmlns:a="http://schemas.openxmlformats.org/drawingml/2006/main">
            <a:r>
              <a:t>Support: I choose ___. It is fair because ___. We can ___.</a:t>
            </a:r>
          </a:p>
          <a:p xmlns:a="http://schemas.openxmlformats.org/drawingml/2006/main">
            <a:r>
              <a:t>Extension: Explain why everyone receiving identical support may not meet everyone’s needs.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justified choice and action.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justified choice and action.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justified choice and action.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justified choice and action.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6e4876ea166442b8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1e67a199c9314a53" Type="http://schemas.openxmlformats.org/officeDocument/2006/relationships/theme" Target="theme/theme2.xml"/><Relationship Id="R24f4a36a27c74ad4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f4a36a27c74a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61c90e5e0b7f4c7e" Type="http://schemas.openxmlformats.org/officeDocument/2006/relationships/notesSlide" Target="../notesSlides/notesSlide1.xml"/><Relationship Id="R661003bd6377456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5487ba78d5c4486c" Type="http://schemas.openxmlformats.org/officeDocument/2006/relationships/slideLayout" Target="../slideLayouts/slideLayout1.xml"/><Relationship Id="Ra362d0dc1528473e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cbdc6753134b45fb" Type="http://schemas.openxmlformats.org/officeDocument/2006/relationships/notesSlide" Target="../notesSlides/notesSlide3.xml"/><Relationship Id="Rcd33c29bd841417c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648cd2cb649c4eae" Type="http://schemas.openxmlformats.org/officeDocument/2006/relationships/notesSlide" Target="../notesSlides/notesSlide4.xml"/><Relationship Id="R70ec14de631c47c5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487dcd60a3ab4b25" Type="http://schemas.openxmlformats.org/officeDocument/2006/relationships/image" Target="../media/image.png"/><Relationship Id="R9c0591a7b37849a4" Type="http://schemas.openxmlformats.org/officeDocument/2006/relationships/slideLayout" Target="../slideLayouts/slideLayout1.xml"/><Relationship Id="Re0b84937d0fb4c7e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0df424d6e8864ec6" Type="http://schemas.openxmlformats.org/officeDocument/2006/relationships/notesSlide" Target="../notesSlides/notesSlide6.xml"/><Relationship Id="R4313baae65034cca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c8e87ba291894d8d" Type="http://schemas.openxmlformats.org/officeDocument/2006/relationships/slideLayout" Target="../slideLayouts/slideLayout1.xml"/><Relationship Id="Re9045922faf745dd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a67cf2a8188c43f9" Type="http://schemas.openxmlformats.org/officeDocument/2006/relationships/notesSlide" Target="../notesSlides/notesSlide8.xml"/><Relationship Id="Rd6ca7ff772714b6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72eb26391d254d7c" Type="http://schemas.openxmlformats.org/officeDocument/2006/relationships/notesSlide" Target="../notesSlides/notesSlide9.xml"/><Relationship Id="R8fbd50772e6d4eed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73f57ae68a734b1f" Type="http://schemas.openxmlformats.org/officeDocument/2006/relationships/notesSlide" Target="../notesSlides/notesSlide10.xml"/><Relationship Id="Rcf47dc8b12044918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320ac637f0494c48" Type="http://schemas.openxmlformats.org/officeDocument/2006/relationships/slideLayout" Target="../slideLayouts/slideLayout1.xml"/><Relationship Id="Rd08e9833b8ce40e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d06be5d3c5eb4bc0" Type="http://schemas.openxmlformats.org/officeDocument/2006/relationships/slideLayout" Target="../slideLayouts/slideLayout1.xml"/><Relationship Id="Rea0f45e47d4e4f8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1555dff0c54243f4" Type="http://schemas.openxmlformats.org/officeDocument/2006/relationships/slideLayout" Target="../slideLayouts/slideLayout1.xml"/><Relationship Id="R863a887ae15f445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1f1fbc1a69014324" Type="http://schemas.openxmlformats.org/officeDocument/2006/relationships/notesSlide" Target="../notesSlides/notesSlide14.xml"/><Relationship Id="Rba95481e68084562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1e26f868a7f84dcf" Type="http://schemas.openxmlformats.org/officeDocument/2006/relationships/notesSlide" Target="../notesSlides/notesSlide15.xml"/><Relationship Id="Rc9c454f9063e400d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283932da6fb04486" Type="http://schemas.openxmlformats.org/officeDocument/2006/relationships/slideLayout" Target="../slideLayouts/slideLayout1.xml"/><Relationship Id="Rf98d37e7440b475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2973fc8529bd43c6" Type="http://schemas.openxmlformats.org/officeDocument/2006/relationships/notesSlide" Target="../notesSlides/notesSlide17.xml"/><Relationship Id="Rf23658dbcc86484f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065acb17c34a4f72" Type="http://schemas.openxmlformats.org/officeDocument/2006/relationships/slideLayout" Target="../slideLayouts/slideLayout1.xml"/><Relationship Id="Rdeb2f82a99eb45fb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1aa94d89ef6a421d" Type="http://schemas.openxmlformats.org/officeDocument/2006/relationships/slideLayout" Target="../slideLayouts/slideLayout1.xml"/><Relationship Id="R7bacf5bde14b4cad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06c251cc3c1d4adc" Type="http://schemas.openxmlformats.org/officeDocument/2006/relationships/notesSlide" Target="../notesSlides/notesSlide20.xml"/><Relationship Id="R24959531e5934785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F26A0-2A28-407C-8252-662E0588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Fairness and rights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A553E-6047-467C-BF7F-BB564917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W6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106E1-AB19-48F5-8EDD-6518FBB1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Talk about fairness and rights.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15A55-21C2-474E-AAB8-35816EA5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/ Humanities / Autumn 2 / Week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647AE-B8E1-4ECE-8991-5376538E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5544709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3D624-B770-4918-A9A7-2DAC634E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7417A-3AC0-4381-928F-08B8F71B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W6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59E06-4CE5-44D1-A298-C816D4BC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Why might people remember people affected by conflict?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96D3C-83C4-40F5-BF17-5954FF01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fairness?</a:t>
            </a:r>
          </a:p>
        </p:txBody>
      </p:sp>
    </p:spTree>
    <p:extLst>
      <p:ext uri="{BB962C8B-B14F-4D97-AF65-F5344CB8AC3E}">
        <p14:creationId xmlns:p14="http://schemas.microsoft.com/office/powerpoint/2010/main" val="19571921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FDCFAE-CF56-477B-9D45-610C1189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8F833-6776-404C-BD3D-4DCC2188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W6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B15C2-2804-42A0-BEFA-E2C96E75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Could reading support make a shared task fairer?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F6D83-A79F-44E6-B63D-E31121BD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Does a fair choice need a reason?</a:t>
            </a:r>
          </a:p>
        </p:txBody>
      </p:sp>
    </p:spTree>
    <p:extLst>
      <p:ext uri="{BB962C8B-B14F-4D97-AF65-F5344CB8AC3E}">
        <p14:creationId xmlns:p14="http://schemas.microsoft.com/office/powerpoint/2010/main" val="6134582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E5553-8B9C-49CC-819C-0D45D157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027C1-C72E-44FF-B1A7-FD175ABD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W6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C7827-DE9D-44B5-86B3-842D3473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fairness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Giving people a fair chance and meeting needs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BF014-CAE8-4F3A-88AF-947ECE83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care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Acting to help with a need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0D060-5D77-4520-9F6B-6C604016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right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basic entitlement held by people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ED745-B91E-4032-ABBE-7B14F12E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responsibility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we should take care to do</a:t>
            </a:r>
          </a:p>
        </p:txBody>
      </p:sp>
    </p:spTree>
    <p:extLst>
      <p:ext uri="{BB962C8B-B14F-4D97-AF65-F5344CB8AC3E}">
        <p14:creationId xmlns:p14="http://schemas.microsoft.com/office/powerpoint/2010/main" val="9728813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54BE2-6EBD-48BB-9581-8C05E9AC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9CA94-CE32-4026-A0ED-C0DAD8DE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W6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7dcd60a3ab4b25"/>
          <a:stretch xmlns:a="http://schemas.openxmlformats.org/drawingml/2006/main"/>
        </p:blipFill>
        <p:spPr>
          <a:xfrm xmlns:a="http://schemas.openxmlformats.org/drawingml/2006/main">
            <a:off x="1199324" y="3286125"/>
            <a:ext cx="9793351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16C54-8111-482F-8151-E63AAD81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the tablet-sharing dilemma.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35573-2999-4F76-A591-157A44E2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05C6A-26BE-4F28-B027-1AD0FDFA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two choices. Read one short instruction. Point, match or say a word, then add a reason when ready.</a:t>
            </a:r>
          </a:p>
        </p:txBody>
      </p:sp>
    </p:spTree>
    <p:extLst>
      <p:ext uri="{BB962C8B-B14F-4D97-AF65-F5344CB8AC3E}">
        <p14:creationId xmlns:p14="http://schemas.microsoft.com/office/powerpoint/2010/main" val="7847374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4470A-1DAF-4EFA-A64B-CF5C0C5E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ADEFB-4409-4B81-8519-46CAF838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W6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9E81F-A376-4B79-A962-6175C82F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Could reading support make a shared task fairer?</a:t>
            </a:r>
          </a:p>
        </p:txBody>
      </p:sp>
    </p:spTree>
    <p:extLst>
      <p:ext uri="{BB962C8B-B14F-4D97-AF65-F5344CB8AC3E}">
        <p14:creationId xmlns:p14="http://schemas.microsoft.com/office/powerpoint/2010/main" val="3188660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511EA-7213-4A47-ADEF-B79145AC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B26CC-9305-4672-87F3-DB88CED8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W6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1657A-1306-4587-8E2F-935403F9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B A fair turn: Fictional case: three pupils share one tablet. Jo needs text read aloud. The group can agree turns and switch on speech support. Equal dignity does not always mean identical support.</a:t>
            </a:r>
          </a:p>
        </p:txBody>
      </p:sp>
    </p:spTree>
    <p:extLst>
      <p:ext uri="{BB962C8B-B14F-4D97-AF65-F5344CB8AC3E}">
        <p14:creationId xmlns:p14="http://schemas.microsoft.com/office/powerpoint/2010/main" val="4445079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C797D-7CF3-4086-968E-9EC0F719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2C987-421F-4289-BCDA-4EA32043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W6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A4986-8BEE-41D8-88C9-D226E136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Yes. It can help a pupil access the same activity.</a:t>
            </a:r>
          </a:p>
        </p:txBody>
      </p:sp>
    </p:spTree>
    <p:extLst>
      <p:ext uri="{BB962C8B-B14F-4D97-AF65-F5344CB8AC3E}">
        <p14:creationId xmlns:p14="http://schemas.microsoft.com/office/powerpoint/2010/main" val="13466364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AA10F-4C29-4ED5-9CC0-451D9E79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1C2FF-1B20-49C1-8D2E-68E7D917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W6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03FEA-5515-4C58-8D06-9C616340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Does a fair choice need a reason? Yes. Link it to a need or a fair opportunity.</a:t>
            </a:r>
          </a:p>
        </p:txBody>
      </p:sp>
    </p:spTree>
    <p:extLst>
      <p:ext uri="{BB962C8B-B14F-4D97-AF65-F5344CB8AC3E}">
        <p14:creationId xmlns:p14="http://schemas.microsoft.com/office/powerpoint/2010/main" val="1231422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45678-3296-4400-A28E-44D6BB77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6A694-E8ED-4E09-A316-0CE36687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W6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5D6E7-CB87-4DB5-AF08-62EF9844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the tablet-sharing dilemma.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6DD2A-75CE-4DE3-BC9C-C5A61B55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identical treatment with support that meets a need.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6C90E-B392-436B-8D56-0E48E434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5932810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0315B-4E7A-44A3-9E72-1ED57939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A5756-7247-4D2D-A700-FA404E5D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W6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B2EBF-B709-48E2-8E2E-0B87CFD1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Agree turns and reading support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3D8DE-2B9A-4B2D-8EC8-5AC06F38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Give one person every turn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CE06E9-F82F-45D4-A951-516D266C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Ask what support is useful</a:t>
            </a:r>
          </a:p>
        </p:txBody>
      </p:sp>
    </p:spTree>
    <p:extLst>
      <p:ext uri="{BB962C8B-B14F-4D97-AF65-F5344CB8AC3E}">
        <p14:creationId xmlns:p14="http://schemas.microsoft.com/office/powerpoint/2010/main" val="18564811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48D46-ECB4-45B0-86A3-CA78C1A6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BBBBA-E4E5-4001-BB66-D55BC710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W6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C051C-74E4-480F-8F2A-7FEBBCE8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a fair response to the fictional tablet scenario.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56755-6192-4E24-B3F2-C16A36C5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a reason and one practical caring action.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222FF-F193-4E84-819C-29904D15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Link the action to a fair chance to participate.</a:t>
            </a:r>
          </a:p>
        </p:txBody>
      </p:sp>
    </p:spTree>
    <p:extLst>
      <p:ext uri="{BB962C8B-B14F-4D97-AF65-F5344CB8AC3E}">
        <p14:creationId xmlns:p14="http://schemas.microsoft.com/office/powerpoint/2010/main" val="17259869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FFCBE-6D07-4F3B-BDD0-2D2896B7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40457-BD2B-493A-AD2B-115125A6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W6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6F207-FF85-45CB-A7F9-69DBB93E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a fair response to the fictional tablet scenario.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8D7A2-41D6-459A-84A3-EB0CBD32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a reason and one practical caring action.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2A7A4-206B-4A72-A715-FF11050C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Link the action to a fair chance to participate.</a:t>
            </a:r>
          </a:p>
        </p:txBody>
      </p:sp>
    </p:spTree>
    <p:extLst>
      <p:ext uri="{BB962C8B-B14F-4D97-AF65-F5344CB8AC3E}">
        <p14:creationId xmlns:p14="http://schemas.microsoft.com/office/powerpoint/2010/main" val="9489629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D6DD9-F910-42DD-AC48-1D4A2550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1D921-E2DE-44A4-8841-2AB3C8AF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W6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002439-0C49-4BC8-B64C-F41DEA3B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a fair response to the fictional tablet scenario.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D388D-09AF-4532-97FD-DDF62C24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a reason and one practical caring action.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B6942-66DD-497F-AF27-FE3EF05D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Link the action to a fair chance to participate.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2A33F8-3D43-47F6-B380-D6D89CAA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why everyone receiving identical support may not meet everyone’s needs.</a:t>
            </a:r>
          </a:p>
        </p:txBody>
      </p:sp>
    </p:spTree>
    <p:extLst>
      <p:ext uri="{BB962C8B-B14F-4D97-AF65-F5344CB8AC3E}">
        <p14:creationId xmlns:p14="http://schemas.microsoft.com/office/powerpoint/2010/main" val="5484707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C22FD-06B9-4439-A6F8-D8092D04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C7383-0D3C-4199-9AB7-2C0BEDF6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W6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13D7C-7922-4590-BE11-2F5B04C4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justified choice and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89600-DBAE-4703-BE01-FF847B94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9A258-ABCB-419D-9482-0EA8CC0A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6974215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1EC532-94BF-410A-9D84-F32B9A39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9C2BA-4318-43EA-842D-48E56DCF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W6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27DD8-8B04-496D-8DD3-1ED264C5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Could reading support make a shared task fairer?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BA576-ABAF-4347-8281-AB02FAC9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Does a fair choice need a reason?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7A70C-FFCE-4792-A36C-6BDDB480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453300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CF97D-4B32-4C55-A524-689BDE14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A The Good Samaritan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28AA9-3802-4248-A5FC-829D4339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W6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B46DE-1B16-456C-AA2D-D8FB4410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Easy-read retelling of the Christian parable in Luke 10: A traveller needs help. Two people pass by. A Samaritan stops, cares for him and arranges more help. The story asks what it means to be a neighbour.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ECCEF-BAA9-44D3-971C-2A85FA70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retelling of Luke 10:25–37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86165-63A5-425E-B735-9B320040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religious story teaches an idea; this retelling is not a quotation or a historical record.</a:t>
            </a:r>
          </a:p>
        </p:txBody>
      </p:sp>
    </p:spTree>
    <p:extLst>
      <p:ext uri="{BB962C8B-B14F-4D97-AF65-F5344CB8AC3E}">
        <p14:creationId xmlns:p14="http://schemas.microsoft.com/office/powerpoint/2010/main" val="6784923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03AAE-CBB1-410D-8385-C26B497E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B A fair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49143-1627-4924-BFD4-0FA16F9A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W6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B97D5-6A66-4B81-BEC6-BD7F46AE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case: three pupils share one tablet. Jo needs text read aloud. The group can agree turns and switch on speech support. Equal dignity does not always mean identical support.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866CA-6278-4DE8-A981-A7766FAF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8542C-F5E8-4E7E-AB6D-DAF91F81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4155554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FCFB6-B56D-4229-B3B8-D1C0C063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C A caring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E3FF6-4B97-4754-90EC-C7F1B36E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W6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F44A1-794A-4964-AB15-94E1B635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case: a new student cannot find the reading resources. A clear shelf label and a choice of formats could help. Ask what is useful before deciding.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581BA-C2F6-4077-915F-CC76D1B2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BF0D2-6F3F-443E-B458-4E50C795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119002005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641A3-E570-4D20-A4F5-8E89E293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M Malala Yousafzai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D3D57-34D9-4491-8613-8AFF50F9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W6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98620-AFC5-4B6E-B109-6A8C7BAC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Malala campaigns for children’s education, especially girls’ education. She shared the 2014 Nobel Peace Prize with Kailash Satyarthi.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FFD88-0E17-4922-A38D-427A6DD9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Nobel Prize, Malala Yousafzai facts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715E4-16D5-40EE-9315-A12BC334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An award recognises work; it does not prove that unequal access to education has ended.</a:t>
            </a:r>
          </a:p>
        </p:txBody>
      </p:sp>
    </p:spTree>
    <p:extLst>
      <p:ext uri="{BB962C8B-B14F-4D97-AF65-F5344CB8AC3E}">
        <p14:creationId xmlns:p14="http://schemas.microsoft.com/office/powerpoint/2010/main" val="17955003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2026-09-19T18:35:55.1070000Z</dcterms:created>
  <dcterms:modified xsi:type="dcterms:W3CDTF">2026-09-19T18:35:55.1070000Z</dcterms:modified>
</coreProperties>
</file>