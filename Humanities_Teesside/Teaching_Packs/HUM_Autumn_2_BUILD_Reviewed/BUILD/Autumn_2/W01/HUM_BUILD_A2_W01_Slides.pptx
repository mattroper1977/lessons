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3d694aa879904db0"/><Relationship Type="http://schemas.openxmlformats.org/officeDocument/2006/relationships/extended-properties" Target="/docProps/app.xml" Id="Rb4010dbf0c9a48cc"/><Relationship Type="http://schemas.openxmlformats.org/officeDocument/2006/relationships/officeDocument" Target="/ppt/presentation.xml" Id="Rd54c631292914063"/><Relationship Id="rIdCustomSource"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2240b7fea7f14452"/>
  </p:sldMasterIdLst>
  <p:notesMasterIdLst>
    <p:notesMasterId xmlns:r="http://schemas.openxmlformats.org/officeDocument/2006/relationships" r:id="R64ec9689f0ad486f"/>
  </p:notesMasterIdLst>
  <p:sldIdLst>
    <p:sldId xmlns:r="http://schemas.openxmlformats.org/officeDocument/2006/relationships" id="256" r:id="Rf4056034a8e54442"/>
    <p:sldId xmlns:r="http://schemas.openxmlformats.org/officeDocument/2006/relationships" id="257" r:id="R0a854c988b0c4c10"/>
    <p:sldId xmlns:r="http://schemas.openxmlformats.org/officeDocument/2006/relationships" id="258" r:id="R43160520608c4d20"/>
    <p:sldId xmlns:r="http://schemas.openxmlformats.org/officeDocument/2006/relationships" id="259" r:id="R37ed993accae4cf8"/>
    <p:sldId xmlns:r="http://schemas.openxmlformats.org/officeDocument/2006/relationships" id="260" r:id="R73361958e4804020"/>
    <p:sldId xmlns:r="http://schemas.openxmlformats.org/officeDocument/2006/relationships" id="261" r:id="R7d5123276f9146fc"/>
    <p:sldId xmlns:r="http://schemas.openxmlformats.org/officeDocument/2006/relationships" id="262" r:id="Rbb63b5c9674a46e5"/>
    <p:sldId xmlns:r="http://schemas.openxmlformats.org/officeDocument/2006/relationships" id="263" r:id="Re5bd5e9c32fa4675"/>
    <p:sldId xmlns:r="http://schemas.openxmlformats.org/officeDocument/2006/relationships" id="264" r:id="R63275bfab16048cf"/>
    <p:sldId xmlns:r="http://schemas.openxmlformats.org/officeDocument/2006/relationships" id="265" r:id="Rf90b01b4c9b34610"/>
    <p:sldId xmlns:r="http://schemas.openxmlformats.org/officeDocument/2006/relationships" id="266" r:id="R837687e0885f4e46"/>
    <p:sldId xmlns:r="http://schemas.openxmlformats.org/officeDocument/2006/relationships" id="267" r:id="Ra76a44e6df84495f"/>
    <p:sldId xmlns:r="http://schemas.openxmlformats.org/officeDocument/2006/relationships" id="268" r:id="R640d27d9e9094abb"/>
    <p:sldId xmlns:r="http://schemas.openxmlformats.org/officeDocument/2006/relationships" id="269" r:id="Rc6b68fefc5254797"/>
    <p:sldId xmlns:r="http://schemas.openxmlformats.org/officeDocument/2006/relationships" id="270" r:id="Rf8af53e13fa9462d"/>
    <p:sldId xmlns:r="http://schemas.openxmlformats.org/officeDocument/2006/relationships" id="271" r:id="R6cdc0b46338e4f01"/>
    <p:sldId xmlns:r="http://schemas.openxmlformats.org/officeDocument/2006/relationships" id="272" r:id="Re77a6586bb0a43a9"/>
    <p:sldId xmlns:r="http://schemas.openxmlformats.org/officeDocument/2006/relationships" id="273" r:id="R779c9625bb964a57"/>
    <p:sldId xmlns:r="http://schemas.openxmlformats.org/officeDocument/2006/relationships" id="274" r:id="Re22cb054a67b4c9c"/>
    <p:sldId xmlns:r="http://schemas.openxmlformats.org/officeDocument/2006/relationships" id="275" r:id="Rec37ad370bbd4539"/>
    <p:sldId xmlns:r="http://schemas.openxmlformats.org/officeDocument/2006/relationships" id="276" r:id="R38096d45ca5a4065"/>
    <p:sldId xmlns:r="http://schemas.openxmlformats.org/officeDocument/2006/relationships" id="277" r:id="Rbe223446f16e431b"/>
    <p:sldId xmlns:r="http://schemas.openxmlformats.org/officeDocument/2006/relationships" id="278" r:id="R342c6085eb404b78"/>
    <p:sldId xmlns:r="http://schemas.openxmlformats.org/officeDocument/2006/relationships" id="279" r:id="Rf56106163faf4449"/>
    <p:sldId xmlns:r="http://schemas.openxmlformats.org/officeDocument/2006/relationships" id="280" r:id="Rbfeee33889294a82"/>
    <p:sldId xmlns:r="http://schemas.openxmlformats.org/officeDocument/2006/relationships" id="281" r:id="R4279f3d0c32f4d5c"/>
    <p:sldId xmlns:r="http://schemas.openxmlformats.org/officeDocument/2006/relationships" id="282" r:id="Rdb7602db4ec84371"/>
    <p:sldId xmlns:r="http://schemas.openxmlformats.org/officeDocument/2006/relationships" id="283" r:id="Rc5d8ab9f2ebb4fab"/>
    <p:sldId xmlns:r="http://schemas.openxmlformats.org/officeDocument/2006/relationships" id="284" r:id="Rb03463a096064a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ac9530a56504c2f"/><Relationship Type="http://schemas.openxmlformats.org/officeDocument/2006/relationships/slideMaster" Target="/ppt/slideMasters/slideMaster1.xml" Id="R2240b7fea7f14452"/><Relationship Type="http://schemas.openxmlformats.org/officeDocument/2006/relationships/notesMaster" Target="/ppt/notesMasters/notesMaster1.xml" Id="R64ec9689f0ad486f"/><Relationship Type="http://schemas.openxmlformats.org/officeDocument/2006/relationships/presProps" Target="/ppt/presProps.xml" Id="R7cc8efb36c654c87"/><Relationship Type="http://schemas.openxmlformats.org/officeDocument/2006/relationships/tableStyles" Target="/ppt/tableStyles.xml" Id="R90759c1ec5d24931"/><Relationship Type="http://schemas.openxmlformats.org/officeDocument/2006/relationships/slide" Target="/ppt/slides/slide1.xml" Id="Rf4056034a8e54442"/><Relationship Type="http://schemas.openxmlformats.org/officeDocument/2006/relationships/slide" Target="/ppt/slides/slide2.xml" Id="R0a854c988b0c4c10"/><Relationship Type="http://schemas.openxmlformats.org/officeDocument/2006/relationships/slide" Target="/ppt/slides/slide3.xml" Id="R43160520608c4d20"/><Relationship Type="http://schemas.openxmlformats.org/officeDocument/2006/relationships/slide" Target="/ppt/slides/slide4.xml" Id="R37ed993accae4cf8"/><Relationship Type="http://schemas.openxmlformats.org/officeDocument/2006/relationships/slide" Target="/ppt/slides/slide5.xml" Id="R73361958e4804020"/><Relationship Type="http://schemas.openxmlformats.org/officeDocument/2006/relationships/slide" Target="/ppt/slides/slide6.xml" Id="R7d5123276f9146fc"/><Relationship Type="http://schemas.openxmlformats.org/officeDocument/2006/relationships/slide" Target="/ppt/slides/slide7.xml" Id="Rbb63b5c9674a46e5"/><Relationship Type="http://schemas.openxmlformats.org/officeDocument/2006/relationships/slide" Target="/ppt/slides/slide8.xml" Id="Re5bd5e9c32fa4675"/><Relationship Type="http://schemas.openxmlformats.org/officeDocument/2006/relationships/slide" Target="/ppt/slides/slide9.xml" Id="R63275bfab16048cf"/><Relationship Type="http://schemas.openxmlformats.org/officeDocument/2006/relationships/slide" Target="/ppt/slides/slide10.xml" Id="Rf90b01b4c9b34610"/><Relationship Type="http://schemas.openxmlformats.org/officeDocument/2006/relationships/slide" Target="/ppt/slides/slide11.xml" Id="R837687e0885f4e46"/><Relationship Type="http://schemas.openxmlformats.org/officeDocument/2006/relationships/slide" Target="/ppt/slides/slide12.xml" Id="Ra76a44e6df84495f"/><Relationship Type="http://schemas.openxmlformats.org/officeDocument/2006/relationships/slide" Target="/ppt/slides/slide13.xml" Id="R640d27d9e9094abb"/><Relationship Type="http://schemas.openxmlformats.org/officeDocument/2006/relationships/slide" Target="/ppt/slides/slide14.xml" Id="Rc6b68fefc5254797"/><Relationship Type="http://schemas.openxmlformats.org/officeDocument/2006/relationships/slide" Target="/ppt/slides/slide15.xml" Id="Rf8af53e13fa9462d"/><Relationship Type="http://schemas.openxmlformats.org/officeDocument/2006/relationships/slide" Target="/ppt/slides/slide16.xml" Id="R6cdc0b46338e4f01"/><Relationship Type="http://schemas.openxmlformats.org/officeDocument/2006/relationships/slide" Target="/ppt/slides/slide17.xml" Id="Re77a6586bb0a43a9"/><Relationship Type="http://schemas.openxmlformats.org/officeDocument/2006/relationships/slide" Target="/ppt/slides/slide18.xml" Id="R779c9625bb964a57"/><Relationship Type="http://schemas.openxmlformats.org/officeDocument/2006/relationships/slide" Target="/ppt/slides/slide19.xml" Id="Re22cb054a67b4c9c"/><Relationship Type="http://schemas.openxmlformats.org/officeDocument/2006/relationships/slide" Target="/ppt/slides/slide20.xml" Id="Rec37ad370bbd4539"/><Relationship Type="http://schemas.openxmlformats.org/officeDocument/2006/relationships/slide" Target="/ppt/slides/slide21.xml" Id="R38096d45ca5a4065"/><Relationship Type="http://schemas.openxmlformats.org/officeDocument/2006/relationships/slide" Target="/ppt/slides/slide22.xml" Id="Rbe223446f16e431b"/><Relationship Type="http://schemas.openxmlformats.org/officeDocument/2006/relationships/slide" Target="/ppt/slides/slide23.xml" Id="R342c6085eb404b78"/><Relationship Type="http://schemas.openxmlformats.org/officeDocument/2006/relationships/slide" Target="/ppt/slides/slide24.xml" Id="Rf56106163faf4449"/><Relationship Type="http://schemas.openxmlformats.org/officeDocument/2006/relationships/slide" Target="/ppt/slides/slide25.xml" Id="Rbfeee33889294a82"/><Relationship Type="http://schemas.openxmlformats.org/officeDocument/2006/relationships/slide" Target="/ppt/slides/slide26.xml" Id="R4279f3d0c32f4d5c"/><Relationship Type="http://schemas.openxmlformats.org/officeDocument/2006/relationships/slide" Target="/ppt/slides/slide27.xml" Id="Rdb7602db4ec84371"/><Relationship Type="http://schemas.openxmlformats.org/officeDocument/2006/relationships/slide" Target="/ppt/slides/slide28.xml" Id="Rc5d8ab9f2ebb4fab"/><Relationship Type="http://schemas.openxmlformats.org/officeDocument/2006/relationships/slide" Target="/ppt/slides/slide29.xml" Id="Rb03463a096064a6c"/></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0685bcfe0924290"/></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lIns="12700" rIns="12700"/>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lang="en-GB">
        <a:latin typeface="Arial"/>
        <a:ea typeface="Arial"/>
        <a:cs typeface="Arial"/>
      </a:defRPr>
    </a:lvl1pPr>
  </p:notesStyle>
</p:notesMaster>
</file>

<file path=ppt/notesMasters/theme/theme3.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e38be5ae3b9044c8"/><Relationship Type="http://schemas.openxmlformats.org/officeDocument/2006/relationships/notesMaster" Target="/ppt/notesMasters/notesMaster1.xml" Id="R7749911707344178"/></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da10130fe3d84e35"/><Relationship Type="http://schemas.openxmlformats.org/officeDocument/2006/relationships/notesMaster" Target="/ppt/notesMasters/notesMaster1.xml" Id="Raec4cb957a5a43cf"/></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281dca38e114253"/><Relationship Type="http://schemas.openxmlformats.org/officeDocument/2006/relationships/notesMaster" Target="/ppt/notesMasters/notesMaster1.xml" Id="R7f556aab560f4ee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2d74195339e941f9"/><Relationship Type="http://schemas.openxmlformats.org/officeDocument/2006/relationships/notesMaster" Target="/ppt/notesMasters/notesMaster1.xml" Id="R7cd3479e383c424f"/></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010f37e5e8a54d56"/><Relationship Type="http://schemas.openxmlformats.org/officeDocument/2006/relationships/notesMaster" Target="/ppt/notesMasters/notesMaster1.xml" Id="Rfbde080fd6b0401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8e485a060e244fb0"/><Relationship Type="http://schemas.openxmlformats.org/officeDocument/2006/relationships/notesMaster" Target="/ppt/notesMasters/notesMaster1.xml" Id="R61011b9ce3024130"/></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4d3e9e605292440f"/><Relationship Type="http://schemas.openxmlformats.org/officeDocument/2006/relationships/notesMaster" Target="/ppt/notesMasters/notesMaster1.xml" Id="R2438310dd9a04260"/></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eac1ea05fe114777"/><Relationship Type="http://schemas.openxmlformats.org/officeDocument/2006/relationships/notesMaster" Target="/ppt/notesMasters/notesMaster1.xml" Id="R7d1d8da49f744c8d"/></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40d18815d26f4ea0"/><Relationship Type="http://schemas.openxmlformats.org/officeDocument/2006/relationships/notesMaster" Target="/ppt/notesMasters/notesMaster1.xml" Id="Ra292d43936b64880"/></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5c1be17e5d54702"/><Relationship Type="http://schemas.openxmlformats.org/officeDocument/2006/relationships/notesMaster" Target="/ppt/notesMasters/notesMaster1.xml" Id="R2ec955b801aa49e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9d992258b99433a"/><Relationship Type="http://schemas.openxmlformats.org/officeDocument/2006/relationships/notesMaster" Target="/ppt/notesMasters/notesMaster1.xml" Id="R2bd980482cc2410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06702f50736441aa"/><Relationship Type="http://schemas.openxmlformats.org/officeDocument/2006/relationships/notesMaster" Target="/ppt/notesMasters/notesMaster1.xml" Id="R522f7563d94347c1"/></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4e3a425c574f4004"/><Relationship Type="http://schemas.openxmlformats.org/officeDocument/2006/relationships/notesMaster" Target="/ppt/notesMasters/notesMaster1.xml" Id="Rcdb8cb1e26e84cd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4560792a56c64833"/><Relationship Type="http://schemas.openxmlformats.org/officeDocument/2006/relationships/notesMaster" Target="/ppt/notesMasters/notesMaster1.xml" Id="Rd22a0d949d5042aa"/></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98a3b00254fd4f5a"/><Relationship Type="http://schemas.openxmlformats.org/officeDocument/2006/relationships/notesMaster" Target="/ppt/notesMasters/notesMaster1.xml" Id="R979f591c932d4f4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ed09c4aef6174005"/><Relationship Type="http://schemas.openxmlformats.org/officeDocument/2006/relationships/notesMaster" Target="/ppt/notesMasters/notesMaster1.xml" Id="R2752dac43b794a0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205764e15d814bf3"/><Relationship Type="http://schemas.openxmlformats.org/officeDocument/2006/relationships/notesMaster" Target="/ppt/notesMasters/notesMaster1.xml" Id="R6cd9e55e52214dd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e10b3f756ae74baa"/><Relationship Type="http://schemas.openxmlformats.org/officeDocument/2006/relationships/notesMaster" Target="/ppt/notesMasters/notesMaster1.xml" Id="R622e3b3ddac64a0a"/></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f2d8cd68cfa140c7"/><Relationship Type="http://schemas.openxmlformats.org/officeDocument/2006/relationships/notesMaster" Target="/ppt/notesMasters/notesMaster1.xml" Id="Rf778d5ec9e044c27"/></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c38f5d8c713648c5"/><Relationship Type="http://schemas.openxmlformats.org/officeDocument/2006/relationships/notesMaster" Target="/ppt/notesMasters/notesMaster1.xml" Id="R2dd5ac6777a24b0b"/></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b16d338d276945b1"/><Relationship Type="http://schemas.openxmlformats.org/officeDocument/2006/relationships/notesMaster" Target="/ppt/notesMasters/notesMaster1.xml" Id="R3e5e542162aa46e3"/></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d2d0bef809b84326"/><Relationship Type="http://schemas.openxmlformats.org/officeDocument/2006/relationships/notesMaster" Target="/ppt/notesMasters/notesMaster1.xml" Id="R7302b254fe69400b"/></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40daf7799b264636"/><Relationship Type="http://schemas.openxmlformats.org/officeDocument/2006/relationships/notesMaster" Target="/ppt/notesMasters/notesMaster1.xml" Id="Rb404f84aceed410b"/></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abd640df372d451a"/><Relationship Type="http://schemas.openxmlformats.org/officeDocument/2006/relationships/notesMaster" Target="/ppt/notesMasters/notesMaster1.xml" Id="Rb95c2b61fd704567"/></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4ad344b939074368"/><Relationship Type="http://schemas.openxmlformats.org/officeDocument/2006/relationships/notesMaster" Target="/ppt/notesMasters/notesMaster1.xml" Id="R2036e243b038467c"/></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251780b8f8224d79"/><Relationship Type="http://schemas.openxmlformats.org/officeDocument/2006/relationships/notesMaster" Target="/ppt/notesMasters/notesMaster1.xml" Id="Ra9834a91eb094529"/></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99b39400a31d41b1"/><Relationship Type="http://schemas.openxmlformats.org/officeDocument/2006/relationships/notesMaster" Target="/ppt/notesMasters/notesMaster1.xml" Id="R2320971771284d51"/></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f765725ef29247ec"/><Relationship Type="http://schemas.openxmlformats.org/officeDocument/2006/relationships/notesMaster" Target="/ppt/notesMasters/notesMaster1.xml" Id="R093ad6c3a5b842da"/></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69908b61b19640e4"/><Relationship Type="http://schemas.openxmlformats.org/officeDocument/2006/relationships/notesMaster" Target="/ppt/notesMasters/notesMaster1.xml" Id="R0fb379bd3f164ab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Opening; 0 minutes; lesson clock 0 to 0.</a:t>
            </a:r>
          </a:p>
          <a:p xmlns:a="http://schemas.openxmlformats.org/drawingml/2006/main">
            <a:r>
              <a:t>Read each pupil prompt aloud; show one short task at a time. For EVERY task, pupils may point, speak, sign, use symbols, draw or write. Invite everyone, allow quiet thinking time and accept a private response. No cold calling. Any pupil may pass. An adult may record the pupil's own gesture, choice or exact words. A pass needs no book entry. No board copying or typing is needed.</a:t>
            </a:r>
          </a:p>
          <a:p xmlns:a="http://schemas.openxmlformats.org/drawingml/2006/main">
            <a:r>
              <a:t>Choose one Arrival tier and one Exit tier, not all three. Read the four Arrival questions and three Exit checks in that tier; responses can be brief. Keep all Answer (adult) lines out of pupil view until pupils have responded. Choose one You do route; its separate page is an alternative, not an extra task.</a:t>
            </a:r>
          </a:p>
          <a:p xmlns:a="http://schemas.openxmlformats.org/drawingml/2006/main">
            <a:r>
              <a:t>This lesson studies how people celebrate. Do not ask about a pupil's belief, family, home practice or loss. No one practises worship. Use drawings or unlit objects only: no flames, heat, scent, food tasting or loud sounds. Do not infer a person's faith from where they live or what an object looks like.</a:t>
            </a:r>
          </a:p>
          <a:p xmlns:a="http://schemas.openxmlformats.org/drawingml/2006/main">
            <a:r>
              <a:t>Prepare the four source cards below, two sorting labels (Fits the card / Not shown), and a plain lamp outline. The outline is a small open bowl with a short wick at one edge; no flame. A square card labelled Ball is the contrast option. A diagram or adult description is enough; no unseen photograph or video is needed.</a:t>
            </a:r>
          </a:p>
          <a:p xmlns:a="http://schemas.openxmlformats.org/drawingml/2006/main">
            <a:r>
              <a:t>Adult-only EHCP note: Outcome opportunities are communication and interaction (show a choice or reason), cognition and learning (link an object to a meaning), SEMH (use an agreed pause and return), and sensory or physical access (choose an accessible response mode). Observe only the pupil's relevant agreed target. Regulation strategy: show 'first one card, then a quiet pause'; after the pause, point to the single next card.</a:t>
            </a:r>
          </a:p>
          <a:p xmlns:a="http://schemas.openxmlformats.org/drawingml/2006/main">
            <a:r>
              <a:t>Same-day evidence — HUM-BUILD-A2-W01: The assigned adult records the pupil's exact response, response mode and actual prompt used, and uploads one chosen book item, optional photo or brief observation to the evidence app the same day, labelled HUM-BUILD-A2-W01. Link an observation to the relevant agreed outcome where appropriate. A photo alone does not establish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Arrival; 5 minutes; lesson clock 0 to 5.</a:t>
            </a:r>
          </a:p>
          <a:p xmlns:a="http://schemas.openxmlformats.org/drawingml/2006/main">
            <a:r>
              <a:t>Adult note: Read cards A–C and show the lamp outline and Ball card. These are supplied clues, not a test of prior religious knowledge. Use one tier. Accept short responses and record the support used.</a:t>
            </a:r>
          </a:p>
          <a:p xmlns:a="http://schemas.openxmlformats.org/drawingml/2006/main">
            <a:r>
              <a:t>Answer guidance: Diwali.</a:t>
            </a:r>
          </a:p>
          <a:p xmlns:a="http://schemas.openxmlformats.org/drawingml/2006/main">
            <a:r>
              <a:t>Answer guidance: A lamp, when lit. The classroom lamp stays unlit.</a:t>
            </a:r>
          </a:p>
          <a:p xmlns:a="http://schemas.openxmlformats.org/drawingml/2006/main">
            <a:r>
              <a:t>Answer guidance: No.</a:t>
            </a:r>
          </a:p>
          <a:p xmlns:a="http://schemas.openxmlformats.org/drawingml/2006/main">
            <a:r>
              <a:t>Answer guidance: Ask first.</a:t>
            </a:r>
          </a:p>
          <a:p xmlns:a="http://schemas.openxmlformats.org/drawingml/2006/main">
            <a:r>
              <a:t>Answer guidance: Diwali.</a:t>
            </a:r>
          </a:p>
          <a:p xmlns:a="http://schemas.openxmlformats.org/drawingml/2006/main">
            <a:r>
              <a:t>Answer guidance: Small lamps; accept diya.</a:t>
            </a:r>
          </a:p>
          <a:p xmlns:a="http://schemas.openxmlformats.org/drawingml/2006/main">
            <a:r>
              <a:t>Answer guidance: No; people can mark it in more than one way. Accept a brief reason in any response mode.</a:t>
            </a:r>
          </a:p>
          <a:p xmlns:a="http://schemas.openxmlformats.org/drawingml/2006/main">
            <a:r>
              <a:t>Answer guidance: Ask first or ask for permission.</a:t>
            </a:r>
          </a:p>
          <a:p xmlns:a="http://schemas.openxmlformats.org/drawingml/2006/main">
            <a:r>
              <a:t>Answer guidance: Diwali, with the clue that many Hindus use small lamps.</a:t>
            </a:r>
          </a:p>
          <a:p xmlns:a="http://schemas.openxmlformats.org/drawingml/2006/main">
            <a:r>
              <a:t>Answer guidance: Good winning over bad; also accept learning or knowledge with the explained symbolic link.</a:t>
            </a:r>
          </a:p>
          <a:p xmlns:a="http://schemas.openxmlformats.org/drawingml/2006/main">
            <a:r>
              <a:t>Answer guidance: People can mark Diwali in different ways. An equivalent correction is valid.</a:t>
            </a:r>
          </a:p>
          <a:p xmlns:a="http://schemas.openxmlformats.org/drawingml/2006/main">
            <a:r>
              <a:t>Answer guidance: It belongs to someone else and may matter to them; asking respects their choice and helps keep it safe. One clear reason is enough.</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Arrival; 5 minutes; lesson clock 0 to 5.</a:t>
            </a:r>
          </a:p>
          <a:p xmlns:a="http://schemas.openxmlformats.org/drawingml/2006/main">
            <a:r>
              <a:t>Adult note: Read cards A–C and show the lamp outline and Ball card. These are supplied clues, not a test of prior religious knowledge. Use one tier. Accept short responses and record the support used.</a:t>
            </a:r>
          </a:p>
          <a:p xmlns:a="http://schemas.openxmlformats.org/drawingml/2006/main">
            <a:r>
              <a:t>Answer guidance: Diwali.</a:t>
            </a:r>
          </a:p>
          <a:p xmlns:a="http://schemas.openxmlformats.org/drawingml/2006/main">
            <a:r>
              <a:t>Answer guidance: A lamp, when lit. The classroom lamp stays unlit.</a:t>
            </a:r>
          </a:p>
          <a:p xmlns:a="http://schemas.openxmlformats.org/drawingml/2006/main">
            <a:r>
              <a:t>Answer guidance: No.</a:t>
            </a:r>
          </a:p>
          <a:p xmlns:a="http://schemas.openxmlformats.org/drawingml/2006/main">
            <a:r>
              <a:t>Answer guidance: Ask first.</a:t>
            </a:r>
          </a:p>
          <a:p xmlns:a="http://schemas.openxmlformats.org/drawingml/2006/main">
            <a:r>
              <a:t>Answer guidance: Diwali.</a:t>
            </a:r>
          </a:p>
          <a:p xmlns:a="http://schemas.openxmlformats.org/drawingml/2006/main">
            <a:r>
              <a:t>Answer guidance: Small lamps; accept diya.</a:t>
            </a:r>
          </a:p>
          <a:p xmlns:a="http://schemas.openxmlformats.org/drawingml/2006/main">
            <a:r>
              <a:t>Answer guidance: No; people can mark it in more than one way. Accept a brief reason in any response mode.</a:t>
            </a:r>
          </a:p>
          <a:p xmlns:a="http://schemas.openxmlformats.org/drawingml/2006/main">
            <a:r>
              <a:t>Answer guidance: Ask first or ask for permission.</a:t>
            </a:r>
          </a:p>
          <a:p xmlns:a="http://schemas.openxmlformats.org/drawingml/2006/main">
            <a:r>
              <a:t>Answer guidance: Diwali, with the clue that many Hindus use small lamps.</a:t>
            </a:r>
          </a:p>
          <a:p xmlns:a="http://schemas.openxmlformats.org/drawingml/2006/main">
            <a:r>
              <a:t>Answer guidance: Good winning over bad; also accept learning or knowledge with the explained symbolic link.</a:t>
            </a:r>
          </a:p>
          <a:p xmlns:a="http://schemas.openxmlformats.org/drawingml/2006/main">
            <a:r>
              <a:t>Answer guidance: People can mark Diwali in different ways. An equivalent correction is valid.</a:t>
            </a:r>
          </a:p>
          <a:p xmlns:a="http://schemas.openxmlformats.org/drawingml/2006/main">
            <a:r>
              <a:t>Answer guidance: It belongs to someone else and may matter to them; asking respects their choice and helps keep it safe. One clear reason is enough.</a:t>
            </a:r>
          </a:p>
          <a:p xmlns:a="http://schemas.openxmlformats.org/drawingml/2006/main">
            <a:r>
              <a:t>Use this tier as an alternative to the other tiers. Continuation adds no teaching time.</a:t>
            </a:r>
          </a:p>
          <a:p xmlns:a="http://schemas.openxmlformats.org/drawingml/2006/main">
            <a:r>
              <a:t>1. A festival</a:t>
            </a:r>
          </a:p>
          <a:p xmlns:a="http://schemas.openxmlformats.org/drawingml/2006/main">
            <a:r>
              <a:t>Answer guidance: Diwali.</a:t>
            </a:r>
          </a:p>
          <a:p xmlns:a="http://schemas.openxmlformats.org/drawingml/2006/main">
            <a:r>
              <a:t>2. A light</a:t>
            </a:r>
          </a:p>
          <a:p xmlns:a="http://schemas.openxmlformats.org/drawingml/2006/main">
            <a:r>
              <a:t>Answer guidance: A lamp, when lit. The classroom lamp stays unlit.</a:t>
            </a:r>
          </a:p>
          <a:p xmlns:a="http://schemas.openxmlformats.org/drawingml/2006/main">
            <a:r>
              <a:t>3. More than one way</a:t>
            </a:r>
          </a:p>
          <a:p xmlns:a="http://schemas.openxmlformats.org/drawingml/2006/main">
            <a:r>
              <a:t>Answer guidance: No.</a:t>
            </a:r>
          </a:p>
          <a:p xmlns:a="http://schemas.openxmlformats.org/drawingml/2006/main">
            <a:r>
              <a:t>4. Show care</a:t>
            </a:r>
          </a:p>
          <a:p xmlns:a="http://schemas.openxmlformats.org/drawingml/2006/main">
            <a:r>
              <a:t>Answer guidance: Ask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Arrival; 5 minutes; lesson clock 0 to 5.</a:t>
            </a:r>
          </a:p>
          <a:p xmlns:a="http://schemas.openxmlformats.org/drawingml/2006/main">
            <a:r>
              <a:t>Adult note: Read cards A–C and show the lamp outline and Ball card. These are supplied clues, not a test of prior religious knowledge. Use one tier. Accept short responses and record the support used.</a:t>
            </a:r>
          </a:p>
          <a:p xmlns:a="http://schemas.openxmlformats.org/drawingml/2006/main">
            <a:r>
              <a:t>Answer guidance: Diwali.</a:t>
            </a:r>
          </a:p>
          <a:p xmlns:a="http://schemas.openxmlformats.org/drawingml/2006/main">
            <a:r>
              <a:t>Answer guidance: A lamp, when lit. The classroom lamp stays unlit.</a:t>
            </a:r>
          </a:p>
          <a:p xmlns:a="http://schemas.openxmlformats.org/drawingml/2006/main">
            <a:r>
              <a:t>Answer guidance: No.</a:t>
            </a:r>
          </a:p>
          <a:p xmlns:a="http://schemas.openxmlformats.org/drawingml/2006/main">
            <a:r>
              <a:t>Answer guidance: Ask first.</a:t>
            </a:r>
          </a:p>
          <a:p xmlns:a="http://schemas.openxmlformats.org/drawingml/2006/main">
            <a:r>
              <a:t>Answer guidance: Diwali.</a:t>
            </a:r>
          </a:p>
          <a:p xmlns:a="http://schemas.openxmlformats.org/drawingml/2006/main">
            <a:r>
              <a:t>Answer guidance: Small lamps; accept diya.</a:t>
            </a:r>
          </a:p>
          <a:p xmlns:a="http://schemas.openxmlformats.org/drawingml/2006/main">
            <a:r>
              <a:t>Answer guidance: No; people can mark it in more than one way. Accept a brief reason in any response mode.</a:t>
            </a:r>
          </a:p>
          <a:p xmlns:a="http://schemas.openxmlformats.org/drawingml/2006/main">
            <a:r>
              <a:t>Answer guidance: Ask first or ask for permission.</a:t>
            </a:r>
          </a:p>
          <a:p xmlns:a="http://schemas.openxmlformats.org/drawingml/2006/main">
            <a:r>
              <a:t>Answer guidance: Diwali, with the clue that many Hindus use small lamps.</a:t>
            </a:r>
          </a:p>
          <a:p xmlns:a="http://schemas.openxmlformats.org/drawingml/2006/main">
            <a:r>
              <a:t>Answer guidance: Good winning over bad; also accept learning or knowledge with the explained symbolic link.</a:t>
            </a:r>
          </a:p>
          <a:p xmlns:a="http://schemas.openxmlformats.org/drawingml/2006/main">
            <a:r>
              <a:t>Answer guidance: People can mark Diwali in different ways. An equivalent correction is valid.</a:t>
            </a:r>
          </a:p>
          <a:p xmlns:a="http://schemas.openxmlformats.org/drawingml/2006/main">
            <a:r>
              <a:t>Answer guidance: It belongs to someone else and may matter to them; asking respects their choice and helps keep it safe. One clear reason is enough.</a:t>
            </a:r>
          </a:p>
          <a:p xmlns:a="http://schemas.openxmlformats.org/drawingml/2006/main">
            <a:r>
              <a:t>Use this tier as an alternative to the other tiers. Continuation adds no teaching time.</a:t>
            </a:r>
          </a:p>
          <a:p xmlns:a="http://schemas.openxmlformats.org/drawingml/2006/main">
            <a:r>
              <a:t>1. A festival</a:t>
            </a:r>
          </a:p>
          <a:p xmlns:a="http://schemas.openxmlformats.org/drawingml/2006/main">
            <a:r>
              <a:t>Answer guidance: Diwali.</a:t>
            </a:r>
          </a:p>
          <a:p xmlns:a="http://schemas.openxmlformats.org/drawingml/2006/main">
            <a:r>
              <a:t>2. A light</a:t>
            </a:r>
          </a:p>
          <a:p xmlns:a="http://schemas.openxmlformats.org/drawingml/2006/main">
            <a:r>
              <a:t>Answer guidance: Small lamps; accept diya.</a:t>
            </a:r>
          </a:p>
          <a:p xmlns:a="http://schemas.openxmlformats.org/drawingml/2006/main">
            <a:r>
              <a:t>3. More than one way</a:t>
            </a:r>
          </a:p>
          <a:p xmlns:a="http://schemas.openxmlformats.org/drawingml/2006/main">
            <a:r>
              <a:t>Answer guidance: No; people can mark it in more than one way. Accept a brief reason in any response mode.</a:t>
            </a:r>
          </a:p>
          <a:p xmlns:a="http://schemas.openxmlformats.org/drawingml/2006/main">
            <a:r>
              <a:t>4. Show care</a:t>
            </a:r>
          </a:p>
          <a:p xmlns:a="http://schemas.openxmlformats.org/drawingml/2006/main">
            <a:r>
              <a:t>Answer guidance: Ask first or ask for permission.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Arrival; 5 minutes; lesson clock 0 to 5.</a:t>
            </a:r>
          </a:p>
          <a:p xmlns:a="http://schemas.openxmlformats.org/drawingml/2006/main">
            <a:r>
              <a:t>Adult note: Read cards A–C and show the lamp outline and Ball card. These are supplied clues, not a test of prior religious knowledge. Use one tier. Accept short responses and record the support used.</a:t>
            </a:r>
          </a:p>
          <a:p xmlns:a="http://schemas.openxmlformats.org/drawingml/2006/main">
            <a:r>
              <a:t>Answer guidance: Diwali.</a:t>
            </a:r>
          </a:p>
          <a:p xmlns:a="http://schemas.openxmlformats.org/drawingml/2006/main">
            <a:r>
              <a:t>Answer guidance: A lamp, when lit. The classroom lamp stays unlit.</a:t>
            </a:r>
          </a:p>
          <a:p xmlns:a="http://schemas.openxmlformats.org/drawingml/2006/main">
            <a:r>
              <a:t>Answer guidance: No.</a:t>
            </a:r>
          </a:p>
          <a:p xmlns:a="http://schemas.openxmlformats.org/drawingml/2006/main">
            <a:r>
              <a:t>Answer guidance: Ask first.</a:t>
            </a:r>
          </a:p>
          <a:p xmlns:a="http://schemas.openxmlformats.org/drawingml/2006/main">
            <a:r>
              <a:t>Answer guidance: Diwali.</a:t>
            </a:r>
          </a:p>
          <a:p xmlns:a="http://schemas.openxmlformats.org/drawingml/2006/main">
            <a:r>
              <a:t>Answer guidance: Small lamps; accept diya.</a:t>
            </a:r>
          </a:p>
          <a:p xmlns:a="http://schemas.openxmlformats.org/drawingml/2006/main">
            <a:r>
              <a:t>Answer guidance: No; people can mark it in more than one way. Accept a brief reason in any response mode.</a:t>
            </a:r>
          </a:p>
          <a:p xmlns:a="http://schemas.openxmlformats.org/drawingml/2006/main">
            <a:r>
              <a:t>Answer guidance: Ask first or ask for permission.</a:t>
            </a:r>
          </a:p>
          <a:p xmlns:a="http://schemas.openxmlformats.org/drawingml/2006/main">
            <a:r>
              <a:t>Answer guidance: Diwali, with the clue that many Hindus use small lamps.</a:t>
            </a:r>
          </a:p>
          <a:p xmlns:a="http://schemas.openxmlformats.org/drawingml/2006/main">
            <a:r>
              <a:t>Answer guidance: Good winning over bad; also accept learning or knowledge with the explained symbolic link.</a:t>
            </a:r>
          </a:p>
          <a:p xmlns:a="http://schemas.openxmlformats.org/drawingml/2006/main">
            <a:r>
              <a:t>Answer guidance: People can mark Diwali in different ways. An equivalent correction is valid.</a:t>
            </a:r>
          </a:p>
          <a:p xmlns:a="http://schemas.openxmlformats.org/drawingml/2006/main">
            <a:r>
              <a:t>Answer guidance: It belongs to someone else and may matter to them; asking respects their choice and helps keep it safe. One clear reason is enough.</a:t>
            </a:r>
          </a:p>
          <a:p xmlns:a="http://schemas.openxmlformats.org/drawingml/2006/main">
            <a:r>
              <a:t>Use this tier as an alternative to the other tiers. Continuation adds no teaching time.</a:t>
            </a:r>
          </a:p>
          <a:p xmlns:a="http://schemas.openxmlformats.org/drawingml/2006/main">
            <a:r>
              <a:t>1. A festival</a:t>
            </a:r>
          </a:p>
          <a:p xmlns:a="http://schemas.openxmlformats.org/drawingml/2006/main">
            <a:r>
              <a:t>Answer guidance: Diwali, with the clue that many Hindus use small lamps.</a:t>
            </a:r>
          </a:p>
          <a:p xmlns:a="http://schemas.openxmlformats.org/drawingml/2006/main">
            <a:r>
              <a:t>2. A light</a:t>
            </a:r>
          </a:p>
          <a:p xmlns:a="http://schemas.openxmlformats.org/drawingml/2006/main">
            <a:r>
              <a:t>Answer guidance: Good winning over bad; also accept learning or knowledge with the explained symbolic link.</a:t>
            </a:r>
          </a:p>
          <a:p xmlns:a="http://schemas.openxmlformats.org/drawingml/2006/main">
            <a:r>
              <a:t>3. More than one way</a:t>
            </a:r>
          </a:p>
          <a:p xmlns:a="http://schemas.openxmlformats.org/drawingml/2006/main">
            <a:r>
              <a:t>Answer guidance: People can mark Diwali in different ways. An equivalent correction is valid.</a:t>
            </a:r>
          </a:p>
          <a:p xmlns:a="http://schemas.openxmlformats.org/drawingml/2006/main">
            <a:r>
              <a:t>4. Show care</a:t>
            </a:r>
          </a:p>
          <a:p xmlns:a="http://schemas.openxmlformats.org/drawingml/2006/main">
            <a:r>
              <a:t>Answer guidance: It belongs to someone else and may matter to them; asking respects their choice and helps keep it safe. One clear reason is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Starter; 3 minutes; lesson clock 5 to 8.</a:t>
            </a:r>
          </a:p>
          <a:p xmlns:a="http://schemas.openxmlformats.org/drawingml/2006/main">
            <a:r>
              <a:t>Adult note: Each pupil chooses privately before any answer is shared. Read all options. A pupil may pass.</a:t>
            </a:r>
          </a:p>
          <a:p xmlns:a="http://schemas.openxmlformats.org/drawingml/2006/main">
            <a:r>
              <a:t>Answer guidance: A. The bowl and wick show a lamp. A drawing alone does not show everyone who uses it, its owner or anyone's belief.</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8 to 10.</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8 to 10.</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8 to 10.</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A lamp is linked to the word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10 to 12.</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10 to 12.</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10 to 12.</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A lamp is linked to the word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12 to 14.</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Three small unlit lamps sit in a row.</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I do; 2 minutes; lesson clock 12 to 14.</a:t>
            </a:r>
          </a:p>
          <a:p xmlns:a="http://schemas.openxmlformats.org/drawingml/2006/main">
            <a:r>
              <a:t>Adult note: Use the lamp outline and card A. Model the three steps slowly, then read the four short word meanings. Do not light an object or act out a religious practice.</a:t>
            </a:r>
          </a:p>
          <a:p xmlns:a="http://schemas.openxmlformats.org/drawingml/2006/main">
            <a:r>
              <a:t>Adult page-build cue: show each must-know word with a picture or symbol: festival, lamp, symbol, respect.</a:t>
            </a:r>
          </a:p>
          <a:p xmlns:a="http://schemas.openxmlformats.org/drawingml/2006/main">
            <a:r>
              <a:t>Answer guidance: Accept lamp linked to light, or light linked to good winning over bad or learning. The second link is symbolic, not a claim that light itself makes people good.</a:t>
            </a:r>
          </a:p>
          <a:p xmlns:a="http://schemas.openxmlformats.org/drawingml/2006/main">
            <a:r>
              <a:t>Picture description: A lamp is linked to the word idea.</a:t>
            </a:r>
          </a:p>
          <a:p xmlns:a="http://schemas.openxmlformats.org/drawingml/2006/main">
            <a:r>
              <a:t>Picture description: A question mark points to the word ask.</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We do; 4 minutes; lesson clock 14 to 18.</a:t>
            </a:r>
          </a:p>
          <a:p xmlns:a="http://schemas.openxmlformats.org/drawingml/2006/main">
            <a:r>
              <a:t>Adult note: Use two minutes for the guided example, four for the shared sort and two for a reason. Give each pupil their own two choice cards or an agreed gesture. Everyone decides privately before a volunteer or adult moves a shared card. Nobody must speak to the group.</a:t>
            </a:r>
          </a:p>
          <a:p xmlns:a="http://schemas.openxmlformats.org/drawingml/2006/main">
            <a:r>
              <a:t>Answer guidance: Fits the card. Card A says many Hindus use small lamps. Model finding that line after pupils have chosen.</a:t>
            </a:r>
          </a:p>
          <a:p xmlns:a="http://schemas.openxmlformats.org/drawingml/2006/main">
            <a:r>
              <a:t>Answer guidance: 1 Fits card A. 2 Not shown; card A says practices vary and does not claim all people use the same object. 3 Not shown; card B gives no owner. 4 Fits card C. Accept a point to the relevant words, a short reason or the pupil's own equivalent.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We do; 4 minutes; lesson clock 18 to 22.</a:t>
            </a:r>
          </a:p>
          <a:p xmlns:a="http://schemas.openxmlformats.org/drawingml/2006/main">
            <a:r>
              <a:t>Adult note: Use two minutes for the guided example, four for the shared sort and two for a reason. Give each pupil their own two choice cards or an agreed gesture. Everyone decides privately before a volunteer or adult moves a shared card. Nobody must speak to the group.</a:t>
            </a:r>
          </a:p>
          <a:p xmlns:a="http://schemas.openxmlformats.org/drawingml/2006/main">
            <a:r>
              <a:t>Answer guidance: Fits the card. Card A says many Hindus use small lamps. Model finding that line after pupils have chosen.</a:t>
            </a:r>
          </a:p>
          <a:p xmlns:a="http://schemas.openxmlformats.org/drawingml/2006/main">
            <a:r>
              <a:t>Answer guidance: 1 Fits card A. 2 Not shown; card A says practices vary and does not claim all people use the same object. 3 Not shown; card B gives no owner. 4 Fits card C. Accept a point to the relevant words, a short reason or the pupil's own equivalent.</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Adult page-build cue: Use the stretch cue colour for Aspire.</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You do; 15 minutes; lesson clock 22 to 37.</a:t>
            </a:r>
          </a:p>
          <a:p xmlns:a="http://schemas.openxmlformats.org/drawingml/2006/main">
            <a:r>
              <a:t>Adult note: Two minutes to choose the route and set out its cards; eleven minutes to respond; final two minutes to review one response. Give one success and one small next step. Invite a self-edit marked //, or record the pupil's own spoken, signed or pointed improvement. All four routes use cards A–C and the lamp outline. Show only the chosen route page. Record I, S or C for actual independence/support/choice; Aspire does not automatically mean I.</a:t>
            </a:r>
          </a:p>
          <a:p xmlns:a="http://schemas.openxmlformats.org/drawingml/2006/main">
            <a:r>
              <a:t>Name the pupil's link back to them before you record it.</a:t>
            </a:r>
          </a:p>
          <a:p xmlns:a="http://schemas.openxmlformats.org/drawingml/2006/main">
            <a:r>
              <a:t>Staff: mark I, S or C beside the label (Independent, Supported or Choice).</a:t>
            </a:r>
          </a:p>
          <a:p xmlns:a="http://schemas.openxmlformats.org/drawingml/2006/main">
            <a:r>
              <a:t>Answer guidance: 1 Diwali. 2 A lamp used by many Hindus; accept diya. 3 Light can stand for good winning over bad or learning. 4 Ask before touching, listen respectfully, or another respectful and safe display rule. Require the object's feature linked to a meaning; copied words without the pupil showing the link are not enough. Scribe the pupil's own response if required.</a:t>
            </a:r>
          </a:p>
          <a:p xmlns:a="http://schemas.openxmlformats.org/drawingml/2006/main">
            <a:r>
              <a:t>Answer guidance: 1 Diwali. 2 Lamp. 3 Many Hindus. 4 Good wins over bad. 5 Ask first. Present each pair in varied left/right order; do not signal the answer. Link the pupil's chosen lamp and meaning in the final record. The frame is support, not a response to be dictated.</a:t>
            </a:r>
          </a:p>
          <a:p xmlns:a="http://schemas.openxmlformats.org/drawingml/2006/main">
            <a:r>
              <a:t>Answer guidance: Diwali; lamp; good wins over bad; ask first; the phrase many Hindus limits the claim. Accept a pointed lamp-to-meaning link and the pupil's own short word or gesture. Record C, the response mode chosen and the pupil's one word, phrase or reason, and the actual prompting; the adult may move cards only as directed by the pupil.</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Adult page-build cue: Use the stretch cue colour for Aspire.</a:t>
            </a:r>
          </a:p>
          <a:p xmlns:a="http://schemas.openxmlformats.org/drawingml/2006/main">
            <a:r>
              <a:t>Answer guidance: The label links lamps used by many Hindus at Diwali with good winning over bad or learning. The claim is not justified: one object cannot tell us everyone's beliefs, and practices differ. The drawing does not identify its owner. A valid care rule includes asking before touching. Require a reason, not only 'no'; accept the reason by sign, a paired symbol choice or any other response mode.</a:t>
            </a:r>
          </a:p>
          <a:p xmlns:a="http://schemas.openxmlformats.org/drawingml/2006/main">
            <a:r>
              <a:t>Choose one route; alternatives add no teaching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Exit; 3 minutes; lesson clock 37 to 40.</a:t>
            </a:r>
          </a:p>
          <a:p xmlns:a="http://schemas.openxmlformats.org/drawingml/2006/main">
            <a:r>
              <a:t>Adult note: Choose one tier. Read three brief checks; pupils can answer privately by pointing or another mode. Leave source cards available and note their use. Record one response; do not turn three checks into an extended written task.</a:t>
            </a:r>
          </a:p>
          <a:p xmlns:a="http://schemas.openxmlformats.org/drawingml/2006/main">
            <a:r>
              <a:t>Answer guidance: A lamp.</a:t>
            </a:r>
          </a:p>
          <a:p xmlns:a="http://schemas.openxmlformats.org/drawingml/2006/main">
            <a:r>
              <a:t>Answer guidance: Yes, in the Hindu example studied.</a:t>
            </a:r>
          </a:p>
          <a:p xmlns:a="http://schemas.openxmlformats.org/drawingml/2006/main">
            <a:r>
              <a:t>Answer guidance: Listen when someone speaks.</a:t>
            </a:r>
          </a:p>
          <a:p xmlns:a="http://schemas.openxmlformats.org/drawingml/2006/main">
            <a:r>
              <a:t>Answer guidance: Diwali and lamps; accept diya.</a:t>
            </a:r>
          </a:p>
          <a:p xmlns:a="http://schemas.openxmlformats.org/drawingml/2006/main">
            <a:r>
              <a:t>Answer guidance: Good winning over bad; also accept learning or knowledge with a clear symbolic link.</a:t>
            </a:r>
          </a:p>
          <a:p xmlns:a="http://schemas.openxmlformats.org/drawingml/2006/main">
            <a:r>
              <a:t>Answer guidance: Ask before touching; accept listening respectfully or another fitting care rule.</a:t>
            </a:r>
          </a:p>
          <a:p xmlns:a="http://schemas.openxmlformats.org/drawingml/2006/main">
            <a:r>
              <a:t>Answer guidance: At Diwali, many Hindus use lamps whose light can stand for good winning over bad or learning.</a:t>
            </a:r>
          </a:p>
          <a:p xmlns:a="http://schemas.openxmlformats.org/drawingml/2006/main">
            <a:r>
              <a:t>Answer guidance: No; an object alone does not show everyone's beliefs, and people differ. A concise reason is enough.</a:t>
            </a:r>
          </a:p>
          <a:p xmlns:a="http://schemas.openxmlformats.org/drawingml/2006/main">
            <a:r>
              <a:t>Answer guidance: For example: ask before touching helps the owner keep the lamp safe; listening helps the person speaking. Accept any fitting care rule linked to who it helps.</a:t>
            </a:r>
          </a:p>
          <a:p xmlns:a="http://schemas.openxmlformats.org/drawingml/2006/main">
            <a:r>
              <a:t>Picture description: A small unlit lamp has a bowl and a short wick at one edge.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Exit; 3 minutes; lesson clock 37 to 40.</a:t>
            </a:r>
          </a:p>
          <a:p xmlns:a="http://schemas.openxmlformats.org/drawingml/2006/main">
            <a:r>
              <a:t>Adult note: Choose one tier. Read three brief checks; pupils can answer privately by pointing or another mode. Leave source cards available and note their use. Record one response; do not turn three checks into an extended written task.</a:t>
            </a:r>
          </a:p>
          <a:p xmlns:a="http://schemas.openxmlformats.org/drawingml/2006/main">
            <a:r>
              <a:t>Answer guidance: A lamp.</a:t>
            </a:r>
          </a:p>
          <a:p xmlns:a="http://schemas.openxmlformats.org/drawingml/2006/main">
            <a:r>
              <a:t>Answer guidance: Yes, in the Hindu example studied.</a:t>
            </a:r>
          </a:p>
          <a:p xmlns:a="http://schemas.openxmlformats.org/drawingml/2006/main">
            <a:r>
              <a:t>Answer guidance: Listen when someone speaks.</a:t>
            </a:r>
          </a:p>
          <a:p xmlns:a="http://schemas.openxmlformats.org/drawingml/2006/main">
            <a:r>
              <a:t>Answer guidance: Diwali and lamps; accept diya.</a:t>
            </a:r>
          </a:p>
          <a:p xmlns:a="http://schemas.openxmlformats.org/drawingml/2006/main">
            <a:r>
              <a:t>Answer guidance: Good winning over bad; also accept learning or knowledge with a clear symbolic link.</a:t>
            </a:r>
          </a:p>
          <a:p xmlns:a="http://schemas.openxmlformats.org/drawingml/2006/main">
            <a:r>
              <a:t>Answer guidance: Ask before touching; accept listening respectfully or another fitting care rule.</a:t>
            </a:r>
          </a:p>
          <a:p xmlns:a="http://schemas.openxmlformats.org/drawingml/2006/main">
            <a:r>
              <a:t>Answer guidance: At Diwali, many Hindus use lamps whose light can stand for good winning over bad or learning.</a:t>
            </a:r>
          </a:p>
          <a:p xmlns:a="http://schemas.openxmlformats.org/drawingml/2006/main">
            <a:r>
              <a:t>Answer guidance: No; an object alone does not show everyone's beliefs, and people differ. A concise reason is enough.</a:t>
            </a:r>
          </a:p>
          <a:p xmlns:a="http://schemas.openxmlformats.org/drawingml/2006/main">
            <a:r>
              <a:t>Answer guidance: For example: ask before touching helps the owner keep the lamp safe; listening helps the person speaking. Accept any fitting care rule linked to who it helps.</a:t>
            </a:r>
          </a:p>
          <a:p xmlns:a="http://schemas.openxmlformats.org/drawingml/2006/main">
            <a:r>
              <a:t>Use this tier as an alternative to the other tiers. Continuation adds no teaching time.</a:t>
            </a:r>
          </a:p>
          <a:p xmlns:a="http://schemas.openxmlformats.org/drawingml/2006/main">
            <a:r>
              <a:t>1. A lamp</a:t>
            </a:r>
          </a:p>
          <a:p xmlns:a="http://schemas.openxmlformats.org/drawingml/2006/main">
            <a:r>
              <a:t>Answer guidance: A lamp.</a:t>
            </a:r>
          </a:p>
          <a:p xmlns:a="http://schemas.openxmlformats.org/drawingml/2006/main">
            <a:r>
              <a:t>2. Meaning</a:t>
            </a:r>
          </a:p>
          <a:p xmlns:a="http://schemas.openxmlformats.org/drawingml/2006/main">
            <a:r>
              <a:t>Answer guidance: Yes, in the Hindu example studied.</a:t>
            </a:r>
          </a:p>
          <a:p xmlns:a="http://schemas.openxmlformats.org/drawingml/2006/main">
            <a:r>
              <a:t>3. Care</a:t>
            </a:r>
          </a:p>
          <a:p xmlns:a="http://schemas.openxmlformats.org/drawingml/2006/main">
            <a:r>
              <a:t>Answer guidance: Listen when someone speaks.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Exit; 3 minutes; lesson clock 37 to 40.</a:t>
            </a:r>
          </a:p>
          <a:p xmlns:a="http://schemas.openxmlformats.org/drawingml/2006/main">
            <a:r>
              <a:t>Adult note: Choose one tier. Read three brief checks; pupils can answer privately by pointing or another mode. Leave source cards available and note their use. Record one response; do not turn three checks into an extended written task.</a:t>
            </a:r>
          </a:p>
          <a:p xmlns:a="http://schemas.openxmlformats.org/drawingml/2006/main">
            <a:r>
              <a:t>Answer guidance: A lamp.</a:t>
            </a:r>
          </a:p>
          <a:p xmlns:a="http://schemas.openxmlformats.org/drawingml/2006/main">
            <a:r>
              <a:t>Answer guidance: Yes, in the Hindu example studied.</a:t>
            </a:r>
          </a:p>
          <a:p xmlns:a="http://schemas.openxmlformats.org/drawingml/2006/main">
            <a:r>
              <a:t>Answer guidance: Listen when someone speaks.</a:t>
            </a:r>
          </a:p>
          <a:p xmlns:a="http://schemas.openxmlformats.org/drawingml/2006/main">
            <a:r>
              <a:t>Answer guidance: Diwali and lamps; accept diya.</a:t>
            </a:r>
          </a:p>
          <a:p xmlns:a="http://schemas.openxmlformats.org/drawingml/2006/main">
            <a:r>
              <a:t>Answer guidance: Good winning over bad; also accept learning or knowledge with a clear symbolic link.</a:t>
            </a:r>
          </a:p>
          <a:p xmlns:a="http://schemas.openxmlformats.org/drawingml/2006/main">
            <a:r>
              <a:t>Answer guidance: Ask before touching; accept listening respectfully or another fitting care rule.</a:t>
            </a:r>
          </a:p>
          <a:p xmlns:a="http://schemas.openxmlformats.org/drawingml/2006/main">
            <a:r>
              <a:t>Answer guidance: At Diwali, many Hindus use lamps whose light can stand for good winning over bad or learning.</a:t>
            </a:r>
          </a:p>
          <a:p xmlns:a="http://schemas.openxmlformats.org/drawingml/2006/main">
            <a:r>
              <a:t>Answer guidance: No; an object alone does not show everyone's beliefs, and people differ. A concise reason is enough.</a:t>
            </a:r>
          </a:p>
          <a:p xmlns:a="http://schemas.openxmlformats.org/drawingml/2006/main">
            <a:r>
              <a:t>Answer guidance: For example: ask before touching helps the owner keep the lamp safe; listening helps the person speaking. Accept any fitting care rule linked to who it helps.</a:t>
            </a:r>
          </a:p>
          <a:p xmlns:a="http://schemas.openxmlformats.org/drawingml/2006/main">
            <a:r>
              <a:t>Use this tier as an alternative to the other tiers. Continuation adds no teaching time.</a:t>
            </a:r>
          </a:p>
          <a:p xmlns:a="http://schemas.openxmlformats.org/drawingml/2006/main">
            <a:r>
              <a:t>1. Name and thing</a:t>
            </a:r>
          </a:p>
          <a:p xmlns:a="http://schemas.openxmlformats.org/drawingml/2006/main">
            <a:r>
              <a:t>Answer guidance: Diwali and lamps; accept diya.</a:t>
            </a:r>
          </a:p>
          <a:p xmlns:a="http://schemas.openxmlformats.org/drawingml/2006/main">
            <a:r>
              <a:t>2. Meaning</a:t>
            </a:r>
          </a:p>
          <a:p xmlns:a="http://schemas.openxmlformats.org/drawingml/2006/main">
            <a:r>
              <a:t>Answer guidance: Good winning over bad; also accept learning or knowledge with a clear symbolic link.</a:t>
            </a:r>
          </a:p>
          <a:p xmlns:a="http://schemas.openxmlformats.org/drawingml/2006/main">
            <a:r>
              <a:t>3. Care</a:t>
            </a:r>
          </a:p>
          <a:p xmlns:a="http://schemas.openxmlformats.org/drawingml/2006/main">
            <a:r>
              <a:t>Answer guidance: Ask before touching; accept listening respectfully or another fitting care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lIns="12700" rIns="12700"/>
          <a:lstStyle xmlns:a="http://schemas.openxmlformats.org/drawingml/2006/main"/>
          <a:p xmlns:a="http://schemas.openxmlformats.org/drawingml/2006/main">
            <a:r>
              <a:t>HUM-BUILD-A2-W01</a:t>
            </a:r>
          </a:p>
          <a:p xmlns:a="http://schemas.openxmlformats.org/drawingml/2006/main">
            <a:r>
              <a:t>Stage: Exit; 3 minutes; lesson clock 37 to 40.</a:t>
            </a:r>
          </a:p>
          <a:p xmlns:a="http://schemas.openxmlformats.org/drawingml/2006/main">
            <a:r>
              <a:t>Adult note: Choose one tier. Read three brief checks; pupils can answer privately by pointing or another mode. Leave source cards available and note their use. Record one response; do not turn three checks into an extended written task.</a:t>
            </a:r>
          </a:p>
          <a:p xmlns:a="http://schemas.openxmlformats.org/drawingml/2006/main">
            <a:r>
              <a:t>Answer guidance: A lamp.</a:t>
            </a:r>
          </a:p>
          <a:p xmlns:a="http://schemas.openxmlformats.org/drawingml/2006/main">
            <a:r>
              <a:t>Answer guidance: Yes, in the Hindu example studied.</a:t>
            </a:r>
          </a:p>
          <a:p xmlns:a="http://schemas.openxmlformats.org/drawingml/2006/main">
            <a:r>
              <a:t>Answer guidance: Listen when someone speaks.</a:t>
            </a:r>
          </a:p>
          <a:p xmlns:a="http://schemas.openxmlformats.org/drawingml/2006/main">
            <a:r>
              <a:t>Answer guidance: Diwali and lamps; accept diya.</a:t>
            </a:r>
          </a:p>
          <a:p xmlns:a="http://schemas.openxmlformats.org/drawingml/2006/main">
            <a:r>
              <a:t>Answer guidance: Good winning over bad; also accept learning or knowledge with a clear symbolic link.</a:t>
            </a:r>
          </a:p>
          <a:p xmlns:a="http://schemas.openxmlformats.org/drawingml/2006/main">
            <a:r>
              <a:t>Answer guidance: Ask before touching; accept listening respectfully or another fitting care rule.</a:t>
            </a:r>
          </a:p>
          <a:p xmlns:a="http://schemas.openxmlformats.org/drawingml/2006/main">
            <a:r>
              <a:t>Answer guidance: At Diwali, many Hindus use lamps whose light can stand for good winning over bad or learning.</a:t>
            </a:r>
          </a:p>
          <a:p xmlns:a="http://schemas.openxmlformats.org/drawingml/2006/main">
            <a:r>
              <a:t>Answer guidance: No; an object alone does not show everyone's beliefs, and people differ. A concise reason is enough.</a:t>
            </a:r>
          </a:p>
          <a:p xmlns:a="http://schemas.openxmlformats.org/drawingml/2006/main">
            <a:r>
              <a:t>Answer guidance: For example: ask before touching helps the owner keep the lamp safe; listening helps the person speaking. Accept any fitting care rule linked to who it helps.</a:t>
            </a:r>
          </a:p>
          <a:p xmlns:a="http://schemas.openxmlformats.org/drawingml/2006/main">
            <a:r>
              <a:t>Use this tier as an alternative to the other tiers. Continuation adds no teaching time.</a:t>
            </a:r>
          </a:p>
          <a:p xmlns:a="http://schemas.openxmlformats.org/drawingml/2006/main">
            <a:r>
              <a:t>1. Name and meaning</a:t>
            </a:r>
          </a:p>
          <a:p xmlns:a="http://schemas.openxmlformats.org/drawingml/2006/main">
            <a:r>
              <a:t>Answer guidance: At Diwali, many Hindus use lamps whose light can stand for good winning over bad or learning.</a:t>
            </a:r>
          </a:p>
          <a:p xmlns:a="http://schemas.openxmlformats.org/drawingml/2006/main">
            <a:r>
              <a:t>2. Check a claim</a:t>
            </a:r>
          </a:p>
          <a:p xmlns:a="http://schemas.openxmlformats.org/drawingml/2006/main">
            <a:r>
              <a:t>Answer guidance: No; an object alone does not show everyone's beliefs, and people differ. A concise reason is enough.</a:t>
            </a:r>
          </a:p>
          <a:p xmlns:a="http://schemas.openxmlformats.org/drawingml/2006/main">
            <a:r>
              <a:t>3. Care</a:t>
            </a:r>
          </a:p>
          <a:p xmlns:a="http://schemas.openxmlformats.org/drawingml/2006/main">
            <a:r>
              <a:t>Answer guidance: For example: ask before touching helps the owner keep the lamp safe; listening helps the person speaking. Accept any fitting care rule linked to who it helps.</a:t>
            </a:r>
          </a:p>
        </p:txBody>
      </p:sp>
      <p:sp>
        <p:nvSpPr>
          <p:cNvPr id="4" name="Slide Number Placeholder 3"/>
          <p:cNvSpPr>
            <a:spLocks xmlns:a="http://schemas.openxmlformats.org/drawingml/2006/main" noGrp="1"/>
          </p:cNvSpPr>
          <p:nvPr>
            <p:ph type="sldNum" idx="5"/>
          </p:nvPr>
        </p:nvSpPr>
        <p:spPr/>
        <p:txBody>
          <a:bodyPr xmlns:a="http://schemas.openxmlformats.org/drawingml/2006/main" lIns="12700" rIns="12700"/>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1da7ff248b341f5"/></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8b81232b218447e1"/></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6877660cee2043f2"/></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5cfd2102246f4515"/></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c5e9eafe420e4252"/></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01f4a6b40db24549"/></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D704ED6-8352-4FBB-AA25-E24C82E06166}"/>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7DCF225-E086-48AF-88C0-CD02ACE25A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B3F2E9C-7907-4584-8B2C-9952C0760B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EFF95F9E-13CB-4A8C-8E77-05666D118FC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183DE3BC-2FF3-4E8A-BE2D-FE841714F4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ctr">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6E241D4-575D-4B57-95E4-97C96A0903A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00EE7A9-B588-4F10-B243-97CD631558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3BB8B2-50A8-40D0-8FC9-66254ABA2A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38A3D58-7F8B-4DB4-9B3A-30E0A9066F6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4E38280-FE22-41B4-AFA1-842E91891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75E7B93-CD1B-4CE3-8F45-D5E33A2FB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CD04D0D-04E9-41EA-8DD0-BB63368605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908E1D5-467E-4142-B43D-0DF617A937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26351B-0159-449A-866A-3C48CD1EB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0" indent="0">
              <a:lnSpc>
                <a:spcPct val="110000"/>
              </a:lnSpc>
              <a:spcBef>
                <a:spcPts val="0"/>
              </a:spcBef>
              <a:spcAft>
                <a:spcPts val="0"/>
              </a:spcAft>
              <a:buNone/>
              <a:defRPr lang="en-GB">
                <a:latin typeface="Arial"/>
                <a:ea typeface="Arial"/>
                <a:cs typeface="Arial"/>
              </a:defRPr>
            </a:lvl1pPr>
            <a:lvl2pPr marL="0" indent="0">
              <a:lnSpc>
                <a:spcPct val="110000"/>
              </a:lnSpc>
              <a:spcBef>
                <a:spcPts val="0"/>
              </a:spcBef>
              <a:spcAft>
                <a:spcPts val="0"/>
              </a:spcAft>
              <a:buNone/>
              <a:defRPr lang="en-GB">
                <a:latin typeface="Arial"/>
                <a:ea typeface="Arial"/>
                <a:cs typeface="Arial"/>
              </a:defRPr>
            </a:lvl2pPr>
            <a:lvl3pPr marL="0" indent="0">
              <a:lnSpc>
                <a:spcPct val="110000"/>
              </a:lnSpc>
              <a:spcBef>
                <a:spcPts val="0"/>
              </a:spcBef>
              <a:spcAft>
                <a:spcPts val="0"/>
              </a:spcAft>
              <a:buNone/>
              <a:defRPr lang="en-GB">
                <a:latin typeface="Arial"/>
                <a:ea typeface="Arial"/>
                <a:cs typeface="Arial"/>
              </a:defRPr>
            </a:lvl3pPr>
            <a:lvl4pPr marL="0" indent="0">
              <a:lnSpc>
                <a:spcPct val="110000"/>
              </a:lnSpc>
              <a:spcBef>
                <a:spcPts val="0"/>
              </a:spcBef>
              <a:spcAft>
                <a:spcPts val="0"/>
              </a:spcAft>
              <a:buNone/>
              <a:defRPr lang="en-GB">
                <a:latin typeface="Arial"/>
                <a:ea typeface="Arial"/>
                <a:cs typeface="Arial"/>
              </a:defRPr>
            </a:lvl4pPr>
            <a:lvl5pPr marL="0" indent="0">
              <a:lnSpc>
                <a:spcPct val="110000"/>
              </a:lnSpc>
              <a:spcBef>
                <a:spcPts val="0"/>
              </a:spcBef>
              <a:spcAft>
                <a:spcPts val="0"/>
              </a:spcAft>
              <a:buNone/>
              <a:defRPr lang="en-GB">
                <a:latin typeface="Arial"/>
                <a:ea typeface="Arial"/>
                <a:cs typeface="Arial"/>
              </a:defRPr>
            </a:lvl5pPr>
            <a:lvl6pPr marL="0" indent="0">
              <a:lnSpc>
                <a:spcPct val="110000"/>
              </a:lnSpc>
              <a:spcBef>
                <a:spcPts val="0"/>
              </a:spcBef>
              <a:spcAft>
                <a:spcPts val="0"/>
              </a:spcAft>
              <a:buNone/>
              <a:defRPr lang="en-GB">
                <a:latin typeface="Arial"/>
                <a:ea typeface="Arial"/>
                <a:cs typeface="Arial"/>
              </a:defRPr>
            </a:lvl6pPr>
            <a:lvl7pPr marL="0" indent="0">
              <a:lnSpc>
                <a:spcPct val="110000"/>
              </a:lnSpc>
              <a:spcBef>
                <a:spcPts val="0"/>
              </a:spcBef>
              <a:spcAft>
                <a:spcPts val="0"/>
              </a:spcAft>
              <a:buNone/>
              <a:defRPr lang="en-GB">
                <a:latin typeface="Arial"/>
                <a:ea typeface="Arial"/>
                <a:cs typeface="Arial"/>
              </a:defRPr>
            </a:lvl7pPr>
            <a:lvl8pPr marL="0" indent="0">
              <a:lnSpc>
                <a:spcPct val="110000"/>
              </a:lnSpc>
              <a:spcBef>
                <a:spcPts val="0"/>
              </a:spcBef>
              <a:spcAft>
                <a:spcPts val="0"/>
              </a:spcAft>
              <a:buNone/>
              <a:defRPr lang="en-GB">
                <a:latin typeface="Arial"/>
                <a:ea typeface="Arial"/>
                <a:cs typeface="Arial"/>
              </a:defRPr>
            </a:lvl8pPr>
            <a:lvl9pPr marL="0" indent="0">
              <a:lnSpc>
                <a:spcPct val="110000"/>
              </a:lnSpc>
              <a:spcBef>
                <a:spcPts val="0"/>
              </a:spcBef>
              <a:spcAft>
                <a:spcPts val="0"/>
              </a:spcAft>
              <a:buNone/>
              <a:defRPr lang="en-GB">
                <a:latin typeface="Arial"/>
                <a:ea typeface="Arial"/>
                <a:cs typeface="Arial"/>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1A9B8EE5-23BA-422B-915A-0770AFCF32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12700" tIns="0" rIns="12700" bIns="0" anchor="t">
            <a:normAutofit/>
          </a:bodyPr>
          <a:lstStyle xmlns:a="http://schemas.openxmlformats.org/drawingml/2006/main">
            <a:lvl1pPr marL="228600" indent="-228600">
              <a:lnSpc>
                <a:spcPct val="110000"/>
              </a:lnSpc>
              <a:spcBef>
                <a:spcPts val="0"/>
              </a:spcBef>
              <a:spcAft>
                <a:spcPts val="1200"/>
              </a:spcAft>
              <a:buChar char="•"/>
              <a:defRPr lang="en-GB">
                <a:latin typeface="Arial"/>
                <a:ea typeface="Arial"/>
                <a:cs typeface="Arial"/>
              </a:defRPr>
            </a:lvl1pPr>
            <a:lvl2pPr marL="533400" indent="-228600">
              <a:lnSpc>
                <a:spcPct val="110000"/>
              </a:lnSpc>
              <a:spcBef>
                <a:spcPts val="0"/>
              </a:spcBef>
              <a:spcAft>
                <a:spcPts val="1200"/>
              </a:spcAft>
              <a:buChar char="•"/>
              <a:defRPr lang="en-GB">
                <a:latin typeface="Arial"/>
                <a:ea typeface="Arial"/>
                <a:cs typeface="Arial"/>
              </a:defRPr>
            </a:lvl2pPr>
            <a:lvl3pPr marL="838200" indent="-228600">
              <a:lnSpc>
                <a:spcPct val="110000"/>
              </a:lnSpc>
              <a:spcBef>
                <a:spcPts val="0"/>
              </a:spcBef>
              <a:spcAft>
                <a:spcPts val="1200"/>
              </a:spcAft>
              <a:buChar char="•"/>
              <a:defRPr lang="en-GB">
                <a:latin typeface="Arial"/>
                <a:ea typeface="Arial"/>
                <a:cs typeface="Arial"/>
              </a:defRPr>
            </a:lvl3pPr>
            <a:lvl4pPr marL="1143000" indent="-228600">
              <a:lnSpc>
                <a:spcPct val="110000"/>
              </a:lnSpc>
              <a:spcBef>
                <a:spcPts val="0"/>
              </a:spcBef>
              <a:spcAft>
                <a:spcPts val="1200"/>
              </a:spcAft>
              <a:buChar char="•"/>
              <a:defRPr lang="en-GB">
                <a:latin typeface="Arial"/>
                <a:ea typeface="Arial"/>
                <a:cs typeface="Arial"/>
              </a:defRPr>
            </a:lvl4pPr>
            <a:lvl5pPr marL="1447800" indent="-228600">
              <a:lnSpc>
                <a:spcPct val="110000"/>
              </a:lnSpc>
              <a:spcBef>
                <a:spcPts val="0"/>
              </a:spcBef>
              <a:spcAft>
                <a:spcPts val="1200"/>
              </a:spcAft>
              <a:buChar char="•"/>
              <a:defRPr lang="en-GB">
                <a:latin typeface="Arial"/>
                <a:ea typeface="Arial"/>
                <a:cs typeface="Arial"/>
              </a:defRPr>
            </a:lvl5pPr>
            <a:lvl6pPr marL="1752600" indent="-228600">
              <a:lnSpc>
                <a:spcPct val="110000"/>
              </a:lnSpc>
              <a:spcBef>
                <a:spcPts val="0"/>
              </a:spcBef>
              <a:spcAft>
                <a:spcPts val="1200"/>
              </a:spcAft>
              <a:buChar char="•"/>
              <a:defRPr lang="en-GB">
                <a:latin typeface="Arial"/>
                <a:ea typeface="Arial"/>
                <a:cs typeface="Arial"/>
              </a:defRPr>
            </a:lvl6pPr>
            <a:lvl7pPr marL="2057400" indent="-228600">
              <a:lnSpc>
                <a:spcPct val="110000"/>
              </a:lnSpc>
              <a:spcBef>
                <a:spcPts val="0"/>
              </a:spcBef>
              <a:spcAft>
                <a:spcPts val="1200"/>
              </a:spcAft>
              <a:buChar char="•"/>
              <a:defRPr lang="en-GB">
                <a:latin typeface="Arial"/>
                <a:ea typeface="Arial"/>
                <a:cs typeface="Arial"/>
              </a:defRPr>
            </a:lvl7pPr>
            <a:lvl8pPr marL="2362200" indent="-228600">
              <a:lnSpc>
                <a:spcPct val="110000"/>
              </a:lnSpc>
              <a:spcBef>
                <a:spcPts val="0"/>
              </a:spcBef>
              <a:spcAft>
                <a:spcPts val="1200"/>
              </a:spcAft>
              <a:buChar char="•"/>
              <a:defRPr lang="en-GB">
                <a:latin typeface="Arial"/>
                <a:ea typeface="Arial"/>
                <a:cs typeface="Arial"/>
              </a:defRPr>
            </a:lvl8pPr>
            <a:lvl9pPr marL="2667000" indent="-228600">
              <a:lnSpc>
                <a:spcPct val="110000"/>
              </a:lnSpc>
              <a:spcBef>
                <a:spcPts val="0"/>
              </a:spcBef>
              <a:spcAft>
                <a:spcPts val="1200"/>
              </a:spcAft>
              <a:buChar char="•"/>
              <a:defRPr lang="en-GB">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88eca0795c8e48b7"/><Relationship Type="http://schemas.openxmlformats.org/officeDocument/2006/relationships/slideLayout" Target="/ppt/slideLayouts/slideLayout1.xml" Id="R6130efa4631a4ed7"/><Relationship Type="http://schemas.openxmlformats.org/officeDocument/2006/relationships/slideLayout" Target="/ppt/slideLayouts/slideLayout2.xml" Id="R1af9204f7e614daf"/><Relationship Type="http://schemas.openxmlformats.org/officeDocument/2006/relationships/slideLayout" Target="/ppt/slideLayouts/slideLayout3.xml" Id="R736c36ed100b4f8a"/><Relationship Type="http://schemas.openxmlformats.org/officeDocument/2006/relationships/slideLayout" Target="/ppt/slideLayouts/slideLayout4.xml" Id="R0f966fda7f394f05"/><Relationship Type="http://schemas.openxmlformats.org/officeDocument/2006/relationships/slideLayout" Target="/ppt/slideLayouts/slideLayout5.xml" Id="Rc19cac5e1e8f43f2"/><Relationship Type="http://schemas.openxmlformats.org/officeDocument/2006/relationships/slideLayout" Target="/ppt/slideLayouts/slideLayout6.xml" Id="Rb867fd3068c34b3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30efa4631a4ed7"/>
    <p:sldLayoutId xmlns:r="http://schemas.openxmlformats.org/officeDocument/2006/relationships" id="2147483650" r:id="R1af9204f7e614daf"/>
    <p:sldLayoutId xmlns:r="http://schemas.openxmlformats.org/officeDocument/2006/relationships" id="2147483651" r:id="R736c36ed100b4f8a"/>
    <p:sldLayoutId xmlns:r="http://schemas.openxmlformats.org/officeDocument/2006/relationships" id="2147483652" r:id="R0f966fda7f394f05"/>
    <p:sldLayoutId xmlns:r="http://schemas.openxmlformats.org/officeDocument/2006/relationships" id="2147483653" r:id="Rc19cac5e1e8f43f2"/>
    <p:sldLayoutId xmlns:r="http://schemas.openxmlformats.org/officeDocument/2006/relationships" id="2147483654" r:id="Rb867fd3068c34b3d"/>
  </p:sldLayoutIdLst>
  <p:txStyles>
    <p:titleStyle>
      <a:lvl1pPr xmlns:a="http://schemas.openxmlformats.org/drawingml/2006/main" algn="l">
        <a:lnSpc>
          <a:spcPct val="90000"/>
        </a:lnSpc>
        <a:spcBef>
          <a:spcPts val="0"/>
        </a:spcBef>
        <a:buNone/>
        <a:defRPr sz="4400" lang="en-GB">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lang="en-GB">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lang="en-GB">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lang="en-GB">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lang="en-GB">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lang="en-GB">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lang="en-GB">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lang="en-GB">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lang="en-GB">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lang="en-GB">
          <a:solidFill>
            <a:schemeClr val="tx1"/>
          </a:solidFill>
          <a:latin typeface="Arial"/>
          <a:ea typeface="Arial"/>
          <a:cs typeface="Arial"/>
        </a:defRPr>
      </a:lvl9pPr>
    </p:bodyStyle>
    <p:otherStyle>
      <a:lvl1pPr xmlns:a="http://schemas.openxmlformats.org/drawingml/2006/main" marL="0" algn="l">
        <a:buNone/>
        <a:defRPr sz="1800" lang="en-GB">
          <a:solidFill>
            <a:schemeClr val="tx1"/>
          </a:solidFill>
          <a:latin typeface="Arial"/>
          <a:ea typeface="Arial"/>
          <a:cs typeface="Arial"/>
        </a:defRPr>
      </a:lvl1pPr>
      <a:lvl2pPr xmlns:a="http://schemas.openxmlformats.org/drawingml/2006/main" marL="457200" algn="l">
        <a:buNone/>
        <a:defRPr sz="1800" lang="en-GB">
          <a:solidFill>
            <a:schemeClr val="tx1"/>
          </a:solidFill>
          <a:latin typeface="Arial"/>
          <a:ea typeface="Arial"/>
          <a:cs typeface="Arial"/>
        </a:defRPr>
      </a:lvl2pPr>
      <a:lvl3pPr xmlns:a="http://schemas.openxmlformats.org/drawingml/2006/main" marL="914400" algn="l">
        <a:buNone/>
        <a:defRPr sz="1800" lang="en-GB">
          <a:solidFill>
            <a:schemeClr val="tx1"/>
          </a:solidFill>
          <a:latin typeface="Arial"/>
          <a:ea typeface="Arial"/>
          <a:cs typeface="Arial"/>
        </a:defRPr>
      </a:lvl3pPr>
      <a:lvl4pPr xmlns:a="http://schemas.openxmlformats.org/drawingml/2006/main" marL="1371600" algn="l">
        <a:buNone/>
        <a:defRPr sz="1800" lang="en-GB">
          <a:solidFill>
            <a:schemeClr val="tx1"/>
          </a:solidFill>
          <a:latin typeface="Arial"/>
          <a:ea typeface="Arial"/>
          <a:cs typeface="Arial"/>
        </a:defRPr>
      </a:lvl4pPr>
      <a:lvl5pPr xmlns:a="http://schemas.openxmlformats.org/drawingml/2006/main" marL="1828800" algn="l">
        <a:buNone/>
        <a:defRPr sz="1800" lang="en-GB">
          <a:solidFill>
            <a:schemeClr val="tx1"/>
          </a:solidFill>
          <a:latin typeface="Arial"/>
          <a:ea typeface="Arial"/>
          <a:cs typeface="Arial"/>
        </a:defRPr>
      </a:lvl5pPr>
      <a:lvl6pPr xmlns:a="http://schemas.openxmlformats.org/drawingml/2006/main" marL="2286000" algn="l">
        <a:buNone/>
        <a:defRPr sz="1800" lang="en-GB">
          <a:solidFill>
            <a:schemeClr val="tx1"/>
          </a:solidFill>
          <a:latin typeface="Arial"/>
          <a:ea typeface="Arial"/>
          <a:cs typeface="Arial"/>
        </a:defRPr>
      </a:lvl6pPr>
      <a:lvl7pPr xmlns:a="http://schemas.openxmlformats.org/drawingml/2006/main" marL="2743200" algn="l">
        <a:buNone/>
        <a:defRPr sz="1800" lang="en-GB">
          <a:solidFill>
            <a:schemeClr val="tx1"/>
          </a:solidFill>
          <a:latin typeface="Arial"/>
          <a:ea typeface="Arial"/>
          <a:cs typeface="Arial"/>
        </a:defRPr>
      </a:lvl7pPr>
      <a:lvl8pPr xmlns:a="http://schemas.openxmlformats.org/drawingml/2006/main" marL="3200400" algn="l">
        <a:buNone/>
        <a:defRPr sz="1800" lang="en-GB">
          <a:solidFill>
            <a:schemeClr val="tx1"/>
          </a:solidFill>
          <a:latin typeface="Arial"/>
          <a:ea typeface="Arial"/>
          <a:cs typeface="Arial"/>
        </a:defRPr>
      </a:lvl8pPr>
      <a:lvl9pPr xmlns:a="http://schemas.openxmlformats.org/drawingml/2006/main" marL="3657600" algn="l">
        <a:buNone/>
        <a:defRPr sz="1800" lang="en-GB">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cf09b735ed8f42fb"/><Relationship Type="http://schemas.openxmlformats.org/officeDocument/2006/relationships/image" Target="/ppt/media/image.jpeg" Id="R71dd6b15cb644aa8"/><Relationship Type="http://schemas.openxmlformats.org/officeDocument/2006/relationships/notesSlide" Target="/ppt/notesSlides/notesSlide1.xml" Id="Rba9f074ad6f347d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7baf5898ae28489f"/><Relationship Type="http://schemas.openxmlformats.org/officeDocument/2006/relationships/image" Target="../media/image.jpeg" Id="Rbfcfcb3c044a40a3"/><Relationship Type="http://schemas.openxmlformats.org/officeDocument/2006/relationships/notesSlide" Target="/ppt/notesSlides/notesSlide2.xml" Id="R0532accb86054c28"/></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0377edd820da439a"/><Relationship Type="http://schemas.openxmlformats.org/officeDocument/2006/relationships/image" Target="../media/image.jpeg" Id="R1b7128dd44be497a"/><Relationship Type="http://schemas.openxmlformats.org/officeDocument/2006/relationships/notesSlide" Target="/ppt/notesSlides/notesSlide3.xml" Id="R4ec3f60f18f3456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86edc6e0589f4be3"/><Relationship Type="http://schemas.openxmlformats.org/officeDocument/2006/relationships/image" Target="../media/image.jpeg" Id="R7d269e6cb49b4fbe"/><Relationship Type="http://schemas.openxmlformats.org/officeDocument/2006/relationships/notesSlide" Target="/ppt/notesSlides/notesSlide4.xml" Id="R0f7f75f732a94f33"/></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2319d5dc8d9424a"/><Relationship Type="http://schemas.openxmlformats.org/officeDocument/2006/relationships/image" Target="../media/image.jpeg" Id="Rb3dfbd3ff8084939"/><Relationship Type="http://schemas.openxmlformats.org/officeDocument/2006/relationships/notesSlide" Target="/ppt/notesSlides/notesSlide5.xml" Id="Re3f9180c1602436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1ab90dbe73044797"/><Relationship Type="http://schemas.openxmlformats.org/officeDocument/2006/relationships/image" Target="../media/image.jpeg" Id="R3202218d8c8a48c3"/><Relationship Type="http://schemas.openxmlformats.org/officeDocument/2006/relationships/notesSlide" Target="/ppt/notesSlides/notesSlide6.xml" Id="Rc3a1af01472d422b"/></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44644851a3eb48d8"/><Relationship Type="http://schemas.openxmlformats.org/officeDocument/2006/relationships/image" Target="../media/image.jpeg" Id="Rd7b6ddf00ea741b4"/><Relationship Type="http://schemas.openxmlformats.org/officeDocument/2006/relationships/notesSlide" Target="/ppt/notesSlides/notesSlide7.xml" Id="Ra5c9c883e04a411b"/></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158bdfe32114f2a"/><Relationship Type="http://schemas.openxmlformats.org/officeDocument/2006/relationships/image" Target="../media/image.jpeg" Id="R59aa65b9772b4c52"/><Relationship Type="http://schemas.openxmlformats.org/officeDocument/2006/relationships/notesSlide" Target="/ppt/notesSlides/notesSlide8.xml" Id="Ra247b0172aec42b8"/></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b1afdcd8152f4603"/><Relationship Type="http://schemas.openxmlformats.org/officeDocument/2006/relationships/image" Target="../media/image.jpeg" Id="R9b1697341f8e4956"/><Relationship Type="http://schemas.openxmlformats.org/officeDocument/2006/relationships/notesSlide" Target="/ppt/notesSlides/notesSlide9.xml" Id="Rde80a13b1f75484b"/></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56187b14243a453a"/><Relationship Type="http://schemas.openxmlformats.org/officeDocument/2006/relationships/image" Target="../media/image.jpeg" Id="R4f81a50519724c8d"/><Relationship Type="http://schemas.openxmlformats.org/officeDocument/2006/relationships/notesSlide" Target="/ppt/notesSlides/notesSlide10.xml" Id="R1598a91a49734cb0"/></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cbf8dddaeef46b9"/><Relationship Type="http://schemas.openxmlformats.org/officeDocument/2006/relationships/image" Target="../media/image.jpeg" Id="R956a23eef4bf40f2"/><Relationship Type="http://schemas.openxmlformats.org/officeDocument/2006/relationships/notesSlide" Target="/ppt/notesSlides/notesSlide11.xml" Id="Rb0b38b8a72b5491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18420ef190664e6a"/><Relationship Type="http://schemas.openxmlformats.org/officeDocument/2006/relationships/image" Target="../media/image.jpeg" Id="R58aa0596dc884661"/><Relationship Type="http://schemas.openxmlformats.org/officeDocument/2006/relationships/notesSlide" Target="/ppt/notesSlides/notesSlide12.xml" Id="R50acb4ff9ce14e5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cc440e9aa43d49ce"/><Relationship Type="http://schemas.openxmlformats.org/officeDocument/2006/relationships/image" Target="../media/image.jpeg" Id="Rd6b3794f3b9f4c6b"/><Relationship Type="http://schemas.openxmlformats.org/officeDocument/2006/relationships/notesSlide" Target="/ppt/notesSlides/notesSlide13.xml" Id="Reee5fa63572f4b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342cb5cabaa046f7"/><Relationship Type="http://schemas.openxmlformats.org/officeDocument/2006/relationships/image" Target="../media/image.jpeg" Id="R08e8971c1a9e4a9a"/><Relationship Type="http://schemas.openxmlformats.org/officeDocument/2006/relationships/notesSlide" Target="/ppt/notesSlides/notesSlide14.xml" Id="R8ce130888db44e5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59c3b1d280fb4bed"/><Relationship Type="http://schemas.openxmlformats.org/officeDocument/2006/relationships/image" Target="../media/image.jpeg" Id="R232b8bb25bab4399"/><Relationship Type="http://schemas.openxmlformats.org/officeDocument/2006/relationships/notesSlide" Target="/ppt/notesSlides/notesSlide15.xml" Id="R39291dab55a44d46"/></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40203e1cadc847ab"/><Relationship Type="http://schemas.openxmlformats.org/officeDocument/2006/relationships/image" Target="../media/image.jpeg" Id="R879c6b6759054ec9"/><Relationship Type="http://schemas.openxmlformats.org/officeDocument/2006/relationships/notesSlide" Target="/ppt/notesSlides/notesSlide16.xml" Id="R1b83fe17758e4a3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ef77e9e60c2f4937"/><Relationship Type="http://schemas.openxmlformats.org/officeDocument/2006/relationships/image" Target="../media/image.jpeg" Id="R253f221f55414b50"/><Relationship Type="http://schemas.openxmlformats.org/officeDocument/2006/relationships/notesSlide" Target="/ppt/notesSlides/notesSlide17.xml" Id="Re5fbbf1ddb344126"/></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c9d006eeced34304"/><Relationship Type="http://schemas.openxmlformats.org/officeDocument/2006/relationships/image" Target="../media/image.jpeg" Id="Re0088f5e8495483c"/><Relationship Type="http://schemas.openxmlformats.org/officeDocument/2006/relationships/notesSlide" Target="/ppt/notesSlides/notesSlide18.xml" Id="Rb6ff48de3d1445bc"/></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1be5609b53984827"/><Relationship Type="http://schemas.openxmlformats.org/officeDocument/2006/relationships/image" Target="../media/image.jpeg" Id="R81e9e1ea43934097"/><Relationship Type="http://schemas.openxmlformats.org/officeDocument/2006/relationships/notesSlide" Target="/ppt/notesSlides/notesSlide19.xml" Id="Ree0589aef98b4358"/></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0c16c206ec9d47fa"/><Relationship Type="http://schemas.openxmlformats.org/officeDocument/2006/relationships/image" Target="../media/image.jpeg" Id="R694e149b2529409e"/><Relationship Type="http://schemas.openxmlformats.org/officeDocument/2006/relationships/notesSlide" Target="/ppt/notesSlides/notesSlide20.xml" Id="Rb07be847025f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c17db6c867b94fe1"/><Relationship Type="http://schemas.openxmlformats.org/officeDocument/2006/relationships/image" Target="../media/image.jpeg" Id="R69e7c53cb1c346d1"/><Relationship Type="http://schemas.openxmlformats.org/officeDocument/2006/relationships/notesSlide" Target="/ppt/notesSlides/notesSlide21.xml" Id="R19ac1ad7851340fe"/></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2a6ac57130f545ee"/><Relationship Type="http://schemas.openxmlformats.org/officeDocument/2006/relationships/image" Target="../media/image.jpeg" Id="Rb57083b70fdf4372"/><Relationship Type="http://schemas.openxmlformats.org/officeDocument/2006/relationships/notesSlide" Target="/ppt/notesSlides/notesSlide22.xml" Id="Rcad8c044aa4944f2"/></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a306f893f2d84e02"/><Relationship Type="http://schemas.openxmlformats.org/officeDocument/2006/relationships/image" Target="../media/image.jpeg" Id="R455877d5977b4043"/><Relationship Type="http://schemas.openxmlformats.org/officeDocument/2006/relationships/notesSlide" Target="/ppt/notesSlides/notesSlide23.xml" Id="Ra179fad89e9948ad"/></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b3cbc351c3c14222"/><Relationship Type="http://schemas.openxmlformats.org/officeDocument/2006/relationships/image" Target="../media/image.jpeg" Id="Re80524f9280e4753"/><Relationship Type="http://schemas.openxmlformats.org/officeDocument/2006/relationships/notesSlide" Target="/ppt/notesSlides/notesSlide24.xml" Id="R502c5084302f4d68"/></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85b2a9b4ba6b44f1"/><Relationship Type="http://schemas.openxmlformats.org/officeDocument/2006/relationships/image" Target="../media/image.jpeg" Id="Rb817968c27794aa8"/><Relationship Type="http://schemas.openxmlformats.org/officeDocument/2006/relationships/notesSlide" Target="/ppt/notesSlides/notesSlide25.xml" Id="Rb7d88e528f374ee1"/></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a7097a2ae0744a03"/><Relationship Type="http://schemas.openxmlformats.org/officeDocument/2006/relationships/image" Target="../media/image.jpeg" Id="Rd57cf7670d7941c1"/><Relationship Type="http://schemas.openxmlformats.org/officeDocument/2006/relationships/notesSlide" Target="/ppt/notesSlides/notesSlide26.xml" Id="Rde78e5e4f01040c8"/></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6f4f165184674bd6"/><Relationship Type="http://schemas.openxmlformats.org/officeDocument/2006/relationships/image" Target="../media/image.jpeg" Id="R7e3ceb4799eb4077"/><Relationship Type="http://schemas.openxmlformats.org/officeDocument/2006/relationships/notesSlide" Target="/ppt/notesSlides/notesSlide27.xml" Id="R1639e07ae71142e3"/></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dabc6bcae0c148e4"/><Relationship Type="http://schemas.openxmlformats.org/officeDocument/2006/relationships/image" Target="../media/image.jpeg" Id="R4c8f0671603c4c61"/><Relationship Type="http://schemas.openxmlformats.org/officeDocument/2006/relationships/notesSlide" Target="/ppt/notesSlides/notesSlide28.xml" Id="R9a1b1dec91234c0b"/></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77db564d1fb14c79"/><Relationship Type="http://schemas.openxmlformats.org/officeDocument/2006/relationships/image" Target="../media/image.jpeg" Id="R98041f4289f4487d"/><Relationship Type="http://schemas.openxmlformats.org/officeDocument/2006/relationships/notesSlide" Target="/ppt/notesSlides/notesSlide29.xml" Id="Rdbd767dd220d4011"/></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454EE00C-C98F-48B2-AFD2-84E91126CC5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002FE256-57A2-4B88-8606-6B101B739E6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Opening · 0 min · 00 to 00</a:t>
            </a:r>
          </a:p>
        </p:txBody>
      </p:sp>
      <p:sp>
        <p:nvSpPr>
          <p:cNvPr id="3" name="slide-title">
            <a:extLst xmlns:a="http://schemas.openxmlformats.org/drawingml/2006/main">
              <a:ext uri="{FF2B5EF4-FFF2-40B4-BE49-F238E27FC236}">
                <a16:creationId xmlns:a16="http://schemas.microsoft.com/office/drawing/2014/main" id="{B93BE0CC-2B3C-4237-AAE6-CCD3E37957BE}"/>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 festival of light</a:t>
            </a:r>
          </a:p>
        </p:txBody>
      </p:sp>
      <p:pic>
        <p:nvPicPr>
          <p:cNvPr id="4" name="">
            <a:extLst xmlns:a="http://schemas.openxmlformats.org/drawingml/2006/main">
              <a:ext uri="{FF2B5EF4-FFF2-40B4-BE49-F238E27FC236}">
                <a16:creationId xmlns:a16="http://schemas.microsoft.com/office/drawing/2014/main" id="{9D997D25-B958-401E-B123-1734E7866921}"/>
              </a:ext>
            </a:extLst>
          </p:cNvPr>
          <p:cNvPicPr>
            <a:picLocks xmlns:a="http://schemas.openxmlformats.org/drawingml/2006/main" noChangeAspect="1"/>
          </p:cNvPicPr>
          <p:nvPr/>
        </p:nvPicPr>
        <p:blipFill>
          <a:blip xmlns:r="http://schemas.openxmlformats.org/officeDocument/2006/relationships" xmlns:a="http://schemas.openxmlformats.org/drawingml/2006/main" r:embed="R71dd6b15cb644aa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B5577DB2-0E73-40CA-84A0-6A5C15A87292}"/>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082B06AC-351A-45CD-885C-44347291AF2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B5DC8AB-1A90-461A-BEC2-6B08146CDC2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3E49D1D-89AE-4959-954E-F18B98A2DFC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9C4FB9F-6EE8-40CA-A0D5-BBECA509023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A44F4A7-4710-4B57-A570-6662557CDE1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FAC74451-596E-452C-BCFB-49C431522417}"/>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110FC1CF-4CE0-4DC4-84CC-3F54C10BB47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95981BC1-E7C5-4CD1-A176-9894BD7B74A5}"/>
              </a:ext>
            </a:extLst>
          </p:cNvPr>
          <p:cNvSpPr>
            <a:spLocks xmlns:a="http://schemas.openxmlformats.org/drawingml/2006/main" noGrp="1"/>
          </p:cNvSpPr>
          <p:nvPr/>
        </p:nvSpPr>
        <p:spPr>
          <a:xfrm xmlns:a="http://schemas.openxmlformats.org/drawingml/2006/main">
            <a:off x="381000" y="1409700"/>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Learning goal</a:t>
            </a:r>
          </a:p>
        </p:txBody>
      </p:sp>
      <p:sp>
        <p:nvSpPr>
          <p:cNvPr id="14" name="body-1">
            <a:extLst xmlns:a="http://schemas.openxmlformats.org/drawingml/2006/main">
              <a:ext uri="{FF2B5EF4-FFF2-40B4-BE49-F238E27FC236}">
                <a16:creationId xmlns:a16="http://schemas.microsoft.com/office/drawing/2014/main" id="{9E8954C7-87F8-4FFC-9E9E-FCE6B705DD95}"/>
              </a:ext>
            </a:extLst>
          </p:cNvPr>
          <p:cNvSpPr>
            <a:spLocks xmlns:a="http://schemas.openxmlformats.org/drawingml/2006/main" noGrp="1"/>
          </p:cNvSpPr>
          <p:nvPr/>
        </p:nvSpPr>
        <p:spPr>
          <a:xfrm xmlns:a="http://schemas.openxmlformats.org/drawingml/2006/main">
            <a:off x="381000" y="1951292"/>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show how a lamp can mean more than light.</a:t>
            </a:r>
          </a:p>
        </p:txBody>
      </p:sp>
      <p:sp>
        <p:nvSpPr>
          <p:cNvPr id="15" name="body-2">
            <a:extLst xmlns:a="http://schemas.openxmlformats.org/drawingml/2006/main">
              <a:ext uri="{FF2B5EF4-FFF2-40B4-BE49-F238E27FC236}">
                <a16:creationId xmlns:a16="http://schemas.microsoft.com/office/drawing/2014/main" id="{3924D47B-4DB8-4D69-B68B-62DDABF0F467}"/>
              </a:ext>
            </a:extLst>
          </p:cNvPr>
          <p:cNvSpPr>
            <a:spLocks xmlns:a="http://schemas.openxmlformats.org/drawingml/2006/main" noGrp="1"/>
          </p:cNvSpPr>
          <p:nvPr/>
        </p:nvSpPr>
        <p:spPr>
          <a:xfrm xmlns:a="http://schemas.openxmlformats.org/drawingml/2006/main">
            <a:off x="381000" y="2492883"/>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Today I can</a:t>
            </a:r>
          </a:p>
        </p:txBody>
      </p:sp>
      <p:sp>
        <p:nvSpPr>
          <p:cNvPr id="16" name="body-3">
            <a:extLst xmlns:a="http://schemas.openxmlformats.org/drawingml/2006/main">
              <a:ext uri="{FF2B5EF4-FFF2-40B4-BE49-F238E27FC236}">
                <a16:creationId xmlns:a16="http://schemas.microsoft.com/office/drawing/2014/main" id="{A5C0A9EA-2638-4D74-967B-EC6D4ED6C9DC}"/>
              </a:ext>
            </a:extLst>
          </p:cNvPr>
          <p:cNvSpPr>
            <a:spLocks xmlns:a="http://schemas.openxmlformats.org/drawingml/2006/main" noGrp="1"/>
          </p:cNvSpPr>
          <p:nvPr/>
        </p:nvSpPr>
        <p:spPr>
          <a:xfrm xmlns:a="http://schemas.openxmlformats.org/drawingml/2006/main">
            <a:off x="381000" y="3034475"/>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name a festival.</a:t>
            </a:r>
          </a:p>
        </p:txBody>
      </p:sp>
      <p:sp>
        <p:nvSpPr>
          <p:cNvPr id="17" name="body-4">
            <a:extLst xmlns:a="http://schemas.openxmlformats.org/drawingml/2006/main">
              <a:ext uri="{FF2B5EF4-FFF2-40B4-BE49-F238E27FC236}">
                <a16:creationId xmlns:a16="http://schemas.microsoft.com/office/drawing/2014/main" id="{A0D4AF79-3178-4BC3-AD26-A1B2935E0E08}"/>
              </a:ext>
            </a:extLst>
          </p:cNvPr>
          <p:cNvSpPr>
            <a:spLocks xmlns:a="http://schemas.openxmlformats.org/drawingml/2006/main" noGrp="1"/>
          </p:cNvSpPr>
          <p:nvPr/>
        </p:nvSpPr>
        <p:spPr>
          <a:xfrm xmlns:a="http://schemas.openxmlformats.org/drawingml/2006/main">
            <a:off x="381000" y="3576066"/>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link a lamp to a meaning.</a:t>
            </a:r>
          </a:p>
        </p:txBody>
      </p:sp>
      <p:sp>
        <p:nvSpPr>
          <p:cNvPr id="18" name="body-5">
            <a:extLst xmlns:a="http://schemas.openxmlformats.org/drawingml/2006/main">
              <a:ext uri="{FF2B5EF4-FFF2-40B4-BE49-F238E27FC236}">
                <a16:creationId xmlns:a16="http://schemas.microsoft.com/office/drawing/2014/main" id="{74E185AE-1F3C-4DEA-ADEB-B9C652E92CD8}"/>
              </a:ext>
            </a:extLst>
          </p:cNvPr>
          <p:cNvSpPr>
            <a:spLocks xmlns:a="http://schemas.openxmlformats.org/drawingml/2006/main" noGrp="1"/>
          </p:cNvSpPr>
          <p:nvPr/>
        </p:nvSpPr>
        <p:spPr>
          <a:xfrm xmlns:a="http://schemas.openxmlformats.org/drawingml/2006/main">
            <a:off x="381000" y="4117658"/>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show respect: care for what matters to people.</a:t>
            </a:r>
          </a:p>
        </p:txBody>
      </p:sp>
      <p:sp>
        <p:nvSpPr>
          <p:cNvPr id="19" name="body-6">
            <a:extLst xmlns:a="http://schemas.openxmlformats.org/drawingml/2006/main">
              <a:ext uri="{FF2B5EF4-FFF2-40B4-BE49-F238E27FC236}">
                <a16:creationId xmlns:a16="http://schemas.microsoft.com/office/drawing/2014/main" id="{7D7DC0C8-BA9E-4085-BA6F-D7536E5BBF78}"/>
              </a:ext>
            </a:extLst>
          </p:cNvPr>
          <p:cNvSpPr>
            <a:spLocks xmlns:a="http://schemas.openxmlformats.org/drawingml/2006/main" noGrp="1"/>
          </p:cNvSpPr>
          <p:nvPr/>
        </p:nvSpPr>
        <p:spPr>
          <a:xfrm xmlns:a="http://schemas.openxmlformats.org/drawingml/2006/main">
            <a:off x="381000" y="465924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can point, speak, sign, use symbols, draw or write.</a:t>
            </a:r>
          </a:p>
        </p:txBody>
      </p:sp>
      <p:sp>
        <p:nvSpPr>
          <p:cNvPr id="20" name="body-7">
            <a:extLst xmlns:a="http://schemas.openxmlformats.org/drawingml/2006/main">
              <a:ext uri="{FF2B5EF4-FFF2-40B4-BE49-F238E27FC236}">
                <a16:creationId xmlns:a16="http://schemas.microsoft.com/office/drawing/2014/main" id="{C5327013-B950-4810-BA08-6ACF70F99E81}"/>
              </a:ext>
            </a:extLst>
          </p:cNvPr>
          <p:cNvSpPr>
            <a:spLocks xmlns:a="http://schemas.openxmlformats.org/drawingml/2006/main" noGrp="1"/>
          </p:cNvSpPr>
          <p:nvPr/>
        </p:nvSpPr>
        <p:spPr>
          <a:xfrm xmlns:a="http://schemas.openxmlformats.org/drawingml/2006/main">
            <a:off x="381000" y="520084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pass. You do not need to tell us about your life.</a:t>
            </a:r>
          </a:p>
        </p:txBody>
      </p:sp>
    </p:spTree>
    <p:extLst>
      <p:ext uri="{BB962C8B-B14F-4D97-AF65-F5344CB8AC3E}">
        <p14:creationId xmlns:p14="http://schemas.microsoft.com/office/powerpoint/2010/main" val="164034390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A4DE51D4-EEB5-46C8-B787-3C429D78EE1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CDB26CE7-34BC-468D-AC7E-68EE4B3AC1B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5C28A0F8-5E12-41CB-A9E1-9FFDD3AE1CC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pic>
        <p:nvPicPr>
          <p:cNvPr id="4" name="">
            <a:extLst xmlns:a="http://schemas.openxmlformats.org/drawingml/2006/main">
              <a:ext uri="{FF2B5EF4-FFF2-40B4-BE49-F238E27FC236}">
                <a16:creationId xmlns:a16="http://schemas.microsoft.com/office/drawing/2014/main" id="{7AFF54ED-7E66-4430-BDA4-D818D0662B17}"/>
              </a:ext>
            </a:extLst>
          </p:cNvPr>
          <p:cNvPicPr>
            <a:picLocks xmlns:a="http://schemas.openxmlformats.org/drawingml/2006/main" noChangeAspect="1"/>
          </p:cNvPicPr>
          <p:nvPr/>
        </p:nvPicPr>
        <p:blipFill>
          <a:blip xmlns:r="http://schemas.openxmlformats.org/officeDocument/2006/relationships" xmlns:a="http://schemas.openxmlformats.org/drawingml/2006/main" r:embed="Rbfcfcb3c044a40a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BF471E6-25A6-4DEB-A4AD-AD379A496A17}"/>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2451A6BC-01F2-423C-AF41-0DCF8EEDA83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0CBE4F0-216C-4E14-9F8C-7DBFD272934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8D59BAA-F840-432B-A0B3-570F2D30D115}"/>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C213794-8611-4DD6-A467-639379F7F681}"/>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D2195D6-DF0E-4AED-80CD-4DF776CD069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9E98FAD5-5762-4EC0-9664-DC09962AFEB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7C3CC8B6-45EB-4B7C-A9C9-F4EA9EE1BAC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D12CC5D-1B45-498E-ACD9-A4466736E96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mark, word or picture for each of 1 to 4.</a:t>
            </a:r>
          </a:p>
        </p:txBody>
      </p:sp>
      <p:sp>
        <p:nvSpPr>
          <p:cNvPr id="14" name="figure-lamp-0">
            <a:extLst xmlns:a="http://schemas.openxmlformats.org/drawingml/2006/main">
              <a:ext uri="{FF2B5EF4-FFF2-40B4-BE49-F238E27FC236}">
                <a16:creationId xmlns:a16="http://schemas.microsoft.com/office/drawing/2014/main" id="{99C2CE80-733E-4E9B-B436-6D1EC6404CF7}"/>
              </a:ext>
            </a:extLst>
          </p:cNvPr>
          <p:cNvSpPr>
            <a:spLocks xmlns:a="http://schemas.openxmlformats.org/drawingml/2006/main" noGrp="1"/>
          </p:cNvSpPr>
          <p:nvPr/>
        </p:nvSpPr>
        <p:spPr>
          <a:xfrm xmlns:a="http://schemas.openxmlformats.org/drawingml/2006/main">
            <a:off x="3753802" y="3427047"/>
            <a:ext cx="4684395" cy="1569272"/>
          </a:xfrm>
          <a:custGeom xmlns:a="http://schemas.openxmlformats.org/drawingml/2006/main">
            <a:pathLst>
              <a:path w="4684395" h="1569272">
                <a:moveTo>
                  <a:pt x="0" y="0"/>
                </a:moveTo>
                <a:lnTo>
                  <a:pt x="234220" y="702659"/>
                </a:lnTo>
                <a:lnTo>
                  <a:pt x="936879" y="1241365"/>
                </a:lnTo>
                <a:lnTo>
                  <a:pt x="2342198" y="1569272"/>
                </a:lnTo>
                <a:lnTo>
                  <a:pt x="3747516" y="1241365"/>
                </a:lnTo>
                <a:lnTo>
                  <a:pt x="4450175" y="702659"/>
                </a:lnTo>
                <a:lnTo>
                  <a:pt x="4684395" y="0"/>
                </a:lnTo>
              </a:path>
            </a:pathLst>
          </a:custGeom>
          <a:noFill xmlns:a="http://schemas.openxmlformats.org/drawingml/2006/main"/>
          <a:ln xmlns:a="http://schemas.openxmlformats.org/drawingml/2006/main" w="93688">
            <a:solidFill>
              <a:srgbClr val="23354A"/>
            </a:solidFill>
          </a:ln>
        </p:spPr>
      </p:sp>
      <p:sp>
        <p:nvSpPr>
          <p:cNvPr id="15" name="figure-lamp-1">
            <a:extLst xmlns:a="http://schemas.openxmlformats.org/drawingml/2006/main">
              <a:ext uri="{FF2B5EF4-FFF2-40B4-BE49-F238E27FC236}">
                <a16:creationId xmlns:a16="http://schemas.microsoft.com/office/drawing/2014/main" id="{75B63F0C-C21B-4A85-8028-F794E5D501B6}"/>
              </a:ext>
            </a:extLst>
          </p:cNvPr>
          <p:cNvSpPr>
            <a:spLocks xmlns:a="http://schemas.openxmlformats.org/drawingml/2006/main" noGrp="1"/>
          </p:cNvSpPr>
          <p:nvPr/>
        </p:nvSpPr>
        <p:spPr>
          <a:xfrm xmlns:a="http://schemas.openxmlformats.org/drawingml/2006/main">
            <a:off x="3753802" y="3427047"/>
            <a:ext cx="4684395" cy="23422"/>
          </a:xfrm>
          <a:custGeom xmlns:a="http://schemas.openxmlformats.org/drawingml/2006/main">
            <a:pathLst>
              <a:path w="4684395" h="23422">
                <a:moveTo>
                  <a:pt x="0" y="0"/>
                </a:moveTo>
                <a:lnTo>
                  <a:pt x="4684395" y="0"/>
                </a:lnTo>
              </a:path>
            </a:pathLst>
          </a:custGeom>
          <a:noFill xmlns:a="http://schemas.openxmlformats.org/drawingml/2006/main"/>
          <a:ln xmlns:a="http://schemas.openxmlformats.org/drawingml/2006/main" w="93688">
            <a:solidFill>
              <a:srgbClr val="23354A"/>
            </a:solidFill>
          </a:ln>
        </p:spPr>
      </p:sp>
      <p:sp>
        <p:nvSpPr>
          <p:cNvPr id="16" name="figure-lamp-2">
            <a:extLst xmlns:a="http://schemas.openxmlformats.org/drawingml/2006/main">
              <a:ext uri="{FF2B5EF4-FFF2-40B4-BE49-F238E27FC236}">
                <a16:creationId xmlns:a16="http://schemas.microsoft.com/office/drawing/2014/main" id="{3D8036A1-D250-4766-A358-ED4C582E831A}"/>
              </a:ext>
            </a:extLst>
          </p:cNvPr>
          <p:cNvSpPr>
            <a:spLocks xmlns:a="http://schemas.openxmlformats.org/drawingml/2006/main" noGrp="1"/>
          </p:cNvSpPr>
          <p:nvPr/>
        </p:nvSpPr>
        <p:spPr>
          <a:xfrm xmlns:a="http://schemas.openxmlformats.org/drawingml/2006/main">
            <a:off x="8110290" y="2911764"/>
            <a:ext cx="281064" cy="491861"/>
          </a:xfrm>
          <a:custGeom xmlns:a="http://schemas.openxmlformats.org/drawingml/2006/main">
            <a:pathLst>
              <a:path w="281064" h="491861">
                <a:moveTo>
                  <a:pt x="0" y="491861"/>
                </a:moveTo>
                <a:lnTo>
                  <a:pt x="281064" y="0"/>
                </a:lnTo>
              </a:path>
            </a:pathLst>
          </a:custGeom>
          <a:noFill xmlns:a="http://schemas.openxmlformats.org/drawingml/2006/main"/>
          <a:ln xmlns:a="http://schemas.openxmlformats.org/drawingml/2006/main" w="93688">
            <a:solidFill>
              <a:srgbClr val="23354A"/>
            </a:solidFill>
          </a:ln>
        </p:spPr>
      </p:sp>
      <p:sp>
        <p:nvSpPr>
          <p:cNvPr id="17" name="figure-description-lamp">
            <a:extLst xmlns:a="http://schemas.openxmlformats.org/drawingml/2006/main">
              <a:ext uri="{FF2B5EF4-FFF2-40B4-BE49-F238E27FC236}">
                <a16:creationId xmlns:a16="http://schemas.microsoft.com/office/drawing/2014/main" id="{B70371E3-CBAC-402C-BEF2-708DBFC2FB61}"/>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4209582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EA469314-BA56-49C9-8213-E781DB36EEB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C0885F13-8964-44E3-A9A3-49D1028BB23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420EC01C-84DB-4F19-B636-ECAC818D40E2}"/>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BFF6A7B9-6D70-45EC-A52F-4E27B9D9503E}"/>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57E6388B-AE6B-4135-B4FC-4699F5688E92}"/>
              </a:ext>
            </a:extLst>
          </p:cNvPr>
          <p:cNvPicPr>
            <a:picLocks xmlns:a="http://schemas.openxmlformats.org/drawingml/2006/main" noChangeAspect="1"/>
          </p:cNvPicPr>
          <p:nvPr/>
        </p:nvPicPr>
        <p:blipFill>
          <a:blip xmlns:r="http://schemas.openxmlformats.org/officeDocument/2006/relationships" xmlns:a="http://schemas.openxmlformats.org/drawingml/2006/main" r:embed="R1b7128dd44be497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E547CBBC-2C5A-4465-9298-6B999231C358}"/>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E121E61-D6E5-4A4F-A11C-5C6C7802949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645FD64F-5EF9-475F-96C5-06AFABBBC695}"/>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6CAAE5DF-A397-458D-ABEC-D740A726358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C78A62F7-0121-4296-BE05-AFFA1E68CB67}"/>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D33D225-80EF-4451-A305-CECB90CDE75E}"/>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616C184-75A9-4B9F-B2F1-1E3F33773E36}"/>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0BB9BD4D-DE17-4E7E-8050-ABFD49D006D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188CA802-067E-4A14-93A3-2DD9F955A3F8}"/>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mark, word or picture for each of 1 to 4.</a:t>
            </a:r>
          </a:p>
        </p:txBody>
      </p:sp>
      <p:sp>
        <p:nvSpPr>
          <p:cNvPr id="15" name="item-1-title">
            <a:extLst xmlns:a="http://schemas.openxmlformats.org/drawingml/2006/main">
              <a:ext uri="{FF2B5EF4-FFF2-40B4-BE49-F238E27FC236}">
                <a16:creationId xmlns:a16="http://schemas.microsoft.com/office/drawing/2014/main" id="{46164511-BD1D-4255-ABB2-FC2102D4847D}"/>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A festival</a:t>
            </a:r>
          </a:p>
        </p:txBody>
      </p:sp>
      <p:sp>
        <p:nvSpPr>
          <p:cNvPr id="16" name="item-1-question">
            <a:extLst xmlns:a="http://schemas.openxmlformats.org/drawingml/2006/main">
              <a:ext uri="{FF2B5EF4-FFF2-40B4-BE49-F238E27FC236}">
                <a16:creationId xmlns:a16="http://schemas.microsoft.com/office/drawing/2014/main" id="{F462E7DE-A44E-48A2-BE89-E74DF08BA419}"/>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is a festival: Diwali or a ball?</a:t>
            </a:r>
          </a:p>
        </p:txBody>
      </p:sp>
      <p:sp>
        <p:nvSpPr>
          <p:cNvPr id="17" name="item-1-clue">
            <a:extLst xmlns:a="http://schemas.openxmlformats.org/drawingml/2006/main">
              <a:ext uri="{FF2B5EF4-FFF2-40B4-BE49-F238E27FC236}">
                <a16:creationId xmlns:a16="http://schemas.microsoft.com/office/drawing/2014/main" id="{FD1FC27B-9930-4EE8-9AEC-78E7E9245B89}"/>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card A.</a:t>
            </a:r>
          </a:p>
        </p:txBody>
      </p:sp>
      <p:sp>
        <p:nvSpPr>
          <p:cNvPr id="18" name="item-2-title">
            <a:extLst xmlns:a="http://schemas.openxmlformats.org/drawingml/2006/main">
              <a:ext uri="{FF2B5EF4-FFF2-40B4-BE49-F238E27FC236}">
                <a16:creationId xmlns:a16="http://schemas.microsoft.com/office/drawing/2014/main" id="{099ED411-5F4B-4C9F-ACB8-E0D0B6676940}"/>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A light</a:t>
            </a:r>
          </a:p>
        </p:txBody>
      </p:sp>
      <p:sp>
        <p:nvSpPr>
          <p:cNvPr id="19" name="item-2-question">
            <a:extLst xmlns:a="http://schemas.openxmlformats.org/drawingml/2006/main">
              <a:ext uri="{FF2B5EF4-FFF2-40B4-BE49-F238E27FC236}">
                <a16:creationId xmlns:a16="http://schemas.microsoft.com/office/drawing/2014/main" id="{0DEB78AD-19F4-4C85-AC31-9E41A6EA50BE}"/>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Which can give light: a lamp or a ball?</a:t>
            </a:r>
          </a:p>
        </p:txBody>
      </p:sp>
      <p:sp>
        <p:nvSpPr>
          <p:cNvPr id="20" name="item-2-clue">
            <a:extLst xmlns:a="http://schemas.openxmlformats.org/drawingml/2006/main">
              <a:ext uri="{FF2B5EF4-FFF2-40B4-BE49-F238E27FC236}">
                <a16:creationId xmlns:a16="http://schemas.microsoft.com/office/drawing/2014/main" id="{E02921B4-8499-41FE-B2C8-3A6C77D95361}"/>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Look at the two choices.</a:t>
            </a:r>
          </a:p>
        </p:txBody>
      </p:sp>
      <p:sp>
        <p:nvSpPr>
          <p:cNvPr id="21" name="item-3-title">
            <a:extLst xmlns:a="http://schemas.openxmlformats.org/drawingml/2006/main">
              <a:ext uri="{FF2B5EF4-FFF2-40B4-BE49-F238E27FC236}">
                <a16:creationId xmlns:a16="http://schemas.microsoft.com/office/drawing/2014/main" id="{A1875EED-69A4-4052-A0BC-335217E8836C}"/>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More than one way</a:t>
            </a:r>
          </a:p>
        </p:txBody>
      </p:sp>
      <p:sp>
        <p:nvSpPr>
          <p:cNvPr id="22" name="item-3-question">
            <a:extLst xmlns:a="http://schemas.openxmlformats.org/drawingml/2006/main">
              <a:ext uri="{FF2B5EF4-FFF2-40B4-BE49-F238E27FC236}">
                <a16:creationId xmlns:a16="http://schemas.microsoft.com/office/drawing/2014/main" id="{48A6BABB-54DB-4F5F-85A1-C9940B3A7A9A}"/>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 all people mark Diwali the same way?</a:t>
            </a:r>
          </a:p>
        </p:txBody>
      </p:sp>
      <p:sp>
        <p:nvSpPr>
          <p:cNvPr id="23" name="item-3-clue">
            <a:extLst xmlns:a="http://schemas.openxmlformats.org/drawingml/2006/main">
              <a:ext uri="{FF2B5EF4-FFF2-40B4-BE49-F238E27FC236}">
                <a16:creationId xmlns:a16="http://schemas.microsoft.com/office/drawing/2014/main" id="{7041F851-2C9A-4474-BD69-D045DAEE0BC1}"/>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Hear the last line of card A.</a:t>
            </a:r>
          </a:p>
        </p:txBody>
      </p:sp>
      <p:sp>
        <p:nvSpPr>
          <p:cNvPr id="24" name="item-4-title">
            <a:extLst xmlns:a="http://schemas.openxmlformats.org/drawingml/2006/main">
              <a:ext uri="{FF2B5EF4-FFF2-40B4-BE49-F238E27FC236}">
                <a16:creationId xmlns:a16="http://schemas.microsoft.com/office/drawing/2014/main" id="{D8EE1592-587C-40E5-A588-7374256FC17E}"/>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Show care</a:t>
            </a:r>
          </a:p>
        </p:txBody>
      </p:sp>
      <p:sp>
        <p:nvSpPr>
          <p:cNvPr id="25" name="item-4-question">
            <a:extLst xmlns:a="http://schemas.openxmlformats.org/drawingml/2006/main">
              <a:ext uri="{FF2B5EF4-FFF2-40B4-BE49-F238E27FC236}">
                <a16:creationId xmlns:a16="http://schemas.microsoft.com/office/drawing/2014/main" id="{072DB04B-9F43-4C0C-AC7F-4FC23AEA939A}"/>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Ask first or grab it: which shows care?</a:t>
            </a:r>
          </a:p>
        </p:txBody>
      </p:sp>
      <p:sp>
        <p:nvSpPr>
          <p:cNvPr id="26" name="item-4-clue">
            <a:extLst xmlns:a="http://schemas.openxmlformats.org/drawingml/2006/main">
              <a:ext uri="{FF2B5EF4-FFF2-40B4-BE49-F238E27FC236}">
                <a16:creationId xmlns:a16="http://schemas.microsoft.com/office/drawing/2014/main" id="{6BE524C8-8DD0-4465-99D1-749CB4D91C94}"/>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lamp on loan.</a:t>
            </a:r>
          </a:p>
        </p:txBody>
      </p:sp>
    </p:spTree>
    <p:extLst>
      <p:ext uri="{BB962C8B-B14F-4D97-AF65-F5344CB8AC3E}">
        <p14:creationId xmlns:p14="http://schemas.microsoft.com/office/powerpoint/2010/main" val="15544576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0D09E771-2C18-463F-BD64-1F573212944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48816FAA-5ED7-4EAB-A10E-BD52B84E7FD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6B026493-617A-45F1-AB4A-C30A2F8DDAA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A5634F1A-C251-4B07-AA39-C275E5F57991}"/>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4152B7B5-7138-4A6F-B800-90FC4ED1365A}"/>
              </a:ext>
            </a:extLst>
          </p:cNvPr>
          <p:cNvPicPr>
            <a:picLocks xmlns:a="http://schemas.openxmlformats.org/drawingml/2006/main" noChangeAspect="1"/>
          </p:cNvPicPr>
          <p:nvPr/>
        </p:nvPicPr>
        <p:blipFill>
          <a:blip xmlns:r="http://schemas.openxmlformats.org/officeDocument/2006/relationships" xmlns:a="http://schemas.openxmlformats.org/drawingml/2006/main" r:embed="R7d269e6cb49b4fb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D22B4B7-95C0-45C0-B44B-79BEDE1F5F6D}"/>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5A58B16-D9FF-4C3E-BFA0-194F77C4642D}"/>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E6B5D7E-0C83-45F9-82C1-57BD7AC7083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E086BBA1-F1D3-4AD6-8122-F1B5528ACAE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5DDEFAE-E1BB-4CF8-86F6-1FE7F83316B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4E7F6D23-9856-404D-B68D-C76100B9EFC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D07F13D1-1E1D-461E-9EDA-7242946681C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408296B4-2AEA-4F57-98D1-EC7DBFAB065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2849401-A9D1-4456-9712-9FA4DE023DA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mark, word or picture for each of 1 to 4.</a:t>
            </a:r>
          </a:p>
        </p:txBody>
      </p:sp>
      <p:sp>
        <p:nvSpPr>
          <p:cNvPr id="15" name="item-1-title">
            <a:extLst xmlns:a="http://schemas.openxmlformats.org/drawingml/2006/main">
              <a:ext uri="{FF2B5EF4-FFF2-40B4-BE49-F238E27FC236}">
                <a16:creationId xmlns:a16="http://schemas.microsoft.com/office/drawing/2014/main" id="{0226C466-5210-4654-8351-BABE4999700B}"/>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A festival</a:t>
            </a:r>
          </a:p>
        </p:txBody>
      </p:sp>
      <p:sp>
        <p:nvSpPr>
          <p:cNvPr id="16" name="item-1-question">
            <a:extLst xmlns:a="http://schemas.openxmlformats.org/drawingml/2006/main">
              <a:ext uri="{FF2B5EF4-FFF2-40B4-BE49-F238E27FC236}">
                <a16:creationId xmlns:a16="http://schemas.microsoft.com/office/drawing/2014/main" id="{3751A519-47E6-4710-9C28-956CD91E9215}"/>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Name the festival on card A.</a:t>
            </a:r>
          </a:p>
        </p:txBody>
      </p:sp>
      <p:sp>
        <p:nvSpPr>
          <p:cNvPr id="17" name="item-1-clue">
            <a:extLst xmlns:a="http://schemas.openxmlformats.org/drawingml/2006/main">
              <a:ext uri="{FF2B5EF4-FFF2-40B4-BE49-F238E27FC236}">
                <a16:creationId xmlns:a16="http://schemas.microsoft.com/office/drawing/2014/main" id="{732408E1-DEBA-43CA-9C2E-2F775191A2AF}"/>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Hear the first line.</a:t>
            </a:r>
          </a:p>
        </p:txBody>
      </p:sp>
      <p:sp>
        <p:nvSpPr>
          <p:cNvPr id="18" name="item-2-title">
            <a:extLst xmlns:a="http://schemas.openxmlformats.org/drawingml/2006/main">
              <a:ext uri="{FF2B5EF4-FFF2-40B4-BE49-F238E27FC236}">
                <a16:creationId xmlns:a16="http://schemas.microsoft.com/office/drawing/2014/main" id="{44899D5B-A6BB-450B-99E7-8440BB00EDF1}"/>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A light</a:t>
            </a:r>
          </a:p>
        </p:txBody>
      </p:sp>
      <p:sp>
        <p:nvSpPr>
          <p:cNvPr id="19" name="item-2-question">
            <a:extLst xmlns:a="http://schemas.openxmlformats.org/drawingml/2006/main">
              <a:ext uri="{FF2B5EF4-FFF2-40B4-BE49-F238E27FC236}">
                <a16:creationId xmlns:a16="http://schemas.microsoft.com/office/drawing/2014/main" id="{D6CED86F-423C-434C-965B-33397F15C3EA}"/>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do many Hindus use at Diwali?</a:t>
            </a:r>
          </a:p>
        </p:txBody>
      </p:sp>
      <p:sp>
        <p:nvSpPr>
          <p:cNvPr id="20" name="item-2-clue">
            <a:extLst xmlns:a="http://schemas.openxmlformats.org/drawingml/2006/main">
              <a:ext uri="{FF2B5EF4-FFF2-40B4-BE49-F238E27FC236}">
                <a16:creationId xmlns:a16="http://schemas.microsoft.com/office/drawing/2014/main" id="{A5E887FE-F988-4D4F-9590-6E7F5A3F64FB}"/>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Find the thing that can give light.</a:t>
            </a:r>
          </a:p>
        </p:txBody>
      </p:sp>
      <p:sp>
        <p:nvSpPr>
          <p:cNvPr id="21" name="item-3-title">
            <a:extLst xmlns:a="http://schemas.openxmlformats.org/drawingml/2006/main">
              <a:ext uri="{FF2B5EF4-FFF2-40B4-BE49-F238E27FC236}">
                <a16:creationId xmlns:a16="http://schemas.microsoft.com/office/drawing/2014/main" id="{11370D90-32BE-4ECE-8EAB-28193B5A0E18}"/>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More than one way</a:t>
            </a:r>
          </a:p>
        </p:txBody>
      </p:sp>
      <p:sp>
        <p:nvSpPr>
          <p:cNvPr id="22" name="item-3-question">
            <a:extLst xmlns:a="http://schemas.openxmlformats.org/drawingml/2006/main">
              <a:ext uri="{FF2B5EF4-FFF2-40B4-BE49-F238E27FC236}">
                <a16:creationId xmlns:a16="http://schemas.microsoft.com/office/drawing/2014/main" id="{BCC0AB77-1B97-41F1-89DD-C28FA01201A7}"/>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Must all people mark Diwali the same way? Why?</a:t>
            </a:r>
          </a:p>
        </p:txBody>
      </p:sp>
      <p:sp>
        <p:nvSpPr>
          <p:cNvPr id="23" name="item-3-clue">
            <a:extLst xmlns:a="http://schemas.openxmlformats.org/drawingml/2006/main">
              <a:ext uri="{FF2B5EF4-FFF2-40B4-BE49-F238E27FC236}">
                <a16:creationId xmlns:a16="http://schemas.microsoft.com/office/drawing/2014/main" id="{424E8F7B-2EDF-4491-AA54-068EF52A5053}"/>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Hear the last line of card A.</a:t>
            </a:r>
          </a:p>
        </p:txBody>
      </p:sp>
      <p:sp>
        <p:nvSpPr>
          <p:cNvPr id="24" name="item-4-title">
            <a:extLst xmlns:a="http://schemas.openxmlformats.org/drawingml/2006/main">
              <a:ext uri="{FF2B5EF4-FFF2-40B4-BE49-F238E27FC236}">
                <a16:creationId xmlns:a16="http://schemas.microsoft.com/office/drawing/2014/main" id="{2AD434A8-EDCD-4D55-B18E-3A2BD1071DA8}"/>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Show care</a:t>
            </a:r>
          </a:p>
        </p:txBody>
      </p:sp>
      <p:sp>
        <p:nvSpPr>
          <p:cNvPr id="25" name="item-4-question">
            <a:extLst xmlns:a="http://schemas.openxmlformats.org/drawingml/2006/main">
              <a:ext uri="{FF2B5EF4-FFF2-40B4-BE49-F238E27FC236}">
                <a16:creationId xmlns:a16="http://schemas.microsoft.com/office/drawing/2014/main" id="{1121E4CD-268F-4941-9274-005FE64F5417}"/>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should you do before you touch the lamp?</a:t>
            </a:r>
          </a:p>
        </p:txBody>
      </p:sp>
      <p:sp>
        <p:nvSpPr>
          <p:cNvPr id="26" name="item-4-clue">
            <a:extLst xmlns:a="http://schemas.openxmlformats.org/drawingml/2006/main">
              <a:ext uri="{FF2B5EF4-FFF2-40B4-BE49-F238E27FC236}">
                <a16:creationId xmlns:a16="http://schemas.microsoft.com/office/drawing/2014/main" id="{8D32E706-1EC5-4622-B733-9997E36F8388}"/>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Read card C with an adult.</a:t>
            </a:r>
          </a:p>
        </p:txBody>
      </p:sp>
    </p:spTree>
    <p:extLst>
      <p:ext uri="{BB962C8B-B14F-4D97-AF65-F5344CB8AC3E}">
        <p14:creationId xmlns:p14="http://schemas.microsoft.com/office/powerpoint/2010/main" val="6547404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4270630C-956E-4DED-A768-DD574808A06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4A35E37F-932A-4677-84EE-5213ECD949D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Arrival · 5 min · 00 to 05</a:t>
            </a:r>
          </a:p>
        </p:txBody>
      </p:sp>
      <p:sp>
        <p:nvSpPr>
          <p:cNvPr id="3" name="slide-title">
            <a:extLst xmlns:a="http://schemas.openxmlformats.org/drawingml/2006/main">
              <a:ext uri="{FF2B5EF4-FFF2-40B4-BE49-F238E27FC236}">
                <a16:creationId xmlns:a16="http://schemas.microsoft.com/office/drawing/2014/main" id="{CA023D5E-0EA2-4E4D-A026-DCCB9C009B3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Arrival</a:t>
            </a:r>
          </a:p>
        </p:txBody>
      </p:sp>
      <p:sp>
        <p:nvSpPr>
          <p:cNvPr id="4" name="tier-route-label">
            <a:extLst xmlns:a="http://schemas.openxmlformats.org/drawingml/2006/main">
              <a:ext uri="{FF2B5EF4-FFF2-40B4-BE49-F238E27FC236}">
                <a16:creationId xmlns:a16="http://schemas.microsoft.com/office/drawing/2014/main" id="{8C939BEE-4CAB-4892-9E45-1C9295C0401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24D833A9-47B5-4013-9C00-BC8C85E4AB65}"/>
              </a:ext>
            </a:extLst>
          </p:cNvPr>
          <p:cNvPicPr>
            <a:picLocks xmlns:a="http://schemas.openxmlformats.org/drawingml/2006/main" noChangeAspect="1"/>
          </p:cNvPicPr>
          <p:nvPr/>
        </p:nvPicPr>
        <p:blipFill>
          <a:blip xmlns:r="http://schemas.openxmlformats.org/officeDocument/2006/relationships" xmlns:a="http://schemas.openxmlformats.org/drawingml/2006/main" r:embed="Rb3dfbd3ff808493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9A46BB22-6B3D-4EB4-B6B9-6A604A792CBF}"/>
              </a:ext>
            </a:extLst>
          </p:cNvPr>
          <p:cNvSpPr>
            <a:spLocks xmlns:a="http://schemas.openxmlformats.org/drawingml/2006/main" noGrp="1"/>
          </p:cNvSpPr>
          <p:nvPr/>
        </p:nvSpPr>
        <p:spPr>
          <a:xfrm xmlns:a="http://schemas.openxmlformats.org/drawingml/2006/main">
            <a:off x="381000" y="1143000"/>
            <a:ext cx="14097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29F7532-12AB-424C-8D58-F425D315512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EB1DCF5-FB3C-47F6-A685-9E1A065E82F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58AB0D6-1851-48F9-8B85-3341099EF0D6}"/>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0E22C855-27C0-4A5C-BF73-B35E22CECAB4}"/>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F94EAEA-4B28-4176-87FB-5E138DC6791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7A641DC-04C9-466C-8622-C658BD3CC69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CBECE4D6-8B6A-459A-AC8E-2C1CC897D87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321FA892-A1C5-40ED-968A-6785EC9CB5D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short mark, word or picture for each of 1 to 4.</a:t>
            </a:r>
          </a:p>
        </p:txBody>
      </p:sp>
      <p:sp>
        <p:nvSpPr>
          <p:cNvPr id="15" name="item-1-title">
            <a:extLst xmlns:a="http://schemas.openxmlformats.org/drawingml/2006/main">
              <a:ext uri="{FF2B5EF4-FFF2-40B4-BE49-F238E27FC236}">
                <a16:creationId xmlns:a16="http://schemas.microsoft.com/office/drawing/2014/main" id="{9877286C-7338-4904-A500-6699ED846E1F}"/>
              </a:ext>
            </a:extLst>
          </p:cNvPr>
          <p:cNvSpPr>
            <a:spLocks xmlns:a="http://schemas.openxmlformats.org/drawingml/2006/main" noGrp="1"/>
          </p:cNvSpPr>
          <p:nvPr/>
        </p:nvSpPr>
        <p:spPr>
          <a:xfrm xmlns:a="http://schemas.openxmlformats.org/drawingml/2006/main">
            <a:off x="38100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A festival</a:t>
            </a:r>
          </a:p>
        </p:txBody>
      </p:sp>
      <p:sp>
        <p:nvSpPr>
          <p:cNvPr id="16" name="item-1-question">
            <a:extLst xmlns:a="http://schemas.openxmlformats.org/drawingml/2006/main">
              <a:ext uri="{FF2B5EF4-FFF2-40B4-BE49-F238E27FC236}">
                <a16:creationId xmlns:a16="http://schemas.microsoft.com/office/drawing/2014/main" id="{018A262A-9BB8-4171-88B4-0BA7C7CA595B}"/>
              </a:ext>
            </a:extLst>
          </p:cNvPr>
          <p:cNvSpPr>
            <a:spLocks xmlns:a="http://schemas.openxmlformats.org/drawingml/2006/main" noGrp="1"/>
          </p:cNvSpPr>
          <p:nvPr/>
        </p:nvSpPr>
        <p:spPr>
          <a:xfrm xmlns:a="http://schemas.openxmlformats.org/drawingml/2006/main">
            <a:off x="38100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Name the festival. Give one clue from card A.</a:t>
            </a:r>
          </a:p>
        </p:txBody>
      </p:sp>
      <p:sp>
        <p:nvSpPr>
          <p:cNvPr id="17" name="item-1-clue">
            <a:extLst xmlns:a="http://schemas.openxmlformats.org/drawingml/2006/main">
              <a:ext uri="{FF2B5EF4-FFF2-40B4-BE49-F238E27FC236}">
                <a16:creationId xmlns:a16="http://schemas.microsoft.com/office/drawing/2014/main" id="{ACC091A7-29AB-452F-AD8B-E45C36616228}"/>
              </a:ext>
            </a:extLst>
          </p:cNvPr>
          <p:cNvSpPr>
            <a:spLocks xmlns:a="http://schemas.openxmlformats.org/drawingml/2006/main" noGrp="1"/>
          </p:cNvSpPr>
          <p:nvPr/>
        </p:nvSpPr>
        <p:spPr>
          <a:xfrm xmlns:a="http://schemas.openxmlformats.org/drawingml/2006/main">
            <a:off x="38100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Link the name to a thing people use.</a:t>
            </a:r>
          </a:p>
        </p:txBody>
      </p:sp>
      <p:sp>
        <p:nvSpPr>
          <p:cNvPr id="18" name="item-2-title">
            <a:extLst xmlns:a="http://schemas.openxmlformats.org/drawingml/2006/main">
              <a:ext uri="{FF2B5EF4-FFF2-40B4-BE49-F238E27FC236}">
                <a16:creationId xmlns:a16="http://schemas.microsoft.com/office/drawing/2014/main" id="{F8D47644-95AA-4518-8467-21E2FE835F6C}"/>
              </a:ext>
            </a:extLst>
          </p:cNvPr>
          <p:cNvSpPr>
            <a:spLocks xmlns:a="http://schemas.openxmlformats.org/drawingml/2006/main" noGrp="1"/>
          </p:cNvSpPr>
          <p:nvPr/>
        </p:nvSpPr>
        <p:spPr>
          <a:xfrm xmlns:a="http://schemas.openxmlformats.org/drawingml/2006/main">
            <a:off x="6229350" y="1904619"/>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A light</a:t>
            </a:r>
          </a:p>
        </p:txBody>
      </p:sp>
      <p:sp>
        <p:nvSpPr>
          <p:cNvPr id="19" name="item-2-question">
            <a:extLst xmlns:a="http://schemas.openxmlformats.org/drawingml/2006/main">
              <a:ext uri="{FF2B5EF4-FFF2-40B4-BE49-F238E27FC236}">
                <a16:creationId xmlns:a16="http://schemas.microsoft.com/office/drawing/2014/main" id="{6A0CFB7D-0D92-44F3-B0E3-0C38BD49397F}"/>
              </a:ext>
            </a:extLst>
          </p:cNvPr>
          <p:cNvSpPr>
            <a:spLocks xmlns:a="http://schemas.openxmlformats.org/drawingml/2006/main" noGrp="1"/>
          </p:cNvSpPr>
          <p:nvPr/>
        </p:nvSpPr>
        <p:spPr>
          <a:xfrm xmlns:a="http://schemas.openxmlformats.org/drawingml/2006/main">
            <a:off x="6229350" y="2317242"/>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can the light stand for?</a:t>
            </a:r>
          </a:p>
        </p:txBody>
      </p:sp>
      <p:sp>
        <p:nvSpPr>
          <p:cNvPr id="20" name="item-2-clue">
            <a:extLst xmlns:a="http://schemas.openxmlformats.org/drawingml/2006/main">
              <a:ext uri="{FF2B5EF4-FFF2-40B4-BE49-F238E27FC236}">
                <a16:creationId xmlns:a16="http://schemas.microsoft.com/office/drawing/2014/main" id="{AE107EE5-0B01-464B-881A-3F94DE04F6D9}"/>
              </a:ext>
            </a:extLst>
          </p:cNvPr>
          <p:cNvSpPr>
            <a:spLocks xmlns:a="http://schemas.openxmlformats.org/drawingml/2006/main" noGrp="1"/>
          </p:cNvSpPr>
          <p:nvPr/>
        </p:nvSpPr>
        <p:spPr>
          <a:xfrm xmlns:a="http://schemas.openxmlformats.org/drawingml/2006/main">
            <a:off x="6229350" y="2790444"/>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Hear the line about good and bad.</a:t>
            </a:r>
          </a:p>
        </p:txBody>
      </p:sp>
      <p:sp>
        <p:nvSpPr>
          <p:cNvPr id="21" name="item-3-title">
            <a:extLst xmlns:a="http://schemas.openxmlformats.org/drawingml/2006/main">
              <a:ext uri="{FF2B5EF4-FFF2-40B4-BE49-F238E27FC236}">
                <a16:creationId xmlns:a16="http://schemas.microsoft.com/office/drawing/2014/main" id="{9457D58B-7D4D-4077-AB86-5CE9CB1B20D7}"/>
              </a:ext>
            </a:extLst>
          </p:cNvPr>
          <p:cNvSpPr>
            <a:spLocks xmlns:a="http://schemas.openxmlformats.org/drawingml/2006/main" noGrp="1"/>
          </p:cNvSpPr>
          <p:nvPr/>
        </p:nvSpPr>
        <p:spPr>
          <a:xfrm xmlns:a="http://schemas.openxmlformats.org/drawingml/2006/main">
            <a:off x="38100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More than one way</a:t>
            </a:r>
          </a:p>
        </p:txBody>
      </p:sp>
      <p:sp>
        <p:nvSpPr>
          <p:cNvPr id="22" name="item-3-question">
            <a:extLst xmlns:a="http://schemas.openxmlformats.org/drawingml/2006/main">
              <a:ext uri="{FF2B5EF4-FFF2-40B4-BE49-F238E27FC236}">
                <a16:creationId xmlns:a16="http://schemas.microsoft.com/office/drawing/2014/main" id="{50E821B1-3C22-40A4-BAF6-82210F0A2B3B}"/>
              </a:ext>
            </a:extLst>
          </p:cNvPr>
          <p:cNvSpPr>
            <a:spLocks xmlns:a="http://schemas.openxmlformats.org/drawingml/2006/main" noGrp="1"/>
          </p:cNvSpPr>
          <p:nvPr/>
        </p:nvSpPr>
        <p:spPr>
          <a:xfrm xmlns:a="http://schemas.openxmlformats.org/drawingml/2006/main">
            <a:off x="38100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Fix this: 'All people mark Diwali the same way.'</a:t>
            </a:r>
          </a:p>
        </p:txBody>
      </p:sp>
      <p:sp>
        <p:nvSpPr>
          <p:cNvPr id="23" name="item-3-clue">
            <a:extLst xmlns:a="http://schemas.openxmlformats.org/drawingml/2006/main">
              <a:ext uri="{FF2B5EF4-FFF2-40B4-BE49-F238E27FC236}">
                <a16:creationId xmlns:a16="http://schemas.microsoft.com/office/drawing/2014/main" id="{BB31B1D4-048A-4A6E-A381-269AEF164124}"/>
              </a:ext>
            </a:extLst>
          </p:cNvPr>
          <p:cNvSpPr>
            <a:spLocks xmlns:a="http://schemas.openxmlformats.org/drawingml/2006/main" noGrp="1"/>
          </p:cNvSpPr>
          <p:nvPr/>
        </p:nvSpPr>
        <p:spPr>
          <a:xfrm xmlns:a="http://schemas.openxmlformats.org/drawingml/2006/main">
            <a:off x="38100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Change 'all' or 'same'.</a:t>
            </a:r>
          </a:p>
        </p:txBody>
      </p:sp>
      <p:sp>
        <p:nvSpPr>
          <p:cNvPr id="24" name="item-4-title">
            <a:extLst xmlns:a="http://schemas.openxmlformats.org/drawingml/2006/main">
              <a:ext uri="{FF2B5EF4-FFF2-40B4-BE49-F238E27FC236}">
                <a16:creationId xmlns:a16="http://schemas.microsoft.com/office/drawing/2014/main" id="{EAB5DF9F-41E5-46CC-8AFC-FDF94CB21E9B}"/>
              </a:ext>
            </a:extLst>
          </p:cNvPr>
          <p:cNvSpPr>
            <a:spLocks xmlns:a="http://schemas.openxmlformats.org/drawingml/2006/main" noGrp="1"/>
          </p:cNvSpPr>
          <p:nvPr/>
        </p:nvSpPr>
        <p:spPr>
          <a:xfrm xmlns:a="http://schemas.openxmlformats.org/drawingml/2006/main">
            <a:off x="6229350" y="4133660"/>
            <a:ext cx="558165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4. Show care</a:t>
            </a:r>
          </a:p>
        </p:txBody>
      </p:sp>
      <p:sp>
        <p:nvSpPr>
          <p:cNvPr id="25" name="item-4-question">
            <a:extLst xmlns:a="http://schemas.openxmlformats.org/drawingml/2006/main">
              <a:ext uri="{FF2B5EF4-FFF2-40B4-BE49-F238E27FC236}">
                <a16:creationId xmlns:a16="http://schemas.microsoft.com/office/drawing/2014/main" id="{58370EFE-85C5-41A0-AB81-73E600333678}"/>
              </a:ext>
            </a:extLst>
          </p:cNvPr>
          <p:cNvSpPr>
            <a:spLocks xmlns:a="http://schemas.openxmlformats.org/drawingml/2006/main" noGrp="1"/>
          </p:cNvSpPr>
          <p:nvPr/>
        </p:nvSpPr>
        <p:spPr>
          <a:xfrm xmlns:a="http://schemas.openxmlformats.org/drawingml/2006/main">
            <a:off x="6229350" y="4546283"/>
            <a:ext cx="558165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Why ask before you touch a lamp on loan?</a:t>
            </a:r>
          </a:p>
        </p:txBody>
      </p:sp>
      <p:sp>
        <p:nvSpPr>
          <p:cNvPr id="26" name="item-4-clue">
            <a:extLst xmlns:a="http://schemas.openxmlformats.org/drawingml/2006/main">
              <a:ext uri="{FF2B5EF4-FFF2-40B4-BE49-F238E27FC236}">
                <a16:creationId xmlns:a16="http://schemas.microsoft.com/office/drawing/2014/main" id="{3B8E04AC-9AAD-4437-BF16-1BDDC1E63BBF}"/>
              </a:ext>
            </a:extLst>
          </p:cNvPr>
          <p:cNvSpPr>
            <a:spLocks xmlns:a="http://schemas.openxmlformats.org/drawingml/2006/main" noGrp="1"/>
          </p:cNvSpPr>
          <p:nvPr/>
        </p:nvSpPr>
        <p:spPr>
          <a:xfrm xmlns:a="http://schemas.openxmlformats.org/drawingml/2006/main">
            <a:off x="6229350" y="5019485"/>
            <a:ext cx="558165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who it belongs to.</a:t>
            </a:r>
          </a:p>
        </p:txBody>
      </p:sp>
    </p:spTree>
    <p:extLst>
      <p:ext uri="{BB962C8B-B14F-4D97-AF65-F5344CB8AC3E}">
        <p14:creationId xmlns:p14="http://schemas.microsoft.com/office/powerpoint/2010/main" val="16375834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0BF7C831-68F7-41B2-8D01-F5ADEDB913D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7C0CE41E-7744-4A15-94D8-3EAB7E8C6037}"/>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Starter · 3 min · 05 to 08</a:t>
            </a:r>
          </a:p>
        </p:txBody>
      </p:sp>
      <p:sp>
        <p:nvSpPr>
          <p:cNvPr id="3" name="slide-title">
            <a:extLst xmlns:a="http://schemas.openxmlformats.org/drawingml/2006/main">
              <a:ext uri="{FF2B5EF4-FFF2-40B4-BE49-F238E27FC236}">
                <a16:creationId xmlns:a16="http://schemas.microsoft.com/office/drawing/2014/main" id="{C63317E2-ACED-45B6-BA87-158997755175}"/>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Starter</a:t>
            </a:r>
          </a:p>
        </p:txBody>
      </p:sp>
      <p:pic>
        <p:nvPicPr>
          <p:cNvPr id="4" name="">
            <a:extLst xmlns:a="http://schemas.openxmlformats.org/drawingml/2006/main">
              <a:ext uri="{FF2B5EF4-FFF2-40B4-BE49-F238E27FC236}">
                <a16:creationId xmlns:a16="http://schemas.microsoft.com/office/drawing/2014/main" id="{FB5232FC-F846-4107-9D7E-2A7B949CA823}"/>
              </a:ext>
            </a:extLst>
          </p:cNvPr>
          <p:cNvPicPr>
            <a:picLocks xmlns:a="http://schemas.openxmlformats.org/drawingml/2006/main" noChangeAspect="1"/>
          </p:cNvPicPr>
          <p:nvPr/>
        </p:nvPicPr>
        <p:blipFill>
          <a:blip xmlns:r="http://schemas.openxmlformats.org/officeDocument/2006/relationships" xmlns:a="http://schemas.openxmlformats.org/drawingml/2006/main" r:embed="R3202218d8c8a48c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3AEA10D0-5589-45AC-89AD-E0D073E54DE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65D1B9E0-CA8E-47B3-A757-CB8383E56614}"/>
              </a:ext>
            </a:extLst>
          </p:cNvPr>
          <p:cNvSpPr>
            <a:spLocks xmlns:a="http://schemas.openxmlformats.org/drawingml/2006/main" noGrp="1"/>
          </p:cNvSpPr>
          <p:nvPr/>
        </p:nvSpPr>
        <p:spPr>
          <a:xfrm xmlns:a="http://schemas.openxmlformats.org/drawingml/2006/main">
            <a:off x="1809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CC7950D-EB92-44D0-9317-2A711475CB7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052D15A8-9686-4BED-BD3F-53D1449B033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9AA7EB7-CE4E-49AA-AC77-F22811BD6E5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EC68FE0-27D6-4159-BB6B-03B698F64E20}"/>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F4D2C8A-A94F-4599-A2B7-6B004A18065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A1B453CD-15B1-4CA8-9B75-C98CBAFA27BF}"/>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92C321ED-44BA-46B7-B437-06D07859794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choice: A, B or C, or your own lamp mark.</a:t>
            </a:r>
          </a:p>
        </p:txBody>
      </p:sp>
      <p:sp>
        <p:nvSpPr>
          <p:cNvPr id="14" name="body-0">
            <a:extLst xmlns:a="http://schemas.openxmlformats.org/drawingml/2006/main">
              <a:ext uri="{FF2B5EF4-FFF2-40B4-BE49-F238E27FC236}">
                <a16:creationId xmlns:a16="http://schemas.microsoft.com/office/drawing/2014/main" id="{70EF4954-4C29-4AD9-A078-B4EB4D3ED164}"/>
              </a:ext>
            </a:extLst>
          </p:cNvPr>
          <p:cNvSpPr>
            <a:spLocks xmlns:a="http://schemas.openxmlformats.org/drawingml/2006/main" noGrp="1"/>
          </p:cNvSpPr>
          <p:nvPr/>
        </p:nvSpPr>
        <p:spPr>
          <a:xfrm xmlns:a="http://schemas.openxmlformats.org/drawingml/2006/main">
            <a:off x="381000" y="1904619"/>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Look at the lamp drawing.</a:t>
            </a:r>
          </a:p>
        </p:txBody>
      </p:sp>
      <p:sp>
        <p:nvSpPr>
          <p:cNvPr id="15" name="body-1">
            <a:extLst xmlns:a="http://schemas.openxmlformats.org/drawingml/2006/main">
              <a:ext uri="{FF2B5EF4-FFF2-40B4-BE49-F238E27FC236}">
                <a16:creationId xmlns:a16="http://schemas.microsoft.com/office/drawing/2014/main" id="{318AFB01-1CAB-4BD7-B632-3EF62AC4D518}"/>
              </a:ext>
            </a:extLst>
          </p:cNvPr>
          <p:cNvSpPr>
            <a:spLocks xmlns:a="http://schemas.openxmlformats.org/drawingml/2006/main" noGrp="1"/>
          </p:cNvSpPr>
          <p:nvPr/>
        </p:nvSpPr>
        <p:spPr>
          <a:xfrm xmlns:a="http://schemas.openxmlformats.org/drawingml/2006/main">
            <a:off x="381000" y="2446211"/>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Which can we tell from this drawing?</a:t>
            </a:r>
          </a:p>
        </p:txBody>
      </p:sp>
      <p:sp>
        <p:nvSpPr>
          <p:cNvPr id="16" name="body-2">
            <a:extLst xmlns:a="http://schemas.openxmlformats.org/drawingml/2006/main">
              <a:ext uri="{FF2B5EF4-FFF2-40B4-BE49-F238E27FC236}">
                <a16:creationId xmlns:a16="http://schemas.microsoft.com/office/drawing/2014/main" id="{9934AAD5-0053-4E3D-A7B9-32C19E4B735E}"/>
              </a:ext>
            </a:extLst>
          </p:cNvPr>
          <p:cNvSpPr>
            <a:spLocks xmlns:a="http://schemas.openxmlformats.org/drawingml/2006/main" noGrp="1"/>
          </p:cNvSpPr>
          <p:nvPr/>
        </p:nvSpPr>
        <p:spPr>
          <a:xfrm xmlns:a="http://schemas.openxmlformats.org/drawingml/2006/main">
            <a:off x="381000" y="2987802"/>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This is a lamp.</a:t>
            </a:r>
          </a:p>
        </p:txBody>
      </p:sp>
      <p:sp>
        <p:nvSpPr>
          <p:cNvPr id="17" name="body-3">
            <a:extLst xmlns:a="http://schemas.openxmlformats.org/drawingml/2006/main">
              <a:ext uri="{FF2B5EF4-FFF2-40B4-BE49-F238E27FC236}">
                <a16:creationId xmlns:a16="http://schemas.microsoft.com/office/drawing/2014/main" id="{1452D641-F3B8-42FC-9323-8F351EDFB131}"/>
              </a:ext>
            </a:extLst>
          </p:cNvPr>
          <p:cNvSpPr>
            <a:spLocks xmlns:a="http://schemas.openxmlformats.org/drawingml/2006/main" noGrp="1"/>
          </p:cNvSpPr>
          <p:nvPr/>
        </p:nvSpPr>
        <p:spPr>
          <a:xfrm xmlns:a="http://schemas.openxmlformats.org/drawingml/2006/main">
            <a:off x="381000" y="3529394"/>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B: All people use this lamp.</a:t>
            </a:r>
          </a:p>
        </p:txBody>
      </p:sp>
      <p:sp>
        <p:nvSpPr>
          <p:cNvPr id="18" name="body-4">
            <a:extLst xmlns:a="http://schemas.openxmlformats.org/drawingml/2006/main">
              <a:ext uri="{FF2B5EF4-FFF2-40B4-BE49-F238E27FC236}">
                <a16:creationId xmlns:a16="http://schemas.microsoft.com/office/drawing/2014/main" id="{418CAF6D-465B-467B-9E15-CF87BAA74A9F}"/>
              </a:ext>
            </a:extLst>
          </p:cNvPr>
          <p:cNvSpPr>
            <a:spLocks xmlns:a="http://schemas.openxmlformats.org/drawingml/2006/main" noGrp="1"/>
          </p:cNvSpPr>
          <p:nvPr/>
        </p:nvSpPr>
        <p:spPr>
          <a:xfrm xmlns:a="http://schemas.openxmlformats.org/drawingml/2006/main">
            <a:off x="381000" y="4070985"/>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 We know who owns this lamp.</a:t>
            </a:r>
          </a:p>
        </p:txBody>
      </p:sp>
      <p:sp>
        <p:nvSpPr>
          <p:cNvPr id="19" name="figure-lamp-0">
            <a:extLst xmlns:a="http://schemas.openxmlformats.org/drawingml/2006/main">
              <a:ext uri="{FF2B5EF4-FFF2-40B4-BE49-F238E27FC236}">
                <a16:creationId xmlns:a16="http://schemas.microsoft.com/office/drawing/2014/main" id="{38D7C7AE-4EE2-4833-9683-578E3D1ADEA2}"/>
              </a:ext>
            </a:extLst>
          </p:cNvPr>
          <p:cNvSpPr>
            <a:spLocks xmlns:a="http://schemas.openxmlformats.org/drawingml/2006/main" noGrp="1"/>
          </p:cNvSpPr>
          <p:nvPr/>
        </p:nvSpPr>
        <p:spPr>
          <a:xfrm xmlns:a="http://schemas.openxmlformats.org/drawingml/2006/main">
            <a:off x="6923942" y="3459656"/>
            <a:ext cx="4249615" cy="1423621"/>
          </a:xfrm>
          <a:custGeom xmlns:a="http://schemas.openxmlformats.org/drawingml/2006/main">
            <a:pathLst>
              <a:path w="4249615" h="1423621">
                <a:moveTo>
                  <a:pt x="0" y="0"/>
                </a:moveTo>
                <a:lnTo>
                  <a:pt x="212481" y="637442"/>
                </a:lnTo>
                <a:lnTo>
                  <a:pt x="849923" y="1126148"/>
                </a:lnTo>
                <a:lnTo>
                  <a:pt x="2124808" y="1423621"/>
                </a:lnTo>
                <a:lnTo>
                  <a:pt x="3399692" y="1126148"/>
                </a:lnTo>
                <a:lnTo>
                  <a:pt x="4037135" y="637442"/>
                </a:lnTo>
                <a:lnTo>
                  <a:pt x="4249615" y="0"/>
                </a:lnTo>
              </a:path>
            </a:pathLst>
          </a:custGeom>
          <a:noFill xmlns:a="http://schemas.openxmlformats.org/drawingml/2006/main"/>
          <a:ln xmlns:a="http://schemas.openxmlformats.org/drawingml/2006/main" w="84992">
            <a:solidFill>
              <a:srgbClr val="23354A"/>
            </a:solidFill>
          </a:ln>
        </p:spPr>
      </p:sp>
      <p:sp>
        <p:nvSpPr>
          <p:cNvPr id="20" name="figure-lamp-1">
            <a:extLst xmlns:a="http://schemas.openxmlformats.org/drawingml/2006/main">
              <a:ext uri="{FF2B5EF4-FFF2-40B4-BE49-F238E27FC236}">
                <a16:creationId xmlns:a16="http://schemas.microsoft.com/office/drawing/2014/main" id="{BC87DBE7-405C-4F74-9734-CBE2424F0676}"/>
              </a:ext>
            </a:extLst>
          </p:cNvPr>
          <p:cNvSpPr>
            <a:spLocks xmlns:a="http://schemas.openxmlformats.org/drawingml/2006/main" noGrp="1"/>
          </p:cNvSpPr>
          <p:nvPr/>
        </p:nvSpPr>
        <p:spPr>
          <a:xfrm xmlns:a="http://schemas.openxmlformats.org/drawingml/2006/main">
            <a:off x="6923942" y="3459656"/>
            <a:ext cx="4249615" cy="21248"/>
          </a:xfrm>
          <a:custGeom xmlns:a="http://schemas.openxmlformats.org/drawingml/2006/main">
            <a:pathLst>
              <a:path w="4249615" h="21248">
                <a:moveTo>
                  <a:pt x="0" y="0"/>
                </a:moveTo>
                <a:lnTo>
                  <a:pt x="4249615" y="0"/>
                </a:lnTo>
              </a:path>
            </a:pathLst>
          </a:custGeom>
          <a:noFill xmlns:a="http://schemas.openxmlformats.org/drawingml/2006/main"/>
          <a:ln xmlns:a="http://schemas.openxmlformats.org/drawingml/2006/main" w="84992">
            <a:solidFill>
              <a:srgbClr val="23354A"/>
            </a:solidFill>
          </a:ln>
        </p:spPr>
      </p:sp>
      <p:sp>
        <p:nvSpPr>
          <p:cNvPr id="21" name="figure-lamp-2">
            <a:extLst xmlns:a="http://schemas.openxmlformats.org/drawingml/2006/main">
              <a:ext uri="{FF2B5EF4-FFF2-40B4-BE49-F238E27FC236}">
                <a16:creationId xmlns:a16="http://schemas.microsoft.com/office/drawing/2014/main" id="{444B66DE-5359-41BA-8E3D-04CFF85DB96B}"/>
              </a:ext>
            </a:extLst>
          </p:cNvPr>
          <p:cNvSpPr>
            <a:spLocks xmlns:a="http://schemas.openxmlformats.org/drawingml/2006/main" noGrp="1"/>
          </p:cNvSpPr>
          <p:nvPr/>
        </p:nvSpPr>
        <p:spPr>
          <a:xfrm xmlns:a="http://schemas.openxmlformats.org/drawingml/2006/main">
            <a:off x="10876085" y="2992198"/>
            <a:ext cx="254977" cy="446210"/>
          </a:xfrm>
          <a:custGeom xmlns:a="http://schemas.openxmlformats.org/drawingml/2006/main">
            <a:pathLst>
              <a:path w="254977" h="446210">
                <a:moveTo>
                  <a:pt x="0" y="446210"/>
                </a:moveTo>
                <a:lnTo>
                  <a:pt x="254977" y="0"/>
                </a:lnTo>
              </a:path>
            </a:pathLst>
          </a:custGeom>
          <a:noFill xmlns:a="http://schemas.openxmlformats.org/drawingml/2006/main"/>
          <a:ln xmlns:a="http://schemas.openxmlformats.org/drawingml/2006/main" w="84992">
            <a:solidFill>
              <a:srgbClr val="23354A"/>
            </a:solidFill>
          </a:ln>
        </p:spPr>
      </p:sp>
      <p:sp>
        <p:nvSpPr>
          <p:cNvPr id="22" name="figure-description-lamp">
            <a:extLst xmlns:a="http://schemas.openxmlformats.org/drawingml/2006/main">
              <a:ext uri="{FF2B5EF4-FFF2-40B4-BE49-F238E27FC236}">
                <a16:creationId xmlns:a16="http://schemas.microsoft.com/office/drawing/2014/main" id="{3775E0E0-B10F-42A8-B43F-2C67CF4479A1}"/>
              </a:ext>
            </a:extLst>
          </p:cNvPr>
          <p:cNvSpPr>
            <a:spLocks xmlns:a="http://schemas.openxmlformats.org/drawingml/2006/main" noGrp="1"/>
          </p:cNvSpPr>
          <p:nvPr/>
        </p:nvSpPr>
        <p:spPr>
          <a:xfrm xmlns:a="http://schemas.openxmlformats.org/drawingml/2006/main">
            <a:off x="6286500" y="5842635"/>
            <a:ext cx="55245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12000540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3B59AFA3-D256-485A-9BD1-8638017A7F8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EC3F7F4C-5977-4C58-BE5B-E6AEA57D979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F7E4FABB-7D27-4F15-9984-E0EAEA5E6102}"/>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a:t>
            </a:r>
          </a:p>
        </p:txBody>
      </p:sp>
      <p:pic>
        <p:nvPicPr>
          <p:cNvPr id="4" name="">
            <a:extLst xmlns:a="http://schemas.openxmlformats.org/drawingml/2006/main">
              <a:ext uri="{FF2B5EF4-FFF2-40B4-BE49-F238E27FC236}">
                <a16:creationId xmlns:a16="http://schemas.microsoft.com/office/drawing/2014/main" id="{117EF4DA-8534-4E26-B354-CC21BD5129CB}"/>
              </a:ext>
            </a:extLst>
          </p:cNvPr>
          <p:cNvPicPr>
            <a:picLocks xmlns:a="http://schemas.openxmlformats.org/drawingml/2006/main" noChangeAspect="1"/>
          </p:cNvPicPr>
          <p:nvPr/>
        </p:nvPicPr>
        <p:blipFill>
          <a:blip xmlns:r="http://schemas.openxmlformats.org/officeDocument/2006/relationships" xmlns:a="http://schemas.openxmlformats.org/drawingml/2006/main" r:embed="Rd7b6ddf00ea741b4"/>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5CD656F3-674B-46EE-BE40-DD5223C5DBE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406091BF-5B69-41EE-BB53-4D0023927F0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AB4CD722-C6E3-4E3D-A119-375227A11DD1}"/>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699692D-C184-43C2-A24F-8912C9EFC4B1}"/>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A07F1A3-C566-4498-AB10-F22376CCAD8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B5EEBDB-5348-4BAB-908E-D7D682DD2B44}"/>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6C76487C-46E7-48C1-A2F4-19FCC51C8064}"/>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515B6E73-9D75-4CD7-9C71-262DA364CF5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7DCB8DB1-C3A4-4B0B-8955-A26E496A037F}"/>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body-0">
            <a:extLst xmlns:a="http://schemas.openxmlformats.org/drawingml/2006/main">
              <a:ext uri="{FF2B5EF4-FFF2-40B4-BE49-F238E27FC236}">
                <a16:creationId xmlns:a16="http://schemas.microsoft.com/office/drawing/2014/main" id="{AFA986FD-CDCF-497C-9CDD-56EC66D44EE2}"/>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1 — Look</a:t>
            </a:r>
          </a:p>
        </p:txBody>
      </p:sp>
      <p:sp>
        <p:nvSpPr>
          <p:cNvPr id="15" name="body-1">
            <a:extLst xmlns:a="http://schemas.openxmlformats.org/drawingml/2006/main">
              <a:ext uri="{FF2B5EF4-FFF2-40B4-BE49-F238E27FC236}">
                <a16:creationId xmlns:a16="http://schemas.microsoft.com/office/drawing/2014/main" id="{937F04D1-B100-4EE3-8C96-11B1B68BE3A4}"/>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solidFill xmlns:a="http://schemas.openxmlformats.org/drawingml/2006/main">
            <a:srgbClr val="FFE4C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can see a small lamp.</a:t>
            </a:r>
          </a:p>
        </p:txBody>
      </p:sp>
      <p:sp>
        <p:nvSpPr>
          <p:cNvPr id="16" name="body-2">
            <a:extLst xmlns:a="http://schemas.openxmlformats.org/drawingml/2006/main">
              <a:ext uri="{FF2B5EF4-FFF2-40B4-BE49-F238E27FC236}">
                <a16:creationId xmlns:a16="http://schemas.microsoft.com/office/drawing/2014/main" id="{320CDA52-E4C1-47EF-A9D1-2241B81CB297}"/>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2 — Read</a:t>
            </a:r>
          </a:p>
        </p:txBody>
      </p:sp>
      <p:sp>
        <p:nvSpPr>
          <p:cNvPr id="17" name="body-3">
            <a:extLst xmlns:a="http://schemas.openxmlformats.org/drawingml/2006/main">
              <a:ext uri="{FF2B5EF4-FFF2-40B4-BE49-F238E27FC236}">
                <a16:creationId xmlns:a16="http://schemas.microsoft.com/office/drawing/2014/main" id="{0D1CE7DF-1A11-420D-A754-BF63787885CC}"/>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card says many Hindus use lamps at Diwali.</a:t>
            </a:r>
          </a:p>
        </p:txBody>
      </p:sp>
      <p:sp>
        <p:nvSpPr>
          <p:cNvPr id="18" name="body-4">
            <a:extLst xmlns:a="http://schemas.openxmlformats.org/drawingml/2006/main">
              <a:ext uri="{FF2B5EF4-FFF2-40B4-BE49-F238E27FC236}">
                <a16:creationId xmlns:a16="http://schemas.microsoft.com/office/drawing/2014/main" id="{2580B450-B651-45A3-9366-0509D70DECEB}"/>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Step 3 — Link</a:t>
            </a:r>
          </a:p>
        </p:txBody>
      </p:sp>
      <p:sp>
        <p:nvSpPr>
          <p:cNvPr id="19" name="body-5">
            <a:extLst xmlns:a="http://schemas.openxmlformats.org/drawingml/2006/main">
              <a:ext uri="{FF2B5EF4-FFF2-40B4-BE49-F238E27FC236}">
                <a16:creationId xmlns:a16="http://schemas.microsoft.com/office/drawing/2014/main" id="{1A338A38-AA5F-4415-A11B-5B41F95A65CD}"/>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 light can stand for good winning over bad.</a:t>
            </a:r>
          </a:p>
        </p:txBody>
      </p:sp>
      <p:sp>
        <p:nvSpPr>
          <p:cNvPr id="20" name="body-6">
            <a:extLst xmlns:a="http://schemas.openxmlformats.org/drawingml/2006/main">
              <a:ext uri="{FF2B5EF4-FFF2-40B4-BE49-F238E27FC236}">
                <a16:creationId xmlns:a16="http://schemas.microsoft.com/office/drawing/2014/main" id="{F8E6C6C2-E6C5-40EA-A797-B4EE57923EE5}"/>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 lamp gives light. The light is a symbol: it stands for an idea.</a:t>
            </a:r>
          </a:p>
        </p:txBody>
      </p:sp>
    </p:spTree>
    <p:extLst>
      <p:ext uri="{BB962C8B-B14F-4D97-AF65-F5344CB8AC3E}">
        <p14:creationId xmlns:p14="http://schemas.microsoft.com/office/powerpoint/2010/main" val="4036696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D1E481F-4ECD-4AB5-A70F-E47331D425A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96F9D921-F577-485F-ADD5-2B8B688C4354}"/>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8AE99344-9B7B-4D9A-85EB-1569D5352CA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1 of 2</a:t>
            </a:r>
          </a:p>
        </p:txBody>
      </p:sp>
      <p:pic>
        <p:nvPicPr>
          <p:cNvPr id="4" name="">
            <a:extLst xmlns:a="http://schemas.openxmlformats.org/drawingml/2006/main">
              <a:ext uri="{FF2B5EF4-FFF2-40B4-BE49-F238E27FC236}">
                <a16:creationId xmlns:a16="http://schemas.microsoft.com/office/drawing/2014/main" id="{C09B8519-1464-4906-BC87-7D28165FC23D}"/>
              </a:ext>
            </a:extLst>
          </p:cNvPr>
          <p:cNvPicPr>
            <a:picLocks xmlns:a="http://schemas.openxmlformats.org/drawingml/2006/main" noChangeAspect="1"/>
          </p:cNvPicPr>
          <p:nvPr/>
        </p:nvPicPr>
        <p:blipFill>
          <a:blip xmlns:r="http://schemas.openxmlformats.org/officeDocument/2006/relationships" xmlns:a="http://schemas.openxmlformats.org/drawingml/2006/main" r:embed="R59aa65b9772b4c5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585477A-DB73-4937-9EBE-9185E4831ED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9D12579-1702-4C8C-BBBD-A8BF3D362E5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14DAE32-496E-402C-9BA5-1111CE1C0E79}"/>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648C964-4824-48B5-B3A1-B05097C6C783}"/>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DEABD5AA-DA8A-43B6-8B06-75B11901025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53EC1D14-2F47-400F-9E5B-18B588C40E0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AD85B967-73BB-4501-AAED-C2F98ED633D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8DD78BFD-3A11-4507-ABAC-BE15A672043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39641915-54EC-4377-AEFA-999DD4F9E49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figure-lamp-0">
            <a:extLst xmlns:a="http://schemas.openxmlformats.org/drawingml/2006/main">
              <a:ext uri="{FF2B5EF4-FFF2-40B4-BE49-F238E27FC236}">
                <a16:creationId xmlns:a16="http://schemas.microsoft.com/office/drawing/2014/main" id="{EA92D035-72C6-4868-B4CD-0ECCE0898B6B}"/>
              </a:ext>
            </a:extLst>
          </p:cNvPr>
          <p:cNvSpPr>
            <a:spLocks xmlns:a="http://schemas.openxmlformats.org/drawingml/2006/main" noGrp="1"/>
          </p:cNvSpPr>
          <p:nvPr/>
        </p:nvSpPr>
        <p:spPr>
          <a:xfrm xmlns:a="http://schemas.openxmlformats.org/drawingml/2006/main">
            <a:off x="3753802" y="3427047"/>
            <a:ext cx="4684395" cy="1569272"/>
          </a:xfrm>
          <a:custGeom xmlns:a="http://schemas.openxmlformats.org/drawingml/2006/main">
            <a:pathLst>
              <a:path w="4684395" h="1569272">
                <a:moveTo>
                  <a:pt x="0" y="0"/>
                </a:moveTo>
                <a:lnTo>
                  <a:pt x="234220" y="702659"/>
                </a:lnTo>
                <a:lnTo>
                  <a:pt x="936879" y="1241365"/>
                </a:lnTo>
                <a:lnTo>
                  <a:pt x="2342198" y="1569272"/>
                </a:lnTo>
                <a:lnTo>
                  <a:pt x="3747516" y="1241365"/>
                </a:lnTo>
                <a:lnTo>
                  <a:pt x="4450175" y="702659"/>
                </a:lnTo>
                <a:lnTo>
                  <a:pt x="4684395" y="0"/>
                </a:lnTo>
              </a:path>
            </a:pathLst>
          </a:custGeom>
          <a:noFill xmlns:a="http://schemas.openxmlformats.org/drawingml/2006/main"/>
          <a:ln xmlns:a="http://schemas.openxmlformats.org/drawingml/2006/main" w="93688">
            <a:solidFill>
              <a:srgbClr val="23354A"/>
            </a:solidFill>
          </a:ln>
        </p:spPr>
      </p:sp>
      <p:sp>
        <p:nvSpPr>
          <p:cNvPr id="15" name="figure-lamp-1">
            <a:extLst xmlns:a="http://schemas.openxmlformats.org/drawingml/2006/main">
              <a:ext uri="{FF2B5EF4-FFF2-40B4-BE49-F238E27FC236}">
                <a16:creationId xmlns:a16="http://schemas.microsoft.com/office/drawing/2014/main" id="{0E2E5E9C-7D00-47EC-A115-BAC2B189A508}"/>
              </a:ext>
            </a:extLst>
          </p:cNvPr>
          <p:cNvSpPr>
            <a:spLocks xmlns:a="http://schemas.openxmlformats.org/drawingml/2006/main" noGrp="1"/>
          </p:cNvSpPr>
          <p:nvPr/>
        </p:nvSpPr>
        <p:spPr>
          <a:xfrm xmlns:a="http://schemas.openxmlformats.org/drawingml/2006/main">
            <a:off x="3753802" y="3427047"/>
            <a:ext cx="4684395" cy="23422"/>
          </a:xfrm>
          <a:custGeom xmlns:a="http://schemas.openxmlformats.org/drawingml/2006/main">
            <a:pathLst>
              <a:path w="4684395" h="23422">
                <a:moveTo>
                  <a:pt x="0" y="0"/>
                </a:moveTo>
                <a:lnTo>
                  <a:pt x="4684395" y="0"/>
                </a:lnTo>
              </a:path>
            </a:pathLst>
          </a:custGeom>
          <a:noFill xmlns:a="http://schemas.openxmlformats.org/drawingml/2006/main"/>
          <a:ln xmlns:a="http://schemas.openxmlformats.org/drawingml/2006/main" w="93688">
            <a:solidFill>
              <a:srgbClr val="23354A"/>
            </a:solidFill>
          </a:ln>
        </p:spPr>
      </p:sp>
      <p:sp>
        <p:nvSpPr>
          <p:cNvPr id="16" name="figure-lamp-2">
            <a:extLst xmlns:a="http://schemas.openxmlformats.org/drawingml/2006/main">
              <a:ext uri="{FF2B5EF4-FFF2-40B4-BE49-F238E27FC236}">
                <a16:creationId xmlns:a16="http://schemas.microsoft.com/office/drawing/2014/main" id="{0D2D2EAE-2BBA-4E34-B1AE-52AB57193803}"/>
              </a:ext>
            </a:extLst>
          </p:cNvPr>
          <p:cNvSpPr>
            <a:spLocks xmlns:a="http://schemas.openxmlformats.org/drawingml/2006/main" noGrp="1"/>
          </p:cNvSpPr>
          <p:nvPr/>
        </p:nvSpPr>
        <p:spPr>
          <a:xfrm xmlns:a="http://schemas.openxmlformats.org/drawingml/2006/main">
            <a:off x="8110290" y="2911764"/>
            <a:ext cx="281064" cy="491861"/>
          </a:xfrm>
          <a:custGeom xmlns:a="http://schemas.openxmlformats.org/drawingml/2006/main">
            <a:pathLst>
              <a:path w="281064" h="491861">
                <a:moveTo>
                  <a:pt x="0" y="491861"/>
                </a:moveTo>
                <a:lnTo>
                  <a:pt x="281064" y="0"/>
                </a:lnTo>
              </a:path>
            </a:pathLst>
          </a:custGeom>
          <a:noFill xmlns:a="http://schemas.openxmlformats.org/drawingml/2006/main"/>
          <a:ln xmlns:a="http://schemas.openxmlformats.org/drawingml/2006/main" w="93688">
            <a:solidFill>
              <a:srgbClr val="23354A"/>
            </a:solidFill>
          </a:ln>
        </p:spPr>
      </p:sp>
      <p:sp>
        <p:nvSpPr>
          <p:cNvPr id="17" name="figure-description-lamp">
            <a:extLst xmlns:a="http://schemas.openxmlformats.org/drawingml/2006/main">
              <a:ext uri="{FF2B5EF4-FFF2-40B4-BE49-F238E27FC236}">
                <a16:creationId xmlns:a16="http://schemas.microsoft.com/office/drawing/2014/main" id="{12023526-3241-4828-90AB-4C2F3FFE3785}"/>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14004029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E40EA809-933C-4D1D-8E22-9ED4EE093A3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56A72CF5-C783-42CA-A54A-A2B0072FCA91}"/>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08 to 10</a:t>
            </a:r>
          </a:p>
        </p:txBody>
      </p:sp>
      <p:sp>
        <p:nvSpPr>
          <p:cNvPr id="3" name="slide-title">
            <a:extLst xmlns:a="http://schemas.openxmlformats.org/drawingml/2006/main">
              <a:ext uri="{FF2B5EF4-FFF2-40B4-BE49-F238E27FC236}">
                <a16:creationId xmlns:a16="http://schemas.microsoft.com/office/drawing/2014/main" id="{AA936290-91D9-462D-A8DA-134F95515E99}"/>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1 of 3 · 2 of 2</a:t>
            </a:r>
          </a:p>
        </p:txBody>
      </p:sp>
      <p:pic>
        <p:nvPicPr>
          <p:cNvPr id="4" name="">
            <a:extLst xmlns:a="http://schemas.openxmlformats.org/drawingml/2006/main">
              <a:ext uri="{FF2B5EF4-FFF2-40B4-BE49-F238E27FC236}">
                <a16:creationId xmlns:a16="http://schemas.microsoft.com/office/drawing/2014/main" id="{564B4D05-40B2-452E-802E-8B56C4580F95}"/>
              </a:ext>
            </a:extLst>
          </p:cNvPr>
          <p:cNvPicPr>
            <a:picLocks xmlns:a="http://schemas.openxmlformats.org/drawingml/2006/main" noChangeAspect="1"/>
          </p:cNvPicPr>
          <p:nvPr/>
        </p:nvPicPr>
        <p:blipFill>
          <a:blip xmlns:r="http://schemas.openxmlformats.org/officeDocument/2006/relationships" xmlns:a="http://schemas.openxmlformats.org/drawingml/2006/main" r:embed="R9b1697341f8e4956"/>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55F4AC2-CA64-4855-9519-D966A549C63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9BDDC23-92DD-41FE-9142-BE182E9E4CB5}"/>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DCE8EC9-F651-4C35-AE94-E288A1D9FE8D}"/>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C83787B-F6D6-423B-AFBC-58552D84394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FC384999-AF5A-4037-BC13-253D8956655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F3DFE06-91B9-4E22-987F-981C195822B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B39F8186-31DC-41AC-A50F-C489BF08CD8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D3FA3602-3718-4E86-BB51-B745606EA372}"/>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89C7418-1131-4013-939A-92665FEB865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figure-symbol-0">
            <a:extLst xmlns:a="http://schemas.openxmlformats.org/drawingml/2006/main">
              <a:ext uri="{FF2B5EF4-FFF2-40B4-BE49-F238E27FC236}">
                <a16:creationId xmlns:a16="http://schemas.microsoft.com/office/drawing/2014/main" id="{EF2DB0A1-0563-45CF-8E6B-CA7590F34525}"/>
              </a:ext>
            </a:extLst>
          </p:cNvPr>
          <p:cNvSpPr>
            <a:spLocks xmlns:a="http://schemas.openxmlformats.org/drawingml/2006/main" noGrp="1"/>
          </p:cNvSpPr>
          <p:nvPr/>
        </p:nvSpPr>
        <p:spPr>
          <a:xfrm xmlns:a="http://schemas.openxmlformats.org/drawingml/2006/main">
            <a:off x="2636754" y="2625295"/>
            <a:ext cx="2450299" cy="1873758"/>
          </a:xfrm>
          <a:prstGeom xmlns:a="http://schemas.openxmlformats.org/drawingml/2006/main" prst="rect">
            <a:avLst/>
          </a:prstGeom>
          <a:solidFill xmlns:a="http://schemas.openxmlformats.org/drawingml/2006/main">
            <a:srgbClr val="A5DCEF"/>
          </a:solidFill>
          <a:ln xmlns:a="http://schemas.openxmlformats.org/drawingml/2006/main" w="57654">
            <a:solidFill>
              <a:srgbClr val="23354A"/>
            </a:solidFill>
          </a:ln>
        </p:spPr>
      </p:sp>
      <p:sp>
        <p:nvSpPr>
          <p:cNvPr id="15" name="figure-symbol-1">
            <a:extLst xmlns:a="http://schemas.openxmlformats.org/drawingml/2006/main">
              <a:ext uri="{FF2B5EF4-FFF2-40B4-BE49-F238E27FC236}">
                <a16:creationId xmlns:a16="http://schemas.microsoft.com/office/drawing/2014/main" id="{4EAFC9BA-3DED-4855-93B8-C8083787D7A5}"/>
              </a:ext>
            </a:extLst>
          </p:cNvPr>
          <p:cNvSpPr>
            <a:spLocks xmlns:a="http://schemas.openxmlformats.org/drawingml/2006/main" noGrp="1"/>
          </p:cNvSpPr>
          <p:nvPr/>
        </p:nvSpPr>
        <p:spPr>
          <a:xfrm xmlns:a="http://schemas.openxmlformats.org/drawingml/2006/main">
            <a:off x="3048205" y="3287741"/>
            <a:ext cx="1219927" cy="7264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4086" b="0" lang="en-GB">
                <a:solidFill>
                  <a:srgbClr val="23354A"/>
                </a:solidFill>
                <a:latin typeface="Arial"/>
                <a:ea typeface="Arial"/>
                <a:cs typeface="Arial"/>
              </a:defRPr>
            </a:defPPr>
          </a:lstStyle>
          <a:p xmlns:a="http://schemas.openxmlformats.org/drawingml/2006/main">
            <a:pPr algn="l">
              <a:lnSpc>
                <a:spcPct val="108000"/>
              </a:lnSpc>
              <a:buNone/>
              <a:defRPr sz="4086" b="0" lang="en-GB">
                <a:solidFill>
                  <a:srgbClr val="23354A"/>
                </a:solidFill>
                <a:latin typeface="Arial"/>
                <a:ea typeface="Arial"/>
                <a:cs typeface="Arial"/>
              </a:defRPr>
            </a:pPr>
            <a:r>
              <a:rPr sz="4086" b="0" lang="en-GB">
                <a:solidFill>
                  <a:srgbClr val="23354A"/>
                </a:solidFill>
                <a:latin typeface="Arial"/>
                <a:ea typeface="Arial"/>
                <a:cs typeface="Arial"/>
              </a:rPr>
              <a:t>lamp</a:t>
            </a:r>
          </a:p>
        </p:txBody>
      </p:sp>
      <p:sp>
        <p:nvSpPr>
          <p:cNvPr id="16" name="figure-symbol-2">
            <a:extLst xmlns:a="http://schemas.openxmlformats.org/drawingml/2006/main">
              <a:ext uri="{FF2B5EF4-FFF2-40B4-BE49-F238E27FC236}">
                <a16:creationId xmlns:a16="http://schemas.microsoft.com/office/drawing/2014/main" id="{905DCF36-35B2-4B3C-9947-7D7D803C5B40}"/>
              </a:ext>
            </a:extLst>
          </p:cNvPr>
          <p:cNvSpPr>
            <a:spLocks xmlns:a="http://schemas.openxmlformats.org/drawingml/2006/main" noGrp="1"/>
          </p:cNvSpPr>
          <p:nvPr/>
        </p:nvSpPr>
        <p:spPr>
          <a:xfrm xmlns:a="http://schemas.openxmlformats.org/drawingml/2006/main">
            <a:off x="5346497" y="3576588"/>
            <a:ext cx="1470179" cy="28827"/>
          </a:xfrm>
          <a:custGeom xmlns:a="http://schemas.openxmlformats.org/drawingml/2006/main">
            <a:pathLst>
              <a:path w="1470179" h="28827">
                <a:moveTo>
                  <a:pt x="0" y="0"/>
                </a:moveTo>
                <a:lnTo>
                  <a:pt x="1470179" y="0"/>
                </a:lnTo>
              </a:path>
            </a:pathLst>
          </a:custGeom>
          <a:noFill xmlns:a="http://schemas.openxmlformats.org/drawingml/2006/main"/>
          <a:ln xmlns:a="http://schemas.openxmlformats.org/drawingml/2006/main" w="57654">
            <a:solidFill>
              <a:srgbClr val="23354A"/>
            </a:solidFill>
          </a:ln>
        </p:spPr>
      </p:sp>
      <p:sp>
        <p:nvSpPr>
          <p:cNvPr id="17" name="figure-symbol-3">
            <a:extLst xmlns:a="http://schemas.openxmlformats.org/drawingml/2006/main">
              <a:ext uri="{FF2B5EF4-FFF2-40B4-BE49-F238E27FC236}">
                <a16:creationId xmlns:a16="http://schemas.microsoft.com/office/drawing/2014/main" id="{43232E70-D08C-461C-81F2-4F964108D097}"/>
              </a:ext>
            </a:extLst>
          </p:cNvPr>
          <p:cNvSpPr>
            <a:spLocks xmlns:a="http://schemas.openxmlformats.org/drawingml/2006/main" noGrp="1"/>
          </p:cNvSpPr>
          <p:nvPr/>
        </p:nvSpPr>
        <p:spPr>
          <a:xfrm xmlns:a="http://schemas.openxmlformats.org/drawingml/2006/main">
            <a:off x="6614887" y="3374798"/>
            <a:ext cx="201789" cy="403579"/>
          </a:xfrm>
          <a:custGeom xmlns:a="http://schemas.openxmlformats.org/drawingml/2006/main">
            <a:pathLst>
              <a:path w="201789" h="403579">
                <a:moveTo>
                  <a:pt x="0" y="0"/>
                </a:moveTo>
                <a:lnTo>
                  <a:pt x="201789" y="201789"/>
                </a:lnTo>
                <a:lnTo>
                  <a:pt x="0" y="403579"/>
                </a:lnTo>
              </a:path>
            </a:pathLst>
          </a:custGeom>
          <a:noFill xmlns:a="http://schemas.openxmlformats.org/drawingml/2006/main"/>
          <a:ln xmlns:a="http://schemas.openxmlformats.org/drawingml/2006/main" w="57654">
            <a:solidFill>
              <a:srgbClr val="23354A"/>
            </a:solidFill>
          </a:ln>
        </p:spPr>
      </p:sp>
      <p:sp>
        <p:nvSpPr>
          <p:cNvPr id="18" name="figure-symbol-4">
            <a:extLst xmlns:a="http://schemas.openxmlformats.org/drawingml/2006/main">
              <a:ext uri="{FF2B5EF4-FFF2-40B4-BE49-F238E27FC236}">
                <a16:creationId xmlns:a16="http://schemas.microsoft.com/office/drawing/2014/main" id="{40A1E70D-9A8E-4B11-A47F-B7716AD89E6B}"/>
              </a:ext>
            </a:extLst>
          </p:cNvPr>
          <p:cNvSpPr>
            <a:spLocks xmlns:a="http://schemas.openxmlformats.org/drawingml/2006/main" noGrp="1"/>
          </p:cNvSpPr>
          <p:nvPr/>
        </p:nvSpPr>
        <p:spPr>
          <a:xfrm xmlns:a="http://schemas.openxmlformats.org/drawingml/2006/main">
            <a:off x="7104947" y="2625295"/>
            <a:ext cx="2450299" cy="1873758"/>
          </a:xfrm>
          <a:prstGeom xmlns:a="http://schemas.openxmlformats.org/drawingml/2006/main" prst="rect">
            <a:avLst/>
          </a:prstGeom>
          <a:solidFill xmlns:a="http://schemas.openxmlformats.org/drawingml/2006/main">
            <a:srgbClr val="D5E6BC"/>
          </a:solidFill>
          <a:ln xmlns:a="http://schemas.openxmlformats.org/drawingml/2006/main" w="57654">
            <a:solidFill>
              <a:srgbClr val="23354A"/>
            </a:solidFill>
          </a:ln>
        </p:spPr>
      </p:sp>
      <p:sp>
        <p:nvSpPr>
          <p:cNvPr id="19" name="figure-symbol-5">
            <a:extLst xmlns:a="http://schemas.openxmlformats.org/drawingml/2006/main">
              <a:ext uri="{FF2B5EF4-FFF2-40B4-BE49-F238E27FC236}">
                <a16:creationId xmlns:a16="http://schemas.microsoft.com/office/drawing/2014/main" id="{FB0DFF25-E1CE-4FAC-989A-04D36EBC77A9}"/>
              </a:ext>
            </a:extLst>
          </p:cNvPr>
          <p:cNvSpPr>
            <a:spLocks xmlns:a="http://schemas.openxmlformats.org/drawingml/2006/main" noGrp="1"/>
          </p:cNvSpPr>
          <p:nvPr/>
        </p:nvSpPr>
        <p:spPr>
          <a:xfrm xmlns:a="http://schemas.openxmlformats.org/drawingml/2006/main">
            <a:off x="7602878" y="3287741"/>
            <a:ext cx="1076270" cy="7264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4086" b="0" lang="en-GB">
                <a:solidFill>
                  <a:srgbClr val="23354A"/>
                </a:solidFill>
                <a:latin typeface="Arial"/>
                <a:ea typeface="Arial"/>
                <a:cs typeface="Arial"/>
              </a:defRPr>
            </a:defPPr>
          </a:lstStyle>
          <a:p xmlns:a="http://schemas.openxmlformats.org/drawingml/2006/main">
            <a:pPr algn="l">
              <a:lnSpc>
                <a:spcPct val="108000"/>
              </a:lnSpc>
              <a:buNone/>
              <a:defRPr sz="4086" b="0" lang="en-GB">
                <a:solidFill>
                  <a:srgbClr val="23354A"/>
                </a:solidFill>
                <a:latin typeface="Arial"/>
                <a:ea typeface="Arial"/>
                <a:cs typeface="Arial"/>
              </a:defRPr>
            </a:pPr>
            <a:r>
              <a:rPr sz="4086" b="0" lang="en-GB">
                <a:solidFill>
                  <a:srgbClr val="23354A"/>
                </a:solidFill>
                <a:latin typeface="Arial"/>
                <a:ea typeface="Arial"/>
                <a:cs typeface="Arial"/>
              </a:rPr>
              <a:t>idea</a:t>
            </a:r>
          </a:p>
        </p:txBody>
      </p:sp>
      <p:sp>
        <p:nvSpPr>
          <p:cNvPr id="20" name="figure-description-symbol">
            <a:extLst xmlns:a="http://schemas.openxmlformats.org/drawingml/2006/main">
              <a:ext uri="{FF2B5EF4-FFF2-40B4-BE49-F238E27FC236}">
                <a16:creationId xmlns:a16="http://schemas.microsoft.com/office/drawing/2014/main" id="{A316C95F-3CFF-411F-A17D-0FCF56E8B83F}"/>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lamp is linked to the word idea.</a:t>
            </a:r>
          </a:p>
        </p:txBody>
      </p:sp>
    </p:spTree>
    <p:extLst>
      <p:ext uri="{BB962C8B-B14F-4D97-AF65-F5344CB8AC3E}">
        <p14:creationId xmlns:p14="http://schemas.microsoft.com/office/powerpoint/2010/main" val="12358074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4E26F356-66DB-4B8C-B6B1-0018EB24C1A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20CBAC79-0839-49FC-B377-F651DF83AE9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75968257-F33E-41D4-8648-D5CF588B143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a:t>
            </a:r>
          </a:p>
        </p:txBody>
      </p:sp>
      <p:pic>
        <p:nvPicPr>
          <p:cNvPr id="4" name="">
            <a:extLst xmlns:a="http://schemas.openxmlformats.org/drawingml/2006/main">
              <a:ext uri="{FF2B5EF4-FFF2-40B4-BE49-F238E27FC236}">
                <a16:creationId xmlns:a16="http://schemas.microsoft.com/office/drawing/2014/main" id="{B2A41FF6-9D06-4D99-94EC-D4DF9CD0168C}"/>
              </a:ext>
            </a:extLst>
          </p:cNvPr>
          <p:cNvPicPr>
            <a:picLocks xmlns:a="http://schemas.openxmlformats.org/drawingml/2006/main" noChangeAspect="1"/>
          </p:cNvPicPr>
          <p:nvPr/>
        </p:nvPicPr>
        <p:blipFill>
          <a:blip xmlns:r="http://schemas.openxmlformats.org/officeDocument/2006/relationships" xmlns:a="http://schemas.openxmlformats.org/drawingml/2006/main" r:embed="R4f81a50519724c8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34885A3-F227-4A69-8ECC-4E8B1897475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7C50D2B4-038E-47E8-8064-D635DBB6078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63BFC18-0576-4F34-B7ED-4642606E7AB2}"/>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F32FAED-EEF5-4A0A-9FA1-EAEBBFA914B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4A3150C3-8DE2-4B53-AAA3-4E290FDDE8E5}"/>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33EC67D-647E-46BA-9214-5699805F442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99A34C6-6B8D-47E7-8888-FE486D27F5B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CD653AF0-FFBA-4FF2-A67C-E8AE5B73D01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4FDD6AA3-CD7F-4C2D-938B-8070C6E92DB3}"/>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body-0">
            <a:extLst xmlns:a="http://schemas.openxmlformats.org/drawingml/2006/main">
              <a:ext uri="{FF2B5EF4-FFF2-40B4-BE49-F238E27FC236}">
                <a16:creationId xmlns:a16="http://schemas.microsoft.com/office/drawing/2014/main" id="{B4D1BC10-9933-4B03-8744-885BF837A435}"/>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My short label:</a:t>
            </a:r>
          </a:p>
        </p:txBody>
      </p:sp>
      <p:sp>
        <p:nvSpPr>
          <p:cNvPr id="15" name="body-1">
            <a:extLst xmlns:a="http://schemas.openxmlformats.org/drawingml/2006/main">
              <a:ext uri="{FF2B5EF4-FFF2-40B4-BE49-F238E27FC236}">
                <a16:creationId xmlns:a16="http://schemas.microsoft.com/office/drawing/2014/main" id="{2C4EA5FA-CDA7-45E6-AE9E-EF9DFCBC6E5C}"/>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'Diwali. Many Hindus use lamps. The light can stand for good winning over bad.'</a:t>
            </a:r>
          </a:p>
        </p:txBody>
      </p:sp>
      <p:sp>
        <p:nvSpPr>
          <p:cNvPr id="16" name="body-2">
            <a:extLst xmlns:a="http://schemas.openxmlformats.org/drawingml/2006/main">
              <a:ext uri="{FF2B5EF4-FFF2-40B4-BE49-F238E27FC236}">
                <a16:creationId xmlns:a16="http://schemas.microsoft.com/office/drawing/2014/main" id="{16794BF7-195B-40D9-9787-0E9B5FF0C40A}"/>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Check the claim:</a:t>
            </a:r>
          </a:p>
        </p:txBody>
      </p:sp>
      <p:sp>
        <p:nvSpPr>
          <p:cNvPr id="17" name="body-3">
            <a:extLst xmlns:a="http://schemas.openxmlformats.org/drawingml/2006/main">
              <a:ext uri="{FF2B5EF4-FFF2-40B4-BE49-F238E27FC236}">
                <a16:creationId xmlns:a16="http://schemas.microsoft.com/office/drawing/2014/main" id="{94A8EFDD-A7F0-4534-81A7-A23515353CBB}"/>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I say 'many'. I do not say 'all'.</a:t>
            </a:r>
          </a:p>
        </p:txBody>
      </p:sp>
    </p:spTree>
    <p:extLst>
      <p:ext uri="{BB962C8B-B14F-4D97-AF65-F5344CB8AC3E}">
        <p14:creationId xmlns:p14="http://schemas.microsoft.com/office/powerpoint/2010/main" val="5401195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2C88B145-CD05-49D8-BFD8-9C7F2313A2A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D8E34683-9E58-4060-8B3C-F919C8E56566}"/>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5A6CE031-EEF8-4E26-B7DB-0E1F26E74234}"/>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1 of 2</a:t>
            </a:r>
          </a:p>
        </p:txBody>
      </p:sp>
      <p:pic>
        <p:nvPicPr>
          <p:cNvPr id="4" name="">
            <a:extLst xmlns:a="http://schemas.openxmlformats.org/drawingml/2006/main">
              <a:ext uri="{FF2B5EF4-FFF2-40B4-BE49-F238E27FC236}">
                <a16:creationId xmlns:a16="http://schemas.microsoft.com/office/drawing/2014/main" id="{DCD283DD-728F-4C1F-A12C-60CEF6ADA2D4}"/>
              </a:ext>
            </a:extLst>
          </p:cNvPr>
          <p:cNvPicPr>
            <a:picLocks xmlns:a="http://schemas.openxmlformats.org/drawingml/2006/main" noChangeAspect="1"/>
          </p:cNvPicPr>
          <p:nvPr/>
        </p:nvPicPr>
        <p:blipFill>
          <a:blip xmlns:r="http://schemas.openxmlformats.org/officeDocument/2006/relationships" xmlns:a="http://schemas.openxmlformats.org/drawingml/2006/main" r:embed="R956a23eef4bf40f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646E2F02-7D32-4B53-927C-AF03FAD3DD5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9C1C4740-6D86-49F5-8BCA-6FF459CE37E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CC90763-A341-4718-ADED-1E1EBB548ABC}"/>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F461794-AE50-40B2-B610-9FFDD78A4044}"/>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96E1158E-90BC-4193-98C4-6BF32178BCB0}"/>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775FE5B-43E1-41FD-8E01-EA39A479D17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4023A29-17FC-41BF-ADE7-FC6C02726A5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B72A3C72-3500-4B21-A678-E5DAE82974C1}"/>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25E4F841-671E-4E03-9735-5D98EBEE30C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figure-lamp-0">
            <a:extLst xmlns:a="http://schemas.openxmlformats.org/drawingml/2006/main">
              <a:ext uri="{FF2B5EF4-FFF2-40B4-BE49-F238E27FC236}">
                <a16:creationId xmlns:a16="http://schemas.microsoft.com/office/drawing/2014/main" id="{769D9A97-FFC1-42B7-9995-5FD3F0CF8E25}"/>
              </a:ext>
            </a:extLst>
          </p:cNvPr>
          <p:cNvSpPr>
            <a:spLocks xmlns:a="http://schemas.openxmlformats.org/drawingml/2006/main" noGrp="1"/>
          </p:cNvSpPr>
          <p:nvPr/>
        </p:nvSpPr>
        <p:spPr>
          <a:xfrm xmlns:a="http://schemas.openxmlformats.org/drawingml/2006/main">
            <a:off x="3753802" y="3427047"/>
            <a:ext cx="4684395" cy="1569272"/>
          </a:xfrm>
          <a:custGeom xmlns:a="http://schemas.openxmlformats.org/drawingml/2006/main">
            <a:pathLst>
              <a:path w="4684395" h="1569272">
                <a:moveTo>
                  <a:pt x="0" y="0"/>
                </a:moveTo>
                <a:lnTo>
                  <a:pt x="234220" y="702659"/>
                </a:lnTo>
                <a:lnTo>
                  <a:pt x="936879" y="1241365"/>
                </a:lnTo>
                <a:lnTo>
                  <a:pt x="2342198" y="1569272"/>
                </a:lnTo>
                <a:lnTo>
                  <a:pt x="3747516" y="1241365"/>
                </a:lnTo>
                <a:lnTo>
                  <a:pt x="4450175" y="702659"/>
                </a:lnTo>
                <a:lnTo>
                  <a:pt x="4684395" y="0"/>
                </a:lnTo>
              </a:path>
            </a:pathLst>
          </a:custGeom>
          <a:noFill xmlns:a="http://schemas.openxmlformats.org/drawingml/2006/main"/>
          <a:ln xmlns:a="http://schemas.openxmlformats.org/drawingml/2006/main" w="93688">
            <a:solidFill>
              <a:srgbClr val="23354A"/>
            </a:solidFill>
          </a:ln>
        </p:spPr>
      </p:sp>
      <p:sp>
        <p:nvSpPr>
          <p:cNvPr id="15" name="figure-lamp-1">
            <a:extLst xmlns:a="http://schemas.openxmlformats.org/drawingml/2006/main">
              <a:ext uri="{FF2B5EF4-FFF2-40B4-BE49-F238E27FC236}">
                <a16:creationId xmlns:a16="http://schemas.microsoft.com/office/drawing/2014/main" id="{AC3BDC75-23C0-4371-A894-A6C220AF8646}"/>
              </a:ext>
            </a:extLst>
          </p:cNvPr>
          <p:cNvSpPr>
            <a:spLocks xmlns:a="http://schemas.openxmlformats.org/drawingml/2006/main" noGrp="1"/>
          </p:cNvSpPr>
          <p:nvPr/>
        </p:nvSpPr>
        <p:spPr>
          <a:xfrm xmlns:a="http://schemas.openxmlformats.org/drawingml/2006/main">
            <a:off x="3753802" y="3427047"/>
            <a:ext cx="4684395" cy="23422"/>
          </a:xfrm>
          <a:custGeom xmlns:a="http://schemas.openxmlformats.org/drawingml/2006/main">
            <a:pathLst>
              <a:path w="4684395" h="23422">
                <a:moveTo>
                  <a:pt x="0" y="0"/>
                </a:moveTo>
                <a:lnTo>
                  <a:pt x="4684395" y="0"/>
                </a:lnTo>
              </a:path>
            </a:pathLst>
          </a:custGeom>
          <a:noFill xmlns:a="http://schemas.openxmlformats.org/drawingml/2006/main"/>
          <a:ln xmlns:a="http://schemas.openxmlformats.org/drawingml/2006/main" w="93688">
            <a:solidFill>
              <a:srgbClr val="23354A"/>
            </a:solidFill>
          </a:ln>
        </p:spPr>
      </p:sp>
      <p:sp>
        <p:nvSpPr>
          <p:cNvPr id="16" name="figure-lamp-2">
            <a:extLst xmlns:a="http://schemas.openxmlformats.org/drawingml/2006/main">
              <a:ext uri="{FF2B5EF4-FFF2-40B4-BE49-F238E27FC236}">
                <a16:creationId xmlns:a16="http://schemas.microsoft.com/office/drawing/2014/main" id="{9A7A66EE-31E6-459D-9AE8-35AB983CD956}"/>
              </a:ext>
            </a:extLst>
          </p:cNvPr>
          <p:cNvSpPr>
            <a:spLocks xmlns:a="http://schemas.openxmlformats.org/drawingml/2006/main" noGrp="1"/>
          </p:cNvSpPr>
          <p:nvPr/>
        </p:nvSpPr>
        <p:spPr>
          <a:xfrm xmlns:a="http://schemas.openxmlformats.org/drawingml/2006/main">
            <a:off x="8110290" y="2911764"/>
            <a:ext cx="281064" cy="491861"/>
          </a:xfrm>
          <a:custGeom xmlns:a="http://schemas.openxmlformats.org/drawingml/2006/main">
            <a:pathLst>
              <a:path w="281064" h="491861">
                <a:moveTo>
                  <a:pt x="0" y="491861"/>
                </a:moveTo>
                <a:lnTo>
                  <a:pt x="281064" y="0"/>
                </a:lnTo>
              </a:path>
            </a:pathLst>
          </a:custGeom>
          <a:noFill xmlns:a="http://schemas.openxmlformats.org/drawingml/2006/main"/>
          <a:ln xmlns:a="http://schemas.openxmlformats.org/drawingml/2006/main" w="93688">
            <a:solidFill>
              <a:srgbClr val="23354A"/>
            </a:solidFill>
          </a:ln>
        </p:spPr>
      </p:sp>
      <p:sp>
        <p:nvSpPr>
          <p:cNvPr id="17" name="figure-description-lamp">
            <a:extLst xmlns:a="http://schemas.openxmlformats.org/drawingml/2006/main">
              <a:ext uri="{FF2B5EF4-FFF2-40B4-BE49-F238E27FC236}">
                <a16:creationId xmlns:a16="http://schemas.microsoft.com/office/drawing/2014/main" id="{225D815C-DA52-4129-B5D9-0346AD1B4E64}"/>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16370545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18B1EE62-2FA8-4F5E-9A49-BBFB0937684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671A95CC-7EC0-4B0B-8F8A-1A76CBE44FF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10 to 12</a:t>
            </a:r>
          </a:p>
        </p:txBody>
      </p:sp>
      <p:sp>
        <p:nvSpPr>
          <p:cNvPr id="3" name="slide-title">
            <a:extLst xmlns:a="http://schemas.openxmlformats.org/drawingml/2006/main">
              <a:ext uri="{FF2B5EF4-FFF2-40B4-BE49-F238E27FC236}">
                <a16:creationId xmlns:a16="http://schemas.microsoft.com/office/drawing/2014/main" id="{BA62C80B-8B01-4054-B730-F79272AA5121}"/>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2 of 3 · 2 of 2</a:t>
            </a:r>
          </a:p>
        </p:txBody>
      </p:sp>
      <p:pic>
        <p:nvPicPr>
          <p:cNvPr id="4" name="">
            <a:extLst xmlns:a="http://schemas.openxmlformats.org/drawingml/2006/main">
              <a:ext uri="{FF2B5EF4-FFF2-40B4-BE49-F238E27FC236}">
                <a16:creationId xmlns:a16="http://schemas.microsoft.com/office/drawing/2014/main" id="{DEDC9C39-CD92-4160-B01B-A2C35D86C29D}"/>
              </a:ext>
            </a:extLst>
          </p:cNvPr>
          <p:cNvPicPr>
            <a:picLocks xmlns:a="http://schemas.openxmlformats.org/drawingml/2006/main" noChangeAspect="1"/>
          </p:cNvPicPr>
          <p:nvPr/>
        </p:nvPicPr>
        <p:blipFill>
          <a:blip xmlns:r="http://schemas.openxmlformats.org/officeDocument/2006/relationships" xmlns:a="http://schemas.openxmlformats.org/drawingml/2006/main" r:embed="R58aa0596dc88466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2ADB00D-5BF7-4235-B0B1-D07FE7E8479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F0C03472-BA75-4D4A-AAB9-AFA6DBB98E5A}"/>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C79A8E4-F57F-4B8A-B0C1-B19C5AD7E823}"/>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AD14EFC9-7DBC-4ECB-A64D-245DAD6DF5D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3D03DE9-35FA-41A4-929F-02852FA3E3A3}"/>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A9301C8-B8DB-4A2E-BFB6-866315054C9F}"/>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7633BFC2-3966-4864-A5EC-9E55570DA1B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4DB50764-44F4-4843-9870-03F6127CD27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AD93E02B-5F12-4B96-9460-A669883D073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figure-symbol-0">
            <a:extLst xmlns:a="http://schemas.openxmlformats.org/drawingml/2006/main">
              <a:ext uri="{FF2B5EF4-FFF2-40B4-BE49-F238E27FC236}">
                <a16:creationId xmlns:a16="http://schemas.microsoft.com/office/drawing/2014/main" id="{54678434-2A2C-450E-B471-891C91C539FB}"/>
              </a:ext>
            </a:extLst>
          </p:cNvPr>
          <p:cNvSpPr>
            <a:spLocks xmlns:a="http://schemas.openxmlformats.org/drawingml/2006/main" noGrp="1"/>
          </p:cNvSpPr>
          <p:nvPr/>
        </p:nvSpPr>
        <p:spPr>
          <a:xfrm xmlns:a="http://schemas.openxmlformats.org/drawingml/2006/main">
            <a:off x="2636754" y="2625295"/>
            <a:ext cx="2450299" cy="1873758"/>
          </a:xfrm>
          <a:prstGeom xmlns:a="http://schemas.openxmlformats.org/drawingml/2006/main" prst="rect">
            <a:avLst/>
          </a:prstGeom>
          <a:solidFill xmlns:a="http://schemas.openxmlformats.org/drawingml/2006/main">
            <a:srgbClr val="A5DCEF"/>
          </a:solidFill>
          <a:ln xmlns:a="http://schemas.openxmlformats.org/drawingml/2006/main" w="57654">
            <a:solidFill>
              <a:srgbClr val="23354A"/>
            </a:solidFill>
          </a:ln>
        </p:spPr>
      </p:sp>
      <p:sp>
        <p:nvSpPr>
          <p:cNvPr id="15" name="figure-symbol-1">
            <a:extLst xmlns:a="http://schemas.openxmlformats.org/drawingml/2006/main">
              <a:ext uri="{FF2B5EF4-FFF2-40B4-BE49-F238E27FC236}">
                <a16:creationId xmlns:a16="http://schemas.microsoft.com/office/drawing/2014/main" id="{0954C017-4658-45DA-8287-9DB7E86EC2A8}"/>
              </a:ext>
            </a:extLst>
          </p:cNvPr>
          <p:cNvSpPr>
            <a:spLocks xmlns:a="http://schemas.openxmlformats.org/drawingml/2006/main" noGrp="1"/>
          </p:cNvSpPr>
          <p:nvPr/>
        </p:nvSpPr>
        <p:spPr>
          <a:xfrm xmlns:a="http://schemas.openxmlformats.org/drawingml/2006/main">
            <a:off x="3048205" y="3287741"/>
            <a:ext cx="1219927" cy="7264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4086" b="0" lang="en-GB">
                <a:solidFill>
                  <a:srgbClr val="23354A"/>
                </a:solidFill>
                <a:latin typeface="Arial"/>
                <a:ea typeface="Arial"/>
                <a:cs typeface="Arial"/>
              </a:defRPr>
            </a:defPPr>
          </a:lstStyle>
          <a:p xmlns:a="http://schemas.openxmlformats.org/drawingml/2006/main">
            <a:pPr algn="l">
              <a:lnSpc>
                <a:spcPct val="108000"/>
              </a:lnSpc>
              <a:buNone/>
              <a:defRPr sz="4086" b="0" lang="en-GB">
                <a:solidFill>
                  <a:srgbClr val="23354A"/>
                </a:solidFill>
                <a:latin typeface="Arial"/>
                <a:ea typeface="Arial"/>
                <a:cs typeface="Arial"/>
              </a:defRPr>
            </a:pPr>
            <a:r>
              <a:rPr sz="4086" b="0" lang="en-GB">
                <a:solidFill>
                  <a:srgbClr val="23354A"/>
                </a:solidFill>
                <a:latin typeface="Arial"/>
                <a:ea typeface="Arial"/>
                <a:cs typeface="Arial"/>
              </a:rPr>
              <a:t>lamp</a:t>
            </a:r>
          </a:p>
        </p:txBody>
      </p:sp>
      <p:sp>
        <p:nvSpPr>
          <p:cNvPr id="16" name="figure-symbol-2">
            <a:extLst xmlns:a="http://schemas.openxmlformats.org/drawingml/2006/main">
              <a:ext uri="{FF2B5EF4-FFF2-40B4-BE49-F238E27FC236}">
                <a16:creationId xmlns:a16="http://schemas.microsoft.com/office/drawing/2014/main" id="{A6FCAB81-1742-45A0-83DE-65DD67D3CBA0}"/>
              </a:ext>
            </a:extLst>
          </p:cNvPr>
          <p:cNvSpPr>
            <a:spLocks xmlns:a="http://schemas.openxmlformats.org/drawingml/2006/main" noGrp="1"/>
          </p:cNvSpPr>
          <p:nvPr/>
        </p:nvSpPr>
        <p:spPr>
          <a:xfrm xmlns:a="http://schemas.openxmlformats.org/drawingml/2006/main">
            <a:off x="5346497" y="3576588"/>
            <a:ext cx="1470179" cy="28827"/>
          </a:xfrm>
          <a:custGeom xmlns:a="http://schemas.openxmlformats.org/drawingml/2006/main">
            <a:pathLst>
              <a:path w="1470179" h="28827">
                <a:moveTo>
                  <a:pt x="0" y="0"/>
                </a:moveTo>
                <a:lnTo>
                  <a:pt x="1470179" y="0"/>
                </a:lnTo>
              </a:path>
            </a:pathLst>
          </a:custGeom>
          <a:noFill xmlns:a="http://schemas.openxmlformats.org/drawingml/2006/main"/>
          <a:ln xmlns:a="http://schemas.openxmlformats.org/drawingml/2006/main" w="57654">
            <a:solidFill>
              <a:srgbClr val="23354A"/>
            </a:solidFill>
          </a:ln>
        </p:spPr>
      </p:sp>
      <p:sp>
        <p:nvSpPr>
          <p:cNvPr id="17" name="figure-symbol-3">
            <a:extLst xmlns:a="http://schemas.openxmlformats.org/drawingml/2006/main">
              <a:ext uri="{FF2B5EF4-FFF2-40B4-BE49-F238E27FC236}">
                <a16:creationId xmlns:a16="http://schemas.microsoft.com/office/drawing/2014/main" id="{CB3D3B49-BFC4-433A-870B-D46592F9B856}"/>
              </a:ext>
            </a:extLst>
          </p:cNvPr>
          <p:cNvSpPr>
            <a:spLocks xmlns:a="http://schemas.openxmlformats.org/drawingml/2006/main" noGrp="1"/>
          </p:cNvSpPr>
          <p:nvPr/>
        </p:nvSpPr>
        <p:spPr>
          <a:xfrm xmlns:a="http://schemas.openxmlformats.org/drawingml/2006/main">
            <a:off x="6614887" y="3374798"/>
            <a:ext cx="201789" cy="403579"/>
          </a:xfrm>
          <a:custGeom xmlns:a="http://schemas.openxmlformats.org/drawingml/2006/main">
            <a:pathLst>
              <a:path w="201789" h="403579">
                <a:moveTo>
                  <a:pt x="0" y="0"/>
                </a:moveTo>
                <a:lnTo>
                  <a:pt x="201789" y="201789"/>
                </a:lnTo>
                <a:lnTo>
                  <a:pt x="0" y="403579"/>
                </a:lnTo>
              </a:path>
            </a:pathLst>
          </a:custGeom>
          <a:noFill xmlns:a="http://schemas.openxmlformats.org/drawingml/2006/main"/>
          <a:ln xmlns:a="http://schemas.openxmlformats.org/drawingml/2006/main" w="57654">
            <a:solidFill>
              <a:srgbClr val="23354A"/>
            </a:solidFill>
          </a:ln>
        </p:spPr>
      </p:sp>
      <p:sp>
        <p:nvSpPr>
          <p:cNvPr id="18" name="figure-symbol-4">
            <a:extLst xmlns:a="http://schemas.openxmlformats.org/drawingml/2006/main">
              <a:ext uri="{FF2B5EF4-FFF2-40B4-BE49-F238E27FC236}">
                <a16:creationId xmlns:a16="http://schemas.microsoft.com/office/drawing/2014/main" id="{0D90D2B9-F6FF-47C6-9451-FE1A6CC6EC6E}"/>
              </a:ext>
            </a:extLst>
          </p:cNvPr>
          <p:cNvSpPr>
            <a:spLocks xmlns:a="http://schemas.openxmlformats.org/drawingml/2006/main" noGrp="1"/>
          </p:cNvSpPr>
          <p:nvPr/>
        </p:nvSpPr>
        <p:spPr>
          <a:xfrm xmlns:a="http://schemas.openxmlformats.org/drawingml/2006/main">
            <a:off x="7104947" y="2625295"/>
            <a:ext cx="2450299" cy="1873758"/>
          </a:xfrm>
          <a:prstGeom xmlns:a="http://schemas.openxmlformats.org/drawingml/2006/main" prst="rect">
            <a:avLst/>
          </a:prstGeom>
          <a:solidFill xmlns:a="http://schemas.openxmlformats.org/drawingml/2006/main">
            <a:srgbClr val="D5E6BC"/>
          </a:solidFill>
          <a:ln xmlns:a="http://schemas.openxmlformats.org/drawingml/2006/main" w="57654">
            <a:solidFill>
              <a:srgbClr val="23354A"/>
            </a:solidFill>
          </a:ln>
        </p:spPr>
      </p:sp>
      <p:sp>
        <p:nvSpPr>
          <p:cNvPr id="19" name="figure-symbol-5">
            <a:extLst xmlns:a="http://schemas.openxmlformats.org/drawingml/2006/main">
              <a:ext uri="{FF2B5EF4-FFF2-40B4-BE49-F238E27FC236}">
                <a16:creationId xmlns:a16="http://schemas.microsoft.com/office/drawing/2014/main" id="{4F00415D-19D9-4CD3-94BA-B122036095A9}"/>
              </a:ext>
            </a:extLst>
          </p:cNvPr>
          <p:cNvSpPr>
            <a:spLocks xmlns:a="http://schemas.openxmlformats.org/drawingml/2006/main" noGrp="1"/>
          </p:cNvSpPr>
          <p:nvPr/>
        </p:nvSpPr>
        <p:spPr>
          <a:xfrm xmlns:a="http://schemas.openxmlformats.org/drawingml/2006/main">
            <a:off x="7602878" y="3287741"/>
            <a:ext cx="1076270" cy="7264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4086" b="0" lang="en-GB">
                <a:solidFill>
                  <a:srgbClr val="23354A"/>
                </a:solidFill>
                <a:latin typeface="Arial"/>
                <a:ea typeface="Arial"/>
                <a:cs typeface="Arial"/>
              </a:defRPr>
            </a:defPPr>
          </a:lstStyle>
          <a:p xmlns:a="http://schemas.openxmlformats.org/drawingml/2006/main">
            <a:pPr algn="l">
              <a:lnSpc>
                <a:spcPct val="108000"/>
              </a:lnSpc>
              <a:buNone/>
              <a:defRPr sz="4086" b="0" lang="en-GB">
                <a:solidFill>
                  <a:srgbClr val="23354A"/>
                </a:solidFill>
                <a:latin typeface="Arial"/>
                <a:ea typeface="Arial"/>
                <a:cs typeface="Arial"/>
              </a:defRPr>
            </a:pPr>
            <a:r>
              <a:rPr sz="4086" b="0" lang="en-GB">
                <a:solidFill>
                  <a:srgbClr val="23354A"/>
                </a:solidFill>
                <a:latin typeface="Arial"/>
                <a:ea typeface="Arial"/>
                <a:cs typeface="Arial"/>
              </a:rPr>
              <a:t>idea</a:t>
            </a:r>
          </a:p>
        </p:txBody>
      </p:sp>
      <p:sp>
        <p:nvSpPr>
          <p:cNvPr id="20" name="figure-description-symbol">
            <a:extLst xmlns:a="http://schemas.openxmlformats.org/drawingml/2006/main">
              <a:ext uri="{FF2B5EF4-FFF2-40B4-BE49-F238E27FC236}">
                <a16:creationId xmlns:a16="http://schemas.microsoft.com/office/drawing/2014/main" id="{5C51AB86-FD62-49C8-8AB5-816B9EDFC2C0}"/>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lamp is linked to the word idea.</a:t>
            </a:r>
          </a:p>
        </p:txBody>
      </p:sp>
    </p:spTree>
    <p:extLst>
      <p:ext uri="{BB962C8B-B14F-4D97-AF65-F5344CB8AC3E}">
        <p14:creationId xmlns:p14="http://schemas.microsoft.com/office/powerpoint/2010/main" val="12954010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lesson-header">
            <a:extLst xmlns:a="http://schemas.openxmlformats.org/drawingml/2006/main">
              <a:ext uri="{FF2B5EF4-FFF2-40B4-BE49-F238E27FC236}">
                <a16:creationId xmlns:a16="http://schemas.microsoft.com/office/drawing/2014/main" id="{7CD60200-93B6-4A18-94C0-EFFC03AF5E6D}"/>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B5A2DBBD-F789-4DC8-9638-FB2C39CE5E3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D65A1524-A0FB-4AE6-8428-3372A65CD49F}"/>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1–2</a:t>
            </a:r>
          </a:p>
        </p:txBody>
      </p:sp>
      <p:pic>
        <p:nvPicPr>
          <p:cNvPr id="4" name="">
            <a:extLst xmlns:a="http://schemas.openxmlformats.org/drawingml/2006/main">
              <a:ext uri="{FF2B5EF4-FFF2-40B4-BE49-F238E27FC236}">
                <a16:creationId xmlns:a16="http://schemas.microsoft.com/office/drawing/2014/main" id="{93083901-EEF8-4B3B-83DB-BC32EE303A20}"/>
              </a:ext>
            </a:extLst>
          </p:cNvPr>
          <p:cNvPicPr>
            <a:picLocks xmlns:a="http://schemas.openxmlformats.org/drawingml/2006/main" noChangeAspect="1"/>
          </p:cNvPicPr>
          <p:nvPr/>
        </p:nvPicPr>
        <p:blipFill>
          <a:blip xmlns:r="http://schemas.openxmlformats.org/officeDocument/2006/relationships" xmlns:a="http://schemas.openxmlformats.org/drawingml/2006/main" r:embed="Rd6b3794f3b9f4c6b"/>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E9A5D14D-9008-4314-97E6-D48E564A127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A330FE35-B9E6-48F1-8AB3-63DCC3432F1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20183C98-982D-48ED-8159-98FC3C85755F}"/>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A2C89F6-0FC9-41CA-957A-E6A6AF6A3D4C}"/>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7EFE8FB6-FAC8-4B73-A4AF-8F426DCB1F7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BCF6638-7099-443E-9449-E55DE5F159A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EEACAACF-1533-49F5-8B17-9AAA45A76AF3}"/>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5D194823-DC79-4AB3-A92D-67E1DD763C8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8EB80846-689D-4BDF-8679-BAE93A06B849}"/>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vocabulary-heading">
            <a:extLst xmlns:a="http://schemas.openxmlformats.org/drawingml/2006/main">
              <a:ext uri="{FF2B5EF4-FFF2-40B4-BE49-F238E27FC236}">
                <a16:creationId xmlns:a16="http://schemas.microsoft.com/office/drawing/2014/main" id="{04C3E674-B679-4375-94F6-007877A0E49A}"/>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a:t>
            </a:r>
          </a:p>
        </p:txBody>
      </p:sp>
      <p:sp>
        <p:nvSpPr>
          <p:cNvPr id="15" name="vocabulary-0">
            <a:extLst xmlns:a="http://schemas.openxmlformats.org/drawingml/2006/main">
              <a:ext uri="{FF2B5EF4-FFF2-40B4-BE49-F238E27FC236}">
                <a16:creationId xmlns:a16="http://schemas.microsoft.com/office/drawing/2014/main" id="{5D2129D1-D1F6-4650-8839-7E0591397BF5}"/>
              </a:ext>
            </a:extLst>
          </p:cNvPr>
          <p:cNvSpPr>
            <a:spLocks xmlns:a="http://schemas.openxmlformats.org/drawingml/2006/main" noGrp="1"/>
          </p:cNvSpPr>
          <p:nvPr/>
        </p:nvSpPr>
        <p:spPr>
          <a:xfrm xmlns:a="http://schemas.openxmlformats.org/drawingml/2006/main">
            <a:off x="3810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festival — a special time when people mark what matters to them</a:t>
            </a:r>
          </a:p>
        </p:txBody>
      </p:sp>
      <p:sp>
        <p:nvSpPr>
          <p:cNvPr id="16" name="figure-festival-0">
            <a:extLst xmlns:a="http://schemas.openxmlformats.org/drawingml/2006/main">
              <a:ext uri="{FF2B5EF4-FFF2-40B4-BE49-F238E27FC236}">
                <a16:creationId xmlns:a16="http://schemas.microsoft.com/office/drawing/2014/main" id="{8FAC2624-B523-47A0-A533-3DFA5F0DD27E}"/>
              </a:ext>
            </a:extLst>
          </p:cNvPr>
          <p:cNvSpPr>
            <a:spLocks xmlns:a="http://schemas.openxmlformats.org/drawingml/2006/main" noGrp="1"/>
          </p:cNvSpPr>
          <p:nvPr/>
        </p:nvSpPr>
        <p:spPr>
          <a:xfrm xmlns:a="http://schemas.openxmlformats.org/drawingml/2006/main">
            <a:off x="981676" y="4149736"/>
            <a:ext cx="1034872" cy="498956"/>
          </a:xfrm>
          <a:custGeom xmlns:a="http://schemas.openxmlformats.org/drawingml/2006/main">
            <a:pathLst>
              <a:path w="1034872" h="498956">
                <a:moveTo>
                  <a:pt x="0" y="0"/>
                </a:moveTo>
                <a:lnTo>
                  <a:pt x="166319" y="388077"/>
                </a:lnTo>
                <a:lnTo>
                  <a:pt x="517436" y="498956"/>
                </a:lnTo>
                <a:lnTo>
                  <a:pt x="868553" y="388077"/>
                </a:lnTo>
                <a:lnTo>
                  <a:pt x="1034872" y="0"/>
                </a:lnTo>
              </a:path>
            </a:pathLst>
          </a:custGeom>
          <a:noFill xmlns:a="http://schemas.openxmlformats.org/drawingml/2006/main"/>
          <a:ln xmlns:a="http://schemas.openxmlformats.org/drawingml/2006/main" w="55440">
            <a:solidFill>
              <a:srgbClr val="23354A"/>
            </a:solidFill>
          </a:ln>
        </p:spPr>
      </p:sp>
      <p:sp>
        <p:nvSpPr>
          <p:cNvPr id="17" name="figure-festival-1">
            <a:extLst xmlns:a="http://schemas.openxmlformats.org/drawingml/2006/main">
              <a:ext uri="{FF2B5EF4-FFF2-40B4-BE49-F238E27FC236}">
                <a16:creationId xmlns:a16="http://schemas.microsoft.com/office/drawing/2014/main" id="{C442B53E-4019-4CE4-BCC5-E0285DF81B4C}"/>
              </a:ext>
            </a:extLst>
          </p:cNvPr>
          <p:cNvSpPr>
            <a:spLocks xmlns:a="http://schemas.openxmlformats.org/drawingml/2006/main" noGrp="1"/>
          </p:cNvSpPr>
          <p:nvPr/>
        </p:nvSpPr>
        <p:spPr>
          <a:xfrm xmlns:a="http://schemas.openxmlformats.org/drawingml/2006/main">
            <a:off x="981676" y="4149736"/>
            <a:ext cx="1034872" cy="18480"/>
          </a:xfrm>
          <a:custGeom xmlns:a="http://schemas.openxmlformats.org/drawingml/2006/main">
            <a:pathLst>
              <a:path w="1034872" h="18480">
                <a:moveTo>
                  <a:pt x="0" y="0"/>
                </a:moveTo>
                <a:lnTo>
                  <a:pt x="1034872" y="0"/>
                </a:lnTo>
              </a:path>
            </a:pathLst>
          </a:custGeom>
          <a:noFill xmlns:a="http://schemas.openxmlformats.org/drawingml/2006/main"/>
          <a:ln xmlns:a="http://schemas.openxmlformats.org/drawingml/2006/main" w="55440">
            <a:solidFill>
              <a:srgbClr val="23354A"/>
            </a:solidFill>
          </a:ln>
        </p:spPr>
      </p:sp>
      <p:sp>
        <p:nvSpPr>
          <p:cNvPr id="18" name="figure-festival-2">
            <a:extLst xmlns:a="http://schemas.openxmlformats.org/drawingml/2006/main">
              <a:ext uri="{FF2B5EF4-FFF2-40B4-BE49-F238E27FC236}">
                <a16:creationId xmlns:a16="http://schemas.microsoft.com/office/drawing/2014/main" id="{12E984E6-2D94-4E4D-9FAD-6B91035CC943}"/>
              </a:ext>
            </a:extLst>
          </p:cNvPr>
          <p:cNvSpPr>
            <a:spLocks xmlns:a="http://schemas.openxmlformats.org/drawingml/2006/main" noGrp="1"/>
          </p:cNvSpPr>
          <p:nvPr/>
        </p:nvSpPr>
        <p:spPr>
          <a:xfrm xmlns:a="http://schemas.openxmlformats.org/drawingml/2006/main">
            <a:off x="1868710" y="3872538"/>
            <a:ext cx="92399" cy="277198"/>
          </a:xfrm>
          <a:custGeom xmlns:a="http://schemas.openxmlformats.org/drawingml/2006/main">
            <a:pathLst>
              <a:path w="92399" h="277198">
                <a:moveTo>
                  <a:pt x="0" y="277198"/>
                </a:moveTo>
                <a:lnTo>
                  <a:pt x="92399" y="0"/>
                </a:lnTo>
              </a:path>
            </a:pathLst>
          </a:custGeom>
          <a:noFill xmlns:a="http://schemas.openxmlformats.org/drawingml/2006/main"/>
          <a:ln xmlns:a="http://schemas.openxmlformats.org/drawingml/2006/main" w="55440">
            <a:solidFill>
              <a:srgbClr val="23354A"/>
            </a:solidFill>
          </a:ln>
        </p:spPr>
      </p:sp>
      <p:sp>
        <p:nvSpPr>
          <p:cNvPr id="19" name="figure-festival-3">
            <a:extLst xmlns:a="http://schemas.openxmlformats.org/drawingml/2006/main">
              <a:ext uri="{FF2B5EF4-FFF2-40B4-BE49-F238E27FC236}">
                <a16:creationId xmlns:a16="http://schemas.microsoft.com/office/drawing/2014/main" id="{AC87F690-7617-4D3B-9FED-338D86546762}"/>
              </a:ext>
            </a:extLst>
          </p:cNvPr>
          <p:cNvSpPr>
            <a:spLocks xmlns:a="http://schemas.openxmlformats.org/drawingml/2006/main" noGrp="1"/>
          </p:cNvSpPr>
          <p:nvPr/>
        </p:nvSpPr>
        <p:spPr>
          <a:xfrm xmlns:a="http://schemas.openxmlformats.org/drawingml/2006/main">
            <a:off x="2644864" y="4149736"/>
            <a:ext cx="1034872" cy="498956"/>
          </a:xfrm>
          <a:custGeom xmlns:a="http://schemas.openxmlformats.org/drawingml/2006/main">
            <a:pathLst>
              <a:path w="1034872" h="498956">
                <a:moveTo>
                  <a:pt x="0" y="0"/>
                </a:moveTo>
                <a:lnTo>
                  <a:pt x="166319" y="388077"/>
                </a:lnTo>
                <a:lnTo>
                  <a:pt x="517436" y="498956"/>
                </a:lnTo>
                <a:lnTo>
                  <a:pt x="868553" y="388077"/>
                </a:lnTo>
                <a:lnTo>
                  <a:pt x="1034872" y="0"/>
                </a:lnTo>
              </a:path>
            </a:pathLst>
          </a:custGeom>
          <a:noFill xmlns:a="http://schemas.openxmlformats.org/drawingml/2006/main"/>
          <a:ln xmlns:a="http://schemas.openxmlformats.org/drawingml/2006/main" w="55440">
            <a:solidFill>
              <a:srgbClr val="23354A"/>
            </a:solidFill>
          </a:ln>
        </p:spPr>
      </p:sp>
      <p:sp>
        <p:nvSpPr>
          <p:cNvPr id="20" name="figure-festival-4">
            <a:extLst xmlns:a="http://schemas.openxmlformats.org/drawingml/2006/main">
              <a:ext uri="{FF2B5EF4-FFF2-40B4-BE49-F238E27FC236}">
                <a16:creationId xmlns:a16="http://schemas.microsoft.com/office/drawing/2014/main" id="{44A41BA1-B34D-4556-A193-0AA738A5AF6C}"/>
              </a:ext>
            </a:extLst>
          </p:cNvPr>
          <p:cNvSpPr>
            <a:spLocks xmlns:a="http://schemas.openxmlformats.org/drawingml/2006/main" noGrp="1"/>
          </p:cNvSpPr>
          <p:nvPr/>
        </p:nvSpPr>
        <p:spPr>
          <a:xfrm xmlns:a="http://schemas.openxmlformats.org/drawingml/2006/main">
            <a:off x="2644864" y="4149736"/>
            <a:ext cx="1034872" cy="18480"/>
          </a:xfrm>
          <a:custGeom xmlns:a="http://schemas.openxmlformats.org/drawingml/2006/main">
            <a:pathLst>
              <a:path w="1034872" h="18480">
                <a:moveTo>
                  <a:pt x="0" y="0"/>
                </a:moveTo>
                <a:lnTo>
                  <a:pt x="1034872" y="0"/>
                </a:lnTo>
              </a:path>
            </a:pathLst>
          </a:custGeom>
          <a:noFill xmlns:a="http://schemas.openxmlformats.org/drawingml/2006/main"/>
          <a:ln xmlns:a="http://schemas.openxmlformats.org/drawingml/2006/main" w="55440">
            <a:solidFill>
              <a:srgbClr val="23354A"/>
            </a:solidFill>
          </a:ln>
        </p:spPr>
      </p:sp>
      <p:sp>
        <p:nvSpPr>
          <p:cNvPr id="21" name="figure-festival-5">
            <a:extLst xmlns:a="http://schemas.openxmlformats.org/drawingml/2006/main">
              <a:ext uri="{FF2B5EF4-FFF2-40B4-BE49-F238E27FC236}">
                <a16:creationId xmlns:a16="http://schemas.microsoft.com/office/drawing/2014/main" id="{F484EBB7-10AC-432C-8921-53777ABCE75A}"/>
              </a:ext>
            </a:extLst>
          </p:cNvPr>
          <p:cNvSpPr>
            <a:spLocks xmlns:a="http://schemas.openxmlformats.org/drawingml/2006/main" noGrp="1"/>
          </p:cNvSpPr>
          <p:nvPr/>
        </p:nvSpPr>
        <p:spPr>
          <a:xfrm xmlns:a="http://schemas.openxmlformats.org/drawingml/2006/main">
            <a:off x="3531897" y="3872538"/>
            <a:ext cx="92399" cy="277198"/>
          </a:xfrm>
          <a:custGeom xmlns:a="http://schemas.openxmlformats.org/drawingml/2006/main">
            <a:pathLst>
              <a:path w="92399" h="277198">
                <a:moveTo>
                  <a:pt x="0" y="277198"/>
                </a:moveTo>
                <a:lnTo>
                  <a:pt x="92399" y="0"/>
                </a:lnTo>
              </a:path>
            </a:pathLst>
          </a:custGeom>
          <a:noFill xmlns:a="http://schemas.openxmlformats.org/drawingml/2006/main"/>
          <a:ln xmlns:a="http://schemas.openxmlformats.org/drawingml/2006/main" w="55440">
            <a:solidFill>
              <a:srgbClr val="23354A"/>
            </a:solidFill>
          </a:ln>
        </p:spPr>
      </p:sp>
      <p:sp>
        <p:nvSpPr>
          <p:cNvPr id="22" name="figure-festival-6">
            <a:extLst xmlns:a="http://schemas.openxmlformats.org/drawingml/2006/main">
              <a:ext uri="{FF2B5EF4-FFF2-40B4-BE49-F238E27FC236}">
                <a16:creationId xmlns:a16="http://schemas.microsoft.com/office/drawing/2014/main" id="{4C934DF3-AAB3-4796-A34E-6E598150139F}"/>
              </a:ext>
            </a:extLst>
          </p:cNvPr>
          <p:cNvSpPr>
            <a:spLocks xmlns:a="http://schemas.openxmlformats.org/drawingml/2006/main" noGrp="1"/>
          </p:cNvSpPr>
          <p:nvPr/>
        </p:nvSpPr>
        <p:spPr>
          <a:xfrm xmlns:a="http://schemas.openxmlformats.org/drawingml/2006/main">
            <a:off x="4308051" y="4149736"/>
            <a:ext cx="1034872" cy="498956"/>
          </a:xfrm>
          <a:custGeom xmlns:a="http://schemas.openxmlformats.org/drawingml/2006/main">
            <a:pathLst>
              <a:path w="1034872" h="498956">
                <a:moveTo>
                  <a:pt x="0" y="0"/>
                </a:moveTo>
                <a:lnTo>
                  <a:pt x="166319" y="388077"/>
                </a:lnTo>
                <a:lnTo>
                  <a:pt x="517436" y="498956"/>
                </a:lnTo>
                <a:lnTo>
                  <a:pt x="868553" y="388077"/>
                </a:lnTo>
                <a:lnTo>
                  <a:pt x="1034872" y="0"/>
                </a:lnTo>
              </a:path>
            </a:pathLst>
          </a:custGeom>
          <a:noFill xmlns:a="http://schemas.openxmlformats.org/drawingml/2006/main"/>
          <a:ln xmlns:a="http://schemas.openxmlformats.org/drawingml/2006/main" w="55440">
            <a:solidFill>
              <a:srgbClr val="23354A"/>
            </a:solidFill>
          </a:ln>
        </p:spPr>
      </p:sp>
      <p:sp>
        <p:nvSpPr>
          <p:cNvPr id="23" name="figure-festival-7">
            <a:extLst xmlns:a="http://schemas.openxmlformats.org/drawingml/2006/main">
              <a:ext uri="{FF2B5EF4-FFF2-40B4-BE49-F238E27FC236}">
                <a16:creationId xmlns:a16="http://schemas.microsoft.com/office/drawing/2014/main" id="{70EBDA85-AF74-422B-A95D-DF51AE9CB1A9}"/>
              </a:ext>
            </a:extLst>
          </p:cNvPr>
          <p:cNvSpPr>
            <a:spLocks xmlns:a="http://schemas.openxmlformats.org/drawingml/2006/main" noGrp="1"/>
          </p:cNvSpPr>
          <p:nvPr/>
        </p:nvSpPr>
        <p:spPr>
          <a:xfrm xmlns:a="http://schemas.openxmlformats.org/drawingml/2006/main">
            <a:off x="4308051" y="4149736"/>
            <a:ext cx="1034872" cy="18480"/>
          </a:xfrm>
          <a:custGeom xmlns:a="http://schemas.openxmlformats.org/drawingml/2006/main">
            <a:pathLst>
              <a:path w="1034872" h="18480">
                <a:moveTo>
                  <a:pt x="0" y="0"/>
                </a:moveTo>
                <a:lnTo>
                  <a:pt x="1034872" y="0"/>
                </a:lnTo>
              </a:path>
            </a:pathLst>
          </a:custGeom>
          <a:noFill xmlns:a="http://schemas.openxmlformats.org/drawingml/2006/main"/>
          <a:ln xmlns:a="http://schemas.openxmlformats.org/drawingml/2006/main" w="55440">
            <a:solidFill>
              <a:srgbClr val="23354A"/>
            </a:solidFill>
          </a:ln>
        </p:spPr>
      </p:sp>
      <p:sp>
        <p:nvSpPr>
          <p:cNvPr id="24" name="figure-festival-8">
            <a:extLst xmlns:a="http://schemas.openxmlformats.org/drawingml/2006/main">
              <a:ext uri="{FF2B5EF4-FFF2-40B4-BE49-F238E27FC236}">
                <a16:creationId xmlns:a16="http://schemas.microsoft.com/office/drawing/2014/main" id="{7D3676FF-1444-47A2-B58F-FCDFAB8CA8AD}"/>
              </a:ext>
            </a:extLst>
          </p:cNvPr>
          <p:cNvSpPr>
            <a:spLocks xmlns:a="http://schemas.openxmlformats.org/drawingml/2006/main" noGrp="1"/>
          </p:cNvSpPr>
          <p:nvPr/>
        </p:nvSpPr>
        <p:spPr>
          <a:xfrm xmlns:a="http://schemas.openxmlformats.org/drawingml/2006/main">
            <a:off x="5195085" y="3872538"/>
            <a:ext cx="92399" cy="277198"/>
          </a:xfrm>
          <a:custGeom xmlns:a="http://schemas.openxmlformats.org/drawingml/2006/main">
            <a:pathLst>
              <a:path w="92399" h="277198">
                <a:moveTo>
                  <a:pt x="0" y="277198"/>
                </a:moveTo>
                <a:lnTo>
                  <a:pt x="92399" y="0"/>
                </a:lnTo>
              </a:path>
            </a:pathLst>
          </a:custGeom>
          <a:noFill xmlns:a="http://schemas.openxmlformats.org/drawingml/2006/main"/>
          <a:ln xmlns:a="http://schemas.openxmlformats.org/drawingml/2006/main" w="55440">
            <a:solidFill>
              <a:srgbClr val="23354A"/>
            </a:solidFill>
          </a:ln>
        </p:spPr>
      </p:sp>
      <p:sp>
        <p:nvSpPr>
          <p:cNvPr id="25" name="figure-description-festival">
            <a:extLst xmlns:a="http://schemas.openxmlformats.org/drawingml/2006/main">
              <a:ext uri="{FF2B5EF4-FFF2-40B4-BE49-F238E27FC236}">
                <a16:creationId xmlns:a16="http://schemas.microsoft.com/office/drawing/2014/main" id="{471EF87D-6848-457C-99F7-DDD6431081CB}"/>
              </a:ext>
            </a:extLst>
          </p:cNvPr>
          <p:cNvSpPr>
            <a:spLocks xmlns:a="http://schemas.openxmlformats.org/drawingml/2006/main" noGrp="1"/>
          </p:cNvSpPr>
          <p:nvPr/>
        </p:nvSpPr>
        <p:spPr>
          <a:xfrm xmlns:a="http://schemas.openxmlformats.org/drawingml/2006/main">
            <a:off x="3810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Three small unlit lamps sit in a row.</a:t>
            </a:r>
          </a:p>
        </p:txBody>
      </p:sp>
      <p:sp>
        <p:nvSpPr>
          <p:cNvPr id="26" name="vocabulary-1">
            <a:extLst xmlns:a="http://schemas.openxmlformats.org/drawingml/2006/main">
              <a:ext uri="{FF2B5EF4-FFF2-40B4-BE49-F238E27FC236}">
                <a16:creationId xmlns:a16="http://schemas.microsoft.com/office/drawing/2014/main" id="{00449A92-6C21-4A9A-8FF8-91FE23E277A2}"/>
              </a:ext>
            </a:extLst>
          </p:cNvPr>
          <p:cNvSpPr>
            <a:spLocks xmlns:a="http://schemas.openxmlformats.org/drawingml/2006/main" noGrp="1"/>
          </p:cNvSpPr>
          <p:nvPr/>
        </p:nvSpPr>
        <p:spPr>
          <a:xfrm xmlns:a="http://schemas.openxmlformats.org/drawingml/2006/main">
            <a:off x="62484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lamp — a thing made to give light</a:t>
            </a:r>
          </a:p>
        </p:txBody>
      </p:sp>
      <p:sp>
        <p:nvSpPr>
          <p:cNvPr id="27" name="figure-lamp-0">
            <a:extLst xmlns:a="http://schemas.openxmlformats.org/drawingml/2006/main">
              <a:ext uri="{FF2B5EF4-FFF2-40B4-BE49-F238E27FC236}">
                <a16:creationId xmlns:a16="http://schemas.microsoft.com/office/drawing/2014/main" id="{D7132E41-7E79-4DCA-AD83-8AD9BDC6FEFE}"/>
              </a:ext>
            </a:extLst>
          </p:cNvPr>
          <p:cNvSpPr>
            <a:spLocks xmlns:a="http://schemas.openxmlformats.org/drawingml/2006/main" noGrp="1"/>
          </p:cNvSpPr>
          <p:nvPr/>
        </p:nvSpPr>
        <p:spPr>
          <a:xfrm xmlns:a="http://schemas.openxmlformats.org/drawingml/2006/main">
            <a:off x="7237095" y="4017550"/>
            <a:ext cx="3585210" cy="1201045"/>
          </a:xfrm>
          <a:custGeom xmlns:a="http://schemas.openxmlformats.org/drawingml/2006/main">
            <a:pathLst>
              <a:path w="3585210" h="1201045">
                <a:moveTo>
                  <a:pt x="0" y="0"/>
                </a:moveTo>
                <a:lnTo>
                  <a:pt x="179261" y="537782"/>
                </a:lnTo>
                <a:lnTo>
                  <a:pt x="717042" y="950081"/>
                </a:lnTo>
                <a:lnTo>
                  <a:pt x="1792605" y="1201045"/>
                </a:lnTo>
                <a:lnTo>
                  <a:pt x="2868168" y="950081"/>
                </a:lnTo>
                <a:lnTo>
                  <a:pt x="3405950" y="537782"/>
                </a:lnTo>
                <a:lnTo>
                  <a:pt x="3585210" y="0"/>
                </a:lnTo>
              </a:path>
            </a:pathLst>
          </a:custGeom>
          <a:noFill xmlns:a="http://schemas.openxmlformats.org/drawingml/2006/main"/>
          <a:ln xmlns:a="http://schemas.openxmlformats.org/drawingml/2006/main" w="71704">
            <a:solidFill>
              <a:srgbClr val="23354A"/>
            </a:solidFill>
          </a:ln>
        </p:spPr>
      </p:sp>
      <p:sp>
        <p:nvSpPr>
          <p:cNvPr id="28" name="figure-lamp-1">
            <a:extLst xmlns:a="http://schemas.openxmlformats.org/drawingml/2006/main">
              <a:ext uri="{FF2B5EF4-FFF2-40B4-BE49-F238E27FC236}">
                <a16:creationId xmlns:a16="http://schemas.microsoft.com/office/drawing/2014/main" id="{F502CB33-A664-4E23-B550-4768ADBF0571}"/>
              </a:ext>
            </a:extLst>
          </p:cNvPr>
          <p:cNvSpPr>
            <a:spLocks xmlns:a="http://schemas.openxmlformats.org/drawingml/2006/main" noGrp="1"/>
          </p:cNvSpPr>
          <p:nvPr/>
        </p:nvSpPr>
        <p:spPr>
          <a:xfrm xmlns:a="http://schemas.openxmlformats.org/drawingml/2006/main">
            <a:off x="7237095" y="4017550"/>
            <a:ext cx="3585210" cy="17926"/>
          </a:xfrm>
          <a:custGeom xmlns:a="http://schemas.openxmlformats.org/drawingml/2006/main">
            <a:pathLst>
              <a:path w="3585210" h="17926">
                <a:moveTo>
                  <a:pt x="0" y="0"/>
                </a:moveTo>
                <a:lnTo>
                  <a:pt x="3585210" y="0"/>
                </a:lnTo>
              </a:path>
            </a:pathLst>
          </a:custGeom>
          <a:noFill xmlns:a="http://schemas.openxmlformats.org/drawingml/2006/main"/>
          <a:ln xmlns:a="http://schemas.openxmlformats.org/drawingml/2006/main" w="71704">
            <a:solidFill>
              <a:srgbClr val="23354A"/>
            </a:solidFill>
          </a:ln>
        </p:spPr>
      </p:sp>
      <p:sp>
        <p:nvSpPr>
          <p:cNvPr id="29" name="figure-lamp-2">
            <a:extLst xmlns:a="http://schemas.openxmlformats.org/drawingml/2006/main">
              <a:ext uri="{FF2B5EF4-FFF2-40B4-BE49-F238E27FC236}">
                <a16:creationId xmlns:a16="http://schemas.microsoft.com/office/drawing/2014/main" id="{D0973F5B-C47B-4BBB-8D06-96C48CE8B8B8}"/>
              </a:ext>
            </a:extLst>
          </p:cNvPr>
          <p:cNvSpPr>
            <a:spLocks xmlns:a="http://schemas.openxmlformats.org/drawingml/2006/main" noGrp="1"/>
          </p:cNvSpPr>
          <p:nvPr/>
        </p:nvSpPr>
        <p:spPr>
          <a:xfrm xmlns:a="http://schemas.openxmlformats.org/drawingml/2006/main">
            <a:off x="10571340" y="3623177"/>
            <a:ext cx="215113" cy="376447"/>
          </a:xfrm>
          <a:custGeom xmlns:a="http://schemas.openxmlformats.org/drawingml/2006/main">
            <a:pathLst>
              <a:path w="215113" h="376447">
                <a:moveTo>
                  <a:pt x="0" y="376447"/>
                </a:moveTo>
                <a:lnTo>
                  <a:pt x="215113" y="0"/>
                </a:lnTo>
              </a:path>
            </a:pathLst>
          </a:custGeom>
          <a:noFill xmlns:a="http://schemas.openxmlformats.org/drawingml/2006/main"/>
          <a:ln xmlns:a="http://schemas.openxmlformats.org/drawingml/2006/main" w="71704">
            <a:solidFill>
              <a:srgbClr val="23354A"/>
            </a:solidFill>
          </a:ln>
        </p:spPr>
      </p:sp>
      <p:sp>
        <p:nvSpPr>
          <p:cNvPr id="30" name="figure-description-lamp">
            <a:extLst xmlns:a="http://schemas.openxmlformats.org/drawingml/2006/main">
              <a:ext uri="{FF2B5EF4-FFF2-40B4-BE49-F238E27FC236}">
                <a16:creationId xmlns:a16="http://schemas.microsoft.com/office/drawing/2014/main" id="{99D0D568-49CC-4B95-B884-A1AFD40E9A96}"/>
              </a:ext>
            </a:extLst>
          </p:cNvPr>
          <p:cNvSpPr>
            <a:spLocks xmlns:a="http://schemas.openxmlformats.org/drawingml/2006/main" noGrp="1"/>
          </p:cNvSpPr>
          <p:nvPr/>
        </p:nvSpPr>
        <p:spPr>
          <a:xfrm xmlns:a="http://schemas.openxmlformats.org/drawingml/2006/main">
            <a:off x="6248400" y="581577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10429760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sson-header">
            <a:extLst xmlns:a="http://schemas.openxmlformats.org/drawingml/2006/main">
              <a:ext uri="{FF2B5EF4-FFF2-40B4-BE49-F238E27FC236}">
                <a16:creationId xmlns:a16="http://schemas.microsoft.com/office/drawing/2014/main" id="{E72C6D13-9DD9-4240-949C-5B9A4BCC5BE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C76F3743-F796-4AAA-9813-4A93265DE32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I do · 2 min · 12 to 14</a:t>
            </a:r>
          </a:p>
        </p:txBody>
      </p:sp>
      <p:sp>
        <p:nvSpPr>
          <p:cNvPr id="3" name="slide-title">
            <a:extLst xmlns:a="http://schemas.openxmlformats.org/drawingml/2006/main">
              <a:ext uri="{FF2B5EF4-FFF2-40B4-BE49-F238E27FC236}">
                <a16:creationId xmlns:a16="http://schemas.microsoft.com/office/drawing/2014/main" id="{85AF31D1-2075-4917-86D7-E491D865966B}"/>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I do · 3 of 3 · words 3–4</a:t>
            </a:r>
          </a:p>
        </p:txBody>
      </p:sp>
      <p:pic>
        <p:nvPicPr>
          <p:cNvPr id="4" name="">
            <a:extLst xmlns:a="http://schemas.openxmlformats.org/drawingml/2006/main">
              <a:ext uri="{FF2B5EF4-FFF2-40B4-BE49-F238E27FC236}">
                <a16:creationId xmlns:a16="http://schemas.microsoft.com/office/drawing/2014/main" id="{FC6D29A8-4184-49D7-89B6-5BAD478C630D}"/>
              </a:ext>
            </a:extLst>
          </p:cNvPr>
          <p:cNvPicPr>
            <a:picLocks xmlns:a="http://schemas.openxmlformats.org/drawingml/2006/main" noChangeAspect="1"/>
          </p:cNvPicPr>
          <p:nvPr/>
        </p:nvPicPr>
        <p:blipFill>
          <a:blip xmlns:r="http://schemas.openxmlformats.org/officeDocument/2006/relationships" xmlns:a="http://schemas.openxmlformats.org/drawingml/2006/main" r:embed="R08e8971c1a9e4a9a"/>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D5E61D89-3A3C-40AC-9AAE-A5F346838493}"/>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C4851657-8980-4A4D-A8F9-4544CA974B7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B891EAF-6030-4FC6-B7C8-10BA15E23861}"/>
              </a:ext>
            </a:extLst>
          </p:cNvPr>
          <p:cNvSpPr>
            <a:spLocks xmlns:a="http://schemas.openxmlformats.org/drawingml/2006/main" noGrp="1"/>
          </p:cNvSpPr>
          <p:nvPr/>
        </p:nvSpPr>
        <p:spPr>
          <a:xfrm xmlns:a="http://schemas.openxmlformats.org/drawingml/2006/main">
            <a:off x="2667000" y="1143000"/>
            <a:ext cx="16954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1E58B01D-FAED-489E-B693-3C25BA8230ED}"/>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B6EEC04-903F-44DD-B649-222DF98567B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B89A7410-4B24-49A2-B668-7B3E029E19C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22533BF5-E906-4CC5-A398-8757E42DE45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2A8359C4-DF1E-4AD3-B4C3-A73E5AF433A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D0671293-992A-405B-BCBB-9B00B72C0E04}"/>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link from the model, with words or pictures.</a:t>
            </a:r>
          </a:p>
        </p:txBody>
      </p:sp>
      <p:sp>
        <p:nvSpPr>
          <p:cNvPr id="14" name="vocabulary-heading">
            <a:extLst xmlns:a="http://schemas.openxmlformats.org/drawingml/2006/main">
              <a:ext uri="{FF2B5EF4-FFF2-40B4-BE49-F238E27FC236}">
                <a16:creationId xmlns:a16="http://schemas.microsoft.com/office/drawing/2014/main" id="{979ED046-3799-40AD-A98E-62814B3A74D7}"/>
              </a:ext>
            </a:extLst>
          </p:cNvPr>
          <p:cNvSpPr>
            <a:spLocks xmlns:a="http://schemas.openxmlformats.org/drawingml/2006/main" noGrp="1"/>
          </p:cNvSpPr>
          <p:nvPr/>
        </p:nvSpPr>
        <p:spPr>
          <a:xfrm xmlns:a="http://schemas.openxmlformats.org/drawingml/2006/main">
            <a:off x="381000" y="1904619"/>
            <a:ext cx="1143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365F78"/>
                </a:solidFill>
                <a:latin typeface="Arial"/>
                <a:ea typeface="Arial"/>
                <a:cs typeface="Arial"/>
              </a:defRPr>
            </a:defPPr>
          </a:lstStyle>
          <a:p xmlns:a="http://schemas.openxmlformats.org/drawingml/2006/main">
            <a:pPr algn="l">
              <a:lnSpc>
                <a:spcPct val="108000"/>
              </a:lnSpc>
              <a:buNone/>
              <a:defRPr sz="1875" b="1" lang="en-GB">
                <a:solidFill>
                  <a:srgbClr val="365F78"/>
                </a:solidFill>
                <a:latin typeface="Arial"/>
                <a:ea typeface="Arial"/>
                <a:cs typeface="Arial"/>
              </a:defRPr>
            </a:pPr>
            <a:r>
              <a:rPr sz="1875" b="1" lang="en-GB">
                <a:solidFill>
                  <a:srgbClr val="365F78"/>
                </a:solidFill>
                <a:latin typeface="Arial"/>
                <a:ea typeface="Arial"/>
                <a:cs typeface="Arial"/>
              </a:rPr>
              <a:t>Must-know words — four</a:t>
            </a:r>
          </a:p>
        </p:txBody>
      </p:sp>
      <p:sp>
        <p:nvSpPr>
          <p:cNvPr id="15" name="vocabulary-2">
            <a:extLst xmlns:a="http://schemas.openxmlformats.org/drawingml/2006/main">
              <a:ext uri="{FF2B5EF4-FFF2-40B4-BE49-F238E27FC236}">
                <a16:creationId xmlns:a16="http://schemas.microsoft.com/office/drawing/2014/main" id="{7A42B7F4-FD76-405B-AD85-C0073EDC2E07}"/>
              </a:ext>
            </a:extLst>
          </p:cNvPr>
          <p:cNvSpPr>
            <a:spLocks xmlns:a="http://schemas.openxmlformats.org/drawingml/2006/main" noGrp="1"/>
          </p:cNvSpPr>
          <p:nvPr/>
        </p:nvSpPr>
        <p:spPr>
          <a:xfrm xmlns:a="http://schemas.openxmlformats.org/drawingml/2006/main">
            <a:off x="381000" y="2361819"/>
            <a:ext cx="556260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symbol — a thing that stands for an idea</a:t>
            </a:r>
          </a:p>
        </p:txBody>
      </p:sp>
      <p:sp>
        <p:nvSpPr>
          <p:cNvPr id="16" name="figure-symbol-0">
            <a:extLst xmlns:a="http://schemas.openxmlformats.org/drawingml/2006/main">
              <a:ext uri="{FF2B5EF4-FFF2-40B4-BE49-F238E27FC236}">
                <a16:creationId xmlns:a16="http://schemas.microsoft.com/office/drawing/2014/main" id="{29DC3D84-F83B-4A60-87A0-E6C51EE7C543}"/>
              </a:ext>
            </a:extLst>
          </p:cNvPr>
          <p:cNvSpPr>
            <a:spLocks xmlns:a="http://schemas.openxmlformats.org/drawingml/2006/main" noGrp="1"/>
          </p:cNvSpPr>
          <p:nvPr/>
        </p:nvSpPr>
        <p:spPr>
          <a:xfrm xmlns:a="http://schemas.openxmlformats.org/drawingml/2006/main">
            <a:off x="919206" y="3319668"/>
            <a:ext cx="1588858" cy="1215009"/>
          </a:xfrm>
          <a:prstGeom xmlns:a="http://schemas.openxmlformats.org/drawingml/2006/main" prst="rect">
            <a:avLst/>
          </a:prstGeom>
          <a:solidFill xmlns:a="http://schemas.openxmlformats.org/drawingml/2006/main">
            <a:srgbClr val="A5DCEF"/>
          </a:solidFill>
          <a:ln xmlns:a="http://schemas.openxmlformats.org/drawingml/2006/main" w="37385">
            <a:solidFill>
              <a:srgbClr val="23354A"/>
            </a:solidFill>
          </a:ln>
        </p:spPr>
      </p:sp>
      <p:sp>
        <p:nvSpPr>
          <p:cNvPr id="17" name="figure-symbol-1">
            <a:extLst xmlns:a="http://schemas.openxmlformats.org/drawingml/2006/main">
              <a:ext uri="{FF2B5EF4-FFF2-40B4-BE49-F238E27FC236}">
                <a16:creationId xmlns:a16="http://schemas.microsoft.com/office/drawing/2014/main" id="{4D56F3F5-0539-48B4-BE64-EDC4D53C37F7}"/>
              </a:ext>
            </a:extLst>
          </p:cNvPr>
          <p:cNvSpPr>
            <a:spLocks xmlns:a="http://schemas.openxmlformats.org/drawingml/2006/main" noGrp="1"/>
          </p:cNvSpPr>
          <p:nvPr/>
        </p:nvSpPr>
        <p:spPr>
          <a:xfrm xmlns:a="http://schemas.openxmlformats.org/drawingml/2006/main">
            <a:off x="1178638" y="3749220"/>
            <a:ext cx="824529" cy="47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49" b="0" lang="en-GB">
                <a:solidFill>
                  <a:srgbClr val="23354A"/>
                </a:solidFill>
                <a:latin typeface="Arial"/>
                <a:ea typeface="Arial"/>
                <a:cs typeface="Arial"/>
              </a:defRPr>
            </a:defPPr>
          </a:lstStyle>
          <a:p xmlns:a="http://schemas.openxmlformats.org/drawingml/2006/main">
            <a:pPr algn="l">
              <a:lnSpc>
                <a:spcPct val="108000"/>
              </a:lnSpc>
              <a:buNone/>
              <a:defRPr sz="2649" b="0" lang="en-GB">
                <a:solidFill>
                  <a:srgbClr val="23354A"/>
                </a:solidFill>
                <a:latin typeface="Arial"/>
                <a:ea typeface="Arial"/>
                <a:cs typeface="Arial"/>
              </a:defRPr>
            </a:pPr>
            <a:r>
              <a:rPr sz="2649" b="0" lang="en-GB">
                <a:solidFill>
                  <a:srgbClr val="23354A"/>
                </a:solidFill>
                <a:latin typeface="Arial"/>
                <a:ea typeface="Arial"/>
                <a:cs typeface="Arial"/>
              </a:rPr>
              <a:t>lamp</a:t>
            </a:r>
          </a:p>
        </p:txBody>
      </p:sp>
      <p:sp>
        <p:nvSpPr>
          <p:cNvPr id="18" name="figure-symbol-2">
            <a:extLst xmlns:a="http://schemas.openxmlformats.org/drawingml/2006/main">
              <a:ext uri="{FF2B5EF4-FFF2-40B4-BE49-F238E27FC236}">
                <a16:creationId xmlns:a16="http://schemas.microsoft.com/office/drawing/2014/main" id="{1A03B129-DBCF-4797-B7D1-EF6D3C21C2FD}"/>
              </a:ext>
            </a:extLst>
          </p:cNvPr>
          <p:cNvSpPr>
            <a:spLocks xmlns:a="http://schemas.openxmlformats.org/drawingml/2006/main" noGrp="1"/>
          </p:cNvSpPr>
          <p:nvPr/>
        </p:nvSpPr>
        <p:spPr>
          <a:xfrm xmlns:a="http://schemas.openxmlformats.org/drawingml/2006/main">
            <a:off x="2676296" y="3936518"/>
            <a:ext cx="953315" cy="18692"/>
          </a:xfrm>
          <a:custGeom xmlns:a="http://schemas.openxmlformats.org/drawingml/2006/main">
            <a:pathLst>
              <a:path w="953315" h="18692">
                <a:moveTo>
                  <a:pt x="0" y="0"/>
                </a:moveTo>
                <a:lnTo>
                  <a:pt x="953315" y="0"/>
                </a:lnTo>
              </a:path>
            </a:pathLst>
          </a:custGeom>
          <a:noFill xmlns:a="http://schemas.openxmlformats.org/drawingml/2006/main"/>
          <a:ln xmlns:a="http://schemas.openxmlformats.org/drawingml/2006/main" w="37385">
            <a:solidFill>
              <a:srgbClr val="23354A"/>
            </a:solidFill>
          </a:ln>
        </p:spPr>
      </p:sp>
      <p:sp>
        <p:nvSpPr>
          <p:cNvPr id="19" name="figure-symbol-3">
            <a:extLst xmlns:a="http://schemas.openxmlformats.org/drawingml/2006/main">
              <a:ext uri="{FF2B5EF4-FFF2-40B4-BE49-F238E27FC236}">
                <a16:creationId xmlns:a16="http://schemas.microsoft.com/office/drawing/2014/main" id="{3ECE9C27-06D4-49F7-BAFD-43B42B3F50FF}"/>
              </a:ext>
            </a:extLst>
          </p:cNvPr>
          <p:cNvSpPr>
            <a:spLocks xmlns:a="http://schemas.openxmlformats.org/drawingml/2006/main" noGrp="1"/>
          </p:cNvSpPr>
          <p:nvPr/>
        </p:nvSpPr>
        <p:spPr>
          <a:xfrm xmlns:a="http://schemas.openxmlformats.org/drawingml/2006/main">
            <a:off x="3498764" y="3805671"/>
            <a:ext cx="130847" cy="261694"/>
          </a:xfrm>
          <a:custGeom xmlns:a="http://schemas.openxmlformats.org/drawingml/2006/main">
            <a:pathLst>
              <a:path w="130847" h="261694">
                <a:moveTo>
                  <a:pt x="0" y="0"/>
                </a:moveTo>
                <a:lnTo>
                  <a:pt x="130847" y="130847"/>
                </a:lnTo>
                <a:lnTo>
                  <a:pt x="0" y="261694"/>
                </a:lnTo>
              </a:path>
            </a:pathLst>
          </a:custGeom>
          <a:noFill xmlns:a="http://schemas.openxmlformats.org/drawingml/2006/main"/>
          <a:ln xmlns:a="http://schemas.openxmlformats.org/drawingml/2006/main" w="37385">
            <a:solidFill>
              <a:srgbClr val="23354A"/>
            </a:solidFill>
          </a:ln>
        </p:spPr>
      </p:sp>
      <p:sp>
        <p:nvSpPr>
          <p:cNvPr id="20" name="figure-symbol-4">
            <a:extLst xmlns:a="http://schemas.openxmlformats.org/drawingml/2006/main">
              <a:ext uri="{FF2B5EF4-FFF2-40B4-BE49-F238E27FC236}">
                <a16:creationId xmlns:a16="http://schemas.microsoft.com/office/drawing/2014/main" id="{D7471918-F9E8-41ED-BECE-2862EC86D289}"/>
              </a:ext>
            </a:extLst>
          </p:cNvPr>
          <p:cNvSpPr>
            <a:spLocks xmlns:a="http://schemas.openxmlformats.org/drawingml/2006/main" noGrp="1"/>
          </p:cNvSpPr>
          <p:nvPr/>
        </p:nvSpPr>
        <p:spPr>
          <a:xfrm xmlns:a="http://schemas.openxmlformats.org/drawingml/2006/main">
            <a:off x="3816536" y="3319668"/>
            <a:ext cx="1588858" cy="1215009"/>
          </a:xfrm>
          <a:prstGeom xmlns:a="http://schemas.openxmlformats.org/drawingml/2006/main" prst="rect">
            <a:avLst/>
          </a:prstGeom>
          <a:solidFill xmlns:a="http://schemas.openxmlformats.org/drawingml/2006/main">
            <a:srgbClr val="D5E6BC"/>
          </a:solidFill>
          <a:ln xmlns:a="http://schemas.openxmlformats.org/drawingml/2006/main" w="37385">
            <a:solidFill>
              <a:srgbClr val="23354A"/>
            </a:solidFill>
          </a:ln>
        </p:spPr>
      </p:sp>
      <p:sp>
        <p:nvSpPr>
          <p:cNvPr id="21" name="figure-symbol-5">
            <a:extLst xmlns:a="http://schemas.openxmlformats.org/drawingml/2006/main">
              <a:ext uri="{FF2B5EF4-FFF2-40B4-BE49-F238E27FC236}">
                <a16:creationId xmlns:a16="http://schemas.microsoft.com/office/drawing/2014/main" id="{2BA7F816-CEEA-4BDE-B24F-2F1F01BDBB3C}"/>
              </a:ext>
            </a:extLst>
          </p:cNvPr>
          <p:cNvSpPr>
            <a:spLocks xmlns:a="http://schemas.openxmlformats.org/drawingml/2006/main" noGrp="1"/>
          </p:cNvSpPr>
          <p:nvPr/>
        </p:nvSpPr>
        <p:spPr>
          <a:xfrm xmlns:a="http://schemas.openxmlformats.org/drawingml/2006/main">
            <a:off x="4132045" y="3749220"/>
            <a:ext cx="731377" cy="47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49" b="0" lang="en-GB">
                <a:solidFill>
                  <a:srgbClr val="23354A"/>
                </a:solidFill>
                <a:latin typeface="Arial"/>
                <a:ea typeface="Arial"/>
                <a:cs typeface="Arial"/>
              </a:defRPr>
            </a:defPPr>
          </a:lstStyle>
          <a:p xmlns:a="http://schemas.openxmlformats.org/drawingml/2006/main">
            <a:pPr algn="l">
              <a:lnSpc>
                <a:spcPct val="108000"/>
              </a:lnSpc>
              <a:buNone/>
              <a:defRPr sz="2649" b="0" lang="en-GB">
                <a:solidFill>
                  <a:srgbClr val="23354A"/>
                </a:solidFill>
                <a:latin typeface="Arial"/>
                <a:ea typeface="Arial"/>
                <a:cs typeface="Arial"/>
              </a:defRPr>
            </a:pPr>
            <a:r>
              <a:rPr sz="2649" b="0" lang="en-GB">
                <a:solidFill>
                  <a:srgbClr val="23354A"/>
                </a:solidFill>
                <a:latin typeface="Arial"/>
                <a:ea typeface="Arial"/>
                <a:cs typeface="Arial"/>
              </a:rPr>
              <a:t>idea</a:t>
            </a:r>
          </a:p>
        </p:txBody>
      </p:sp>
      <p:sp>
        <p:nvSpPr>
          <p:cNvPr id="22" name="figure-description-symbol">
            <a:extLst xmlns:a="http://schemas.openxmlformats.org/drawingml/2006/main">
              <a:ext uri="{FF2B5EF4-FFF2-40B4-BE49-F238E27FC236}">
                <a16:creationId xmlns:a16="http://schemas.microsoft.com/office/drawing/2014/main" id="{40743557-1344-47BB-95DD-99AA71092D03}"/>
              </a:ext>
            </a:extLst>
          </p:cNvPr>
          <p:cNvSpPr>
            <a:spLocks xmlns:a="http://schemas.openxmlformats.org/drawingml/2006/main" noGrp="1"/>
          </p:cNvSpPr>
          <p:nvPr/>
        </p:nvSpPr>
        <p:spPr>
          <a:xfrm xmlns:a="http://schemas.openxmlformats.org/drawingml/2006/main">
            <a:off x="381000" y="537762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lamp is linked to the word idea.</a:t>
            </a:r>
          </a:p>
        </p:txBody>
      </p:sp>
      <p:sp>
        <p:nvSpPr>
          <p:cNvPr id="23" name="vocabulary-3">
            <a:extLst xmlns:a="http://schemas.openxmlformats.org/drawingml/2006/main">
              <a:ext uri="{FF2B5EF4-FFF2-40B4-BE49-F238E27FC236}">
                <a16:creationId xmlns:a16="http://schemas.microsoft.com/office/drawing/2014/main" id="{C0B415B8-3F6D-4F1F-A582-0BA3306D9A43}"/>
              </a:ext>
            </a:extLst>
          </p:cNvPr>
          <p:cNvSpPr>
            <a:spLocks xmlns:a="http://schemas.openxmlformats.org/drawingml/2006/main" noGrp="1"/>
          </p:cNvSpPr>
          <p:nvPr/>
        </p:nvSpPr>
        <p:spPr>
          <a:xfrm xmlns:a="http://schemas.openxmlformats.org/drawingml/2006/main">
            <a:off x="6248400" y="2361819"/>
            <a:ext cx="5562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75" b="1" lang="en-GB">
                <a:solidFill>
                  <a:srgbClr val="17263B"/>
                </a:solidFill>
                <a:latin typeface="Arial"/>
                <a:ea typeface="Arial"/>
                <a:cs typeface="Arial"/>
              </a:defRPr>
            </a:defPPr>
          </a:lstStyle>
          <a:p xmlns:a="http://schemas.openxmlformats.org/drawingml/2006/main">
            <a:pPr algn="l">
              <a:lnSpc>
                <a:spcPct val="108000"/>
              </a:lnSpc>
              <a:buNone/>
              <a:defRPr sz="1875" b="1" lang="en-GB">
                <a:solidFill>
                  <a:srgbClr val="17263B"/>
                </a:solidFill>
                <a:latin typeface="Arial"/>
                <a:ea typeface="Arial"/>
                <a:cs typeface="Arial"/>
              </a:defRPr>
            </a:pPr>
            <a:r>
              <a:rPr sz="1875" b="1" lang="en-GB">
                <a:solidFill>
                  <a:srgbClr val="17263B"/>
                </a:solidFill>
                <a:latin typeface="Arial"/>
                <a:ea typeface="Arial"/>
                <a:cs typeface="Arial"/>
              </a:rPr>
              <a:t>respect — care for people and what matters to them</a:t>
            </a:r>
          </a:p>
        </p:txBody>
      </p:sp>
      <p:sp>
        <p:nvSpPr>
          <p:cNvPr id="24" name="figure-respect-0">
            <a:extLst xmlns:a="http://schemas.openxmlformats.org/drawingml/2006/main">
              <a:ext uri="{FF2B5EF4-FFF2-40B4-BE49-F238E27FC236}">
                <a16:creationId xmlns:a16="http://schemas.microsoft.com/office/drawing/2014/main" id="{21871E38-AB50-44ED-96BC-0B6A5F51F175}"/>
              </a:ext>
            </a:extLst>
          </p:cNvPr>
          <p:cNvSpPr>
            <a:spLocks xmlns:a="http://schemas.openxmlformats.org/drawingml/2006/main" noGrp="1"/>
          </p:cNvSpPr>
          <p:nvPr/>
        </p:nvSpPr>
        <p:spPr>
          <a:xfrm xmlns:a="http://schemas.openxmlformats.org/drawingml/2006/main">
            <a:off x="7128635" y="3546619"/>
            <a:ext cx="1322480" cy="1074515"/>
          </a:xfrm>
          <a:prstGeom xmlns:a="http://schemas.openxmlformats.org/drawingml/2006/main" prst="rect">
            <a:avLst/>
          </a:prstGeom>
          <a:solidFill xmlns:a="http://schemas.openxmlformats.org/drawingml/2006/main">
            <a:srgbClr val="F8D5D9"/>
          </a:solidFill>
          <a:ln xmlns:a="http://schemas.openxmlformats.org/drawingml/2006/main" w="33062">
            <a:solidFill>
              <a:srgbClr val="23354A"/>
            </a:solidFill>
          </a:ln>
        </p:spPr>
      </p:sp>
      <p:sp>
        <p:nvSpPr>
          <p:cNvPr id="25" name="figure-respect-1">
            <a:extLst xmlns:a="http://schemas.openxmlformats.org/drawingml/2006/main">
              <a:ext uri="{FF2B5EF4-FFF2-40B4-BE49-F238E27FC236}">
                <a16:creationId xmlns:a16="http://schemas.microsoft.com/office/drawing/2014/main" id="{4038B8D6-A75D-439D-87D7-1326E1D1F6DA}"/>
              </a:ext>
            </a:extLst>
          </p:cNvPr>
          <p:cNvSpPr>
            <a:spLocks xmlns:a="http://schemas.openxmlformats.org/drawingml/2006/main" noGrp="1"/>
          </p:cNvSpPr>
          <p:nvPr/>
        </p:nvSpPr>
        <p:spPr>
          <a:xfrm xmlns:a="http://schemas.openxmlformats.org/drawingml/2006/main">
            <a:off x="7603610" y="3760861"/>
            <a:ext cx="426225" cy="833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4686" b="0" lang="en-GB">
                <a:solidFill>
                  <a:srgbClr val="23354A"/>
                </a:solidFill>
                <a:latin typeface="Arial"/>
                <a:ea typeface="Arial"/>
                <a:cs typeface="Arial"/>
              </a:defRPr>
            </a:defPPr>
          </a:lstStyle>
          <a:p xmlns:a="http://schemas.openxmlformats.org/drawingml/2006/main">
            <a:pPr algn="l">
              <a:lnSpc>
                <a:spcPct val="108000"/>
              </a:lnSpc>
              <a:buNone/>
              <a:defRPr sz="4686" b="0" lang="en-GB">
                <a:solidFill>
                  <a:srgbClr val="23354A"/>
                </a:solidFill>
                <a:latin typeface="Arial"/>
                <a:ea typeface="Arial"/>
                <a:cs typeface="Arial"/>
              </a:defRPr>
            </a:pPr>
            <a:r>
              <a:rPr sz="4686" b="0" lang="en-GB">
                <a:solidFill>
                  <a:srgbClr val="23354A"/>
                </a:solidFill>
                <a:latin typeface="Arial"/>
                <a:ea typeface="Arial"/>
                <a:cs typeface="Arial"/>
              </a:rPr>
              <a:t>?</a:t>
            </a:r>
          </a:p>
        </p:txBody>
      </p:sp>
      <p:sp>
        <p:nvSpPr>
          <p:cNvPr id="26" name="figure-respect-2">
            <a:extLst xmlns:a="http://schemas.openxmlformats.org/drawingml/2006/main">
              <a:ext uri="{FF2B5EF4-FFF2-40B4-BE49-F238E27FC236}">
                <a16:creationId xmlns:a16="http://schemas.microsoft.com/office/drawing/2014/main" id="{306F713A-20BD-4C7D-AA0C-1C00183E8A65}"/>
              </a:ext>
            </a:extLst>
          </p:cNvPr>
          <p:cNvSpPr>
            <a:spLocks xmlns:a="http://schemas.openxmlformats.org/drawingml/2006/main" noGrp="1"/>
          </p:cNvSpPr>
          <p:nvPr/>
        </p:nvSpPr>
        <p:spPr>
          <a:xfrm xmlns:a="http://schemas.openxmlformats.org/drawingml/2006/main">
            <a:off x="8632956" y="4092142"/>
            <a:ext cx="843081" cy="16531"/>
          </a:xfrm>
          <a:custGeom xmlns:a="http://schemas.openxmlformats.org/drawingml/2006/main">
            <a:pathLst>
              <a:path w="843081" h="16531">
                <a:moveTo>
                  <a:pt x="0" y="0"/>
                </a:moveTo>
                <a:lnTo>
                  <a:pt x="843081" y="0"/>
                </a:lnTo>
              </a:path>
            </a:pathLst>
          </a:custGeom>
          <a:noFill xmlns:a="http://schemas.openxmlformats.org/drawingml/2006/main"/>
          <a:ln xmlns:a="http://schemas.openxmlformats.org/drawingml/2006/main" w="33062">
            <a:solidFill>
              <a:srgbClr val="23354A"/>
            </a:solidFill>
          </a:ln>
        </p:spPr>
      </p:sp>
      <p:sp>
        <p:nvSpPr>
          <p:cNvPr id="27" name="figure-respect-3">
            <a:extLst xmlns:a="http://schemas.openxmlformats.org/drawingml/2006/main">
              <a:ext uri="{FF2B5EF4-FFF2-40B4-BE49-F238E27FC236}">
                <a16:creationId xmlns:a16="http://schemas.microsoft.com/office/drawing/2014/main" id="{DD1B34FF-D441-4C18-8A53-892A0DF48A0D}"/>
              </a:ext>
            </a:extLst>
          </p:cNvPr>
          <p:cNvSpPr>
            <a:spLocks xmlns:a="http://schemas.openxmlformats.org/drawingml/2006/main" noGrp="1"/>
          </p:cNvSpPr>
          <p:nvPr/>
        </p:nvSpPr>
        <p:spPr>
          <a:xfrm xmlns:a="http://schemas.openxmlformats.org/drawingml/2006/main">
            <a:off x="9360320" y="3976425"/>
            <a:ext cx="115717" cy="231434"/>
          </a:xfrm>
          <a:custGeom xmlns:a="http://schemas.openxmlformats.org/drawingml/2006/main">
            <a:pathLst>
              <a:path w="115717" h="231434">
                <a:moveTo>
                  <a:pt x="0" y="0"/>
                </a:moveTo>
                <a:lnTo>
                  <a:pt x="115717" y="115717"/>
                </a:lnTo>
                <a:lnTo>
                  <a:pt x="0" y="231434"/>
                </a:lnTo>
              </a:path>
            </a:pathLst>
          </a:custGeom>
          <a:noFill xmlns:a="http://schemas.openxmlformats.org/drawingml/2006/main"/>
          <a:ln xmlns:a="http://schemas.openxmlformats.org/drawingml/2006/main" w="33062">
            <a:solidFill>
              <a:srgbClr val="23354A"/>
            </a:solidFill>
          </a:ln>
        </p:spPr>
      </p:sp>
      <p:sp>
        <p:nvSpPr>
          <p:cNvPr id="28" name="figure-respect-4">
            <a:extLst xmlns:a="http://schemas.openxmlformats.org/drawingml/2006/main">
              <a:ext uri="{FF2B5EF4-FFF2-40B4-BE49-F238E27FC236}">
                <a16:creationId xmlns:a16="http://schemas.microsoft.com/office/drawing/2014/main" id="{445BF10F-7A3C-4D94-969F-4F12F8835777}"/>
              </a:ext>
            </a:extLst>
          </p:cNvPr>
          <p:cNvSpPr>
            <a:spLocks xmlns:a="http://schemas.openxmlformats.org/drawingml/2006/main" noGrp="1"/>
          </p:cNvSpPr>
          <p:nvPr/>
        </p:nvSpPr>
        <p:spPr>
          <a:xfrm xmlns:a="http://schemas.openxmlformats.org/drawingml/2006/main">
            <a:off x="9690940" y="3546619"/>
            <a:ext cx="1239825" cy="1074515"/>
          </a:xfrm>
          <a:prstGeom xmlns:a="http://schemas.openxmlformats.org/drawingml/2006/main" prst="rect">
            <a:avLst/>
          </a:prstGeom>
          <a:noFill xmlns:a="http://schemas.openxmlformats.org/drawingml/2006/main"/>
          <a:ln xmlns:a="http://schemas.openxmlformats.org/drawingml/2006/main" w="33062">
            <a:solidFill>
              <a:srgbClr val="23354A"/>
            </a:solidFill>
          </a:ln>
        </p:spPr>
      </p:sp>
      <p:sp>
        <p:nvSpPr>
          <p:cNvPr id="29" name="figure-respect-5">
            <a:extLst xmlns:a="http://schemas.openxmlformats.org/drawingml/2006/main">
              <a:ext uri="{FF2B5EF4-FFF2-40B4-BE49-F238E27FC236}">
                <a16:creationId xmlns:a16="http://schemas.microsoft.com/office/drawing/2014/main" id="{30F8B3FB-31DB-4DBA-95FF-26DB801F9911}"/>
              </a:ext>
            </a:extLst>
          </p:cNvPr>
          <p:cNvSpPr>
            <a:spLocks xmlns:a="http://schemas.openxmlformats.org/drawingml/2006/main" noGrp="1"/>
          </p:cNvSpPr>
          <p:nvPr/>
        </p:nvSpPr>
        <p:spPr>
          <a:xfrm xmlns:a="http://schemas.openxmlformats.org/drawingml/2006/main">
            <a:off x="9835295" y="3913607"/>
            <a:ext cx="609745" cy="4628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603" b="0" lang="en-GB">
                <a:solidFill>
                  <a:srgbClr val="23354A"/>
                </a:solidFill>
                <a:latin typeface="Arial"/>
                <a:ea typeface="Arial"/>
                <a:cs typeface="Arial"/>
              </a:defRPr>
            </a:defPPr>
          </a:lstStyle>
          <a:p xmlns:a="http://schemas.openxmlformats.org/drawingml/2006/main">
            <a:pPr algn="l">
              <a:lnSpc>
                <a:spcPct val="108000"/>
              </a:lnSpc>
              <a:buNone/>
              <a:defRPr sz="2603" b="0" lang="en-GB">
                <a:solidFill>
                  <a:srgbClr val="23354A"/>
                </a:solidFill>
                <a:latin typeface="Arial"/>
                <a:ea typeface="Arial"/>
                <a:cs typeface="Arial"/>
              </a:defRPr>
            </a:pPr>
            <a:r>
              <a:rPr sz="2603" b="0" lang="en-GB">
                <a:solidFill>
                  <a:srgbClr val="23354A"/>
                </a:solidFill>
                <a:latin typeface="Arial"/>
                <a:ea typeface="Arial"/>
                <a:cs typeface="Arial"/>
              </a:rPr>
              <a:t>ask</a:t>
            </a:r>
          </a:p>
        </p:txBody>
      </p:sp>
      <p:sp>
        <p:nvSpPr>
          <p:cNvPr id="30" name="figure-description-respect">
            <a:extLst xmlns:a="http://schemas.openxmlformats.org/drawingml/2006/main">
              <a:ext uri="{FF2B5EF4-FFF2-40B4-BE49-F238E27FC236}">
                <a16:creationId xmlns:a16="http://schemas.microsoft.com/office/drawing/2014/main" id="{E8048FE7-CDB0-440E-A430-0F42674321A6}"/>
              </a:ext>
            </a:extLst>
          </p:cNvPr>
          <p:cNvSpPr>
            <a:spLocks xmlns:a="http://schemas.openxmlformats.org/drawingml/2006/main" noGrp="1"/>
          </p:cNvSpPr>
          <p:nvPr/>
        </p:nvSpPr>
        <p:spPr>
          <a:xfrm xmlns:a="http://schemas.openxmlformats.org/drawingml/2006/main">
            <a:off x="6248400" y="5377625"/>
            <a:ext cx="5562600" cy="2802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425" b="0" lang="en-GB">
                <a:solidFill>
                  <a:srgbClr val="17263B"/>
                </a:solidFill>
                <a:latin typeface="Arial"/>
                <a:ea typeface="Arial"/>
                <a:cs typeface="Arial"/>
              </a:defRPr>
            </a:defPPr>
          </a:lstStyle>
          <a:p xmlns:a="http://schemas.openxmlformats.org/drawingml/2006/main">
            <a:pPr algn="l">
              <a:lnSpc>
                <a:spcPct val="108000"/>
              </a:lnSpc>
              <a:buNone/>
              <a:defRPr sz="1425" b="0" lang="en-GB">
                <a:solidFill>
                  <a:srgbClr val="17263B"/>
                </a:solidFill>
                <a:latin typeface="Arial"/>
                <a:ea typeface="Arial"/>
                <a:cs typeface="Arial"/>
              </a:defRPr>
            </a:pPr>
            <a:r>
              <a:rPr sz="1425" b="0" lang="en-GB">
                <a:solidFill>
                  <a:srgbClr val="17263B"/>
                </a:solidFill>
                <a:latin typeface="Arial"/>
                <a:ea typeface="Arial"/>
                <a:cs typeface="Arial"/>
              </a:rPr>
              <a:t>A question mark points to the word ask.</a:t>
            </a:r>
          </a:p>
        </p:txBody>
      </p:sp>
      <p:sp>
        <p:nvSpPr>
          <p:cNvPr id="31" name="vocabulary-check">
            <a:extLst xmlns:a="http://schemas.openxmlformats.org/drawingml/2006/main">
              <a:ext uri="{FF2B5EF4-FFF2-40B4-BE49-F238E27FC236}">
                <a16:creationId xmlns:a16="http://schemas.microsoft.com/office/drawing/2014/main" id="{3E5A041D-C0B1-4E29-9D5F-47016CFFC9FE}"/>
              </a:ext>
            </a:extLst>
          </p:cNvPr>
          <p:cNvSpPr>
            <a:spLocks xmlns:a="http://schemas.openxmlformats.org/drawingml/2006/main" noGrp="1"/>
          </p:cNvSpPr>
          <p:nvPr/>
        </p:nvSpPr>
        <p:spPr>
          <a:xfrm xmlns:a="http://schemas.openxmlformats.org/drawingml/2006/main">
            <a:off x="381000" y="5772150"/>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0" lang="en-GB">
                <a:solidFill>
                  <a:srgbClr val="17263B"/>
                </a:solidFill>
                <a:latin typeface="Arial"/>
                <a:ea typeface="Arial"/>
                <a:cs typeface="Arial"/>
              </a:defRPr>
            </a:defPPr>
          </a:lstStyle>
          <a:p xmlns:a="http://schemas.openxmlformats.org/drawingml/2006/main">
            <a:pPr algn="l">
              <a:lnSpc>
                <a:spcPct val="108000"/>
              </a:lnSpc>
              <a:buNone/>
              <a:defRPr sz="1650" b="0" lang="en-GB">
                <a:solidFill>
                  <a:srgbClr val="17263B"/>
                </a:solidFill>
                <a:latin typeface="Arial"/>
                <a:ea typeface="Arial"/>
                <a:cs typeface="Arial"/>
              </a:defRPr>
            </a:pPr>
            <a:r>
              <a:rPr sz="1650" b="0" lang="en-GB">
                <a:solidFill>
                  <a:srgbClr val="17263B"/>
                </a:solidFill>
                <a:latin typeface="Arial"/>
                <a:ea typeface="Arial"/>
                <a:cs typeface="Arial"/>
              </a:rPr>
              <a:t>Show one link: lamp → light; light → an idea.</a:t>
            </a:r>
          </a:p>
        </p:txBody>
      </p:sp>
    </p:spTree>
    <p:extLst>
      <p:ext uri="{BB962C8B-B14F-4D97-AF65-F5344CB8AC3E}">
        <p14:creationId xmlns:p14="http://schemas.microsoft.com/office/powerpoint/2010/main" val="72960248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9423BA93-4E70-4D2C-A294-64D1229F080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9558FDD9-32C0-4259-AF04-63B93A6C244E}"/>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14 to 18</a:t>
            </a:r>
          </a:p>
        </p:txBody>
      </p:sp>
      <p:sp>
        <p:nvSpPr>
          <p:cNvPr id="3" name="slide-title">
            <a:extLst xmlns:a="http://schemas.openxmlformats.org/drawingml/2006/main">
              <a:ext uri="{FF2B5EF4-FFF2-40B4-BE49-F238E27FC236}">
                <a16:creationId xmlns:a16="http://schemas.microsoft.com/office/drawing/2014/main" id="{1C104462-FFD5-438F-BA66-A8EBD5E485A6}"/>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1 of 2</a:t>
            </a:r>
          </a:p>
        </p:txBody>
      </p:sp>
      <p:pic>
        <p:nvPicPr>
          <p:cNvPr id="4" name="">
            <a:extLst xmlns:a="http://schemas.openxmlformats.org/drawingml/2006/main">
              <a:ext uri="{FF2B5EF4-FFF2-40B4-BE49-F238E27FC236}">
                <a16:creationId xmlns:a16="http://schemas.microsoft.com/office/drawing/2014/main" id="{7C446830-D07D-4093-8AB3-8654F1FE2F87}"/>
              </a:ext>
            </a:extLst>
          </p:cNvPr>
          <p:cNvPicPr>
            <a:picLocks xmlns:a="http://schemas.openxmlformats.org/drawingml/2006/main" noChangeAspect="1"/>
          </p:cNvPicPr>
          <p:nvPr/>
        </p:nvPicPr>
        <p:blipFill>
          <a:blip xmlns:r="http://schemas.openxmlformats.org/officeDocument/2006/relationships" xmlns:a="http://schemas.openxmlformats.org/drawingml/2006/main" r:embed="R232b8bb25bab439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16D3EA14-0016-4772-8FDC-142623491F2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C7A3BD1-9D06-4E64-90B4-CFA0C14EB793}"/>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08D4185-4450-4A68-A826-657036B6A2E7}"/>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1A357F4-49EE-42D7-880A-7E0388CC342A}"/>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1E00116-AFF2-4A66-BD85-927DF75D4DA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39990987-9F4D-4CA7-8F6A-E4A75BE8505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8A16E45-39B5-4CC2-AD67-9E3B99A0146D}"/>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E767068B-8516-43AB-AC3E-EF8158FB69C3}"/>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104D51CB-1B4A-4AF7-8903-370A3DFFC6E0}"/>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card choice and the clue that helped you.</a:t>
            </a:r>
          </a:p>
        </p:txBody>
      </p:sp>
      <p:sp>
        <p:nvSpPr>
          <p:cNvPr id="14" name="body-0">
            <a:extLst xmlns:a="http://schemas.openxmlformats.org/drawingml/2006/main">
              <a:ext uri="{FF2B5EF4-FFF2-40B4-BE49-F238E27FC236}">
                <a16:creationId xmlns:a16="http://schemas.microsoft.com/office/drawing/2014/main" id="{3AC7BD8C-8AAC-4EAD-A47C-C2FA453F6627}"/>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Does the card back it up?</a:t>
            </a:r>
          </a:p>
        </p:txBody>
      </p:sp>
      <p:sp>
        <p:nvSpPr>
          <p:cNvPr id="15" name="body-1">
            <a:extLst xmlns:a="http://schemas.openxmlformats.org/drawingml/2006/main">
              <a:ext uri="{FF2B5EF4-FFF2-40B4-BE49-F238E27FC236}">
                <a16:creationId xmlns:a16="http://schemas.microsoft.com/office/drawing/2014/main" id="{45A3C45D-1199-4926-843D-AA02AC284AC7}"/>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Guided example</a:t>
            </a:r>
          </a:p>
        </p:txBody>
      </p:sp>
      <p:sp>
        <p:nvSpPr>
          <p:cNvPr id="16" name="body-2">
            <a:extLst xmlns:a="http://schemas.openxmlformats.org/drawingml/2006/main">
              <a:ext uri="{FF2B5EF4-FFF2-40B4-BE49-F238E27FC236}">
                <a16:creationId xmlns:a16="http://schemas.microsoft.com/office/drawing/2014/main" id="{EF637167-71AA-41DF-9493-3834D94657D8}"/>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Card: 'Many Hindus use lamps at Diwali.'</a:t>
            </a:r>
          </a:p>
        </p:txBody>
      </p:sp>
      <p:sp>
        <p:nvSpPr>
          <p:cNvPr id="17" name="body-3">
            <a:extLst xmlns:a="http://schemas.openxmlformats.org/drawingml/2006/main">
              <a:ext uri="{FF2B5EF4-FFF2-40B4-BE49-F238E27FC236}">
                <a16:creationId xmlns:a16="http://schemas.microsoft.com/office/drawing/2014/main" id="{596D79C0-BCA8-4B1A-AF8C-47321433D5CF}"/>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Does it fit card A, or is it not shown?</a:t>
            </a:r>
          </a:p>
        </p:txBody>
      </p:sp>
      <p:sp>
        <p:nvSpPr>
          <p:cNvPr id="18" name="body-4">
            <a:extLst xmlns:a="http://schemas.openxmlformats.org/drawingml/2006/main">
              <a:ext uri="{FF2B5EF4-FFF2-40B4-BE49-F238E27FC236}">
                <a16:creationId xmlns:a16="http://schemas.microsoft.com/office/drawing/2014/main" id="{6AE6B3A6-ECFB-4EAA-BFDA-E9205F0037D9}"/>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Find the words that help.</a:t>
            </a:r>
          </a:p>
        </p:txBody>
      </p:sp>
      <p:sp>
        <p:nvSpPr>
          <p:cNvPr id="19" name="body-5">
            <a:extLst xmlns:a="http://schemas.openxmlformats.org/drawingml/2006/main">
              <a:ext uri="{FF2B5EF4-FFF2-40B4-BE49-F238E27FC236}">
                <a16:creationId xmlns:a16="http://schemas.microsoft.com/office/drawing/2014/main" id="{83146CAD-910C-45D2-8039-716D474CA8CC}"/>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Reserved space for our guided example: [card choice] [one word, mark or reason].</a:t>
            </a:r>
          </a:p>
        </p:txBody>
      </p:sp>
      <p:sp>
        <p:nvSpPr>
          <p:cNvPr id="20" name="body-6">
            <a:extLst xmlns:a="http://schemas.openxmlformats.org/drawingml/2006/main">
              <a:ext uri="{FF2B5EF4-FFF2-40B4-BE49-F238E27FC236}">
                <a16:creationId xmlns:a16="http://schemas.microsoft.com/office/drawing/2014/main" id="{EA971BC2-A253-4EFD-8100-39ECD70B3528}"/>
              </a:ext>
            </a:extLst>
          </p:cNvPr>
          <p:cNvSpPr>
            <a:spLocks xmlns:a="http://schemas.openxmlformats.org/drawingml/2006/main" noGrp="1"/>
          </p:cNvSpPr>
          <p:nvPr/>
        </p:nvSpPr>
        <p:spPr>
          <a:xfrm xmlns:a="http://schemas.openxmlformats.org/drawingml/2006/main">
            <a:off x="381000" y="515416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Your turn together</a:t>
            </a:r>
          </a:p>
        </p:txBody>
      </p:sp>
    </p:spTree>
    <p:extLst>
      <p:ext uri="{BB962C8B-B14F-4D97-AF65-F5344CB8AC3E}">
        <p14:creationId xmlns:p14="http://schemas.microsoft.com/office/powerpoint/2010/main" val="4805585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084D7DA-2573-4BA9-84F3-C416A87C3C96}"/>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90CE4841-75E8-4E1B-894E-B3ED734B8DC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We do · 4 min · 18 to 22</a:t>
            </a:r>
          </a:p>
        </p:txBody>
      </p:sp>
      <p:sp>
        <p:nvSpPr>
          <p:cNvPr id="3" name="slide-title">
            <a:extLst xmlns:a="http://schemas.openxmlformats.org/drawingml/2006/main">
              <a:ext uri="{FF2B5EF4-FFF2-40B4-BE49-F238E27FC236}">
                <a16:creationId xmlns:a16="http://schemas.microsoft.com/office/drawing/2014/main" id="{02472CD5-302A-48F2-9CD1-A70F20A3E29D}"/>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We do · 2 of 2</a:t>
            </a:r>
          </a:p>
        </p:txBody>
      </p:sp>
      <p:pic>
        <p:nvPicPr>
          <p:cNvPr id="4" name="">
            <a:extLst xmlns:a="http://schemas.openxmlformats.org/drawingml/2006/main">
              <a:ext uri="{FF2B5EF4-FFF2-40B4-BE49-F238E27FC236}">
                <a16:creationId xmlns:a16="http://schemas.microsoft.com/office/drawing/2014/main" id="{1AE2B658-E840-48CA-BBD1-DDCF9B61EA4B}"/>
              </a:ext>
            </a:extLst>
          </p:cNvPr>
          <p:cNvPicPr>
            <a:picLocks xmlns:a="http://schemas.openxmlformats.org/drawingml/2006/main" noChangeAspect="1"/>
          </p:cNvPicPr>
          <p:nvPr/>
        </p:nvPicPr>
        <p:blipFill>
          <a:blip xmlns:r="http://schemas.openxmlformats.org/officeDocument/2006/relationships" xmlns:a="http://schemas.openxmlformats.org/drawingml/2006/main" r:embed="R879c6b6759054ec9"/>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73C2F1AA-71ED-44E4-8B9E-BAD54F3662F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51F49953-64D3-4C9A-BF15-06551E5F9B1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9961E1D-71D3-4910-BA60-5FE31C83E2F2}"/>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8D18705-6B17-4741-AEB8-68AAA9EC1A9B}"/>
              </a:ext>
            </a:extLst>
          </p:cNvPr>
          <p:cNvSpPr>
            <a:spLocks xmlns:a="http://schemas.openxmlformats.org/drawingml/2006/main" noGrp="1"/>
          </p:cNvSpPr>
          <p:nvPr/>
        </p:nvSpPr>
        <p:spPr>
          <a:xfrm xmlns:a="http://schemas.openxmlformats.org/drawingml/2006/main">
            <a:off x="4381500" y="1143000"/>
            <a:ext cx="226695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BF592441-EEA8-4A6C-90AB-87B46DF80B1E}"/>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099490E-794A-4CBF-A967-FC57B76F9C9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A21CA2F-EDDE-4550-A03E-B0570A97ED5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DD5FB468-5D8F-4E05-8685-14D53A711B0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67C80ED1-9F2A-408A-AEDE-FAE31B3E70EC}"/>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card choice and the clue that helped you.</a:t>
            </a:r>
          </a:p>
        </p:txBody>
      </p:sp>
      <p:sp>
        <p:nvSpPr>
          <p:cNvPr id="14" name="body-0">
            <a:extLst xmlns:a="http://schemas.openxmlformats.org/drawingml/2006/main">
              <a:ext uri="{FF2B5EF4-FFF2-40B4-BE49-F238E27FC236}">
                <a16:creationId xmlns:a16="http://schemas.microsoft.com/office/drawing/2014/main" id="{440B4431-0D0A-4C38-8EC8-39800B854F73}"/>
              </a:ext>
            </a:extLst>
          </p:cNvPr>
          <p:cNvSpPr>
            <a:spLocks xmlns:a="http://schemas.openxmlformats.org/drawingml/2006/main" noGrp="1"/>
          </p:cNvSpPr>
          <p:nvPr/>
        </p:nvSpPr>
        <p:spPr>
          <a:xfrm xmlns:a="http://schemas.openxmlformats.org/drawingml/2006/main">
            <a:off x="381000" y="190461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'The light can stand for good winning over bad.'</a:t>
            </a:r>
          </a:p>
        </p:txBody>
      </p:sp>
      <p:sp>
        <p:nvSpPr>
          <p:cNvPr id="15" name="body-1">
            <a:extLst xmlns:a="http://schemas.openxmlformats.org/drawingml/2006/main">
              <a:ext uri="{FF2B5EF4-FFF2-40B4-BE49-F238E27FC236}">
                <a16:creationId xmlns:a16="http://schemas.microsoft.com/office/drawing/2014/main" id="{E4B636F7-C873-4C3B-8AD5-2B82EDA315EE}"/>
              </a:ext>
            </a:extLst>
          </p:cNvPr>
          <p:cNvSpPr>
            <a:spLocks xmlns:a="http://schemas.openxmlformats.org/drawingml/2006/main" noGrp="1"/>
          </p:cNvSpPr>
          <p:nvPr/>
        </p:nvSpPr>
        <p:spPr>
          <a:xfrm xmlns:a="http://schemas.openxmlformats.org/drawingml/2006/main">
            <a:off x="381000" y="244621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'All people use the same lamp.'</a:t>
            </a:r>
          </a:p>
        </p:txBody>
      </p:sp>
      <p:sp>
        <p:nvSpPr>
          <p:cNvPr id="16" name="body-2">
            <a:extLst xmlns:a="http://schemas.openxmlformats.org/drawingml/2006/main">
              <a:ext uri="{FF2B5EF4-FFF2-40B4-BE49-F238E27FC236}">
                <a16:creationId xmlns:a16="http://schemas.microsoft.com/office/drawing/2014/main" id="{77500D53-25A6-40E0-A5C2-DD5E277887C6}"/>
              </a:ext>
            </a:extLst>
          </p:cNvPr>
          <p:cNvSpPr>
            <a:spLocks xmlns:a="http://schemas.openxmlformats.org/drawingml/2006/main" noGrp="1"/>
          </p:cNvSpPr>
          <p:nvPr/>
        </p:nvSpPr>
        <p:spPr>
          <a:xfrm xmlns:a="http://schemas.openxmlformats.org/drawingml/2006/main">
            <a:off x="381000" y="2987802"/>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'A lamp drawing tells us who owns it.'</a:t>
            </a:r>
          </a:p>
        </p:txBody>
      </p:sp>
      <p:sp>
        <p:nvSpPr>
          <p:cNvPr id="17" name="body-3">
            <a:extLst xmlns:a="http://schemas.openxmlformats.org/drawingml/2006/main">
              <a:ext uri="{FF2B5EF4-FFF2-40B4-BE49-F238E27FC236}">
                <a16:creationId xmlns:a16="http://schemas.microsoft.com/office/drawing/2014/main" id="{9CA9C6FE-8111-48CB-BDE5-ED4970926E34}"/>
              </a:ext>
            </a:extLst>
          </p:cNvPr>
          <p:cNvSpPr>
            <a:spLocks xmlns:a="http://schemas.openxmlformats.org/drawingml/2006/main" noGrp="1"/>
          </p:cNvSpPr>
          <p:nvPr/>
        </p:nvSpPr>
        <p:spPr>
          <a:xfrm xmlns:a="http://schemas.openxmlformats.org/drawingml/2006/main">
            <a:off x="381000" y="352939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'Ask before you touch an object on loan.'</a:t>
            </a:r>
          </a:p>
        </p:txBody>
      </p:sp>
      <p:sp>
        <p:nvSpPr>
          <p:cNvPr id="18" name="body-4">
            <a:extLst xmlns:a="http://schemas.openxmlformats.org/drawingml/2006/main">
              <a:ext uri="{FF2B5EF4-FFF2-40B4-BE49-F238E27FC236}">
                <a16:creationId xmlns:a16="http://schemas.microsoft.com/office/drawing/2014/main" id="{8D59A985-81EF-4B01-B691-B2C44192BF8C}"/>
              </a:ext>
            </a:extLst>
          </p:cNvPr>
          <p:cNvSpPr>
            <a:spLocks xmlns:a="http://schemas.openxmlformats.org/drawingml/2006/main" noGrp="1"/>
          </p:cNvSpPr>
          <p:nvPr/>
        </p:nvSpPr>
        <p:spPr>
          <a:xfrm xmlns:a="http://schemas.openxmlformats.org/drawingml/2006/main">
            <a:off x="381000" y="4070985"/>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Fits the card / Not shown.</a:t>
            </a:r>
          </a:p>
        </p:txBody>
      </p:sp>
      <p:sp>
        <p:nvSpPr>
          <p:cNvPr id="19" name="body-5">
            <a:extLst xmlns:a="http://schemas.openxmlformats.org/drawingml/2006/main">
              <a:ext uri="{FF2B5EF4-FFF2-40B4-BE49-F238E27FC236}">
                <a16:creationId xmlns:a16="http://schemas.microsoft.com/office/drawing/2014/main" id="{3286FF3C-7134-4BF2-AFAC-E74FA8628D69}"/>
              </a:ext>
            </a:extLst>
          </p:cNvPr>
          <p:cNvSpPr>
            <a:spLocks xmlns:a="http://schemas.openxmlformats.org/drawingml/2006/main" noGrp="1"/>
          </p:cNvSpPr>
          <p:nvPr/>
        </p:nvSpPr>
        <p:spPr>
          <a:xfrm xmlns:a="http://schemas.openxmlformats.org/drawingml/2006/main">
            <a:off x="381000" y="461257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Pick one. Show the clue that helped.</a:t>
            </a:r>
          </a:p>
        </p:txBody>
      </p:sp>
    </p:spTree>
    <p:extLst>
      <p:ext uri="{BB962C8B-B14F-4D97-AF65-F5344CB8AC3E}">
        <p14:creationId xmlns:p14="http://schemas.microsoft.com/office/powerpoint/2010/main" val="92582309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D9B70C99-EFCC-444C-B9D8-31CA5365451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365E60B1-9EBB-48A0-AAFF-83C863A0C17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AE68A095-2750-4C60-ABFE-C809ADDDABEC}"/>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pic>
        <p:nvPicPr>
          <p:cNvPr id="4" name="">
            <a:extLst xmlns:a="http://schemas.openxmlformats.org/drawingml/2006/main">
              <a:ext uri="{FF2B5EF4-FFF2-40B4-BE49-F238E27FC236}">
                <a16:creationId xmlns:a16="http://schemas.microsoft.com/office/drawing/2014/main" id="{F5074691-0D3D-46EE-B0D8-E8C70852BECF}"/>
              </a:ext>
            </a:extLst>
          </p:cNvPr>
          <p:cNvPicPr>
            <a:picLocks xmlns:a="http://schemas.openxmlformats.org/drawingml/2006/main" noChangeAspect="1"/>
          </p:cNvPicPr>
          <p:nvPr/>
        </p:nvPicPr>
        <p:blipFill>
          <a:blip xmlns:r="http://schemas.openxmlformats.org/officeDocument/2006/relationships" xmlns:a="http://schemas.openxmlformats.org/drawingml/2006/main" r:embed="R253f221f55414b50"/>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F9BEC372-C1A4-4835-AD44-8C84DBABEFF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B4DA9239-5C91-471C-AF39-A49F28305DA9}"/>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CB2F17F-E377-4071-A405-5A11A9DD9F76}"/>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FAB9A52-BC45-4EFB-A017-1C8D95A3F848}"/>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00F47AB-AB77-4CA4-AC21-BAB2A2BEC20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45FB248-DCB5-4867-B601-DF93E183FFEB}"/>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8EFFDB61-57B5-477D-B5B5-293D48F8610B}"/>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33AAC0DE-B3BC-49BB-9FCF-D7EDEABA59F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0C504669-EA00-49C7-81D4-B979760B54E4}"/>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4" name="body-0">
            <a:extLst xmlns:a="http://schemas.openxmlformats.org/drawingml/2006/main">
              <a:ext uri="{FF2B5EF4-FFF2-40B4-BE49-F238E27FC236}">
                <a16:creationId xmlns:a16="http://schemas.microsoft.com/office/drawing/2014/main" id="{B6DB0370-FB6F-4561-A1A6-08E7D4435D13}"/>
              </a:ext>
            </a:extLst>
          </p:cNvPr>
          <p:cNvSpPr>
            <a:spLocks xmlns:a="http://schemas.openxmlformats.org/drawingml/2006/main" noGrp="1"/>
          </p:cNvSpPr>
          <p:nvPr/>
        </p:nvSpPr>
        <p:spPr>
          <a:xfrm xmlns:a="http://schemas.openxmlformats.org/drawingml/2006/main">
            <a:off x="381000" y="2151888"/>
            <a:ext cx="5476875"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a short display label.</a:t>
            </a:r>
          </a:p>
        </p:txBody>
      </p:sp>
      <p:sp>
        <p:nvSpPr>
          <p:cNvPr id="15" name="figure-lamp-0">
            <a:extLst xmlns:a="http://schemas.openxmlformats.org/drawingml/2006/main">
              <a:ext uri="{FF2B5EF4-FFF2-40B4-BE49-F238E27FC236}">
                <a16:creationId xmlns:a16="http://schemas.microsoft.com/office/drawing/2014/main" id="{64D00A3F-8FA1-4A4F-82BA-5860A3B89979}"/>
              </a:ext>
            </a:extLst>
          </p:cNvPr>
          <p:cNvSpPr>
            <a:spLocks xmlns:a="http://schemas.openxmlformats.org/drawingml/2006/main" noGrp="1"/>
          </p:cNvSpPr>
          <p:nvPr/>
        </p:nvSpPr>
        <p:spPr>
          <a:xfrm xmlns:a="http://schemas.openxmlformats.org/drawingml/2006/main">
            <a:off x="6923942" y="3583290"/>
            <a:ext cx="4249615" cy="1423621"/>
          </a:xfrm>
          <a:custGeom xmlns:a="http://schemas.openxmlformats.org/drawingml/2006/main">
            <a:pathLst>
              <a:path w="4249615" h="1423621">
                <a:moveTo>
                  <a:pt x="0" y="0"/>
                </a:moveTo>
                <a:lnTo>
                  <a:pt x="212481" y="637442"/>
                </a:lnTo>
                <a:lnTo>
                  <a:pt x="849923" y="1126148"/>
                </a:lnTo>
                <a:lnTo>
                  <a:pt x="2124808" y="1423621"/>
                </a:lnTo>
                <a:lnTo>
                  <a:pt x="3399692" y="1126148"/>
                </a:lnTo>
                <a:lnTo>
                  <a:pt x="4037135" y="637442"/>
                </a:lnTo>
                <a:lnTo>
                  <a:pt x="4249615" y="0"/>
                </a:lnTo>
              </a:path>
            </a:pathLst>
          </a:custGeom>
          <a:noFill xmlns:a="http://schemas.openxmlformats.org/drawingml/2006/main"/>
          <a:ln xmlns:a="http://schemas.openxmlformats.org/drawingml/2006/main" w="84992">
            <a:solidFill>
              <a:srgbClr val="23354A"/>
            </a:solidFill>
          </a:ln>
        </p:spPr>
      </p:sp>
      <p:sp>
        <p:nvSpPr>
          <p:cNvPr id="16" name="figure-lamp-1">
            <a:extLst xmlns:a="http://schemas.openxmlformats.org/drawingml/2006/main">
              <a:ext uri="{FF2B5EF4-FFF2-40B4-BE49-F238E27FC236}">
                <a16:creationId xmlns:a16="http://schemas.microsoft.com/office/drawing/2014/main" id="{9333588E-D1F9-4587-B2AC-06E5C23583E9}"/>
              </a:ext>
            </a:extLst>
          </p:cNvPr>
          <p:cNvSpPr>
            <a:spLocks xmlns:a="http://schemas.openxmlformats.org/drawingml/2006/main" noGrp="1"/>
          </p:cNvSpPr>
          <p:nvPr/>
        </p:nvSpPr>
        <p:spPr>
          <a:xfrm xmlns:a="http://schemas.openxmlformats.org/drawingml/2006/main">
            <a:off x="6923942" y="3583290"/>
            <a:ext cx="4249615" cy="21248"/>
          </a:xfrm>
          <a:custGeom xmlns:a="http://schemas.openxmlformats.org/drawingml/2006/main">
            <a:pathLst>
              <a:path w="4249615" h="21248">
                <a:moveTo>
                  <a:pt x="0" y="0"/>
                </a:moveTo>
                <a:lnTo>
                  <a:pt x="4249615" y="0"/>
                </a:lnTo>
              </a:path>
            </a:pathLst>
          </a:custGeom>
          <a:noFill xmlns:a="http://schemas.openxmlformats.org/drawingml/2006/main"/>
          <a:ln xmlns:a="http://schemas.openxmlformats.org/drawingml/2006/main" w="84992">
            <a:solidFill>
              <a:srgbClr val="23354A"/>
            </a:solidFill>
          </a:ln>
        </p:spPr>
      </p:sp>
      <p:sp>
        <p:nvSpPr>
          <p:cNvPr id="17" name="figure-lamp-2">
            <a:extLst xmlns:a="http://schemas.openxmlformats.org/drawingml/2006/main">
              <a:ext uri="{FF2B5EF4-FFF2-40B4-BE49-F238E27FC236}">
                <a16:creationId xmlns:a16="http://schemas.microsoft.com/office/drawing/2014/main" id="{CF228B4E-06B2-4E19-9D79-B7B2ED1DE6B0}"/>
              </a:ext>
            </a:extLst>
          </p:cNvPr>
          <p:cNvSpPr>
            <a:spLocks xmlns:a="http://schemas.openxmlformats.org/drawingml/2006/main" noGrp="1"/>
          </p:cNvSpPr>
          <p:nvPr/>
        </p:nvSpPr>
        <p:spPr>
          <a:xfrm xmlns:a="http://schemas.openxmlformats.org/drawingml/2006/main">
            <a:off x="10876085" y="3115833"/>
            <a:ext cx="254977" cy="446210"/>
          </a:xfrm>
          <a:custGeom xmlns:a="http://schemas.openxmlformats.org/drawingml/2006/main">
            <a:pathLst>
              <a:path w="254977" h="446210">
                <a:moveTo>
                  <a:pt x="0" y="446210"/>
                </a:moveTo>
                <a:lnTo>
                  <a:pt x="254977" y="0"/>
                </a:lnTo>
              </a:path>
            </a:pathLst>
          </a:custGeom>
          <a:noFill xmlns:a="http://schemas.openxmlformats.org/drawingml/2006/main"/>
          <a:ln xmlns:a="http://schemas.openxmlformats.org/drawingml/2006/main" w="84992">
            <a:solidFill>
              <a:srgbClr val="23354A"/>
            </a:solidFill>
          </a:ln>
        </p:spPr>
      </p:sp>
      <p:sp>
        <p:nvSpPr>
          <p:cNvPr id="18" name="figure-description-lamp">
            <a:extLst xmlns:a="http://schemas.openxmlformats.org/drawingml/2006/main">
              <a:ext uri="{FF2B5EF4-FFF2-40B4-BE49-F238E27FC236}">
                <a16:creationId xmlns:a16="http://schemas.microsoft.com/office/drawing/2014/main" id="{B5E8BD10-DA3A-4F93-BDF5-7E5E48CE0703}"/>
              </a:ext>
            </a:extLst>
          </p:cNvPr>
          <p:cNvSpPr>
            <a:spLocks xmlns:a="http://schemas.openxmlformats.org/drawingml/2006/main" noGrp="1"/>
          </p:cNvSpPr>
          <p:nvPr/>
        </p:nvSpPr>
        <p:spPr>
          <a:xfrm xmlns:a="http://schemas.openxmlformats.org/drawingml/2006/main">
            <a:off x="6286500" y="5842635"/>
            <a:ext cx="55245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13953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6B00F26-E267-45CD-88BE-83B69BF0C89C}"/>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064C6AC0-E08E-497F-BADF-48FD2BC67F45}"/>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FF9A21D9-3BEB-463F-8C6E-5517674A22E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70D4F47C-23B5-43CF-A1E4-3C461622D74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2263B4A7-BC42-4A84-B9AF-31BB9F8C56C3}"/>
              </a:ext>
            </a:extLst>
          </p:cNvPr>
          <p:cNvPicPr>
            <a:picLocks xmlns:a="http://schemas.openxmlformats.org/drawingml/2006/main" noChangeAspect="1"/>
          </p:cNvPicPr>
          <p:nvPr/>
        </p:nvPicPr>
        <p:blipFill>
          <a:blip xmlns:r="http://schemas.openxmlformats.org/officeDocument/2006/relationships" xmlns:a="http://schemas.openxmlformats.org/drawingml/2006/main" r:embed="Re0088f5e8495483c"/>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78997EF3-5249-405C-AD8C-19787B6AC34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40860918-8E49-4D61-A3BB-44C7F600BFE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F0AE6778-34AD-4F48-833E-0F5A9813440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F6551E0-0257-4A45-A7AC-70CD14C2F9C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459DBA0-0BEC-40C9-B7D1-4378A404EC2E}"/>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6FC91476-00B3-404A-AE4C-4A0C40A4A4E6}"/>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4730C26B-05AC-4AF7-8086-9690ABEFD31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0515F037-4539-4AD5-AB06-437FA2B7DF2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2AFA1601-14BF-4D22-8433-B47974F59518}"/>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69BD8C26-63C2-40E0-9BC3-3A2BB18A6BC7}"/>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cards A, B and C. Make a label for the lamp.</a:t>
            </a:r>
          </a:p>
        </p:txBody>
      </p:sp>
      <p:sp>
        <p:nvSpPr>
          <p:cNvPr id="16" name="body-1">
            <a:extLst xmlns:a="http://schemas.openxmlformats.org/drawingml/2006/main">
              <a:ext uri="{FF2B5EF4-FFF2-40B4-BE49-F238E27FC236}">
                <a16:creationId xmlns:a16="http://schemas.microsoft.com/office/drawing/2014/main" id="{F48C362F-0E05-4111-B814-960FC268232E}"/>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Give the festival's name.</a:t>
            </a:r>
          </a:p>
        </p:txBody>
      </p:sp>
      <p:sp>
        <p:nvSpPr>
          <p:cNvPr id="17" name="body-2">
            <a:extLst xmlns:a="http://schemas.openxmlformats.org/drawingml/2006/main">
              <a:ext uri="{FF2B5EF4-FFF2-40B4-BE49-F238E27FC236}">
                <a16:creationId xmlns:a16="http://schemas.microsoft.com/office/drawing/2014/main" id="{9589D851-2B6A-44F0-9C38-7A79E8ED7923}"/>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Show the lamp. Say who may use it.</a:t>
            </a:r>
          </a:p>
        </p:txBody>
      </p:sp>
      <p:sp>
        <p:nvSpPr>
          <p:cNvPr id="18" name="body-3">
            <a:extLst xmlns:a="http://schemas.openxmlformats.org/drawingml/2006/main">
              <a:ext uri="{FF2B5EF4-FFF2-40B4-BE49-F238E27FC236}">
                <a16:creationId xmlns:a16="http://schemas.microsoft.com/office/drawing/2014/main" id="{792F3DD1-D2B0-4AC1-AA66-4162A78508B5}"/>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Show one meaning of its light.</a:t>
            </a:r>
          </a:p>
        </p:txBody>
      </p:sp>
      <p:sp>
        <p:nvSpPr>
          <p:cNvPr id="19" name="body-4">
            <a:extLst xmlns:a="http://schemas.openxmlformats.org/drawingml/2006/main">
              <a:ext uri="{FF2B5EF4-FFF2-40B4-BE49-F238E27FC236}">
                <a16:creationId xmlns:a16="http://schemas.microsoft.com/office/drawing/2014/main" id="{C96270BA-62DD-400A-95B6-6B1F9BBB3DA0}"/>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Add one care rule for the display.</a:t>
            </a:r>
          </a:p>
        </p:txBody>
      </p:sp>
      <p:sp>
        <p:nvSpPr>
          <p:cNvPr id="20" name="body-5">
            <a:extLst xmlns:a="http://schemas.openxmlformats.org/drawingml/2006/main">
              <a:ext uri="{FF2B5EF4-FFF2-40B4-BE49-F238E27FC236}">
                <a16:creationId xmlns:a16="http://schemas.microsoft.com/office/drawing/2014/main" id="{79DD10D1-26C7-499F-B9E5-CCAB2F5754C6}"/>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Word help: Diwali / many Hindus / lamp / light / good / ask first.</a:t>
            </a:r>
          </a:p>
        </p:txBody>
      </p:sp>
      <p:sp>
        <p:nvSpPr>
          <p:cNvPr id="21" name="body-6">
            <a:extLst xmlns:a="http://schemas.openxmlformats.org/drawingml/2006/main">
              <a:ext uri="{FF2B5EF4-FFF2-40B4-BE49-F238E27FC236}">
                <a16:creationId xmlns:a16="http://schemas.microsoft.com/office/drawing/2014/main" id="{2F348166-D981-46B4-9518-3712F420B0E2}"/>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Tree>
    <p:extLst>
      <p:ext uri="{BB962C8B-B14F-4D97-AF65-F5344CB8AC3E}">
        <p14:creationId xmlns:p14="http://schemas.microsoft.com/office/powerpoint/2010/main" val="15981503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header">
            <a:extLst xmlns:a="http://schemas.openxmlformats.org/drawingml/2006/main">
              <a:ext uri="{FF2B5EF4-FFF2-40B4-BE49-F238E27FC236}">
                <a16:creationId xmlns:a16="http://schemas.microsoft.com/office/drawing/2014/main" id="{CAEB27BE-394A-4BE5-8FB3-E92506E0D7C5}"/>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3A01B6F6-6313-4B25-A2CF-3A381C4A8462}"/>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7577E51-98F6-4CE3-8ACF-29B99F9A8CC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C11A093D-4237-4F66-8E98-0B0B110238A3}"/>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Independent</a:t>
            </a:r>
          </a:p>
        </p:txBody>
      </p:sp>
      <p:pic>
        <p:nvPicPr>
          <p:cNvPr id="5" name="">
            <a:extLst xmlns:a="http://schemas.openxmlformats.org/drawingml/2006/main">
              <a:ext uri="{FF2B5EF4-FFF2-40B4-BE49-F238E27FC236}">
                <a16:creationId xmlns:a16="http://schemas.microsoft.com/office/drawing/2014/main" id="{FC4E79CE-7183-4D36-A3DA-71C98BC64C63}"/>
              </a:ext>
            </a:extLst>
          </p:cNvPr>
          <p:cNvPicPr>
            <a:picLocks xmlns:a="http://schemas.openxmlformats.org/drawingml/2006/main" noChangeAspect="1"/>
          </p:cNvPicPr>
          <p:nvPr/>
        </p:nvPicPr>
        <p:blipFill>
          <a:blip xmlns:r="http://schemas.openxmlformats.org/officeDocument/2006/relationships" xmlns:a="http://schemas.openxmlformats.org/drawingml/2006/main" r:embed="R81e9e1ea4393409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09401F55-1CCC-4731-9DD7-C513D5C0AD05}"/>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67883CD9-8506-4BE9-AA1C-02C45639A4D8}"/>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7E489B77-BCCB-475F-9F90-0FB5B07D81E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FF0C9CB-C109-4EC5-A166-F7079EE7505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7B6BE481-6059-4FCB-9D18-D11A0D2C9901}"/>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E197EE4E-34C3-44BB-BE75-4FC14BA9BBC3}"/>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426E54EC-B1A8-4361-8EA0-3FFAD2DF5D4C}"/>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F2FBBD9F-BF5C-414E-ADED-F89D67AC909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EF4115D0-1BE9-4C51-B922-0AA7D0ABEEAD}"/>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23007084-3A99-4F9C-8341-6F98364DC89E}"/>
              </a:ext>
            </a:extLst>
          </p:cNvPr>
          <p:cNvSpPr>
            <a:spLocks xmlns:a="http://schemas.openxmlformats.org/drawingml/2006/main" noGrp="1"/>
          </p:cNvSpPr>
          <p:nvPr/>
        </p:nvSpPr>
        <p:spPr>
          <a:xfrm xmlns:a="http://schemas.openxmlformats.org/drawingml/2006/main">
            <a:off x="381000" y="2151888"/>
            <a:ext cx="11430000" cy="7498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one line. Does it say 'many', not 'all'? Add or change one word, mark or picture if needed.</a:t>
            </a:r>
          </a:p>
        </p:txBody>
      </p:sp>
    </p:spTree>
    <p:extLst>
      <p:ext uri="{BB962C8B-B14F-4D97-AF65-F5344CB8AC3E}">
        <p14:creationId xmlns:p14="http://schemas.microsoft.com/office/powerpoint/2010/main" val="3205261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8F07D31-3A7D-4A79-814C-C25F8EDEEA0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550EBDE7-0F64-4334-AC46-86493372E30D}"/>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0065EDCA-42EA-498C-B96B-35F8ADC8C01A}"/>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0854895A-F183-4B08-830E-0B9D67419419}"/>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303E4107-A6CF-45D5-82FA-D6E5A756A260}"/>
              </a:ext>
            </a:extLst>
          </p:cNvPr>
          <p:cNvPicPr>
            <a:picLocks xmlns:a="http://schemas.openxmlformats.org/drawingml/2006/main" noChangeAspect="1"/>
          </p:cNvPicPr>
          <p:nvPr/>
        </p:nvPicPr>
        <p:blipFill>
          <a:blip xmlns:r="http://schemas.openxmlformats.org/officeDocument/2006/relationships" xmlns:a="http://schemas.openxmlformats.org/drawingml/2006/main" r:embed="R694e149b2529409e"/>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86502CAE-824B-48B5-A9CF-414E192BFCB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287800C-04BC-4018-A2EF-B083F252CC04}"/>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948DA8DE-4D11-4AB8-95CE-B3A0A8D355A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2692836-D33A-4476-AD59-1772D07BEFAB}"/>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6BA4B1D3-BB0D-4245-8A1D-A9B89476799A}"/>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D4A2701C-79F3-4AB2-9574-DAC062A5D49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64928CB7-DB3F-4463-ABC3-DEEB54B9EC0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DDF2B307-7042-44F3-B4CF-020F8599BCFD}"/>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618E51A-9E97-4B55-8629-0F0457CA360E}"/>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C7A3310D-622F-4F75-BEA2-7C46F89625E6}"/>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Use one card at a time with an adult.</a:t>
            </a:r>
          </a:p>
        </p:txBody>
      </p:sp>
      <p:sp>
        <p:nvSpPr>
          <p:cNvPr id="16" name="body-1">
            <a:extLst xmlns:a="http://schemas.openxmlformats.org/drawingml/2006/main">
              <a:ext uri="{FF2B5EF4-FFF2-40B4-BE49-F238E27FC236}">
                <a16:creationId xmlns:a16="http://schemas.microsoft.com/office/drawing/2014/main" id="{6011D1FE-DB6F-4730-A00E-D65FAD6C8AAF}"/>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Name: Diwali or a ball?</a:t>
            </a:r>
          </a:p>
        </p:txBody>
      </p:sp>
      <p:sp>
        <p:nvSpPr>
          <p:cNvPr id="17" name="body-2">
            <a:extLst xmlns:a="http://schemas.openxmlformats.org/drawingml/2006/main">
              <a:ext uri="{FF2B5EF4-FFF2-40B4-BE49-F238E27FC236}">
                <a16:creationId xmlns:a16="http://schemas.microsoft.com/office/drawing/2014/main" id="{9BBAFFAE-C895-41FE-9234-F13BD8344FA3}"/>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Thing: lamp or shoe?</a:t>
            </a:r>
          </a:p>
        </p:txBody>
      </p:sp>
      <p:sp>
        <p:nvSpPr>
          <p:cNvPr id="18" name="body-3">
            <a:extLst xmlns:a="http://schemas.openxmlformats.org/drawingml/2006/main">
              <a:ext uri="{FF2B5EF4-FFF2-40B4-BE49-F238E27FC236}">
                <a16:creationId xmlns:a16="http://schemas.microsoft.com/office/drawing/2014/main" id="{1B1B72F2-A3B3-4B78-AFCF-9963417469C1}"/>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Who: many Hindus or all people?</a:t>
            </a:r>
          </a:p>
        </p:txBody>
      </p:sp>
      <p:sp>
        <p:nvSpPr>
          <p:cNvPr id="19" name="body-4">
            <a:extLst xmlns:a="http://schemas.openxmlformats.org/drawingml/2006/main">
              <a:ext uri="{FF2B5EF4-FFF2-40B4-BE49-F238E27FC236}">
                <a16:creationId xmlns:a16="http://schemas.microsoft.com/office/drawing/2014/main" id="{F721B40D-1367-4A20-9DF3-EB87B13D354A}"/>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Meaning: good wins over bad, or the lamp makes rain?</a:t>
            </a:r>
          </a:p>
        </p:txBody>
      </p:sp>
      <p:sp>
        <p:nvSpPr>
          <p:cNvPr id="20" name="body-5">
            <a:extLst xmlns:a="http://schemas.openxmlformats.org/drawingml/2006/main">
              <a:ext uri="{FF2B5EF4-FFF2-40B4-BE49-F238E27FC236}">
                <a16:creationId xmlns:a16="http://schemas.microsoft.com/office/drawing/2014/main" id="{86A4839D-EDFA-4704-BB8F-72788F7642F8}"/>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5. Care: ask first or grab it?</a:t>
            </a:r>
          </a:p>
        </p:txBody>
      </p:sp>
      <p:sp>
        <p:nvSpPr>
          <p:cNvPr id="21" name="body-6">
            <a:extLst xmlns:a="http://schemas.openxmlformats.org/drawingml/2006/main">
              <a:ext uri="{FF2B5EF4-FFF2-40B4-BE49-F238E27FC236}">
                <a16:creationId xmlns:a16="http://schemas.microsoft.com/office/drawing/2014/main" id="{FFAF64E3-FBF2-425B-AA93-5F100D275061}"/>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your label with your choices.</a:t>
            </a:r>
          </a:p>
        </p:txBody>
      </p:sp>
    </p:spTree>
    <p:extLst>
      <p:ext uri="{BB962C8B-B14F-4D97-AF65-F5344CB8AC3E}">
        <p14:creationId xmlns:p14="http://schemas.microsoft.com/office/powerpoint/2010/main" val="8666350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70495DB4-9699-4F88-9D6B-28D731ED4FA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654B441E-9267-40E7-8A6A-282134836CA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E300C03E-33FA-47F1-8A2D-E1C800C9EEBD}"/>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D60B4E12-0F7B-474E-B487-2706B27413E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53E8DA99-228A-4E3B-A136-F84ADF74D4D3}"/>
              </a:ext>
            </a:extLst>
          </p:cNvPr>
          <p:cNvPicPr>
            <a:picLocks xmlns:a="http://schemas.openxmlformats.org/drawingml/2006/main" noChangeAspect="1"/>
          </p:cNvPicPr>
          <p:nvPr/>
        </p:nvPicPr>
        <p:blipFill>
          <a:blip xmlns:r="http://schemas.openxmlformats.org/officeDocument/2006/relationships" xmlns:a="http://schemas.openxmlformats.org/drawingml/2006/main" r:embed="R69e7c53cb1c346d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4B7D8542-41E9-420B-9185-C6F0C5054078}"/>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C858AF1-434B-4B48-BDAC-1551D04A87CF}"/>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2DA7E4B9-7DCC-464F-9285-036C1844F77A}"/>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81A67C6-55F5-4B6F-B96C-05CC46FB58C9}"/>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2874E4CE-22A1-4A23-93C1-34F2142C270F}"/>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7697213-3A9A-4FC6-8298-F34E554ABE5D}"/>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07D0B260-A932-4455-AF5F-744D6561879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6F0B75FF-54D3-41E1-B111-C71B1CA39098}"/>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B4B906B-8D3D-43F5-B65C-CA956C362B0B}"/>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85D6C61F-5718-491C-BCEE-29457C365E99}"/>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Frame: 'At ____, many Hindus use ____. The light can stand for ____.'</a:t>
            </a:r>
          </a:p>
        </p:txBody>
      </p:sp>
      <p:sp>
        <p:nvSpPr>
          <p:cNvPr id="16" name="body-1">
            <a:extLst xmlns:a="http://schemas.openxmlformats.org/drawingml/2006/main">
              <a:ext uri="{FF2B5EF4-FFF2-40B4-BE49-F238E27FC236}">
                <a16:creationId xmlns:a16="http://schemas.microsoft.com/office/drawing/2014/main" id="{4015FE7C-CBF9-4CB6-81EC-036B097E75BE}"/>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7" name="body-2">
            <a:extLst xmlns:a="http://schemas.openxmlformats.org/drawingml/2006/main">
              <a:ext uri="{FF2B5EF4-FFF2-40B4-BE49-F238E27FC236}">
                <a16:creationId xmlns:a16="http://schemas.microsoft.com/office/drawing/2014/main" id="{0FD356D1-8561-4F80-89E8-D6249BE4959B}"/>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one choice with the card. Change it, or show why it fits.</a:t>
            </a:r>
          </a:p>
        </p:txBody>
      </p:sp>
    </p:spTree>
    <p:extLst>
      <p:ext uri="{BB962C8B-B14F-4D97-AF65-F5344CB8AC3E}">
        <p14:creationId xmlns:p14="http://schemas.microsoft.com/office/powerpoint/2010/main" val="206336427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AA69D15-E480-4867-AFAC-BB07C7B743F2}"/>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9D7EFEE2-F674-47F4-B3FF-2BB6BA65A539}"/>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38C4F035-6CC8-4D39-8547-6A5C47A588B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937B509C-4AC5-4DBE-BDC0-7D2113E74B02}"/>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A5380DEA-28E4-421B-9B70-AA004D8BDFD8}"/>
              </a:ext>
            </a:extLst>
          </p:cNvPr>
          <p:cNvPicPr>
            <a:picLocks xmlns:a="http://schemas.openxmlformats.org/drawingml/2006/main" noChangeAspect="1"/>
          </p:cNvPicPr>
          <p:nvPr/>
        </p:nvPicPr>
        <p:blipFill>
          <a:blip xmlns:r="http://schemas.openxmlformats.org/officeDocument/2006/relationships" xmlns:a="http://schemas.openxmlformats.org/drawingml/2006/main" r:embed="Rb57083b70fdf4372"/>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9DD8AB5D-089D-4079-9D2C-955DC5F37016}"/>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B769AA75-0842-48FE-BCCE-BC65538F8FA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76FE422-ED83-4CE0-8612-D8FDF09B3559}"/>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20DB1C15-D324-4D0A-A449-684B6AB256E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480F68DC-E893-4E70-ACEF-F9F1CD4BFAD5}"/>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58DDA421-6795-441B-A089-BCEC17E333C1}"/>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CF867EEF-4F90-4D65-A518-31EE0A456CDF}"/>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25E48567-D8F9-4A27-B46E-6F476DC495B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BB3418F8-9E08-4AD5-B39B-6A426D5937BB}"/>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CB19D1C4-0B2E-4BCF-9431-8C4B2E4D2B96}"/>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Choose how to make your label: draw and point, tell an adult, or choose word cards.</a:t>
            </a:r>
          </a:p>
        </p:txBody>
      </p:sp>
      <p:sp>
        <p:nvSpPr>
          <p:cNvPr id="16" name="body-1">
            <a:extLst xmlns:a="http://schemas.openxmlformats.org/drawingml/2006/main">
              <a:ext uri="{FF2B5EF4-FFF2-40B4-BE49-F238E27FC236}">
                <a16:creationId xmlns:a16="http://schemas.microsoft.com/office/drawing/2014/main" id="{05529F29-6AD8-4573-91D0-C02922918075}"/>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Pick the festival: Diwali / a ball.</a:t>
            </a:r>
          </a:p>
        </p:txBody>
      </p:sp>
      <p:sp>
        <p:nvSpPr>
          <p:cNvPr id="17" name="body-2">
            <a:extLst xmlns:a="http://schemas.openxmlformats.org/drawingml/2006/main">
              <a:ext uri="{FF2B5EF4-FFF2-40B4-BE49-F238E27FC236}">
                <a16:creationId xmlns:a16="http://schemas.microsoft.com/office/drawing/2014/main" id="{3D357EC4-8F2E-4EB3-B661-3354A918F0F9}"/>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Pick its object: lamp / shoe.</a:t>
            </a:r>
          </a:p>
        </p:txBody>
      </p:sp>
      <p:sp>
        <p:nvSpPr>
          <p:cNvPr id="18" name="body-3">
            <a:extLst xmlns:a="http://schemas.openxmlformats.org/drawingml/2006/main">
              <a:ext uri="{FF2B5EF4-FFF2-40B4-BE49-F238E27FC236}">
                <a16:creationId xmlns:a16="http://schemas.microsoft.com/office/drawing/2014/main" id="{2AC9EC2F-E00D-47A3-9345-204FE707B878}"/>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Pick a meaning for the light: good wins over bad / it makes rain.</a:t>
            </a:r>
          </a:p>
        </p:txBody>
      </p:sp>
      <p:sp>
        <p:nvSpPr>
          <p:cNvPr id="19" name="body-4">
            <a:extLst xmlns:a="http://schemas.openxmlformats.org/drawingml/2006/main">
              <a:ext uri="{FF2B5EF4-FFF2-40B4-BE49-F238E27FC236}">
                <a16:creationId xmlns:a16="http://schemas.microsoft.com/office/drawing/2014/main" id="{CB009954-2573-4F4D-8A6C-F8279C136688}"/>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4. Pick a care rule: ask first / grab it.</a:t>
            </a:r>
          </a:p>
        </p:txBody>
      </p:sp>
      <p:sp>
        <p:nvSpPr>
          <p:cNvPr id="20" name="body-5">
            <a:extLst xmlns:a="http://schemas.openxmlformats.org/drawingml/2006/main">
              <a:ext uri="{FF2B5EF4-FFF2-40B4-BE49-F238E27FC236}">
                <a16:creationId xmlns:a16="http://schemas.microsoft.com/office/drawing/2014/main" id="{EA7B0867-D4ED-4915-A5E5-3C31C9B05F2F}"/>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Add the cards 'many Hindus' to show who card A is about.</a:t>
            </a:r>
          </a:p>
        </p:txBody>
      </p:sp>
      <p:sp>
        <p:nvSpPr>
          <p:cNvPr id="21" name="body-6">
            <a:extLst xmlns:a="http://schemas.openxmlformats.org/drawingml/2006/main">
              <a:ext uri="{FF2B5EF4-FFF2-40B4-BE49-F238E27FC236}">
                <a16:creationId xmlns:a16="http://schemas.microsoft.com/office/drawing/2014/main" id="{5357DC11-C5F8-4208-A500-BF187C94C584}"/>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Show the link from your lamp to its meaning.</a:t>
            </a:r>
          </a:p>
        </p:txBody>
      </p:sp>
    </p:spTree>
    <p:extLst>
      <p:ext uri="{BB962C8B-B14F-4D97-AF65-F5344CB8AC3E}">
        <p14:creationId xmlns:p14="http://schemas.microsoft.com/office/powerpoint/2010/main" val="81597925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7E3EA797-CDF9-46A4-BA06-6AF3CCBA3B6E}"/>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2A244A46-36E0-4E2C-ADE3-00B1783BEA8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CCFBED51-865A-40EC-994C-9FF8F6CE7041}"/>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6E1BCE87-86D0-4EB7-8411-E907904B8FDB}"/>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Choice</a:t>
            </a:r>
          </a:p>
        </p:txBody>
      </p:sp>
      <p:pic>
        <p:nvPicPr>
          <p:cNvPr id="5" name="">
            <a:extLst xmlns:a="http://schemas.openxmlformats.org/drawingml/2006/main">
              <a:ext uri="{FF2B5EF4-FFF2-40B4-BE49-F238E27FC236}">
                <a16:creationId xmlns:a16="http://schemas.microsoft.com/office/drawing/2014/main" id="{E27F074F-6693-49B1-BB4D-E3BAA15555DF}"/>
              </a:ext>
            </a:extLst>
          </p:cNvPr>
          <p:cNvPicPr>
            <a:picLocks xmlns:a="http://schemas.openxmlformats.org/drawingml/2006/main" noChangeAspect="1"/>
          </p:cNvPicPr>
          <p:nvPr/>
        </p:nvPicPr>
        <p:blipFill>
          <a:blip xmlns:r="http://schemas.openxmlformats.org/officeDocument/2006/relationships" xmlns:a="http://schemas.openxmlformats.org/drawingml/2006/main" r:embed="R455877d5977b404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3BC0790D-7A53-4495-8313-51D4F3A73AAB}"/>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59714B31-8ACB-4446-97D9-49894F7FBC4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404622EC-F240-4881-AC78-722FCB24DBB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389CBDD4-8F82-4893-87C7-B730F4181950}"/>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0D34E93-8781-4CCB-AF4F-2675543EE404}"/>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179E73EB-1557-43D4-9AC9-B85FD830E409}"/>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18150235-C504-49EA-982A-79588635872E}"/>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5C0D64BC-56D6-4D0B-8648-53D41973B8B6}"/>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4FF7AC14-C9BA-488B-AC18-70B2C57C4AAE}"/>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1A6B5D79-CAFB-4B00-86D3-0DED470616C3}"/>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6" name="body-1">
            <a:extLst xmlns:a="http://schemas.openxmlformats.org/drawingml/2006/main">
              <a:ext uri="{FF2B5EF4-FFF2-40B4-BE49-F238E27FC236}">
                <a16:creationId xmlns:a16="http://schemas.microsoft.com/office/drawing/2014/main" id="{9E7931CA-F9D9-4A95-BDF8-358FEEF31E9B}"/>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one match. Keep it and say why, or change it.</a:t>
            </a:r>
          </a:p>
        </p:txBody>
      </p:sp>
    </p:spTree>
    <p:extLst>
      <p:ext uri="{BB962C8B-B14F-4D97-AF65-F5344CB8AC3E}">
        <p14:creationId xmlns:p14="http://schemas.microsoft.com/office/powerpoint/2010/main" val="119951874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742EC6FB-B115-45D7-B9C5-50ADA9085FA4}"/>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68A71F2E-0738-4CA1-A486-C234A2D2DFB8}"/>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5234D48D-4456-47A1-A478-10E4E2F0F8B5}"/>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a:t>
            </a:r>
          </a:p>
        </p:txBody>
      </p:sp>
      <p:sp>
        <p:nvSpPr>
          <p:cNvPr id="4" name="tier-route-label">
            <a:extLst xmlns:a="http://schemas.openxmlformats.org/drawingml/2006/main">
              <a:ext uri="{FF2B5EF4-FFF2-40B4-BE49-F238E27FC236}">
                <a16:creationId xmlns:a16="http://schemas.microsoft.com/office/drawing/2014/main" id="{26B20C61-2984-4DED-92E0-6E7E3CFC20BA}"/>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77A0B6DD-8C42-41B8-A4FC-A6EF2C34C375}"/>
              </a:ext>
            </a:extLst>
          </p:cNvPr>
          <p:cNvPicPr>
            <a:picLocks xmlns:a="http://schemas.openxmlformats.org/drawingml/2006/main" noChangeAspect="1"/>
          </p:cNvPicPr>
          <p:nvPr/>
        </p:nvPicPr>
        <p:blipFill>
          <a:blip xmlns:r="http://schemas.openxmlformats.org/officeDocument/2006/relationships" xmlns:a="http://schemas.openxmlformats.org/drawingml/2006/main" r:embed="Re80524f9280e4753"/>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C0980983-7B1C-4755-BC7D-A19FED449530}"/>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1E98A62C-2EA5-4DA6-A613-158460F99211}"/>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67F9A77-3CD5-4E44-8CA1-2624C8D447A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A02E97C3-1884-46C4-ADAE-0D3455625A5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9AF1EF59-2EB8-4C1A-8853-62270D3B346A}"/>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CA943B5A-4100-470A-B1FB-3E2D88CB22B5}"/>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E9B374CB-69BA-4558-AB5A-26062391E961}"/>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73687DDC-05C3-4BEA-AF89-903A56A843A4}"/>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FC56C2B0-5C99-42D7-8F24-81BA8F789F1E}"/>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60EBCE8D-8571-47F6-91B4-CDE2357109AD}"/>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Make a label with the name Diwali, a lamp and one meaning of its light.</a:t>
            </a:r>
          </a:p>
        </p:txBody>
      </p:sp>
      <p:sp>
        <p:nvSpPr>
          <p:cNvPr id="16" name="body-1">
            <a:extLst xmlns:a="http://schemas.openxmlformats.org/drawingml/2006/main">
              <a:ext uri="{FF2B5EF4-FFF2-40B4-BE49-F238E27FC236}">
                <a16:creationId xmlns:a16="http://schemas.microsoft.com/office/drawing/2014/main" id="{3BE87C28-E9BA-44C5-A6ED-4AB18933C9B1}"/>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Then check this claim:</a:t>
            </a:r>
          </a:p>
        </p:txBody>
      </p:sp>
      <p:sp>
        <p:nvSpPr>
          <p:cNvPr id="17" name="body-2">
            <a:extLst xmlns:a="http://schemas.openxmlformats.org/drawingml/2006/main">
              <a:ext uri="{FF2B5EF4-FFF2-40B4-BE49-F238E27FC236}">
                <a16:creationId xmlns:a16="http://schemas.microsoft.com/office/drawing/2014/main" id="{7988E656-32A3-47D1-873C-8C18956EB5BD}"/>
              </a:ext>
            </a:extLst>
          </p:cNvPr>
          <p:cNvSpPr>
            <a:spLocks xmlns:a="http://schemas.openxmlformats.org/drawingml/2006/main" noGrp="1"/>
          </p:cNvSpPr>
          <p:nvPr/>
        </p:nvSpPr>
        <p:spPr>
          <a:xfrm xmlns:a="http://schemas.openxmlformats.org/drawingml/2006/main">
            <a:off x="381000" y="3235071"/>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'This lamp shows that all people believe the same thing.'</a:t>
            </a:r>
          </a:p>
        </p:txBody>
      </p:sp>
      <p:sp>
        <p:nvSpPr>
          <p:cNvPr id="18" name="body-3">
            <a:extLst xmlns:a="http://schemas.openxmlformats.org/drawingml/2006/main">
              <a:ext uri="{FF2B5EF4-FFF2-40B4-BE49-F238E27FC236}">
                <a16:creationId xmlns:a16="http://schemas.microsoft.com/office/drawing/2014/main" id="{B0CC1C37-930C-46F4-BB9D-C9B670C2463E}"/>
              </a:ext>
            </a:extLst>
          </p:cNvPr>
          <p:cNvSpPr>
            <a:spLocks xmlns:a="http://schemas.openxmlformats.org/drawingml/2006/main" noGrp="1"/>
          </p:cNvSpPr>
          <p:nvPr/>
        </p:nvSpPr>
        <p:spPr>
          <a:xfrm xmlns:a="http://schemas.openxmlformats.org/drawingml/2006/main">
            <a:off x="381000" y="3776663"/>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1. Is the claim right?</a:t>
            </a:r>
          </a:p>
        </p:txBody>
      </p:sp>
      <p:sp>
        <p:nvSpPr>
          <p:cNvPr id="19" name="body-4">
            <a:extLst xmlns:a="http://schemas.openxmlformats.org/drawingml/2006/main">
              <a:ext uri="{FF2B5EF4-FFF2-40B4-BE49-F238E27FC236}">
                <a16:creationId xmlns:a16="http://schemas.microsoft.com/office/drawing/2014/main" id="{5250C814-C8CC-45F1-AC81-163E36AC1793}"/>
              </a:ext>
            </a:extLst>
          </p:cNvPr>
          <p:cNvSpPr>
            <a:spLocks xmlns:a="http://schemas.openxmlformats.org/drawingml/2006/main" noGrp="1"/>
          </p:cNvSpPr>
          <p:nvPr/>
        </p:nvSpPr>
        <p:spPr>
          <a:xfrm xmlns:a="http://schemas.openxmlformats.org/drawingml/2006/main">
            <a:off x="381000" y="4318254"/>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2. Give one reason from cards A or B.</a:t>
            </a:r>
          </a:p>
        </p:txBody>
      </p:sp>
      <p:sp>
        <p:nvSpPr>
          <p:cNvPr id="20" name="body-5">
            <a:extLst xmlns:a="http://schemas.openxmlformats.org/drawingml/2006/main">
              <a:ext uri="{FF2B5EF4-FFF2-40B4-BE49-F238E27FC236}">
                <a16:creationId xmlns:a16="http://schemas.microsoft.com/office/drawing/2014/main" id="{CA42C010-6C2A-4501-88BB-AB5B53B350DC}"/>
              </a:ext>
            </a:extLst>
          </p:cNvPr>
          <p:cNvSpPr>
            <a:spLocks xmlns:a="http://schemas.openxmlformats.org/drawingml/2006/main" noGrp="1"/>
          </p:cNvSpPr>
          <p:nvPr/>
        </p:nvSpPr>
        <p:spPr>
          <a:xfrm xmlns:a="http://schemas.openxmlformats.org/drawingml/2006/main">
            <a:off x="381000" y="4859846"/>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3. Add a care rule for the display.</a:t>
            </a:r>
          </a:p>
        </p:txBody>
      </p:sp>
      <p:sp>
        <p:nvSpPr>
          <p:cNvPr id="21" name="body-6">
            <a:extLst xmlns:a="http://schemas.openxmlformats.org/drawingml/2006/main">
              <a:ext uri="{FF2B5EF4-FFF2-40B4-BE49-F238E27FC236}">
                <a16:creationId xmlns:a16="http://schemas.microsoft.com/office/drawing/2014/main" id="{FAD1507A-1DB6-4031-B48C-2407597979D0}"/>
              </a:ext>
            </a:extLst>
          </p:cNvPr>
          <p:cNvSpPr>
            <a:spLocks xmlns:a="http://schemas.openxmlformats.org/drawingml/2006/main" noGrp="1"/>
          </p:cNvSpPr>
          <p:nvPr/>
        </p:nvSpPr>
        <p:spPr>
          <a:xfrm xmlns:a="http://schemas.openxmlformats.org/drawingml/2006/main">
            <a:off x="381000" y="5401437"/>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Frame if useful: 'The lamp shows ____. It does not show ____.'</a:t>
            </a:r>
          </a:p>
        </p:txBody>
      </p:sp>
    </p:spTree>
    <p:extLst>
      <p:ext uri="{BB962C8B-B14F-4D97-AF65-F5344CB8AC3E}">
        <p14:creationId xmlns:p14="http://schemas.microsoft.com/office/powerpoint/2010/main" val="2891338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lesson-header">
            <a:extLst xmlns:a="http://schemas.openxmlformats.org/drawingml/2006/main">
              <a:ext uri="{FF2B5EF4-FFF2-40B4-BE49-F238E27FC236}">
                <a16:creationId xmlns:a16="http://schemas.microsoft.com/office/drawing/2014/main" id="{60198DEA-B828-4633-951A-2661C6313CD0}"/>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18D02C01-D607-41CB-80F6-DBDC049FF6D0}"/>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You do · 15 min · 22 to 37</a:t>
            </a:r>
          </a:p>
        </p:txBody>
      </p:sp>
      <p:sp>
        <p:nvSpPr>
          <p:cNvPr id="3" name="slide-title">
            <a:extLst xmlns:a="http://schemas.openxmlformats.org/drawingml/2006/main">
              <a:ext uri="{FF2B5EF4-FFF2-40B4-BE49-F238E27FC236}">
                <a16:creationId xmlns:a16="http://schemas.microsoft.com/office/drawing/2014/main" id="{0F5B4541-DBAB-49A7-B900-FCAE13E30F4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You do · choose one route · continued</a:t>
            </a:r>
          </a:p>
        </p:txBody>
      </p:sp>
      <p:sp>
        <p:nvSpPr>
          <p:cNvPr id="4" name="tier-route-label">
            <a:extLst xmlns:a="http://schemas.openxmlformats.org/drawingml/2006/main">
              <a:ext uri="{FF2B5EF4-FFF2-40B4-BE49-F238E27FC236}">
                <a16:creationId xmlns:a16="http://schemas.microsoft.com/office/drawing/2014/main" id="{4BFB79AE-49DE-48AD-A1C5-C54EC06513A8}"/>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Aspire</a:t>
            </a:r>
          </a:p>
        </p:txBody>
      </p:sp>
      <p:pic>
        <p:nvPicPr>
          <p:cNvPr id="5" name="">
            <a:extLst xmlns:a="http://schemas.openxmlformats.org/drawingml/2006/main">
              <a:ext uri="{FF2B5EF4-FFF2-40B4-BE49-F238E27FC236}">
                <a16:creationId xmlns:a16="http://schemas.microsoft.com/office/drawing/2014/main" id="{D2E159BE-E917-42AD-8732-A20810B3A388}"/>
              </a:ext>
            </a:extLst>
          </p:cNvPr>
          <p:cNvPicPr>
            <a:picLocks xmlns:a="http://schemas.openxmlformats.org/drawingml/2006/main" noChangeAspect="1"/>
          </p:cNvPicPr>
          <p:nvPr/>
        </p:nvPicPr>
        <p:blipFill>
          <a:blip xmlns:r="http://schemas.openxmlformats.org/officeDocument/2006/relationships" xmlns:a="http://schemas.openxmlformats.org/drawingml/2006/main" r:embed="Rb817968c27794aa8"/>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D3D41DC2-547D-4B91-8ED1-D6CF1AF807DF}"/>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E9C0944-EDD5-4335-BD52-4101D7E4B5BC}"/>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3615B0E1-5C6A-4085-935A-F67B1C2FD0EE}"/>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0C28318C-85A7-48F7-864F-0FE1CBA351DA}"/>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FF3ECCB8-8EF2-4C52-8961-B8B4217809D0}"/>
              </a:ext>
            </a:extLst>
          </p:cNvPr>
          <p:cNvSpPr>
            <a:spLocks xmlns:a="http://schemas.openxmlformats.org/drawingml/2006/main" noGrp="1"/>
          </p:cNvSpPr>
          <p:nvPr/>
        </p:nvSpPr>
        <p:spPr>
          <a:xfrm xmlns:a="http://schemas.openxmlformats.org/drawingml/2006/main">
            <a:off x="6667500" y="1143000"/>
            <a:ext cx="4267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CF58452C-3F03-412A-A95D-1A74DB721E3C}"/>
              </a:ext>
            </a:extLst>
          </p:cNvPr>
          <p:cNvSpPr>
            <a:spLocks xmlns:a="http://schemas.openxmlformats.org/drawingml/2006/main" noGrp="1"/>
          </p:cNvSpPr>
          <p:nvPr/>
        </p:nvSpPr>
        <p:spPr>
          <a:xfrm xmlns:a="http://schemas.openxmlformats.org/drawingml/2006/main">
            <a:off x="10953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8F710F3-A849-45B2-BBE0-A55531AE0F70}"/>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4C469232-FFBD-4596-80AA-6A6D7CF721BB}"/>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C4B895F-22A4-4D52-961D-8E9CDE975A1D}"/>
              </a:ext>
            </a:extLst>
          </p:cNvPr>
          <p:cNvSpPr>
            <a:spLocks xmlns:a="http://schemas.openxmlformats.org/drawingml/2006/main" noGrp="1"/>
          </p:cNvSpPr>
          <p:nvPr/>
        </p:nvSpPr>
        <p:spPr>
          <a:xfrm xmlns:a="http://schemas.openxmlformats.org/drawingml/2006/main">
            <a:off x="381000" y="1381125"/>
            <a:ext cx="11430000" cy="599313"/>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Your label, one care rule and one change or check. An adult may record your own words or choices.</a:t>
            </a:r>
          </a:p>
        </p:txBody>
      </p:sp>
      <p:sp>
        <p:nvSpPr>
          <p:cNvPr id="15" name="body-0">
            <a:extLst xmlns:a="http://schemas.openxmlformats.org/drawingml/2006/main">
              <a:ext uri="{FF2B5EF4-FFF2-40B4-BE49-F238E27FC236}">
                <a16:creationId xmlns:a16="http://schemas.microsoft.com/office/drawing/2014/main" id="{4D951321-946F-4CD7-9CD4-2A1B9F388E5C}"/>
              </a:ext>
            </a:extLst>
          </p:cNvPr>
          <p:cNvSpPr>
            <a:spLocks xmlns:a="http://schemas.openxmlformats.org/drawingml/2006/main" noGrp="1"/>
          </p:cNvSpPr>
          <p:nvPr/>
        </p:nvSpPr>
        <p:spPr>
          <a:xfrm xmlns:a="http://schemas.openxmlformats.org/drawingml/2006/main">
            <a:off x="381000" y="2151888"/>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You may point, speak, sign, use symbols, draw or write. You may pass.</a:t>
            </a:r>
          </a:p>
        </p:txBody>
      </p:sp>
      <p:sp>
        <p:nvSpPr>
          <p:cNvPr id="16" name="body-1">
            <a:extLst xmlns:a="http://schemas.openxmlformats.org/drawingml/2006/main">
              <a:ext uri="{FF2B5EF4-FFF2-40B4-BE49-F238E27FC236}">
                <a16:creationId xmlns:a16="http://schemas.microsoft.com/office/drawing/2014/main" id="{A513F5C2-08F8-4C82-AC2F-A16D0C1D349C}"/>
              </a:ext>
            </a:extLst>
          </p:cNvPr>
          <p:cNvSpPr>
            <a:spLocks xmlns:a="http://schemas.openxmlformats.org/drawingml/2006/main" noGrp="1"/>
          </p:cNvSpPr>
          <p:nvPr/>
        </p:nvSpPr>
        <p:spPr>
          <a:xfrm xmlns:a="http://schemas.openxmlformats.org/drawingml/2006/main">
            <a:off x="381000" y="2693479"/>
            <a:ext cx="11430000" cy="446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025" b="0" lang="en-GB">
                <a:solidFill>
                  <a:srgbClr val="17263B"/>
                </a:solidFill>
                <a:latin typeface="Arial"/>
                <a:ea typeface="Arial"/>
                <a:cs typeface="Arial"/>
              </a:defRPr>
            </a:defPPr>
          </a:lstStyle>
          <a:p xmlns:a="http://schemas.openxmlformats.org/drawingml/2006/main">
            <a:pPr algn="l">
              <a:lnSpc>
                <a:spcPct val="108000"/>
              </a:lnSpc>
              <a:buNone/>
              <a:defRPr sz="2025" b="0" lang="en-GB">
                <a:solidFill>
                  <a:srgbClr val="17263B"/>
                </a:solidFill>
                <a:latin typeface="Arial"/>
                <a:ea typeface="Arial"/>
                <a:cs typeface="Arial"/>
              </a:defRPr>
            </a:pPr>
            <a:r>
              <a:rPr sz="2025" b="0" lang="en-GB">
                <a:solidFill>
                  <a:srgbClr val="17263B"/>
                </a:solidFill>
                <a:latin typeface="Arial"/>
                <a:ea typeface="Arial"/>
                <a:cs typeface="Arial"/>
              </a:rPr>
              <a:t>Review and improve: Check that your reason fits the card. Make one small change if needed.</a:t>
            </a:r>
          </a:p>
        </p:txBody>
      </p:sp>
    </p:spTree>
    <p:extLst>
      <p:ext uri="{BB962C8B-B14F-4D97-AF65-F5344CB8AC3E}">
        <p14:creationId xmlns:p14="http://schemas.microsoft.com/office/powerpoint/2010/main" val="53674641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2E532E2C-CA95-477B-99BF-F07ECF9C7E3A}"/>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67E111E0-6079-4F8F-8085-EBB9FE6C887C}"/>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D9A8FCB8-0EC4-4CB8-A3D9-2D69A9495F78}"/>
              </a:ext>
            </a:extLst>
          </p:cNvPr>
          <p:cNvSpPr>
            <a:spLocks xmlns:a="http://schemas.openxmlformats.org/drawingml/2006/main" noGrp="1"/>
          </p:cNvSpPr>
          <p:nvPr/>
        </p:nvSpPr>
        <p:spPr>
          <a:xfrm xmlns:a="http://schemas.openxmlformats.org/drawingml/2006/main">
            <a:off x="381000" y="533400"/>
            <a:ext cx="105251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pic>
        <p:nvPicPr>
          <p:cNvPr id="4" name="">
            <a:extLst xmlns:a="http://schemas.openxmlformats.org/drawingml/2006/main">
              <a:ext uri="{FF2B5EF4-FFF2-40B4-BE49-F238E27FC236}">
                <a16:creationId xmlns:a16="http://schemas.microsoft.com/office/drawing/2014/main" id="{938C05E2-E4B2-4EF5-8491-351B71637EB7}"/>
              </a:ext>
            </a:extLst>
          </p:cNvPr>
          <p:cNvPicPr>
            <a:picLocks xmlns:a="http://schemas.openxmlformats.org/drawingml/2006/main" noChangeAspect="1"/>
          </p:cNvPicPr>
          <p:nvPr/>
        </p:nvPicPr>
        <p:blipFill>
          <a:blip xmlns:r="http://schemas.openxmlformats.org/officeDocument/2006/relationships" xmlns:a="http://schemas.openxmlformats.org/drawingml/2006/main" r:embed="Rd57cf7670d7941c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5" name="shape">
            <a:extLst xmlns:a="http://schemas.openxmlformats.org/drawingml/2006/main">
              <a:ext uri="{FF2B5EF4-FFF2-40B4-BE49-F238E27FC236}">
                <a16:creationId xmlns:a16="http://schemas.microsoft.com/office/drawing/2014/main" id="{A8AB0382-8CE8-41DC-B964-62EB18DD433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6" name="shape">
            <a:extLst xmlns:a="http://schemas.openxmlformats.org/drawingml/2006/main">
              <a:ext uri="{FF2B5EF4-FFF2-40B4-BE49-F238E27FC236}">
                <a16:creationId xmlns:a16="http://schemas.microsoft.com/office/drawing/2014/main" id="{18C4186B-6CB3-46D1-B7C9-98204C18A7F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E70C6B65-F834-43DC-8433-4E83C28DF36B}"/>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E8178DB2-93F3-4D5A-83B1-FA65F7DBF73F}"/>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8D54DF6C-9A1E-43EB-A391-FA0EF8AA531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C75CFC5-DFF1-42A1-9C61-2E35D875B69C}"/>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1" name="version-footer">
            <a:extLst xmlns:a="http://schemas.openxmlformats.org/drawingml/2006/main">
              <a:ext uri="{FF2B5EF4-FFF2-40B4-BE49-F238E27FC236}">
                <a16:creationId xmlns:a16="http://schemas.microsoft.com/office/drawing/2014/main" id="{C4B4E4A5-B4B1-4AE2-BBB5-D836B423C8A9}"/>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2" name="licence-footer">
            <a:extLst xmlns:a="http://schemas.openxmlformats.org/drawingml/2006/main">
              <a:ext uri="{FF2B5EF4-FFF2-40B4-BE49-F238E27FC236}">
                <a16:creationId xmlns:a16="http://schemas.microsoft.com/office/drawing/2014/main" id="{411F90B0-300F-4F60-B493-E3DDFF71FCFA}"/>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3" name="book-instruction">
            <a:extLst xmlns:a="http://schemas.openxmlformats.org/drawingml/2006/main">
              <a:ext uri="{FF2B5EF4-FFF2-40B4-BE49-F238E27FC236}">
                <a16:creationId xmlns:a16="http://schemas.microsoft.com/office/drawing/2014/main" id="{EB5FE6CD-5E84-4D4A-A7A4-9D71EC61198B}"/>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a word, mark or picture.</a:t>
            </a:r>
          </a:p>
        </p:txBody>
      </p:sp>
      <p:sp>
        <p:nvSpPr>
          <p:cNvPr id="14" name="figure-lamp-0">
            <a:extLst xmlns:a="http://schemas.openxmlformats.org/drawingml/2006/main">
              <a:ext uri="{FF2B5EF4-FFF2-40B4-BE49-F238E27FC236}">
                <a16:creationId xmlns:a16="http://schemas.microsoft.com/office/drawing/2014/main" id="{4F9356EE-C7D4-4B76-9799-9ECBE837B151}"/>
              </a:ext>
            </a:extLst>
          </p:cNvPr>
          <p:cNvSpPr>
            <a:spLocks xmlns:a="http://schemas.openxmlformats.org/drawingml/2006/main" noGrp="1"/>
          </p:cNvSpPr>
          <p:nvPr/>
        </p:nvSpPr>
        <p:spPr>
          <a:xfrm xmlns:a="http://schemas.openxmlformats.org/drawingml/2006/main">
            <a:off x="3753802" y="3427047"/>
            <a:ext cx="4684395" cy="1569272"/>
          </a:xfrm>
          <a:custGeom xmlns:a="http://schemas.openxmlformats.org/drawingml/2006/main">
            <a:pathLst>
              <a:path w="4684395" h="1569272">
                <a:moveTo>
                  <a:pt x="0" y="0"/>
                </a:moveTo>
                <a:lnTo>
                  <a:pt x="234220" y="702659"/>
                </a:lnTo>
                <a:lnTo>
                  <a:pt x="936879" y="1241365"/>
                </a:lnTo>
                <a:lnTo>
                  <a:pt x="2342198" y="1569272"/>
                </a:lnTo>
                <a:lnTo>
                  <a:pt x="3747516" y="1241365"/>
                </a:lnTo>
                <a:lnTo>
                  <a:pt x="4450175" y="702659"/>
                </a:lnTo>
                <a:lnTo>
                  <a:pt x="4684395" y="0"/>
                </a:lnTo>
              </a:path>
            </a:pathLst>
          </a:custGeom>
          <a:noFill xmlns:a="http://schemas.openxmlformats.org/drawingml/2006/main"/>
          <a:ln xmlns:a="http://schemas.openxmlformats.org/drawingml/2006/main" w="93688">
            <a:solidFill>
              <a:srgbClr val="23354A"/>
            </a:solidFill>
          </a:ln>
        </p:spPr>
      </p:sp>
      <p:sp>
        <p:nvSpPr>
          <p:cNvPr id="15" name="figure-lamp-1">
            <a:extLst xmlns:a="http://schemas.openxmlformats.org/drawingml/2006/main">
              <a:ext uri="{FF2B5EF4-FFF2-40B4-BE49-F238E27FC236}">
                <a16:creationId xmlns:a16="http://schemas.microsoft.com/office/drawing/2014/main" id="{D7B452B7-E92B-48B0-AB02-5A86296EA9ED}"/>
              </a:ext>
            </a:extLst>
          </p:cNvPr>
          <p:cNvSpPr>
            <a:spLocks xmlns:a="http://schemas.openxmlformats.org/drawingml/2006/main" noGrp="1"/>
          </p:cNvSpPr>
          <p:nvPr/>
        </p:nvSpPr>
        <p:spPr>
          <a:xfrm xmlns:a="http://schemas.openxmlformats.org/drawingml/2006/main">
            <a:off x="3753802" y="3427047"/>
            <a:ext cx="4684395" cy="23422"/>
          </a:xfrm>
          <a:custGeom xmlns:a="http://schemas.openxmlformats.org/drawingml/2006/main">
            <a:pathLst>
              <a:path w="4684395" h="23422">
                <a:moveTo>
                  <a:pt x="0" y="0"/>
                </a:moveTo>
                <a:lnTo>
                  <a:pt x="4684395" y="0"/>
                </a:lnTo>
              </a:path>
            </a:pathLst>
          </a:custGeom>
          <a:noFill xmlns:a="http://schemas.openxmlformats.org/drawingml/2006/main"/>
          <a:ln xmlns:a="http://schemas.openxmlformats.org/drawingml/2006/main" w="93688">
            <a:solidFill>
              <a:srgbClr val="23354A"/>
            </a:solidFill>
          </a:ln>
        </p:spPr>
      </p:sp>
      <p:sp>
        <p:nvSpPr>
          <p:cNvPr id="16" name="figure-lamp-2">
            <a:extLst xmlns:a="http://schemas.openxmlformats.org/drawingml/2006/main">
              <a:ext uri="{FF2B5EF4-FFF2-40B4-BE49-F238E27FC236}">
                <a16:creationId xmlns:a16="http://schemas.microsoft.com/office/drawing/2014/main" id="{462E97D6-823B-481F-9045-48C32F388E7A}"/>
              </a:ext>
            </a:extLst>
          </p:cNvPr>
          <p:cNvSpPr>
            <a:spLocks xmlns:a="http://schemas.openxmlformats.org/drawingml/2006/main" noGrp="1"/>
          </p:cNvSpPr>
          <p:nvPr/>
        </p:nvSpPr>
        <p:spPr>
          <a:xfrm xmlns:a="http://schemas.openxmlformats.org/drawingml/2006/main">
            <a:off x="8110290" y="2911764"/>
            <a:ext cx="281064" cy="491861"/>
          </a:xfrm>
          <a:custGeom xmlns:a="http://schemas.openxmlformats.org/drawingml/2006/main">
            <a:pathLst>
              <a:path w="281064" h="491861">
                <a:moveTo>
                  <a:pt x="0" y="491861"/>
                </a:moveTo>
                <a:lnTo>
                  <a:pt x="281064" y="0"/>
                </a:lnTo>
              </a:path>
            </a:pathLst>
          </a:custGeom>
          <a:noFill xmlns:a="http://schemas.openxmlformats.org/drawingml/2006/main"/>
          <a:ln xmlns:a="http://schemas.openxmlformats.org/drawingml/2006/main" w="93688">
            <a:solidFill>
              <a:srgbClr val="23354A"/>
            </a:solidFill>
          </a:ln>
        </p:spPr>
      </p:sp>
      <p:sp>
        <p:nvSpPr>
          <p:cNvPr id="17" name="figure-description-lamp">
            <a:extLst xmlns:a="http://schemas.openxmlformats.org/drawingml/2006/main">
              <a:ext uri="{FF2B5EF4-FFF2-40B4-BE49-F238E27FC236}">
                <a16:creationId xmlns:a16="http://schemas.microsoft.com/office/drawing/2014/main" id="{90D6D067-2610-43EA-8299-E3B3CCD60515}"/>
              </a:ext>
            </a:extLst>
          </p:cNvPr>
          <p:cNvSpPr>
            <a:spLocks xmlns:a="http://schemas.openxmlformats.org/drawingml/2006/main" noGrp="1"/>
          </p:cNvSpPr>
          <p:nvPr/>
        </p:nvSpPr>
        <p:spPr>
          <a:xfrm xmlns:a="http://schemas.openxmlformats.org/drawingml/2006/main">
            <a:off x="381000" y="5842635"/>
            <a:ext cx="11430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17263B"/>
                </a:solidFill>
                <a:latin typeface="Arial"/>
                <a:ea typeface="Arial"/>
                <a:cs typeface="Arial"/>
              </a:defRPr>
            </a:defPPr>
          </a:lstStyle>
          <a:p xmlns:a="http://schemas.openxmlformats.org/drawingml/2006/main">
            <a:pPr algn="l">
              <a:lnSpc>
                <a:spcPct val="108000"/>
              </a:lnSpc>
              <a:buNone/>
              <a:defRPr sz="1500" b="0" lang="en-GB">
                <a:solidFill>
                  <a:srgbClr val="17263B"/>
                </a:solidFill>
                <a:latin typeface="Arial"/>
                <a:ea typeface="Arial"/>
                <a:cs typeface="Arial"/>
              </a:defRPr>
            </a:pPr>
            <a:r>
              <a:rPr sz="1500" b="0" lang="en-GB">
                <a:solidFill>
                  <a:srgbClr val="17263B"/>
                </a:solidFill>
                <a:latin typeface="Arial"/>
                <a:ea typeface="Arial"/>
                <a:cs typeface="Arial"/>
              </a:rPr>
              <a:t>A small unlit lamp has a bowl and a short wick at one edge.</a:t>
            </a:r>
          </a:p>
        </p:txBody>
      </p:sp>
    </p:spTree>
    <p:extLst>
      <p:ext uri="{BB962C8B-B14F-4D97-AF65-F5344CB8AC3E}">
        <p14:creationId xmlns:p14="http://schemas.microsoft.com/office/powerpoint/2010/main" val="22952298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55CA600B-3D32-453E-A8D5-073DDE6CCF53}"/>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488DC759-26BF-40BC-85F8-BE16EEBC0D1B}"/>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CEBEC5DD-A8AF-4E63-BFF3-343C08CB347B}"/>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A562CE7D-B9CA-45F8-992C-D2670FF0CA30}"/>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Supported</a:t>
            </a:r>
          </a:p>
        </p:txBody>
      </p:sp>
      <p:pic>
        <p:nvPicPr>
          <p:cNvPr id="5" name="">
            <a:extLst xmlns:a="http://schemas.openxmlformats.org/drawingml/2006/main">
              <a:ext uri="{FF2B5EF4-FFF2-40B4-BE49-F238E27FC236}">
                <a16:creationId xmlns:a16="http://schemas.microsoft.com/office/drawing/2014/main" id="{2859F200-20E0-4456-B756-A05F62EA167E}"/>
              </a:ext>
            </a:extLst>
          </p:cNvPr>
          <p:cNvPicPr>
            <a:picLocks xmlns:a="http://schemas.openxmlformats.org/drawingml/2006/main" noChangeAspect="1"/>
          </p:cNvPicPr>
          <p:nvPr/>
        </p:nvPicPr>
        <p:blipFill>
          <a:blip xmlns:r="http://schemas.openxmlformats.org/officeDocument/2006/relationships" xmlns:a="http://schemas.openxmlformats.org/drawingml/2006/main" r:embed="R7e3ceb4799eb4077"/>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CECE72C1-A865-411F-919E-6F02FD4CF3C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9A38B333-DA59-47C9-954C-D234A104C936}"/>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B7AC9058-3CE8-4D3B-88C3-B7DA6877096F}"/>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E30746B-278F-4EED-9BBF-70A2222526C7}"/>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8C6C5846-B3CC-4ABA-8E65-CFBA70EB191D}"/>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2063811-92FC-4223-8D08-BBA7B6FE5EA3}"/>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8DDB4089-1843-48BC-8F9C-D52CA0B7A3A2}"/>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D9F475E8-47CB-41DA-AEB3-C5308FD25A5C}"/>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2CA29298-19E3-4E69-81BA-3B23A5A4F6E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a word, mark or picture.</a:t>
            </a:r>
          </a:p>
        </p:txBody>
      </p:sp>
      <p:sp>
        <p:nvSpPr>
          <p:cNvPr id="15" name="item-1-title">
            <a:extLst xmlns:a="http://schemas.openxmlformats.org/drawingml/2006/main">
              <a:ext uri="{FF2B5EF4-FFF2-40B4-BE49-F238E27FC236}">
                <a16:creationId xmlns:a16="http://schemas.microsoft.com/office/drawing/2014/main" id="{8E4216B6-4396-416C-AB03-941FCD4F0B57}"/>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A lamp</a:t>
            </a:r>
          </a:p>
        </p:txBody>
      </p:sp>
      <p:sp>
        <p:nvSpPr>
          <p:cNvPr id="16" name="item-1-question">
            <a:extLst xmlns:a="http://schemas.openxmlformats.org/drawingml/2006/main">
              <a:ext uri="{FF2B5EF4-FFF2-40B4-BE49-F238E27FC236}">
                <a16:creationId xmlns:a16="http://schemas.microsoft.com/office/drawing/2014/main" id="{3AE8A15F-F664-4FF6-A22D-9348314BAB15}"/>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was our label for: a lamp or a shoe?</a:t>
            </a:r>
          </a:p>
        </p:txBody>
      </p:sp>
      <p:sp>
        <p:nvSpPr>
          <p:cNvPr id="17" name="item-1-clue">
            <a:extLst xmlns:a="http://schemas.openxmlformats.org/drawingml/2006/main">
              <a:ext uri="{FF2B5EF4-FFF2-40B4-BE49-F238E27FC236}">
                <a16:creationId xmlns:a16="http://schemas.microsoft.com/office/drawing/2014/main" id="{C7DAC28F-3671-424B-8DB3-B3C117478498}"/>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display.</a:t>
            </a:r>
          </a:p>
        </p:txBody>
      </p:sp>
      <p:sp>
        <p:nvSpPr>
          <p:cNvPr id="18" name="item-2-title">
            <a:extLst xmlns:a="http://schemas.openxmlformats.org/drawingml/2006/main">
              <a:ext uri="{FF2B5EF4-FFF2-40B4-BE49-F238E27FC236}">
                <a16:creationId xmlns:a16="http://schemas.microsoft.com/office/drawing/2014/main" id="{FD63EF6C-BFAF-4F06-BC5B-B45919F75F1D}"/>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Meaning</a:t>
            </a:r>
          </a:p>
        </p:txBody>
      </p:sp>
      <p:sp>
        <p:nvSpPr>
          <p:cNvPr id="19" name="item-2-question">
            <a:extLst xmlns:a="http://schemas.openxmlformats.org/drawingml/2006/main">
              <a:ext uri="{FF2B5EF4-FFF2-40B4-BE49-F238E27FC236}">
                <a16:creationId xmlns:a16="http://schemas.microsoft.com/office/drawing/2014/main" id="{018CA2A3-977A-4901-AD69-5EB5A8E07B10}"/>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Can the light stand for good winning over bad?</a:t>
            </a:r>
          </a:p>
        </p:txBody>
      </p:sp>
      <p:sp>
        <p:nvSpPr>
          <p:cNvPr id="20" name="item-2-clue">
            <a:extLst xmlns:a="http://schemas.openxmlformats.org/drawingml/2006/main">
              <a:ext uri="{FF2B5EF4-FFF2-40B4-BE49-F238E27FC236}">
                <a16:creationId xmlns:a16="http://schemas.microsoft.com/office/drawing/2014/main" id="{D26FDBD4-822F-4BAA-9379-24897F1EC8D6}"/>
              </a:ext>
            </a:extLst>
          </p:cNvPr>
          <p:cNvSpPr>
            <a:spLocks xmlns:a="http://schemas.openxmlformats.org/drawingml/2006/main" noGrp="1"/>
          </p:cNvSpPr>
          <p:nvPr/>
        </p:nvSpPr>
        <p:spPr>
          <a:xfrm xmlns:a="http://schemas.openxmlformats.org/drawingml/2006/main">
            <a:off x="42799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Choose yes or no.</a:t>
            </a:r>
          </a:p>
        </p:txBody>
      </p:sp>
      <p:sp>
        <p:nvSpPr>
          <p:cNvPr id="21" name="item-3-title">
            <a:extLst xmlns:a="http://schemas.openxmlformats.org/drawingml/2006/main">
              <a:ext uri="{FF2B5EF4-FFF2-40B4-BE49-F238E27FC236}">
                <a16:creationId xmlns:a16="http://schemas.microsoft.com/office/drawing/2014/main" id="{26C4C97A-A0B4-42FC-88F6-2033494B4B97}"/>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Care</a:t>
            </a:r>
          </a:p>
        </p:txBody>
      </p:sp>
      <p:sp>
        <p:nvSpPr>
          <p:cNvPr id="22" name="item-3-question">
            <a:extLst xmlns:a="http://schemas.openxmlformats.org/drawingml/2006/main">
              <a:ext uri="{FF2B5EF4-FFF2-40B4-BE49-F238E27FC236}">
                <a16:creationId xmlns:a16="http://schemas.microsoft.com/office/drawing/2014/main" id="{C6966DF3-C810-486F-9011-4A8622B3A85B}"/>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At our display, should we listen or talk over others?</a:t>
            </a:r>
          </a:p>
        </p:txBody>
      </p:sp>
      <p:sp>
        <p:nvSpPr>
          <p:cNvPr id="23" name="item-3-clue">
            <a:extLst xmlns:a="http://schemas.openxmlformats.org/drawingml/2006/main">
              <a:ext uri="{FF2B5EF4-FFF2-40B4-BE49-F238E27FC236}">
                <a16:creationId xmlns:a16="http://schemas.microsoft.com/office/drawing/2014/main" id="{0013CDBE-503F-4D6A-B63F-B5C12191F364}"/>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someone who is speaking.</a:t>
            </a:r>
          </a:p>
        </p:txBody>
      </p:sp>
    </p:spTree>
    <p:extLst>
      <p:ext uri="{BB962C8B-B14F-4D97-AF65-F5344CB8AC3E}">
        <p14:creationId xmlns:p14="http://schemas.microsoft.com/office/powerpoint/2010/main" val="123849131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32A6E5CD-41D6-4BD9-9C3D-D2F258182B71}"/>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30B37447-DA2A-4545-AB0C-8A7E2DD52333}"/>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E2C82013-B424-43B0-A1F3-91C3C9DD461F}"/>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32D373DB-4993-407E-A500-3BE14AF0F027}"/>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Standard</a:t>
            </a:r>
          </a:p>
        </p:txBody>
      </p:sp>
      <p:pic>
        <p:nvPicPr>
          <p:cNvPr id="5" name="">
            <a:extLst xmlns:a="http://schemas.openxmlformats.org/drawingml/2006/main">
              <a:ext uri="{FF2B5EF4-FFF2-40B4-BE49-F238E27FC236}">
                <a16:creationId xmlns:a16="http://schemas.microsoft.com/office/drawing/2014/main" id="{7527BCDC-FD8E-4BAE-BC1D-C01E449A908E}"/>
              </a:ext>
            </a:extLst>
          </p:cNvPr>
          <p:cNvPicPr>
            <a:picLocks xmlns:a="http://schemas.openxmlformats.org/drawingml/2006/main" noChangeAspect="1"/>
          </p:cNvPicPr>
          <p:nvPr/>
        </p:nvPicPr>
        <p:blipFill>
          <a:blip xmlns:r="http://schemas.openxmlformats.org/officeDocument/2006/relationships" xmlns:a="http://schemas.openxmlformats.org/drawingml/2006/main" r:embed="R4c8f0671603c4c61"/>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5A3E102F-CFF3-4FA1-844B-F532C4EC29DC}"/>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73060E61-530F-4255-BB90-C78E2477615E}"/>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CCE79675-D0F1-4181-A025-D9235EE64510}"/>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1C3FE2BC-732B-4CEF-87FD-D2C902D3D742}"/>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A5C77F18-7526-453B-8357-399297ED5E98}"/>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B3371E57-3851-4C46-BF6C-02EBF0917BCB}"/>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36E3A68F-D63F-46E4-80EA-315083B388B8}"/>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8316B2C4-A385-42E6-AD03-3E95D873D6BE}"/>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94D5224A-0DE5-49D8-A15D-1F271353DE5E}"/>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a word, mark or picture.</a:t>
            </a:r>
          </a:p>
        </p:txBody>
      </p:sp>
      <p:sp>
        <p:nvSpPr>
          <p:cNvPr id="15" name="item-1-title">
            <a:extLst xmlns:a="http://schemas.openxmlformats.org/drawingml/2006/main">
              <a:ext uri="{FF2B5EF4-FFF2-40B4-BE49-F238E27FC236}">
                <a16:creationId xmlns:a16="http://schemas.microsoft.com/office/drawing/2014/main" id="{5A4649DE-5CB5-4B26-9DF3-3C223FE3199D}"/>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Name and thing</a:t>
            </a:r>
          </a:p>
        </p:txBody>
      </p:sp>
      <p:sp>
        <p:nvSpPr>
          <p:cNvPr id="16" name="item-1-question">
            <a:extLst xmlns:a="http://schemas.openxmlformats.org/drawingml/2006/main">
              <a:ext uri="{FF2B5EF4-FFF2-40B4-BE49-F238E27FC236}">
                <a16:creationId xmlns:a16="http://schemas.microsoft.com/office/drawing/2014/main" id="{1FD16D7F-D148-4D7B-98E5-5D8CA41A57E2}"/>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Name the festival and one thing many Hindus use.</a:t>
            </a:r>
          </a:p>
        </p:txBody>
      </p:sp>
      <p:sp>
        <p:nvSpPr>
          <p:cNvPr id="17" name="item-1-clue">
            <a:extLst xmlns:a="http://schemas.openxmlformats.org/drawingml/2006/main">
              <a:ext uri="{FF2B5EF4-FFF2-40B4-BE49-F238E27FC236}">
                <a16:creationId xmlns:a16="http://schemas.microsoft.com/office/drawing/2014/main" id="{822FC24E-DB25-42A1-A42F-85B8545F8D5D}"/>
              </a:ext>
            </a:extLst>
          </p:cNvPr>
          <p:cNvSpPr>
            <a:spLocks xmlns:a="http://schemas.openxmlformats.org/drawingml/2006/main" noGrp="1"/>
          </p:cNvSpPr>
          <p:nvPr/>
        </p:nvSpPr>
        <p:spPr>
          <a:xfrm xmlns:a="http://schemas.openxmlformats.org/drawingml/2006/main">
            <a:off x="3810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our lamp label.</a:t>
            </a:r>
          </a:p>
        </p:txBody>
      </p:sp>
      <p:sp>
        <p:nvSpPr>
          <p:cNvPr id="18" name="item-2-title">
            <a:extLst xmlns:a="http://schemas.openxmlformats.org/drawingml/2006/main">
              <a:ext uri="{FF2B5EF4-FFF2-40B4-BE49-F238E27FC236}">
                <a16:creationId xmlns:a16="http://schemas.microsoft.com/office/drawing/2014/main" id="{8A42CCF9-25C1-45CC-BE18-AA1922BC0020}"/>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Meaning</a:t>
            </a:r>
          </a:p>
        </p:txBody>
      </p:sp>
      <p:sp>
        <p:nvSpPr>
          <p:cNvPr id="19" name="item-2-question">
            <a:extLst xmlns:a="http://schemas.openxmlformats.org/drawingml/2006/main">
              <a:ext uri="{FF2B5EF4-FFF2-40B4-BE49-F238E27FC236}">
                <a16:creationId xmlns:a16="http://schemas.microsoft.com/office/drawing/2014/main" id="{18C49586-7D4E-4F07-B2B3-473F893CA1A7}"/>
              </a:ext>
            </a:extLst>
          </p:cNvPr>
          <p:cNvSpPr>
            <a:spLocks xmlns:a="http://schemas.openxmlformats.org/drawingml/2006/main" noGrp="1"/>
          </p:cNvSpPr>
          <p:nvPr/>
        </p:nvSpPr>
        <p:spPr>
          <a:xfrm xmlns:a="http://schemas.openxmlformats.org/drawingml/2006/main">
            <a:off x="4279900" y="2317242"/>
            <a:ext cx="3632200" cy="35890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What can the light stand for?</a:t>
            </a:r>
          </a:p>
        </p:txBody>
      </p:sp>
      <p:sp>
        <p:nvSpPr>
          <p:cNvPr id="20" name="item-2-clue">
            <a:extLst xmlns:a="http://schemas.openxmlformats.org/drawingml/2006/main">
              <a:ext uri="{FF2B5EF4-FFF2-40B4-BE49-F238E27FC236}">
                <a16:creationId xmlns:a16="http://schemas.microsoft.com/office/drawing/2014/main" id="{B7ABA342-5287-4629-A23E-1A9804AB2B4D}"/>
              </a:ext>
            </a:extLst>
          </p:cNvPr>
          <p:cNvSpPr>
            <a:spLocks xmlns:a="http://schemas.openxmlformats.org/drawingml/2006/main" noGrp="1"/>
          </p:cNvSpPr>
          <p:nvPr/>
        </p:nvSpPr>
        <p:spPr>
          <a:xfrm xmlns:a="http://schemas.openxmlformats.org/drawingml/2006/main">
            <a:off x="4279900" y="2790444"/>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good and bad.</a:t>
            </a:r>
          </a:p>
        </p:txBody>
      </p:sp>
      <p:sp>
        <p:nvSpPr>
          <p:cNvPr id="21" name="item-3-title">
            <a:extLst xmlns:a="http://schemas.openxmlformats.org/drawingml/2006/main">
              <a:ext uri="{FF2B5EF4-FFF2-40B4-BE49-F238E27FC236}">
                <a16:creationId xmlns:a16="http://schemas.microsoft.com/office/drawing/2014/main" id="{58DF56DE-C894-4F37-825A-37F221CEB4DD}"/>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Care</a:t>
            </a:r>
          </a:p>
        </p:txBody>
      </p:sp>
      <p:sp>
        <p:nvSpPr>
          <p:cNvPr id="22" name="item-3-question">
            <a:extLst xmlns:a="http://schemas.openxmlformats.org/drawingml/2006/main">
              <a:ext uri="{FF2B5EF4-FFF2-40B4-BE49-F238E27FC236}">
                <a16:creationId xmlns:a16="http://schemas.microsoft.com/office/drawing/2014/main" id="{57802075-26A2-42E7-B484-66052C9D809B}"/>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one way to show care at the display.</a:t>
            </a:r>
          </a:p>
        </p:txBody>
      </p:sp>
      <p:sp>
        <p:nvSpPr>
          <p:cNvPr id="23" name="item-3-clue">
            <a:extLst xmlns:a="http://schemas.openxmlformats.org/drawingml/2006/main">
              <a:ext uri="{FF2B5EF4-FFF2-40B4-BE49-F238E27FC236}">
                <a16:creationId xmlns:a16="http://schemas.microsoft.com/office/drawing/2014/main" id="{2765A106-030D-4E22-887B-F7A2DEE8C7A1}"/>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before you touch.</a:t>
            </a:r>
          </a:p>
        </p:txBody>
      </p:sp>
    </p:spTree>
    <p:extLst>
      <p:ext uri="{BB962C8B-B14F-4D97-AF65-F5344CB8AC3E}">
        <p14:creationId xmlns:p14="http://schemas.microsoft.com/office/powerpoint/2010/main" val="2809056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B7B07CF3-82FB-4205-9472-04F1F76BD9AB}"/>
              </a:ext>
            </a:extLst>
          </p:cNvPr>
          <p:cNvSpPr>
            <a:spLocks xmlns:a="http://schemas.openxmlformats.org/drawingml/2006/main" noGrp="1"/>
          </p:cNvSpPr>
          <p:nvPr/>
        </p:nvSpPr>
        <p:spPr>
          <a:xfrm xmlns:a="http://schemas.openxmlformats.org/drawingml/2006/main">
            <a:off x="381000" y="161925"/>
            <a:ext cx="666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050" b="1" lang="en-GB">
                <a:solidFill>
                  <a:srgbClr val="365F78"/>
                </a:solidFill>
                <a:latin typeface="Arial"/>
                <a:ea typeface="Arial"/>
                <a:cs typeface="Arial"/>
              </a:defRPr>
            </a:defPPr>
          </a:lstStyle>
          <a:p xmlns:a="http://schemas.openxmlformats.org/drawingml/2006/main">
            <a:pPr algn="l">
              <a:lnSpc>
                <a:spcPct val="108000"/>
              </a:lnSpc>
              <a:buNone/>
              <a:defRPr sz="1050" b="1" lang="en-GB">
                <a:solidFill>
                  <a:srgbClr val="365F78"/>
                </a:solidFill>
                <a:latin typeface="Arial"/>
                <a:ea typeface="Arial"/>
                <a:cs typeface="Arial"/>
              </a:defRPr>
            </a:pPr>
            <a:r>
              <a:rPr sz="1050" b="1" lang="en-GB">
                <a:solidFill>
                  <a:srgbClr val="365F78"/>
                </a:solidFill>
                <a:latin typeface="Arial"/>
                <a:ea typeface="Arial"/>
                <a:cs typeface="Arial"/>
              </a:rPr>
              <a:t>Humanities · BUILD · Autumn 2 · Week 1</a:t>
            </a:r>
          </a:p>
        </p:txBody>
      </p:sp>
      <p:sp>
        <p:nvSpPr>
          <p:cNvPr id="2" name="stage-time">
            <a:extLst xmlns:a="http://schemas.openxmlformats.org/drawingml/2006/main">
              <a:ext uri="{FF2B5EF4-FFF2-40B4-BE49-F238E27FC236}">
                <a16:creationId xmlns:a16="http://schemas.microsoft.com/office/drawing/2014/main" id="{02F37C85-0A37-4911-9EF3-F8298D91310A}"/>
              </a:ext>
            </a:extLst>
          </p:cNvPr>
          <p:cNvSpPr>
            <a:spLocks xmlns:a="http://schemas.openxmlformats.org/drawingml/2006/main" noGrp="1"/>
          </p:cNvSpPr>
          <p:nvPr/>
        </p:nvSpPr>
        <p:spPr>
          <a:xfrm xmlns:a="http://schemas.openxmlformats.org/drawingml/2006/main">
            <a:off x="7286625" y="1428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r">
              <a:defRPr sz="1425" b="1" lang="en-GB">
                <a:solidFill>
                  <a:srgbClr val="365F78"/>
                </a:solidFill>
                <a:latin typeface="Arial"/>
                <a:ea typeface="Arial"/>
                <a:cs typeface="Arial"/>
              </a:defRPr>
            </a:defPPr>
          </a:lstStyle>
          <a:p xmlns:a="http://schemas.openxmlformats.org/drawingml/2006/main">
            <a:pPr algn="r">
              <a:lnSpc>
                <a:spcPct val="108000"/>
              </a:lnSpc>
              <a:buNone/>
              <a:defRPr sz="1425" b="1" lang="en-GB">
                <a:solidFill>
                  <a:srgbClr val="365F78"/>
                </a:solidFill>
                <a:latin typeface="Arial"/>
                <a:ea typeface="Arial"/>
                <a:cs typeface="Arial"/>
              </a:defRPr>
            </a:pPr>
            <a:r>
              <a:rPr sz="1425" b="1" lang="en-GB">
                <a:solidFill>
                  <a:srgbClr val="365F78"/>
                </a:solidFill>
                <a:latin typeface="Arial"/>
                <a:ea typeface="Arial"/>
                <a:cs typeface="Arial"/>
              </a:rPr>
              <a:t>Exit · 3 min · 37 to 40</a:t>
            </a:r>
          </a:p>
        </p:txBody>
      </p:sp>
      <p:sp>
        <p:nvSpPr>
          <p:cNvPr id="3" name="slide-title">
            <a:extLst xmlns:a="http://schemas.openxmlformats.org/drawingml/2006/main">
              <a:ext uri="{FF2B5EF4-FFF2-40B4-BE49-F238E27FC236}">
                <a16:creationId xmlns:a16="http://schemas.microsoft.com/office/drawing/2014/main" id="{B5E010EB-58A1-4932-8A23-2BC9EA442049}"/>
              </a:ext>
            </a:extLst>
          </p:cNvPr>
          <p:cNvSpPr>
            <a:spLocks xmlns:a="http://schemas.openxmlformats.org/drawingml/2006/main" noGrp="1"/>
          </p:cNvSpPr>
          <p:nvPr/>
        </p:nvSpPr>
        <p:spPr>
          <a:xfrm xmlns:a="http://schemas.openxmlformats.org/drawingml/2006/main">
            <a:off x="381000" y="533400"/>
            <a:ext cx="9239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2700" b="1" lang="en-GB">
                <a:solidFill>
                  <a:srgbClr val="365F78"/>
                </a:solidFill>
                <a:latin typeface="Arial"/>
                <a:ea typeface="Arial"/>
                <a:cs typeface="Arial"/>
              </a:defRPr>
            </a:defPPr>
          </a:lstStyle>
          <a:p xmlns:a="http://schemas.openxmlformats.org/drawingml/2006/main">
            <a:pPr algn="l">
              <a:lnSpc>
                <a:spcPct val="108000"/>
              </a:lnSpc>
              <a:buNone/>
              <a:defRPr sz="2700" b="1" lang="en-GB">
                <a:solidFill>
                  <a:srgbClr val="365F78"/>
                </a:solidFill>
                <a:latin typeface="Arial"/>
                <a:ea typeface="Arial"/>
                <a:cs typeface="Arial"/>
              </a:defRPr>
            </a:pPr>
            <a:r>
              <a:rPr sz="2700" b="1" lang="en-GB">
                <a:solidFill>
                  <a:srgbClr val="365F78"/>
                </a:solidFill>
                <a:latin typeface="Arial"/>
                <a:ea typeface="Arial"/>
                <a:cs typeface="Arial"/>
              </a:rPr>
              <a:t>Exit ticket</a:t>
            </a:r>
          </a:p>
        </p:txBody>
      </p:sp>
      <p:sp>
        <p:nvSpPr>
          <p:cNvPr id="4" name="tier-route-label">
            <a:extLst xmlns:a="http://schemas.openxmlformats.org/drawingml/2006/main">
              <a:ext uri="{FF2B5EF4-FFF2-40B4-BE49-F238E27FC236}">
                <a16:creationId xmlns:a16="http://schemas.microsoft.com/office/drawing/2014/main" id="{2E5FDCC1-9F5C-405D-89A0-B47A0E1FD937}"/>
              </a:ext>
            </a:extLst>
          </p:cNvPr>
          <p:cNvSpPr>
            <a:spLocks xmlns:a="http://schemas.openxmlformats.org/drawingml/2006/main" noGrp="1"/>
          </p:cNvSpPr>
          <p:nvPr/>
        </p:nvSpPr>
        <p:spPr>
          <a:xfrm xmlns:a="http://schemas.openxmlformats.org/drawingml/2006/main">
            <a:off x="9763125" y="590550"/>
            <a:ext cx="1638300" cy="323850"/>
          </a:xfrm>
          <a:prstGeom xmlns:a="http://schemas.openxmlformats.org/drawingml/2006/main" prst="rect">
            <a:avLst/>
          </a:prstGeom>
          <a:solidFill xmlns:a="http://schemas.openxmlformats.org/drawingml/2006/main">
            <a:srgbClr val="365F78"/>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725" b="1" lang="en-GB">
                <a:solidFill>
                  <a:srgbClr val="FFFFFF"/>
                </a:solidFill>
                <a:latin typeface="Arial"/>
                <a:ea typeface="Arial"/>
                <a:cs typeface="Arial"/>
              </a:defRPr>
            </a:defPPr>
          </a:lstStyle>
          <a:p xmlns:a="http://schemas.openxmlformats.org/drawingml/2006/main">
            <a:pPr algn="l">
              <a:lnSpc>
                <a:spcPct val="108000"/>
              </a:lnSpc>
              <a:buNone/>
              <a:defRPr sz="1725" b="1" lang="en-GB">
                <a:solidFill>
                  <a:srgbClr val="FFFFFF"/>
                </a:solidFill>
                <a:latin typeface="Arial"/>
                <a:ea typeface="Arial"/>
                <a:cs typeface="Arial"/>
              </a:defRPr>
            </a:pPr>
            <a:r>
              <a:rPr sz="1725" b="1" lang="en-GB">
                <a:solidFill>
                  <a:srgbClr val="FFFFFF"/>
                </a:solidFill>
                <a:latin typeface="Arial"/>
                <a:ea typeface="Arial"/>
                <a:cs typeface="Arial"/>
              </a:rPr>
              <a:t>Stretch</a:t>
            </a:r>
          </a:p>
        </p:txBody>
      </p:sp>
      <p:pic>
        <p:nvPicPr>
          <p:cNvPr id="5" name="">
            <a:extLst xmlns:a="http://schemas.openxmlformats.org/drawingml/2006/main">
              <a:ext uri="{FF2B5EF4-FFF2-40B4-BE49-F238E27FC236}">
                <a16:creationId xmlns:a16="http://schemas.microsoft.com/office/drawing/2014/main" id="{0DF6805F-FB40-4A6F-A182-F9177240B27D}"/>
              </a:ext>
            </a:extLst>
          </p:cNvPr>
          <p:cNvPicPr>
            <a:picLocks xmlns:a="http://schemas.openxmlformats.org/drawingml/2006/main" noChangeAspect="1"/>
          </p:cNvPicPr>
          <p:nvPr/>
        </p:nvPicPr>
        <p:blipFill>
          <a:blip xmlns:r="http://schemas.openxmlformats.org/officeDocument/2006/relationships" xmlns:a="http://schemas.openxmlformats.org/drawingml/2006/main" r:embed="R98041f4289f4487d"/>
          <a:stretch xmlns:a="http://schemas.openxmlformats.org/drawingml/2006/main"/>
        </p:blipFill>
        <p:spPr>
          <a:xfrm xmlns:a="http://schemas.openxmlformats.org/drawingml/2006/main">
            <a:off x="11430000" y="190500"/>
            <a:ext cx="419100" cy="419100"/>
          </a:xfrm>
          <a:prstGeom xmlns:a="http://schemas.openxmlformats.org/drawingml/2006/main" prst="rect">
            <a:avLst/>
          </a:prstGeom>
        </p:spPr>
      </p:pic>
      <p:sp>
        <p:nvSpPr>
          <p:cNvPr id="6" name="shape">
            <a:extLst xmlns:a="http://schemas.openxmlformats.org/drawingml/2006/main">
              <a:ext uri="{FF2B5EF4-FFF2-40B4-BE49-F238E27FC236}">
                <a16:creationId xmlns:a16="http://schemas.microsoft.com/office/drawing/2014/main" id="{A82E64EA-4F92-41F5-97CB-EB7D8FAC3AB7}"/>
              </a:ext>
            </a:extLst>
          </p:cNvPr>
          <p:cNvSpPr>
            <a:spLocks xmlns:a="http://schemas.openxmlformats.org/drawingml/2006/main" noGrp="1"/>
          </p:cNvSpPr>
          <p:nvPr/>
        </p:nvSpPr>
        <p:spPr>
          <a:xfrm xmlns:a="http://schemas.openxmlformats.org/drawingml/2006/main">
            <a:off x="381000" y="1143000"/>
            <a:ext cx="14097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85450B50-253C-400A-8CAE-A3A3BCD3DCE0}"/>
              </a:ext>
            </a:extLst>
          </p:cNvPr>
          <p:cNvSpPr>
            <a:spLocks xmlns:a="http://schemas.openxmlformats.org/drawingml/2006/main" noGrp="1"/>
          </p:cNvSpPr>
          <p:nvPr/>
        </p:nvSpPr>
        <p:spPr>
          <a:xfrm xmlns:a="http://schemas.openxmlformats.org/drawingml/2006/main">
            <a:off x="1809750" y="1143000"/>
            <a:ext cx="838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8" name="shape">
            <a:extLst xmlns:a="http://schemas.openxmlformats.org/drawingml/2006/main">
              <a:ext uri="{FF2B5EF4-FFF2-40B4-BE49-F238E27FC236}">
                <a16:creationId xmlns:a16="http://schemas.microsoft.com/office/drawing/2014/main" id="{D90F86D8-65C3-4931-8DD1-4282E46C0451}"/>
              </a:ext>
            </a:extLst>
          </p:cNvPr>
          <p:cNvSpPr>
            <a:spLocks xmlns:a="http://schemas.openxmlformats.org/drawingml/2006/main" noGrp="1"/>
          </p:cNvSpPr>
          <p:nvPr/>
        </p:nvSpPr>
        <p:spPr>
          <a:xfrm xmlns:a="http://schemas.openxmlformats.org/drawingml/2006/main">
            <a:off x="2667000" y="1143000"/>
            <a:ext cx="16954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9" name="shape">
            <a:extLst xmlns:a="http://schemas.openxmlformats.org/drawingml/2006/main">
              <a:ext uri="{FF2B5EF4-FFF2-40B4-BE49-F238E27FC236}">
                <a16:creationId xmlns:a16="http://schemas.microsoft.com/office/drawing/2014/main" id="{C406611F-DDC3-411C-8B86-6516E932163E}"/>
              </a:ext>
            </a:extLst>
          </p:cNvPr>
          <p:cNvSpPr>
            <a:spLocks xmlns:a="http://schemas.openxmlformats.org/drawingml/2006/main" noGrp="1"/>
          </p:cNvSpPr>
          <p:nvPr/>
        </p:nvSpPr>
        <p:spPr>
          <a:xfrm xmlns:a="http://schemas.openxmlformats.org/drawingml/2006/main">
            <a:off x="4381500" y="1143000"/>
            <a:ext cx="226695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0" name="shape">
            <a:extLst xmlns:a="http://schemas.openxmlformats.org/drawingml/2006/main">
              <a:ext uri="{FF2B5EF4-FFF2-40B4-BE49-F238E27FC236}">
                <a16:creationId xmlns:a16="http://schemas.microsoft.com/office/drawing/2014/main" id="{1C235EEB-0DDD-48BF-A4C2-1B4666C8B5AF}"/>
              </a:ext>
            </a:extLst>
          </p:cNvPr>
          <p:cNvSpPr>
            <a:spLocks xmlns:a="http://schemas.openxmlformats.org/drawingml/2006/main" noGrp="1"/>
          </p:cNvSpPr>
          <p:nvPr/>
        </p:nvSpPr>
        <p:spPr>
          <a:xfrm xmlns:a="http://schemas.openxmlformats.org/drawingml/2006/main">
            <a:off x="6667500" y="1143000"/>
            <a:ext cx="4267200" cy="47625"/>
          </a:xfrm>
          <a:prstGeom xmlns:a="http://schemas.openxmlformats.org/drawingml/2006/main" prst="rect">
            <a:avLst/>
          </a:prstGeom>
          <a:solidFill xmlns:a="http://schemas.openxmlformats.org/drawingml/2006/main">
            <a:srgbClr val="7F9BAB"/>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22C9FA55-232C-46B2-A743-B606AE07672D}"/>
              </a:ext>
            </a:extLst>
          </p:cNvPr>
          <p:cNvSpPr>
            <a:spLocks xmlns:a="http://schemas.openxmlformats.org/drawingml/2006/main" noGrp="1"/>
          </p:cNvSpPr>
          <p:nvPr/>
        </p:nvSpPr>
        <p:spPr>
          <a:xfrm xmlns:a="http://schemas.openxmlformats.org/drawingml/2006/main">
            <a:off x="10953750" y="1143000"/>
            <a:ext cx="838200" cy="85725"/>
          </a:xfrm>
          <a:prstGeom xmlns:a="http://schemas.openxmlformats.org/drawingml/2006/main" prst="rect">
            <a:avLst/>
          </a:prstGeom>
          <a:solidFill xmlns:a="http://schemas.openxmlformats.org/drawingml/2006/main">
            <a:srgbClr val="365F78"/>
          </a:solidFill>
          <a:ln xmlns:a="http://schemas.openxmlformats.org/drawingml/2006/main" w="0">
            <a:noFill/>
          </a:ln>
        </p:spPr>
      </p:sp>
      <p:sp>
        <p:nvSpPr>
          <p:cNvPr id="12" name="version-footer">
            <a:extLst xmlns:a="http://schemas.openxmlformats.org/drawingml/2006/main">
              <a:ext uri="{FF2B5EF4-FFF2-40B4-BE49-F238E27FC236}">
                <a16:creationId xmlns:a16="http://schemas.microsoft.com/office/drawing/2014/main" id="{5C08391E-652D-4CCE-BA2E-FD8205FE202A}"/>
              </a:ext>
            </a:extLst>
          </p:cNvPr>
          <p:cNvSpPr>
            <a:spLocks xmlns:a="http://schemas.openxmlformats.org/drawingml/2006/main" noGrp="1"/>
          </p:cNvSpPr>
          <p:nvPr/>
        </p:nvSpPr>
        <p:spPr>
          <a:xfrm xmlns:a="http://schemas.openxmlformats.org/drawingml/2006/main">
            <a:off x="381000" y="6315075"/>
            <a:ext cx="1143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900" b="0" lang="en-GB">
                <a:solidFill>
                  <a:srgbClr val="586A7A"/>
                </a:solidFill>
                <a:latin typeface="Arial"/>
                <a:ea typeface="Arial"/>
                <a:cs typeface="Arial"/>
              </a:defRPr>
            </a:defPPr>
          </a:lstStyle>
          <a:p xmlns:a="http://schemas.openxmlformats.org/drawingml/2006/main">
            <a:pPr algn="l">
              <a:lnSpc>
                <a:spcPct val="108000"/>
              </a:lnSpc>
              <a:buNone/>
              <a:defRPr sz="900" b="0" lang="en-GB">
                <a:solidFill>
                  <a:srgbClr val="586A7A"/>
                </a:solidFill>
                <a:latin typeface="Arial"/>
                <a:ea typeface="Arial"/>
                <a:cs typeface="Arial"/>
              </a:defRPr>
            </a:pPr>
            <a:r>
              <a:rPr sz="900" b="0" lang="en-GB">
                <a:solidFill>
                  <a:srgbClr val="586A7A"/>
                </a:solidFill>
                <a:latin typeface="Arial"/>
                <a:ea typeface="Arial"/>
                <a:cs typeface="Arial"/>
              </a:rPr>
              <a:t>Made from the web lesson HUM-BUILD-A2-W01 · version ______</a:t>
            </a:r>
          </a:p>
        </p:txBody>
      </p:sp>
      <p:sp>
        <p:nvSpPr>
          <p:cNvPr id="13" name="licence-footer">
            <a:extLst xmlns:a="http://schemas.openxmlformats.org/drawingml/2006/main">
              <a:ext uri="{FF2B5EF4-FFF2-40B4-BE49-F238E27FC236}">
                <a16:creationId xmlns:a16="http://schemas.microsoft.com/office/drawing/2014/main" id="{5A8FE8E4-B4E9-4FDC-9FDB-989DC14B6BF7}"/>
              </a:ext>
            </a:extLst>
          </p:cNvPr>
          <p:cNvSpPr>
            <a:spLocks xmlns:a="http://schemas.openxmlformats.org/drawingml/2006/main" noGrp="1"/>
          </p:cNvSpPr>
          <p:nvPr/>
        </p:nvSpPr>
        <p:spPr>
          <a:xfrm xmlns:a="http://schemas.openxmlformats.org/drawingml/2006/main">
            <a:off x="381000" y="6572250"/>
            <a:ext cx="11430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675" b="0" lang="en-GB">
                <a:solidFill>
                  <a:srgbClr val="586A7A"/>
                </a:solidFill>
                <a:latin typeface="Arial"/>
                <a:ea typeface="Arial"/>
                <a:cs typeface="Arial"/>
              </a:defRPr>
            </a:defPPr>
          </a:lstStyle>
          <a:p xmlns:a="http://schemas.openxmlformats.org/drawingml/2006/main">
            <a:pPr algn="l">
              <a:lnSpc>
                <a:spcPct val="108000"/>
              </a:lnSpc>
              <a:buNone/>
              <a:defRPr sz="675" b="0" lang="en-GB">
                <a:solidFill>
                  <a:srgbClr val="586A7A"/>
                </a:solidFill>
                <a:latin typeface="Arial"/>
                <a:ea typeface="Arial"/>
                <a:cs typeface="Arial"/>
              </a:defRPr>
            </a:pPr>
            <a:r>
              <a:rPr sz="675" b="0" lang="en-GB">
                <a:solidFill>
                  <a:srgbClr val="586A7A"/>
                </a:solidFill>
                <a:latin typeface="Arial"/>
                <a:ea typeface="Arial"/>
                <a:cs typeface="Arial"/>
              </a:rPr>
              <a:t>Made by Matt · madebymatt.uk · © Matt Roper · CC BY-NC-SA 4.0: free for classroom use, share and adapt with credit, no resale</a:t>
            </a:r>
          </a:p>
        </p:txBody>
      </p:sp>
      <p:sp>
        <p:nvSpPr>
          <p:cNvPr id="14" name="book-instruction">
            <a:extLst xmlns:a="http://schemas.openxmlformats.org/drawingml/2006/main">
              <a:ext uri="{FF2B5EF4-FFF2-40B4-BE49-F238E27FC236}">
                <a16:creationId xmlns:a16="http://schemas.microsoft.com/office/drawing/2014/main" id="{D9F40258-CE40-4DE6-9A9A-0373E9D2AD06}"/>
              </a:ext>
            </a:extLst>
          </p:cNvPr>
          <p:cNvSpPr>
            <a:spLocks xmlns:a="http://schemas.openxmlformats.org/drawingml/2006/main" noGrp="1"/>
          </p:cNvSpPr>
          <p:nvPr/>
        </p:nvSpPr>
        <p:spPr>
          <a:xfrm xmlns:a="http://schemas.openxmlformats.org/drawingml/2006/main">
            <a:off x="381000" y="1381125"/>
            <a:ext cx="11430000" cy="352044"/>
          </a:xfrm>
          <a:prstGeom xmlns:a="http://schemas.openxmlformats.org/drawingml/2006/main" prst="rect">
            <a:avLst/>
          </a:prstGeom>
          <a:solidFill xmlns:a="http://schemas.openxmlformats.org/drawingml/2006/main">
            <a:srgbClr val="FFF1BB"/>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650" b="1" lang="en-GB">
                <a:solidFill>
                  <a:srgbClr val="17263B"/>
                </a:solidFill>
                <a:latin typeface="Arial"/>
                <a:ea typeface="Arial"/>
                <a:cs typeface="Arial"/>
              </a:defRPr>
            </a:defPPr>
          </a:lstStyle>
          <a:p xmlns:a="http://schemas.openxmlformats.org/drawingml/2006/main">
            <a:pPr algn="l">
              <a:lnSpc>
                <a:spcPct val="108000"/>
              </a:lnSpc>
              <a:buNone/>
              <a:defRPr sz="1650" b="1" lang="en-GB">
                <a:solidFill>
                  <a:srgbClr val="17263B"/>
                </a:solidFill>
                <a:latin typeface="Arial"/>
                <a:ea typeface="Arial"/>
                <a:cs typeface="Arial"/>
              </a:defRPr>
            </a:pPr>
            <a:r>
              <a:rPr sz="1650" b="1" lang="en-GB">
                <a:solidFill>
                  <a:srgbClr val="17263B"/>
                </a:solidFill>
                <a:latin typeface="Arial"/>
                <a:ea typeface="Arial"/>
                <a:cs typeface="Arial"/>
              </a:rPr>
              <a:t>In your book: One exit check: a word, mark or picture.</a:t>
            </a:r>
          </a:p>
        </p:txBody>
      </p:sp>
      <p:sp>
        <p:nvSpPr>
          <p:cNvPr id="15" name="item-1-title">
            <a:extLst xmlns:a="http://schemas.openxmlformats.org/drawingml/2006/main">
              <a:ext uri="{FF2B5EF4-FFF2-40B4-BE49-F238E27FC236}">
                <a16:creationId xmlns:a16="http://schemas.microsoft.com/office/drawing/2014/main" id="{9853C2AF-B97C-4339-AFA9-43E873A37FBB}"/>
              </a:ext>
            </a:extLst>
          </p:cNvPr>
          <p:cNvSpPr>
            <a:spLocks xmlns:a="http://schemas.openxmlformats.org/drawingml/2006/main" noGrp="1"/>
          </p:cNvSpPr>
          <p:nvPr/>
        </p:nvSpPr>
        <p:spPr>
          <a:xfrm xmlns:a="http://schemas.openxmlformats.org/drawingml/2006/main">
            <a:off x="3810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1. Name and meaning</a:t>
            </a:r>
          </a:p>
        </p:txBody>
      </p:sp>
      <p:sp>
        <p:nvSpPr>
          <p:cNvPr id="16" name="item-1-question">
            <a:extLst xmlns:a="http://schemas.openxmlformats.org/drawingml/2006/main">
              <a:ext uri="{FF2B5EF4-FFF2-40B4-BE49-F238E27FC236}">
                <a16:creationId xmlns:a16="http://schemas.microsoft.com/office/drawing/2014/main" id="{3A316C9C-E348-46FC-AC99-3B306C87BBCE}"/>
              </a:ext>
            </a:extLst>
          </p:cNvPr>
          <p:cNvSpPr>
            <a:spLocks xmlns:a="http://schemas.openxmlformats.org/drawingml/2006/main" noGrp="1"/>
          </p:cNvSpPr>
          <p:nvPr/>
        </p:nvSpPr>
        <p:spPr>
          <a:xfrm xmlns:a="http://schemas.openxmlformats.org/drawingml/2006/main">
            <a:off x="3810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Link Diwali, a lamp and one meaning.</a:t>
            </a:r>
          </a:p>
        </p:txBody>
      </p:sp>
      <p:sp>
        <p:nvSpPr>
          <p:cNvPr id="17" name="item-1-clue">
            <a:extLst xmlns:a="http://schemas.openxmlformats.org/drawingml/2006/main">
              <a:ext uri="{FF2B5EF4-FFF2-40B4-BE49-F238E27FC236}">
                <a16:creationId xmlns:a16="http://schemas.microsoft.com/office/drawing/2014/main" id="{C53A98A5-1CBD-4D61-B2DC-CAD83F86EB5E}"/>
              </a:ext>
            </a:extLst>
          </p:cNvPr>
          <p:cNvSpPr>
            <a:spLocks xmlns:a="http://schemas.openxmlformats.org/drawingml/2006/main" noGrp="1"/>
          </p:cNvSpPr>
          <p:nvPr/>
        </p:nvSpPr>
        <p:spPr>
          <a:xfrm xmlns:a="http://schemas.openxmlformats.org/drawingml/2006/main">
            <a:off x="3810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Use one short line or three linked pictures.</a:t>
            </a:r>
          </a:p>
        </p:txBody>
      </p:sp>
      <p:sp>
        <p:nvSpPr>
          <p:cNvPr id="18" name="item-2-title">
            <a:extLst xmlns:a="http://schemas.openxmlformats.org/drawingml/2006/main">
              <a:ext uri="{FF2B5EF4-FFF2-40B4-BE49-F238E27FC236}">
                <a16:creationId xmlns:a16="http://schemas.microsoft.com/office/drawing/2014/main" id="{D96802C9-9B7D-4B77-B421-DFF86EA27B7C}"/>
              </a:ext>
            </a:extLst>
          </p:cNvPr>
          <p:cNvSpPr>
            <a:spLocks xmlns:a="http://schemas.openxmlformats.org/drawingml/2006/main" noGrp="1"/>
          </p:cNvSpPr>
          <p:nvPr/>
        </p:nvSpPr>
        <p:spPr>
          <a:xfrm xmlns:a="http://schemas.openxmlformats.org/drawingml/2006/main">
            <a:off x="42799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2. Check a claim</a:t>
            </a:r>
          </a:p>
        </p:txBody>
      </p:sp>
      <p:sp>
        <p:nvSpPr>
          <p:cNvPr id="19" name="item-2-question">
            <a:extLst xmlns:a="http://schemas.openxmlformats.org/drawingml/2006/main">
              <a:ext uri="{FF2B5EF4-FFF2-40B4-BE49-F238E27FC236}">
                <a16:creationId xmlns:a16="http://schemas.microsoft.com/office/drawing/2014/main" id="{8922849D-B74A-4804-8093-49BED096121F}"/>
              </a:ext>
            </a:extLst>
          </p:cNvPr>
          <p:cNvSpPr>
            <a:spLocks xmlns:a="http://schemas.openxmlformats.org/drawingml/2006/main" noGrp="1"/>
          </p:cNvSpPr>
          <p:nvPr/>
        </p:nvSpPr>
        <p:spPr>
          <a:xfrm xmlns:a="http://schemas.openxmlformats.org/drawingml/2006/main">
            <a:off x="42799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Does one lamp show what all people believe? Why?</a:t>
            </a:r>
          </a:p>
        </p:txBody>
      </p:sp>
      <p:sp>
        <p:nvSpPr>
          <p:cNvPr id="20" name="item-2-clue">
            <a:extLst xmlns:a="http://schemas.openxmlformats.org/drawingml/2006/main">
              <a:ext uri="{FF2B5EF4-FFF2-40B4-BE49-F238E27FC236}">
                <a16:creationId xmlns:a16="http://schemas.microsoft.com/office/drawing/2014/main" id="{2E589522-67CA-4624-A259-041E5B7B81E9}"/>
              </a:ext>
            </a:extLst>
          </p:cNvPr>
          <p:cNvSpPr>
            <a:spLocks xmlns:a="http://schemas.openxmlformats.org/drawingml/2006/main" noGrp="1"/>
          </p:cNvSpPr>
          <p:nvPr/>
        </p:nvSpPr>
        <p:spPr>
          <a:xfrm xmlns:a="http://schemas.openxmlformats.org/drawingml/2006/main">
            <a:off x="4279900" y="3082671"/>
            <a:ext cx="3632200" cy="51625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what the drawing cannot show.</a:t>
            </a:r>
          </a:p>
        </p:txBody>
      </p:sp>
      <p:sp>
        <p:nvSpPr>
          <p:cNvPr id="21" name="item-3-title">
            <a:extLst xmlns:a="http://schemas.openxmlformats.org/drawingml/2006/main">
              <a:ext uri="{FF2B5EF4-FFF2-40B4-BE49-F238E27FC236}">
                <a16:creationId xmlns:a16="http://schemas.microsoft.com/office/drawing/2014/main" id="{DB506114-0AD6-4A26-9AF1-7DBC8977E300}"/>
              </a:ext>
            </a:extLst>
          </p:cNvPr>
          <p:cNvSpPr>
            <a:spLocks xmlns:a="http://schemas.openxmlformats.org/drawingml/2006/main" noGrp="1"/>
          </p:cNvSpPr>
          <p:nvPr/>
        </p:nvSpPr>
        <p:spPr>
          <a:xfrm xmlns:a="http://schemas.openxmlformats.org/drawingml/2006/main">
            <a:off x="8178800" y="1904619"/>
            <a:ext cx="3632200" cy="3364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800" b="1" lang="en-GB">
                <a:solidFill>
                  <a:srgbClr val="365F78"/>
                </a:solidFill>
                <a:latin typeface="Arial"/>
                <a:ea typeface="Arial"/>
                <a:cs typeface="Arial"/>
              </a:defRPr>
            </a:defPPr>
          </a:lstStyle>
          <a:p xmlns:a="http://schemas.openxmlformats.org/drawingml/2006/main">
            <a:pPr algn="l">
              <a:lnSpc>
                <a:spcPct val="108000"/>
              </a:lnSpc>
              <a:buNone/>
              <a:defRPr sz="1800" b="1" lang="en-GB">
                <a:solidFill>
                  <a:srgbClr val="365F78"/>
                </a:solidFill>
                <a:latin typeface="Arial"/>
                <a:ea typeface="Arial"/>
                <a:cs typeface="Arial"/>
              </a:defRPr>
            </a:pPr>
            <a:r>
              <a:rPr sz="1800" b="1" lang="en-GB">
                <a:solidFill>
                  <a:srgbClr val="365F78"/>
                </a:solidFill>
                <a:latin typeface="Arial"/>
                <a:ea typeface="Arial"/>
                <a:cs typeface="Arial"/>
              </a:rPr>
              <a:t>3. Care</a:t>
            </a:r>
          </a:p>
        </p:txBody>
      </p:sp>
      <p:sp>
        <p:nvSpPr>
          <p:cNvPr id="22" name="item-3-question">
            <a:extLst xmlns:a="http://schemas.openxmlformats.org/drawingml/2006/main">
              <a:ext uri="{FF2B5EF4-FFF2-40B4-BE49-F238E27FC236}">
                <a16:creationId xmlns:a16="http://schemas.microsoft.com/office/drawing/2014/main" id="{04760C07-4DC3-4429-B7D7-523010A1B9DE}"/>
              </a:ext>
            </a:extLst>
          </p:cNvPr>
          <p:cNvSpPr>
            <a:spLocks xmlns:a="http://schemas.openxmlformats.org/drawingml/2006/main" noGrp="1"/>
          </p:cNvSpPr>
          <p:nvPr/>
        </p:nvSpPr>
        <p:spPr>
          <a:xfrm xmlns:a="http://schemas.openxmlformats.org/drawingml/2006/main">
            <a:off x="8178800" y="2317242"/>
            <a:ext cx="3632200" cy="651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950" b="0" lang="en-GB">
                <a:solidFill>
                  <a:srgbClr val="17263B"/>
                </a:solidFill>
                <a:latin typeface="Arial"/>
                <a:ea typeface="Arial"/>
                <a:cs typeface="Arial"/>
              </a:defRPr>
            </a:defPPr>
          </a:lstStyle>
          <a:p xmlns:a="http://schemas.openxmlformats.org/drawingml/2006/main">
            <a:pPr algn="l">
              <a:lnSpc>
                <a:spcPct val="108000"/>
              </a:lnSpc>
              <a:buNone/>
              <a:defRPr sz="1950" b="0" lang="en-GB">
                <a:solidFill>
                  <a:srgbClr val="17263B"/>
                </a:solidFill>
                <a:latin typeface="Arial"/>
                <a:ea typeface="Arial"/>
                <a:cs typeface="Arial"/>
              </a:defRPr>
            </a:pPr>
            <a:r>
              <a:rPr sz="1950" b="0" lang="en-GB">
                <a:solidFill>
                  <a:srgbClr val="17263B"/>
                </a:solidFill>
                <a:latin typeface="Arial"/>
                <a:ea typeface="Arial"/>
                <a:cs typeface="Arial"/>
              </a:rPr>
              <a:t>Give one care rule for our display. Who does it help?</a:t>
            </a:r>
          </a:p>
        </p:txBody>
      </p:sp>
      <p:sp>
        <p:nvSpPr>
          <p:cNvPr id="23" name="item-3-clue">
            <a:extLst xmlns:a="http://schemas.openxmlformats.org/drawingml/2006/main">
              <a:ext uri="{FF2B5EF4-FFF2-40B4-BE49-F238E27FC236}">
                <a16:creationId xmlns:a16="http://schemas.microsoft.com/office/drawing/2014/main" id="{9E14A362-B55E-4600-BBAE-3533FF654756}"/>
              </a:ext>
            </a:extLst>
          </p:cNvPr>
          <p:cNvSpPr>
            <a:spLocks xmlns:a="http://schemas.openxmlformats.org/drawingml/2006/main" noGrp="1"/>
          </p:cNvSpPr>
          <p:nvPr/>
        </p:nvSpPr>
        <p:spPr>
          <a:xfrm xmlns:a="http://schemas.openxmlformats.org/drawingml/2006/main">
            <a:off x="8178800" y="3082671"/>
            <a:ext cx="3632200" cy="291465"/>
          </a:xfrm>
          <a:prstGeom xmlns:a="http://schemas.openxmlformats.org/drawingml/2006/main" prst="rect">
            <a:avLst/>
          </a:prstGeom>
          <a:solidFill xmlns:a="http://schemas.openxmlformats.org/drawingml/2006/main">
            <a:srgbClr val="E4EFF9"/>
          </a:solidFill>
          <a:ln xmlns:a="http://schemas.openxmlformats.org/drawingml/2006/main" w="0">
            <a:noFill/>
          </a:ln>
        </p:spPr>
        <p:txBody>
          <a:bodyPr xmlns:a="http://schemas.openxmlformats.org/drawingml/2006/main" wrap="square" lIns="20955" tIns="19050" rIns="20955" bIns="19050" anchor="t">
            <a:noAutofit/>
          </a:bodyPr>
          <a:lstStyle xmlns:a="http://schemas.openxmlformats.org/drawingml/2006/main">
            <a:defPPr algn="l">
              <a:defRPr sz="1500" b="0" lang="en-GB">
                <a:solidFill>
                  <a:srgbClr val="365F78"/>
                </a:solidFill>
                <a:latin typeface="Arial"/>
                <a:ea typeface="Arial"/>
                <a:cs typeface="Arial"/>
              </a:defRPr>
            </a:defPPr>
          </a:lstStyle>
          <a:p xmlns:a="http://schemas.openxmlformats.org/drawingml/2006/main">
            <a:pPr algn="l">
              <a:lnSpc>
                <a:spcPct val="108000"/>
              </a:lnSpc>
              <a:buNone/>
              <a:defRPr sz="1500" b="0" lang="en-GB">
                <a:solidFill>
                  <a:srgbClr val="365F78"/>
                </a:solidFill>
                <a:latin typeface="Arial"/>
                <a:ea typeface="Arial"/>
                <a:cs typeface="Arial"/>
              </a:defRPr>
            </a:pPr>
            <a:r>
              <a:rPr sz="1500" b="0" lang="en-GB">
                <a:solidFill>
                  <a:srgbClr val="365F78"/>
                </a:solidFill>
                <a:latin typeface="Arial"/>
                <a:ea typeface="Arial"/>
                <a:cs typeface="Arial"/>
              </a:rPr>
              <a:t>Clue: Think of the people at the display.</a:t>
            </a:r>
          </a:p>
        </p:txBody>
      </p:sp>
    </p:spTree>
    <p:extLst>
      <p:ext uri="{BB962C8B-B14F-4D97-AF65-F5344CB8AC3E}">
        <p14:creationId xmlns:p14="http://schemas.microsoft.com/office/powerpoint/2010/main" val="1452653855"/>
      </p:ext>
    </p:extLst>
  </p:cSld>
</p:sld>
</file>

<file path=ppt/theme/theme1.xml><?xml version="1.0" encoding="utf-8"?>
<a:theme xmlns:a="http://schemas.openxmlformats.org/drawingml/2006/main" name="Lesson theme">
  <a:themeElements>
    <a:clrScheme name="Lesson colours">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ext">
      <a:majorFont>
        <a:latin typeface="Arial"/>
        <a:ea typeface="Arial"/>
        <a:cs typeface="Arial"/>
      </a:majorFont>
      <a:minorFont>
        <a:latin typeface="Arial"/>
        <a:ea typeface="Arial"/>
        <a:cs typeface="Arial"/>
      </a:minorFont>
    </a:fontScheme>
    <a:fmtScheme name="Lesson formats">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A festival of light</dc:title>
  <dcterms:created xsi:type="dcterms:W3CDTF"/>
  <dcterms:modified xsi:type="dcterms:W3CDTF"/>
  <dc:subject>HUM-BUILD-A2-W01</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