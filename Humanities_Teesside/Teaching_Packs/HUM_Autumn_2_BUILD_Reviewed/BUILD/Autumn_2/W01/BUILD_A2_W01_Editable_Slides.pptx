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4b01f79b84f4cc6" Type="http://schemas.openxmlformats.org/officeDocument/2006/relationships/extended-properties" Target="docProps/app.xml"/><Relationship Id="R709bce148f8b48cd" Type="http://schemas.openxmlformats.org/officeDocument/2006/relationships/officeDocument" Target="ppt/presentation.xml"/><Relationship Id="Rdc766df6883f448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d358157cd41d6"/>
  </p:sldMasterIdLst>
  <p:notesMasterIdLst>
    <p:notesMasterId xmlns:r="http://schemas.openxmlformats.org/officeDocument/2006/relationships" r:id="R0e9ae58048e94b73"/>
  </p:notesMasterIdLst>
  <p:sldIdLst>
    <p:sldId xmlns:r="http://schemas.openxmlformats.org/officeDocument/2006/relationships" id="256" r:id="Rd18df9bd206b4bf1"/>
    <p:sldId xmlns:r="http://schemas.openxmlformats.org/officeDocument/2006/relationships" id="257" r:id="R79251322699947c1"/>
    <p:sldId xmlns:r="http://schemas.openxmlformats.org/officeDocument/2006/relationships" id="258" r:id="Ra430956b213449b3"/>
    <p:sldId xmlns:r="http://schemas.openxmlformats.org/officeDocument/2006/relationships" id="259" r:id="R9cd7cabfcad74aaf"/>
    <p:sldId xmlns:r="http://schemas.openxmlformats.org/officeDocument/2006/relationships" id="260" r:id="R0be7c3b7a15249a7"/>
    <p:sldId xmlns:r="http://schemas.openxmlformats.org/officeDocument/2006/relationships" id="261" r:id="R4bb9af314ee04142"/>
    <p:sldId xmlns:r="http://schemas.openxmlformats.org/officeDocument/2006/relationships" id="262" r:id="R95122260847f4845"/>
    <p:sldId xmlns:r="http://schemas.openxmlformats.org/officeDocument/2006/relationships" id="263" r:id="Reaa03d4ca7a34ae4"/>
    <p:sldId xmlns:r="http://schemas.openxmlformats.org/officeDocument/2006/relationships" id="264" r:id="Re8c1fef99c3f43e7"/>
    <p:sldId xmlns:r="http://schemas.openxmlformats.org/officeDocument/2006/relationships" id="265" r:id="R8bccdff05ba84149"/>
    <p:sldId xmlns:r="http://schemas.openxmlformats.org/officeDocument/2006/relationships" id="266" r:id="R8def8f4465994d3a"/>
    <p:sldId xmlns:r="http://schemas.openxmlformats.org/officeDocument/2006/relationships" id="267" r:id="R174e2b372b0e475f"/>
    <p:sldId xmlns:r="http://schemas.openxmlformats.org/officeDocument/2006/relationships" id="268" r:id="Rc7df4a893454439b"/>
    <p:sldId xmlns:r="http://schemas.openxmlformats.org/officeDocument/2006/relationships" id="269" r:id="Rb0d15e740faf4dee"/>
    <p:sldId xmlns:r="http://schemas.openxmlformats.org/officeDocument/2006/relationships" id="270" r:id="R2472ec591b9041f7"/>
    <p:sldId xmlns:r="http://schemas.openxmlformats.org/officeDocument/2006/relationships" id="271" r:id="R6cbb3d0397bb4cbd"/>
    <p:sldId xmlns:r="http://schemas.openxmlformats.org/officeDocument/2006/relationships" id="272" r:id="Radff3eb007414286"/>
    <p:sldId xmlns:r="http://schemas.openxmlformats.org/officeDocument/2006/relationships" id="273" r:id="R9207947ea9534f1b"/>
    <p:sldId xmlns:r="http://schemas.openxmlformats.org/officeDocument/2006/relationships" id="274" r:id="R22504fea49b04d85"/>
    <p:sldId xmlns:r="http://schemas.openxmlformats.org/officeDocument/2006/relationships" id="275" r:id="Rc324812ca1b54ea4"/>
    <p:sldId xmlns:r="http://schemas.openxmlformats.org/officeDocument/2006/relationships" id="276" r:id="R3cd375c5d18040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e7c3b7a15249a7" Type="http://schemas.openxmlformats.org/officeDocument/2006/relationships/slide" Target="slides/slide5.xml"/><Relationship Id="R0e9ae58048e94b73" Type="http://schemas.openxmlformats.org/officeDocument/2006/relationships/notesMaster" Target="notesMasters/notesMaster1.xml"/><Relationship Id="R118f28dac81c4965" Type="http://schemas.openxmlformats.org/officeDocument/2006/relationships/theme" Target="theme/theme1.xml"/><Relationship Id="R174e2b372b0e475f" Type="http://schemas.openxmlformats.org/officeDocument/2006/relationships/slide" Target="slides/slide12.xml"/><Relationship Id="R22504fea49b04d85" Type="http://schemas.openxmlformats.org/officeDocument/2006/relationships/slide" Target="slides/slide19.xml"/><Relationship Id="R2472ec591b9041f7" Type="http://schemas.openxmlformats.org/officeDocument/2006/relationships/slide" Target="slides/slide15.xml"/><Relationship Id="R26c88a71f692416c" Type="http://schemas.openxmlformats.org/officeDocument/2006/relationships/presProps" Target="presProps.xml"/><Relationship Id="R3cd375c5d1804044" Type="http://schemas.openxmlformats.org/officeDocument/2006/relationships/slide" Target="slides/slide21.xml"/><Relationship Id="R4a5d358157cd41d6" Type="http://schemas.openxmlformats.org/officeDocument/2006/relationships/slideMaster" Target="slideMasters/slideMaster1.xml"/><Relationship Id="R4bb9af314ee04142" Type="http://schemas.openxmlformats.org/officeDocument/2006/relationships/slide" Target="slides/slide6.xml"/><Relationship Id="R6cbb3d0397bb4cbd" Type="http://schemas.openxmlformats.org/officeDocument/2006/relationships/slide" Target="slides/slide16.xml"/><Relationship Id="R79251322699947c1" Type="http://schemas.openxmlformats.org/officeDocument/2006/relationships/slide" Target="slides/slide2.xml"/><Relationship Id="R8bccdff05ba84149" Type="http://schemas.openxmlformats.org/officeDocument/2006/relationships/slide" Target="slides/slide10.xml"/><Relationship Id="R8def8f4465994d3a" Type="http://schemas.openxmlformats.org/officeDocument/2006/relationships/slide" Target="slides/slide11.xml"/><Relationship Id="R8f502b25bf684ca5" Type="http://schemas.openxmlformats.org/officeDocument/2006/relationships/tableStyles" Target="tableStyles.xml"/><Relationship Id="R9207947ea9534f1b" Type="http://schemas.openxmlformats.org/officeDocument/2006/relationships/slide" Target="slides/slide18.xml"/><Relationship Id="R95122260847f4845" Type="http://schemas.openxmlformats.org/officeDocument/2006/relationships/slide" Target="slides/slide7.xml"/><Relationship Id="R9cd7cabfcad74aaf" Type="http://schemas.openxmlformats.org/officeDocument/2006/relationships/slide" Target="slides/slide4.xml"/><Relationship Id="Ra430956b213449b3" Type="http://schemas.openxmlformats.org/officeDocument/2006/relationships/slide" Target="slides/slide3.xml"/><Relationship Id="Radff3eb007414286" Type="http://schemas.openxmlformats.org/officeDocument/2006/relationships/slide" Target="slides/slide17.xml"/><Relationship Id="Rb0d15e740faf4dee" Type="http://schemas.openxmlformats.org/officeDocument/2006/relationships/slide" Target="slides/slide14.xml"/><Relationship Id="Rc324812ca1b54ea4" Type="http://schemas.openxmlformats.org/officeDocument/2006/relationships/slide" Target="slides/slide20.xml"/><Relationship Id="Rc7df4a893454439b" Type="http://schemas.openxmlformats.org/officeDocument/2006/relationships/slide" Target="slides/slide13.xml"/><Relationship Id="Rd18df9bd206b4bf1" Type="http://schemas.openxmlformats.org/officeDocument/2006/relationships/slide" Target="slides/slide1.xml"/><Relationship Id="Re8c1fef99c3f43e7" Type="http://schemas.openxmlformats.org/officeDocument/2006/relationships/slide" Target="slides/slide9.xml"/><Relationship Id="Reaa03d4ca7a34ae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43655717ece243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0171640a7e84b71" Type="http://schemas.openxmlformats.org/officeDocument/2006/relationships/slide" Target="../slides/slide1.xml"/><Relationship Id="Rc09ab03b62d94e5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eee298c40de40b6" Type="http://schemas.openxmlformats.org/officeDocument/2006/relationships/slide" Target="../slides/slide2.xml"/><Relationship Id="Rd37492319d85457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b451b777f3d4c3a" Type="http://schemas.openxmlformats.org/officeDocument/2006/relationships/notesMaster" Target="../notesMasters/notesMaster1.xml"/><Relationship Id="R603daf1997354bf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78e76494f6a45fb" Type="http://schemas.openxmlformats.org/officeDocument/2006/relationships/slide" Target="../slides/slide4.xml"/><Relationship Id="R656b93fbe8d740d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8dc8ac354834dce" Type="http://schemas.openxmlformats.org/officeDocument/2006/relationships/notesMaster" Target="../notesMasters/notesMaster1.xml"/><Relationship Id="R331c84faefdf4ec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3d101a5799a4493" Type="http://schemas.openxmlformats.org/officeDocument/2006/relationships/notesMaster" Target="../notesMasters/notesMaster1.xml"/><Relationship Id="Rd5c742d466274e9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4103dbdefa04e9e" Type="http://schemas.openxmlformats.org/officeDocument/2006/relationships/slide" Target="../slides/slide7.xml"/><Relationship Id="R4ecf0228e52e4d6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a02d6bf75294ff8" Type="http://schemas.openxmlformats.org/officeDocument/2006/relationships/slide" Target="../slides/slide8.xml"/><Relationship Id="R8c6f148643a84e7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9a49087215c408a" Type="http://schemas.openxmlformats.org/officeDocument/2006/relationships/slide" Target="../slides/slide9.xml"/><Relationship Id="R8b33df3a2477453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f288c252aec4286" Type="http://schemas.openxmlformats.org/officeDocument/2006/relationships/notesMaster" Target="../notesMasters/notesMaster1.xml"/><Relationship Id="Rbad5648c3cec450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a81468ec1e5452a" Type="http://schemas.openxmlformats.org/officeDocument/2006/relationships/slide" Target="../slides/slide11.xml"/><Relationship Id="R42431a9990e64df6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13c9d313deb42af" Type="http://schemas.openxmlformats.org/officeDocument/2006/relationships/notesMaster" Target="../notesMasters/notesMaster1.xml"/><Relationship Id="Rd24aa67021aa4cfd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9e779e65b4a4e0f" Type="http://schemas.openxmlformats.org/officeDocument/2006/relationships/notesMaster" Target="../notesMasters/notesMaster1.xml"/><Relationship Id="R6fe084a2ed034cb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ff2961250a4d40c6" Type="http://schemas.openxmlformats.org/officeDocument/2006/relationships/slide" Target="../slides/slide14.xml"/><Relationship Id="Rffc1fdcce3f44809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d8822aa6ef304e2d" Type="http://schemas.openxmlformats.org/officeDocument/2006/relationships/notesMaster" Target="../notesMasters/notesMaster1.xml"/><Relationship Id="Rf837877312af4906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5a85e33ea15484d" Type="http://schemas.openxmlformats.org/officeDocument/2006/relationships/slide" Target="../slides/slide16.xml"/><Relationship Id="R6cd09596010c40c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771b77210814668" Type="http://schemas.openxmlformats.org/officeDocument/2006/relationships/notesMaster" Target="../notesMasters/notesMaster1.xml"/><Relationship Id="R3ae4fb742b88444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dd51f7c11bf744c0" Type="http://schemas.openxmlformats.org/officeDocument/2006/relationships/slide" Target="../slides/slide18.xml"/><Relationship Id="Re3fe9c7bc1f74517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b8d1fe6a90440d1" Type="http://schemas.openxmlformats.org/officeDocument/2006/relationships/notesMaster" Target="../notesMasters/notesMaster1.xml"/><Relationship Id="Ree7b9c65cddd406a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0faf4fbacfc48bc" Type="http://schemas.openxmlformats.org/officeDocument/2006/relationships/slide" Target="../slides/slide20.xml"/><Relationship Id="R66257ee447bb4920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a9a1825acfe4d8c" Type="http://schemas.openxmlformats.org/officeDocument/2006/relationships/slide" Target="../slides/slide21.xml"/><Relationship Id="R9e4aa2eb85414ec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festival means a special period of celebration or remembrance.</a:t>
            </a:r>
          </a:p>
          <a:p xmlns:a="http://schemas.openxmlformats.org/drawingml/2006/main">
            <a:r>
              <a:t>Use the reminder strip or talk it through with an adult. Answer: A special period of celebration or remembrance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Good overcoming evil or knowledge overcoming ignorance.</a:t>
            </a:r>
          </a:p>
          <a:p xmlns:a="http://schemas.openxmlformats.org/drawingml/2006/main">
            <a:r>
              <a:t>Give a reason when ready. Answer: No. Practices and stories vary.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Look closely at an unlit diya diagram. Say or show what helped you decide.</a:t>
            </a:r>
          </a:p>
          <a:p xmlns:a="http://schemas.openxmlformats.org/drawingml/2006/main">
            <a:r>
              <a:t>Explain why a picture alone cannot tell us everyone’s beliefs.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Diwali can include lamps — Supported — The Hindu source describes lighting lamps.</a:t>
            </a:r>
          </a:p>
          <a:p xmlns:a="http://schemas.openxmlformats.org/drawingml/2006/main">
            <a:r>
              <a:t>Every person in India celebrates Diwali — Not established — Country does not determine belief.</a:t>
            </a:r>
          </a:p>
          <a:p xmlns:a="http://schemas.openxmlformats.org/drawingml/2006/main">
            <a:r>
              <a:t>A lamp can carry meaning — Supported — The source links light to knowledge and goodness.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Many Hindus use ___. It can represent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Hindus use ___. It can represent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picture alone cannot tell us everyone’s beliefs.</a:t>
            </a:r>
          </a:p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overcoming evil or knowledge overcoming ignorance.</a:t>
            </a:r>
          </a:p>
          <a:p xmlns:a="http://schemas.openxmlformats.org/drawingml/2006/main">
            <a:r>
              <a:t>No. Practices and stories vary.</a:t>
            </a:r>
          </a:p>
          <a:p xmlns:a="http://schemas.openxmlformats.org/drawingml/2006/main">
            <a:r>
              <a:t>Support: Many Hindus use ___. It can represent ___.</a:t>
            </a:r>
          </a:p>
          <a:p xmlns:a="http://schemas.openxmlformats.org/drawingml/2006/main">
            <a:r>
              <a:t>Extension: Explain why a picture alone cannot tell us everyone’s beliefs.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accurate feature and its meaning.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609f0d485d470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b6ed063e5d84d30" Type="http://schemas.openxmlformats.org/officeDocument/2006/relationships/theme" Target="theme/theme2.xml"/><Relationship Id="Rbe7ca9999e3c403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ca9999e3c40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da9d752862a4bcf" Type="http://schemas.openxmlformats.org/officeDocument/2006/relationships/notesSlide" Target="../notesSlides/notesSlide1.xml"/><Relationship Id="Rb7378fe033af478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14279b80310478e" Type="http://schemas.openxmlformats.org/officeDocument/2006/relationships/slideLayout" Target="../slideLayouts/slideLayout1.xml"/><Relationship Id="Rd8b9a0fe7e0847c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bfd5ab6f5374ddc" Type="http://schemas.openxmlformats.org/officeDocument/2006/relationships/slideLayout" Target="../slideLayouts/slideLayout1.xml"/><Relationship Id="Rd148833d764948b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a358b4801c8a4e2a" Type="http://schemas.openxmlformats.org/officeDocument/2006/relationships/notesSlide" Target="../notesSlides/notesSlide4.xml"/><Relationship Id="Rc29810e3339646c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5eba29498b740d4" Type="http://schemas.openxmlformats.org/officeDocument/2006/relationships/notesSlide" Target="../notesSlides/notesSlide5.xml"/><Relationship Id="R6d6b397f9b7649de" Type="http://schemas.openxmlformats.org/officeDocument/2006/relationships/slideLayout" Target="../slideLayouts/slideLayout1.xml"/><Relationship Id="R8de0d8e7f85d4a09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9c421bcc8b384df2" Type="http://schemas.openxmlformats.org/officeDocument/2006/relationships/notesSlide" Target="../notesSlides/notesSlide6.xml"/><Relationship Id="Rc517cf1c2d114a1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3ef4c8eea643af" Type="http://schemas.openxmlformats.org/officeDocument/2006/relationships/notesSlide" Target="../notesSlides/notesSlide7.xml"/><Relationship Id="R8555ff0339f54a8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2da4419e4be4855" Type="http://schemas.openxmlformats.org/officeDocument/2006/relationships/slideLayout" Target="../slideLayouts/slideLayout1.xml"/><Relationship Id="R7de71dea08e7410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b5ddbd7463649da" Type="http://schemas.openxmlformats.org/officeDocument/2006/relationships/notesSlide" Target="../notesSlides/notesSlide9.xml"/><Relationship Id="R39fea8e4d8fc4b7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752004a996d4253" Type="http://schemas.openxmlformats.org/officeDocument/2006/relationships/notesSlide" Target="../notesSlides/notesSlide10.xml"/><Relationship Id="Ra5767278cd4e41bb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a67e30fd18d486f" Type="http://schemas.openxmlformats.org/officeDocument/2006/relationships/slideLayout" Target="../slideLayouts/slideLayout1.xml"/><Relationship Id="Rbe894fe71c3b432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7e313a373b949e2" Type="http://schemas.openxmlformats.org/officeDocument/2006/relationships/notesSlide" Target="../notesSlides/notesSlide12.xml"/><Relationship Id="Rf5c37262cf144df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85b29e1b2124f7d" Type="http://schemas.openxmlformats.org/officeDocument/2006/relationships/notesSlide" Target="../notesSlides/notesSlide13.xml"/><Relationship Id="Rddc100afb37048c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14042590aa3411e" Type="http://schemas.openxmlformats.org/officeDocument/2006/relationships/notesSlide" Target="../notesSlides/notesSlide14.xml"/><Relationship Id="Rfc7a40dafcdc438a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156200ed4f24e10" Type="http://schemas.openxmlformats.org/officeDocument/2006/relationships/notesSlide" Target="../notesSlides/notesSlide15.xml"/><Relationship Id="R74d72ebef33849cf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13b1893146f4c74" Type="http://schemas.openxmlformats.org/officeDocument/2006/relationships/notesSlide" Target="../notesSlides/notesSlide16.xml"/><Relationship Id="Ree199640affc49b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b304c5d9dab405b" Type="http://schemas.openxmlformats.org/officeDocument/2006/relationships/slideLayout" Target="../slideLayouts/slideLayout1.xml"/><Relationship Id="Rb2387bd48919436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a05ea7da1fb4444" Type="http://schemas.openxmlformats.org/officeDocument/2006/relationships/slideLayout" Target="../slideLayouts/slideLayout1.xml"/><Relationship Id="Rd6c19da2ff4b499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61c867216284d5d" Type="http://schemas.openxmlformats.org/officeDocument/2006/relationships/notesSlide" Target="../notesSlides/notesSlide19.xml"/><Relationship Id="R8a7320bb01f948a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4dd341e4bc94762" Type="http://schemas.openxmlformats.org/officeDocument/2006/relationships/notesSlide" Target="../notesSlides/notesSlide20.xml"/><Relationship Id="R58cfae1a1da94d76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290a532319f4ce3" Type="http://schemas.openxmlformats.org/officeDocument/2006/relationships/image" Target="../media/image2.png"/><Relationship Id="Ra2f523b293a74862" Type="http://schemas.openxmlformats.org/officeDocument/2006/relationships/slideLayout" Target="../slideLayouts/slideLayout1.xml"/><Relationship Id="Rd87ad32453c345f8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B908-B05D-4B4D-A490-09F8E48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festival of 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1D683-1622-4F8A-A580-C272ED8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0F501-B27C-4DA4-B607-C6648A7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Explore a festival of light and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44743-44EF-4460-A4A3-B8801330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4943C-A2A4-404E-855B-BF8A648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35943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0B857-E6DE-477F-91C1-8D2F4AB1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FF077-C5B5-4C6B-A7AC-E8BB1CF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8E28-BA72-4314-B409-6485416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festival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CD7CD-D850-411C-AF39-5AF558B0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1175040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451BB-DB66-4AD1-AACC-CCF8062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49F45-5E65-4ECB-B297-B6E7B749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89F38-C23E-480B-A571-5C4A88B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can light represent at Diwali?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86B44-A067-4D38-9822-CD9BA3A5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all families celebrate in exactly the same way?</a:t>
            </a:r>
          </a:p>
        </p:txBody>
      </p:sp>
    </p:spTree>
    <p:extLst>
      <p:ext uri="{BB962C8B-B14F-4D97-AF65-F5344CB8AC3E}">
        <p14:creationId xmlns:p14="http://schemas.microsoft.com/office/powerpoint/2010/main" val="1874278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52402-2367-40DC-8B78-0A3D22C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0CD9E-9C58-4682-B7C0-657AE2A1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E21D-D4FB-4702-BB7F-E0C0E5A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2C6FD-D712-49FF-8BD4-492AC42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4B843-6EF4-4E8F-A7AC-B05DBA6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DF03F-F469-4266-8BF1-FF59DEF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546080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7B683-214F-4E1B-9B46-0A70A9B8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78B9D-2569-454F-9196-FCF0DC1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0d8e7f85d4a09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21782-2EAD-4BBD-9F8E-6D6011C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Look closely at an unlit diya diagram.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8845-C6D0-4D06-8110-4BE9B6A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03806-39E2-4E0A-8E1A-48BFE4D4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536969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87F6F-A8D9-4F68-9830-B7205C0F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9B22-4913-42E6-9608-D481509A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8A0E8-D1E8-40FA-9799-8C3728E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can light represent at Diwali?</a:t>
            </a:r>
          </a:p>
        </p:txBody>
      </p:sp>
    </p:spTree>
    <p:extLst>
      <p:ext uri="{BB962C8B-B14F-4D97-AF65-F5344CB8AC3E}">
        <p14:creationId xmlns:p14="http://schemas.microsoft.com/office/powerpoint/2010/main" val="417950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E3436-918A-43B3-95C2-CDB9E6B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BF939-0620-4BFF-BEB2-9C8D83E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87F80-B814-43B1-89FE-4EC9F33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Diwali: Many Hindus mark Diwali with lamps, worship and gatherings. Light can express good overcoming evil and knowledge overcoming ignorance. Practices and stories vary.</a:t>
            </a:r>
          </a:p>
        </p:txBody>
      </p:sp>
    </p:spTree>
    <p:extLst>
      <p:ext uri="{BB962C8B-B14F-4D97-AF65-F5344CB8AC3E}">
        <p14:creationId xmlns:p14="http://schemas.microsoft.com/office/powerpoint/2010/main" val="697707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77E6-A852-4F2F-9DE2-19788663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0B8D7-E740-4FD3-ACD8-A899133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EA30A-A0D1-46C5-8000-440851A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Good overcoming evil or knowledge overcoming ignorance.</a:t>
            </a:r>
          </a:p>
        </p:txBody>
      </p:sp>
    </p:spTree>
    <p:extLst>
      <p:ext uri="{BB962C8B-B14F-4D97-AF65-F5344CB8AC3E}">
        <p14:creationId xmlns:p14="http://schemas.microsoft.com/office/powerpoint/2010/main" val="959155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6C4FD-2823-4646-BC1C-35440CF7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B5105-1B9A-42B8-B9C5-A724227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BB08B-7479-4436-9240-EC62BD4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all families celebrate in exactly the same way? No. Practices and stories vary.</a:t>
            </a:r>
          </a:p>
        </p:txBody>
      </p:sp>
    </p:spTree>
    <p:extLst>
      <p:ext uri="{BB962C8B-B14F-4D97-AF65-F5344CB8AC3E}">
        <p14:creationId xmlns:p14="http://schemas.microsoft.com/office/powerpoint/2010/main" val="1640680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C82C1-F84E-4436-8030-EE60AEE2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7E6B9-36E8-43E2-8E4F-ABBDB48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9F3EF-13FA-4CD8-B72D-4E1D478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Look closely at an unlit diya diagram.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68DEE-E157-4062-A034-38B8FCA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Predict its use, reveal the source and revise the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FC02A-28EE-44B3-AE5E-BEFDD45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94982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4B7C-F8F6-45EC-A05D-93CB44D9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00A9E-D184-4BF1-BF29-11E8D79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6920E-00CD-463B-82F6-DDEAB4B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 can include lamps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F09A3-2217-4DC0-ACF5-3E02692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Every person in India celebrates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9B50D-D677-40F5-9FD1-8DAD889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lamp can carry meaning</a:t>
            </a:r>
          </a:p>
        </p:txBody>
      </p:sp>
    </p:spTree>
    <p:extLst>
      <p:ext uri="{BB962C8B-B14F-4D97-AF65-F5344CB8AC3E}">
        <p14:creationId xmlns:p14="http://schemas.microsoft.com/office/powerpoint/2010/main" val="429587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B467-1EF4-4F81-92A5-0B5237DA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8A20D-BE4F-44A0-8A8B-D0650B23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61810-96E9-48E9-8425-665C117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museum label for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64F54-427C-4907-95AF-2402218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accurate feature and explain its meaning for many Hindus.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7FBB3-6CFF-4ED0-8322-EF83D76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drawing, caption or spoken label.</a:t>
            </a:r>
          </a:p>
        </p:txBody>
      </p:sp>
    </p:spTree>
    <p:extLst>
      <p:ext uri="{BB962C8B-B14F-4D97-AF65-F5344CB8AC3E}">
        <p14:creationId xmlns:p14="http://schemas.microsoft.com/office/powerpoint/2010/main" val="6623386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A4783-1D42-41ED-8CDC-466DF95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1089-634F-4555-A26E-07F4BFA7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5C47F-F840-4F93-B84D-27859D25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museum label for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2C61E-EA2B-44C6-91F4-E6D5852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accurate feature and explain its meaning for many Hindus.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DB35E-80CE-4B58-A6BB-68F98317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drawing, caption or spoken label.</a:t>
            </a:r>
          </a:p>
        </p:txBody>
      </p:sp>
    </p:spTree>
    <p:extLst>
      <p:ext uri="{BB962C8B-B14F-4D97-AF65-F5344CB8AC3E}">
        <p14:creationId xmlns:p14="http://schemas.microsoft.com/office/powerpoint/2010/main" val="957497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7D7F5-E551-4FC5-9721-4027300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97355-441C-4A40-B773-8F9A1C6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39FDC-9C40-4017-BF76-6AB0259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museum label for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23C2-C580-4C25-AD67-92AD10B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accurate feature and explain its meaning for many Hindus.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A633-B05B-4D1A-B68F-C849622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drawing, caption or spoken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1E67B-36FE-425A-AFD1-4B739C3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picture alone cannot tell us everyone’s beliefs.</a:t>
            </a:r>
          </a:p>
        </p:txBody>
      </p:sp>
    </p:spTree>
    <p:extLst>
      <p:ext uri="{BB962C8B-B14F-4D97-AF65-F5344CB8AC3E}">
        <p14:creationId xmlns:p14="http://schemas.microsoft.com/office/powerpoint/2010/main" val="333659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E3377-56F2-4680-8AD3-FFDDB9D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D2E60-4B50-481F-97F9-22F64F3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ED2BF-4725-403A-B9AB-9A40280A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accurate feature and its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EE0B-76F8-4F1D-84CC-2BB5FE7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DF7A8-5349-4C28-BB6C-3BE88A5F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0742181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95A11-DED0-4A43-A057-0A93E442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E6B63-3407-463C-B138-F7F77A2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82EFE-8DAD-4E9D-B96C-7B2ACD28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light represent at Diwali?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B540-5629-466D-BFB8-8C395D91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all families celebrate in exactly the same way?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FE16-FCC6-4261-9FBB-C4F6157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424907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E631A-B5B2-4772-AC15-AACC6D93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A06BB-8CFF-494C-BA0E-881E7EE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E534-2DAE-4451-BF32-8F8FAE7A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0993-8630-4D63-B5FC-63FA0145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AE8D8-2789-40CA-9ADA-7DCAB8D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292126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D376F-45A3-41F0-97F9-8786121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86E7E-41F3-4D5B-BC15-E6EEB2A1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F86C8-A301-4985-ACB2-A8F4C19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68CFC-568B-4C44-B317-6A3CD47E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3979D-6CB5-458F-9D38-8FD34E9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4506923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EF76F-6651-4CFE-B4F6-C39E1E02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7556D-0868-45E4-9DAE-EC174299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79855-2CC4-4C97-9D70-361F9A5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E3513-A66A-4B6A-82C1-A2697AA9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D4493-F089-421B-AC49-1DD97142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511251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846A8-327E-4E0E-8B37-0522720C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020CC-6064-4742-B26C-8E1AC1F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DB165-1BA5-4822-A46B-7BC5E8CC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F4E2-44B0-452D-A4B6-BCEC8652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0FBEE-01EE-4540-BF23-E7D2055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0621084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05152-C80D-40D5-91BD-5123C4A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435D0-8301-42E7-980D-5A819603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W1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0a532319f4ce3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2026-09-19T18:35:58.6430000Z</dcterms:created>
  <dcterms:modified xsi:type="dcterms:W3CDTF">2026-09-19T18:35:58.6430000Z</dcterms:modified>
</coreProperties>
</file>