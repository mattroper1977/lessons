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bbf415e6956422c" Type="http://schemas.openxmlformats.org/officeDocument/2006/relationships/officeDocument" Target="ppt/presentation.xml"/><Relationship Id="Ra4218b8d420748f4" Type="http://schemas.openxmlformats.org/package/2006/relationships/metadata/core-properties" Target="docProps/core.xml"/><Relationship Id="Re8e51e91a6ad4ab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4a0ed2d705494e"/>
  </p:sldMasterIdLst>
  <p:notesMasterIdLst>
    <p:notesMasterId xmlns:r="http://schemas.openxmlformats.org/officeDocument/2006/relationships" r:id="Rd84568a056904030"/>
  </p:notesMasterIdLst>
  <p:sldIdLst>
    <p:sldId xmlns:r="http://schemas.openxmlformats.org/officeDocument/2006/relationships" id="256" r:id="R959487e02f6a48d0"/>
    <p:sldId xmlns:r="http://schemas.openxmlformats.org/officeDocument/2006/relationships" id="257" r:id="Rf275ab99ddab43a9"/>
    <p:sldId xmlns:r="http://schemas.openxmlformats.org/officeDocument/2006/relationships" id="258" r:id="R069f65b47f874a55"/>
    <p:sldId xmlns:r="http://schemas.openxmlformats.org/officeDocument/2006/relationships" id="259" r:id="R629d8fcf9eb34568"/>
    <p:sldId xmlns:r="http://schemas.openxmlformats.org/officeDocument/2006/relationships" id="260" r:id="R384d6b2c890f4213"/>
    <p:sldId xmlns:r="http://schemas.openxmlformats.org/officeDocument/2006/relationships" id="261" r:id="Rc66545fdf7524095"/>
    <p:sldId xmlns:r="http://schemas.openxmlformats.org/officeDocument/2006/relationships" id="262" r:id="R376767aefe3245cc"/>
    <p:sldId xmlns:r="http://schemas.openxmlformats.org/officeDocument/2006/relationships" id="263" r:id="R060fafcfd6f04f64"/>
    <p:sldId xmlns:r="http://schemas.openxmlformats.org/officeDocument/2006/relationships" id="264" r:id="R7274ffcbf821492a"/>
    <p:sldId xmlns:r="http://schemas.openxmlformats.org/officeDocument/2006/relationships" id="265" r:id="Rb4ca8cc885934c57"/>
    <p:sldId xmlns:r="http://schemas.openxmlformats.org/officeDocument/2006/relationships" id="266" r:id="R5859771f244f4052"/>
    <p:sldId xmlns:r="http://schemas.openxmlformats.org/officeDocument/2006/relationships" id="267" r:id="Rb1421098c7774724"/>
    <p:sldId xmlns:r="http://schemas.openxmlformats.org/officeDocument/2006/relationships" id="268" r:id="R436a5114c59e43c5"/>
    <p:sldId xmlns:r="http://schemas.openxmlformats.org/officeDocument/2006/relationships" id="269" r:id="R21f5bdb5f5b344b0"/>
    <p:sldId xmlns:r="http://schemas.openxmlformats.org/officeDocument/2006/relationships" id="270" r:id="R663f82d949044975"/>
    <p:sldId xmlns:r="http://schemas.openxmlformats.org/officeDocument/2006/relationships" id="271" r:id="R93917b565302417a"/>
    <p:sldId xmlns:r="http://schemas.openxmlformats.org/officeDocument/2006/relationships" id="272" r:id="Rdbfa5e51eaad4b86"/>
    <p:sldId xmlns:r="http://schemas.openxmlformats.org/officeDocument/2006/relationships" id="273" r:id="Rc5ea2377cba94ff1"/>
    <p:sldId xmlns:r="http://schemas.openxmlformats.org/officeDocument/2006/relationships" id="274" r:id="R77a6047222d44066"/>
    <p:sldId xmlns:r="http://schemas.openxmlformats.org/officeDocument/2006/relationships" id="275" r:id="Rd75af76c50214f9f"/>
    <p:sldId xmlns:r="http://schemas.openxmlformats.org/officeDocument/2006/relationships" id="276" r:id="Re7dd1816291e48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0fafcfd6f04f64" Type="http://schemas.openxmlformats.org/officeDocument/2006/relationships/slide" Target="slides/slide8.xml"/><Relationship Id="R069f65b47f874a55" Type="http://schemas.openxmlformats.org/officeDocument/2006/relationships/slide" Target="slides/slide3.xml"/><Relationship Id="R21f5bdb5f5b344b0" Type="http://schemas.openxmlformats.org/officeDocument/2006/relationships/slide" Target="slides/slide14.xml"/><Relationship Id="R376767aefe3245cc" Type="http://schemas.openxmlformats.org/officeDocument/2006/relationships/slide" Target="slides/slide7.xml"/><Relationship Id="R384d6b2c890f4213" Type="http://schemas.openxmlformats.org/officeDocument/2006/relationships/slide" Target="slides/slide5.xml"/><Relationship Id="R417d86de201244bf" Type="http://schemas.openxmlformats.org/officeDocument/2006/relationships/presProps" Target="presProps.xml"/><Relationship Id="R436a5114c59e43c5" Type="http://schemas.openxmlformats.org/officeDocument/2006/relationships/slide" Target="slides/slide13.xml"/><Relationship Id="R5859771f244f4052" Type="http://schemas.openxmlformats.org/officeDocument/2006/relationships/slide" Target="slides/slide11.xml"/><Relationship Id="R629d8fcf9eb34568" Type="http://schemas.openxmlformats.org/officeDocument/2006/relationships/slide" Target="slides/slide4.xml"/><Relationship Id="R663f82d949044975" Type="http://schemas.openxmlformats.org/officeDocument/2006/relationships/slide" Target="slides/slide15.xml"/><Relationship Id="R7274ffcbf821492a" Type="http://schemas.openxmlformats.org/officeDocument/2006/relationships/slide" Target="slides/slide9.xml"/><Relationship Id="R77a6047222d44066" Type="http://schemas.openxmlformats.org/officeDocument/2006/relationships/slide" Target="slides/slide19.xml"/><Relationship Id="R7d4a0ed2d705494e" Type="http://schemas.openxmlformats.org/officeDocument/2006/relationships/slideMaster" Target="slideMasters/slideMaster1.xml"/><Relationship Id="R93917b565302417a" Type="http://schemas.openxmlformats.org/officeDocument/2006/relationships/slide" Target="slides/slide16.xml"/><Relationship Id="R959487e02f6a48d0" Type="http://schemas.openxmlformats.org/officeDocument/2006/relationships/slide" Target="slides/slide1.xml"/><Relationship Id="Ra487b47fb293439c" Type="http://schemas.openxmlformats.org/officeDocument/2006/relationships/tableStyles" Target="tableStyles.xml"/><Relationship Id="Rb1421098c7774724" Type="http://schemas.openxmlformats.org/officeDocument/2006/relationships/slide" Target="slides/slide12.xml"/><Relationship Id="Rb4ca8cc885934c57" Type="http://schemas.openxmlformats.org/officeDocument/2006/relationships/slide" Target="slides/slide10.xml"/><Relationship Id="Rc5ea2377cba94ff1" Type="http://schemas.openxmlformats.org/officeDocument/2006/relationships/slide" Target="slides/slide18.xml"/><Relationship Id="Rc66545fdf7524095" Type="http://schemas.openxmlformats.org/officeDocument/2006/relationships/slide" Target="slides/slide6.xml"/><Relationship Id="Rd75af76c50214f9f" Type="http://schemas.openxmlformats.org/officeDocument/2006/relationships/slide" Target="slides/slide20.xml"/><Relationship Id="Rd84568a056904030" Type="http://schemas.openxmlformats.org/officeDocument/2006/relationships/notesMaster" Target="notesMasters/notesMaster1.xml"/><Relationship Id="Rdbfa5e51eaad4b86" Type="http://schemas.openxmlformats.org/officeDocument/2006/relationships/slide" Target="slides/slide17.xml"/><Relationship Id="Re7dd1816291e48b9" Type="http://schemas.openxmlformats.org/officeDocument/2006/relationships/slide" Target="slides/slide21.xml"/><Relationship Id="Re833348a29ab49f8" Type="http://schemas.openxmlformats.org/officeDocument/2006/relationships/theme" Target="theme/theme1.xml"/><Relationship Id="Rf275ab99ddab43a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a3c60cc93ffe466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916b5e5d23848d4" Type="http://schemas.openxmlformats.org/officeDocument/2006/relationships/notesMaster" Target="../notesMasters/notesMaster1.xml"/><Relationship Id="Rf1e2def275344ee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c246a1728e04bc0" Type="http://schemas.openxmlformats.org/officeDocument/2006/relationships/slide" Target="../slides/slide2.xml"/><Relationship Id="Rc76b02f20c064e1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8a1887891cf4c93" Type="http://schemas.openxmlformats.org/officeDocument/2006/relationships/notesMaster" Target="../notesMasters/notesMaster1.xml"/><Relationship Id="Rc865564c33f7442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ec4b5fc4f7642ee" Type="http://schemas.openxmlformats.org/officeDocument/2006/relationships/notesMaster" Target="../notesMasters/notesMaster1.xml"/><Relationship Id="R6066e73069a9470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e3d30b54e5f44a5" Type="http://schemas.openxmlformats.org/officeDocument/2006/relationships/slide" Target="../slides/slide5.xml"/><Relationship Id="R98469fcf9de34f3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ea11f1eeed8436b" Type="http://schemas.openxmlformats.org/officeDocument/2006/relationships/slide" Target="../slides/slide6.xml"/><Relationship Id="R95a678391ba04db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a650f38cf0b42df" Type="http://schemas.openxmlformats.org/officeDocument/2006/relationships/notesMaster" Target="../notesMasters/notesMaster1.xml"/><Relationship Id="Ref9fac8b2f98477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4728d3a889340f8" Type="http://schemas.openxmlformats.org/officeDocument/2006/relationships/slide" Target="../slides/slide8.xml"/><Relationship Id="R7e2667599da044f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a9f9bb75d9246f5" Type="http://schemas.openxmlformats.org/officeDocument/2006/relationships/notesMaster" Target="../notesMasters/notesMaster1.xml"/><Relationship Id="Rfb50fe7765334db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629061523374997" Type="http://schemas.openxmlformats.org/officeDocument/2006/relationships/notesMaster" Target="../notesMasters/notesMaster1.xml"/><Relationship Id="Ra5f2b3ddd429420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2ff5a31123e24667" Type="http://schemas.openxmlformats.org/officeDocument/2006/relationships/slide" Target="../slides/slide11.xml"/><Relationship Id="R8c658d6be20d483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8671a0fda374b21" Type="http://schemas.openxmlformats.org/officeDocument/2006/relationships/notesMaster" Target="../notesMasters/notesMaster1.xml"/><Relationship Id="Re0d42a5f06e14cc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294cc2ccc0b402c" Type="http://schemas.openxmlformats.org/officeDocument/2006/relationships/notesMaster" Target="../notesMasters/notesMaster1.xml"/><Relationship Id="R9d7024f91000454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b88ad3761ae4162" Type="http://schemas.openxmlformats.org/officeDocument/2006/relationships/slide" Target="../slides/slide14.xml"/><Relationship Id="R408ada2f6206453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42f4de9f89c4bbf" Type="http://schemas.openxmlformats.org/officeDocument/2006/relationships/notesMaster" Target="../notesMasters/notesMaster1.xml"/><Relationship Id="Re0b8ae8a753c45f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8d805142f74149ec" Type="http://schemas.openxmlformats.org/officeDocument/2006/relationships/notesMaster" Target="../notesMasters/notesMaster1.xml"/><Relationship Id="Rfe4251faaa6a4da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69e689323ff4e66" Type="http://schemas.openxmlformats.org/officeDocument/2006/relationships/notesMaster" Target="../notesMasters/notesMaster1.xml"/><Relationship Id="Rfd58c10605a84e17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d9b30b697634973" Type="http://schemas.openxmlformats.org/officeDocument/2006/relationships/slide" Target="../slides/slide18.xml"/><Relationship Id="Rf90f98c95164412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b744d8ceef84766" Type="http://schemas.openxmlformats.org/officeDocument/2006/relationships/slide" Target="../slides/slide19.xml"/><Relationship Id="Rfba8a6595d51464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12d94e71713a4bb9" Type="http://schemas.openxmlformats.org/officeDocument/2006/relationships/notesMaster" Target="../notesMasters/notesMaster1.xml"/><Relationship Id="Rf33411947f4d4e61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93b0ae7f5f6a43ee" Type="http://schemas.openxmlformats.org/officeDocument/2006/relationships/notesMaster" Target="../notesMasters/notesMaster1.xml"/><Relationship Id="Raecd0f5fc3334279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Ask permission and follow its owner’s handling guidance.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S or read one relevant card together. Answer: Prepare a welcoming space.</a:t>
            </a:r>
          </a:p>
          <a:p xmlns:a="http://schemas.openxmlformats.org/drawingml/2006/main">
            <a:r>
              <a:t>Give a reason when ready. Answer: No, it is a fictional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Arrange the fictional family’s plan. Say or show what helped you decide.</a:t>
            </a:r>
          </a:p>
          <a:p xmlns:a="http://schemas.openxmlformats.org/drawingml/2006/main">
            <a:r>
              <a:t>Explain why another family could use a different order or different practices.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 a welcoming space — 1 — The plan starts with preparation.</a:t>
            </a:r>
          </a:p>
          <a:p xmlns:a="http://schemas.openxmlformats.org/drawingml/2006/main">
            <a:r>
              <a:t>Arrange unlit lamps — 2 — Objects are prepared before gathering.</a:t>
            </a:r>
          </a:p>
          <a:p xmlns:a="http://schemas.openxmlformats.org/drawingml/2006/main">
            <a:r>
              <a:t>Gather for worship — 3 — This family then gathers.</a:t>
            </a:r>
          </a:p>
          <a:p xmlns:a="http://schemas.openxmlformats.org/drawingml/2006/main">
            <a:r>
              <a:t>Share food and greetings — 4 — The final part of this supplied plan.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First ___. Next ___. Later ___. Finally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___. Next ___. Later ___. Finally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another family could use a different order or different practices.</a:t>
            </a:r>
          </a:p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 a welcoming space.</a:t>
            </a:r>
          </a:p>
          <a:p xmlns:a="http://schemas.openxmlformats.org/drawingml/2006/main">
            <a:r>
              <a:t>No, it is a fictional example.</a:t>
            </a:r>
          </a:p>
          <a:p xmlns:a="http://schemas.openxmlformats.org/drawingml/2006/main">
            <a:r>
              <a:t>Support: First ___. Next ___. Later ___. Finally ___.</a:t>
            </a:r>
          </a:p>
          <a:p xmlns:a="http://schemas.openxmlformats.org/drawingml/2006/main">
            <a:r>
              <a:t>Extension: Explain why another family could use a different order or different practices.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ordered sequence and retelling.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b0da45b0f33455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6ca13e1bee74e7b" Type="http://schemas.openxmlformats.org/officeDocument/2006/relationships/theme" Target="theme/theme2.xml"/><Relationship Id="Rda7eff47cb864e6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7eff47cb864e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43c81b49d224243" Type="http://schemas.openxmlformats.org/officeDocument/2006/relationships/slideLayout" Target="../slideLayouts/slideLayout1.xml"/><Relationship Id="R0bc76f8e283c421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8258e29948348da" Type="http://schemas.openxmlformats.org/officeDocument/2006/relationships/notesSlide" Target="../notesSlides/notesSlide2.xml"/><Relationship Id="R88b205c8ab6943b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0b6174557b74b42" Type="http://schemas.openxmlformats.org/officeDocument/2006/relationships/notesSlide" Target="../notesSlides/notesSlide3.xml"/><Relationship Id="Re60b433ec1a34fab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4c546313b48467a" Type="http://schemas.openxmlformats.org/officeDocument/2006/relationships/slideLayout" Target="../slideLayouts/slideLayout1.xml"/><Relationship Id="Rd86540eb1dce47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1b7e89baead49a9" Type="http://schemas.openxmlformats.org/officeDocument/2006/relationships/image" Target="../media/image.png"/><Relationship Id="R79f1ce3e797a412d" Type="http://schemas.openxmlformats.org/officeDocument/2006/relationships/notesSlide" Target="../notesSlides/notesSlide5.xml"/><Relationship Id="Rb4114dd13251496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7a74319e6854297" Type="http://schemas.openxmlformats.org/officeDocument/2006/relationships/slideLayout" Target="../slideLayouts/slideLayout1.xml"/><Relationship Id="R85f42fa253d346f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27a98bbd61a42fe" Type="http://schemas.openxmlformats.org/officeDocument/2006/relationships/notesSlide" Target="../notesSlides/notesSlide7.xml"/><Relationship Id="R64ac7c04f6b74fa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cfc2074435b441d" Type="http://schemas.openxmlformats.org/officeDocument/2006/relationships/notesSlide" Target="../notesSlides/notesSlide8.xml"/><Relationship Id="Rc9ca21b4d5e9435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253600f72274eab" Type="http://schemas.openxmlformats.org/officeDocument/2006/relationships/slideLayout" Target="../slideLayouts/slideLayout1.xml"/><Relationship Id="Ra46ede797a20423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f96b7d982504237" Type="http://schemas.openxmlformats.org/officeDocument/2006/relationships/slideLayout" Target="../slideLayouts/slideLayout1.xml"/><Relationship Id="R4d52baa2087d4b7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bdd4df4b72744dc" Type="http://schemas.openxmlformats.org/officeDocument/2006/relationships/notesSlide" Target="../notesSlides/notesSlide11.xml"/><Relationship Id="Rf1acde0ace054fc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951f30fdeb34c17" Type="http://schemas.openxmlformats.org/officeDocument/2006/relationships/notesSlide" Target="../notesSlides/notesSlide12.xml"/><Relationship Id="Rc1c712fec5ed42ac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c26a8fc4e6e84280" Type="http://schemas.openxmlformats.org/officeDocument/2006/relationships/notesSlide" Target="../notesSlides/notesSlide13.xml"/><Relationship Id="Rfc658669e225485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1d7e594a1664de9" Type="http://schemas.openxmlformats.org/officeDocument/2006/relationships/notesSlide" Target="../notesSlides/notesSlide14.xml"/><Relationship Id="R708f197c724f4f4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6545e285f714007" Type="http://schemas.openxmlformats.org/officeDocument/2006/relationships/notesSlide" Target="../notesSlides/notesSlide15.xml"/><Relationship Id="Rc2661ee08462426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531ca88e84443b1" Type="http://schemas.openxmlformats.org/officeDocument/2006/relationships/slideLayout" Target="../slideLayouts/slideLayout1.xml"/><Relationship Id="R1a1b21dbd7214bdd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67b5e3c2cc1416a" Type="http://schemas.openxmlformats.org/officeDocument/2006/relationships/notesSlide" Target="../notesSlides/notesSlide17.xml"/><Relationship Id="R9e11769f5f40487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c78b3c383b54914" Type="http://schemas.openxmlformats.org/officeDocument/2006/relationships/slideLayout" Target="../slideLayouts/slideLayout1.xml"/><Relationship Id="Rede73f53875244c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a23116988dd64c75" Type="http://schemas.openxmlformats.org/officeDocument/2006/relationships/slideLayout" Target="../slideLayouts/slideLayout1.xml"/><Relationship Id="Rb0f751bbd4f2422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da4817c1da048e3" Type="http://schemas.openxmlformats.org/officeDocument/2006/relationships/notesSlide" Target="../notesSlides/notesSlide20.xml"/><Relationship Id="Rf3241408611945c5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32acfda07d314252" Type="http://schemas.openxmlformats.org/officeDocument/2006/relationships/image" Target="../media/image2.png"/><Relationship Id="R5170b659b1464bfd" Type="http://schemas.openxmlformats.org/officeDocument/2006/relationships/notesSlide" Target="../notesSlides/notesSlide21.xml"/><Relationship Id="Rca47f6ad395b4ea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D52B0-5E3F-4AA1-97C6-18F6219F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The sequence of a celebration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81A0-51EB-44A7-8CBB-75727A67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18AE-97A7-4A37-BD3F-7469B6D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Sequence the events of a celebration.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9145D-18F6-41EB-85F4-FC7FC4D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A82E8-E2CD-4366-B1AC-BEFE0F86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10462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4AC78-D244-422A-9EDA-4511F1E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A2E75-4283-4BA0-A49A-733350F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8E8AB-8C71-40AD-A2FC-587A995E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should we do before handling a borrowed artefact?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2A7EC-F34C-4726-A9D5-1F803AB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455423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D29F8-E854-4CE9-9160-7E6FD8D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6BB9F-229D-4EAE-812C-CB60129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1E1E-6D98-4380-AD1C-AF89235B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comes first in our family’s plan?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42DC0-5691-47EF-A718-69D36334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the plan a rule for every Diwali celebration?</a:t>
            </a:r>
          </a:p>
        </p:txBody>
      </p:sp>
    </p:spTree>
    <p:extLst>
      <p:ext uri="{BB962C8B-B14F-4D97-AF65-F5344CB8AC3E}">
        <p14:creationId xmlns:p14="http://schemas.microsoft.com/office/powerpoint/2010/main" val="85169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F5CE2-4587-41E0-A640-7E0A3E9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9EBB7-1E0F-43E5-87B7-9B7464BA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15D40-A7EC-4373-8769-C3199B8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A04F5-C8BA-41B3-B6C2-9E2733CE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54B7C-9C3E-42FA-AF16-1C76752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19E70-5CB9-4534-9BD5-5A797908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1756638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A6D8B-C728-44FF-9373-012EC57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7F763-75E2-48CB-9453-914871E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e89baead49a9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69AD0-800B-47A0-85E9-88897665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Arrange the fictional family’s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7E5DC-6D15-4E6F-8005-F931678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9C0F-BAEA-4779-B537-5C068AE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578802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707C7-EA7A-4492-B160-99E4214D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01190-529D-4D63-BFE2-218ED0E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2FFFB-D75A-4824-A022-74264F6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comes first in our family’s plan?</a:t>
            </a:r>
          </a:p>
        </p:txBody>
      </p:sp>
    </p:spTree>
    <p:extLst>
      <p:ext uri="{BB962C8B-B14F-4D97-AF65-F5344CB8AC3E}">
        <p14:creationId xmlns:p14="http://schemas.microsoft.com/office/powerpoint/2010/main" val="1713789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FC4E3-F667-4529-8E2C-A6400AA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75FAF-7BD6-4C2A-819D-28BF9305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9442-A3A8-4369-B14C-E7D72C16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S One family’s celebration plan: Fictional Diwali plan: prepare a welcoming space; arrange unlit lamps with an adult; gather for worship; share food and greetings. This is one sequence, not a rule for every family.</a:t>
            </a:r>
          </a:p>
        </p:txBody>
      </p:sp>
    </p:spTree>
    <p:extLst>
      <p:ext uri="{BB962C8B-B14F-4D97-AF65-F5344CB8AC3E}">
        <p14:creationId xmlns:p14="http://schemas.microsoft.com/office/powerpoint/2010/main" val="877617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D4899-CEA3-4025-A3A3-C673EE5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1F715-3225-4E63-B62C-C4B009CB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9B58A-8D24-4866-B55C-D5A43A35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Prepare a welcoming space.</a:t>
            </a:r>
          </a:p>
        </p:txBody>
      </p:sp>
    </p:spTree>
    <p:extLst>
      <p:ext uri="{BB962C8B-B14F-4D97-AF65-F5344CB8AC3E}">
        <p14:creationId xmlns:p14="http://schemas.microsoft.com/office/powerpoint/2010/main" val="1998206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27EF4-C808-4C03-BED3-FC8F0E01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30E3-D4F5-4C48-8343-B3B8AC6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E21C9-FEB1-4239-92E9-A21A882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the plan a rule for every Diwali celebration? No, it is a fictional example.</a:t>
            </a:r>
          </a:p>
        </p:txBody>
      </p:sp>
    </p:spTree>
    <p:extLst>
      <p:ext uri="{BB962C8B-B14F-4D97-AF65-F5344CB8AC3E}">
        <p14:creationId xmlns:p14="http://schemas.microsoft.com/office/powerpoint/2010/main" val="1930188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0E4B6-7CD7-4B23-AEC3-8AE35105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C4F6A-3BDB-4AAF-B7BD-55CF48FE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1ADA1-318F-483D-BFDD-71FE1B75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Arrange the fictional family’s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F4B5B-B9B6-4D71-95F0-C76DF073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first, next and later to retell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87928-B4B4-4C3F-9E85-BF7E473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04076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3538C-261E-4578-91CB-3DDAF095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9E5CF-4F59-4FF2-A0C7-6505A5E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52696-1A4A-4A58-BD74-525F02A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Prepare a welcoming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C461-5C65-4DCB-ADAE-1DD5EB7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Arrange unlit lamps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9D006-B5FB-43F1-9AE1-A7314D6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Gather for worship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AB423-1F78-4191-BDC0-B322FF1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food and greetings</a:t>
            </a:r>
          </a:p>
        </p:txBody>
      </p:sp>
    </p:spTree>
    <p:extLst>
      <p:ext uri="{BB962C8B-B14F-4D97-AF65-F5344CB8AC3E}">
        <p14:creationId xmlns:p14="http://schemas.microsoft.com/office/powerpoint/2010/main" val="1549109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CEB68-A5E6-4137-AE2C-C59D1729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92D6D-743A-4D36-9F85-4284B9DD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9A0C3-F294-464E-8C33-C0418520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Order the four cards from the supplied family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5FB3-E8C1-4D0F-8BCB-C4F80E8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sequence with captions or speech.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1A661-5760-4EC2-ACE3-4108208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that this is one family’s example.</a:t>
            </a:r>
          </a:p>
        </p:txBody>
      </p:sp>
    </p:spTree>
    <p:extLst>
      <p:ext uri="{BB962C8B-B14F-4D97-AF65-F5344CB8AC3E}">
        <p14:creationId xmlns:p14="http://schemas.microsoft.com/office/powerpoint/2010/main" val="321304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6CAC8-2B50-4D78-97AB-112E05F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94EC2-1F86-4462-8547-E911F8F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3B000-2AAD-4436-A455-69510DBB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Order the four cards from the supplied family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50C1B-DD3C-463C-925B-18F64D1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sequence with captions or speech.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51493-24AA-4CB8-BF15-80B08243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that this is one family’s example.</a:t>
            </a:r>
          </a:p>
        </p:txBody>
      </p:sp>
    </p:spTree>
    <p:extLst>
      <p:ext uri="{BB962C8B-B14F-4D97-AF65-F5344CB8AC3E}">
        <p14:creationId xmlns:p14="http://schemas.microsoft.com/office/powerpoint/2010/main" val="666125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E583A-F8CB-41C5-B7D5-09F15F2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0EEE6-EA24-4F1B-B9E5-69A72A7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4160-358B-47E0-ACA1-DE1639C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Order the four cards from the supplied family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4810B-0540-46A7-88EB-3567F34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Retell the sequence with captions or speech.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F06FA-8129-487B-AF85-27F58B4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that this is one family’s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07A9E-6421-4DD2-896A-785811D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another family could use a different order or different practices.</a:t>
            </a:r>
          </a:p>
        </p:txBody>
      </p:sp>
    </p:spTree>
    <p:extLst>
      <p:ext uri="{BB962C8B-B14F-4D97-AF65-F5344CB8AC3E}">
        <p14:creationId xmlns:p14="http://schemas.microsoft.com/office/powerpoint/2010/main" val="741868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8375-AAA5-4089-9D4C-8D5CD93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759E0-2DC7-4B37-8FF7-2B38A46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E0C95-798B-4FEE-82B6-170CA353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ordered sequence and retelling.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211D8-514A-4FED-83AD-DB7398F0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B5B8C-605C-485C-92FE-324290A0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078226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FEFB1-CDC5-4B7D-AADE-24E82793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60A3E-3965-425D-8473-C03450E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68C76-4B2D-402D-953B-3B70C6C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comes first in our family’s plan?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12133-0FA6-46D4-8371-5CCC3F4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the plan a rule for every Diwali celebration?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09560-A162-4F82-8E8A-24221621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6037232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D0523-498D-4E70-84C1-4801B8D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7E8A9-CA67-4B39-94D9-706BEFD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6AB8A-2563-4A0A-A608-BFB22B56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FBE24-3117-4409-BE2B-2AC9105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81AE2-47C7-429E-B3CE-7C93783C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7549440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96D3E-0324-4B7C-A12E-25BAD01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5AC3-0960-4070-ADB2-027AAFF2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145A1-9EC3-46B7-9CAF-11DDE5CC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ECD7E-922D-45D5-AE4F-D9DEEAFB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9B08F-BF7E-4520-AEFF-FBB643B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1080379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E2F45-B033-4281-A178-87144728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9C7A4-7161-4B31-8773-B8003B7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A5B96-EE16-42AB-B730-F9D9FB55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D39E7-BAC9-41B0-A5B9-A04AF56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6F444-3F74-4BE3-BA99-4FF9FEF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6165323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9908C-4B70-41BE-B857-E70E3E05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B1D07-2AAD-403F-90F7-A3BF7769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E87A2-9EE8-4676-8B4C-CA61AB77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E15C7-8611-4327-955B-2D32E994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DAB22-0EF3-4C21-B361-437CB18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9428973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327B-9C9A-49E7-8D72-69719CA4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C65CC-F7E1-4D02-AF95-D80C1FA8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W4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cfda07d314252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16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2026-09-19T18:36:02.1440000Z</dcterms:created>
  <dcterms:modified xsi:type="dcterms:W3CDTF">2026-09-19T18:36:02.1440000Z</dcterms:modified>
</coreProperties>
</file>