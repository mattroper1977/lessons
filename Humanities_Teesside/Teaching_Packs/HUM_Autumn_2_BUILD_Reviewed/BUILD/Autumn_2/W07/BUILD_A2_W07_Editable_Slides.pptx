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40ccc2b80674a01" Type="http://schemas.openxmlformats.org/officeDocument/2006/relationships/officeDocument" Target="ppt/presentation.xml"/><Relationship Id="Rd2fdec9825144c46" Type="http://schemas.openxmlformats.org/package/2006/relationships/metadata/core-properties" Target="docProps/core.xml"/><Relationship Id="Re4f6d327d77446a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e34128f04846dd"/>
  </p:sldMasterIdLst>
  <p:notesMasterIdLst>
    <p:notesMasterId xmlns:r="http://schemas.openxmlformats.org/officeDocument/2006/relationships" r:id="R1b6ec4b9f0064135"/>
  </p:notesMasterIdLst>
  <p:sldIdLst>
    <p:sldId xmlns:r="http://schemas.openxmlformats.org/officeDocument/2006/relationships" id="256" r:id="R72d90aba0cf04236"/>
    <p:sldId xmlns:r="http://schemas.openxmlformats.org/officeDocument/2006/relationships" id="257" r:id="R454771aa1abe4da0"/>
    <p:sldId xmlns:r="http://schemas.openxmlformats.org/officeDocument/2006/relationships" id="258" r:id="R982df6ececf74ab6"/>
    <p:sldId xmlns:r="http://schemas.openxmlformats.org/officeDocument/2006/relationships" id="259" r:id="Rb6bff27468c24835"/>
    <p:sldId xmlns:r="http://schemas.openxmlformats.org/officeDocument/2006/relationships" id="260" r:id="R6f5f1d0337734f33"/>
    <p:sldId xmlns:r="http://schemas.openxmlformats.org/officeDocument/2006/relationships" id="261" r:id="R3799dccc28234d8c"/>
    <p:sldId xmlns:r="http://schemas.openxmlformats.org/officeDocument/2006/relationships" id="262" r:id="Ra72742867f914e4d"/>
    <p:sldId xmlns:r="http://schemas.openxmlformats.org/officeDocument/2006/relationships" id="263" r:id="R974a3638406441b3"/>
    <p:sldId xmlns:r="http://schemas.openxmlformats.org/officeDocument/2006/relationships" id="264" r:id="R3e6b258be580412c"/>
    <p:sldId xmlns:r="http://schemas.openxmlformats.org/officeDocument/2006/relationships" id="265" r:id="R3697b868b07f45c6"/>
    <p:sldId xmlns:r="http://schemas.openxmlformats.org/officeDocument/2006/relationships" id="266" r:id="R5ecbaf0060514ed2"/>
    <p:sldId xmlns:r="http://schemas.openxmlformats.org/officeDocument/2006/relationships" id="267" r:id="Raf1c2ccfeee949fe"/>
    <p:sldId xmlns:r="http://schemas.openxmlformats.org/officeDocument/2006/relationships" id="268" r:id="Rde7b2cb394e2473c"/>
    <p:sldId xmlns:r="http://schemas.openxmlformats.org/officeDocument/2006/relationships" id="269" r:id="R4e13ebd8e7a64c9f"/>
    <p:sldId xmlns:r="http://schemas.openxmlformats.org/officeDocument/2006/relationships" id="270" r:id="R27f72ec44f764624"/>
    <p:sldId xmlns:r="http://schemas.openxmlformats.org/officeDocument/2006/relationships" id="271" r:id="Rdaa16b6386ee41cd"/>
    <p:sldId xmlns:r="http://schemas.openxmlformats.org/officeDocument/2006/relationships" id="272" r:id="R141fde03ae2b4287"/>
    <p:sldId xmlns:r="http://schemas.openxmlformats.org/officeDocument/2006/relationships" id="273" r:id="R8a9c3087c30a4c77"/>
    <p:sldId xmlns:r="http://schemas.openxmlformats.org/officeDocument/2006/relationships" id="274" r:id="R0522cf34d2664166"/>
    <p:sldId xmlns:r="http://schemas.openxmlformats.org/officeDocument/2006/relationships" id="275" r:id="Rbb47d38950fb4a9f"/>
    <p:sldId xmlns:r="http://schemas.openxmlformats.org/officeDocument/2006/relationships" id="276" r:id="R5b212a7e320b42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22cf34d2664166" Type="http://schemas.openxmlformats.org/officeDocument/2006/relationships/slide" Target="slides/slide19.xml"/><Relationship Id="R141fde03ae2b4287" Type="http://schemas.openxmlformats.org/officeDocument/2006/relationships/slide" Target="slides/slide17.xml"/><Relationship Id="R1b6ec4b9f0064135" Type="http://schemas.openxmlformats.org/officeDocument/2006/relationships/notesMaster" Target="notesMasters/notesMaster1.xml"/><Relationship Id="R27f72ec44f764624" Type="http://schemas.openxmlformats.org/officeDocument/2006/relationships/slide" Target="slides/slide15.xml"/><Relationship Id="R3697b868b07f45c6" Type="http://schemas.openxmlformats.org/officeDocument/2006/relationships/slide" Target="slides/slide10.xml"/><Relationship Id="R3799dccc28234d8c" Type="http://schemas.openxmlformats.org/officeDocument/2006/relationships/slide" Target="slides/slide6.xml"/><Relationship Id="R3e6b258be580412c" Type="http://schemas.openxmlformats.org/officeDocument/2006/relationships/slide" Target="slides/slide9.xml"/><Relationship Id="R454771aa1abe4da0" Type="http://schemas.openxmlformats.org/officeDocument/2006/relationships/slide" Target="slides/slide2.xml"/><Relationship Id="R4e13ebd8e7a64c9f" Type="http://schemas.openxmlformats.org/officeDocument/2006/relationships/slide" Target="slides/slide14.xml"/><Relationship Id="R5b212a7e320b421d" Type="http://schemas.openxmlformats.org/officeDocument/2006/relationships/slide" Target="slides/slide21.xml"/><Relationship Id="R5ecbaf0060514ed2" Type="http://schemas.openxmlformats.org/officeDocument/2006/relationships/slide" Target="slides/slide11.xml"/><Relationship Id="R6f5f1d0337734f33" Type="http://schemas.openxmlformats.org/officeDocument/2006/relationships/slide" Target="slides/slide5.xml"/><Relationship Id="R72d90aba0cf04236" Type="http://schemas.openxmlformats.org/officeDocument/2006/relationships/slide" Target="slides/slide1.xml"/><Relationship Id="R8a9c3087c30a4c77" Type="http://schemas.openxmlformats.org/officeDocument/2006/relationships/slide" Target="slides/slide18.xml"/><Relationship Id="R974a3638406441b3" Type="http://schemas.openxmlformats.org/officeDocument/2006/relationships/slide" Target="slides/slide8.xml"/><Relationship Id="R982df6ececf74ab6" Type="http://schemas.openxmlformats.org/officeDocument/2006/relationships/slide" Target="slides/slide3.xml"/><Relationship Id="R98358da66b4c4d3a" Type="http://schemas.openxmlformats.org/officeDocument/2006/relationships/tableStyles" Target="tableStyles.xml"/><Relationship Id="Ra72742867f914e4d" Type="http://schemas.openxmlformats.org/officeDocument/2006/relationships/slide" Target="slides/slide7.xml"/><Relationship Id="Raf1c2ccfeee949fe" Type="http://schemas.openxmlformats.org/officeDocument/2006/relationships/slide" Target="slides/slide12.xml"/><Relationship Id="Rafdc1e13397749e8" Type="http://schemas.openxmlformats.org/officeDocument/2006/relationships/presProps" Target="presProps.xml"/><Relationship Id="Rb082000714f94e29" Type="http://schemas.openxmlformats.org/officeDocument/2006/relationships/theme" Target="theme/theme1.xml"/><Relationship Id="Rb6bff27468c24835" Type="http://schemas.openxmlformats.org/officeDocument/2006/relationships/slide" Target="slides/slide4.xml"/><Relationship Id="Rbb47d38950fb4a9f" Type="http://schemas.openxmlformats.org/officeDocument/2006/relationships/slide" Target="slides/slide20.xml"/><Relationship Id="Rdaa16b6386ee41cd" Type="http://schemas.openxmlformats.org/officeDocument/2006/relationships/slide" Target="slides/slide16.xml"/><Relationship Id="Rde7b2cb394e2473c" Type="http://schemas.openxmlformats.org/officeDocument/2006/relationships/slide" Target="slides/slide13.xml"/><Relationship Id="Rfbe34128f04846dd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32aa884c3d25492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5cce1ed1dbf4d5a" Type="http://schemas.openxmlformats.org/officeDocument/2006/relationships/slide" Target="../slides/slide1.xml"/><Relationship Id="Re4648d1ccb3043e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90300bb305b4abf" Type="http://schemas.openxmlformats.org/officeDocument/2006/relationships/notesMaster" Target="../notesMasters/notesMaster1.xml"/><Relationship Id="Re91054b97c7145a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1c9dc8fe3c34176" Type="http://schemas.openxmlformats.org/officeDocument/2006/relationships/notesMaster" Target="../notesMasters/notesMaster1.xml"/><Relationship Id="R634e45f1100f403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e7d663c19334465" Type="http://schemas.openxmlformats.org/officeDocument/2006/relationships/notesMaster" Target="../notesMasters/notesMaster1.xml"/><Relationship Id="Rdd97611a4d08445f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c034a4486bf247cc" Type="http://schemas.openxmlformats.org/officeDocument/2006/relationships/notesMaster" Target="../notesMasters/notesMaster1.xml"/><Relationship Id="Rd48cd164a96e47a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cf27a1b59f604ccf" Type="http://schemas.openxmlformats.org/officeDocument/2006/relationships/slide" Target="../slides/slide6.xml"/><Relationship Id="Rf69c1bdad0ed410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5f3ed26348e4cf5" Type="http://schemas.openxmlformats.org/officeDocument/2006/relationships/slide" Target="../slides/slide7.xml"/><Relationship Id="R5aceec9fcc9c42a6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de4533ebade4245" Type="http://schemas.openxmlformats.org/officeDocument/2006/relationships/slide" Target="../slides/slide8.xml"/><Relationship Id="Ra0979d8e9a2e4530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8327cc49c915438c" Type="http://schemas.openxmlformats.org/officeDocument/2006/relationships/notesMaster" Target="../notesMasters/notesMaster1.xml"/><Relationship Id="Rbfb5069de350425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bdbf9a7137b9495a" Type="http://schemas.openxmlformats.org/officeDocument/2006/relationships/slide" Target="../slides/slide10.xml"/><Relationship Id="Rdab715144d2a4da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d82bd940fb94575" Type="http://schemas.openxmlformats.org/officeDocument/2006/relationships/slide" Target="../slides/slide11.xml"/><Relationship Id="R79fb4febfb4f4b4e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57cc63b2a5a40b1" Type="http://schemas.openxmlformats.org/officeDocument/2006/relationships/notesMaster" Target="../notesMasters/notesMaster1.xml"/><Relationship Id="Ra73aa675185e4c3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cb4202f408843b0" Type="http://schemas.openxmlformats.org/officeDocument/2006/relationships/notesMaster" Target="../notesMasters/notesMaster1.xml"/><Relationship Id="Rf18e776cbd6e4c6d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143c1225bf5a4d7d" Type="http://schemas.openxmlformats.org/officeDocument/2006/relationships/slide" Target="../slides/slide14.xml"/><Relationship Id="R1e99222419994c2f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4f1031969a14be6" Type="http://schemas.openxmlformats.org/officeDocument/2006/relationships/slide" Target="../slides/slide15.xml"/><Relationship Id="Rf36409e46c6b434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6369642fab44f42" Type="http://schemas.openxmlformats.org/officeDocument/2006/relationships/notesMaster" Target="../notesMasters/notesMaster1.xml"/><Relationship Id="R9065caf306c84349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96e4db6cca2d4835" Type="http://schemas.openxmlformats.org/officeDocument/2006/relationships/notesMaster" Target="../notesMasters/notesMaster1.xml"/><Relationship Id="Rec8e311f5b474026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92347e2966d44ac" Type="http://schemas.openxmlformats.org/officeDocument/2006/relationships/slide" Target="../slides/slide18.xml"/><Relationship Id="R3d339d1e710a433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953545ca143434c" Type="http://schemas.openxmlformats.org/officeDocument/2006/relationships/notesMaster" Target="../notesMasters/notesMaster1.xml"/><Relationship Id="R7a4a1dc442b8461b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60b55c7240ae43a4" Type="http://schemas.openxmlformats.org/officeDocument/2006/relationships/slide" Target="../slides/slide20.xml"/><Relationship Id="R98e977b765cf42fa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0792e5a24acc4c09" Type="http://schemas.openxmlformats.org/officeDocument/2006/relationships/notesMaster" Target="../notesMasters/notesMaster1.xml"/><Relationship Id="R65806875d12b41ad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Yes. It can help a pupil access the same activity.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H or read one relevant card together. Answer: It explains what the work shows about learning.</a:t>
            </a:r>
          </a:p>
          <a:p xmlns:a="http://schemas.openxmlformats.org/drawingml/2006/main">
            <a:r>
              <a:t>Give a reason when ready. Answer: No. The source explains a perspective and recognises variation.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Test a practice display caption against D and H. Say or show what helped you decide.</a:t>
            </a:r>
          </a:p>
          <a:p xmlns:a="http://schemas.openxmlformats.org/drawingml/2006/main">
            <a:r>
              <a:t>Identify a gap in the display and add evidence rather than a guess.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Test a practice display caption against D and H. Select evidence of a feature, comparison and respectful enquiry.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This work shows ___. My evidence is ___. I improved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work shows ___. My evidence is ___. I improved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Identify a gap in the display and add evidence rather than a guess.</a:t>
            </a:r>
          </a:p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what the work shows about learning.</a:t>
            </a:r>
          </a:p>
          <a:p xmlns:a="http://schemas.openxmlformats.org/drawingml/2006/main">
            <a:r>
              <a:t>No. The source explains a perspective and recognises variation.</a:t>
            </a:r>
          </a:p>
          <a:p xmlns:a="http://schemas.openxmlformats.org/drawingml/2006/main">
            <a:r>
              <a:t>Support: This work shows ___. My evidence is ___. I improved ___.</a:t>
            </a:r>
          </a:p>
          <a:p xmlns:a="http://schemas.openxmlformats.org/drawingml/2006/main">
            <a:r>
              <a:t>Extension: Identify a gap in the display and add evidence rather than a guess.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review; relevant source skill check; retain UAS evidence.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86b6f27700645b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feb76a0c7e9444d" Type="http://schemas.openxmlformats.org/officeDocument/2006/relationships/theme" Target="theme/theme2.xml"/><Relationship Id="Re5882b190b65496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82b190b6549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d95d7e5005c47d0" Type="http://schemas.openxmlformats.org/officeDocument/2006/relationships/slideLayout" Target="../slideLayouts/slideLayout1.xml"/><Relationship Id="R363b6f15528b40d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0d00649426044c3" Type="http://schemas.openxmlformats.org/officeDocument/2006/relationships/slideLayout" Target="../slideLayouts/slideLayout1.xml"/><Relationship Id="Rbc7f3899988349f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234cf389add4a2c" Type="http://schemas.openxmlformats.org/officeDocument/2006/relationships/notesSlide" Target="../notesSlides/notesSlide3.xml"/><Relationship Id="R5b5378e5327a410e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fe2cb68711a4f62" Type="http://schemas.openxmlformats.org/officeDocument/2006/relationships/slideLayout" Target="../slideLayouts/slideLayout1.xml"/><Relationship Id="Rb30a0ec55b1d4ee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bdbae7408a884cf5" Type="http://schemas.openxmlformats.org/officeDocument/2006/relationships/image" Target="../media/image.png"/><Relationship Id="Rc0a39671b10e45ed" Type="http://schemas.openxmlformats.org/officeDocument/2006/relationships/notesSlide" Target="../notesSlides/notesSlide5.xml"/><Relationship Id="Rc8c73bdffc0946b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56b00852a64442bc" Type="http://schemas.openxmlformats.org/officeDocument/2006/relationships/notesSlide" Target="../notesSlides/notesSlide6.xml"/><Relationship Id="Reec332a5c40e4e4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46deb2da013c4c54" Type="http://schemas.openxmlformats.org/officeDocument/2006/relationships/notesSlide" Target="../notesSlides/notesSlide7.xml"/><Relationship Id="R8ecf4db7788747a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fb5d258c18b4b89" Type="http://schemas.openxmlformats.org/officeDocument/2006/relationships/notesSlide" Target="../notesSlides/notesSlide8.xml"/><Relationship Id="Re0d28397aa64467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aac3a3f00a5e4bfe" Type="http://schemas.openxmlformats.org/officeDocument/2006/relationships/notesSlide" Target="../notesSlides/notesSlide9.xml"/><Relationship Id="Rf1a5aab519f043ad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968e2df43f894ed3" Type="http://schemas.openxmlformats.org/officeDocument/2006/relationships/slideLayout" Target="../slideLayouts/slideLayout1.xml"/><Relationship Id="Rde94fa4f2a7b4fca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e6463a754cb4ba1" Type="http://schemas.openxmlformats.org/officeDocument/2006/relationships/notesSlide" Target="../notesSlides/notesSlide11.xml"/><Relationship Id="Rcc3de13bd55e404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93e6dba3f074a2b" Type="http://schemas.openxmlformats.org/officeDocument/2006/relationships/notesSlide" Target="../notesSlides/notesSlide12.xml"/><Relationship Id="R907929e86a7b437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a7343d811484f5d" Type="http://schemas.openxmlformats.org/officeDocument/2006/relationships/notesSlide" Target="../notesSlides/notesSlide13.xml"/><Relationship Id="Rc591269735d048e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6daf83ab8e147c2" Type="http://schemas.openxmlformats.org/officeDocument/2006/relationships/notesSlide" Target="../notesSlides/notesSlide14.xml"/><Relationship Id="Rb92c5bfc5e16465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6d24c0e947540b4" Type="http://schemas.openxmlformats.org/officeDocument/2006/relationships/notesSlide" Target="../notesSlides/notesSlide15.xml"/><Relationship Id="Rbdfef99e45384b5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2f7ea096aff4e30" Type="http://schemas.openxmlformats.org/officeDocument/2006/relationships/slideLayout" Target="../slideLayouts/slideLayout1.xml"/><Relationship Id="Rfc98d36c8322483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4b5071985f304579" Type="http://schemas.openxmlformats.org/officeDocument/2006/relationships/slideLayout" Target="../slideLayouts/slideLayout1.xml"/><Relationship Id="Red03c602e8a54bee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22b0b88f91344d50" Type="http://schemas.openxmlformats.org/officeDocument/2006/relationships/notesSlide" Target="../notesSlides/notesSlide18.xml"/><Relationship Id="R82a43daadc4749f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86ffe4d1bfbc4b77" Type="http://schemas.openxmlformats.org/officeDocument/2006/relationships/slideLayout" Target="../slideLayouts/slideLayout1.xml"/><Relationship Id="Rfc1da2a85482421d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eee638798f1045f0" Type="http://schemas.openxmlformats.org/officeDocument/2006/relationships/notesSlide" Target="../notesSlides/notesSlide20.xml"/><Relationship Id="Rf4f12be0f9e849ff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22206eef88714584" Type="http://schemas.openxmlformats.org/officeDocument/2006/relationships/slideLayout" Target="../slideLayouts/slideLayout1.xml"/><Relationship Id="R7b1625f1740241cd" Type="http://schemas.openxmlformats.org/officeDocument/2006/relationships/notesSlide" Target="../notesSlides/notesSlide21.xml"/><Relationship Id="R9400e14bd3714668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3282D-13DA-456A-88D0-4654A433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festivals evidence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30EC1-0A67-4921-903F-E20209B4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24912-2372-434F-AFBE-CB95265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festivals display and gather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AAD7D-B33E-44AF-BA10-CE727C3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Autumn 2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FB9D5-77C7-4159-ADC8-4264CC2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05646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49C29-265B-4AB4-A2DA-0FCF15B5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7F2A9-FCD5-4660-A0BC-623BBEDE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07BA5-6F8D-4D93-9042-2EA5FC6A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Could reading support make a shared task fairer?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F7840-96D5-4968-9D50-04B8DB31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1167345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DADAC-0F7D-4570-A92B-01B09766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C23C7-8972-44F7-A409-4A7B5E8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E6396-665B-41F6-80CC-8DAA0E0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does an annotation add to a display?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9A043-E7A0-4BBF-8045-9DFF2DD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card H prove identical practice in every household?</a:t>
            </a:r>
          </a:p>
        </p:txBody>
      </p:sp>
    </p:spTree>
    <p:extLst>
      <p:ext uri="{BB962C8B-B14F-4D97-AF65-F5344CB8AC3E}">
        <p14:creationId xmlns:p14="http://schemas.microsoft.com/office/powerpoint/2010/main" val="1220380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A0C5A-4536-4F5F-BC64-16D75E6D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10865-5B65-4840-B872-7622B79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F6A90-8E8E-429B-9488-4B892E9E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4460F-015F-4E19-9155-1DCC9CC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E5F8A-AB04-4E69-9556-1E2F409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C241F-360E-4D5F-B732-8EDF8C37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469476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97D5A-D17A-49B9-B5DA-3DC0228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60727-F36A-4A93-9437-5FA2C64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ae7408a884cf5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73E8D-5513-4531-ABBD-D9361DFF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Test a practice display caption against D and 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1D1A8-F898-4DDD-9D39-9B2D1B3A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C2042-5417-451A-9BF2-C97C34BB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518039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7AF23-515D-494A-B47D-7C1163E1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6BA51-2D77-479A-8988-BACEA77C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7542C-8514-4C57-9C15-BA3A2D53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Annotate one item for a festivals display.</a:t>
            </a:r>
          </a:p>
        </p:txBody>
      </p:sp>
    </p:spTree>
    <p:extLst>
      <p:ext uri="{BB962C8B-B14F-4D97-AF65-F5344CB8AC3E}">
        <p14:creationId xmlns:p14="http://schemas.microsoft.com/office/powerpoint/2010/main" val="731822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86B43-2DED-418D-8335-5347924E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83DEF-8BF3-4233-816C-75CA7F44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AEAC1-76F5-4BDE-B129-36F59F0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H Hanukkah: 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</p:spTree>
    <p:extLst>
      <p:ext uri="{BB962C8B-B14F-4D97-AF65-F5344CB8AC3E}">
        <p14:creationId xmlns:p14="http://schemas.microsoft.com/office/powerpoint/2010/main" val="65946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989FF-6D42-4CD1-BFB4-D5870940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748D7-024D-456C-9A14-AFAE0BD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F1BA2-4058-4C0C-936E-FCFF4B5E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My comparison shows that both celebrations use light. Their stories and meanings differ.</a:t>
            </a:r>
          </a:p>
        </p:txBody>
      </p:sp>
    </p:spTree>
    <p:extLst>
      <p:ext uri="{BB962C8B-B14F-4D97-AF65-F5344CB8AC3E}">
        <p14:creationId xmlns:p14="http://schemas.microsoft.com/office/powerpoint/2010/main" val="108857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F0D5B-8F76-4B08-9DCE-E2BF8E1E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79EC2-26D4-4AF3-B906-901D3ABA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1BCE6-03F8-470F-BC8C-EEE2014E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card H prove identical practice in every household? No. The source explains a perspective and recognises variation.</a:t>
            </a:r>
          </a:p>
        </p:txBody>
      </p:sp>
    </p:spTree>
    <p:extLst>
      <p:ext uri="{BB962C8B-B14F-4D97-AF65-F5344CB8AC3E}">
        <p14:creationId xmlns:p14="http://schemas.microsoft.com/office/powerpoint/2010/main" val="1040199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653BC-5FCF-4482-84FF-A33DD527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A9F39-C1AF-4975-AE66-27BD0FDA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812BD-06DA-4512-82D0-B3E17687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Test a practice display caption against D and 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17B5-AB3B-4C1D-8A80-95D04EC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evidence of a feature, comparison and respectful enquiry.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3DCA3-E951-471F-A954-923A1D1D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9061986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A2644-B970-4D90-9FB4-1C1D9A95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28EFF-37B1-417F-9FAB-CE1EBDDF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93904-9DB5-4060-9ADB-B3213ED3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EF1EF-4134-42FD-B79E-8A38D1F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CB0E6-A5B8-4B0B-8F51-A760B856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DDE0E-73CC-4D9E-9A10-2409433F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1328369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1662C-B96B-4AA5-BB21-0EC831A0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05238-B204-4743-A8C2-51E2F662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6A826-61D9-49F9-9D3B-58FE9DAA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small annotated display from this unit’s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5834B-07BB-4BAF-96DE-7A2E2229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each chosen example shows.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A62A-655A-4668-BC5B-3927CEF6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new source check: can card H prove every Jewish household celebrates identically?</a:t>
            </a:r>
          </a:p>
        </p:txBody>
      </p:sp>
    </p:spTree>
    <p:extLst>
      <p:ext uri="{BB962C8B-B14F-4D97-AF65-F5344CB8AC3E}">
        <p14:creationId xmlns:p14="http://schemas.microsoft.com/office/powerpoint/2010/main" val="305469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140EE-1441-4BE9-B226-64EAD45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41CE1-0017-4A34-9DF3-D8A6497D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06D46-6C2B-45C3-A6D9-E315CB05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small annotated display from this unit’s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E1E48-73E7-400F-8F50-862015B8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each chosen example shows.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86CF7-648F-4262-BEA2-88F3A1C2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new source check: can card H prove every Jewish household celebrates identically?</a:t>
            </a:r>
          </a:p>
        </p:txBody>
      </p:sp>
    </p:spTree>
    <p:extLst>
      <p:ext uri="{BB962C8B-B14F-4D97-AF65-F5344CB8AC3E}">
        <p14:creationId xmlns:p14="http://schemas.microsoft.com/office/powerpoint/2010/main" val="16435444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81BF4-345A-41BD-B73B-C3278A6E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AEC0D-CB25-40A7-AA11-1DCF2AC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43B94-DE37-4EA8-8C13-281B6D90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small annotated display from this unit’s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5255A-2E89-4EAF-A7D5-568C84DD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each chosen example shows.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C595A-87F1-4C59-80AC-1A4B940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new source check: can card H prove every Jewish household celebrates identically?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3920E-E220-4F68-A9F1-DCB2F2F4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a gap in the display and add evidence rather than a guess.</a:t>
            </a:r>
          </a:p>
        </p:txBody>
      </p:sp>
    </p:spTree>
    <p:extLst>
      <p:ext uri="{BB962C8B-B14F-4D97-AF65-F5344CB8AC3E}">
        <p14:creationId xmlns:p14="http://schemas.microsoft.com/office/powerpoint/2010/main" val="1558585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1A466-B002-4924-A298-A1CE13F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62508-19E8-4FBD-929B-56A48468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72F94-2703-4522-90C0-563AEFBA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half-term review; relevant source skill check; retain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07269-0C93-4247-89F8-0CDA361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F8CB7-1A0A-4A33-8A75-186DE03A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504867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27E35-C0D9-45A2-8429-DF5C416F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2E621-C3BE-45BB-8201-9447E7A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50C7E-8456-4E18-97F9-9BB1755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does an annotation add to a display?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CB8D5-5AC9-402D-B615-FAD38E69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card H prove identical practice in every household?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2C786-FE5F-4F4B-9F39-3EEE96A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4536489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62B54-C6B4-4C8A-9FD9-60680E65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705AD-8F78-4091-8B43-5F08214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0B238-16D3-4B48-A3F2-46870A2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FD59-DFB4-4585-9B0F-5F00883B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BB659-45CA-4F08-A650-CAA605E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11679893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C4EF5-0362-496B-81BE-0C94A679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9D945-EB5A-4A65-AE3B-054FEEC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EFD8E-41B0-4DE1-B337-3856063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9F780-F3E5-4468-947C-FFE4B618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E858B-DF6A-420A-A185-C5E8F980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4310035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60531-0381-4BBE-9933-89518F6F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29261-072E-4117-8328-FA24C2E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245C0-8F97-45BF-BAA1-E57AC3B4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59E33-7216-4B6A-9C95-D5CF8B16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93039-5739-4DCB-B97B-EB734768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46641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CD963-6F71-4C41-99FF-07E2B60B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597F5-189D-4B42-9F1A-703B03BA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4A1E6-36A2-4B8D-82C5-0DB7FF2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8E373-0CBF-4B30-928C-B99FE588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4F844-04A9-4BA3-AAFD-22A2955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9326776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3C07D-D7A2-4E62-B4F7-6A5A1A3F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8342A-079A-45DD-9822-D6570EEC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W7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0e14bd3714668"/>
          <a:stretch xmlns:a="http://schemas.openxmlformats.org/drawingml/2006/main"/>
        </p:blipFill>
        <p:spPr>
          <a:xfrm xmlns:a="http://schemas.openxmlformats.org/drawingml/2006/main">
            <a:off x="1047750" y="1422336"/>
            <a:ext cx="10096500" cy="44895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01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2026-09-19T18:36:05.8410000Z</dcterms:created>
  <dcterms:modified xsi:type="dcterms:W3CDTF">2026-09-19T18:36:05.8410000Z</dcterms:modified>
</coreProperties>
</file>