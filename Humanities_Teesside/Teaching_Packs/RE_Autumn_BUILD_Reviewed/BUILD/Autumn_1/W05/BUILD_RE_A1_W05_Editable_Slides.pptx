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accdde93ccc4ff2" Type="http://schemas.openxmlformats.org/officeDocument/2006/relationships/extended-properties" Target="docProps/app.xml"/><Relationship Id="Rbee904d29b5b436c" Type="http://schemas.openxmlformats.org/package/2006/relationships/metadata/core-properties" Target="docProps/core.xml"/><Relationship Id="Rc2aeaa66e9d64faa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8a70fc39f84a5c"/>
  </p:sldMasterIdLst>
  <p:notesMasterIdLst>
    <p:notesMasterId xmlns:r="http://schemas.openxmlformats.org/officeDocument/2006/relationships" r:id="R45aa9dd66ce94a00"/>
  </p:notesMasterIdLst>
  <p:sldIdLst>
    <p:sldId xmlns:r="http://schemas.openxmlformats.org/officeDocument/2006/relationships" id="256" r:id="R3513db6288a341dc"/>
    <p:sldId xmlns:r="http://schemas.openxmlformats.org/officeDocument/2006/relationships" id="257" r:id="R73fa67f067ba4cff"/>
    <p:sldId xmlns:r="http://schemas.openxmlformats.org/officeDocument/2006/relationships" id="258" r:id="R71962e0deebd4bce"/>
    <p:sldId xmlns:r="http://schemas.openxmlformats.org/officeDocument/2006/relationships" id="259" r:id="R7ba6bf6f84974a96"/>
    <p:sldId xmlns:r="http://schemas.openxmlformats.org/officeDocument/2006/relationships" id="260" r:id="R084cf5a9a83449c8"/>
    <p:sldId xmlns:r="http://schemas.openxmlformats.org/officeDocument/2006/relationships" id="261" r:id="R044be13bd1a84f51"/>
    <p:sldId xmlns:r="http://schemas.openxmlformats.org/officeDocument/2006/relationships" id="262" r:id="R88d2a885fc4646be"/>
    <p:sldId xmlns:r="http://schemas.openxmlformats.org/officeDocument/2006/relationships" id="263" r:id="R7ff9ddea2c064fe4"/>
    <p:sldId xmlns:r="http://schemas.openxmlformats.org/officeDocument/2006/relationships" id="264" r:id="R4939ee61564b4a33"/>
    <p:sldId xmlns:r="http://schemas.openxmlformats.org/officeDocument/2006/relationships" id="265" r:id="Rb3aa1698b3ac48a6"/>
    <p:sldId xmlns:r="http://schemas.openxmlformats.org/officeDocument/2006/relationships" id="266" r:id="R1d4dfcc721914247"/>
    <p:sldId xmlns:r="http://schemas.openxmlformats.org/officeDocument/2006/relationships" id="267" r:id="R07bb66b8061b447e"/>
    <p:sldId xmlns:r="http://schemas.openxmlformats.org/officeDocument/2006/relationships" id="268" r:id="Red75fd16efbc4a31"/>
    <p:sldId xmlns:r="http://schemas.openxmlformats.org/officeDocument/2006/relationships" id="269" r:id="Rdb54921fd9a649fd"/>
    <p:sldId xmlns:r="http://schemas.openxmlformats.org/officeDocument/2006/relationships" id="270" r:id="R28b81735447b4596"/>
    <p:sldId xmlns:r="http://schemas.openxmlformats.org/officeDocument/2006/relationships" id="271" r:id="Rdd1a102a0c6b4056"/>
    <p:sldId xmlns:r="http://schemas.openxmlformats.org/officeDocument/2006/relationships" id="272" r:id="R58c0e17ee8bb47b6"/>
    <p:sldId xmlns:r="http://schemas.openxmlformats.org/officeDocument/2006/relationships" id="273" r:id="Rb896ac234dbf4010"/>
    <p:sldId xmlns:r="http://schemas.openxmlformats.org/officeDocument/2006/relationships" id="274" r:id="R82722a4f3ae84ff8"/>
    <p:sldId xmlns:r="http://schemas.openxmlformats.org/officeDocument/2006/relationships" id="275" r:id="Rfb401c73e8e14c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44be13bd1a84f51" Type="http://schemas.openxmlformats.org/officeDocument/2006/relationships/slide" Target="slides/slide6.xml"/><Relationship Id="R07bb66b8061b447e" Type="http://schemas.openxmlformats.org/officeDocument/2006/relationships/slide" Target="slides/slide12.xml"/><Relationship Id="R084cf5a9a83449c8" Type="http://schemas.openxmlformats.org/officeDocument/2006/relationships/slide" Target="slides/slide5.xml"/><Relationship Id="R1d4dfcc721914247" Type="http://schemas.openxmlformats.org/officeDocument/2006/relationships/slide" Target="slides/slide11.xml"/><Relationship Id="R23640cd9cf8c4cc9" Type="http://schemas.openxmlformats.org/officeDocument/2006/relationships/presProps" Target="presProps.xml"/><Relationship Id="R28b81735447b4596" Type="http://schemas.openxmlformats.org/officeDocument/2006/relationships/slide" Target="slides/slide15.xml"/><Relationship Id="R3513db6288a341dc" Type="http://schemas.openxmlformats.org/officeDocument/2006/relationships/slide" Target="slides/slide1.xml"/><Relationship Id="R45aa9dd66ce94a00" Type="http://schemas.openxmlformats.org/officeDocument/2006/relationships/notesMaster" Target="notesMasters/notesMaster1.xml"/><Relationship Id="R4939ee61564b4a33" Type="http://schemas.openxmlformats.org/officeDocument/2006/relationships/slide" Target="slides/slide9.xml"/><Relationship Id="R58c0e17ee8bb47b6" Type="http://schemas.openxmlformats.org/officeDocument/2006/relationships/slide" Target="slides/slide17.xml"/><Relationship Id="R58fa219990c247ad" Type="http://schemas.openxmlformats.org/officeDocument/2006/relationships/theme" Target="theme/theme1.xml"/><Relationship Id="R71962e0deebd4bce" Type="http://schemas.openxmlformats.org/officeDocument/2006/relationships/slide" Target="slides/slide3.xml"/><Relationship Id="R73fa67f067ba4cff" Type="http://schemas.openxmlformats.org/officeDocument/2006/relationships/slide" Target="slides/slide2.xml"/><Relationship Id="R768a70fc39f84a5c" Type="http://schemas.openxmlformats.org/officeDocument/2006/relationships/slideMaster" Target="slideMasters/slideMaster1.xml"/><Relationship Id="R7ba6bf6f84974a96" Type="http://schemas.openxmlformats.org/officeDocument/2006/relationships/slide" Target="slides/slide4.xml"/><Relationship Id="R7ff9ddea2c064fe4" Type="http://schemas.openxmlformats.org/officeDocument/2006/relationships/slide" Target="slides/slide8.xml"/><Relationship Id="R82722a4f3ae84ff8" Type="http://schemas.openxmlformats.org/officeDocument/2006/relationships/slide" Target="slides/slide19.xml"/><Relationship Id="R88d2a885fc4646be" Type="http://schemas.openxmlformats.org/officeDocument/2006/relationships/slide" Target="slides/slide7.xml"/><Relationship Id="Rb3aa1698b3ac48a6" Type="http://schemas.openxmlformats.org/officeDocument/2006/relationships/slide" Target="slides/slide10.xml"/><Relationship Id="Rb896ac234dbf4010" Type="http://schemas.openxmlformats.org/officeDocument/2006/relationships/slide" Target="slides/slide18.xml"/><Relationship Id="Rdb54921fd9a649fd" Type="http://schemas.openxmlformats.org/officeDocument/2006/relationships/slide" Target="slides/slide14.xml"/><Relationship Id="Rdd1a102a0c6b4056" Type="http://schemas.openxmlformats.org/officeDocument/2006/relationships/slide" Target="slides/slide16.xml"/><Relationship Id="Re3ca8515591643e0" Type="http://schemas.openxmlformats.org/officeDocument/2006/relationships/tableStyles" Target="tableStyles.xml"/><Relationship Id="Red75fd16efbc4a31" Type="http://schemas.openxmlformats.org/officeDocument/2006/relationships/slide" Target="slides/slide13.xml"/><Relationship Id="Rfb401c73e8e14c81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0ba80af29eb84614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b7df407173e4ce2" Type="http://schemas.openxmlformats.org/officeDocument/2006/relationships/notesMaster" Target="../notesMasters/notesMaster1.xml"/><Relationship Id="Rbdc2b0cc52af44e8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406bf7ec7c2e4579" Type="http://schemas.openxmlformats.org/officeDocument/2006/relationships/slide" Target="../slides/slide2.xml"/><Relationship Id="R7359cd6e23ba48d8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9f7654eabb7e4f56" Type="http://schemas.openxmlformats.org/officeDocument/2006/relationships/slide" Target="../slides/slide3.xml"/><Relationship Id="Rc93074424fad45c7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19bf199af99f4baa" Type="http://schemas.openxmlformats.org/officeDocument/2006/relationships/slide" Target="../slides/slide4.xml"/><Relationship Id="R9f75d308446847a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1f684c4975e745e2" Type="http://schemas.openxmlformats.org/officeDocument/2006/relationships/notesMaster" Target="../notesMasters/notesMaster1.xml"/><Relationship Id="R3e05e691041d42ef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de9f437f4b448eb" Type="http://schemas.openxmlformats.org/officeDocument/2006/relationships/notesMaster" Target="../notesMasters/notesMaster1.xml"/><Relationship Id="R7a209358e4be4e6b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1572f3848b3e4e49" Type="http://schemas.openxmlformats.org/officeDocument/2006/relationships/notesMaster" Target="../notesMasters/notesMaster1.xml"/><Relationship Id="Rb6514b4758244427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53017359d11647e4" Type="http://schemas.openxmlformats.org/officeDocument/2006/relationships/slide" Target="../slides/slide8.xml"/><Relationship Id="R99fadcac46614a8d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3fbeffbddcdd4d98" Type="http://schemas.openxmlformats.org/officeDocument/2006/relationships/notesMaster" Target="../notesMasters/notesMaster1.xml"/><Relationship Id="Rf5fbafd21c4c4fd5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0d8047c05c0a460a" Type="http://schemas.openxmlformats.org/officeDocument/2006/relationships/notesMaster" Target="../notesMasters/notesMaster1.xml"/><Relationship Id="R275658ea98e94fb1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cce88afbdec34bc2" Type="http://schemas.openxmlformats.org/officeDocument/2006/relationships/notesMaster" Target="../notesMasters/notesMaster1.xml"/><Relationship Id="Rec1ecce92b70411b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23959029537d49cd" Type="http://schemas.openxmlformats.org/officeDocument/2006/relationships/slide" Target="../slides/slide12.xml"/><Relationship Id="R4cf1fc90e7024df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9b050f30f81c4d12" Type="http://schemas.openxmlformats.org/officeDocument/2006/relationships/notesMaster" Target="../notesMasters/notesMaster1.xml"/><Relationship Id="Rac27d652a0eb4356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0201296cbccb4667" Type="http://schemas.openxmlformats.org/officeDocument/2006/relationships/notesMaster" Target="../notesMasters/notesMaster1.xml"/><Relationship Id="Re432604049e64794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0d4e4fef10264227" Type="http://schemas.openxmlformats.org/officeDocument/2006/relationships/notesMaster" Target="../notesMasters/notesMaster1.xml"/><Relationship Id="R54bf3dc6ea1f4bdd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08e69b06d9ed4df9" Type="http://schemas.openxmlformats.org/officeDocument/2006/relationships/slide" Target="../slides/slide16.xml"/><Relationship Id="Ra6a7655937ac40ed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0666a7c0b9d54117" Type="http://schemas.openxmlformats.org/officeDocument/2006/relationships/notesMaster" Target="../notesMasters/notesMaster1.xml"/><Relationship Id="R45b169b26d9c4a50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352bddcbb00c4abd" Type="http://schemas.openxmlformats.org/officeDocument/2006/relationships/slide" Target="../slides/slide18.xml"/><Relationship Id="R9307a1d9af874b3d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0dc9953d1f324841" Type="http://schemas.openxmlformats.org/officeDocument/2006/relationships/slide" Target="../slides/slide19.xml"/><Relationship Id="R81cedbc56e3f4fa5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ad9988b6dc64420c" Type="http://schemas.openxmlformats.org/officeDocument/2006/relationships/notesMaster" Target="../notesMasters/notesMaster1.xml"/><Relationship Id="Rbfe8a3f138234518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'Both people...' response naming a shared value.</a:t>
            </a:r>
          </a:p>
          <a:p xmlns:a="http://schemas.openxmlformats.org/drawingml/2006/main">
            <a:r>
              <a:t>Very short profiles; one similarity only; image support; 'Both...' sentence stem; verbal/scribed response.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So that fingers do not touch the handwritten scroll.</a:t>
            </a:r>
          </a:p>
          <a:p xmlns:a="http://schemas.openxmlformats.org/drawingml/2006/main">
            <a:r>
              <a:t>Choose: Something a person holds to be true OR Something a person thinks is important in how to live. Answer: Something a person holds to be true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A,B or read one relevant card together. Answer: Helping others.</a:t>
            </a:r>
          </a:p>
          <a:p xmlns:a="http://schemas.openxmlformats.org/drawingml/2006/main">
            <a:r>
              <a:t>Give a reason when ready. Answer: No. They have different beliefs but share a value.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'Both people...' response naming a shared value.</a:t>
            </a:r>
          </a:p>
          <a:p xmlns:a="http://schemas.openxmlformats.org/drawingml/2006/main">
            <a:r>
              <a:t>Very short profiles; one similarity only; image support; 'Both...' sentence stem; verbal/scribed response.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'Both people...' response naming a shared value.</a:t>
            </a:r>
          </a:p>
          <a:p xmlns:a="http://schemas.openxmlformats.org/drawingml/2006/main">
            <a:r>
              <a:t>Very short profiles; one similarity only; image support; 'Both...' sentence stem; verbal/scribed response.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'Both people...' response naming a shared value.</a:t>
            </a:r>
          </a:p>
          <a:p xmlns:a="http://schemas.openxmlformats.org/drawingml/2006/main">
            <a:r>
              <a:t>Very short profiles; one similarity only; image support; 'Both...' sentence stem; verbal/scribed response.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'Both people...' response naming a shared value.</a:t>
            </a:r>
          </a:p>
          <a:p xmlns:a="http://schemas.openxmlformats.org/drawingml/2006/main">
            <a:r>
              <a:t>Very short profiles; one similarity only; image support; 'Both...' sentence stem; verbal/scribed response.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'Both people...' response naming a shared value.</a:t>
            </a:r>
          </a:p>
          <a:p xmlns:a="http://schemas.openxmlformats.org/drawingml/2006/main">
            <a:r>
              <a:t>Very short profiles; one similarity only; image support; 'Both...' sentence stem; verbal/scribed response.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Sort each statement: Aisha, Tom or both. Say or show what helped you decide.</a:t>
            </a:r>
          </a:p>
          <a:p xmlns:a="http://schemas.openxmlformats.org/drawingml/2006/main">
            <a:r>
              <a:t>Explain how two people can share a value but have different reasons for it.</a:t>
            </a:r>
          </a:p>
          <a:p xmlns:a="http://schemas.openxmlformats.org/drawingml/2006/main">
            <a:r>
              <a:t>F: one 'Both people...' response naming a shared value.</a:t>
            </a:r>
          </a:p>
          <a:p xmlns:a="http://schemas.openxmlformats.org/drawingml/2006/main">
            <a:r>
              <a:t>Very short profiles; one similarity only; image support; 'Both...' sentence stem; verbal/scribed response.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Gives money to charity because of faith — Aisha — Card A: Aisha links giving to her faith.</a:t>
            </a:r>
          </a:p>
          <a:p xmlns:a="http://schemas.openxmlformats.org/drawingml/2006/main">
            <a:r>
              <a:t>Does not follow a religion — Tom — Card B: Tom is a Humanist.</a:t>
            </a:r>
          </a:p>
          <a:p xmlns:a="http://schemas.openxmlformats.org/drawingml/2006/main">
            <a:r>
              <a:t>Thinks helping others is important — Both — Cards A and B: both people help others.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Both people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one 'Both people...' response naming a shared value.</a:t>
            </a:r>
          </a:p>
          <a:p xmlns:a="http://schemas.openxmlformats.org/drawingml/2006/main">
            <a:r>
              <a:t>Very short profiles; one similarity only; image support; 'Both...' sentence stem; verbal/scribed response.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people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one 'Both people...' response naming a shared value.</a:t>
            </a:r>
          </a:p>
          <a:p xmlns:a="http://schemas.openxmlformats.org/drawingml/2006/main">
            <a:r>
              <a:t>Very short profiles; one similarity only; image support; 'Both...' sentence stem; verbal/scribed response.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how two people can share a value but have different reasons for it.</a:t>
            </a:r>
          </a:p>
          <a:p xmlns:a="http://schemas.openxmlformats.org/drawingml/2006/main">
            <a:r>
              <a:t>F: one 'Both people...' response naming a shared value.</a:t>
            </a:r>
          </a:p>
          <a:p xmlns:a="http://schemas.openxmlformats.org/drawingml/2006/main">
            <a:r>
              <a:t>Very short profiles; one similarity only; image support; 'Both...' sentence stem; verbal/scribed response.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'Both people...' response naming a shared value.</a:t>
            </a:r>
          </a:p>
          <a:p xmlns:a="http://schemas.openxmlformats.org/drawingml/2006/main">
            <a:r>
              <a:t>Very short profiles; one similarity only; image support; 'Both...' sentence stem; verbal/scribed response.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Helping others.</a:t>
            </a:r>
          </a:p>
          <a:p xmlns:a="http://schemas.openxmlformats.org/drawingml/2006/main">
            <a:r>
              <a:t>No. They have different beliefs but share a value.</a:t>
            </a:r>
          </a:p>
          <a:p xmlns:a="http://schemas.openxmlformats.org/drawingml/2006/main">
            <a:r>
              <a:t>Support: Both people ___.</a:t>
            </a:r>
          </a:p>
          <a:p xmlns:a="http://schemas.openxmlformats.org/drawingml/2006/main">
            <a:r>
              <a:t>Extension: Explain how two people can share a value but have different reasons for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'Both people...' response naming a shared value.</a:t>
            </a:r>
          </a:p>
          <a:p xmlns:a="http://schemas.openxmlformats.org/drawingml/2006/main">
            <a:r>
              <a:t>Very short profiles; one similarity only; image support; 'Both...' sentence stem; verbal/scribed response.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'Both people...' response naming a shared value.</a:t>
            </a:r>
          </a:p>
          <a:p xmlns:a="http://schemas.openxmlformats.org/drawingml/2006/main">
            <a:r>
              <a:t>Very short profiles; one similarity only; image support; 'Both...' sentence stem; verbal/scribed response.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'Both people...' response naming a shared value.</a:t>
            </a:r>
          </a:p>
          <a:p xmlns:a="http://schemas.openxmlformats.org/drawingml/2006/main">
            <a:r>
              <a:t>Very short profiles; one similarity only; image support; 'Both...' sentence stem; verbal/scribed response.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'Both people...' response naming a shared value.</a:t>
            </a:r>
          </a:p>
          <a:p xmlns:a="http://schemas.openxmlformats.org/drawingml/2006/main">
            <a:r>
              <a:t>Very short profiles; one similarity only; image support; 'Both...' sentence stem; verbal/scribed response.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131c7aebd2814b0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dc60af6df4d4384" Type="http://schemas.openxmlformats.org/officeDocument/2006/relationships/slideLayout" Target="../slideLayouts/slideLayout1.xml"/><Relationship Id="Rddab87655e4f4e80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c60af6df4d43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2a9c3769c154fb2" Type="http://schemas.openxmlformats.org/officeDocument/2006/relationships/notesSlide" Target="../notesSlides/notesSlide1.xml"/><Relationship Id="Ra354da250a8b466a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b8c1ee28b87241f9" Type="http://schemas.openxmlformats.org/officeDocument/2006/relationships/notesSlide" Target="../notesSlides/notesSlide2.xml"/><Relationship Id="Rd8d9926506844f5f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3dd8f60ff5df4f00" Type="http://schemas.openxmlformats.org/officeDocument/2006/relationships/slideLayout" Target="../slideLayouts/slideLayout1.xml"/><Relationship Id="R5aba1650f4fc485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11719b03b1274dc4" Type="http://schemas.openxmlformats.org/officeDocument/2006/relationships/notesSlide" Target="../notesSlides/notesSlide4.xml"/><Relationship Id="R643e6354a31d43d5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0eac4c7aae50453e" Type="http://schemas.openxmlformats.org/officeDocument/2006/relationships/slideLayout" Target="../slideLayouts/slideLayout1.xml"/><Relationship Id="Re2535f4cebe740f4" Type="http://schemas.openxmlformats.org/officeDocument/2006/relationships/notesSlide" Target="../notesSlides/notesSlide5.xml"/><Relationship Id="Re48025f7f4f74378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072245dad5c9490f" Type="http://schemas.openxmlformats.org/officeDocument/2006/relationships/slideLayout" Target="../slideLayouts/slideLayout1.xml"/><Relationship Id="R8369fe99d4eb466c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100c82c7f08541af" Type="http://schemas.openxmlformats.org/officeDocument/2006/relationships/slideLayout" Target="../slideLayouts/slideLayout1.xml"/><Relationship Id="Rdfda89f78cec42fd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326432c0b4e34a30" Type="http://schemas.openxmlformats.org/officeDocument/2006/relationships/notesSlide" Target="../notesSlides/notesSlide8.xml"/><Relationship Id="Rc7dfcaf161344e2b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46f8e63fa4a948b8" Type="http://schemas.openxmlformats.org/officeDocument/2006/relationships/slideLayout" Target="../slideLayouts/slideLayout1.xml"/><Relationship Id="R5e03eb8d21ef4df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afc7c5245da64446" Type="http://schemas.openxmlformats.org/officeDocument/2006/relationships/notesSlide" Target="../notesSlides/notesSlide10.xml"/><Relationship Id="Rb68482b63dd24afd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4fd400e3baa843f3" Type="http://schemas.openxmlformats.org/officeDocument/2006/relationships/slideLayout" Target="../slideLayouts/slideLayout1.xml"/><Relationship Id="R714281d7d04047ca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6ced3c8b8f8f4fb0" Type="http://schemas.openxmlformats.org/officeDocument/2006/relationships/notesSlide" Target="../notesSlides/notesSlide12.xml"/><Relationship Id="Ra784f873c03c4d1f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2ee398e4f794d8e" Type="http://schemas.openxmlformats.org/officeDocument/2006/relationships/notesSlide" Target="../notesSlides/notesSlide13.xml"/><Relationship Id="R803a7d5d5284439e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440fe25514fc4246" Type="http://schemas.openxmlformats.org/officeDocument/2006/relationships/notesSlide" Target="../notesSlides/notesSlide14.xml"/><Relationship Id="R89f6ea43cf5a4efa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5801e6baafd34ef7" Type="http://schemas.openxmlformats.org/officeDocument/2006/relationships/notesSlide" Target="../notesSlides/notesSlide15.xml"/><Relationship Id="Rcb6e168046354157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1ec2f308cae146b1" Type="http://schemas.openxmlformats.org/officeDocument/2006/relationships/notesSlide" Target="../notesSlides/notesSlide16.xml"/><Relationship Id="R969facbd12fb4cd3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1157de5662c2495f" Type="http://schemas.openxmlformats.org/officeDocument/2006/relationships/slideLayout" Target="../slideLayouts/slideLayout1.xml"/><Relationship Id="Rbced1f2904ff463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7103edcdb6d043bf" Type="http://schemas.openxmlformats.org/officeDocument/2006/relationships/notesSlide" Target="../notesSlides/notesSlide18.xml"/><Relationship Id="Rb06c84da654d4d8e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9b41b7cd7fc04fae" Type="http://schemas.openxmlformats.org/officeDocument/2006/relationships/slideLayout" Target="../slideLayouts/slideLayout1.xml"/><Relationship Id="Rc6d00a53bfd34bea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2795c1ad2f274efd" Type="http://schemas.openxmlformats.org/officeDocument/2006/relationships/notesSlide" Target="../notesSlides/notesSlide20.xml"/><Relationship Id="R54a43c708c974315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6F7F1-A5F3-4107-B96F-55F1B7EF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Similarities between beliefs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541AC-1D1A-4A37-A830-86479161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W5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9195C-36E5-4135-AE0D-CCF51A56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Notice one similarity between two people's beliefs or values.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6F4F3-0C7E-442F-842D-5DD5BC40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RE &amp; World Views / Autumn 1 / Week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3E5D5-6E26-4D40-B9B2-F5076F64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3909579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A632A-0853-4146-87A4-82B96927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DF168-F458-4427-A2FC-73FB2016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W5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CECF9-8DFF-4880-AC24-11755330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Why do readers often use a pointer with a Torah scroll?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E9C4C-F78A-4773-AEF4-8861E034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belief?</a:t>
            </a:r>
          </a:p>
        </p:txBody>
      </p:sp>
    </p:spTree>
    <p:extLst>
      <p:ext uri="{BB962C8B-B14F-4D97-AF65-F5344CB8AC3E}">
        <p14:creationId xmlns:p14="http://schemas.microsoft.com/office/powerpoint/2010/main" val="12224068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227D8-1953-49C4-98A9-32DFA7CF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70A91-9E93-45F7-B7AD-E59E2EF5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W5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FDB7F-5988-4F36-A02F-E0A2BDE6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value do Aisha and Tom share?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F8373-FAA0-46E8-B082-986A4913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Do Aisha and Tom have the same beliefs about God?</a:t>
            </a:r>
          </a:p>
        </p:txBody>
      </p:sp>
    </p:spTree>
    <p:extLst>
      <p:ext uri="{BB962C8B-B14F-4D97-AF65-F5344CB8AC3E}">
        <p14:creationId xmlns:p14="http://schemas.microsoft.com/office/powerpoint/2010/main" val="18421867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1293E-1FAC-4846-B279-FFBA88F7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C6F4B-F19B-4B3D-98B4-36D11E30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W5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DB9F4-BC22-467C-8DAB-E0AAFC7D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belief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a person holds to be true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6510C-0B11-49A7-9B1C-459DA3B0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value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a person thinks is important in how to live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5E1B0-0314-4FDE-9EAC-C2251F97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similarity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way that two things are the same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7E66A-F442-42AE-A920-57966D5F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worldview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way a person sees life and what matters</a:t>
            </a:r>
          </a:p>
        </p:txBody>
      </p:sp>
    </p:spTree>
    <p:extLst>
      <p:ext uri="{BB962C8B-B14F-4D97-AF65-F5344CB8AC3E}">
        <p14:creationId xmlns:p14="http://schemas.microsoft.com/office/powerpoint/2010/main" val="13096427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5C4A8-F5B2-4526-8C3E-5F25F92E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3F8E4-985B-4800-8116-B8348BFC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W5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025f7f4f74378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F7DD2-6415-49D6-9EDC-31490B87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01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Who shares a value?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C0FED-5284-447E-9635-89A47121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0255"/>
            <a:ext cx="11087100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Kai says: “Be fair.” Lena says: “Help others.” Moe says: “Treat people fairly.” Tap the pair who share a value.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279E6-832A-400F-AFEC-BC580CBA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8465"/>
            <a:ext cx="11087100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13409120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57E22-29D5-46A4-A850-A550C26B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6E49D-D28E-4473-B2C8-FE0453A1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W5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9D857-65FE-4178-AC83-28E0CE1C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value do Aisha and Tom share?</a:t>
            </a:r>
          </a:p>
        </p:txBody>
      </p:sp>
    </p:spTree>
    <p:extLst>
      <p:ext uri="{BB962C8B-B14F-4D97-AF65-F5344CB8AC3E}">
        <p14:creationId xmlns:p14="http://schemas.microsoft.com/office/powerpoint/2010/main" val="13724189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BB69F-3708-44C9-B50E-2001BA0F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22E2C-4D1A-48A0-9E1F-B3CDFB19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W5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C7053-594D-4A90-986E-1DB18FE7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A Aisha: Fictional profile: Aisha is 15 and Muslim. She gives part of her pocket money to charity. She says, “My faith teaches me to help people in need.” B Tom: Fictional profile: Tom is 16 and a Humanist. He does not follow a religion. He helps at a food bank. He says, “People should look after each other.”</a:t>
            </a:r>
          </a:p>
        </p:txBody>
      </p:sp>
    </p:spTree>
    <p:extLst>
      <p:ext uri="{BB962C8B-B14F-4D97-AF65-F5344CB8AC3E}">
        <p14:creationId xmlns:p14="http://schemas.microsoft.com/office/powerpoint/2010/main" val="6591179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24632-2DED-4D0D-927B-C4D1E947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C20C9-D98C-4677-8473-E6DAC504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W5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BA38F-FE89-4059-A256-8988BCA7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Helping others.</a:t>
            </a:r>
          </a:p>
        </p:txBody>
      </p:sp>
    </p:spTree>
    <p:extLst>
      <p:ext uri="{BB962C8B-B14F-4D97-AF65-F5344CB8AC3E}">
        <p14:creationId xmlns:p14="http://schemas.microsoft.com/office/powerpoint/2010/main" val="11750452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04223-C0E1-4A52-9598-7B37F70F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15BDE-C0C2-4837-8F4F-CA254DF4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W5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DD489-4103-4AD5-9616-E32C9DFA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Do Aisha and Tom have the same beliefs about God? No. They have different beliefs but share a value.</a:t>
            </a:r>
          </a:p>
        </p:txBody>
      </p:sp>
    </p:spTree>
    <p:extLst>
      <p:ext uri="{BB962C8B-B14F-4D97-AF65-F5344CB8AC3E}">
        <p14:creationId xmlns:p14="http://schemas.microsoft.com/office/powerpoint/2010/main" val="13169260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B931B-03D9-479B-976F-6F47E60D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10094-EF18-4736-98E9-C4AF9BB8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W5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0C505-6094-4BFC-8E1C-964AC471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Sort each statement: Aisha, Tom or both.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26DF4-FBC2-4EDB-9EFC-3D9EDCC4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Name the value that both people share.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7C0A3-F806-43A7-942F-A7CDAB03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2751369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56FBC-2941-4332-AC6C-44BC1718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6DC12-AE2F-4D11-AD71-36986A0D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W5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E6E98-D97A-4628-8A42-54C08049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Gives money to charity because of faith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9F12A-73BC-4275-BF79-F5EA257E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Does not follow a religion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C3D97-2A28-4341-92C8-287F3F13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Thinks helping others is important</a:t>
            </a:r>
          </a:p>
        </p:txBody>
      </p:sp>
    </p:spTree>
    <p:extLst>
      <p:ext uri="{BB962C8B-B14F-4D97-AF65-F5344CB8AC3E}">
        <p14:creationId xmlns:p14="http://schemas.microsoft.com/office/powerpoint/2010/main" val="10684046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A777F-ECCC-427C-A444-8BD3B12D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27027-81DC-4BC0-80AD-5931C906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W5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12413-053F-4985-A587-90689F46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Listen to the two profiles.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9A366-0D65-4D5E-BF50-E624D133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value card that fits both people.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A2769-C7EA-4A43-B86B-23F4FB00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or finish: Both people ___.</a:t>
            </a:r>
          </a:p>
        </p:txBody>
      </p:sp>
    </p:spTree>
    <p:extLst>
      <p:ext uri="{BB962C8B-B14F-4D97-AF65-F5344CB8AC3E}">
        <p14:creationId xmlns:p14="http://schemas.microsoft.com/office/powerpoint/2010/main" val="19123834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7AB35-90F1-472A-86F0-861B1717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07F3C-F1E5-45C4-AB29-368A233E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W5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FCA15-5CE4-4925-87E5-85E0E8AE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or listen to the two profiles.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C7B42-D462-4D1B-AEA3-F6504823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Find one similarity between Aisha and Tom.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849EA-41A9-40F3-ABEC-AD866F65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Finish the sentence: Both people ___.</a:t>
            </a:r>
          </a:p>
        </p:txBody>
      </p:sp>
    </p:spTree>
    <p:extLst>
      <p:ext uri="{BB962C8B-B14F-4D97-AF65-F5344CB8AC3E}">
        <p14:creationId xmlns:p14="http://schemas.microsoft.com/office/powerpoint/2010/main" val="19349518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7854F-D96F-40CC-B0E7-927EB686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A608D-6821-4373-8739-4ACE4A09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W5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38122-E19F-4295-9A92-60CE3878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Find one similarity and one difference between Aisha and Tom.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DD953-0E50-4082-A330-F1C48FD5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Write a “Both people ___” sentence.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131F2-20FE-40E2-92F0-DE956B55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the different reason each person gives.</a:t>
            </a:r>
          </a:p>
        </p:txBody>
      </p:sp>
    </p:spTree>
    <p:extLst>
      <p:ext uri="{BB962C8B-B14F-4D97-AF65-F5344CB8AC3E}">
        <p14:creationId xmlns:p14="http://schemas.microsoft.com/office/powerpoint/2010/main" val="3507366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A4297-9F37-46F6-BAF8-004C72A6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71ECF-A309-40E9-9212-EFEA9F40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W5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BD502-4371-4E8B-B0FE-4D64CB81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one 'Both people...' response naming a shared value.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0BD05-C9DC-4BDA-A93C-EDAF66DE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B56A7-14AC-4A7C-9AAE-DC85F8A8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21169457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EF458-339E-43D0-9506-A6761C96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35EFE-7DBC-4E92-BF43-84EE1E76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W5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86AB8-FE4E-4A14-84AF-A92E1E80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value do Aisha and Tom share?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2F070-25B9-4647-88A7-6E0210E5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Do Aisha and Tom have the same beliefs about God?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787E5-D518-484C-8CE3-F87CFC85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6378529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7F5B6-1C4C-4FB3-9B1E-A4A9DEDE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A Aisha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8BD98-1759-4AD2-951C-CFE8398C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W5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10BB0-0128-41C3-8361-7EC22005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profile: Aisha is 15 and Muslim. She gives part of her pocket money to charity. She says, “My faith teaches me to help people in need.”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767A2-4999-46F6-8EAD-0E38D4CB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835ED-FEB3-4706-B1BD-21728782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is one person's view. Other Muslims may describe their faith differently.</a:t>
            </a:r>
          </a:p>
        </p:txBody>
      </p:sp>
    </p:spTree>
    <p:extLst>
      <p:ext uri="{BB962C8B-B14F-4D97-AF65-F5344CB8AC3E}">
        <p14:creationId xmlns:p14="http://schemas.microsoft.com/office/powerpoint/2010/main" val="156308442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5B0260-A103-4A8A-AB2C-74F93415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B Tom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C3F54-9576-4CD3-9364-BACC35E5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W5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C07E3-87FC-41DB-B281-E3D2B2CC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profile: Tom is 16 and a Humanist. He does not follow a religion. He helps at a food bank. He says, “People should look after each other.”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FE014-A22D-4228-B575-FC147905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0EA26-2917-4BB9-9368-C0BAFA6A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is one person's view. Other Humanists may describe their views differently.</a:t>
            </a:r>
          </a:p>
        </p:txBody>
      </p:sp>
    </p:spTree>
    <p:extLst>
      <p:ext uri="{BB962C8B-B14F-4D97-AF65-F5344CB8AC3E}">
        <p14:creationId xmlns:p14="http://schemas.microsoft.com/office/powerpoint/2010/main" val="21307795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53E02-0EFB-49D4-AB11-85DCC145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C Same and different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ADC3C-3862-49F5-B28B-075838C9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W5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5A4AC-8E5D-4110-A1F2-E491EF95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Aisha and Tom have different beliefs about God. They share a value: helping others.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4EC8C-4AE1-465F-9373-670067FD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D4BB4-22DB-495B-B47B-8DA9C574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Sharing one value does not make two worldviews the same.</a:t>
            </a:r>
          </a:p>
        </p:txBody>
      </p:sp>
    </p:spTree>
    <p:extLst>
      <p:ext uri="{BB962C8B-B14F-4D97-AF65-F5344CB8AC3E}">
        <p14:creationId xmlns:p14="http://schemas.microsoft.com/office/powerpoint/2010/main" val="183712988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839FD-47E6-460B-B38C-FE897A1B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D Values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83D66-3ACC-43DE-8AC7-AAED4D5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W5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45CE7-F187-4C63-B921-8BA3EDC4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Kindness. Fairness. Family. Helping others. Peace.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383A2-3088-4037-A167-82BD6921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F2507-B216-428E-9209-3824EE80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person can hold many values. A card shows only one.</a:t>
            </a:r>
          </a:p>
        </p:txBody>
      </p:sp>
    </p:spTree>
    <p:extLst>
      <p:ext uri="{BB962C8B-B14F-4D97-AF65-F5344CB8AC3E}">
        <p14:creationId xmlns:p14="http://schemas.microsoft.com/office/powerpoint/2010/main" val="556146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2026-09-19T18:24:31.5130000Z</dcterms:created>
  <dcterms:modified xsi:type="dcterms:W3CDTF">2026-09-19T18:24:31.5130000Z</dcterms:modified>
</coreProperties>
</file>