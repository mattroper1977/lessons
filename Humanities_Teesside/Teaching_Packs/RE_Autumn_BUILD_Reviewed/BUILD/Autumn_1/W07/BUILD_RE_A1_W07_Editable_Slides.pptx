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c006a6e82ee4b80" Type="http://schemas.openxmlformats.org/officeDocument/2006/relationships/extended-properties" Target="docProps/app.xml"/><Relationship Id="R658e9de9172f447a" Type="http://schemas.openxmlformats.org/officeDocument/2006/relationships/officeDocument" Target="ppt/presentation.xml"/><Relationship Id="R805b37a6a72549bc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c6de53772d4749"/>
  </p:sldMasterIdLst>
  <p:notesMasterIdLst>
    <p:notesMasterId xmlns:r="http://schemas.openxmlformats.org/officeDocument/2006/relationships" r:id="Ra55d63d93bbb4755"/>
  </p:notesMasterIdLst>
  <p:sldIdLst>
    <p:sldId xmlns:r="http://schemas.openxmlformats.org/officeDocument/2006/relationships" id="256" r:id="R6e76f7eab0844459"/>
    <p:sldId xmlns:r="http://schemas.openxmlformats.org/officeDocument/2006/relationships" id="257" r:id="Ra29657995aab4f38"/>
    <p:sldId xmlns:r="http://schemas.openxmlformats.org/officeDocument/2006/relationships" id="258" r:id="Rc9eadbceca114b81"/>
    <p:sldId xmlns:r="http://schemas.openxmlformats.org/officeDocument/2006/relationships" id="259" r:id="Rfcfd853d2f7441f5"/>
    <p:sldId xmlns:r="http://schemas.openxmlformats.org/officeDocument/2006/relationships" id="260" r:id="Rc8b8a28a4197493b"/>
    <p:sldId xmlns:r="http://schemas.openxmlformats.org/officeDocument/2006/relationships" id="261" r:id="Rc4f5c927e14b40ed"/>
    <p:sldId xmlns:r="http://schemas.openxmlformats.org/officeDocument/2006/relationships" id="262" r:id="R18d5f8b8f88643a2"/>
    <p:sldId xmlns:r="http://schemas.openxmlformats.org/officeDocument/2006/relationships" id="263" r:id="Rc7955fa35c854bd9"/>
    <p:sldId xmlns:r="http://schemas.openxmlformats.org/officeDocument/2006/relationships" id="264" r:id="Rc8d1b531285c4c26"/>
    <p:sldId xmlns:r="http://schemas.openxmlformats.org/officeDocument/2006/relationships" id="265" r:id="Rc6d8b90e1b024f91"/>
    <p:sldId xmlns:r="http://schemas.openxmlformats.org/officeDocument/2006/relationships" id="266" r:id="R592f6d09b64b4b1d"/>
    <p:sldId xmlns:r="http://schemas.openxmlformats.org/officeDocument/2006/relationships" id="267" r:id="R95b57ad225fa4dc9"/>
    <p:sldId xmlns:r="http://schemas.openxmlformats.org/officeDocument/2006/relationships" id="268" r:id="R01417a27e2f24e70"/>
    <p:sldId xmlns:r="http://schemas.openxmlformats.org/officeDocument/2006/relationships" id="269" r:id="R30fd064838c140b7"/>
    <p:sldId xmlns:r="http://schemas.openxmlformats.org/officeDocument/2006/relationships" id="270" r:id="R96216bb8cf4b4a22"/>
    <p:sldId xmlns:r="http://schemas.openxmlformats.org/officeDocument/2006/relationships" id="271" r:id="Rab314bfaee444228"/>
    <p:sldId xmlns:r="http://schemas.openxmlformats.org/officeDocument/2006/relationships" id="272" r:id="R282b968776294f43"/>
    <p:sldId xmlns:r="http://schemas.openxmlformats.org/officeDocument/2006/relationships" id="273" r:id="R3205e96622a24fb7"/>
    <p:sldId xmlns:r="http://schemas.openxmlformats.org/officeDocument/2006/relationships" id="274" r:id="R46e7921be3014a65"/>
    <p:sldId xmlns:r="http://schemas.openxmlformats.org/officeDocument/2006/relationships" id="275" r:id="R962fac2e19524e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417a27e2f24e70" Type="http://schemas.openxmlformats.org/officeDocument/2006/relationships/slide" Target="slides/slide13.xml"/><Relationship Id="R18d5f8b8f88643a2" Type="http://schemas.openxmlformats.org/officeDocument/2006/relationships/slide" Target="slides/slide7.xml"/><Relationship Id="R1c9dc90e58ac420f" Type="http://schemas.openxmlformats.org/officeDocument/2006/relationships/theme" Target="theme/theme1.xml"/><Relationship Id="R282b968776294f43" Type="http://schemas.openxmlformats.org/officeDocument/2006/relationships/slide" Target="slides/slide17.xml"/><Relationship Id="R30fd064838c140b7" Type="http://schemas.openxmlformats.org/officeDocument/2006/relationships/slide" Target="slides/slide14.xml"/><Relationship Id="R3205e96622a24fb7" Type="http://schemas.openxmlformats.org/officeDocument/2006/relationships/slide" Target="slides/slide18.xml"/><Relationship Id="R46e7921be3014a65" Type="http://schemas.openxmlformats.org/officeDocument/2006/relationships/slide" Target="slides/slide19.xml"/><Relationship Id="R592f6d09b64b4b1d" Type="http://schemas.openxmlformats.org/officeDocument/2006/relationships/slide" Target="slides/slide11.xml"/><Relationship Id="R6e76f7eab0844459" Type="http://schemas.openxmlformats.org/officeDocument/2006/relationships/slide" Target="slides/slide1.xml"/><Relationship Id="R91ff7eadc9d74f1d" Type="http://schemas.openxmlformats.org/officeDocument/2006/relationships/tableStyles" Target="tableStyles.xml"/><Relationship Id="R95b57ad225fa4dc9" Type="http://schemas.openxmlformats.org/officeDocument/2006/relationships/slide" Target="slides/slide12.xml"/><Relationship Id="R96216bb8cf4b4a22" Type="http://schemas.openxmlformats.org/officeDocument/2006/relationships/slide" Target="slides/slide15.xml"/><Relationship Id="R962fac2e19524edc" Type="http://schemas.openxmlformats.org/officeDocument/2006/relationships/slide" Target="slides/slide20.xml"/><Relationship Id="R99c6de53772d4749" Type="http://schemas.openxmlformats.org/officeDocument/2006/relationships/slideMaster" Target="slideMasters/slideMaster1.xml"/><Relationship Id="Ra29657995aab4f38" Type="http://schemas.openxmlformats.org/officeDocument/2006/relationships/slide" Target="slides/slide2.xml"/><Relationship Id="Ra55d63d93bbb4755" Type="http://schemas.openxmlformats.org/officeDocument/2006/relationships/notesMaster" Target="notesMasters/notesMaster1.xml"/><Relationship Id="Rab314bfaee444228" Type="http://schemas.openxmlformats.org/officeDocument/2006/relationships/slide" Target="slides/slide16.xml"/><Relationship Id="Rc4f5c927e14b40ed" Type="http://schemas.openxmlformats.org/officeDocument/2006/relationships/slide" Target="slides/slide6.xml"/><Relationship Id="Rc6d8b90e1b024f91" Type="http://schemas.openxmlformats.org/officeDocument/2006/relationships/slide" Target="slides/slide10.xml"/><Relationship Id="Rc7955fa35c854bd9" Type="http://schemas.openxmlformats.org/officeDocument/2006/relationships/slide" Target="slides/slide8.xml"/><Relationship Id="Rc8b8a28a4197493b" Type="http://schemas.openxmlformats.org/officeDocument/2006/relationships/slide" Target="slides/slide5.xml"/><Relationship Id="Rc8d1b531285c4c26" Type="http://schemas.openxmlformats.org/officeDocument/2006/relationships/slide" Target="slides/slide9.xml"/><Relationship Id="Rc9eadbceca114b81" Type="http://schemas.openxmlformats.org/officeDocument/2006/relationships/slide" Target="slides/slide3.xml"/><Relationship Id="Rf4c39b677cbf46de" Type="http://schemas.openxmlformats.org/officeDocument/2006/relationships/presProps" Target="presProps.xml"/><Relationship Id="Rfcfd853d2f7441f5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78deae39afe9451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90dad816ae2474d" Type="http://schemas.openxmlformats.org/officeDocument/2006/relationships/slide" Target="../slides/slide1.xml"/><Relationship Id="Rb11abbe9e6e14a99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0174f5365844369" Type="http://schemas.openxmlformats.org/officeDocument/2006/relationships/notesMaster" Target="../notesMasters/notesMaster1.xml"/><Relationship Id="R6568a1aff7304210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c1e9a3eebf2c4abb" Type="http://schemas.openxmlformats.org/officeDocument/2006/relationships/notesMaster" Target="../notesMasters/notesMaster1.xml"/><Relationship Id="Rfb4c134d1753490d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5fb11842798b4e02" Type="http://schemas.openxmlformats.org/officeDocument/2006/relationships/notesMaster" Target="../notesMasters/notesMaster1.xml"/><Relationship Id="R79ec85e8264640ae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3fad4734f4e84976" Type="http://schemas.openxmlformats.org/officeDocument/2006/relationships/slide" Target="../slides/slide5.xml"/><Relationship Id="Rbc00224f33d94460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a05142e09a44796" Type="http://schemas.openxmlformats.org/officeDocument/2006/relationships/notesMaster" Target="../notesMasters/notesMaster1.xml"/><Relationship Id="R8e7efb074a5243ca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4c4cfaa594b40ea" Type="http://schemas.openxmlformats.org/officeDocument/2006/relationships/notesMaster" Target="../notesMasters/notesMaster1.xml"/><Relationship Id="R40fe41990cae4a8e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1c5a8f96f7694c0c" Type="http://schemas.openxmlformats.org/officeDocument/2006/relationships/notesMaster" Target="../notesMasters/notesMaster1.xml"/><Relationship Id="R8c04873268214c1a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a3da23a3cf6a4936" Type="http://schemas.openxmlformats.org/officeDocument/2006/relationships/notesMaster" Target="../notesMasters/notesMaster1.xml"/><Relationship Id="Ra80c1df106d84758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3f94acdb68f54d93" Type="http://schemas.openxmlformats.org/officeDocument/2006/relationships/slide" Target="../slides/slide10.xml"/><Relationship Id="Rfd35f697b2844605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a04836f1bb254d61" Type="http://schemas.openxmlformats.org/officeDocument/2006/relationships/slide" Target="../slides/slide11.xml"/><Relationship Id="Ra670a1a00c974638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1dfcece6cd8a4397" Type="http://schemas.openxmlformats.org/officeDocument/2006/relationships/slide" Target="../slides/slide12.xml"/><Relationship Id="Rce74ad6b194243d7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4ae41f18a8e644ba" Type="http://schemas.openxmlformats.org/officeDocument/2006/relationships/slide" Target="../slides/slide13.xml"/><Relationship Id="Rec621f84e8854927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151788e2352146a5" Type="http://schemas.openxmlformats.org/officeDocument/2006/relationships/notesMaster" Target="../notesMasters/notesMaster1.xml"/><Relationship Id="R8d6dd58b946242d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b22c99f129e74349" Type="http://schemas.openxmlformats.org/officeDocument/2006/relationships/slide" Target="../slides/slide15.xml"/><Relationship Id="Rb84458b0c3fd476f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9f52ab068a304b17" Type="http://schemas.openxmlformats.org/officeDocument/2006/relationships/notesMaster" Target="../notesMasters/notesMaster1.xml"/><Relationship Id="Rfa1be63d792647d3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49b27a40ce6249ad" Type="http://schemas.openxmlformats.org/officeDocument/2006/relationships/notesMaster" Target="../notesMasters/notesMaster1.xml"/><Relationship Id="Rf9014f875f794744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2cd3f2f8ee6a4ed5" Type="http://schemas.openxmlformats.org/officeDocument/2006/relationships/notesMaster" Target="../notesMasters/notesMaster1.xml"/><Relationship Id="R71700608282d49a6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6b1f890c1926487d" Type="http://schemas.openxmlformats.org/officeDocument/2006/relationships/notesMaster" Target="../notesMasters/notesMaster1.xml"/><Relationship Id="Rf4c97d611d7349ef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84f0cc46903f4497" Type="http://schemas.openxmlformats.org/officeDocument/2006/relationships/notesMaster" Target="../notesMasters/notesMaster1.xml"/><Relationship Id="R96c1428ae0c04806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shared or described object with one reason.</a:t>
            </a:r>
          </a:p>
          <a:p xmlns:a="http://schemas.openxmlformats.org/drawingml/2006/main">
            <a:r>
              <a:t>No requirement to bring a real object; may present to adult only; speaking frame; pointing/drawing/audio option; no forced public speaking.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Every year on 21 September.</a:t>
            </a:r>
          </a:p>
          <a:p xmlns:a="http://schemas.openxmlformats.org/drawingml/2006/main">
            <a:r>
              <a:t>Choose: What something stands for or why it matters OR Something you remember. Answer: What something stands for or why it matters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B,C or read one relevant card together. Answer: A person, a memory, a belief or a place.</a:t>
            </a:r>
          </a:p>
          <a:p xmlns:a="http://schemas.openxmlformats.org/drawingml/2006/main">
            <a:r>
              <a:t>Give a reason when ready. Answer: No. A photo, drawing or object card is a complete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shared or described object with one reason.</a:t>
            </a:r>
          </a:p>
          <a:p xmlns:a="http://schemas.openxmlformats.org/drawingml/2006/main">
            <a:r>
              <a:t>No requirement to bring a real object; may present to adult only; speaking frame; pointing/drawing/audio option; no forced public speaking.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shared or described object with one reason.</a:t>
            </a:r>
          </a:p>
          <a:p xmlns:a="http://schemas.openxmlformats.org/drawingml/2006/main">
            <a:r>
              <a:t>No requirement to bring a real object; may present to adult only; speaking frame; pointing/drawing/audio option; no forced public speaking.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shared or described object with one reason.</a:t>
            </a:r>
          </a:p>
          <a:p xmlns:a="http://schemas.openxmlformats.org/drawingml/2006/main">
            <a:r>
              <a:t>No requirement to bring a real object; may present to adult only; speaking frame; pointing/drawing/audio option; no forced public speaking.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shared or described object with one reason.</a:t>
            </a:r>
          </a:p>
          <a:p xmlns:a="http://schemas.openxmlformats.org/drawingml/2006/main">
            <a:r>
              <a:t>No requirement to bring a real object; may present to adult only; speaking frame; pointing/drawing/audio option; no forced public speaking.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shared or described object with one reason.</a:t>
            </a:r>
          </a:p>
          <a:p xmlns:a="http://schemas.openxmlformats.org/drawingml/2006/main">
            <a:r>
              <a:t>No requirement to bring a real object; may present to adult only; speaking frame; pointing/drawing/audio option; no forced public speaking.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Match each object card to the reason it is special. Say or show what helped you decide.</a:t>
            </a:r>
          </a:p>
          <a:p xmlns:a="http://schemas.openxmlformats.org/drawingml/2006/main">
            <a:r>
              <a:t>Explain what a good listener does and why it matters to the speaker.</a:t>
            </a:r>
          </a:p>
          <a:p xmlns:a="http://schemas.openxmlformats.org/drawingml/2006/main">
            <a:r>
              <a:t>F: shared or described object with one reason.</a:t>
            </a:r>
          </a:p>
          <a:p xmlns:a="http://schemas.openxmlformats.org/drawingml/2006/main">
            <a:r>
              <a:t>No requirement to bring a real object; may present to adult only; speaking frame; pointing/drawing/audio option; no forced public speaking.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Seaside key ring — A memory — It reminds Lee of a day out.</a:t>
            </a:r>
          </a:p>
          <a:p xmlns:a="http://schemas.openxmlformats.org/drawingml/2006/main">
            <a:r>
              <a:t>Prayer beads — A belief — They help some people pray or reflect.</a:t>
            </a:r>
          </a:p>
          <a:p xmlns:a="http://schemas.openxmlformats.org/drawingml/2006/main">
            <a:r>
              <a:t>A medal from a relative — A person — It links to someone who matters.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This is ___. It is special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shared or described object with one reason.</a:t>
            </a:r>
          </a:p>
          <a:p xmlns:a="http://schemas.openxmlformats.org/drawingml/2006/main">
            <a:r>
              <a:t>No requirement to bring a real object; may present to adult only; speaking frame; pointing/drawing/audio option; no forced public speaking.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___. It is special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shared or described object with one reason.</a:t>
            </a:r>
          </a:p>
          <a:p xmlns:a="http://schemas.openxmlformats.org/drawingml/2006/main">
            <a:r>
              <a:t>No requirement to bring a real object; may present to adult only; speaking frame; pointing/drawing/audio option; no forced public speaking.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what a good listener does and why it matters to the speaker.</a:t>
            </a:r>
          </a:p>
          <a:p xmlns:a="http://schemas.openxmlformats.org/drawingml/2006/main">
            <a:r>
              <a:t>F: shared or described object with one reason.</a:t>
            </a:r>
          </a:p>
          <a:p xmlns:a="http://schemas.openxmlformats.org/drawingml/2006/main">
            <a:r>
              <a:t>No requirement to bring a real object; may present to adult only; speaking frame; pointing/drawing/audio option; no forced public speaking.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shared or described object with one reason.</a:t>
            </a:r>
          </a:p>
          <a:p xmlns:a="http://schemas.openxmlformats.org/drawingml/2006/main">
            <a:r>
              <a:t>No requirement to bring a real object; may present to adult only; speaking frame; pointing/drawing/audio option; no forced public speaking.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person, a memory, a belief or a place.</a:t>
            </a:r>
          </a:p>
          <a:p xmlns:a="http://schemas.openxmlformats.org/drawingml/2006/main">
            <a:r>
              <a:t>No. A photo, drawing or object card is a complete response.</a:t>
            </a:r>
          </a:p>
          <a:p xmlns:a="http://schemas.openxmlformats.org/drawingml/2006/main">
            <a:r>
              <a:t>Support: This is ___. It is special because ___.</a:t>
            </a:r>
          </a:p>
          <a:p xmlns:a="http://schemas.openxmlformats.org/drawingml/2006/main">
            <a:r>
              <a:t>Extension: Explain what a good listener does and why it matters to the speaker.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shared or described object with one reason.</a:t>
            </a:r>
          </a:p>
          <a:p xmlns:a="http://schemas.openxmlformats.org/drawingml/2006/main">
            <a:r>
              <a:t>No requirement to bring a real object; may present to adult only; speaking frame; pointing/drawing/audio option; no forced public speaking.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shared or described object with one reason.</a:t>
            </a:r>
          </a:p>
          <a:p xmlns:a="http://schemas.openxmlformats.org/drawingml/2006/main">
            <a:r>
              <a:t>No requirement to bring a real object; may present to adult only; speaking frame; pointing/drawing/audio option; no forced public speaking.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shared or described object with one reason.</a:t>
            </a:r>
          </a:p>
          <a:p xmlns:a="http://schemas.openxmlformats.org/drawingml/2006/main">
            <a:r>
              <a:t>No requirement to bring a real object; may present to adult only; speaking frame; pointing/drawing/audio option; no forced public speaking.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shared or described object with one reason.</a:t>
            </a:r>
          </a:p>
          <a:p xmlns:a="http://schemas.openxmlformats.org/drawingml/2006/main">
            <a:r>
              <a:t>No requirement to bring a real object; may present to adult only; speaking frame; pointing/drawing/audio option; no forced public speaking.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80de8e2e66d45d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b56e631f34a34914" Type="http://schemas.openxmlformats.org/officeDocument/2006/relationships/theme" Target="theme/theme2.xml"/><Relationship Id="Rdfba8293ff8749c3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ba8293ff8749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c8c029a856046d5" Type="http://schemas.openxmlformats.org/officeDocument/2006/relationships/notesSlide" Target="../notesSlides/notesSlide1.xml"/><Relationship Id="Rd692ea973b874c5c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6df7eda5968f476f" Type="http://schemas.openxmlformats.org/officeDocument/2006/relationships/slideLayout" Target="../slideLayouts/slideLayout1.xml"/><Relationship Id="Rb79c92c79a204f9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7114c0d1e0894700" Type="http://schemas.openxmlformats.org/officeDocument/2006/relationships/notesSlide" Target="../notesSlides/notesSlide3.xml"/><Relationship Id="R7ace9cb43d37456b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90c50f75c81a4837" Type="http://schemas.openxmlformats.org/officeDocument/2006/relationships/slideLayout" Target="../slideLayouts/slideLayout1.xml"/><Relationship Id="Rca41c0f116e542ca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109123eae0e4c2b" Type="http://schemas.openxmlformats.org/officeDocument/2006/relationships/image" Target="../media/image.png"/><Relationship Id="R44a77181b4054c07" Type="http://schemas.openxmlformats.org/officeDocument/2006/relationships/notesSlide" Target="../notesSlides/notesSlide5.xml"/><Relationship Id="R7881770d912947e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3b9407a7d0d49a3" Type="http://schemas.openxmlformats.org/officeDocument/2006/relationships/notesSlide" Target="../notesSlides/notesSlide6.xml"/><Relationship Id="Rc471116dfb2f4999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813406e2ceac42b8" Type="http://schemas.openxmlformats.org/officeDocument/2006/relationships/slideLayout" Target="../slideLayouts/slideLayout1.xml"/><Relationship Id="Rc87c300f4e6c4c9b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4832a3731ace46b3" Type="http://schemas.openxmlformats.org/officeDocument/2006/relationships/notesSlide" Target="../notesSlides/notesSlide8.xml"/><Relationship Id="Rf8c85db99ede46f3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0b0fb04e27eb47e6" Type="http://schemas.openxmlformats.org/officeDocument/2006/relationships/slideLayout" Target="../slideLayouts/slideLayout1.xml"/><Relationship Id="Rfca466f5cef544ab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1061e506f95d4155" Type="http://schemas.openxmlformats.org/officeDocument/2006/relationships/slideLayout" Target="../slideLayouts/slideLayout1.xml"/><Relationship Id="Rb2ed1549c3f8497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613aee33c2f946a4" Type="http://schemas.openxmlformats.org/officeDocument/2006/relationships/notesSlide" Target="../notesSlides/notesSlide11.xml"/><Relationship Id="R6f075f0ab3ad4d3b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303dbc7b5f9d4b5f" Type="http://schemas.openxmlformats.org/officeDocument/2006/relationships/slideLayout" Target="../slideLayouts/slideLayout1.xml"/><Relationship Id="R52c09668a15c4ab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cc47791e9d2c4fbb" Type="http://schemas.openxmlformats.org/officeDocument/2006/relationships/slideLayout" Target="../slideLayouts/slideLayout1.xml"/><Relationship Id="Rde7324b6e9e14ffc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abe41b4bf9d240ee" Type="http://schemas.openxmlformats.org/officeDocument/2006/relationships/slideLayout" Target="../slideLayouts/slideLayout1.xml"/><Relationship Id="Rff330924984441b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0979a924d1484920" Type="http://schemas.openxmlformats.org/officeDocument/2006/relationships/notesSlide" Target="../notesSlides/notesSlide15.xml"/><Relationship Id="R8a3c618297034b2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6f2e233ea06d4f2b" Type="http://schemas.openxmlformats.org/officeDocument/2006/relationships/notesSlide" Target="../notesSlides/notesSlide16.xml"/><Relationship Id="Rc4ff295d2e3043ad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2636d5bdd9e437b" Type="http://schemas.openxmlformats.org/officeDocument/2006/relationships/notesSlide" Target="../notesSlides/notesSlide17.xml"/><Relationship Id="Rc7e4e7d45a2a4a1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672dd93629824f42" Type="http://schemas.openxmlformats.org/officeDocument/2006/relationships/notesSlide" Target="../notesSlides/notesSlide18.xml"/><Relationship Id="Re617c0d151244873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25caf0c28004dd5" Type="http://schemas.openxmlformats.org/officeDocument/2006/relationships/notesSlide" Target="../notesSlides/notesSlide19.xml"/><Relationship Id="Re7ccd285f77c4a8c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7b735be22509478a" Type="http://schemas.openxmlformats.org/officeDocument/2006/relationships/notesSlide" Target="../notesSlides/notesSlide20.xml"/><Relationship Id="Rcaf83d8b397e4448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9DC23-0B1C-4D53-8670-6964EA01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Sharing something special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3E332-5B4B-487D-889B-31D0F163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1C672-9F39-48F8-BC02-B35A7A7B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Share or describe a 'special to me' object respectfully.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739CD-0404-4AFA-AA0B-7608FA4A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RE &amp; World Views / Autumn 1 /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EE54D-B8A9-4949-A467-45D14F4E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283644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2D7FD-9B30-4C63-96CC-184CBF81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0D92B-1DE0-400D-9207-3E0AB024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5675B-A74A-4D26-B42E-99E61B60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When is the International Day of Peace?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46DEE-6A8F-4B6A-ADB8-EAF37A3E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meaning?</a:t>
            </a:r>
          </a:p>
        </p:txBody>
      </p:sp>
    </p:spTree>
    <p:extLst>
      <p:ext uri="{BB962C8B-B14F-4D97-AF65-F5344CB8AC3E}">
        <p14:creationId xmlns:p14="http://schemas.microsoft.com/office/powerpoint/2010/main" val="54442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9E1DE-8A9E-4C99-8BA3-471DFFD5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9E308-070F-4A5B-B076-0B256AB6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E05A3-51B5-40A7-916E-B455CB53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can make an object special?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CDB20-A1F3-47F1-B425-E8972AD1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 you have to share a real object from home?</a:t>
            </a:r>
          </a:p>
        </p:txBody>
      </p:sp>
    </p:spTree>
    <p:extLst>
      <p:ext uri="{BB962C8B-B14F-4D97-AF65-F5344CB8AC3E}">
        <p14:creationId xmlns:p14="http://schemas.microsoft.com/office/powerpoint/2010/main" val="762236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ACCAC-F211-4263-A81D-A121C25F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82846-6852-40DB-8F13-B0A2BB95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2CD66-70F1-44BE-8299-A66137D3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meaning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something stands for or 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E8C00-AB58-42B5-843E-85D56544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memory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you remember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B642E-AFAE-4168-9E16-2FA17AAD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tell or show something to others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B9486-EA60-4776-9D45-B2FA2264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Treating people and things with care</a:t>
            </a:r>
          </a:p>
        </p:txBody>
      </p:sp>
    </p:spTree>
    <p:extLst>
      <p:ext uri="{BB962C8B-B14F-4D97-AF65-F5344CB8AC3E}">
        <p14:creationId xmlns:p14="http://schemas.microsoft.com/office/powerpoint/2010/main" val="15386992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B7767-DD42-4B29-8FC4-25A3896D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6E3D8-86E5-4C06-B9A6-42A82EDD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9123eae0e4c2b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F0BC6-AD9E-4D1C-BF7F-D1025651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Mystery object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7078D-0ACA-40F1-B132-0FEBC91F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Reveal one clue at a time. Why might this matter to someone?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A5598-9348-4F61-AA60-BACE5A4F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487746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80E37-B72B-4061-9D10-2A2E3679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19F36-4B93-477D-A5DD-B6233DB2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FE17C-7BDE-4909-ADC0-FC755F4A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can make an object special?</a:t>
            </a:r>
          </a:p>
        </p:txBody>
      </p:sp>
    </p:spTree>
    <p:extLst>
      <p:ext uri="{BB962C8B-B14F-4D97-AF65-F5344CB8AC3E}">
        <p14:creationId xmlns:p14="http://schemas.microsoft.com/office/powerpoint/2010/main" val="11934495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3C14A-B3A1-4C9C-83D6-60496805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2B46C-8D80-4A22-A0C6-ECBE4CC6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A8FC3-D9CB-4675-BE3D-1120C69D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Object card: a key ring: Fictional case: Lee has a key ring from a seaside trip. It reminds Lee of a day out with an aunt. C Object card: prayer beads: Some people use beads to help them pray or reflect. For them the beads link to belief.</a:t>
            </a:r>
          </a:p>
        </p:txBody>
      </p:sp>
    </p:spTree>
    <p:extLst>
      <p:ext uri="{BB962C8B-B14F-4D97-AF65-F5344CB8AC3E}">
        <p14:creationId xmlns:p14="http://schemas.microsoft.com/office/powerpoint/2010/main" val="5394252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76825-14A6-4971-89EC-AD9C2B6B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38F11-AF8D-431B-9D56-8F98B28F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66C46-7825-4912-AD4C-E30A9280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 person, a memory, a belief or a place.</a:t>
            </a:r>
          </a:p>
        </p:txBody>
      </p:sp>
    </p:spTree>
    <p:extLst>
      <p:ext uri="{BB962C8B-B14F-4D97-AF65-F5344CB8AC3E}">
        <p14:creationId xmlns:p14="http://schemas.microsoft.com/office/powerpoint/2010/main" val="1387555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8057D-0509-402D-BC2D-A043126D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A4482-7F81-4A36-B16E-7F1739C5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70FD7-06BF-4464-945A-8184570D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 you have to share a real object from home? No. A photo, drawing or object card is a complete response.</a:t>
            </a:r>
          </a:p>
        </p:txBody>
      </p:sp>
    </p:spTree>
    <p:extLst>
      <p:ext uri="{BB962C8B-B14F-4D97-AF65-F5344CB8AC3E}">
        <p14:creationId xmlns:p14="http://schemas.microsoft.com/office/powerpoint/2010/main" val="20854367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31419-85F1-48A2-8D4F-9A3C1C06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0CBDC-FF66-4970-94C6-B6541257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D4399-0521-4AE2-9A77-89D4B4C6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each object card to the reason it is special.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0CD7D-8521-4F6E-BE33-42BBC994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Practise one 20-second share using the frame.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FE992-90A8-4C9C-9991-96D01C8A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6950781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A96F7-DF65-4910-8B11-B75C6AC4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861AB-B8F6-4585-AA36-FA9C042E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A2840-2C73-47C9-844B-0AF88435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Seaside key 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8FD09-936B-41CF-A9A8-29D0C324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Prayer beads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61E84-F1B7-4266-A8DB-42065727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medal from a relative</a:t>
            </a:r>
          </a:p>
        </p:txBody>
      </p:sp>
    </p:spTree>
    <p:extLst>
      <p:ext uri="{BB962C8B-B14F-4D97-AF65-F5344CB8AC3E}">
        <p14:creationId xmlns:p14="http://schemas.microsoft.com/office/powerpoint/2010/main" val="5193409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DD105-6EC3-4C0D-AC81-BF557625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E1B99-93D4-4F7B-874B-67568653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F946F-D61C-46D7-8436-29470118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an object card, photo or drawing.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7CDD3-7E78-44D1-872A-22D9E64C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the reason it is special.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0C84E-1CAD-4140-B6AA-9C45AF1E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Share with one adult using: This is ___.</a:t>
            </a:r>
          </a:p>
        </p:txBody>
      </p:sp>
    </p:spTree>
    <p:extLst>
      <p:ext uri="{BB962C8B-B14F-4D97-AF65-F5344CB8AC3E}">
        <p14:creationId xmlns:p14="http://schemas.microsoft.com/office/powerpoint/2010/main" val="18000214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3FC40-40CF-434C-A875-0F5A5F50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9D4B0-80C5-4078-A1BB-EFA3F817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E58F1-4F66-441D-ACCD-4734DF5D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 real object, photo, drawing or object card.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C9E9F-DFFB-4C4D-AE23-2CAF56E6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Practise the frame: This is ___. It is special because ___.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7A2D4-C85A-46E1-AF0F-46B0D922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Share with an adult or a small group.</a:t>
            </a:r>
          </a:p>
        </p:txBody>
      </p:sp>
    </p:spTree>
    <p:extLst>
      <p:ext uri="{BB962C8B-B14F-4D97-AF65-F5344CB8AC3E}">
        <p14:creationId xmlns:p14="http://schemas.microsoft.com/office/powerpoint/2010/main" val="13951086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D68E4-E988-4D0E-83EC-B8F3196F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68232-065B-4F27-8B14-9C3C7CF2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926F4-3C18-4D4A-9ACD-9B34F243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Share your object and reason with the group or an adult.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93F9E-4248-4D74-B8AA-EF8B7950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one question from a listener.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51D8E-01C0-43B0-AE44-7EB66ACC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one respectful thing about someone else’s share.</a:t>
            </a:r>
          </a:p>
        </p:txBody>
      </p:sp>
    </p:spTree>
    <p:extLst>
      <p:ext uri="{BB962C8B-B14F-4D97-AF65-F5344CB8AC3E}">
        <p14:creationId xmlns:p14="http://schemas.microsoft.com/office/powerpoint/2010/main" val="3227866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469DC-409E-4D22-AF83-7CB1FCD1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0BBE3-93B0-4D45-A183-B6F33678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3436D-A738-4F15-8A93-6BB9D48E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shared or described object with one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59612-E751-47E7-99F6-9F31F262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B890B-9BBE-4FC3-8047-34C2E4FD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2304957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447B4-18F4-4FDE-9BA1-0C0874FF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166A6-7540-4864-BCE4-2C3D7AC7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A6802-1D0C-410E-9DA7-F2B39ECE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can make an object special?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96043-52E1-4B04-880F-FC40DCE6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 you have to share a real object from home?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EDAC0-2AC1-480C-9F49-DE7DB35D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3228127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51672-531A-476C-A4C9-A9B4AB25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Speaking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C65F8-EEF1-40EE-9FA7-C67B76F7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3050F-D4F6-48BD-9D39-AE8386A2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This is ___. It is special because ___. A short share lasts about 20 seconds.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EB6DE-5D04-4583-B27B-FE6CD4E7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DCD8B-235C-44A1-9DA5-1E64798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frame is a support. Your own words are welcome.</a:t>
            </a:r>
          </a:p>
        </p:txBody>
      </p:sp>
    </p:spTree>
    <p:extLst>
      <p:ext uri="{BB962C8B-B14F-4D97-AF65-F5344CB8AC3E}">
        <p14:creationId xmlns:p14="http://schemas.microsoft.com/office/powerpoint/2010/main" val="20290803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E7EB6-E817-40A7-B358-D7D36DF4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Object card: a key 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E3961-757C-4823-9947-6CB0CF7E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D7B69-7575-427A-B2B4-9A812379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Lee has a key ring from a seaside trip. It reminds Lee of a day out with an aunt.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07043-7B10-4B4A-B975-A17F654C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A550B-E376-4F0F-82D2-398C7EB1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person, family or community.</a:t>
            </a:r>
          </a:p>
        </p:txBody>
      </p:sp>
    </p:spTree>
    <p:extLst>
      <p:ext uri="{BB962C8B-B14F-4D97-AF65-F5344CB8AC3E}">
        <p14:creationId xmlns:p14="http://schemas.microsoft.com/office/powerpoint/2010/main" val="8605191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29303-37DA-472F-B0F4-D7509966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Object card: prayer beads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51EB1-C57B-4705-8961-8B78C167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C748C-696C-4C9E-BCA4-3927C59A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 people use beads to help them pray or reflect. For them the beads link to belief.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938A4-3505-494E-AD11-8826CCDB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665D0-9631-4E4C-B928-A0830BB3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Beads are used in different ways in different faiths. Some people use none.</a:t>
            </a:r>
          </a:p>
        </p:txBody>
      </p:sp>
    </p:spTree>
    <p:extLst>
      <p:ext uri="{BB962C8B-B14F-4D97-AF65-F5344CB8AC3E}">
        <p14:creationId xmlns:p14="http://schemas.microsoft.com/office/powerpoint/2010/main" val="6512286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55D1F-1905-4CEA-8A25-E56125DB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Respectful listening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CE3F3-EC37-4B81-95FA-456CFD83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W7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9B6EC-4483-44E3-8CB6-647111D0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the speaker time. Listen in a way that works for you; eye contact is optional. Choose a kind comment or respectful question. Sharing privately with an adult is welcome.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A5285-DD76-437C-B96B-10B0FDC6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9881E-64EF-4234-9001-56B60730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Listening can look different for different people. Eye contact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1250914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2026-09-19T18:24:44.7360000Z</dcterms:created>
  <dcterms:modified xsi:type="dcterms:W3CDTF">2026-09-19T18:24:44.7360000Z</dcterms:modified>
</coreProperties>
</file>