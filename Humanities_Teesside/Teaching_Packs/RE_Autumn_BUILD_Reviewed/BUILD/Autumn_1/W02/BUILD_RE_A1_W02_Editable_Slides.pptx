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513b506fb804212" Type="http://schemas.openxmlformats.org/package/2006/relationships/metadata/core-properties" Target="docProps/core.xml"/><Relationship Id="R798f04ec9bfa4945" Type="http://schemas.openxmlformats.org/officeDocument/2006/relationships/officeDocument" Target="ppt/presentation.xml"/><Relationship Id="Rab51f58bcbf04a2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97298091d44fff"/>
  </p:sldMasterIdLst>
  <p:notesMasterIdLst>
    <p:notesMasterId xmlns:r="http://schemas.openxmlformats.org/officeDocument/2006/relationships" r:id="Ra2fb14985a3c4f55"/>
  </p:notesMasterIdLst>
  <p:sldIdLst>
    <p:sldId xmlns:r="http://schemas.openxmlformats.org/officeDocument/2006/relationships" id="256" r:id="Rb53f6ad7e8f146ea"/>
    <p:sldId xmlns:r="http://schemas.openxmlformats.org/officeDocument/2006/relationships" id="257" r:id="Rc3c8559c4b1e438f"/>
    <p:sldId xmlns:r="http://schemas.openxmlformats.org/officeDocument/2006/relationships" id="258" r:id="Rfe014d752cdc4ce6"/>
    <p:sldId xmlns:r="http://schemas.openxmlformats.org/officeDocument/2006/relationships" id="259" r:id="R5cd3821ae19846e2"/>
    <p:sldId xmlns:r="http://schemas.openxmlformats.org/officeDocument/2006/relationships" id="260" r:id="R3659229c41934b1f"/>
    <p:sldId xmlns:r="http://schemas.openxmlformats.org/officeDocument/2006/relationships" id="261" r:id="Rf0c3241f449e4248"/>
    <p:sldId xmlns:r="http://schemas.openxmlformats.org/officeDocument/2006/relationships" id="262" r:id="R57261df0af8e4edb"/>
    <p:sldId xmlns:r="http://schemas.openxmlformats.org/officeDocument/2006/relationships" id="263" r:id="Rb3cb501e6e1246d9"/>
    <p:sldId xmlns:r="http://schemas.openxmlformats.org/officeDocument/2006/relationships" id="264" r:id="R1f57d0d9b3bc4206"/>
    <p:sldId xmlns:r="http://schemas.openxmlformats.org/officeDocument/2006/relationships" id="265" r:id="R9acea3c0d1e74372"/>
    <p:sldId xmlns:r="http://schemas.openxmlformats.org/officeDocument/2006/relationships" id="266" r:id="R706bd520d9d94302"/>
    <p:sldId xmlns:r="http://schemas.openxmlformats.org/officeDocument/2006/relationships" id="267" r:id="R7139a613a60642cc"/>
    <p:sldId xmlns:r="http://schemas.openxmlformats.org/officeDocument/2006/relationships" id="268" r:id="R31972ef289194a6a"/>
    <p:sldId xmlns:r="http://schemas.openxmlformats.org/officeDocument/2006/relationships" id="269" r:id="R8ca8e9ec7d144bc2"/>
    <p:sldId xmlns:r="http://schemas.openxmlformats.org/officeDocument/2006/relationships" id="270" r:id="Rce85e65440404c4b"/>
    <p:sldId xmlns:r="http://schemas.openxmlformats.org/officeDocument/2006/relationships" id="271" r:id="R81d03495a98e48c4"/>
    <p:sldId xmlns:r="http://schemas.openxmlformats.org/officeDocument/2006/relationships" id="272" r:id="R4bc4042907eb4ff6"/>
    <p:sldId xmlns:r="http://schemas.openxmlformats.org/officeDocument/2006/relationships" id="273" r:id="Rd16b5ed2406747f4"/>
    <p:sldId xmlns:r="http://schemas.openxmlformats.org/officeDocument/2006/relationships" id="274" r:id="Rb2d746c451874347"/>
    <p:sldId xmlns:r="http://schemas.openxmlformats.org/officeDocument/2006/relationships" id="275" r:id="R870dcddd86df4a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f57d0d9b3bc4206" Type="http://schemas.openxmlformats.org/officeDocument/2006/relationships/slide" Target="slides/slide9.xml"/><Relationship Id="R2ff1e04367cb4563" Type="http://schemas.openxmlformats.org/officeDocument/2006/relationships/presProps" Target="presProps.xml"/><Relationship Id="R31972ef289194a6a" Type="http://schemas.openxmlformats.org/officeDocument/2006/relationships/slide" Target="slides/slide13.xml"/><Relationship Id="R3659229c41934b1f" Type="http://schemas.openxmlformats.org/officeDocument/2006/relationships/slide" Target="slides/slide5.xml"/><Relationship Id="R4bc4042907eb4ff6" Type="http://schemas.openxmlformats.org/officeDocument/2006/relationships/slide" Target="slides/slide17.xml"/><Relationship Id="R57261df0af8e4edb" Type="http://schemas.openxmlformats.org/officeDocument/2006/relationships/slide" Target="slides/slide7.xml"/><Relationship Id="R5cd3821ae19846e2" Type="http://schemas.openxmlformats.org/officeDocument/2006/relationships/slide" Target="slides/slide4.xml"/><Relationship Id="R706bd520d9d94302" Type="http://schemas.openxmlformats.org/officeDocument/2006/relationships/slide" Target="slides/slide11.xml"/><Relationship Id="R7139a613a60642cc" Type="http://schemas.openxmlformats.org/officeDocument/2006/relationships/slide" Target="slides/slide12.xml"/><Relationship Id="R81d03495a98e48c4" Type="http://schemas.openxmlformats.org/officeDocument/2006/relationships/slide" Target="slides/slide16.xml"/><Relationship Id="R870dcddd86df4ad8" Type="http://schemas.openxmlformats.org/officeDocument/2006/relationships/slide" Target="slides/slide20.xml"/><Relationship Id="R8ca8e9ec7d144bc2" Type="http://schemas.openxmlformats.org/officeDocument/2006/relationships/slide" Target="slides/slide14.xml"/><Relationship Id="R9acea3c0d1e74372" Type="http://schemas.openxmlformats.org/officeDocument/2006/relationships/slide" Target="slides/slide10.xml"/><Relationship Id="Ra2fb14985a3c4f55" Type="http://schemas.openxmlformats.org/officeDocument/2006/relationships/notesMaster" Target="notesMasters/notesMaster1.xml"/><Relationship Id="Rb2d746c451874347" Type="http://schemas.openxmlformats.org/officeDocument/2006/relationships/slide" Target="slides/slide19.xml"/><Relationship Id="Rb3cb501e6e1246d9" Type="http://schemas.openxmlformats.org/officeDocument/2006/relationships/slide" Target="slides/slide8.xml"/><Relationship Id="Rb53f6ad7e8f146ea" Type="http://schemas.openxmlformats.org/officeDocument/2006/relationships/slide" Target="slides/slide1.xml"/><Relationship Id="Rc3c8559c4b1e438f" Type="http://schemas.openxmlformats.org/officeDocument/2006/relationships/slide" Target="slides/slide2.xml"/><Relationship Id="Rce85e65440404c4b" Type="http://schemas.openxmlformats.org/officeDocument/2006/relationships/slide" Target="slides/slide15.xml"/><Relationship Id="Rd16b5ed2406747f4" Type="http://schemas.openxmlformats.org/officeDocument/2006/relationships/slide" Target="slides/slide18.xml"/><Relationship Id="Rdf7c2b1c99704a70" Type="http://schemas.openxmlformats.org/officeDocument/2006/relationships/theme" Target="theme/theme1.xml"/><Relationship Id="Re297298091d44fff" Type="http://schemas.openxmlformats.org/officeDocument/2006/relationships/slideMaster" Target="slideMasters/slideMaster1.xml"/><Relationship Id="Redf9fd257eb54592" Type="http://schemas.openxmlformats.org/officeDocument/2006/relationships/tableStyles" Target="tableStyles.xml"/><Relationship Id="Rf0c3241f449e4248" Type="http://schemas.openxmlformats.org/officeDocument/2006/relationships/slide" Target="slides/slide6.xml"/><Relationship Id="Rfe014d752cdc4ce6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8add255d1144462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9abb00ca1884a9f" Type="http://schemas.openxmlformats.org/officeDocument/2006/relationships/notesMaster" Target="../notesMasters/notesMaster1.xml"/><Relationship Id="R6b615c7ac82d4399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e6e7ccc558c4f93" Type="http://schemas.openxmlformats.org/officeDocument/2006/relationships/slide" Target="../slides/slide2.xml"/><Relationship Id="Rf4fe14dcb0a74b8f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6784018821648eb" Type="http://schemas.openxmlformats.org/officeDocument/2006/relationships/notesMaster" Target="../notesMasters/notesMaster1.xml"/><Relationship Id="R85cd9aeda341450d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2ff0d2b9bbca4158" Type="http://schemas.openxmlformats.org/officeDocument/2006/relationships/slide" Target="../slides/slide4.xml"/><Relationship Id="Re468de6274eb4b87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9f3631ad857d47bc" Type="http://schemas.openxmlformats.org/officeDocument/2006/relationships/notesMaster" Target="../notesMasters/notesMaster1.xml"/><Relationship Id="Rc5b84a99117744b9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2b82816b1504656" Type="http://schemas.openxmlformats.org/officeDocument/2006/relationships/notesMaster" Target="../notesMasters/notesMaster1.xml"/><Relationship Id="R9df11de80be9462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d49371769b234064" Type="http://schemas.openxmlformats.org/officeDocument/2006/relationships/notesMaster" Target="../notesMasters/notesMaster1.xml"/><Relationship Id="Rdda3a91ebad5413c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85e70d10c97043e8" Type="http://schemas.openxmlformats.org/officeDocument/2006/relationships/notesMaster" Target="../notesMasters/notesMaster1.xml"/><Relationship Id="Raad3cd39fc374b6e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98c3986e33b74bdf" Type="http://schemas.openxmlformats.org/officeDocument/2006/relationships/slide" Target="../slides/slide9.xml"/><Relationship Id="Rf5816690901e4a3c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164a92a98a9045bb" Type="http://schemas.openxmlformats.org/officeDocument/2006/relationships/notesMaster" Target="../notesMasters/notesMaster1.xml"/><Relationship Id="R9e3ab6fcb6664e40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252465f0ba0a4e70" Type="http://schemas.openxmlformats.org/officeDocument/2006/relationships/notesMaster" Target="../notesMasters/notesMaster1.xml"/><Relationship Id="Rf108c4d6875242a6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7b1bca4f8cf4442d" Type="http://schemas.openxmlformats.org/officeDocument/2006/relationships/slide" Target="../slides/slide12.xml"/><Relationship Id="R8ce48066182a4d03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ded0d6f37ddf4b88" Type="http://schemas.openxmlformats.org/officeDocument/2006/relationships/slide" Target="../slides/slide13.xml"/><Relationship Id="Rf0663c19a8614990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a15069b0a6ba41f9" Type="http://schemas.openxmlformats.org/officeDocument/2006/relationships/slide" Target="../slides/slide14.xml"/><Relationship Id="Rc6c30c4d23ee4b0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550868e8212c46b5" Type="http://schemas.openxmlformats.org/officeDocument/2006/relationships/slide" Target="../slides/slide15.xml"/><Relationship Id="Rc9756f915fd74fb8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1e7811bf4314abb" Type="http://schemas.openxmlformats.org/officeDocument/2006/relationships/notesMaster" Target="../notesMasters/notesMaster1.xml"/><Relationship Id="Rdfb496ee3fb046e7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51432fef22644de6" Type="http://schemas.openxmlformats.org/officeDocument/2006/relationships/notesMaster" Target="../notesMasters/notesMaster1.xml"/><Relationship Id="R9372627d5d674f64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239d6d5e56ef4a04" Type="http://schemas.openxmlformats.org/officeDocument/2006/relationships/notesMaster" Target="../notesMasters/notesMaster1.xml"/><Relationship Id="R822e054722e14ff7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5aab1e1f85f24abf" Type="http://schemas.openxmlformats.org/officeDocument/2006/relationships/notesMaster" Target="../notesMasters/notesMaster1.xml"/><Relationship Id="Re8491bfe36a74d1a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610203c5f8f44c12" Type="http://schemas.openxmlformats.org/officeDocument/2006/relationships/notesMaster" Target="../notesMasters/notesMaster1.xml"/><Relationship Id="Rba671db4614544e6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matched book or place with a simple reason.</a:t>
            </a:r>
          </a:p>
          <a:p xmlns:a="http://schemas.openxmlformats.org/drawingml/2006/main">
            <a:r>
              <a:t>Limit to 2–3 examples; image/word matching; reduced text; verbal answer accepted; enlarged images; supported reading.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It was her grandad’s and it reminds her of him.</a:t>
            </a:r>
          </a:p>
          <a:p xmlns:a="http://schemas.openxmlformats.org/drawingml/2006/main">
            <a:r>
              <a:t>Choose: The holy book of Christians OR The holy book of Muslims. Answer: The holy book of Christians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C or read one relevant card together. Answer: In a special cupboard called the Ark.</a:t>
            </a:r>
          </a:p>
          <a:p xmlns:a="http://schemas.openxmlformats.org/drawingml/2006/main">
            <a:r>
              <a:t>Give a reason when ready. Answer: A place. Many Muslims pray together there.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matched book or place with a simple reason.</a:t>
            </a:r>
          </a:p>
          <a:p xmlns:a="http://schemas.openxmlformats.org/drawingml/2006/main">
            <a:r>
              <a:t>Limit to 2–3 examples; image/word matching; reduced text; verbal answer accepted; enlarged images; supported reading.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matched book or place with a simple reason.</a:t>
            </a:r>
          </a:p>
          <a:p xmlns:a="http://schemas.openxmlformats.org/drawingml/2006/main">
            <a:r>
              <a:t>Limit to 2–3 examples; image/word matching; reduced text; verbal answer accepted; enlarged images; supported reading.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matched book or place with a simple reason.</a:t>
            </a:r>
          </a:p>
          <a:p xmlns:a="http://schemas.openxmlformats.org/drawingml/2006/main">
            <a:r>
              <a:t>Limit to 2–3 examples; image/word matching; reduced text; verbal answer accepted; enlarged images; supported reading.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matched book or place with a simple reason.</a:t>
            </a:r>
          </a:p>
          <a:p xmlns:a="http://schemas.openxmlformats.org/drawingml/2006/main">
            <a:r>
              <a:t>Limit to 2–3 examples; image/word matching; reduced text; verbal answer accepted; enlarged images; supported reading.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matched book or place with a simple reason.</a:t>
            </a:r>
          </a:p>
          <a:p xmlns:a="http://schemas.openxmlformats.org/drawingml/2006/main">
            <a:r>
              <a:t>Limit to 2–3 examples; image/word matching; reduced text; verbal answer accepted; enlarged images; supported reading.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Sort each book or place under the faith it belongs to. Say or show what helped you decide.</a:t>
            </a:r>
          </a:p>
          <a:p xmlns:a="http://schemas.openxmlformats.org/drawingml/2006/main">
            <a:r>
              <a:t>Explain one way a believer might show respect for a sacred book.</a:t>
            </a:r>
          </a:p>
          <a:p xmlns:a="http://schemas.openxmlformats.org/drawingml/2006/main">
            <a:r>
              <a:t>F: one matched book or place with a simple reason.</a:t>
            </a:r>
          </a:p>
          <a:p xmlns:a="http://schemas.openxmlformats.org/drawingml/2006/main">
            <a:r>
              <a:t>Limit to 2–3 examples; image/word matching; reduced text; verbal answer accepted; enlarged images; supported reading.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Qur’an — Islam — Card B: the Qur’an is the holy book of Muslims.</a:t>
            </a:r>
          </a:p>
          <a:p xmlns:a="http://schemas.openxmlformats.org/drawingml/2006/main">
            <a:r>
              <a:t>A synagogue — Judaism — Card C: Jewish people meet and keep the Torah scroll there.</a:t>
            </a:r>
          </a:p>
          <a:p xmlns:a="http://schemas.openxmlformats.org/drawingml/2006/main">
            <a:r>
              <a:t>The Bible — Christianity — Card A: the Bible is the holy book of Christians.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The ___ is special to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one matched book or place with a simple reason.</a:t>
            </a:r>
          </a:p>
          <a:p xmlns:a="http://schemas.openxmlformats.org/drawingml/2006/main">
            <a:r>
              <a:t>Limit to 2–3 examples; image/word matching; reduced text; verbal answer accepted; enlarged images; supported reading.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___ is special to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one matched book or place with a simple reason.</a:t>
            </a:r>
          </a:p>
          <a:p xmlns:a="http://schemas.openxmlformats.org/drawingml/2006/main">
            <a:r>
              <a:t>Limit to 2–3 examples; image/word matching; reduced text; verbal answer accepted; enlarged images; supported reading.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one way a believer might show respect for a sacred book.</a:t>
            </a:r>
          </a:p>
          <a:p xmlns:a="http://schemas.openxmlformats.org/drawingml/2006/main">
            <a:r>
              <a:t>F: one matched book or place with a simple reason.</a:t>
            </a:r>
          </a:p>
          <a:p xmlns:a="http://schemas.openxmlformats.org/drawingml/2006/main">
            <a:r>
              <a:t>Limit to 2–3 examples; image/word matching; reduced text; verbal answer accepted; enlarged images; supported reading.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matched book or place with a simple reason.</a:t>
            </a:r>
          </a:p>
          <a:p xmlns:a="http://schemas.openxmlformats.org/drawingml/2006/main">
            <a:r>
              <a:t>Limit to 2–3 examples; image/word matching; reduced text; verbal answer accepted; enlarged images; supported reading.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a special cupboard called the Ark.</a:t>
            </a:r>
          </a:p>
          <a:p xmlns:a="http://schemas.openxmlformats.org/drawingml/2006/main">
            <a:r>
              <a:t>A place. Many Muslims pray together there.</a:t>
            </a:r>
          </a:p>
          <a:p xmlns:a="http://schemas.openxmlformats.org/drawingml/2006/main">
            <a:r>
              <a:t>Support: The ___ is special to ___ because ___.</a:t>
            </a:r>
          </a:p>
          <a:p xmlns:a="http://schemas.openxmlformats.org/drawingml/2006/main">
            <a:r>
              <a:t>Extension: Explain one way a believer might show respect for a sacred 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matched book or place with a simple reason.</a:t>
            </a:r>
          </a:p>
          <a:p xmlns:a="http://schemas.openxmlformats.org/drawingml/2006/main">
            <a:r>
              <a:t>Limit to 2–3 examples; image/word matching; reduced text; verbal answer accepted; enlarged images; supported reading.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matched book or place with a simple reason.</a:t>
            </a:r>
          </a:p>
          <a:p xmlns:a="http://schemas.openxmlformats.org/drawingml/2006/main">
            <a:r>
              <a:t>Limit to 2–3 examples; image/word matching; reduced text; verbal answer accepted; enlarged images; supported reading.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matched book or place with a simple reason.</a:t>
            </a:r>
          </a:p>
          <a:p xmlns:a="http://schemas.openxmlformats.org/drawingml/2006/main">
            <a:r>
              <a:t>Limit to 2–3 examples; image/word matching; reduced text; verbal answer accepted; enlarged images; supported reading.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matched book or place with a simple reason.</a:t>
            </a:r>
          </a:p>
          <a:p xmlns:a="http://schemas.openxmlformats.org/drawingml/2006/main">
            <a:r>
              <a:t>Limit to 2–3 examples; image/word matching; reduced text; verbal answer accepted; enlarged images; supported reading.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38d26a5cb2fc4d5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3606b9f7b114d1b" Type="http://schemas.openxmlformats.org/officeDocument/2006/relationships/slideLayout" Target="../slideLayouts/slideLayout1.xml"/><Relationship Id="Rd682464b07294d0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606b9f7b114d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ca9a76fe47e42e1" Type="http://schemas.openxmlformats.org/officeDocument/2006/relationships/slideLayout" Target="../slideLayouts/slideLayout1.xml"/><Relationship Id="Rd291511b41da418e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7bc885cb792c4d3e" Type="http://schemas.openxmlformats.org/officeDocument/2006/relationships/slideLayout" Target="../slideLayouts/slideLayout1.xml"/><Relationship Id="Rcc16519dd78f4bfd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5206a7b59853400c" Type="http://schemas.openxmlformats.org/officeDocument/2006/relationships/slideLayout" Target="../slideLayouts/slideLayout1.xml"/><Relationship Id="R655c479b42a244c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9f6180ad30e4ea4" Type="http://schemas.openxmlformats.org/officeDocument/2006/relationships/notesSlide" Target="../notesSlides/notesSlide4.xml"/><Relationship Id="Rd2c162973aee40af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acf1cf4fbff4abd" Type="http://schemas.openxmlformats.org/officeDocument/2006/relationships/image" Target="../media/image.png"/><Relationship Id="R6eac09b8e9cb4641" Type="http://schemas.openxmlformats.org/officeDocument/2006/relationships/slideLayout" Target="../slideLayouts/slideLayout1.xml"/><Relationship Id="Redfa58358954446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1a265fb877034c9b" Type="http://schemas.openxmlformats.org/officeDocument/2006/relationships/slideLayout" Target="../slideLayouts/slideLayout1.xml"/><Relationship Id="R99d64f6a82a84c4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adb90ba10e5d40b2" Type="http://schemas.openxmlformats.org/officeDocument/2006/relationships/slideLayout" Target="../slideLayouts/slideLayout1.xml"/><Relationship Id="Re8c75472ce2e4f6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c04b2507ad7e4fb1" Type="http://schemas.openxmlformats.org/officeDocument/2006/relationships/notesSlide" Target="../notesSlides/notesSlide8.xml"/><Relationship Id="Re5b8cf8cc8c0408b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3b2e98e8a7a4415f" Type="http://schemas.openxmlformats.org/officeDocument/2006/relationships/notesSlide" Target="../notesSlides/notesSlide9.xml"/><Relationship Id="R61f136ed4a804494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4e17a90f108548ab" Type="http://schemas.openxmlformats.org/officeDocument/2006/relationships/slideLayout" Target="../slideLayouts/slideLayout1.xml"/><Relationship Id="R5050d317d743457a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0c1ee54d78814ee8" Type="http://schemas.openxmlformats.org/officeDocument/2006/relationships/notesSlide" Target="../notesSlides/notesSlide11.xml"/><Relationship Id="R229d2a4e7e5b4b9a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877bc74a66444051" Type="http://schemas.openxmlformats.org/officeDocument/2006/relationships/notesSlide" Target="../notesSlides/notesSlide12.xml"/><Relationship Id="Rd764d863d5ce489b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6475701bb9294e0b" Type="http://schemas.openxmlformats.org/officeDocument/2006/relationships/notesSlide" Target="../notesSlides/notesSlide13.xml"/><Relationship Id="Ra1309fec543d4b09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0676ff3a578f4b0a" Type="http://schemas.openxmlformats.org/officeDocument/2006/relationships/slideLayout" Target="../slideLayouts/slideLayout1.xml"/><Relationship Id="R9f55c088a749403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59cdefede1e84d30" Type="http://schemas.openxmlformats.org/officeDocument/2006/relationships/slideLayout" Target="../slideLayouts/slideLayout1.xml"/><Relationship Id="R600be1ba8b55499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a3cb2308ff03457d" Type="http://schemas.openxmlformats.org/officeDocument/2006/relationships/notesSlide" Target="../notesSlides/notesSlide16.xml"/><Relationship Id="Rda1dd7766786494d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bcc3fcbe2a92445f" Type="http://schemas.openxmlformats.org/officeDocument/2006/relationships/slideLayout" Target="../slideLayouts/slideLayout1.xml"/><Relationship Id="Rc99d09e205ca4eba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f6ca1d7d87464404" Type="http://schemas.openxmlformats.org/officeDocument/2006/relationships/notesSlide" Target="../notesSlides/notesSlide18.xml"/><Relationship Id="Rf8eba811e1604ab4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487324d97d664e20" Type="http://schemas.openxmlformats.org/officeDocument/2006/relationships/slideLayout" Target="../slideLayouts/slideLayout1.xml"/><Relationship Id="Rf184880713cf4c1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add210ad796b46b3" Type="http://schemas.openxmlformats.org/officeDocument/2006/relationships/notesSlide" Target="../notesSlides/notesSlide20.xml"/><Relationship Id="Re145d3997ea24b1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ACB65-1029-4032-95D3-B6FE7A47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Special books and places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EE100-CE5E-4D95-A15B-17456056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83D20-B2FB-4A2C-82C2-94915397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Recognise one special book or place linked to a faith.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69A08-41D6-490E-85D1-F1310903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RE &amp; World Views / Autumn 1 /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08F67-C86B-4F2B-8358-01FF723B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092221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44020-6E8F-4470-9AD2-93B2E34C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9CAB3-1E76-4D5E-BCB1-43BA3804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EB7E1-A8BA-48EA-AD80-8682ED46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Why is the watch special to Mina?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A090B-C9D9-4233-9D86-43F3EC68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Bible?</a:t>
            </a:r>
          </a:p>
        </p:txBody>
      </p:sp>
    </p:spTree>
    <p:extLst>
      <p:ext uri="{BB962C8B-B14F-4D97-AF65-F5344CB8AC3E}">
        <p14:creationId xmlns:p14="http://schemas.microsoft.com/office/powerpoint/2010/main" val="2986811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23663-0685-4599-B512-29ABE47A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AC919-16DE-4B49-886E-510BD007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3CA10-B703-45A0-B863-1F85A24E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Where is a Torah scroll kept in a synagogue?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4F6D7-05AD-4337-A6F6-F42A7786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a mosque a book or a place?</a:t>
            </a:r>
          </a:p>
        </p:txBody>
      </p:sp>
    </p:spTree>
    <p:extLst>
      <p:ext uri="{BB962C8B-B14F-4D97-AF65-F5344CB8AC3E}">
        <p14:creationId xmlns:p14="http://schemas.microsoft.com/office/powerpoint/2010/main" val="1804592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97424-A997-4907-93AE-E1213907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E8772-7BF3-40F6-ADEB-6B347DCD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EC9F7-66E7-412A-9414-3AB646D7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Bible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holy book of Christians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19879-806D-47E4-BD0C-624CC426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Qur’an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holy book of Muslims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27180-78C0-409E-A4BB-9FF693D6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Torah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most sacred Jewish scripture, often kept as a scroll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A1CFF-C609-4AC2-8DE0-4B5C0294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sacred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Special and holy to people of a faith</a:t>
            </a:r>
          </a:p>
        </p:txBody>
      </p:sp>
    </p:spTree>
    <p:extLst>
      <p:ext uri="{BB962C8B-B14F-4D97-AF65-F5344CB8AC3E}">
        <p14:creationId xmlns:p14="http://schemas.microsoft.com/office/powerpoint/2010/main" val="1150323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F1C80-AFB3-4888-834E-F3368551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CE365-FC42-47A5-91F7-5C0744FB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f1cf4fbff4abd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6635B-8E02-4ECA-80BC-EC73E8FC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Photo reveal: book or place?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AE564-B282-4DA5-ADA3-21905D6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Reveal one clue at a time. Decide: book or place?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1836D-C4F9-432B-B560-E8F32BF7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794697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85CCA-B066-4383-9712-3D817A5B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FD221-678F-4135-9B92-DF579EC9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EFD48-CE5A-42CC-ACE2-620C36FF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Where is a Torah scroll kept in a synagogue?</a:t>
            </a:r>
          </a:p>
        </p:txBody>
      </p:sp>
    </p:spTree>
    <p:extLst>
      <p:ext uri="{BB962C8B-B14F-4D97-AF65-F5344CB8AC3E}">
        <p14:creationId xmlns:p14="http://schemas.microsoft.com/office/powerpoint/2010/main" val="2089876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F45F7-E890-474A-BED6-2D29350D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3315C-73F3-4990-B339-B49F98A2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5C3E0-D4EC-46CC-8FD8-B39C7FA9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C Torah and synagogue: The Torah is sacred to Jewish people. In a synagogue the Torah scroll is kept in a special cupboard called the Ark. Readers often use a pointer instead of touching the words.</a:t>
            </a:r>
          </a:p>
        </p:txBody>
      </p:sp>
    </p:spTree>
    <p:extLst>
      <p:ext uri="{BB962C8B-B14F-4D97-AF65-F5344CB8AC3E}">
        <p14:creationId xmlns:p14="http://schemas.microsoft.com/office/powerpoint/2010/main" val="12722763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6B29B-4B01-4DAA-8C0A-5418138D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5D91E-ACB3-4B25-ADDD-041592D9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C2D80-F5D7-4316-807A-F7627F8D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In a special cupboard called the Ark.</a:t>
            </a:r>
          </a:p>
        </p:txBody>
      </p:sp>
    </p:spTree>
    <p:extLst>
      <p:ext uri="{BB962C8B-B14F-4D97-AF65-F5344CB8AC3E}">
        <p14:creationId xmlns:p14="http://schemas.microsoft.com/office/powerpoint/2010/main" val="16717487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B8081-77A0-4836-A150-AC298BBC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83653-8E3E-4624-B6E2-B455B2F7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01830-11D7-43E6-91A7-5625A412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a mosque a book or a place? A place. Many Muslims pray together there.</a:t>
            </a:r>
          </a:p>
        </p:txBody>
      </p:sp>
    </p:spTree>
    <p:extLst>
      <p:ext uri="{BB962C8B-B14F-4D97-AF65-F5344CB8AC3E}">
        <p14:creationId xmlns:p14="http://schemas.microsoft.com/office/powerpoint/2010/main" val="8995169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8AEE4-BC2F-40E3-8B77-B5B8C984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C453C-3365-4A95-83BB-98EA7457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5DCA8-417C-46E9-AB57-F077994F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Sort each book or place under the faith it belongs 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6439D-E031-41FE-817F-E70B736D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one way believers show that it is special.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03EFB-EEDA-4860-8BE4-1E73AE33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7292137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38268-722C-4219-B44E-9ADF0061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9FC31-72EC-4800-8F03-4A1203B7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32997-30B5-4FAB-9A4A-17A42199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Qur’an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DFA27-B80C-4DC5-9305-F3E386AD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synagogue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56807-5CFB-4973-BF27-22CB0819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Bible</a:t>
            </a:r>
          </a:p>
        </p:txBody>
      </p:sp>
    </p:spTree>
    <p:extLst>
      <p:ext uri="{BB962C8B-B14F-4D97-AF65-F5344CB8AC3E}">
        <p14:creationId xmlns:p14="http://schemas.microsoft.com/office/powerpoint/2010/main" val="14343572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87741-281B-467A-94F4-CD3A3567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21D27-3140-4BD9-93AB-FCF96055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B37CE-6F4A-4C8F-A4D7-B2ABEE13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book or place card.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68C29-A168-4B15-B24B-41445DA3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it to its faith: Christianity, Islam or Judaism.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D129A-D9C5-42DE-9FB5-824EDDD3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or say one reason it is special.</a:t>
            </a:r>
          </a:p>
        </p:txBody>
      </p:sp>
    </p:spTree>
    <p:extLst>
      <p:ext uri="{BB962C8B-B14F-4D97-AF65-F5344CB8AC3E}">
        <p14:creationId xmlns:p14="http://schemas.microsoft.com/office/powerpoint/2010/main" val="18528626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A9289-CAB0-4BA7-AABC-349F33C6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36F49-BFAB-4F2E-B2F5-A94E9854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97520-36B9-4012-9F12-7C46EBA5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sacred book or 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F749C-3B9A-412C-B0B9-07862B17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it to its faith and label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48A5C-3736-49C4-A61A-4BD23CB1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simply why it is special to some believers.</a:t>
            </a:r>
          </a:p>
        </p:txBody>
      </p:sp>
    </p:spTree>
    <p:extLst>
      <p:ext uri="{BB962C8B-B14F-4D97-AF65-F5344CB8AC3E}">
        <p14:creationId xmlns:p14="http://schemas.microsoft.com/office/powerpoint/2010/main" val="10175152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0F0DF-3F9A-4BB7-B7C5-E7A9623E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13DF5-AD94-47E1-BB38-A3EF9BBE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7B60D-8FDA-4BFC-839B-EAB7AA8C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book and one place from the same faith.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94C74-D01E-4AFE-8D49-CDB88432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they are linked.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DBB86-48D0-4F7E-8808-2BBE5A26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one way believers show respect and say why.</a:t>
            </a:r>
          </a:p>
        </p:txBody>
      </p:sp>
    </p:spTree>
    <p:extLst>
      <p:ext uri="{BB962C8B-B14F-4D97-AF65-F5344CB8AC3E}">
        <p14:creationId xmlns:p14="http://schemas.microsoft.com/office/powerpoint/2010/main" val="18721580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8980E-3520-4033-9172-4BCFC0C5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D9F70-3A4E-4E5A-A876-062E6CC7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6B99C-0E5E-46F1-B390-F6F740F7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one matched book or place with a simple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601E4-3B20-400A-A008-B29EEF47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9FE7D-CF0D-4A90-8AD9-BEE67A55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8838631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43DDF-8E58-41E6-BC56-4522D02E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A01AD-437E-4F5C-BCCF-16261AFF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CC57C-745B-44C3-B4B1-C79D16F8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Where is a Torah scroll kept in a synagogue?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3D10C-86D3-4957-8D76-220A35AB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a mosque a book or a place?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B2150-BC04-417A-AE38-93049555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072655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13BAC-185C-4A17-B974-5A120BFA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Bible and church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491D4-EC37-4CE9-A5C2-516C5682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0CAEB-B448-4EB5-9BE6-EFCA17A5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Bible is the holy book of Christians. Many Christians meet to worship in a church. Some read the Bible at home as well.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63CDD-D3EE-4E5E-B3EC-B8244905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7644F-C484-4AA8-9EC3-80C6EE31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Christians worship and read in many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15771584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BAEDC-9313-4D2C-875A-F6AAC1D6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Qur’an and mosque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C7C1F-2E2D-48F7-BA3E-A424389B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978C3-C16E-4F57-8F3E-C5C6F1C9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Qur’an is the holy book of Muslims. Many Muslims pray together in a mosque. Many keep the Qur’an in a clean, high place to show respect.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FA42A-A760-46BC-B9D8-0BF10EB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BCCFB-8F9B-41F8-B8BE-05630F06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Muslim practice varies between families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7684656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D7D2B-E44D-474F-BF36-EEF17587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Torah and synagogue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86478-F69D-4E69-B95E-2F4983DA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E9BB6-DE06-4136-A8FD-EADCE7EA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Torah is sacred to Jewish people. In a synagogue the Torah scroll is kept in a special cupboard called the Ark. Readers often use a pointer instead of touching the 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28FF2-27F4-4BDB-9F52-31D83C27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E5583-8A1B-4A8B-A0C3-ECC531E3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Jewish practice varies between communities.</a:t>
            </a:r>
          </a:p>
        </p:txBody>
      </p:sp>
    </p:spTree>
    <p:extLst>
      <p:ext uri="{BB962C8B-B14F-4D97-AF65-F5344CB8AC3E}">
        <p14:creationId xmlns:p14="http://schemas.microsoft.com/office/powerpoint/2010/main" val="18913932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579E2-0C6A-43E8-9EB5-3A2A22FA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Book or place?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CA59C-841E-48AE-A2FB-B417A063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W2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BE412-316D-48EF-A677-844EBD47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sacred book is read or listened to. A sacred place is somewhere people go. Both can be special to believers.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907D6-38B6-4592-89D1-8B2FB59C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8DBE3-EDA4-4882-8D3A-606A2BDC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book or place is not the whole religion. It is one part of it.</a:t>
            </a:r>
          </a:p>
        </p:txBody>
      </p:sp>
    </p:spTree>
    <p:extLst>
      <p:ext uri="{BB962C8B-B14F-4D97-AF65-F5344CB8AC3E}">
        <p14:creationId xmlns:p14="http://schemas.microsoft.com/office/powerpoint/2010/main" val="1581229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2026-09-19T18:24:47.9900000Z</dcterms:created>
  <dcterms:modified xsi:type="dcterms:W3CDTF">2026-09-19T18:24:47.9900000Z</dcterms:modified>
</coreProperties>
</file>