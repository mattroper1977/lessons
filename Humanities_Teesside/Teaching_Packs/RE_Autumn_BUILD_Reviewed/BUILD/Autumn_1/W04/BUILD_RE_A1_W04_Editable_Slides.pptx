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b1adcf1d4d8f4205" Type="http://schemas.openxmlformats.org/officeDocument/2006/relationships/officeDocument" Target="ppt/presentation.xml"/><Relationship Id="Rcf41d61d735145f3" Type="http://schemas.openxmlformats.org/package/2006/relationships/metadata/core-properties" Target="docProps/core.xml"/><Relationship Id="Rdc52533a321c48bb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736b2232fb74dec"/>
  </p:sldMasterIdLst>
  <p:notesMasterIdLst>
    <p:notesMasterId xmlns:r="http://schemas.openxmlformats.org/officeDocument/2006/relationships" r:id="R5889eef5a7c848e7"/>
  </p:notesMasterIdLst>
  <p:sldIdLst>
    <p:sldId xmlns:r="http://schemas.openxmlformats.org/officeDocument/2006/relationships" id="256" r:id="Rf055079baf634d88"/>
    <p:sldId xmlns:r="http://schemas.openxmlformats.org/officeDocument/2006/relationships" id="257" r:id="R9c54c7b1646542fa"/>
    <p:sldId xmlns:r="http://schemas.openxmlformats.org/officeDocument/2006/relationships" id="258" r:id="R46d08dde7b0c4f09"/>
    <p:sldId xmlns:r="http://schemas.openxmlformats.org/officeDocument/2006/relationships" id="259" r:id="Rc7767f4c890d4202"/>
    <p:sldId xmlns:r="http://schemas.openxmlformats.org/officeDocument/2006/relationships" id="260" r:id="R37f452ebc82c4581"/>
    <p:sldId xmlns:r="http://schemas.openxmlformats.org/officeDocument/2006/relationships" id="261" r:id="R01cf0dc9046b460c"/>
    <p:sldId xmlns:r="http://schemas.openxmlformats.org/officeDocument/2006/relationships" id="262" r:id="Rc710b1065b5d48e1"/>
    <p:sldId xmlns:r="http://schemas.openxmlformats.org/officeDocument/2006/relationships" id="263" r:id="R0152f12837884a80"/>
    <p:sldId xmlns:r="http://schemas.openxmlformats.org/officeDocument/2006/relationships" id="264" r:id="R9a8ccfe1c00e498b"/>
    <p:sldId xmlns:r="http://schemas.openxmlformats.org/officeDocument/2006/relationships" id="265" r:id="Ra6c674e0c2f74f11"/>
    <p:sldId xmlns:r="http://schemas.openxmlformats.org/officeDocument/2006/relationships" id="266" r:id="R9285cb80bf3746a0"/>
    <p:sldId xmlns:r="http://schemas.openxmlformats.org/officeDocument/2006/relationships" id="267" r:id="Rf54a847405ac46f9"/>
    <p:sldId xmlns:r="http://schemas.openxmlformats.org/officeDocument/2006/relationships" id="268" r:id="R5969168c71be4c00"/>
    <p:sldId xmlns:r="http://schemas.openxmlformats.org/officeDocument/2006/relationships" id="269" r:id="Re37734e6fffa4480"/>
    <p:sldId xmlns:r="http://schemas.openxmlformats.org/officeDocument/2006/relationships" id="270" r:id="R3877f66f09ba42a9"/>
    <p:sldId xmlns:r="http://schemas.openxmlformats.org/officeDocument/2006/relationships" id="271" r:id="R12acd6d24b1b4cfc"/>
    <p:sldId xmlns:r="http://schemas.openxmlformats.org/officeDocument/2006/relationships" id="272" r:id="R8fc736306e144bb0"/>
    <p:sldId xmlns:r="http://schemas.openxmlformats.org/officeDocument/2006/relationships" id="273" r:id="R992f7ffef4494a26"/>
    <p:sldId xmlns:r="http://schemas.openxmlformats.org/officeDocument/2006/relationships" id="274" r:id="R1b9c4b5f4bf246f6"/>
    <p:sldId xmlns:r="http://schemas.openxmlformats.org/officeDocument/2006/relationships" id="275" r:id="Re723d1d263644fd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152f12837884a80" Type="http://schemas.openxmlformats.org/officeDocument/2006/relationships/slide" Target="slides/slide8.xml"/><Relationship Id="R01cf0dc9046b460c" Type="http://schemas.openxmlformats.org/officeDocument/2006/relationships/slide" Target="slides/slide6.xml"/><Relationship Id="R12acd6d24b1b4cfc" Type="http://schemas.openxmlformats.org/officeDocument/2006/relationships/slide" Target="slides/slide16.xml"/><Relationship Id="R1b9c4b5f4bf246f6" Type="http://schemas.openxmlformats.org/officeDocument/2006/relationships/slide" Target="slides/slide19.xml"/><Relationship Id="R37f452ebc82c4581" Type="http://schemas.openxmlformats.org/officeDocument/2006/relationships/slide" Target="slides/slide5.xml"/><Relationship Id="R3877f66f09ba42a9" Type="http://schemas.openxmlformats.org/officeDocument/2006/relationships/slide" Target="slides/slide15.xml"/><Relationship Id="R46d08dde7b0c4f09" Type="http://schemas.openxmlformats.org/officeDocument/2006/relationships/slide" Target="slides/slide3.xml"/><Relationship Id="R5889eef5a7c848e7" Type="http://schemas.openxmlformats.org/officeDocument/2006/relationships/notesMaster" Target="notesMasters/notesMaster1.xml"/><Relationship Id="R5898d3e32ccd42cb" Type="http://schemas.openxmlformats.org/officeDocument/2006/relationships/tableStyles" Target="tableStyles.xml"/><Relationship Id="R5969168c71be4c00" Type="http://schemas.openxmlformats.org/officeDocument/2006/relationships/slide" Target="slides/slide13.xml"/><Relationship Id="R8fbdf7b894b940ea" Type="http://schemas.openxmlformats.org/officeDocument/2006/relationships/theme" Target="theme/theme1.xml"/><Relationship Id="R8fc736306e144bb0" Type="http://schemas.openxmlformats.org/officeDocument/2006/relationships/slide" Target="slides/slide17.xml"/><Relationship Id="R9285cb80bf3746a0" Type="http://schemas.openxmlformats.org/officeDocument/2006/relationships/slide" Target="slides/slide11.xml"/><Relationship Id="R992f7ffef4494a26" Type="http://schemas.openxmlformats.org/officeDocument/2006/relationships/slide" Target="slides/slide18.xml"/><Relationship Id="R9a8ccfe1c00e498b" Type="http://schemas.openxmlformats.org/officeDocument/2006/relationships/slide" Target="slides/slide9.xml"/><Relationship Id="R9c54c7b1646542fa" Type="http://schemas.openxmlformats.org/officeDocument/2006/relationships/slide" Target="slides/slide2.xml"/><Relationship Id="Ra6c674e0c2f74f11" Type="http://schemas.openxmlformats.org/officeDocument/2006/relationships/slide" Target="slides/slide10.xml"/><Relationship Id="Rc710b1065b5d48e1" Type="http://schemas.openxmlformats.org/officeDocument/2006/relationships/slide" Target="slides/slide7.xml"/><Relationship Id="Rc7767f4c890d4202" Type="http://schemas.openxmlformats.org/officeDocument/2006/relationships/slide" Target="slides/slide4.xml"/><Relationship Id="Rd736b2232fb74dec" Type="http://schemas.openxmlformats.org/officeDocument/2006/relationships/slideMaster" Target="slideMasters/slideMaster1.xml"/><Relationship Id="Re37734e6fffa4480" Type="http://schemas.openxmlformats.org/officeDocument/2006/relationships/slide" Target="slides/slide14.xml"/><Relationship Id="Re723d1d263644fd0" Type="http://schemas.openxmlformats.org/officeDocument/2006/relationships/slide" Target="slides/slide20.xml"/><Relationship Id="Redea808a65904234" Type="http://schemas.openxmlformats.org/officeDocument/2006/relationships/presProps" Target="presProps.xml"/><Relationship Id="Rf055079baf634d88" Type="http://schemas.openxmlformats.org/officeDocument/2006/relationships/slide" Target="slides/slide1.xml"/><Relationship Id="Rf54a847405ac46f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9c34481b25434a1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8224ccd3fa9454b" Type="http://schemas.openxmlformats.org/officeDocument/2006/relationships/slide" Target="../slides/slide1.xml"/><Relationship Id="Rd2df79cc39fa43a3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91dd6393a4554d7c" Type="http://schemas.openxmlformats.org/officeDocument/2006/relationships/notesMaster" Target="../notesMasters/notesMaster1.xml"/><Relationship Id="R93e16157dab5414a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561ed33276ff4b7d" Type="http://schemas.openxmlformats.org/officeDocument/2006/relationships/notesMaster" Target="../notesMasters/notesMaster1.xml"/><Relationship Id="R7e496635a7a74c95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88c2301fd25941c2" Type="http://schemas.openxmlformats.org/officeDocument/2006/relationships/slide" Target="../slides/slide4.xml"/><Relationship Id="Rcce4793898e04cd4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e68d47316ba4d6b" Type="http://schemas.openxmlformats.org/officeDocument/2006/relationships/slide" Target="../slides/slide5.xml"/><Relationship Id="Rcfd74952cf374560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3694e96b37094567" Type="http://schemas.openxmlformats.org/officeDocument/2006/relationships/notesMaster" Target="../notesMasters/notesMaster1.xml"/><Relationship Id="R87075c88a5e3452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2af7c43a00534f56" Type="http://schemas.openxmlformats.org/officeDocument/2006/relationships/slide" Target="../slides/slide7.xml"/><Relationship Id="R844d3e7a02294cb7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595545fbde7e44c0" Type="http://schemas.openxmlformats.org/officeDocument/2006/relationships/slide" Target="../slides/slide8.xml"/><Relationship Id="Rafee0895f930411b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1b50cc652ea84859" Type="http://schemas.openxmlformats.org/officeDocument/2006/relationships/notesMaster" Target="../notesMasters/notesMaster1.xml"/><Relationship Id="Ree07187112304f2d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250f2e54ee644b0" Type="http://schemas.openxmlformats.org/officeDocument/2006/relationships/notesMaster" Target="../notesMasters/notesMaster1.xml"/><Relationship Id="R2dc9b75294a14670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b51c360dafa045dc" Type="http://schemas.openxmlformats.org/officeDocument/2006/relationships/slide" Target="../slides/slide11.xml"/><Relationship Id="Re390265db29841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3a4a674bd70445c7" Type="http://schemas.openxmlformats.org/officeDocument/2006/relationships/notesMaster" Target="../notesMasters/notesMaster1.xml"/><Relationship Id="Recf97ccfd7b849ff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163571b31f704ef9" Type="http://schemas.openxmlformats.org/officeDocument/2006/relationships/slide" Target="../slides/slide13.xml"/><Relationship Id="R927f993eeeb14897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9ddd47d11a524b36" Type="http://schemas.openxmlformats.org/officeDocument/2006/relationships/slide" Target="../slides/slide14.xml"/><Relationship Id="Rd2b58594a7ed4996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1b79951ce9c44afb" Type="http://schemas.openxmlformats.org/officeDocument/2006/relationships/notesMaster" Target="../notesMasters/notesMaster1.xml"/><Relationship Id="R9b95a908b8024fc5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1b54c8e411b64238" Type="http://schemas.openxmlformats.org/officeDocument/2006/relationships/slide" Target="../slides/slide16.xml"/><Relationship Id="Rba0a37ca1ffa4bdf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270494aae9e14cd4" Type="http://schemas.openxmlformats.org/officeDocument/2006/relationships/slide" Target="../slides/slide17.xml"/><Relationship Id="Rce2a925f7fb44e26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5b3daf13a5eb4d6f" Type="http://schemas.openxmlformats.org/officeDocument/2006/relationships/notesMaster" Target="../notesMasters/notesMaster1.xml"/><Relationship Id="Ra5d2c33f0e954ac3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63b028acaf204955" Type="http://schemas.openxmlformats.org/officeDocument/2006/relationships/notesMaster" Target="../notesMasters/notesMaster1.xml"/><Relationship Id="R8f7fb5d91f21496f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0c1022d3901c4f71" Type="http://schemas.openxmlformats.org/officeDocument/2006/relationships/slide" Target="../slides/slide20.xml"/><Relationship Id="Rcae3b72165304a1d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three respectful actions in order and one reason.</a:t>
            </a:r>
          </a:p>
          <a:p xmlns:a="http://schemas.openxmlformats.org/drawingml/2006/main">
            <a:r>
              <a:t>Option to observe rather than handle; visual sequence; symbols; verbal answer; no authentic sacred object required; reduced choices.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A volunteer greets him and shows him where to sit.</a:t>
            </a:r>
          </a:p>
          <a:p xmlns:a="http://schemas.openxmlformats.org/drawingml/2006/main">
            <a:r>
              <a:t>Choose: Treating people and things with care OR To hold or touch something with your hands. Answer: Treating people and things with care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C or read one relevant card together. Answer: So that fingers do not touch the handwritten scroll.</a:t>
            </a:r>
          </a:p>
          <a:p xmlns:a="http://schemas.openxmlformats.org/drawingml/2006/main">
            <a:r>
              <a:t>Give a reason when ready. Answer: No. Looking carefully is a respectful choice.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three respectful actions in order and one reason.</a:t>
            </a:r>
          </a:p>
          <a:p xmlns:a="http://schemas.openxmlformats.org/drawingml/2006/main">
            <a:r>
              <a:t>Option to observe rather than handle; visual sequence; symbols; verbal answer; no authentic sacred object required; reduced choices.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three respectful actions in order and one reason.</a:t>
            </a:r>
          </a:p>
          <a:p xmlns:a="http://schemas.openxmlformats.org/drawingml/2006/main">
            <a:r>
              <a:t>Option to observe rather than handle; visual sequence; symbols; verbal answer; no authentic sacred object required; reduced choices.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three respectful actions in order and one reason.</a:t>
            </a:r>
          </a:p>
          <a:p xmlns:a="http://schemas.openxmlformats.org/drawingml/2006/main">
            <a:r>
              <a:t>Option to observe rather than handle; visual sequence; symbols; verbal answer; no authentic sacred object required; reduced choices.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three respectful actions in order and one reason.</a:t>
            </a:r>
          </a:p>
          <a:p xmlns:a="http://schemas.openxmlformats.org/drawingml/2006/main">
            <a:r>
              <a:t>Option to observe rather than handle; visual sequence; symbols; verbal answer; no authentic sacred object required; reduced choices.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three respectful actions in order and one reason.</a:t>
            </a:r>
          </a:p>
          <a:p xmlns:a="http://schemas.openxmlformats.org/drawingml/2006/main">
            <a:r>
              <a:t>Option to observe rather than handle; visual sequence; symbols; verbal answer; no authentic sacred object required; reduced choices.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</a:t>
            </a:r>
          </a:p>
          <a:p xmlns:a="http://schemas.openxmlformats.org/drawingml/2006/main">
            <a:r>
              <a:t>Decide whether each action shows respect. Say or show what helped you decide.</a:t>
            </a:r>
          </a:p>
          <a:p xmlns:a="http://schemas.openxmlformats.org/drawingml/2006/main">
            <a:r>
              <a:t>Explain how someone can respect an object without sharing the belief.</a:t>
            </a:r>
          </a:p>
          <a:p xmlns:a="http://schemas.openxmlformats.org/drawingml/2006/main">
            <a:r>
              <a:t>F: three respectful actions in order and one reason.</a:t>
            </a:r>
          </a:p>
          <a:p xmlns:a="http://schemas.openxmlformats.org/drawingml/2006/main">
            <a:r>
              <a:t>Option to observe rather than handle; visual sequence; symbols; verbal answer; no authentic sacred object required; reduced choices.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Hold the replica with two hands over the table — Respectful — Two hands and a table keep it safe.</a:t>
            </a:r>
          </a:p>
          <a:p xmlns:a="http://schemas.openxmlformats.org/drawingml/2006/main">
            <a:r>
              <a:t>Grab the object before the adult is ready — Needs changing — Waiting is part of our handling rules.</a:t>
            </a:r>
          </a:p>
          <a:p xmlns:a="http://schemas.openxmlformats.org/drawingml/2006/main">
            <a:r>
              <a:t>Choose to look closely and not touch — Respectful — Looking carefully is a respectful choice.</a:t>
            </a:r>
          </a:p>
          <a:p xmlns:a="http://schemas.openxmlformats.org/drawingml/2006/main">
            <a:r>
              <a:t>Use the HTML lesson for the interactive version, or the paper cards.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two choices. Read one short instruction. Point, match or say a word, then add a reason when ready. Complete the organiser one space at a time. I can show respect by ___. This matters because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three respectful actions in order and one reason.</a:t>
            </a:r>
          </a:p>
          <a:p xmlns:a="http://schemas.openxmlformats.org/drawingml/2006/main">
            <a:r>
              <a:t>Option to observe rather than handle; visual sequence; symbols; verbal answer; no authentic sacred object required; reduced choices.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can show respect by ___. This matters because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three respectful actions in order and one reason.</a:t>
            </a:r>
          </a:p>
          <a:p xmlns:a="http://schemas.openxmlformats.org/drawingml/2006/main">
            <a:r>
              <a:t>Option to observe rather than handle; visual sequence; symbols; verbal answer; no authentic sacred object required; reduced choices.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how someone can respect an object without sharing the belief.</a:t>
            </a:r>
          </a:p>
          <a:p xmlns:a="http://schemas.openxmlformats.org/drawingml/2006/main">
            <a:r>
              <a:t>F: three respectful actions in order and one reason.</a:t>
            </a:r>
          </a:p>
          <a:p xmlns:a="http://schemas.openxmlformats.org/drawingml/2006/main">
            <a:r>
              <a:t>Option to observe rather than handle; visual sequence; symbols; verbal answer; no authentic sacred object required; reduced choices.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three respectful actions in order and one reason.</a:t>
            </a:r>
          </a:p>
          <a:p xmlns:a="http://schemas.openxmlformats.org/drawingml/2006/main">
            <a:r>
              <a:t>Option to observe rather than handle; visual sequence; symbols; verbal answer; no authentic sacred object required; reduced choices.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 that fingers do not touch the handwritten scroll.</a:t>
            </a:r>
          </a:p>
          <a:p xmlns:a="http://schemas.openxmlformats.org/drawingml/2006/main">
            <a:r>
              <a:t>No. Looking carefully is a respectful choice.</a:t>
            </a:r>
          </a:p>
          <a:p xmlns:a="http://schemas.openxmlformats.org/drawingml/2006/main">
            <a:r>
              <a:t>Support: I can show respect by ___. This matters because ___.</a:t>
            </a:r>
          </a:p>
          <a:p xmlns:a="http://schemas.openxmlformats.org/drawingml/2006/main">
            <a:r>
              <a:t>Extension: Explain how someone can respect an object without sharing the belief.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three respectful actions in order and one reason.</a:t>
            </a:r>
          </a:p>
          <a:p xmlns:a="http://schemas.openxmlformats.org/drawingml/2006/main">
            <a:r>
              <a:t>Option to observe rather than handle; visual sequence; symbols; verbal answer; no authentic sacred object required; reduced choices.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three respectful actions in order and one reason.</a:t>
            </a:r>
          </a:p>
          <a:p xmlns:a="http://schemas.openxmlformats.org/drawingml/2006/main">
            <a:r>
              <a:t>Option to observe rather than handle; visual sequence; symbols; verbal answer; no authentic sacred object required; reduced choices.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three respectful actions in order and one reason.</a:t>
            </a:r>
          </a:p>
          <a:p xmlns:a="http://schemas.openxmlformats.org/drawingml/2006/main">
            <a:r>
              <a:t>Option to observe rather than handle; visual sequence; symbols; verbal answer; no authentic sacred object required; reduced choices.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three respectful actions in order and one reason.</a:t>
            </a:r>
          </a:p>
          <a:p xmlns:a="http://schemas.openxmlformats.org/drawingml/2006/main">
            <a:r>
              <a:t>Option to observe rather than handle; visual sequence; symbols; verbal answer; no authentic sacred object required; reduced choices.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f8bfe7fd1b144ec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a8ca9839eed04d66" Type="http://schemas.openxmlformats.org/officeDocument/2006/relationships/theme" Target="theme/theme2.xml"/><Relationship Id="Rbe28ffc9dcb24caa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28ffc9dcb24c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5f71bf7c12f6449c" Type="http://schemas.openxmlformats.org/officeDocument/2006/relationships/notesSlide" Target="../notesSlides/notesSlide1.xml"/><Relationship Id="Rfd06a5758642434c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e4edfd9679c64893" Type="http://schemas.openxmlformats.org/officeDocument/2006/relationships/slideLayout" Target="../slideLayouts/slideLayout1.xml"/><Relationship Id="Rfd22f12303754f1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ac458b6fee074ba5" Type="http://schemas.openxmlformats.org/officeDocument/2006/relationships/slideLayout" Target="../slideLayouts/slideLayout1.xml"/><Relationship Id="Rff3761d0a157457f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658148a70fa04654" Type="http://schemas.openxmlformats.org/officeDocument/2006/relationships/notesSlide" Target="../notesSlides/notesSlide4.xml"/><Relationship Id="R7845b062b801470b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1d0beaecf2054a65" Type="http://schemas.openxmlformats.org/officeDocument/2006/relationships/slideLayout" Target="../slideLayouts/slideLayout1.xml"/><Relationship Id="R6597dd017d75409c" Type="http://schemas.openxmlformats.org/officeDocument/2006/relationships/notesSlide" Target="../notesSlides/notesSlide5.xml"/><Relationship Id="Re9c563c3eb204f58" Type="http://schemas.openxmlformats.org/officeDocument/2006/relationships/image" Target="../media/image.png"/></Relationships>
</file>

<file path=ppt/slides/_rels/slide6.xml.rels><?xml version='1.0' encoding='UTF-8' standalone='yes'?>
<Relationships xmlns="http://schemas.openxmlformats.org/package/2006/relationships"><Relationship Id="R1ab35d5bc79b46ff" Type="http://schemas.openxmlformats.org/officeDocument/2006/relationships/slideLayout" Target="../slideLayouts/slideLayout1.xml"/><Relationship Id="Rf1647d1590374c1c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66252f2e437413e" Type="http://schemas.openxmlformats.org/officeDocument/2006/relationships/slideLayout" Target="../slideLayouts/slideLayout1.xml"/><Relationship Id="R1a74e144051f4b17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1d202094eb6d4b30" Type="http://schemas.openxmlformats.org/officeDocument/2006/relationships/slideLayout" Target="../slideLayouts/slideLayout1.xml"/><Relationship Id="Rea00021d805e4be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673e23024f484105" Type="http://schemas.openxmlformats.org/officeDocument/2006/relationships/slideLayout" Target="../slideLayouts/slideLayout1.xml"/><Relationship Id="R6d5e28f0e7c14927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517baedb41454eb8" Type="http://schemas.openxmlformats.org/officeDocument/2006/relationships/slideLayout" Target="../slideLayouts/slideLayout1.xml"/><Relationship Id="R9d0cfdb6c71d4ba0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0545e0b93f2d40ed" Type="http://schemas.openxmlformats.org/officeDocument/2006/relationships/notesSlide" Target="../notesSlides/notesSlide11.xml"/><Relationship Id="R7738bf3c96f24dd5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9b2d69805ab44711" Type="http://schemas.openxmlformats.org/officeDocument/2006/relationships/notesSlide" Target="../notesSlides/notesSlide12.xml"/><Relationship Id="Re4e1cb91ecbd4d9f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0b9230bd135c46cc" Type="http://schemas.openxmlformats.org/officeDocument/2006/relationships/notesSlide" Target="../notesSlides/notesSlide13.xml"/><Relationship Id="Ra6cb56bc59014c0c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74477eca87b74243" Type="http://schemas.openxmlformats.org/officeDocument/2006/relationships/slideLayout" Target="../slideLayouts/slideLayout1.xml"/><Relationship Id="R9d5f1df8598b476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5615c5afced647f7" Type="http://schemas.openxmlformats.org/officeDocument/2006/relationships/notesSlide" Target="../notesSlides/notesSlide15.xml"/><Relationship Id="R832beebb2a294217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2970157f048940ce" Type="http://schemas.openxmlformats.org/officeDocument/2006/relationships/notesSlide" Target="../notesSlides/notesSlide16.xml"/><Relationship Id="R2eabbfc4fb4845d9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55f04221c9e34a11" Type="http://schemas.openxmlformats.org/officeDocument/2006/relationships/slideLayout" Target="../slideLayouts/slideLayout1.xml"/><Relationship Id="Ra29a00271f584a8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cf7f2a8814c341a5" Type="http://schemas.openxmlformats.org/officeDocument/2006/relationships/slideLayout" Target="../slideLayouts/slideLayout1.xml"/><Relationship Id="Rfe164b6238274391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3b929cee6f994dd9" Type="http://schemas.openxmlformats.org/officeDocument/2006/relationships/notesSlide" Target="../notesSlides/notesSlide19.xml"/><Relationship Id="Rb8a987a35fd14aeb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2f3e21e557d14141" Type="http://schemas.openxmlformats.org/officeDocument/2006/relationships/slideLayout" Target="../slideLayouts/slideLayout1.xml"/><Relationship Id="R94286168f33f47a3" Type="http://schemas.openxmlformats.org/officeDocument/2006/relationships/notesSlide" Target="../notesSlides/notesSlide20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7701E-6B64-4338-9BA7-960BC5728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Respecting special objects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7FF1C-7E75-48C1-A67A-942014C5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C9DBE-81C8-445B-807A-CFFB0A6F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one respectful way to handle or respond to a special religious object.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A30D1-1821-4357-BC36-B424F6191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BUILD / RE &amp; World Views / Autumn 1 / Week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6D7A1C-A59D-4F56-B89E-238448FF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1922873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88B58D-B038-4070-BDC4-42144D4C1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C64764-7A27-4468-BBE7-B50A070A8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280BD-CF72-4D3A-9727-E70347B39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is one sign that Sam is welcome at the gurdwara?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8A7727-DFDB-44B5-8C66-D2101237F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respect?</a:t>
            </a:r>
          </a:p>
        </p:txBody>
      </p:sp>
    </p:spTree>
    <p:extLst>
      <p:ext uri="{BB962C8B-B14F-4D97-AF65-F5344CB8AC3E}">
        <p14:creationId xmlns:p14="http://schemas.microsoft.com/office/powerpoint/2010/main" val="21335142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8104A1-5C53-4371-A7BC-22D44CA8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C056C1-1B53-4B41-B2C6-1D1E619FA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63C354-A611-4F46-A1AB-4DE15D540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Why do readers often use a pointer with a Torah scroll?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EB928A-54E8-42FD-B809-EE315A306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Do you have to touch an object to show respect for it?</a:t>
            </a:r>
          </a:p>
        </p:txBody>
      </p:sp>
    </p:spTree>
    <p:extLst>
      <p:ext uri="{BB962C8B-B14F-4D97-AF65-F5344CB8AC3E}">
        <p14:creationId xmlns:p14="http://schemas.microsoft.com/office/powerpoint/2010/main" val="2846135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9E682-9688-4FBF-BA65-9D2E9A51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E2B5B1-1AAA-4290-95E2-1305BD71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881D5D-6E2F-499D-8591-A47CC10D7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Treating people and things with care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095B0-2957-49F2-BFB9-9DD6546C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handle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To hold or touch something with your hands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094D3F-1B17-4829-A4EF-F18AA55F0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replica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copy made for learning, not the real object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CACF0F-1542-4B36-A19A-1286910DB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sacred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Special and holy to people of a faith</a:t>
            </a:r>
          </a:p>
        </p:txBody>
      </p:sp>
    </p:spTree>
    <p:extLst>
      <p:ext uri="{BB962C8B-B14F-4D97-AF65-F5344CB8AC3E}">
        <p14:creationId xmlns:p14="http://schemas.microsoft.com/office/powerpoint/2010/main" val="9054184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59A72D-C92C-4DD9-BDD1-62350BCF4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BA04E9-8AD1-4A91-9F58-62543974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5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c563c3eb204f58"/>
          <a:stretch xmlns:a="http://schemas.openxmlformats.org/drawingml/2006/main"/>
        </p:blipFill>
        <p:spPr>
          <a:xfrm xmlns:a="http://schemas.openxmlformats.org/drawingml/2006/main">
            <a:off x="1303193" y="3286125"/>
            <a:ext cx="9585614" cy="25717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6CBC45-A9FF-4FFA-B324-00BC95FA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Respectful or not respectful?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1294CC-E484-4502-9F4C-287888BB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80260"/>
            <a:ext cx="11087100" cy="4419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Tap a card. Then tap the box it belongs in.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E4353-6902-47D3-B2F6-FB269C1B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31770"/>
            <a:ext cx="11087100" cy="788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Show two choices. Read one short instruction. Point, match or say a word, then add a reason when ready.</a:t>
            </a:r>
          </a:p>
        </p:txBody>
      </p:sp>
    </p:spTree>
    <p:extLst>
      <p:ext uri="{BB962C8B-B14F-4D97-AF65-F5344CB8AC3E}">
        <p14:creationId xmlns:p14="http://schemas.microsoft.com/office/powerpoint/2010/main" val="13925500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95524-EA9C-4C39-A7CB-C047DFF6B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57EFC-4FBC-4431-B487-B5F00E8F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99CF58-F0A7-46C1-A1D8-5B7F7E3A2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Why do readers often use a pointer with a Torah scroll?</a:t>
            </a:r>
          </a:p>
        </p:txBody>
      </p:sp>
    </p:spTree>
    <p:extLst>
      <p:ext uri="{BB962C8B-B14F-4D97-AF65-F5344CB8AC3E}">
        <p14:creationId xmlns:p14="http://schemas.microsoft.com/office/powerpoint/2010/main" val="1783070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50A8B-41A7-4B38-915C-63DD303A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730A2-8E71-48DA-8927-5CFC0CFA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1D89BF-E817-46B2-BE96-2241DFC3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C The Torah pointer: A Torah scroll is handwritten. Readers often follow the words with a pointer called a yad so that fingers do not touch the scroll.</a:t>
            </a:r>
          </a:p>
        </p:txBody>
      </p:sp>
    </p:spTree>
    <p:extLst>
      <p:ext uri="{BB962C8B-B14F-4D97-AF65-F5344CB8AC3E}">
        <p14:creationId xmlns:p14="http://schemas.microsoft.com/office/powerpoint/2010/main" val="39088604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DF3212-BB20-4B34-9CC9-E99631A0D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AE85F5-D63C-40BF-9DD3-9CE22C427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33ED8A-FC9E-4E86-925E-43FE79DB5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So that fingers do not touch the handwritten scroll.</a:t>
            </a:r>
          </a:p>
        </p:txBody>
      </p:sp>
    </p:spTree>
    <p:extLst>
      <p:ext uri="{BB962C8B-B14F-4D97-AF65-F5344CB8AC3E}">
        <p14:creationId xmlns:p14="http://schemas.microsoft.com/office/powerpoint/2010/main" val="12058940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7DDB48-BB8A-4AA6-A8F7-3ECE09A7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272B38-98D6-4CD3-A2E1-58BE24800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6021C7-4DDA-4BBF-8749-539F63AE3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Do you have to touch an object to show respect for it? No. Looking carefully is a respectful choice.</a:t>
            </a:r>
          </a:p>
        </p:txBody>
      </p:sp>
    </p:spTree>
    <p:extLst>
      <p:ext uri="{BB962C8B-B14F-4D97-AF65-F5344CB8AC3E}">
        <p14:creationId xmlns:p14="http://schemas.microsoft.com/office/powerpoint/2010/main" val="641875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3BD652-11E6-4169-A874-799AD3CC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D9B2A7-B8C3-477C-BB08-2DB294BE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E48DF3-0BE5-4D93-9639-16721688F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Decide whether each action shows respect.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2D51F4-B99B-49C1-B851-C0340E26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who the respect is for.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77C681-D513-4099-8291-FAA98EF2A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5313289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0B353-AF91-4439-B794-F940FB6F2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Shared activity cards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6BA36B-4A5C-4BA7-A1C2-2C641F4E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F00BB2-E5EF-4BF2-8821-32F67EBB1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Hold the replica with two hands over the table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10ECF1-1A39-4A76-9356-C1E62586D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Grab the object before the adult is ready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6B3ECA-7922-4BA2-A84E-E295CFAD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to look closely and not touch</a:t>
            </a:r>
          </a:p>
        </p:txBody>
      </p:sp>
    </p:spTree>
    <p:extLst>
      <p:ext uri="{BB962C8B-B14F-4D97-AF65-F5344CB8AC3E}">
        <p14:creationId xmlns:p14="http://schemas.microsoft.com/office/powerpoint/2010/main" val="20770742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DD0D7-BC63-4CF6-A5A9-0BB628C1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CB2A0-D91E-4163-95B5-7F95E0B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36E8F9-B7DB-4568-963E-B3CE65CF8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two respectful action cards.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EEA714-5A8B-43CE-B8BC-B2830CC5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them in order: first, next.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EB2AB-EFEA-4202-9F1D-315B3DCA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or say why one of them matters.</a:t>
            </a:r>
          </a:p>
        </p:txBody>
      </p:sp>
    </p:spTree>
    <p:extLst>
      <p:ext uri="{BB962C8B-B14F-4D97-AF65-F5344CB8AC3E}">
        <p14:creationId xmlns:p14="http://schemas.microsoft.com/office/powerpoint/2010/main" val="483179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A33DBA-E9F5-446C-8949-D5C77FB6C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FFD52-20D1-49A2-90F5-25846475A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D98A4-D96E-4946-947B-45BA1E0E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three respectful actions.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FC3CBB-6420-4F47-BCA9-814329B46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Put them in order: first, next, last.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14767-8E1D-4CC6-833C-AAA29926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Say why one action matters.</a:t>
            </a:r>
          </a:p>
        </p:txBody>
      </p:sp>
    </p:spTree>
    <p:extLst>
      <p:ext uri="{BB962C8B-B14F-4D97-AF65-F5344CB8AC3E}">
        <p14:creationId xmlns:p14="http://schemas.microsoft.com/office/powerpoint/2010/main" val="99259428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848D1-8486-401C-9DFE-D1FFD86C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31B253-8853-408A-829E-782250F7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F6F10A-9656-4E07-9F39-A7D655591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Choose three respectful actions and put them in order.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BA0C7-C111-4052-9F37-40732D4E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who each action shows respect for.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28B2FE-0822-4655-9222-1CDD686E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how looking without touching can show respect.</a:t>
            </a:r>
          </a:p>
        </p:txBody>
      </p:sp>
    </p:spTree>
    <p:extLst>
      <p:ext uri="{BB962C8B-B14F-4D97-AF65-F5344CB8AC3E}">
        <p14:creationId xmlns:p14="http://schemas.microsoft.com/office/powerpoint/2010/main" val="8562222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59DD8-D431-43C5-8055-525A3116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07F732-3834-4131-9E5D-313FD22B7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AB7E0-2537-4679-B00A-070577A50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three respectful actions in order and one reason.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AED4A-075F-476B-931D-7F1379D27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4185FE-1EB4-4613-98EA-E56DDC921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2804457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AE298-6969-406D-8A45-195AC60FE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840140-07F2-4532-B11F-A3D4A4AB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829F2D-7CF9-4463-9C38-6583A1D70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Why do readers often use a pointer with a Torah scroll?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3BE3C8-3973-410D-917A-C864B10F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Do you have to touch an object to show respect for it?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AC7F94-E90D-439E-B2D9-30497B94C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63886711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8702B4-E7AC-4A12-8ACC-EDF2C6F9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A Our handling rules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FC99DB-F38A-47F3-86BA-3812481A8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C1B142-674B-4580-954A-F858F17A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Clean hands. Wait for the adult. Use two hands. Keep the object over the table. You may choose to look and not touch.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30B4E5-A5E4-4A65-964B-660ACF84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rules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808C4-419A-441A-B1BB-B0C88ADF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Rules for a classroom replica are not the same as the rules believers follow.</a:t>
            </a:r>
          </a:p>
        </p:txBody>
      </p:sp>
    </p:spTree>
    <p:extLst>
      <p:ext uri="{BB962C8B-B14F-4D97-AF65-F5344CB8AC3E}">
        <p14:creationId xmlns:p14="http://schemas.microsoft.com/office/powerpoint/2010/main" val="101557982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217F90-F091-4EB5-95E4-A650998EA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B A holy 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3AD379-A3E1-46BC-BC18-2DC2A82F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C5F384-24D8-41CE-AD77-5FED331D3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Many Muslims wash before touching the Qur’an and keep it in a high, clean place. In class we use a photo or a protected copy and do not put it on the floor.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C2E987-B2AA-40E0-8B08-AB960ECE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A70F8E-8AC1-410D-AF6A-7DFCFC6D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Practice varies between families and communities.</a:t>
            </a:r>
          </a:p>
        </p:txBody>
      </p:sp>
    </p:spTree>
    <p:extLst>
      <p:ext uri="{BB962C8B-B14F-4D97-AF65-F5344CB8AC3E}">
        <p14:creationId xmlns:p14="http://schemas.microsoft.com/office/powerpoint/2010/main" val="157747533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07217F-CC10-41B4-827E-FB082297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C The Torah pointer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42E82-6DB7-4F67-91ED-8B54C20F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854C3D-C281-4EFE-A4E4-B203647FB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Torah scroll is handwritten. Readers often follow the words with a pointer called a yad so that fingers do not touch the scroll.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A4CA7E-7103-400E-A109-001EC642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RE summary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6F63D-3E4D-4E12-A043-EEA4519AE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Practice varies between communities.</a:t>
            </a:r>
          </a:p>
        </p:txBody>
      </p:sp>
    </p:spTree>
    <p:extLst>
      <p:ext uri="{BB962C8B-B14F-4D97-AF65-F5344CB8AC3E}">
        <p14:creationId xmlns:p14="http://schemas.microsoft.com/office/powerpoint/2010/main" val="203376773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20FC58-3BE3-4938-B561-3E6EE2255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F5068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F5068"/>
                </a:solidFill>
                <a:latin typeface="Arial"/>
                <a:ea typeface="Arial"/>
                <a:cs typeface="Arial"/>
              </a:rPr>
              <a:t>Evidence D 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EA10C4-83CC-4029-BB06-262CDFA8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BUILD  RE &amp; World Views  Autumn 1  W4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399EC-68EF-4779-B474-F673A32DE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Careful handling shows respect for the people who find the object sacred. We can respect an object without sharing the belief.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1BC69B-3692-40C7-AF0D-40538850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classroom resource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C4525-2C59-4221-BAC4-BF097D819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Respect can be shown in many ways, including by only looking.</a:t>
            </a:r>
          </a:p>
        </p:txBody>
      </p:sp>
    </p:spTree>
    <p:extLst>
      <p:ext uri="{BB962C8B-B14F-4D97-AF65-F5344CB8AC3E}">
        <p14:creationId xmlns:p14="http://schemas.microsoft.com/office/powerpoint/2010/main" val="230705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2026-09-19T18:24:41.5590000Z</dcterms:created>
  <dcterms:modified xsi:type="dcterms:W3CDTF">2026-09-19T18:24:41.5590000Z</dcterms:modified>
</coreProperties>
</file>