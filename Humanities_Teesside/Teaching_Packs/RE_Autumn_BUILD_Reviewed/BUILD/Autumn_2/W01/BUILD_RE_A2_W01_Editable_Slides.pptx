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437650817c34d55" Type="http://schemas.openxmlformats.org/package/2006/relationships/metadata/core-properties" Target="docProps/core.xml"/><Relationship Id="R513e273f971f4fe7" Type="http://schemas.openxmlformats.org/officeDocument/2006/relationships/extended-properties" Target="docProps/app.xml"/><Relationship Id="Rae9aeedf21714bab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f330a31267453d"/>
  </p:sldMasterIdLst>
  <p:notesMasterIdLst>
    <p:notesMasterId xmlns:r="http://schemas.openxmlformats.org/officeDocument/2006/relationships" r:id="R4dedd35bae234f90"/>
  </p:notesMasterIdLst>
  <p:sldIdLst>
    <p:sldId xmlns:r="http://schemas.openxmlformats.org/officeDocument/2006/relationships" id="256" r:id="Rd3886e6c604b45bc"/>
    <p:sldId xmlns:r="http://schemas.openxmlformats.org/officeDocument/2006/relationships" id="257" r:id="R86aed3c796b74875"/>
    <p:sldId xmlns:r="http://schemas.openxmlformats.org/officeDocument/2006/relationships" id="258" r:id="R16ea25ffdb494bc3"/>
    <p:sldId xmlns:r="http://schemas.openxmlformats.org/officeDocument/2006/relationships" id="259" r:id="Rc18fc44ec62f46ab"/>
    <p:sldId xmlns:r="http://schemas.openxmlformats.org/officeDocument/2006/relationships" id="260" r:id="R6aa0e6a95105486b"/>
    <p:sldId xmlns:r="http://schemas.openxmlformats.org/officeDocument/2006/relationships" id="261" r:id="Refdc52c8920340c0"/>
    <p:sldId xmlns:r="http://schemas.openxmlformats.org/officeDocument/2006/relationships" id="262" r:id="R0e7e9fb51e554823"/>
    <p:sldId xmlns:r="http://schemas.openxmlformats.org/officeDocument/2006/relationships" id="263" r:id="Re78b2990370846b0"/>
    <p:sldId xmlns:r="http://schemas.openxmlformats.org/officeDocument/2006/relationships" id="264" r:id="Rc84caedfba3a4a22"/>
    <p:sldId xmlns:r="http://schemas.openxmlformats.org/officeDocument/2006/relationships" id="265" r:id="R62668d7c9c704ffd"/>
    <p:sldId xmlns:r="http://schemas.openxmlformats.org/officeDocument/2006/relationships" id="266" r:id="R97b1b89ccecd469d"/>
    <p:sldId xmlns:r="http://schemas.openxmlformats.org/officeDocument/2006/relationships" id="267" r:id="R36579d38238a4943"/>
    <p:sldId xmlns:r="http://schemas.openxmlformats.org/officeDocument/2006/relationships" id="268" r:id="Rd7bea0c112e84ad4"/>
    <p:sldId xmlns:r="http://schemas.openxmlformats.org/officeDocument/2006/relationships" id="269" r:id="Rec110c14840c4ae8"/>
    <p:sldId xmlns:r="http://schemas.openxmlformats.org/officeDocument/2006/relationships" id="270" r:id="Rf5375b384f0044ed"/>
    <p:sldId xmlns:r="http://schemas.openxmlformats.org/officeDocument/2006/relationships" id="271" r:id="R543ec80c15ea4d04"/>
    <p:sldId xmlns:r="http://schemas.openxmlformats.org/officeDocument/2006/relationships" id="272" r:id="R0cae4072c34c4591"/>
    <p:sldId xmlns:r="http://schemas.openxmlformats.org/officeDocument/2006/relationships" id="273" r:id="R98b2a223772d47ce"/>
    <p:sldId xmlns:r="http://schemas.openxmlformats.org/officeDocument/2006/relationships" id="274" r:id="R1fb5c8e242cb4a9b"/>
    <p:sldId xmlns:r="http://schemas.openxmlformats.org/officeDocument/2006/relationships" id="275" r:id="R56393f4794f64a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ae4072c34c4591" Type="http://schemas.openxmlformats.org/officeDocument/2006/relationships/slide" Target="slides/slide17.xml"/><Relationship Id="R0e7e9fb51e554823" Type="http://schemas.openxmlformats.org/officeDocument/2006/relationships/slide" Target="slides/slide7.xml"/><Relationship Id="R16ea25ffdb494bc3" Type="http://schemas.openxmlformats.org/officeDocument/2006/relationships/slide" Target="slides/slide3.xml"/><Relationship Id="R1fb5c8e242cb4a9b" Type="http://schemas.openxmlformats.org/officeDocument/2006/relationships/slide" Target="slides/slide19.xml"/><Relationship Id="R23f330a31267453d" Type="http://schemas.openxmlformats.org/officeDocument/2006/relationships/slideMaster" Target="slideMasters/slideMaster1.xml"/><Relationship Id="R2c027df265cc4064" Type="http://schemas.openxmlformats.org/officeDocument/2006/relationships/theme" Target="theme/theme1.xml"/><Relationship Id="R36579d38238a4943" Type="http://schemas.openxmlformats.org/officeDocument/2006/relationships/slide" Target="slides/slide12.xml"/><Relationship Id="R4dedd35bae234f90" Type="http://schemas.openxmlformats.org/officeDocument/2006/relationships/notesMaster" Target="notesMasters/notesMaster1.xml"/><Relationship Id="R543ec80c15ea4d04" Type="http://schemas.openxmlformats.org/officeDocument/2006/relationships/slide" Target="slides/slide16.xml"/><Relationship Id="R56393f4794f64aba" Type="http://schemas.openxmlformats.org/officeDocument/2006/relationships/slide" Target="slides/slide20.xml"/><Relationship Id="R62668d7c9c704ffd" Type="http://schemas.openxmlformats.org/officeDocument/2006/relationships/slide" Target="slides/slide10.xml"/><Relationship Id="R6aa0e6a95105486b" Type="http://schemas.openxmlformats.org/officeDocument/2006/relationships/slide" Target="slides/slide5.xml"/><Relationship Id="R86aed3c796b74875" Type="http://schemas.openxmlformats.org/officeDocument/2006/relationships/slide" Target="slides/slide2.xml"/><Relationship Id="R97b1b89ccecd469d" Type="http://schemas.openxmlformats.org/officeDocument/2006/relationships/slide" Target="slides/slide11.xml"/><Relationship Id="R98b2a223772d47ce" Type="http://schemas.openxmlformats.org/officeDocument/2006/relationships/slide" Target="slides/slide18.xml"/><Relationship Id="Rb82e9d8050174020" Type="http://schemas.openxmlformats.org/officeDocument/2006/relationships/tableStyles" Target="tableStyles.xml"/><Relationship Id="Rc18fc44ec62f46ab" Type="http://schemas.openxmlformats.org/officeDocument/2006/relationships/slide" Target="slides/slide4.xml"/><Relationship Id="Rc84caedfba3a4a22" Type="http://schemas.openxmlformats.org/officeDocument/2006/relationships/slide" Target="slides/slide9.xml"/><Relationship Id="Rd0a7b6c872824bd5" Type="http://schemas.openxmlformats.org/officeDocument/2006/relationships/presProps" Target="presProps.xml"/><Relationship Id="Rd3886e6c604b45bc" Type="http://schemas.openxmlformats.org/officeDocument/2006/relationships/slide" Target="slides/slide1.xml"/><Relationship Id="Rd7bea0c112e84ad4" Type="http://schemas.openxmlformats.org/officeDocument/2006/relationships/slide" Target="slides/slide13.xml"/><Relationship Id="Re78b2990370846b0" Type="http://schemas.openxmlformats.org/officeDocument/2006/relationships/slide" Target="slides/slide8.xml"/><Relationship Id="Rec110c14840c4ae8" Type="http://schemas.openxmlformats.org/officeDocument/2006/relationships/slide" Target="slides/slide14.xml"/><Relationship Id="Refdc52c8920340c0" Type="http://schemas.openxmlformats.org/officeDocument/2006/relationships/slide" Target="slides/slide6.xml"/><Relationship Id="Rf5375b384f0044ed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05b5199f48074d9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f704657b686447c" Type="http://schemas.openxmlformats.org/officeDocument/2006/relationships/notesMaster" Target="../notesMasters/notesMaster1.xml"/><Relationship Id="R7f968363d47149f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a8ed050cfc249ec" Type="http://schemas.openxmlformats.org/officeDocument/2006/relationships/notesMaster" Target="../notesMasters/notesMaster1.xml"/><Relationship Id="R221541a6946a44c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682455b15674c07" Type="http://schemas.openxmlformats.org/officeDocument/2006/relationships/notesMaster" Target="../notesMasters/notesMaster1.xml"/><Relationship Id="Re6401be3cf3c478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c57f09735c7463b" Type="http://schemas.openxmlformats.org/officeDocument/2006/relationships/notesMaster" Target="../notesMasters/notesMaster1.xml"/><Relationship Id="Reae7d222dd9f410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f2944877fde460f" Type="http://schemas.openxmlformats.org/officeDocument/2006/relationships/notesMaster" Target="../notesMasters/notesMaster1.xml"/><Relationship Id="Rf5395dc8d504421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e0d10b41a4843ea" Type="http://schemas.openxmlformats.org/officeDocument/2006/relationships/slide" Target="../slides/slide6.xml"/><Relationship Id="R8285f38b64b9406f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90151002af44d03" Type="http://schemas.openxmlformats.org/officeDocument/2006/relationships/slide" Target="../slides/slide7.xml"/><Relationship Id="R6c22b86b636d44d6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8ce081bd74534cea" Type="http://schemas.openxmlformats.org/officeDocument/2006/relationships/slide" Target="../slides/slide8.xml"/><Relationship Id="Ra448b01f62da4986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5d5c084425034cea" Type="http://schemas.openxmlformats.org/officeDocument/2006/relationships/notesMaster" Target="../notesMasters/notesMaster1.xml"/><Relationship Id="Rb7d378d2679b495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a66ac51de1f42da" Type="http://schemas.openxmlformats.org/officeDocument/2006/relationships/notesMaster" Target="../notesMasters/notesMaster1.xml"/><Relationship Id="R343ba37060444fd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410e85af12734042" Type="http://schemas.openxmlformats.org/officeDocument/2006/relationships/slide" Target="../slides/slide11.xml"/><Relationship Id="R8083623cc958443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5fb480b5725142eb" Type="http://schemas.openxmlformats.org/officeDocument/2006/relationships/slide" Target="../slides/slide12.xml"/><Relationship Id="Radc1f0d5a4f44e1c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cefa4fa2c7ab48de" Type="http://schemas.openxmlformats.org/officeDocument/2006/relationships/notesMaster" Target="../notesMasters/notesMaster1.xml"/><Relationship Id="Re054c2d41c6c4dd0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7f70a3dd015e4889" Type="http://schemas.openxmlformats.org/officeDocument/2006/relationships/notesMaster" Target="../notesMasters/notesMaster1.xml"/><Relationship Id="R85c8c9f7e60d417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d42bb2aae3af4685" Type="http://schemas.openxmlformats.org/officeDocument/2006/relationships/slide" Target="../slides/slide15.xml"/><Relationship Id="Rd67ca0c86b244d1d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66b67781b94486a" Type="http://schemas.openxmlformats.org/officeDocument/2006/relationships/notesMaster" Target="../notesMasters/notesMaster1.xml"/><Relationship Id="R85fea510e2e145b3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8690f7718fee4d27" Type="http://schemas.openxmlformats.org/officeDocument/2006/relationships/slide" Target="../slides/slide17.xml"/><Relationship Id="Rc1cd6b61eeb840eb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3c5013be44d34b3f" Type="http://schemas.openxmlformats.org/officeDocument/2006/relationships/slide" Target="../slides/slide18.xml"/><Relationship Id="Rad2f4a56ef0b41e9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ba6186d60f6d4540" Type="http://schemas.openxmlformats.org/officeDocument/2006/relationships/slide" Target="../slides/slide19.xml"/><Relationship Id="Re535b523c3ec4b2b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0470ed0d47154c5b" Type="http://schemas.openxmlformats.org/officeDocument/2006/relationships/notesMaster" Target="../notesMasters/notesMaster1.xml"/><Relationship Id="Rae2b2c017e5348c7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festival means a special time when people celebrate.</a:t>
            </a:r>
          </a:p>
          <a:p xmlns:a="http://schemas.openxmlformats.org/drawingml/2006/main">
            <a:r>
              <a:t>Use the reminder strip or talk it through with an adult. Answer: A special time when people celebrate</a:t>
            </a:r>
          </a:p>
          <a:p xmlns:a="http://schemas.openxmlformats.org/drawingml/2006/main">
            <a:r>
              <a:t>Choose: A special time when people celebrate OR A festival of lights celebrated by many Hindus, Sikhs and Jains. Answer: A special time when people celebrate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Good overcoming evil, and hope.</a:t>
            </a:r>
          </a:p>
          <a:p xmlns:a="http://schemas.openxmlformats.org/drawingml/2006/main">
            <a:r>
              <a:t>Give a reason when ready. Answer: No. Families celebrate in different ways.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Match each Diwali symbol to a meaning. Say or show what helped you decide.</a:t>
            </a:r>
          </a:p>
          <a:p xmlns:a="http://schemas.openxmlformats.org/drawingml/2006/main">
            <a:r>
              <a:t>Explain why light is a useful symbol for hope.</a:t>
            </a:r>
          </a:p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lit diya — Hope — Card B: the light stands for good overcoming evil and for hope.</a:t>
            </a:r>
          </a:p>
          <a:p xmlns:a="http://schemas.openxmlformats.org/drawingml/2006/main">
            <a:r>
              <a:t>A rangoli pattern by the door — Welcome — Card C: many families make rangoli to welcome guests.</a:t>
            </a:r>
          </a:p>
          <a:p xmlns:a="http://schemas.openxmlformats.org/drawingml/2006/main">
            <a:r>
              <a:t>Rows of lamps in the dark — Good overcoming evil — Card B: light wins over darkness.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Light can mean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Light can mean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light is a useful symbol for hope.</a:t>
            </a:r>
          </a:p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overcoming evil, and hope.</a:t>
            </a:r>
          </a:p>
          <a:p xmlns:a="http://schemas.openxmlformats.org/drawingml/2006/main">
            <a:r>
              <a:t>No. Families celebrate in different ways.</a:t>
            </a:r>
          </a:p>
          <a:p xmlns:a="http://schemas.openxmlformats.org/drawingml/2006/main">
            <a:r>
              <a:t>Support: Light can mean ___ because ___.</a:t>
            </a:r>
          </a:p>
          <a:p xmlns:a="http://schemas.openxmlformats.org/drawingml/2006/main">
            <a:r>
              <a:t>Extension: Explain why light is a useful symbol for hope.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symbol matched to one meaning.</a:t>
            </a:r>
          </a:p>
          <a:p xmlns:a="http://schemas.openxmlformats.org/drawingml/2006/main">
            <a:r>
              <a:t>Image-led; minimal reading; matching before writing; drawing/label option; verbal/scribed response; reduced symbol set.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6946f323acc49b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78a096d1c0842fe" Type="http://schemas.openxmlformats.org/officeDocument/2006/relationships/slideLayout" Target="../slideLayouts/slideLayout1.xml"/><Relationship Id="R93b18caaaa6b4bb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a096d1c08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1d8ed2b3bb94315" Type="http://schemas.openxmlformats.org/officeDocument/2006/relationships/slideLayout" Target="../slideLayouts/slideLayout1.xml"/><Relationship Id="R6a3ca450c4de458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b6612045eb041fa" Type="http://schemas.openxmlformats.org/officeDocument/2006/relationships/slideLayout" Target="../slideLayouts/slideLayout1.xml"/><Relationship Id="Rb5211d6fd01e429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8645c671ff34578" Type="http://schemas.openxmlformats.org/officeDocument/2006/relationships/slideLayout" Target="../slideLayouts/slideLayout1.xml"/><Relationship Id="Rcbf81e7093a74e3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33af26f1af24fdc" Type="http://schemas.openxmlformats.org/officeDocument/2006/relationships/slideLayout" Target="../slideLayouts/slideLayout1.xml"/><Relationship Id="Rd8d82992a202463a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38d5187e646470f" Type="http://schemas.openxmlformats.org/officeDocument/2006/relationships/slideLayout" Target="../slideLayouts/slideLayout1.xml"/><Relationship Id="R272bd0828c8a4f59" Type="http://schemas.openxmlformats.org/officeDocument/2006/relationships/notesSlide" Target="../notesSlides/notesSlide5.xml"/><Relationship Id="R4cb68da112ce4a2c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aeacde009af64047" Type="http://schemas.openxmlformats.org/officeDocument/2006/relationships/notesSlide" Target="../notesSlides/notesSlide6.xml"/><Relationship Id="Rb08b5e8ca48e44fd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7f040d7f696e4bf5" Type="http://schemas.openxmlformats.org/officeDocument/2006/relationships/slideLayout" Target="../slideLayouts/slideLayout1.xml"/><Relationship Id="Rf9d30b3b3b1843a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9e1e1ce0075a45b1" Type="http://schemas.openxmlformats.org/officeDocument/2006/relationships/slideLayout" Target="../slideLayouts/slideLayout1.xml"/><Relationship Id="Rb7631c2a175d4b5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caf0c8383124d4f" Type="http://schemas.openxmlformats.org/officeDocument/2006/relationships/slideLayout" Target="../slideLayouts/slideLayout1.xml"/><Relationship Id="R22c8c0f8d607468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5cac53d1fc364d48" Type="http://schemas.openxmlformats.org/officeDocument/2006/relationships/slideLayout" Target="../slideLayouts/slideLayout1.xml"/><Relationship Id="Rf3f3d807f74a42fb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c21bccdb352f468a" Type="http://schemas.openxmlformats.org/officeDocument/2006/relationships/slideLayout" Target="../slideLayouts/slideLayout1.xml"/><Relationship Id="Rf9490b5a8ee84e9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138e1f8e9394ae3" Type="http://schemas.openxmlformats.org/officeDocument/2006/relationships/notesSlide" Target="../notesSlides/notesSlide12.xml"/><Relationship Id="Rdd233fecb60e4134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50425ddfed734f38" Type="http://schemas.openxmlformats.org/officeDocument/2006/relationships/slideLayout" Target="../slideLayouts/slideLayout1.xml"/><Relationship Id="R98ba530471db4f0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4b9340b3a7674020" Type="http://schemas.openxmlformats.org/officeDocument/2006/relationships/slideLayout" Target="../slideLayouts/slideLayout1.xml"/><Relationship Id="R9d27727dbc0f452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80b1ee35ea842bd" Type="http://schemas.openxmlformats.org/officeDocument/2006/relationships/slideLayout" Target="../slideLayouts/slideLayout1.xml"/><Relationship Id="R9e1be9cd2eb74a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072855ff3854d36" Type="http://schemas.openxmlformats.org/officeDocument/2006/relationships/notesSlide" Target="../notesSlides/notesSlide16.xml"/><Relationship Id="Ra6bc8a9ec24a46a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506d6650a72b42ed" Type="http://schemas.openxmlformats.org/officeDocument/2006/relationships/notesSlide" Target="../notesSlides/notesSlide17.xml"/><Relationship Id="R7610557a80c144f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7241a183ff4c4887" Type="http://schemas.openxmlformats.org/officeDocument/2006/relationships/slideLayout" Target="../slideLayouts/slideLayout1.xml"/><Relationship Id="Raac1b411ba4c45a9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922f7fa3dec44d11" Type="http://schemas.openxmlformats.org/officeDocument/2006/relationships/notesSlide" Target="../notesSlides/notesSlide19.xml"/><Relationship Id="Re4412534f4c441af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3ae95e524c7e459d" Type="http://schemas.openxmlformats.org/officeDocument/2006/relationships/slideLayout" Target="../slideLayouts/slideLayout1.xml"/><Relationship Id="R665dde44edc64d82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14EC1-10EF-4701-97F1-F12B0505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 festival of light: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8A353-987A-4C12-9763-F917FCC5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6E615-E028-48F6-8F87-9A19A31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Explore one festival of light and explain one meaning linked to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290B6-812A-493F-A298-B43B92C9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2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51CC0-3D3D-4186-9793-B6FAD426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34442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505C6-D788-4007-AEEC-845AFE1D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1FDC6-4D92-4660-9484-279833DF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F6893-F952-4BDC-BAFF-776191E6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festival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3DA24-09DE-4B96-9339-CC9CEBED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festival?</a:t>
            </a:r>
          </a:p>
        </p:txBody>
      </p:sp>
    </p:spTree>
    <p:extLst>
      <p:ext uri="{BB962C8B-B14F-4D97-AF65-F5344CB8AC3E}">
        <p14:creationId xmlns:p14="http://schemas.microsoft.com/office/powerpoint/2010/main" val="615547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46F4D-40B2-4BE5-A955-418F51FC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979FC-E1E3-4E2E-B9AA-CBC4E252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5473A-6E55-4C7B-B73F-1AC34545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can the light of a diya stand for?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1E49F-1A4C-4408-ACB7-B6B34ECD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every family celebrate Diwali in the same way?</a:t>
            </a:r>
          </a:p>
        </p:txBody>
      </p:sp>
    </p:spTree>
    <p:extLst>
      <p:ext uri="{BB962C8B-B14F-4D97-AF65-F5344CB8AC3E}">
        <p14:creationId xmlns:p14="http://schemas.microsoft.com/office/powerpoint/2010/main" val="34767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F8CBC-B4BD-4ABA-B813-DAA31EC4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69B66-922D-4214-BDF6-92A96974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5F5DA-8EED-424A-AC24-AAF0F4E3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festival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special time when people celebrate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C7368-3BDB-4C5D-9279-29A8FA64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Diwali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festival of lights celebrated by many Hindus, Sikhs and Jains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52D38-5C57-4673-AC8B-A538ABDD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diya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small lamp, often made of clay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5E91C-7C85-4637-9B7B-BA0B8596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symbol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stands for an idea</a:t>
            </a:r>
          </a:p>
        </p:txBody>
      </p:sp>
    </p:spTree>
    <p:extLst>
      <p:ext uri="{BB962C8B-B14F-4D97-AF65-F5344CB8AC3E}">
        <p14:creationId xmlns:p14="http://schemas.microsoft.com/office/powerpoint/2010/main" val="88794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75C3C-A2DD-4292-BD30-B631280E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E1703-9C8A-45C1-A6A6-13FACD33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68da112ce4a2c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AAE46-F6A0-425F-8315-C070DC3B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Mystery 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3A943-1EC8-4C27-B4A8-0BA76308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Reveal one clue at a time. What is 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68F36-265A-4BA5-920F-C0CDD6E5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576138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AAE97-1483-47C6-9A47-079E0952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090EC-46FE-4122-81CB-2C02E573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9FF22-A371-4E10-803D-6078E6F4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can the light of a diya stand for?</a:t>
            </a:r>
          </a:p>
        </p:txBody>
      </p:sp>
    </p:spTree>
    <p:extLst>
      <p:ext uri="{BB962C8B-B14F-4D97-AF65-F5344CB8AC3E}">
        <p14:creationId xmlns:p14="http://schemas.microsoft.com/office/powerpoint/2010/main" val="1208174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90740-A781-4DBF-AA06-7CECDC72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C912D-4DE0-45D1-9F7D-47ECF206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25B6C-7119-4028-81A6-40711E28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The diya: A diya is a small lamp. Rows of diyas are lit at Diwali. For many people the light stands for good overcoming evil and for hope.</a:t>
            </a:r>
          </a:p>
        </p:txBody>
      </p:sp>
    </p:spTree>
    <p:extLst>
      <p:ext uri="{BB962C8B-B14F-4D97-AF65-F5344CB8AC3E}">
        <p14:creationId xmlns:p14="http://schemas.microsoft.com/office/powerpoint/2010/main" val="172312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D25B6-EDA9-4AE0-BCAE-DC779C72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38A1F-72B1-4212-920A-73FA9443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36568-8103-4C61-BC70-53C07AC4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Good overcoming evil, and hope.</a:t>
            </a:r>
          </a:p>
        </p:txBody>
      </p:sp>
    </p:spTree>
    <p:extLst>
      <p:ext uri="{BB962C8B-B14F-4D97-AF65-F5344CB8AC3E}">
        <p14:creationId xmlns:p14="http://schemas.microsoft.com/office/powerpoint/2010/main" val="10930951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6EA43-106E-484C-9C92-E6797173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741A0-4EB5-4201-A29F-B9C6A3B6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23C59-CD34-4FF4-8E5B-F33BEA9A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every family celebrate Diwali in the same way? No. Families celebrate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14328015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3F5DB-8F90-4A69-9BED-8302876C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24682-6C40-4E3C-A59B-6161EC7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E6594-82BF-4F1D-9F7A-F700C0A0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Diwali symbol to a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D7647-CB09-460F-AF9A-A50F20E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which card gave you the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63F6F-FCC2-47B5-B022-02B0AC1B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6362522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ED8A2-AEFA-428A-8CF7-F274BA18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B7AB9-0F61-4AEC-8AFD-14392F6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A43D8-9352-4456-81F8-5C194DBC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lit diya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A6A92-C051-4AF5-A720-EBA7ADCD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rangoli pattern by the door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0D2CD-5A4A-4536-A711-6C3CF346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Rows of lamps in the dark</a:t>
            </a:r>
          </a:p>
        </p:txBody>
      </p:sp>
    </p:spTree>
    <p:extLst>
      <p:ext uri="{BB962C8B-B14F-4D97-AF65-F5344CB8AC3E}">
        <p14:creationId xmlns:p14="http://schemas.microsoft.com/office/powerpoint/2010/main" val="2009408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8CED2-D1D0-475D-A600-53DFE79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E10C1-043E-4EB5-977C-611549E3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22636-0282-4DEA-9423-19583E80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symbol: diya or rangoli.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00C25-A569-426D-8364-2CEE4728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it to a meaning card.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71994-4BCC-4581-9A8C-D1248D2F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Draw or label the symbol and its meaning.</a:t>
            </a:r>
          </a:p>
        </p:txBody>
      </p:sp>
    </p:spTree>
    <p:extLst>
      <p:ext uri="{BB962C8B-B14F-4D97-AF65-F5344CB8AC3E}">
        <p14:creationId xmlns:p14="http://schemas.microsoft.com/office/powerpoint/2010/main" val="1520992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AC645-A008-4713-B9A8-DC4ACB39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C6B92-D77C-4A11-B421-99C065FD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25A68-C3F1-4462-B152-DD1BEC1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Diwali symbol.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03E72-CA9E-4080-BD19-8793AC3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or say what it means.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C965F-92A4-4BCC-A002-1216C9E3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Finish the sentence: Light can mean ___.</a:t>
            </a:r>
          </a:p>
        </p:txBody>
      </p:sp>
    </p:spTree>
    <p:extLst>
      <p:ext uri="{BB962C8B-B14F-4D97-AF65-F5344CB8AC3E}">
        <p14:creationId xmlns:p14="http://schemas.microsoft.com/office/powerpoint/2010/main" val="16647834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46E4A-E3D6-4458-BADA-C3B263C3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E3332-CD15-43D6-B38F-E8D6B757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37C70-F47C-42CE-87A6-614411AD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two Diwali symbols and give a meaning for 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5EE40-B2A1-46BB-B998-8A862233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light is used as a symbol.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FD6B3-F3CD-495C-998A-942ED02D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Note one way families might celebrate differently.</a:t>
            </a:r>
          </a:p>
        </p:txBody>
      </p:sp>
    </p:spTree>
    <p:extLst>
      <p:ext uri="{BB962C8B-B14F-4D97-AF65-F5344CB8AC3E}">
        <p14:creationId xmlns:p14="http://schemas.microsoft.com/office/powerpoint/2010/main" val="21296476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2381E-5B4A-4239-B474-7F1BE3A9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304D0-0574-47A4-9E23-1A27D70D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EA865-94BA-4EEE-857E-7683E85B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symbol matched to one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B0EC4-564E-4EA2-BBB0-9487C507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21197-65A7-4D81-BC42-B28A02F2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6065168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0AE7D-42C8-4FE4-B44C-85888B7B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FBE4F-A951-42F7-BB6E-3A2A4EF8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A9A2E-C7B8-456E-ABAE-895213AF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can the light of a diya stand for?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11159-128B-4DB7-B653-335A438D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every family celebrate Diwali in the same way?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BDD8F-89AE-4D52-92CA-A041EAC0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0774641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28570-1780-40A6-AE5B-14A6B4F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64393-FCE6-4B54-83E0-E4158E90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C6664-25EC-48C6-815C-60EBA70A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Diwali is a festival of lights. Many Hindus, Sikhs and Jains celebrate it in autumn. Families light lamps, share food and visit each 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A2DF8-5FEF-4DC2-A7F4-409D14C8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446A9-234A-4426-A23A-C278218F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Families celebrate in different ways. The stories told also differ.</a:t>
            </a:r>
          </a:p>
        </p:txBody>
      </p:sp>
    </p:spTree>
    <p:extLst>
      <p:ext uri="{BB962C8B-B14F-4D97-AF65-F5344CB8AC3E}">
        <p14:creationId xmlns:p14="http://schemas.microsoft.com/office/powerpoint/2010/main" val="16995850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966A5-A9CF-4AFC-919E-0F649F7F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The diya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1821E-BF83-4F75-8A79-934F2CDE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F6885-FC05-49E4-9DC9-0549F3C7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lamp. Rows of diyas are lit at Diwali. For many people the light stands for good overcoming evil and for hope.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41B07-18BB-47EB-93FE-8E13FFC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A31BF-2EBE-437F-BD79-DABB3F9C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symbol can mean different things to different people.</a:t>
            </a:r>
          </a:p>
        </p:txBody>
      </p:sp>
    </p:spTree>
    <p:extLst>
      <p:ext uri="{BB962C8B-B14F-4D97-AF65-F5344CB8AC3E}">
        <p14:creationId xmlns:p14="http://schemas.microsoft.com/office/powerpoint/2010/main" val="352350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20F8E-5512-45E7-B9C2-04822383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Rangoli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C7D6F-0B13-4ABE-B94E-CE223DCB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A1CAC-5CA9-44AB-91E4-8D53280A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Rangoli are bright patterns made on the floor near the door. Many families make them to welcome guests.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34FAA-01BF-4A4C-B594-F6508BEF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5AF6-B8D8-4C0B-A659-480B4AA6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Not every family makes rangoli.</a:t>
            </a:r>
          </a:p>
        </p:txBody>
      </p:sp>
    </p:spTree>
    <p:extLst>
      <p:ext uri="{BB962C8B-B14F-4D97-AF65-F5344CB8AC3E}">
        <p14:creationId xmlns:p14="http://schemas.microsoft.com/office/powerpoint/2010/main" val="12806101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B8E1F-34E2-4850-A909-4FF64EB2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Light as a symbol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D42C0-22E4-4FD1-8C57-DDF4E4F2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9AB5A-637E-4DCE-98DF-4C96D9A3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Light helps people see in the dark. Many festivals use light to stand for hope, goodness or welcome.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FBAAE-731C-4DB2-A1C4-F39B4DE9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40762-78DA-444B-A2D4-D30267CB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Light is used in many faiths. The meanings are not all the same.</a:t>
            </a:r>
          </a:p>
        </p:txBody>
      </p:sp>
    </p:spTree>
    <p:extLst>
      <p:ext uri="{BB962C8B-B14F-4D97-AF65-F5344CB8AC3E}">
        <p14:creationId xmlns:p14="http://schemas.microsoft.com/office/powerpoint/2010/main" val="766852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2026-09-19T18:24:14.0830000Z</dcterms:created>
  <dcterms:modified xsi:type="dcterms:W3CDTF">2026-09-19T18:24:14.0830000Z</dcterms:modified>
</coreProperties>
</file>