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3bfe46525c04569" Type="http://schemas.openxmlformats.org/officeDocument/2006/relationships/officeDocument" Target="ppt/presentation.xml"/><Relationship Id="R9fb4b5fc603c482f" Type="http://schemas.openxmlformats.org/officeDocument/2006/relationships/extended-properties" Target="docProps/app.xml"/><Relationship Id="Rcbca71d501ca44c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4075800d41483f"/>
  </p:sldMasterIdLst>
  <p:notesMasterIdLst>
    <p:notesMasterId xmlns:r="http://schemas.openxmlformats.org/officeDocument/2006/relationships" r:id="R0dd656ccded7420a"/>
  </p:notesMasterIdLst>
  <p:sldIdLst>
    <p:sldId xmlns:r="http://schemas.openxmlformats.org/officeDocument/2006/relationships" id="256" r:id="Ra22c1f915f1641c5"/>
    <p:sldId xmlns:r="http://schemas.openxmlformats.org/officeDocument/2006/relationships" id="257" r:id="R5749c5649a664d7d"/>
    <p:sldId xmlns:r="http://schemas.openxmlformats.org/officeDocument/2006/relationships" id="258" r:id="R92dff6398b504005"/>
    <p:sldId xmlns:r="http://schemas.openxmlformats.org/officeDocument/2006/relationships" id="259" r:id="R55e72bdf7ea249fb"/>
    <p:sldId xmlns:r="http://schemas.openxmlformats.org/officeDocument/2006/relationships" id="260" r:id="R1a3be726fb614dd0"/>
    <p:sldId xmlns:r="http://schemas.openxmlformats.org/officeDocument/2006/relationships" id="261" r:id="R5de18b124c684b84"/>
    <p:sldId xmlns:r="http://schemas.openxmlformats.org/officeDocument/2006/relationships" id="262" r:id="R944e8e05cc6242b4"/>
    <p:sldId xmlns:r="http://schemas.openxmlformats.org/officeDocument/2006/relationships" id="263" r:id="R1922df012d6d4e1e"/>
    <p:sldId xmlns:r="http://schemas.openxmlformats.org/officeDocument/2006/relationships" id="264" r:id="Rafd8606d962f48b2"/>
    <p:sldId xmlns:r="http://schemas.openxmlformats.org/officeDocument/2006/relationships" id="265" r:id="Rfab942346b8a49f8"/>
    <p:sldId xmlns:r="http://schemas.openxmlformats.org/officeDocument/2006/relationships" id="266" r:id="R0c7ff9544cfb48a2"/>
    <p:sldId xmlns:r="http://schemas.openxmlformats.org/officeDocument/2006/relationships" id="267" r:id="R8941b555cc0444dd"/>
    <p:sldId xmlns:r="http://schemas.openxmlformats.org/officeDocument/2006/relationships" id="268" r:id="Rc69cd460dd1449c5"/>
    <p:sldId xmlns:r="http://schemas.openxmlformats.org/officeDocument/2006/relationships" id="269" r:id="Ree34682aad13433e"/>
    <p:sldId xmlns:r="http://schemas.openxmlformats.org/officeDocument/2006/relationships" id="270" r:id="R39f42ab03f564d5a"/>
    <p:sldId xmlns:r="http://schemas.openxmlformats.org/officeDocument/2006/relationships" id="271" r:id="Rc024d9c7f2694a84"/>
    <p:sldId xmlns:r="http://schemas.openxmlformats.org/officeDocument/2006/relationships" id="272" r:id="Rdba919906af9495e"/>
    <p:sldId xmlns:r="http://schemas.openxmlformats.org/officeDocument/2006/relationships" id="273" r:id="R6a727c7160584942"/>
    <p:sldId xmlns:r="http://schemas.openxmlformats.org/officeDocument/2006/relationships" id="274" r:id="R844a5fbda6e84ea3"/>
    <p:sldId xmlns:r="http://schemas.openxmlformats.org/officeDocument/2006/relationships" id="275" r:id="R0a17f91a4b8e4d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17f91a4b8e4d0f" Type="http://schemas.openxmlformats.org/officeDocument/2006/relationships/slide" Target="slides/slide20.xml"/><Relationship Id="R0c7ff9544cfb48a2" Type="http://schemas.openxmlformats.org/officeDocument/2006/relationships/slide" Target="slides/slide11.xml"/><Relationship Id="R0dd656ccded7420a" Type="http://schemas.openxmlformats.org/officeDocument/2006/relationships/notesMaster" Target="notesMasters/notesMaster1.xml"/><Relationship Id="R13c9dbe2d01242ed" Type="http://schemas.openxmlformats.org/officeDocument/2006/relationships/tableStyles" Target="tableStyles.xml"/><Relationship Id="R1922df012d6d4e1e" Type="http://schemas.openxmlformats.org/officeDocument/2006/relationships/slide" Target="slides/slide8.xml"/><Relationship Id="R1a3be726fb614dd0" Type="http://schemas.openxmlformats.org/officeDocument/2006/relationships/slide" Target="slides/slide5.xml"/><Relationship Id="R39f42ab03f564d5a" Type="http://schemas.openxmlformats.org/officeDocument/2006/relationships/slide" Target="slides/slide15.xml"/><Relationship Id="R55e72bdf7ea249fb" Type="http://schemas.openxmlformats.org/officeDocument/2006/relationships/slide" Target="slides/slide4.xml"/><Relationship Id="R5749c5649a664d7d" Type="http://schemas.openxmlformats.org/officeDocument/2006/relationships/slide" Target="slides/slide2.xml"/><Relationship Id="R5de18b124c684b84" Type="http://schemas.openxmlformats.org/officeDocument/2006/relationships/slide" Target="slides/slide6.xml"/><Relationship Id="R65b754d461d042a8" Type="http://schemas.openxmlformats.org/officeDocument/2006/relationships/theme" Target="theme/theme1.xml"/><Relationship Id="R6a727c7160584942" Type="http://schemas.openxmlformats.org/officeDocument/2006/relationships/slide" Target="slides/slide18.xml"/><Relationship Id="R844a5fbda6e84ea3" Type="http://schemas.openxmlformats.org/officeDocument/2006/relationships/slide" Target="slides/slide19.xml"/><Relationship Id="R8941b555cc0444dd" Type="http://schemas.openxmlformats.org/officeDocument/2006/relationships/slide" Target="slides/slide12.xml"/><Relationship Id="R92dff6398b504005" Type="http://schemas.openxmlformats.org/officeDocument/2006/relationships/slide" Target="slides/slide3.xml"/><Relationship Id="R944e8e05cc6242b4" Type="http://schemas.openxmlformats.org/officeDocument/2006/relationships/slide" Target="slides/slide7.xml"/><Relationship Id="Ra22c1f915f1641c5" Type="http://schemas.openxmlformats.org/officeDocument/2006/relationships/slide" Target="slides/slide1.xml"/><Relationship Id="Ra94075800d41483f" Type="http://schemas.openxmlformats.org/officeDocument/2006/relationships/slideMaster" Target="slideMasters/slideMaster1.xml"/><Relationship Id="Rafd8606d962f48b2" Type="http://schemas.openxmlformats.org/officeDocument/2006/relationships/slide" Target="slides/slide9.xml"/><Relationship Id="Rc024d9c7f2694a84" Type="http://schemas.openxmlformats.org/officeDocument/2006/relationships/slide" Target="slides/slide16.xml"/><Relationship Id="Rc69cd460dd1449c5" Type="http://schemas.openxmlformats.org/officeDocument/2006/relationships/slide" Target="slides/slide13.xml"/><Relationship Id="Rdba919906af9495e" Type="http://schemas.openxmlformats.org/officeDocument/2006/relationships/slide" Target="slides/slide17.xml"/><Relationship Id="Rddb25b8d2dda4a36" Type="http://schemas.openxmlformats.org/officeDocument/2006/relationships/presProps" Target="presProps.xml"/><Relationship Id="Ree34682aad13433e" Type="http://schemas.openxmlformats.org/officeDocument/2006/relationships/slide" Target="slides/slide14.xml"/><Relationship Id="Rfab942346b8a49f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07ecbd021c63497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05a658471e04f92" Type="http://schemas.openxmlformats.org/officeDocument/2006/relationships/notesMaster" Target="../notesMasters/notesMaster1.xml"/><Relationship Id="R747c65e4eac8453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8c142c3139e458b" Type="http://schemas.openxmlformats.org/officeDocument/2006/relationships/slide" Target="../slides/slide2.xml"/><Relationship Id="Re290e22d6c45499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204c084d8524480" Type="http://schemas.openxmlformats.org/officeDocument/2006/relationships/notesMaster" Target="../notesMasters/notesMaster1.xml"/><Relationship Id="R8dbb2ba0f720440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c94be84cc494369" Type="http://schemas.openxmlformats.org/officeDocument/2006/relationships/notesMaster" Target="../notesMasters/notesMaster1.xml"/><Relationship Id="Ra4c186d6e01c468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67c2656defc4c6d" Type="http://schemas.openxmlformats.org/officeDocument/2006/relationships/slide" Target="../slides/slide5.xml"/><Relationship Id="R2825946a81ca46d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74166add2e143be" Type="http://schemas.openxmlformats.org/officeDocument/2006/relationships/notesMaster" Target="../notesMasters/notesMaster1.xml"/><Relationship Id="Rc9e1af28a07b47c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585bbd130844f49" Type="http://schemas.openxmlformats.org/officeDocument/2006/relationships/slide" Target="../slides/slide7.xml"/><Relationship Id="Rdd6c4b498373404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55258bca8294c3b" Type="http://schemas.openxmlformats.org/officeDocument/2006/relationships/notesMaster" Target="../notesMasters/notesMaster1.xml"/><Relationship Id="R91de7be2182944d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5ee778dc4704dbf" Type="http://schemas.openxmlformats.org/officeDocument/2006/relationships/notesMaster" Target="../notesMasters/notesMaster1.xml"/><Relationship Id="R7e3ffc8daf474b6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dc43ce367a7d4e4f" Type="http://schemas.openxmlformats.org/officeDocument/2006/relationships/slide" Target="../slides/slide10.xml"/><Relationship Id="Re8dd71fff27f4db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c4c9e58157e4d4b" Type="http://schemas.openxmlformats.org/officeDocument/2006/relationships/notesMaster" Target="../notesMasters/notesMaster1.xml"/><Relationship Id="Rbd5270c86b804c3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1a64fa3114e4303" Type="http://schemas.openxmlformats.org/officeDocument/2006/relationships/slide" Target="../slides/slide12.xml"/><Relationship Id="Rcc750e04cdd04ec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0c3c269ea3e47a6" Type="http://schemas.openxmlformats.org/officeDocument/2006/relationships/notesMaster" Target="../notesMasters/notesMaster1.xml"/><Relationship Id="Rd6607693c892407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ad44ee258c0486f" Type="http://schemas.openxmlformats.org/officeDocument/2006/relationships/notesMaster" Target="../notesMasters/notesMaster1.xml"/><Relationship Id="Re934f777913b40d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28c0a47425e47f5" Type="http://schemas.openxmlformats.org/officeDocument/2006/relationships/slide" Target="../slides/slide15.xml"/><Relationship Id="R4b8da62d3cc8467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4b7080a849446d1" Type="http://schemas.openxmlformats.org/officeDocument/2006/relationships/notesMaster" Target="../notesMasters/notesMaster1.xml"/><Relationship Id="Redd2b9031586447d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d06d39fbf5be4687" Type="http://schemas.openxmlformats.org/officeDocument/2006/relationships/slide" Target="../slides/slide17.xml"/><Relationship Id="Rfa972f3872be4e59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851900c254d34619" Type="http://schemas.openxmlformats.org/officeDocument/2006/relationships/slide" Target="../slides/slide18.xml"/><Relationship Id="Rbfe5c230e9194546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c5264a6e571a4040" Type="http://schemas.openxmlformats.org/officeDocument/2006/relationships/slide" Target="../slides/slide19.xml"/><Relationship Id="Rea5230db38d6457b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3e0ff85879246b3" Type="http://schemas.openxmlformats.org/officeDocument/2006/relationships/slide" Target="../slides/slide20.xml"/><Relationship Id="Rf6b0474494364a0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Remembering the rededication of the Temple, faith or hope.</a:t>
            </a:r>
          </a:p>
          <a:p xmlns:a="http://schemas.openxmlformats.org/drawingml/2006/main">
            <a:r>
              <a:t>Choose: The Christian belief that God became human in Jesus OR The story of the birth of Jesus. Answer: The Christian belief that God became human in Jesus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The incarnation: God became human in Jesus.</a:t>
            </a:r>
          </a:p>
          <a:p xmlns:a="http://schemas.openxmlformats.org/drawingml/2006/main">
            <a:r>
              <a:t>Give a reason when ready. Answer: No. Some traditions are cultural.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This links to ___ because ___.</a:t>
            </a:r>
          </a:p>
          <a:p xmlns:a="http://schemas.openxmlformats.org/drawingml/2006/main">
            <a:r>
              <a:t>Match each tradition to the belief or meaning it links to. Explain using a named detail.</a:t>
            </a:r>
          </a:p>
          <a:p xmlns:a="http://schemas.openxmlformats.org/drawingml/2006/main">
            <a:r>
              <a:t>Explain why someone who is not a Christian might still celebrate Christmas.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Nativity play — The birth of Jesus — Card B: it retells the Nativity.</a:t>
            </a:r>
          </a:p>
          <a:p xmlns:a="http://schemas.openxmlformats.org/drawingml/2006/main">
            <a:r>
              <a:t>Advent candles — Jesus as the light of the world — Card C: light points to Jesus.</a:t>
            </a:r>
          </a:p>
          <a:p xmlns:a="http://schemas.openxmlformats.org/drawingml/2006/main">
            <a:r>
              <a:t>Pulling crackers — Cultural, not a belief — Card D: enjoyed by people of all worldviews.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This links to ___ because ___. Complete the organiser one space at a time. This links to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links to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someone who is not a Christian might still celebrate Christmas.</a:t>
            </a:r>
          </a:p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incarnation: God became human in Jesus.</a:t>
            </a:r>
          </a:p>
          <a:p xmlns:a="http://schemas.openxmlformats.org/drawingml/2006/main">
            <a:r>
              <a:t>No. Some traditions are cultural.</a:t>
            </a:r>
          </a:p>
          <a:p xmlns:a="http://schemas.openxmlformats.org/drawingml/2006/main">
            <a:r>
              <a:t>Support: This links to ___ because ___.</a:t>
            </a:r>
          </a:p>
          <a:p xmlns:a="http://schemas.openxmlformats.org/drawingml/2006/main">
            <a:r>
              <a:t>Extension: Explain why someone who is not a Christian might still celebrate Christmas.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tradition linked to a belief using “This links to… because…”.</a:t>
            </a:r>
          </a:p>
          <a:p xmlns:a="http://schemas.openxmlformats.org/drawingml/2006/main">
            <a:r>
              <a:t>Visual matching; reduced reading; one tradition minimum; sentence stems; option to speak/record response; extension through a second example.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  <a:p xmlns:a="http://schemas.openxmlformats.org/drawingml/2006/main">
            <a:r>
              <a:t>Matthew 2 Christian Nativity account: https://www.biblegateway.com/passage/?search=Matthew+2&amp;version=KJV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1949765a6b6488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ffe7271ae114b33" Type="http://schemas.openxmlformats.org/officeDocument/2006/relationships/theme" Target="theme/theme2.xml"/><Relationship Id="Rf3448e5d70314f5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448e5d7031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c0501c4c09749ad" Type="http://schemas.openxmlformats.org/officeDocument/2006/relationships/notesSlide" Target="../notesSlides/notesSlide1.xml"/><Relationship Id="R998878109c9e432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64bcd190e974681" Type="http://schemas.openxmlformats.org/officeDocument/2006/relationships/slideLayout" Target="../slideLayouts/slideLayout1.xml"/><Relationship Id="R987d1f56c67f41e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a33bf15fad74b81" Type="http://schemas.openxmlformats.org/officeDocument/2006/relationships/notesSlide" Target="../notesSlides/notesSlide3.xml"/><Relationship Id="Rbc174ac9827a49fb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09935a03844498e" Type="http://schemas.openxmlformats.org/officeDocument/2006/relationships/notesSlide" Target="../notesSlides/notesSlide4.xml"/><Relationship Id="Re144c4970aa74ea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31478fa525341c6" Type="http://schemas.openxmlformats.org/officeDocument/2006/relationships/image" Target="../media/image.png"/><Relationship Id="R6a2b4efb1dcd4689" Type="http://schemas.openxmlformats.org/officeDocument/2006/relationships/slideLayout" Target="../slideLayouts/slideLayout1.xml"/><Relationship Id="Rf3231cf2b2634ba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e4ef2cdbfcd4e6c" Type="http://schemas.openxmlformats.org/officeDocument/2006/relationships/notesSlide" Target="../notesSlides/notesSlide6.xml"/><Relationship Id="R532ebf894e2f48e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3da18e49e99435f" Type="http://schemas.openxmlformats.org/officeDocument/2006/relationships/slideLayout" Target="../slideLayouts/slideLayout1.xml"/><Relationship Id="R7166e9bf0cdf496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bd721228306343a9" Type="http://schemas.openxmlformats.org/officeDocument/2006/relationships/notesSlide" Target="../notesSlides/notesSlide8.xml"/><Relationship Id="Rfb4b9d2afd19465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9c2707aa2d624cdd" Type="http://schemas.openxmlformats.org/officeDocument/2006/relationships/notesSlide" Target="../notesSlides/notesSlide9.xml"/><Relationship Id="Raa3f0fc7e65444e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0e395bba8614949" Type="http://schemas.openxmlformats.org/officeDocument/2006/relationships/notesSlide" Target="../notesSlides/notesSlide10.xml"/><Relationship Id="R6228f98c912442eb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7d8c7d6c09842bc" Type="http://schemas.openxmlformats.org/officeDocument/2006/relationships/notesSlide" Target="../notesSlides/notesSlide11.xml"/><Relationship Id="Rcd9174b97fd548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6e94480a8d540ff" Type="http://schemas.openxmlformats.org/officeDocument/2006/relationships/notesSlide" Target="../notesSlides/notesSlide12.xml"/><Relationship Id="R28e932a0ca76471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cd394c276e474cfe" Type="http://schemas.openxmlformats.org/officeDocument/2006/relationships/notesSlide" Target="../notesSlides/notesSlide13.xml"/><Relationship Id="Rdb899b555cec4a1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889c266aa1744fd0" Type="http://schemas.openxmlformats.org/officeDocument/2006/relationships/notesSlide" Target="../notesSlides/notesSlide14.xml"/><Relationship Id="Rc1d0329363f94aa8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ce1f9b1be6ee4c88" Type="http://schemas.openxmlformats.org/officeDocument/2006/relationships/slideLayout" Target="../slideLayouts/slideLayout1.xml"/><Relationship Id="Rfa287c5c204346f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63146a7841eb4cf0" Type="http://schemas.openxmlformats.org/officeDocument/2006/relationships/notesSlide" Target="../notesSlides/notesSlide16.xml"/><Relationship Id="Rd4ea2f2ffcc1400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221d47e95a94f56" Type="http://schemas.openxmlformats.org/officeDocument/2006/relationships/slideLayout" Target="../slideLayouts/slideLayout1.xml"/><Relationship Id="Rff9acbb6d9d64d7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557f0a320f4c4e42" Type="http://schemas.openxmlformats.org/officeDocument/2006/relationships/slideLayout" Target="../slideLayouts/slideLayout1.xml"/><Relationship Id="R868bbb07e2934e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129bd9339074f92" Type="http://schemas.openxmlformats.org/officeDocument/2006/relationships/notesSlide" Target="../notesSlides/notesSlide19.xml"/><Relationship Id="R89f2490d4bb744e9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7c73198cecc94789" Type="http://schemas.openxmlformats.org/officeDocument/2006/relationships/slideLayout" Target="../slideLayouts/slideLayout1.xml"/><Relationship Id="R8331087fe77e40a9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3DBDE-B9EE-466E-8B82-B15AEE0B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Christmas and Christian belief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02E5-B652-4F93-B77C-5A365EA5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764F0-FABD-4442-81B2-04CD261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one Christmas tradition links to a Christian belief.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F7DAA-F337-47C7-B9DD-C8EC2E0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FEBBF-F781-48BA-83C1-2855376E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629549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08D6-1483-42EF-8487-819D94F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E3F05-8BE9-40D9-A5C5-43F1F0D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150D6-603F-4399-90B8-798B5455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meaning of light at Hanukkah.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0D595-9E73-495C-ADC5-B6FFE54B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incarnation?</a:t>
            </a:r>
          </a:p>
        </p:txBody>
      </p:sp>
    </p:spTree>
    <p:extLst>
      <p:ext uri="{BB962C8B-B14F-4D97-AF65-F5344CB8AC3E}">
        <p14:creationId xmlns:p14="http://schemas.microsoft.com/office/powerpoint/2010/main" val="1848148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75FFD-DCFD-4CCC-A59F-E8C95659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A0321-B3EE-4B9D-A331-C0BB86F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A1D26-2CF7-4F7B-A1AB-EE5685E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belief connected to Christmas.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309CE-01AA-49AA-A4AD-E08B2810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every Christmas tradition a Christian belief?</a:t>
            </a:r>
          </a:p>
        </p:txBody>
      </p:sp>
    </p:spTree>
    <p:extLst>
      <p:ext uri="{BB962C8B-B14F-4D97-AF65-F5344CB8AC3E}">
        <p14:creationId xmlns:p14="http://schemas.microsoft.com/office/powerpoint/2010/main" val="233711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727D9-7C18-4ED6-BD93-DACB8A7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82DA6-70FC-491D-8979-F42C49C8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E4BE2-995D-4286-B9AD-F7497606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incarnation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Christian belief that God became human in Jesus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5CF78-D043-4A62-BC33-2CB9F31E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Nativity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story of the birth of Jesus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E805F-60A0-418E-AAFF-6F5F4E83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people do again and again at a special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3A019-F893-4BA8-BCA6-98F22BCC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holds to be true</a:t>
            </a:r>
          </a:p>
        </p:txBody>
      </p:sp>
    </p:spTree>
    <p:extLst>
      <p:ext uri="{BB962C8B-B14F-4D97-AF65-F5344CB8AC3E}">
        <p14:creationId xmlns:p14="http://schemas.microsoft.com/office/powerpoint/2010/main" val="1573290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3A613-BF4F-42C2-8147-11CEDE1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A5C30-420F-4257-9400-828A8055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478fa525341c6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123D1-FA84-43F0-9492-92074BE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 or belief?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1DE0E-9349-4B06-ACCC-1B33CA62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card. Then tap the box it belongs 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E2FCD-4B39-4EA1-8D4F-093A7134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This links to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1209401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25645-2430-404E-99DE-BD09BF4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27FD4-B1D3-4B13-A787-09D709A2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0EC16-C695-4B1B-9637-5871948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belief connected to Christmas.</a:t>
            </a:r>
          </a:p>
        </p:txBody>
      </p:sp>
    </p:spTree>
    <p:extLst>
      <p:ext uri="{BB962C8B-B14F-4D97-AF65-F5344CB8AC3E}">
        <p14:creationId xmlns:p14="http://schemas.microsoft.com/office/powerpoint/2010/main" val="1769980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A0649-5ADA-4910-84DC-545D614A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DEBC6-7A93-4C3D-BEB4-592D92DB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75D7E-1858-4C6F-AAFC-30CE6509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The belief: Christians believe Jesus is the Son of God. The incarnation means God became human in Jesus. Christmas celebrates his birth.</a:t>
            </a:r>
          </a:p>
        </p:txBody>
      </p:sp>
    </p:spTree>
    <p:extLst>
      <p:ext uri="{BB962C8B-B14F-4D97-AF65-F5344CB8AC3E}">
        <p14:creationId xmlns:p14="http://schemas.microsoft.com/office/powerpoint/2010/main" val="909880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70E09-CA2A-4AF4-889E-63D6573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A590E-1AE2-4749-9C7A-B601106B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A9F6B-0BDD-4D73-BFF9-19C806A8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incarnation: God became human in Jesus.</a:t>
            </a:r>
          </a:p>
        </p:txBody>
      </p:sp>
    </p:spTree>
    <p:extLst>
      <p:ext uri="{BB962C8B-B14F-4D97-AF65-F5344CB8AC3E}">
        <p14:creationId xmlns:p14="http://schemas.microsoft.com/office/powerpoint/2010/main" val="1482284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14CE9-54E5-4176-82CC-6CA062B5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768CB-C7CC-4AA1-8D80-99F978DF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083D5-9E4A-409D-862E-31D6992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every Christmas tradition a Christian belief? No. Some traditions are cultural.</a:t>
            </a:r>
          </a:p>
        </p:txBody>
      </p:sp>
    </p:spTree>
    <p:extLst>
      <p:ext uri="{BB962C8B-B14F-4D97-AF65-F5344CB8AC3E}">
        <p14:creationId xmlns:p14="http://schemas.microsoft.com/office/powerpoint/2010/main" val="2013128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ED960-0A57-46D3-8480-9759842D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AD6C9-A345-4F18-AAEB-93DD5B1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A709-AEF7-428F-9F8B-D168EA37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tradition to the belief or meaning it links 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413F-A339-4FF8-8E78-C5F12BA4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which traditions are cultural.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15D41-ED67-428C-8258-AEB05F2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258475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6E925-4780-421E-A465-2928007C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8D759-023A-40C6-9FAF-11313C7A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79C27-EEE4-4BE8-8753-4B7E285F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Nativity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90A4-F3D8-4C65-8378-72C6708A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Advent candles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37F8E-C8D5-4A71-A8EC-BB684EBC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Pulling crackers</a:t>
            </a:r>
          </a:p>
        </p:txBody>
      </p:sp>
    </p:spTree>
    <p:extLst>
      <p:ext uri="{BB962C8B-B14F-4D97-AF65-F5344CB8AC3E}">
        <p14:creationId xmlns:p14="http://schemas.microsoft.com/office/powerpoint/2010/main" val="135973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75904-8D7C-4BBA-A551-34C2279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7AFA7-EE2C-4643-922E-8E92B817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9223A-074C-4298-A38F-4B83140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tradition card with a picture.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EFD74-68C4-4794-ABD6-9E6810E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a belief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71493-A2DA-4D5B-BC07-64902C5A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This links to ___.</a:t>
            </a:r>
          </a:p>
        </p:txBody>
      </p:sp>
    </p:spTree>
    <p:extLst>
      <p:ext uri="{BB962C8B-B14F-4D97-AF65-F5344CB8AC3E}">
        <p14:creationId xmlns:p14="http://schemas.microsoft.com/office/powerpoint/2010/main" val="1644123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73C3-F932-4F5F-B5E5-0E4E0DE5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2558A-256D-41A9-99D5-43EFD62F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23A4E-6493-40BF-BD6B-89FD66E9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Christmas tradition.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CCEF7-4664-4AE0-A720-7C26E8BD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a Christian belief.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BE04E-B39D-4861-BA5F-17DE948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Explain: This links to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1137065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41479-4C19-4310-8797-4E54E8A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E87BE-A5C0-4C94-965B-FDB1C58D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9AE3D-C717-44A5-86FD-135A663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religious tradition and the belief behind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453EF-5AF5-46A7-ADF3-0C747D0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cultural tradition and why it is not a belief.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10ECF-3A37-41CD-932A-6A0D0633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word incarnation accurately.</a:t>
            </a:r>
          </a:p>
        </p:txBody>
      </p:sp>
    </p:spTree>
    <p:extLst>
      <p:ext uri="{BB962C8B-B14F-4D97-AF65-F5344CB8AC3E}">
        <p14:creationId xmlns:p14="http://schemas.microsoft.com/office/powerpoint/2010/main" val="7683940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34213-03B3-435D-81F1-7DF4C2BE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C43CC-2D12-47C9-B2DD-0ED5E387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F5B5D-DD54-4D76-ABDB-53C3D0A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tradition linked to a belief using “This links to… because…”.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01E92-DEBE-49EF-ABBF-EFF0168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B2FBE-EE28-41F6-8910-713CAC63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214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72A9E-AFA6-4204-B586-C247A6DF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B3D3A-008A-4AAA-B524-882756E3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074A7-2FFA-4470-A37D-F87B8AA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belief connected to Christmas.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1452E-8E19-4F3F-980E-74572E8B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every Christmas tradition a Christian belief?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2838C-9080-4290-8219-4D4DF5F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50816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76070-402B-4F80-81F3-876FFC2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The belief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98CFE-1233-4CDF-AEE8-8FAD2AE3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6318B-B946-46A5-82BE-F2F4756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Christians believe Jesus is the Son of God. The incarnation means God became human in Jesus. Christmas celebrates his birth.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36B98-8FDE-42FE-ABDD-D46982DB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CAF5E-3172-47AF-8139-F23BE241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Christians explain the incarnation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5272648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3384F-EDCC-41A9-BA81-5B4CD9C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The Nativity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09191-C1FA-4CAA-ABD7-E8F1CDD2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D0ADF-1763-44B4-BB1F-BE296204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Matthew and Luke tell different parts of the Christian Nativity accounts. Luke describes a manger and shepherds. Matthew describes wise men visiting Jesus. Many Christmas retellings combine these accounts.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00522-A661-43C8-ABFA-D5A39859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 of the Gospel accounts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87330-DA8D-40AD-9957-6D1AC6C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two Gospels include different details.</a:t>
            </a:r>
          </a:p>
        </p:txBody>
      </p:sp>
    </p:spTree>
    <p:extLst>
      <p:ext uri="{BB962C8B-B14F-4D97-AF65-F5344CB8AC3E}">
        <p14:creationId xmlns:p14="http://schemas.microsoft.com/office/powerpoint/2010/main" val="16571814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6DCA5-7E46-483F-841D-7C213850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Religious traditions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82413-1AA4-4B41-AD8F-7B0CF9F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EC133-07A2-4775-8716-7A95499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Nativity plays, carol services, Advent candles and Midnight Mass all point to the birth of Jesus. Many Christians call Jesus the light of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FAF9D-BF48-4178-8BEB-86E07FDF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B716E-1A22-4D74-AE8D-B0BAC458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7514332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5AE55-9D35-43CE-925D-7CB0F809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Cultural traditions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9FFC7-335D-410D-901C-5BBC36E3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9BAAA-5CF3-4CAA-A05A-E90C463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Trees, crackers, Father Christmas and turkey are enjoyed by many people of all worldviews. They are part of Christmas culture, not Christian belief.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A4308-16CB-474D-8886-F95D74A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98774-3340-42EB-8374-F862FC9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Some traditions have both religious and cultural meanings for different people.</a:t>
            </a:r>
          </a:p>
        </p:txBody>
      </p:sp>
    </p:spTree>
    <p:extLst>
      <p:ext uri="{BB962C8B-B14F-4D97-AF65-F5344CB8AC3E}">
        <p14:creationId xmlns:p14="http://schemas.microsoft.com/office/powerpoint/2010/main" val="1614558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2026-09-19T18:21:56.6970000Z</dcterms:created>
  <dcterms:modified xsi:type="dcterms:W3CDTF">2026-09-19T18:21:56.6970000Z</dcterms:modified>
</coreProperties>
</file>