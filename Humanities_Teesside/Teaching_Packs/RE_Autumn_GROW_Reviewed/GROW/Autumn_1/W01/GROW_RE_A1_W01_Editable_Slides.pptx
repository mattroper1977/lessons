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832ac2534ae4af3" Type="http://schemas.openxmlformats.org/officeDocument/2006/relationships/extended-properties" Target="docProps/app.xml"/><Relationship Id="Rd834a8d610584004" Type="http://schemas.openxmlformats.org/package/2006/relationships/metadata/core-properties" Target="docProps/core.xml"/><Relationship Id="Rf79749616e5d4048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b4eaacd7d04b70"/>
  </p:sldMasterIdLst>
  <p:notesMasterIdLst>
    <p:notesMasterId xmlns:r="http://schemas.openxmlformats.org/officeDocument/2006/relationships" r:id="Rfbe790f998404c6a"/>
  </p:notesMasterIdLst>
  <p:sldIdLst>
    <p:sldId xmlns:r="http://schemas.openxmlformats.org/officeDocument/2006/relationships" id="256" r:id="R2a7d38b7c51442b6"/>
    <p:sldId xmlns:r="http://schemas.openxmlformats.org/officeDocument/2006/relationships" id="257" r:id="R5e5bc023d8e443e3"/>
    <p:sldId xmlns:r="http://schemas.openxmlformats.org/officeDocument/2006/relationships" id="258" r:id="Refd5b785e92843f2"/>
    <p:sldId xmlns:r="http://schemas.openxmlformats.org/officeDocument/2006/relationships" id="259" r:id="Rf31498929a0d44e1"/>
    <p:sldId xmlns:r="http://schemas.openxmlformats.org/officeDocument/2006/relationships" id="260" r:id="R1acc721f06a9419d"/>
    <p:sldId xmlns:r="http://schemas.openxmlformats.org/officeDocument/2006/relationships" id="261" r:id="R28cbc58eb59949d2"/>
    <p:sldId xmlns:r="http://schemas.openxmlformats.org/officeDocument/2006/relationships" id="262" r:id="R26f7f5814eba469e"/>
    <p:sldId xmlns:r="http://schemas.openxmlformats.org/officeDocument/2006/relationships" id="263" r:id="Rcef40e2d516e4558"/>
    <p:sldId xmlns:r="http://schemas.openxmlformats.org/officeDocument/2006/relationships" id="264" r:id="Rbb836c59c0cb4680"/>
    <p:sldId xmlns:r="http://schemas.openxmlformats.org/officeDocument/2006/relationships" id="265" r:id="R7824ac8b38f0468e"/>
    <p:sldId xmlns:r="http://schemas.openxmlformats.org/officeDocument/2006/relationships" id="266" r:id="Re9aafb624bf5466b"/>
    <p:sldId xmlns:r="http://schemas.openxmlformats.org/officeDocument/2006/relationships" id="267" r:id="Rc8e3db3bb7054717"/>
    <p:sldId xmlns:r="http://schemas.openxmlformats.org/officeDocument/2006/relationships" id="268" r:id="Ref8b108b00a4446c"/>
    <p:sldId xmlns:r="http://schemas.openxmlformats.org/officeDocument/2006/relationships" id="269" r:id="R4bbe5ee6a479432e"/>
    <p:sldId xmlns:r="http://schemas.openxmlformats.org/officeDocument/2006/relationships" id="270" r:id="R20b42481abe84f5e"/>
    <p:sldId xmlns:r="http://schemas.openxmlformats.org/officeDocument/2006/relationships" id="271" r:id="R4f2b3a9254e44d85"/>
    <p:sldId xmlns:r="http://schemas.openxmlformats.org/officeDocument/2006/relationships" id="272" r:id="R523dcde80e044ffa"/>
    <p:sldId xmlns:r="http://schemas.openxmlformats.org/officeDocument/2006/relationships" id="273" r:id="R2ff9ea86053e41a3"/>
    <p:sldId xmlns:r="http://schemas.openxmlformats.org/officeDocument/2006/relationships" id="274" r:id="R48d0cd93ce494a97"/>
    <p:sldId xmlns:r="http://schemas.openxmlformats.org/officeDocument/2006/relationships" id="275" r:id="R8ec1b59d78a041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acc721f06a9419d" Type="http://schemas.openxmlformats.org/officeDocument/2006/relationships/slide" Target="slides/slide5.xml"/><Relationship Id="R20b42481abe84f5e" Type="http://schemas.openxmlformats.org/officeDocument/2006/relationships/slide" Target="slides/slide15.xml"/><Relationship Id="R26f7f5814eba469e" Type="http://schemas.openxmlformats.org/officeDocument/2006/relationships/slide" Target="slides/slide7.xml"/><Relationship Id="R28cbc58eb59949d2" Type="http://schemas.openxmlformats.org/officeDocument/2006/relationships/slide" Target="slides/slide6.xml"/><Relationship Id="R2a7d38b7c51442b6" Type="http://schemas.openxmlformats.org/officeDocument/2006/relationships/slide" Target="slides/slide1.xml"/><Relationship Id="R2ff9ea86053e41a3" Type="http://schemas.openxmlformats.org/officeDocument/2006/relationships/slide" Target="slides/slide18.xml"/><Relationship Id="R48d0cd93ce494a97" Type="http://schemas.openxmlformats.org/officeDocument/2006/relationships/slide" Target="slides/slide19.xml"/><Relationship Id="R4bbe5ee6a479432e" Type="http://schemas.openxmlformats.org/officeDocument/2006/relationships/slide" Target="slides/slide14.xml"/><Relationship Id="R4db4eaacd7d04b70" Type="http://schemas.openxmlformats.org/officeDocument/2006/relationships/slideMaster" Target="slideMasters/slideMaster1.xml"/><Relationship Id="R4f2b3a9254e44d85" Type="http://schemas.openxmlformats.org/officeDocument/2006/relationships/slide" Target="slides/slide16.xml"/><Relationship Id="R523dcde80e044ffa" Type="http://schemas.openxmlformats.org/officeDocument/2006/relationships/slide" Target="slides/slide17.xml"/><Relationship Id="R5e5bc023d8e443e3" Type="http://schemas.openxmlformats.org/officeDocument/2006/relationships/slide" Target="slides/slide2.xml"/><Relationship Id="R744d2004218146b9" Type="http://schemas.openxmlformats.org/officeDocument/2006/relationships/theme" Target="theme/theme1.xml"/><Relationship Id="R7824ac8b38f0468e" Type="http://schemas.openxmlformats.org/officeDocument/2006/relationships/slide" Target="slides/slide10.xml"/><Relationship Id="R8ec1b59d78a04139" Type="http://schemas.openxmlformats.org/officeDocument/2006/relationships/slide" Target="slides/slide20.xml"/><Relationship Id="R8f6afb1470764d83" Type="http://schemas.openxmlformats.org/officeDocument/2006/relationships/presProps" Target="presProps.xml"/><Relationship Id="Rbaa2759fb4914eb5" Type="http://schemas.openxmlformats.org/officeDocument/2006/relationships/tableStyles" Target="tableStyles.xml"/><Relationship Id="Rbb836c59c0cb4680" Type="http://schemas.openxmlformats.org/officeDocument/2006/relationships/slide" Target="slides/slide9.xml"/><Relationship Id="Rc8e3db3bb7054717" Type="http://schemas.openxmlformats.org/officeDocument/2006/relationships/slide" Target="slides/slide12.xml"/><Relationship Id="Rcef40e2d516e4558" Type="http://schemas.openxmlformats.org/officeDocument/2006/relationships/slide" Target="slides/slide8.xml"/><Relationship Id="Re9aafb624bf5466b" Type="http://schemas.openxmlformats.org/officeDocument/2006/relationships/slide" Target="slides/slide11.xml"/><Relationship Id="Ref8b108b00a4446c" Type="http://schemas.openxmlformats.org/officeDocument/2006/relationships/slide" Target="slides/slide13.xml"/><Relationship Id="Refd5b785e92843f2" Type="http://schemas.openxmlformats.org/officeDocument/2006/relationships/slide" Target="slides/slide3.xml"/><Relationship Id="Rf31498929a0d44e1" Type="http://schemas.openxmlformats.org/officeDocument/2006/relationships/slide" Target="slides/slide4.xml"/><Relationship Id="Rfbe790f998404c6a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b366014476584d6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791953131be417a" Type="http://schemas.openxmlformats.org/officeDocument/2006/relationships/notesMaster" Target="../notesMasters/notesMaster1.xml"/><Relationship Id="R3fc0848d851e4a2e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7c43b70dc114cbf" Type="http://schemas.openxmlformats.org/officeDocument/2006/relationships/slide" Target="../slides/slide2.xml"/><Relationship Id="Rc48b341f5ec342d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116109c982ad4669" Type="http://schemas.openxmlformats.org/officeDocument/2006/relationships/notesMaster" Target="../notesMasters/notesMaster1.xml"/><Relationship Id="R9bfe3b3334a84e6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faa4ca7a1ce9487b" Type="http://schemas.openxmlformats.org/officeDocument/2006/relationships/slide" Target="../slides/slide4.xml"/><Relationship Id="Rff4cc5887d8a474f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243f5fe04a644d06" Type="http://schemas.openxmlformats.org/officeDocument/2006/relationships/notesMaster" Target="../notesMasters/notesMaster1.xml"/><Relationship Id="Ra36cc3c49ec54e4f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5f47972326443af" Type="http://schemas.openxmlformats.org/officeDocument/2006/relationships/notesMaster" Target="../notesMasters/notesMaster1.xml"/><Relationship Id="Re27fb2a350744f79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66cf03c70034ee0" Type="http://schemas.openxmlformats.org/officeDocument/2006/relationships/notesMaster" Target="../notesMasters/notesMaster1.xml"/><Relationship Id="R08c0db9086e54c40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9c3485e64794943" Type="http://schemas.openxmlformats.org/officeDocument/2006/relationships/slide" Target="../slides/slide8.xml"/><Relationship Id="Rcdaa575632f9400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d19baa117a64bbd" Type="http://schemas.openxmlformats.org/officeDocument/2006/relationships/notesMaster" Target="../notesMasters/notesMaster1.xml"/><Relationship Id="Rc830c9f178db4926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b5802d4a79684e2c" Type="http://schemas.openxmlformats.org/officeDocument/2006/relationships/slide" Target="../slides/slide10.xml"/><Relationship Id="Rb6612891a018449a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2f58b976ca1549e7" Type="http://schemas.openxmlformats.org/officeDocument/2006/relationships/slide" Target="../slides/slide11.xml"/><Relationship Id="Raed4572253bd43dc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2355ddb6aff4446b" Type="http://schemas.openxmlformats.org/officeDocument/2006/relationships/notesMaster" Target="../notesMasters/notesMaster1.xml"/><Relationship Id="R5441c5c4fc904e0e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456b78fc4c8a43a2" Type="http://schemas.openxmlformats.org/officeDocument/2006/relationships/slide" Target="../slides/slide13.xml"/><Relationship Id="R58362120fb084979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200256421f240be" Type="http://schemas.openxmlformats.org/officeDocument/2006/relationships/notesMaster" Target="../notesMasters/notesMaster1.xml"/><Relationship Id="R614f8ee8ec4742c3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2ccf3a9a497244b9" Type="http://schemas.openxmlformats.org/officeDocument/2006/relationships/slide" Target="../slides/slide15.xml"/><Relationship Id="R950e29d6bf584e93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8490de70444b45d1" Type="http://schemas.openxmlformats.org/officeDocument/2006/relationships/slide" Target="../slides/slide16.xml"/><Relationship Id="Rb76c6ca166ee452f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48318f75e71f4687" Type="http://schemas.openxmlformats.org/officeDocument/2006/relationships/slide" Target="../slides/slide17.xml"/><Relationship Id="R4aa7f342c1bf443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c97685a6a2c54ab8" Type="http://schemas.openxmlformats.org/officeDocument/2006/relationships/notesMaster" Target="../notesMasters/notesMaster1.xml"/><Relationship Id="Rffa69d27adeb462f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58935a817059453a" Type="http://schemas.openxmlformats.org/officeDocument/2006/relationships/notesMaster" Target="../notesMasters/notesMaster1.xml"/><Relationship Id="R6bd6cce9c33c479f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669a0e93105a479a" Type="http://schemas.openxmlformats.org/officeDocument/2006/relationships/slide" Target="../slides/slide20.xml"/><Relationship Id="Rc1f6bd7b7e6f45e0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community-worldviews map naming two worldviews.</a:t>
            </a:r>
          </a:p>
          <a:p xmlns:a="http://schemas.openxmlformats.org/drawingml/2006/main">
            <a:r>
              <a:t>Short text; visual icons; 2-option choices; sentence stems; verbal/scribed response; typing option; no personal belief disclosure required.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  <a:p xmlns:a="http://schemas.openxmlformats.org/drawingml/2006/main">
            <a:r>
              <a:t>ONS Religion England and Wales Census 2021: https://www.ons.gov.uk/peoplepopulationandcommunity/culturalidentity/religion/bulletins/religionenglandandwales/census2021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can begin without previous learning. Word help: religion means an organised set of beliefs, practices and community.</a:t>
            </a:r>
          </a:p>
          <a:p xmlns:a="http://schemas.openxmlformats.org/drawingml/2006/main">
            <a:r>
              <a:t>Use the reminder strip or talk it through with an adult. Answer: An organised set of beliefs, practices and community</a:t>
            </a:r>
          </a:p>
          <a:p xmlns:a="http://schemas.openxmlformats.org/drawingml/2006/main">
            <a:r>
              <a:t>Choose: An organised set of beliefs, practices and community OR The way a person sees life and what matters. Answer: An organised set of beliefs, practices and community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A,C or read one relevant card together. Answer: Any two, for example Christianity and Humanism.</a:t>
            </a:r>
          </a:p>
          <a:p xmlns:a="http://schemas.openxmlformats.org/drawingml/2006/main">
            <a:r>
              <a:t>Give a reason when ready. Answer: Yes. Everyone has a worldview, religious or not.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community-worldviews map naming two worldviews.</a:t>
            </a:r>
          </a:p>
          <a:p xmlns:a="http://schemas.openxmlformats.org/drawingml/2006/main">
            <a:r>
              <a:t>Short text; visual icons; 2-option choices; sentence stems; verbal/scribed response; typing option; no personal belief disclosure required.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  <a:p xmlns:a="http://schemas.openxmlformats.org/drawingml/2006/main">
            <a:r>
              <a:t>ONS Religion England and Wales Census 2021: https://www.ons.gov.uk/peoplepopulationandcommunity/culturalidentity/religion/bulletins/religionenglandandwales/census2021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community-worldviews map naming two worldviews.</a:t>
            </a:r>
          </a:p>
          <a:p xmlns:a="http://schemas.openxmlformats.org/drawingml/2006/main">
            <a:r>
              <a:t>Short text; visual icons; 2-option choices; sentence stems; verbal/scribed response; typing option; no personal belief disclosure required.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  <a:p xmlns:a="http://schemas.openxmlformats.org/drawingml/2006/main">
            <a:r>
              <a:t>ONS Religion England and Wales Census 2021: https://www.ons.gov.uk/peoplepopulationandcommunity/culturalidentity/religion/bulletins/religionenglandandwales/census2021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community-worldviews map naming two worldviews.</a:t>
            </a:r>
          </a:p>
          <a:p xmlns:a="http://schemas.openxmlformats.org/drawingml/2006/main">
            <a:r>
              <a:t>Short text; visual icons; 2-option choices; sentence stems; verbal/scribed response; typing option; no personal belief disclosure required.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  <a:p xmlns:a="http://schemas.openxmlformats.org/drawingml/2006/main">
            <a:r>
              <a:t>ONS Religion England and Wales Census 2021: https://www.ons.gov.uk/peoplepopulationandcommunity/culturalidentity/religion/bulletins/religionenglandandwales/census2021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community-worldviews map naming two worldviews.</a:t>
            </a:r>
          </a:p>
          <a:p xmlns:a="http://schemas.openxmlformats.org/drawingml/2006/main">
            <a:r>
              <a:t>Short text; visual icons; 2-option choices; sentence stems; verbal/scribed response; typing option; no personal belief disclosure required.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  <a:p xmlns:a="http://schemas.openxmlformats.org/drawingml/2006/main">
            <a:r>
              <a:t>ONS Religion England and Wales Census 2021: https://www.ons.gov.uk/peoplepopulationandcommunity/culturalidentity/religion/bulletins/religionenglandandwales/census2021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community-worldviews map naming two worldviews.</a:t>
            </a:r>
          </a:p>
          <a:p xmlns:a="http://schemas.openxmlformats.org/drawingml/2006/main">
            <a:r>
              <a:t>Short text; visual icons; 2-option choices; sentence stems; verbal/scribed response; typing option; no personal belief disclosure required.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  <a:p xmlns:a="http://schemas.openxmlformats.org/drawingml/2006/main">
            <a:r>
              <a:t>ONS Religion England and Wales Census 2021: https://www.ons.gov.uk/peoplepopulationandcommunity/culturalidentity/religion/bulletins/religionenglandandwales/census2021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One worldview in our community is ___. A clue is ___.</a:t>
            </a:r>
          </a:p>
          <a:p xmlns:a="http://schemas.openxmlformats.org/drawingml/2006/main">
            <a:r>
              <a:t>Match each clue to the worldview it fits. Explain using a named detail.</a:t>
            </a:r>
          </a:p>
          <a:p xmlns:a="http://schemas.openxmlformats.org/drawingml/2006/main">
            <a:r>
              <a:t>Explain why a non-religious person still has a worldview.</a:t>
            </a:r>
          </a:p>
          <a:p xmlns:a="http://schemas.openxmlformats.org/drawingml/2006/main">
            <a:r>
              <a:t>F: community-worldviews map naming two worldviews.</a:t>
            </a:r>
          </a:p>
          <a:p xmlns:a="http://schemas.openxmlformats.org/drawingml/2006/main">
            <a:r>
              <a:t>Short text; visual icons; 2-option choices; sentence stems; verbal/scribed response; typing option; no personal belief disclosure required.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  <a:p xmlns:a="http://schemas.openxmlformats.org/drawingml/2006/main">
            <a:r>
              <a:t>ONS Religion England and Wales Census 2021: https://www.ons.gov.uk/peoplepopulationandcommunity/culturalidentity/religion/bulletins/religionenglandandwales/census2021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Prays before exams and goes to church — Christian — Card A: Hannah goes to church and prays.</a:t>
            </a:r>
          </a:p>
          <a:p xmlns:a="http://schemas.openxmlformats.org/drawingml/2006/main">
            <a:r>
              <a:t>Fasts in Ramadan — Muslim — Card B: Imran fasts in Ramadan.</a:t>
            </a:r>
          </a:p>
          <a:p xmlns:a="http://schemas.openxmlformats.org/drawingml/2006/main">
            <a:r>
              <a:t>Uses reason and kindness, follows no religion — Humanist — Card C: Ellie is non-religious and a Humanist.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One worldview in our community is ___. A clue is ___. Complete the organiser one space at a time. One worldview in our community is ___. A clue is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community-worldviews map naming two worldviews.</a:t>
            </a:r>
          </a:p>
          <a:p xmlns:a="http://schemas.openxmlformats.org/drawingml/2006/main">
            <a:r>
              <a:t>Short text; visual icons; 2-option choices; sentence stems; verbal/scribed response; typing option; no personal belief disclosure required.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  <a:p xmlns:a="http://schemas.openxmlformats.org/drawingml/2006/main">
            <a:r>
              <a:t>ONS Religion England and Wales Census 2021: https://www.ons.gov.uk/peoplepopulationandcommunity/culturalidentity/religion/bulletins/religionenglandandwales/census2021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worldview in our community is ___. A clue is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community-worldviews map naming two worldviews.</a:t>
            </a:r>
          </a:p>
          <a:p xmlns:a="http://schemas.openxmlformats.org/drawingml/2006/main">
            <a:r>
              <a:t>Short text; visual icons; 2-option choices; sentence stems; verbal/scribed response; typing option; no personal belief disclosure required.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  <a:p xmlns:a="http://schemas.openxmlformats.org/drawingml/2006/main">
            <a:r>
              <a:t>ONS Religion England and Wales Census 2021: https://www.ons.gov.uk/peoplepopulationandcommunity/culturalidentity/religion/bulletins/religionenglandandwales/census2021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a non-religious person still has a worldview.</a:t>
            </a:r>
          </a:p>
          <a:p xmlns:a="http://schemas.openxmlformats.org/drawingml/2006/main">
            <a:r>
              <a:t>F: community-worldviews map naming two worldviews.</a:t>
            </a:r>
          </a:p>
          <a:p xmlns:a="http://schemas.openxmlformats.org/drawingml/2006/main">
            <a:r>
              <a:t>Short text; visual icons; 2-option choices; sentence stems; verbal/scribed response; typing option; no personal belief disclosure required.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  <a:p xmlns:a="http://schemas.openxmlformats.org/drawingml/2006/main">
            <a:r>
              <a:t>ONS Religion England and Wales Census 2021: https://www.ons.gov.uk/peoplepopulationandcommunity/culturalidentity/religion/bulletins/religionenglandandwales/census2021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community-worldviews map naming two worldviews.</a:t>
            </a:r>
          </a:p>
          <a:p xmlns:a="http://schemas.openxmlformats.org/drawingml/2006/main">
            <a:r>
              <a:t>Short text; visual icons; 2-option choices; sentence stems; verbal/scribed response; typing option; no personal belief disclosure required.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  <a:p xmlns:a="http://schemas.openxmlformats.org/drawingml/2006/main">
            <a:r>
              <a:t>ONS Religion England and Wales Census 2021: https://www.ons.gov.uk/peoplepopulationandcommunity/culturalidentity/religion/bulletins/religionenglandandwales/census2021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Any two, for example Christianity and Humanism.</a:t>
            </a:r>
          </a:p>
          <a:p xmlns:a="http://schemas.openxmlformats.org/drawingml/2006/main">
            <a:r>
              <a:t>Yes. Everyone has a worldview, religious or not.</a:t>
            </a:r>
          </a:p>
          <a:p xmlns:a="http://schemas.openxmlformats.org/drawingml/2006/main">
            <a:r>
              <a:t>Support: One worldview in our community is ___. A clue is ___.</a:t>
            </a:r>
          </a:p>
          <a:p xmlns:a="http://schemas.openxmlformats.org/drawingml/2006/main">
            <a:r>
              <a:t>Extension: Explain why a non-religious person still has a worldview.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community-worldviews map naming two worldviews.</a:t>
            </a:r>
          </a:p>
          <a:p xmlns:a="http://schemas.openxmlformats.org/drawingml/2006/main">
            <a:r>
              <a:t>Short text; visual icons; 2-option choices; sentence stems; verbal/scribed response; typing option; no personal belief disclosure required.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  <a:p xmlns:a="http://schemas.openxmlformats.org/drawingml/2006/main">
            <a:r>
              <a:t>ONS Religion England and Wales Census 2021: https://www.ons.gov.uk/peoplepopulationandcommunity/culturalidentity/religion/bulletins/religionenglandandwales/census2021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community-worldviews map naming two worldviews.</a:t>
            </a:r>
          </a:p>
          <a:p xmlns:a="http://schemas.openxmlformats.org/drawingml/2006/main">
            <a:r>
              <a:t>Short text; visual icons; 2-option choices; sentence stems; verbal/scribed response; typing option; no personal belief disclosure required.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  <a:p xmlns:a="http://schemas.openxmlformats.org/drawingml/2006/main">
            <a:r>
              <a:t>ONS Religion England and Wales Census 2021: https://www.ons.gov.uk/peoplepopulationandcommunity/culturalidentity/religion/bulletins/religionenglandandwales/census2021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community-worldviews map naming two worldviews.</a:t>
            </a:r>
          </a:p>
          <a:p xmlns:a="http://schemas.openxmlformats.org/drawingml/2006/main">
            <a:r>
              <a:t>Short text; visual icons; 2-option choices; sentence stems; verbal/scribed response; typing option; no personal belief disclosure required.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  <a:p xmlns:a="http://schemas.openxmlformats.org/drawingml/2006/main">
            <a:r>
              <a:t>ONS Religion England and Wales Census 2021: https://www.ons.gov.uk/peoplepopulationandcommunity/culturalidentity/religion/bulletins/religionenglandandwales/census2021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community-worldviews map naming two worldviews.</a:t>
            </a:r>
          </a:p>
          <a:p xmlns:a="http://schemas.openxmlformats.org/drawingml/2006/main">
            <a:r>
              <a:t>Short text; visual icons; 2-option choices; sentence stems; verbal/scribed response; typing option; no personal belief disclosure required.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Humanists UK explanation of Humanism: https://humanists.uk/humanism/</a:t>
            </a:r>
          </a:p>
          <a:p xmlns:a="http://schemas.openxmlformats.org/drawingml/2006/main">
            <a:r>
              <a:t>Sikh Coalition introduction to Sikh beliefs and practice: https://www.sikhcoalition.org/about-sikhs/</a:t>
            </a:r>
          </a:p>
          <a:p xmlns:a="http://schemas.openxmlformats.org/drawingml/2006/main">
            <a:r>
              <a:t>ONS Religion England and Wales Census 2021: https://www.ons.gov.uk/peoplepopulationandcommunity/culturalidentity/religion/bulletins/religionenglandandwales/census2021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279a0d1f1c34a5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ea69acab5b24a1c" Type="http://schemas.openxmlformats.org/officeDocument/2006/relationships/slideLayout" Target="../slideLayouts/slideLayout1.xml"/><Relationship Id="Refc9c5204c6b4bdd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a69acab5b24a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41b14647ad24a5e" Type="http://schemas.openxmlformats.org/officeDocument/2006/relationships/slideLayout" Target="../slideLayouts/slideLayout1.xml"/><Relationship Id="R35d715d7ad6a446e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35ec969b027b4210" Type="http://schemas.openxmlformats.org/officeDocument/2006/relationships/notesSlide" Target="../notesSlides/notesSlide2.xml"/><Relationship Id="Rbe7f518888564f95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d8536c9f2bf24316" Type="http://schemas.openxmlformats.org/officeDocument/2006/relationships/slideLayout" Target="../slideLayouts/slideLayout1.xml"/><Relationship Id="Rdc2f1bbc2dd040f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b2876a530ca443d" Type="http://schemas.openxmlformats.org/officeDocument/2006/relationships/slideLayout" Target="../slideLayouts/slideLayout1.xml"/><Relationship Id="R8610699577f74e1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f3c8b4f277dc4741" Type="http://schemas.openxmlformats.org/officeDocument/2006/relationships/notesSlide" Target="../notesSlides/notesSlide5.xml"/><Relationship Id="Rf8bf0e277f3e486c" Type="http://schemas.openxmlformats.org/officeDocument/2006/relationships/slideLayout" Target="../slideLayouts/slideLayout1.xml"/><Relationship Id="Rfcca94ddf1c2414f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0a9ee5ce1a7d4bd6" Type="http://schemas.openxmlformats.org/officeDocument/2006/relationships/notesSlide" Target="../notesSlides/notesSlide6.xml"/><Relationship Id="R98921fbe76654a0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4f67a9aac96d4c0c" Type="http://schemas.openxmlformats.org/officeDocument/2006/relationships/slideLayout" Target="../slideLayouts/slideLayout1.xml"/><Relationship Id="R61741ec2c22f403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58304716e93a409c" Type="http://schemas.openxmlformats.org/officeDocument/2006/relationships/notesSlide" Target="../notesSlides/notesSlide8.xml"/><Relationship Id="R8384270bb43d432d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f4f9a854efc74e9e" Type="http://schemas.openxmlformats.org/officeDocument/2006/relationships/notesSlide" Target="../notesSlides/notesSlide9.xml"/><Relationship Id="Rfe13f951198c471a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30fbd4b0d52f42f0" Type="http://schemas.openxmlformats.org/officeDocument/2006/relationships/slideLayout" Target="../slideLayouts/slideLayout1.xml"/><Relationship Id="R7c7a640ac73e4fcd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b05924e5b7374c1a" Type="http://schemas.openxmlformats.org/officeDocument/2006/relationships/notesSlide" Target="../notesSlides/notesSlide11.xml"/><Relationship Id="Rc77f39fb206944f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2028be895aa34a86" Type="http://schemas.openxmlformats.org/officeDocument/2006/relationships/notesSlide" Target="../notesSlides/notesSlide12.xml"/><Relationship Id="Rcaf8b0a8549d467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042c5146b0624668" Type="http://schemas.openxmlformats.org/officeDocument/2006/relationships/notesSlide" Target="../notesSlides/notesSlide13.xml"/><Relationship Id="R9c808d707af44f0e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6608babad0d24e36" Type="http://schemas.openxmlformats.org/officeDocument/2006/relationships/notesSlide" Target="../notesSlides/notesSlide14.xml"/><Relationship Id="R9c365205b6934269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20ddb22f695c4658" Type="http://schemas.openxmlformats.org/officeDocument/2006/relationships/notesSlide" Target="../notesSlides/notesSlide15.xml"/><Relationship Id="Rc71d49fdaf20459b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47058808c65f4776" Type="http://schemas.openxmlformats.org/officeDocument/2006/relationships/slideLayout" Target="../slideLayouts/slideLayout1.xml"/><Relationship Id="Rd816c665018f4e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24cb4388f58f45c6" Type="http://schemas.openxmlformats.org/officeDocument/2006/relationships/slideLayout" Target="../slideLayouts/slideLayout1.xml"/><Relationship Id="R303b597741fa48e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47089f43a3c448a9" Type="http://schemas.openxmlformats.org/officeDocument/2006/relationships/notesSlide" Target="../notesSlides/notesSlide18.xml"/><Relationship Id="R5c6d85bc94974e3f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309f741893554cde" Type="http://schemas.openxmlformats.org/officeDocument/2006/relationships/slideLayout" Target="../slideLayouts/slideLayout1.xml"/><Relationship Id="Re70e210965574b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29c37c8eff56441c" Type="http://schemas.openxmlformats.org/officeDocument/2006/relationships/notesSlide" Target="../notesSlides/notesSlide20.xml"/><Relationship Id="R806af12f39bd4ac4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887C4-5D2E-479B-8E63-3FB1910B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Beliefs and worldviews in our community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174C1-B445-4A95-9092-4AD0E13F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A897E-BB7C-47EA-8DEA-7CBBA73B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Identify different beliefs and worldviews in our community.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EA8EA-FC45-433A-A8A7-11E03E6D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RE &amp; World Views / Autumn 1 / 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B5509-DC91-48AB-9FE8-3BD93D78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8567436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D2DAE-FE7B-41D6-A6A4-DCD03922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1C6A7-E53D-41E8-9B96-3810BEC2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BF1F8-6CC7-4C0A-A11D-88395B33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religion mean?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7106B-BA50-4EA9-8D12-CDA374D2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religion?</a:t>
            </a:r>
          </a:p>
        </p:txBody>
      </p:sp>
    </p:spTree>
    <p:extLst>
      <p:ext uri="{BB962C8B-B14F-4D97-AF65-F5344CB8AC3E}">
        <p14:creationId xmlns:p14="http://schemas.microsoft.com/office/powerpoint/2010/main" val="897721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D774E-A477-4A04-80D2-F8DEF84F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7EA43-2191-49C4-BE31-DD80A813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07328-EA15-47CA-B0EF-9B545252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Name two different worldviews found in Britain.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3C64F-43CF-4E49-9C38-9C09349E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a non-religious person have beliefs and values?</a:t>
            </a:r>
          </a:p>
        </p:txBody>
      </p:sp>
    </p:spTree>
    <p:extLst>
      <p:ext uri="{BB962C8B-B14F-4D97-AF65-F5344CB8AC3E}">
        <p14:creationId xmlns:p14="http://schemas.microsoft.com/office/powerpoint/2010/main" val="1778930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A9E0C-3DFD-42E0-9D35-5F154CDD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1036E-D25B-4646-9145-70238DDC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82B17-B6F7-4DF9-B3F5-9F98DB7C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religion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organised set of beliefs, practices and community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4DD39-CA08-42EB-BB98-00C30028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worldview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way a person sees life and what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C2869-3DE5-450C-A4ED-18D8E360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religious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Following a religion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807D0-41AF-4352-9DE6-EED2C505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non-religious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Not following a religion, but still holding beliefs and values</a:t>
            </a:r>
          </a:p>
        </p:txBody>
      </p:sp>
    </p:spTree>
    <p:extLst>
      <p:ext uri="{BB962C8B-B14F-4D97-AF65-F5344CB8AC3E}">
        <p14:creationId xmlns:p14="http://schemas.microsoft.com/office/powerpoint/2010/main" val="5597222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60830-114A-4BC5-A669-0CAF3A75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22709-FD0B-42AE-9DC2-80AA4AE7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a94ddf1c2414f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E0379-7FE5-4816-99F2-98CC8BF6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01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Religious, non-religious or unsure?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BD426-AE7A-4577-846D-2A57ADAF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0255"/>
            <a:ext cx="1108710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each image idea. Talk about where it belongs. Some are unsure, and that is fine.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34FFB-282C-4397-8580-329B5230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8465"/>
            <a:ext cx="1108710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One worldview in our community is ___. A clue is ___.</a:t>
            </a:r>
          </a:p>
        </p:txBody>
      </p:sp>
    </p:spTree>
    <p:extLst>
      <p:ext uri="{BB962C8B-B14F-4D97-AF65-F5344CB8AC3E}">
        <p14:creationId xmlns:p14="http://schemas.microsoft.com/office/powerpoint/2010/main" val="57296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EB39A-A73D-445E-AB18-1F4DB920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A7481-1EAB-4C37-944B-A66F556F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6F8C5-5E78-4F6D-BDDB-D4FBEA5D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Name two different worldviews found in Britain.</a:t>
            </a:r>
          </a:p>
        </p:txBody>
      </p:sp>
    </p:spTree>
    <p:extLst>
      <p:ext uri="{BB962C8B-B14F-4D97-AF65-F5344CB8AC3E}">
        <p14:creationId xmlns:p14="http://schemas.microsoft.com/office/powerpoint/2010/main" val="14063712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86B85-209B-4544-B2A5-70CCFBF2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A998B-7E22-4463-91CD-04CB69B3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9382F-071B-43AC-B475-8225FCBB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Hannah: Fictional profile: Hannah is 14 and Christian. She goes to church with her gran and prays before exams. She says her faith helps her stay calm. C Ellie: Fictional profile: Ellie is 14 and non-religious. She calls herself a Humanist. She thinks people should use reason and kindness to decide what is right.</a:t>
            </a:r>
          </a:p>
        </p:txBody>
      </p:sp>
    </p:spTree>
    <p:extLst>
      <p:ext uri="{BB962C8B-B14F-4D97-AF65-F5344CB8AC3E}">
        <p14:creationId xmlns:p14="http://schemas.microsoft.com/office/powerpoint/2010/main" val="20386343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96040-566E-41DE-9BAF-16CE109B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F7926-645B-4F9D-BEB6-2ACABF46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3CDD5-6B6C-40DF-8FA5-8D254E3E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Any two, for example Christianity and Humanism.</a:t>
            </a:r>
          </a:p>
        </p:txBody>
      </p:sp>
    </p:spTree>
    <p:extLst>
      <p:ext uri="{BB962C8B-B14F-4D97-AF65-F5344CB8AC3E}">
        <p14:creationId xmlns:p14="http://schemas.microsoft.com/office/powerpoint/2010/main" val="2856397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B62FB-A551-4519-A8AC-C1DA39CC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69DBD-B99B-418E-BDF2-F545CE80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016C1-1480-41F6-A201-BD84B437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a non-religious person have beliefs and values? Yes. Everyone has a worldview, religious or not.</a:t>
            </a:r>
          </a:p>
        </p:txBody>
      </p:sp>
    </p:spTree>
    <p:extLst>
      <p:ext uri="{BB962C8B-B14F-4D97-AF65-F5344CB8AC3E}">
        <p14:creationId xmlns:p14="http://schemas.microsoft.com/office/powerpoint/2010/main" val="4665387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3D38A-3E2C-47E4-AEF7-76DED714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14D1B-031B-461E-B714-C86C9B50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D09BD-43AA-4854-9D9A-0F517000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Match each clue to the worldview it fits.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B3291-7BDE-46A3-BD1F-36054634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which word in the clue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FFE3B-E9AB-4709-A3A3-2A2EB885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4542799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14C4E-2354-4078-8361-94E5C2E6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98FE6-ED54-460D-8442-E3E85665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68132-E4D0-489D-8781-812CCF55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Prays before exams and goes to church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05446-A401-4142-9821-99059F68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Fasts in Ramadan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0DFFE-25AE-497D-99D1-038D1335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Uses reason and kindness, follows no religion</a:t>
            </a:r>
          </a:p>
        </p:txBody>
      </p:sp>
    </p:spTree>
    <p:extLst>
      <p:ext uri="{BB962C8B-B14F-4D97-AF65-F5344CB8AC3E}">
        <p14:creationId xmlns:p14="http://schemas.microsoft.com/office/powerpoint/2010/main" val="16614865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1A3F7-4F90-454E-A559-5DA0B6F1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F312A-1C42-48F6-A20F-95355C75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E62B2-89A0-49D5-9FC4-559BE94F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 two profile cards on the community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C3195-DBED-4969-82CD-0C53FBA7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Label each with its worldview from the word bank.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2FC19-F501-4837-85A4-8170D398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clue for each.</a:t>
            </a:r>
          </a:p>
        </p:txBody>
      </p:sp>
    </p:spTree>
    <p:extLst>
      <p:ext uri="{BB962C8B-B14F-4D97-AF65-F5344CB8AC3E}">
        <p14:creationId xmlns:p14="http://schemas.microsoft.com/office/powerpoint/2010/main" val="5612530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7A841-EC7D-4863-B672-6E397396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2FCEB-8C41-4046-A617-1F2BB285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867A8-9F1B-4971-825D-A2F6D89D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 the three fictional profiles on the community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28041-E300-4F2C-80B8-1034F32D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Label each worldview.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4AAEA-118F-444A-A42F-A91131F6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one clue from each profile.</a:t>
            </a:r>
          </a:p>
        </p:txBody>
      </p:sp>
    </p:spTree>
    <p:extLst>
      <p:ext uri="{BB962C8B-B14F-4D97-AF65-F5344CB8AC3E}">
        <p14:creationId xmlns:p14="http://schemas.microsoft.com/office/powerpoint/2010/main" val="10683990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5CBE0-1101-4B67-8F2F-8BCCC5D2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707FA-DB04-4FF3-8974-29496E52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67D5B-8877-4162-A0D2-C94ABE47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the map with all three profiles and clues.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70728-04EF-44EE-8D11-85C5107C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one fact from the census card.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6BC03-72C3-4D65-929A-8CDDDF20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what a census cannot tell us about belief.</a:t>
            </a:r>
          </a:p>
        </p:txBody>
      </p:sp>
    </p:spTree>
    <p:extLst>
      <p:ext uri="{BB962C8B-B14F-4D97-AF65-F5344CB8AC3E}">
        <p14:creationId xmlns:p14="http://schemas.microsoft.com/office/powerpoint/2010/main" val="4842449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7131C-7C9B-45DC-B865-83591B88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FC443-11F9-46A8-B336-CFCDA0B6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952C9-EDEB-4147-9ED1-A7FEFEDB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community-worldviews map naming two worldviews.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98B6B-BAFD-49E6-B5D1-5C0A2FC6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E9D9F-6280-46F4-93F9-AF922B96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3178691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12C19-EBFD-4C4A-B906-DCEF8BBF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8CCA2-3C5A-433A-8725-7A8BDC35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7508A-13AB-4AC2-9047-FA281F91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Name two different worldviews found in Britain.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FF118-71DC-47FF-827B-67252264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a non-religious person have beliefs and values?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86333-2884-4F29-AEB3-809C34E2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7702240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20454-E5A0-4572-BF64-D23C13CD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Hannah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39458-E2E5-4705-BD2F-5551A3E1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42086-CB9E-4F92-AD7D-35454351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profile: Hannah is 14 and Christian. She goes to church with her gran and prays before exams. She says her faith helps her stay calm.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B8F7A6-4E80-4F55-B906-2751D3B5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EA732-3AAC-4212-B21C-183A6AF7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20756280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19044-D797-457C-AC64-71B78DB7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Imran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62FA7-C760-49AE-A544-186BC038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93EA0-6D5F-429E-83E1-CB652D10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profile: Imran is 15 and Muslim. He prays, fasts in Ramadan and helps at a mosque food bank.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A7599-305D-49CE-83A7-5D4DF91B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BC8BE-5D02-4CA3-96B6-1798268F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11417570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B35B0-F006-410F-BF88-072F92DC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Ellie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1757B-36C5-4CFF-9D8E-C169670C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2CB20-AC39-4BA0-9341-26B3D952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profile: Ellie is 14 and non-religious. She calls herself a Humanist. She thinks people should use reason and kindness to decide what is right.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D56DE-7DE4-40D3-9006-A2A795C9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25884-0AE9-4C89-B0F3-45BD44EA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12585103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B575F-E3A4-40F3-B2D9-97CDF048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Worldviews in Britain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154D1-F57C-4FBC-BF60-4ABC63DE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RE &amp; World Views  Autumn 1  W1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C1213-7730-4269-83E9-0F2B1F4D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2021 census for England and Wales found Christianity was the most common religion, and about 37% of people said they had no religion. Islam, Hinduism, Sikhism, Judaism and Buddhism were also recorded.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549FB-7664-40EF-BA0E-8256D29D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 of Office for National Statistics census 2021 headline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97079-61E0-4919-9444-9F0B224A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census counts what people tick. It cannot show how they live their beliefs.</a:t>
            </a:r>
          </a:p>
        </p:txBody>
      </p:sp>
    </p:spTree>
    <p:extLst>
      <p:ext uri="{BB962C8B-B14F-4D97-AF65-F5344CB8AC3E}">
        <p14:creationId xmlns:p14="http://schemas.microsoft.com/office/powerpoint/2010/main" val="2127307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2026-09-19T18:22:04.0010000Z</dcterms:created>
  <dcterms:modified xsi:type="dcterms:W3CDTF">2026-09-19T18:22:04.0010000Z</dcterms:modified>
</coreProperties>
</file>