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1eaf601d35e404a" Type="http://schemas.openxmlformats.org/package/2006/relationships/metadata/core-properties" Target="docProps/core.xml"/><Relationship Id="R866277f5ec1e4918" Type="http://schemas.openxmlformats.org/officeDocument/2006/relationships/officeDocument" Target="ppt/presentation.xml"/><Relationship Id="Rd8071649efce442a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2fc979cc3d4215"/>
  </p:sldMasterIdLst>
  <p:notesMasterIdLst>
    <p:notesMasterId xmlns:r="http://schemas.openxmlformats.org/officeDocument/2006/relationships" r:id="R198bdb21b9f64700"/>
  </p:notesMasterIdLst>
  <p:sldIdLst>
    <p:sldId xmlns:r="http://schemas.openxmlformats.org/officeDocument/2006/relationships" id="256" r:id="R02604d70335b4d15"/>
    <p:sldId xmlns:r="http://schemas.openxmlformats.org/officeDocument/2006/relationships" id="257" r:id="Rb8223c08db2848a5"/>
    <p:sldId xmlns:r="http://schemas.openxmlformats.org/officeDocument/2006/relationships" id="258" r:id="R9d8ed9596ba94ca0"/>
    <p:sldId xmlns:r="http://schemas.openxmlformats.org/officeDocument/2006/relationships" id="259" r:id="Rdca1f6db34034bd5"/>
    <p:sldId xmlns:r="http://schemas.openxmlformats.org/officeDocument/2006/relationships" id="260" r:id="R8d426c2056b9443b"/>
    <p:sldId xmlns:r="http://schemas.openxmlformats.org/officeDocument/2006/relationships" id="261" r:id="R36f3e0bf0dee4952"/>
    <p:sldId xmlns:r="http://schemas.openxmlformats.org/officeDocument/2006/relationships" id="262" r:id="R49555343383a4795"/>
    <p:sldId xmlns:r="http://schemas.openxmlformats.org/officeDocument/2006/relationships" id="263" r:id="Ra701d86bb8144e61"/>
    <p:sldId xmlns:r="http://schemas.openxmlformats.org/officeDocument/2006/relationships" id="264" r:id="R03907b1937c64254"/>
    <p:sldId xmlns:r="http://schemas.openxmlformats.org/officeDocument/2006/relationships" id="265" r:id="Red92d225bcce4e16"/>
    <p:sldId xmlns:r="http://schemas.openxmlformats.org/officeDocument/2006/relationships" id="266" r:id="R3c2c67eacd064279"/>
    <p:sldId xmlns:r="http://schemas.openxmlformats.org/officeDocument/2006/relationships" id="267" r:id="R86b4d3df8a464aa9"/>
    <p:sldId xmlns:r="http://schemas.openxmlformats.org/officeDocument/2006/relationships" id="268" r:id="R49c1bbbe300f4030"/>
    <p:sldId xmlns:r="http://schemas.openxmlformats.org/officeDocument/2006/relationships" id="269" r:id="Rb2ec6e8637ed47bd"/>
    <p:sldId xmlns:r="http://schemas.openxmlformats.org/officeDocument/2006/relationships" id="270" r:id="Rfc30a841e56b41af"/>
    <p:sldId xmlns:r="http://schemas.openxmlformats.org/officeDocument/2006/relationships" id="271" r:id="Rb2dff8e739994c65"/>
    <p:sldId xmlns:r="http://schemas.openxmlformats.org/officeDocument/2006/relationships" id="272" r:id="Rcbe29e242c75468a"/>
    <p:sldId xmlns:r="http://schemas.openxmlformats.org/officeDocument/2006/relationships" id="273" r:id="R3e6952e32f114539"/>
    <p:sldId xmlns:r="http://schemas.openxmlformats.org/officeDocument/2006/relationships" id="274" r:id="Rb389ed4927544a20"/>
    <p:sldId xmlns:r="http://schemas.openxmlformats.org/officeDocument/2006/relationships" id="275" r:id="R9320d92c706b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604d70335b4d15" Type="http://schemas.openxmlformats.org/officeDocument/2006/relationships/slide" Target="slides/slide1.xml"/><Relationship Id="R03907b1937c64254" Type="http://schemas.openxmlformats.org/officeDocument/2006/relationships/slide" Target="slides/slide9.xml"/><Relationship Id="R198bdb21b9f64700" Type="http://schemas.openxmlformats.org/officeDocument/2006/relationships/notesMaster" Target="notesMasters/notesMaster1.xml"/><Relationship Id="R1f0b878cfb0f4dc8" Type="http://schemas.openxmlformats.org/officeDocument/2006/relationships/theme" Target="theme/theme1.xml"/><Relationship Id="R36f3e0bf0dee4952" Type="http://schemas.openxmlformats.org/officeDocument/2006/relationships/slide" Target="slides/slide6.xml"/><Relationship Id="R3c2c67eacd064279" Type="http://schemas.openxmlformats.org/officeDocument/2006/relationships/slide" Target="slides/slide11.xml"/><Relationship Id="R3e6952e32f114539" Type="http://schemas.openxmlformats.org/officeDocument/2006/relationships/slide" Target="slides/slide18.xml"/><Relationship Id="R49555343383a4795" Type="http://schemas.openxmlformats.org/officeDocument/2006/relationships/slide" Target="slides/slide7.xml"/><Relationship Id="R49c1bbbe300f4030" Type="http://schemas.openxmlformats.org/officeDocument/2006/relationships/slide" Target="slides/slide13.xml"/><Relationship Id="R86b4d3df8a464aa9" Type="http://schemas.openxmlformats.org/officeDocument/2006/relationships/slide" Target="slides/slide12.xml"/><Relationship Id="R8d426c2056b9443b" Type="http://schemas.openxmlformats.org/officeDocument/2006/relationships/slide" Target="slides/slide5.xml"/><Relationship Id="R9320d92c706b485a" Type="http://schemas.openxmlformats.org/officeDocument/2006/relationships/slide" Target="slides/slide20.xml"/><Relationship Id="R9d8ed9596ba94ca0" Type="http://schemas.openxmlformats.org/officeDocument/2006/relationships/slide" Target="slides/slide3.xml"/><Relationship Id="Ra701d86bb8144e61" Type="http://schemas.openxmlformats.org/officeDocument/2006/relationships/slide" Target="slides/slide8.xml"/><Relationship Id="Rb2dff8e739994c65" Type="http://schemas.openxmlformats.org/officeDocument/2006/relationships/slide" Target="slides/slide16.xml"/><Relationship Id="Rb2ec6e8637ed47bd" Type="http://schemas.openxmlformats.org/officeDocument/2006/relationships/slide" Target="slides/slide14.xml"/><Relationship Id="Rb389ed4927544a20" Type="http://schemas.openxmlformats.org/officeDocument/2006/relationships/slide" Target="slides/slide19.xml"/><Relationship Id="Rb8223c08db2848a5" Type="http://schemas.openxmlformats.org/officeDocument/2006/relationships/slide" Target="slides/slide2.xml"/><Relationship Id="Rcbe29e242c75468a" Type="http://schemas.openxmlformats.org/officeDocument/2006/relationships/slide" Target="slides/slide17.xml"/><Relationship Id="Rdca1f6db34034bd5" Type="http://schemas.openxmlformats.org/officeDocument/2006/relationships/slide" Target="slides/slide4.xml"/><Relationship Id="Re9b591bf8ce24f02" Type="http://schemas.openxmlformats.org/officeDocument/2006/relationships/tableStyles" Target="tableStyles.xml"/><Relationship Id="Reae7b21e5d524db4" Type="http://schemas.openxmlformats.org/officeDocument/2006/relationships/presProps" Target="presProps.xml"/><Relationship Id="Red92d225bcce4e16" Type="http://schemas.openxmlformats.org/officeDocument/2006/relationships/slide" Target="slides/slide10.xml"/><Relationship Id="Rf12fc979cc3d4215" Type="http://schemas.openxmlformats.org/officeDocument/2006/relationships/slideMaster" Target="slideMasters/slideMaster1.xml"/><Relationship Id="Rfc30a841e56b41af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ea294fe34c7d4f5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e4820ca0c585418d" Type="http://schemas.openxmlformats.org/officeDocument/2006/relationships/notesMaster" Target="../notesMasters/notesMaster1.xml"/><Relationship Id="Re5c02dd9b1e64ef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f788d690647417a" Type="http://schemas.openxmlformats.org/officeDocument/2006/relationships/notesMaster" Target="../notesMasters/notesMaster1.xml"/><Relationship Id="R80348c2a57554e8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43577a10de04d70" Type="http://schemas.openxmlformats.org/officeDocument/2006/relationships/notesMaster" Target="../notesMasters/notesMaster1.xml"/><Relationship Id="R16d5cc1cd48b4e5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f88f780e5d54e8a" Type="http://schemas.openxmlformats.org/officeDocument/2006/relationships/notesMaster" Target="../notesMasters/notesMaster1.xml"/><Relationship Id="Re3e6445551a548c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b447043e79547f2" Type="http://schemas.openxmlformats.org/officeDocument/2006/relationships/notesMaster" Target="../notesMasters/notesMaster1.xml"/><Relationship Id="R9ddb84d3741b4d9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c62dee0f58642aa" Type="http://schemas.openxmlformats.org/officeDocument/2006/relationships/notesMaster" Target="../notesMasters/notesMaster1.xml"/><Relationship Id="R875caa758eed4e9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d09e694f83d422e" Type="http://schemas.openxmlformats.org/officeDocument/2006/relationships/slide" Target="../slides/slide7.xml"/><Relationship Id="Rc63c3aeb64cc4d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989b1c616c045a3" Type="http://schemas.openxmlformats.org/officeDocument/2006/relationships/notesMaster" Target="../notesMasters/notesMaster1.xml"/><Relationship Id="Rd8f9a695416145e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ca6b1b93b3f4e1a" Type="http://schemas.openxmlformats.org/officeDocument/2006/relationships/slide" Target="../slides/slide9.xml"/><Relationship Id="R95dfeabe45104cb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999010795b24c4a" Type="http://schemas.openxmlformats.org/officeDocument/2006/relationships/notesMaster" Target="../notesMasters/notesMaster1.xml"/><Relationship Id="Rabc1d2d82ba84f9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132dd0f6c9b4684" Type="http://schemas.openxmlformats.org/officeDocument/2006/relationships/slide" Target="../slides/slide11.xml"/><Relationship Id="Rb33b6e2e6d764ea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9ed96e691594d3b" Type="http://schemas.openxmlformats.org/officeDocument/2006/relationships/slide" Target="../slides/slide12.xml"/><Relationship Id="Re7de95057d1746ec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f3ef8d396a34089" Type="http://schemas.openxmlformats.org/officeDocument/2006/relationships/notesMaster" Target="../notesMasters/notesMaster1.xml"/><Relationship Id="R8d660b8180f74e9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b4361aee60d84121" Type="http://schemas.openxmlformats.org/officeDocument/2006/relationships/slide" Target="../slides/slide14.xml"/><Relationship Id="Rfa7868835bfb4dc7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e9c7fd2705747e1" Type="http://schemas.openxmlformats.org/officeDocument/2006/relationships/notesMaster" Target="../notesMasters/notesMaster1.xml"/><Relationship Id="Rb08e6c39dfaa4397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c772c4569bf4d25" Type="http://schemas.openxmlformats.org/officeDocument/2006/relationships/notesMaster" Target="../notesMasters/notesMaster1.xml"/><Relationship Id="Rd383a00e50904a7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075d107c8a5f48d5" Type="http://schemas.openxmlformats.org/officeDocument/2006/relationships/notesMaster" Target="../notesMasters/notesMaster1.xml"/><Relationship Id="R6ab6468144d94767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d76fa10a43544a7" Type="http://schemas.openxmlformats.org/officeDocument/2006/relationships/notesMaster" Target="../notesMasters/notesMaster1.xml"/><Relationship Id="R506b186b4add4e88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0a9e8280895c4bb2" Type="http://schemas.openxmlformats.org/officeDocument/2006/relationships/slide" Target="../slides/slide19.xml"/><Relationship Id="Re9fe0c751b5c49b9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2ae27a85ae134811" Type="http://schemas.openxmlformats.org/officeDocument/2006/relationships/slide" Target="../slides/slide20.xml"/><Relationship Id="R663eb6888ea14b3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example, sharing a meal, praying together or serving others.</a:t>
            </a:r>
          </a:p>
          <a:p xmlns:a="http://schemas.openxmlformats.org/drawingml/2006/main">
            <a:r>
              <a:t>Choose: A building where people meet to worship OR A part of a building with a job to do. Answer: A building where people meet to worship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For example, the mihrab shows the direction of Makkah for prayer.</a:t>
            </a:r>
          </a:p>
          <a:p xmlns:a="http://schemas.openxmlformats.org/drawingml/2006/main">
            <a:r>
              <a:t>Give a reason when ready. Answer: No. Many also serve the community.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___ is for ___. This shows that ___.</a:t>
            </a:r>
          </a:p>
          <a:p xmlns:a="http://schemas.openxmlformats.org/drawingml/2006/main">
            <a:r>
              <a:t>Inspect each card, then match each feature to its purpose. Explain using a named detail.</a:t>
            </a:r>
          </a:p>
          <a:p xmlns:a="http://schemas.openxmlformats.org/drawingml/2006/main">
            <a:r>
              <a:t>Explain what the features of a building can tell us about what worshippers believe.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Mihrab — Shows the direction of prayer — Card B: it shows the direction of Makkah.</a:t>
            </a:r>
          </a:p>
          <a:p xmlns:a="http://schemas.openxmlformats.org/drawingml/2006/main">
            <a:r>
              <a:t>Washing area — Preparing for prayer — Card C: wudu before prayer.</a:t>
            </a:r>
          </a:p>
          <a:p xmlns:a="http://schemas.openxmlformats.org/drawingml/2006/main">
            <a:r>
              <a:t>Open carpeted floor — Room to pray in rows — Card A: people stand, bow and kneel.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___ is for ___. This shows that ___. Complete the organiser one space at a time. The ___ is for ___. This shows that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___ is for ___. This shows that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what the features of a building can tell us about what worshippers believe.</a:t>
            </a:r>
          </a:p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example, the mihrab shows the direction of Makkah for prayer.</a:t>
            </a:r>
          </a:p>
          <a:p xmlns:a="http://schemas.openxmlformats.org/drawingml/2006/main">
            <a:r>
              <a:t>No. Many also serve the community.</a:t>
            </a:r>
          </a:p>
          <a:p xmlns:a="http://schemas.openxmlformats.org/drawingml/2006/main">
            <a:r>
              <a:t>Support: The ___ is for ___. This shows that ___.</a:t>
            </a:r>
          </a:p>
          <a:p xmlns:a="http://schemas.openxmlformats.org/drawingml/2006/main">
            <a:r>
              <a:t>Extension: Explain what the features of a building can tell us about what worshippers believe.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visitor guide with one feature and its purpose.</a:t>
            </a:r>
          </a:p>
          <a:p xmlns:a="http://schemas.openxmlformats.org/drawingml/2006/main">
            <a:r>
              <a:t>Virtual visit option; image-led task; labels before sentences; reduced feature set; oral explanation; enlarged screenshots if needed.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14b647c3c964dc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34827f0bb054e78" Type="http://schemas.openxmlformats.org/officeDocument/2006/relationships/slideLayout" Target="../slideLayouts/slideLayout1.xml"/><Relationship Id="Ra7c4f51a0955420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827f0bb0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4e7221e5d42498e" Type="http://schemas.openxmlformats.org/officeDocument/2006/relationships/notesSlide" Target="../notesSlides/notesSlide1.xml"/><Relationship Id="R9b1b2d1c220d499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3fcf8a8650624917" Type="http://schemas.openxmlformats.org/officeDocument/2006/relationships/notesSlide" Target="../notesSlides/notesSlide2.xml"/><Relationship Id="Re52a3a0b945c4c6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a835014255244935" Type="http://schemas.openxmlformats.org/officeDocument/2006/relationships/notesSlide" Target="../notesSlides/notesSlide3.xml"/><Relationship Id="Rad60e0d70b364c4b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1ac928f0fe6479b" Type="http://schemas.openxmlformats.org/officeDocument/2006/relationships/notesSlide" Target="../notesSlides/notesSlide4.xml"/><Relationship Id="Ra2dbc7dc3be747d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a4bf386c606a4125" Type="http://schemas.openxmlformats.org/officeDocument/2006/relationships/image" Target="../media/image.png"/><Relationship Id="Rb3a75cde85d8417d" Type="http://schemas.openxmlformats.org/officeDocument/2006/relationships/notesSlide" Target="../notesSlides/notesSlide5.xml"/><Relationship Id="Rcf99b765b6df4c1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42e6334a53c4cd5" Type="http://schemas.openxmlformats.org/officeDocument/2006/relationships/notesSlide" Target="../notesSlides/notesSlide6.xml"/><Relationship Id="Rba5f33cd20e74ef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46aeaa9b7994f78" Type="http://schemas.openxmlformats.org/officeDocument/2006/relationships/slideLayout" Target="../slideLayouts/slideLayout1.xml"/><Relationship Id="Rb1209470bb12469a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8a391d38fbc46f5" Type="http://schemas.openxmlformats.org/officeDocument/2006/relationships/notesSlide" Target="../notesSlides/notesSlide8.xml"/><Relationship Id="R4c126b77582845e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bc12a3fedbd8445a" Type="http://schemas.openxmlformats.org/officeDocument/2006/relationships/slideLayout" Target="../slideLayouts/slideLayout1.xml"/><Relationship Id="Rc44ca8df121a49e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58dba9eae0d4008" Type="http://schemas.openxmlformats.org/officeDocument/2006/relationships/notesSlide" Target="../notesSlides/notesSlide10.xml"/><Relationship Id="R86928e32a75646d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f21efd67c8054fc6" Type="http://schemas.openxmlformats.org/officeDocument/2006/relationships/notesSlide" Target="../notesSlides/notesSlide11.xml"/><Relationship Id="Rf6666f90af5e4ccb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8dc4b2f34e794988" Type="http://schemas.openxmlformats.org/officeDocument/2006/relationships/notesSlide" Target="../notesSlides/notesSlide12.xml"/><Relationship Id="Rd3add8b394e04c8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8fdde174b21f41aa" Type="http://schemas.openxmlformats.org/officeDocument/2006/relationships/slideLayout" Target="../slideLayouts/slideLayout1.xml"/><Relationship Id="Rd9d916dd1e624a3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2d8ba0177604f17" Type="http://schemas.openxmlformats.org/officeDocument/2006/relationships/notesSlide" Target="../notesSlides/notesSlide14.xml"/><Relationship Id="R6593f76019474e2d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cbb599b3e2d4ae0" Type="http://schemas.openxmlformats.org/officeDocument/2006/relationships/notesSlide" Target="../notesSlides/notesSlide15.xml"/><Relationship Id="Rf9a6289c1682410c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f1885dcf65d4d92" Type="http://schemas.openxmlformats.org/officeDocument/2006/relationships/slideLayout" Target="../slideLayouts/slideLayout1.xml"/><Relationship Id="R708f43306a4a43e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ad6aca7d47ab4729" Type="http://schemas.openxmlformats.org/officeDocument/2006/relationships/slideLayout" Target="../slideLayouts/slideLayout1.xml"/><Relationship Id="Rc6ae35beab3048b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55608bd2b4b143fc" Type="http://schemas.openxmlformats.org/officeDocument/2006/relationships/notesSlide" Target="../notesSlides/notesSlide18.xml"/><Relationship Id="Rbda04810ab56401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e04c0b4f80ac4643" Type="http://schemas.openxmlformats.org/officeDocument/2006/relationships/slideLayout" Target="../slideLayouts/slideLayout1.xml"/><Relationship Id="Red4958df68814c7a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16adad5d91644ad6" Type="http://schemas.openxmlformats.org/officeDocument/2006/relationships/notesSlide" Target="../notesSlides/notesSlide20.xml"/><Relationship Id="R4f52d61647bf46a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8D5AB-B184-4036-8200-34BF3EF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Place of worship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67FC2-4232-4911-A25E-20D2C276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F0D71-0942-4E72-88A6-C9C56CA6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key features of a place of worship and explain one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22DB0-1647-4613-B04B-3724CC96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97D40-AECA-4769-88BE-1F0A942A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165371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8AD20-7660-4B22-B17C-9DE547C6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8E906-B219-465C-9D8A-CA059EF1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00E1D-99AE-400B-A869-B2357126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way a faith community can support belonging.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6DC9F-ECD2-49BD-AE3D-52F555F3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place of worship?</a:t>
            </a:r>
          </a:p>
        </p:txBody>
      </p:sp>
    </p:spTree>
    <p:extLst>
      <p:ext uri="{BB962C8B-B14F-4D97-AF65-F5344CB8AC3E}">
        <p14:creationId xmlns:p14="http://schemas.microsoft.com/office/powerpoint/2010/main" val="1174571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6B574-55CB-4141-96A1-651A681A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B90C1-CCD1-4535-8B09-736EB8BF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C57FD-4BCE-47A6-94AE-18C60B25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feature of a mosque and its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316CE-34A7-4104-82D0-12867303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a place of worship used only for worship?</a:t>
            </a:r>
          </a:p>
        </p:txBody>
      </p:sp>
    </p:spTree>
    <p:extLst>
      <p:ext uri="{BB962C8B-B14F-4D97-AF65-F5344CB8AC3E}">
        <p14:creationId xmlns:p14="http://schemas.microsoft.com/office/powerpoint/2010/main" val="1585321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F14A4-FEDD-4BDB-B306-CAC2D9DA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7D81-FBDE-4132-A393-9E03466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28871-3BCE-4ECB-9AAB-56D278EF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of worship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building where people meet to worship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7B721-FA27-4BE3-B02D-554F1F51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part of a building with a job to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05C4E-3E7E-4C07-AF1B-221C949C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purpose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something is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D2BCF-C2ED-4089-89ED-094237B0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mihrab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niche in a mosque wall showing the direction of Makkah</a:t>
            </a:r>
          </a:p>
        </p:txBody>
      </p:sp>
    </p:spTree>
    <p:extLst>
      <p:ext uri="{BB962C8B-B14F-4D97-AF65-F5344CB8AC3E}">
        <p14:creationId xmlns:p14="http://schemas.microsoft.com/office/powerpoint/2010/main" val="1596058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4DE17-BDF8-4E3A-81A5-FEDE89BD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C0328-E86A-4D67-8CD1-FE57B61F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f386c606a4125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E0E2B-F466-4412-8CBC-48540022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Photo reveal: what clues show a place of worship?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52DFD-D78B-4DD3-AD02-954B3C7C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Reveal one clue at a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CAD4C-F2AA-4C1F-BAA7-68E1AC65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The ___ is for ___. This shows that ___.</a:t>
            </a:r>
          </a:p>
        </p:txBody>
      </p:sp>
    </p:spTree>
    <p:extLst>
      <p:ext uri="{BB962C8B-B14F-4D97-AF65-F5344CB8AC3E}">
        <p14:creationId xmlns:p14="http://schemas.microsoft.com/office/powerpoint/2010/main" val="312897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073CC-E13C-41F3-B2A9-C0E1159D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E5224-E853-4724-86EC-05605AB2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21EA6-F2ED-4E26-9716-9348A5C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feature of a mosque and its purpose.</a:t>
            </a:r>
          </a:p>
        </p:txBody>
      </p:sp>
    </p:spTree>
    <p:extLst>
      <p:ext uri="{BB962C8B-B14F-4D97-AF65-F5344CB8AC3E}">
        <p14:creationId xmlns:p14="http://schemas.microsoft.com/office/powerpoint/2010/main" val="358809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9897A-4A3B-4110-BCC0-78495924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A9A64-3CFD-4F5F-BFEB-41EC2BA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2C5AF-CACD-43E2-928F-8FF4C472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Mihrab and minbar: The mihrab is a niche showing the direction of Makkah, which Muslims face to pray. The minbar is a raised platform where the imam gives the Friday talk.</a:t>
            </a:r>
          </a:p>
        </p:txBody>
      </p:sp>
    </p:spTree>
    <p:extLst>
      <p:ext uri="{BB962C8B-B14F-4D97-AF65-F5344CB8AC3E}">
        <p14:creationId xmlns:p14="http://schemas.microsoft.com/office/powerpoint/2010/main" val="1258798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AF1CF-F370-45A3-AA25-78D67BD2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3C040-3133-4475-AF9D-41CC270F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ABF39-8A82-4C8F-8140-225F987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example, the mihrab shows the direction of Makkah for prayer.</a:t>
            </a:r>
          </a:p>
        </p:txBody>
      </p:sp>
    </p:spTree>
    <p:extLst>
      <p:ext uri="{BB962C8B-B14F-4D97-AF65-F5344CB8AC3E}">
        <p14:creationId xmlns:p14="http://schemas.microsoft.com/office/powerpoint/2010/main" val="255584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30304-DD9D-4650-8703-F24151A4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FC137-FAA5-4FA3-9B45-262F49AD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D91F-9ACB-455C-9EBB-E5055FD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a place of worship used only for worship? No. Many also serve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93546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44A48-52A4-440B-9625-2D702D3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BEF9C-649A-4E5A-8E03-A5379DAE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EFF1D-2E5E-4F84-B3FE-9A3F0C85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each card, then match each feature to its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145F9-0B5A-42CF-A299-6B8ACC8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whether the purpose is worship, community or both.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22AEF-C7E7-4A94-9C83-91E325AE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38347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35970-C658-407C-A287-11F6FC11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22E3D-61F6-4810-A349-90AB208F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2638F-8588-4DF8-B39A-2AA676CE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Mihrab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BFC0A-B131-4E82-84F7-49E2B9F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Washing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D362B-2659-4A21-B768-F9B533D8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Open carpeted floor</a:t>
            </a:r>
          </a:p>
        </p:txBody>
      </p:sp>
    </p:spTree>
    <p:extLst>
      <p:ext uri="{BB962C8B-B14F-4D97-AF65-F5344CB8AC3E}">
        <p14:creationId xmlns:p14="http://schemas.microsoft.com/office/powerpoint/2010/main" val="3971379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9561F-D6A8-4051-A42F-3305784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C10D6-363F-493A-8370-8BC1002D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10B8D-7562-4DC9-B7CF-D1379475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two features on the picture using the word bank.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2C5C3-F934-4CB9-9A37-6F99F209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to a purpose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3B36A-341D-4C8A-892B-451FC0C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one purpose aloud.</a:t>
            </a:r>
          </a:p>
        </p:txBody>
      </p:sp>
    </p:spTree>
    <p:extLst>
      <p:ext uri="{BB962C8B-B14F-4D97-AF65-F5344CB8AC3E}">
        <p14:creationId xmlns:p14="http://schemas.microsoft.com/office/powerpoint/2010/main" val="7595919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8B718-EA25-4B66-8E4C-701C484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39B58-8370-447B-9323-F87A9C51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A4636-8E84-46CE-8612-44798B82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three features for your visitor guide.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ACA4B-8EA4-4C44-9D95-D7A197C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the purpose of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69A2A-475E-422C-9EB0-70045590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respectful-visitor tip.</a:t>
            </a:r>
          </a:p>
        </p:txBody>
      </p:sp>
    </p:spTree>
    <p:extLst>
      <p:ext uri="{BB962C8B-B14F-4D97-AF65-F5344CB8AC3E}">
        <p14:creationId xmlns:p14="http://schemas.microsoft.com/office/powerpoint/2010/main" val="800202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1E161-5FBF-480E-A163-EFCAC1A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C1A01-25CE-4E90-8797-358BDA79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0052B-D1FB-4660-A474-28728E6E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visitor guide with three features and purposes.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254A1-67BF-4037-B206-DC7ADB8A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one feature links to a belief.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FF70D-8C4C-4FCD-87A6-12B9CB8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tip and explain why it shows respect.</a:t>
            </a:r>
          </a:p>
        </p:txBody>
      </p:sp>
    </p:spTree>
    <p:extLst>
      <p:ext uri="{BB962C8B-B14F-4D97-AF65-F5344CB8AC3E}">
        <p14:creationId xmlns:p14="http://schemas.microsoft.com/office/powerpoint/2010/main" val="1753825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52169-8996-4BCD-9D36-9ADEBA2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92F59-2AB7-484C-B071-248830F6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CD16F-CDED-4AEE-8D38-7CB62CFC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labelled visitor guide with one feature and its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320CA-AC8A-461E-9CCA-418D603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9A61-1C5E-42E5-A84F-9AE1C70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6673623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19F5A-2B74-4E9E-A0AC-A5FF5736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AD50C-D169-446E-BD03-4E26111A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B73F7-DF0A-4B8A-BDBB-C1C723B6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feature of a mosque and its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C9EBD-E5C6-4763-8E55-66FBE672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 place of worship used only for worship?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98869-3467-423B-A7D6-D97AB3B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301515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77952-CCB4-4458-883F-C9385F5B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Prayer hall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35BB9-9726-48B4-8083-F6A2711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77225-54F3-4B2B-A019-5C3E9C5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mosque prayer halls have open carpeted space for rows of worshippers. Chairs or other adjustments may support people who cannot comfortably stand, bow or kneel.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E86AF-0C9E-414C-98B9-21E07E12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5BC2C-C752-466A-B473-938C4CE8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Mosques differ in size and design.</a:t>
            </a:r>
          </a:p>
        </p:txBody>
      </p:sp>
    </p:spTree>
    <p:extLst>
      <p:ext uri="{BB962C8B-B14F-4D97-AF65-F5344CB8AC3E}">
        <p14:creationId xmlns:p14="http://schemas.microsoft.com/office/powerpoint/2010/main" val="15895260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3C0B0-B06A-498E-91C1-AFD5CB96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Mihrab and minbar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776D7-583D-4ABD-A567-1981A306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09864-9117-4ADF-8319-625EB3B9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mihrab is a niche showing the direction of Makkah, which Muslims face to pray. The minbar is a raised platform where the imam gives the Friday talk.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D7ECE-5022-4C99-8F6D-5389A06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85DB-465E-4959-846C-DB3AE23F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Mosques differ in size and design.</a:t>
            </a:r>
          </a:p>
        </p:txBody>
      </p:sp>
    </p:spTree>
    <p:extLst>
      <p:ext uri="{BB962C8B-B14F-4D97-AF65-F5344CB8AC3E}">
        <p14:creationId xmlns:p14="http://schemas.microsoft.com/office/powerpoint/2010/main" val="2031998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3D5CC-D2F8-4274-B65E-A0947E71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Washing area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719F5-814D-4DCB-89CA-22981E0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003FE-74F6-45A3-A8F2-8E33F5DC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Before prayer many Muslims wash in a set way, called wudu. Mosques provide a washing area. Shoes are left at the door.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A36F9-BBE7-46A4-AEF7-8329C0DD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B0CE2-9EE2-429E-B22B-04C36BD6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4462638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2D717-046F-49BD-8AE3-D6C8F711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Community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6A3A3-43F4-4F85-B10A-76580B28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6630F-E09A-495B-BC32-B4613BBC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mosques also run classes, food banks and community meals. A place of worship serves a community as well as worship.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EDE6B-732D-4FAE-9078-55A84A9B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B8963-7560-4788-8439-5091CF6C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Not every mosque offers the same activities.</a:t>
            </a:r>
          </a:p>
        </p:txBody>
      </p:sp>
    </p:spTree>
    <p:extLst>
      <p:ext uri="{BB962C8B-B14F-4D97-AF65-F5344CB8AC3E}">
        <p14:creationId xmlns:p14="http://schemas.microsoft.com/office/powerpoint/2010/main" val="1557509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2026-09-19T18:21:49.8430000Z</dcterms:created>
  <dcterms:modified xsi:type="dcterms:W3CDTF">2026-09-19T18:21:49.8430000Z</dcterms:modified>
</coreProperties>
</file>