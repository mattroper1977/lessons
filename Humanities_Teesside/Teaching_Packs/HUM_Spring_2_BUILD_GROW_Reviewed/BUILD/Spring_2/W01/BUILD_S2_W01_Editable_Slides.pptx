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694b06fb4374916" Type="http://schemas.openxmlformats.org/officeDocument/2006/relationships/extended-properties" Target="docProps/app.xml"/><Relationship Id="Rc0580eb618df4f08" Type="http://schemas.openxmlformats.org/officeDocument/2006/relationships/officeDocument" Target="ppt/presentation.xml"/><Relationship Id="Rfdcd7da5a93842c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030962631541b7"/>
  </p:sldMasterIdLst>
  <p:notesMasterIdLst>
    <p:notesMasterId xmlns:r="http://schemas.openxmlformats.org/officeDocument/2006/relationships" r:id="Rdf619c500e364d9b"/>
  </p:notesMasterIdLst>
  <p:sldIdLst>
    <p:sldId xmlns:r="http://schemas.openxmlformats.org/officeDocument/2006/relationships" id="256" r:id="R46b5022bb35f4601"/>
    <p:sldId xmlns:r="http://schemas.openxmlformats.org/officeDocument/2006/relationships" id="257" r:id="R2949b36baa8b4135"/>
    <p:sldId xmlns:r="http://schemas.openxmlformats.org/officeDocument/2006/relationships" id="258" r:id="R49a53a9222024776"/>
    <p:sldId xmlns:r="http://schemas.openxmlformats.org/officeDocument/2006/relationships" id="259" r:id="R8649935969b748e4"/>
    <p:sldId xmlns:r="http://schemas.openxmlformats.org/officeDocument/2006/relationships" id="260" r:id="R9fd6511d111a4f0b"/>
    <p:sldId xmlns:r="http://schemas.openxmlformats.org/officeDocument/2006/relationships" id="261" r:id="R14b7c81509a748c0"/>
    <p:sldId xmlns:r="http://schemas.openxmlformats.org/officeDocument/2006/relationships" id="262" r:id="R688859b64b804610"/>
    <p:sldId xmlns:r="http://schemas.openxmlformats.org/officeDocument/2006/relationships" id="263" r:id="R2a3d06a948c24bb0"/>
    <p:sldId xmlns:r="http://schemas.openxmlformats.org/officeDocument/2006/relationships" id="264" r:id="Rc0e7bd0d50b8442c"/>
    <p:sldId xmlns:r="http://schemas.openxmlformats.org/officeDocument/2006/relationships" id="265" r:id="Rda268d6df3b445fc"/>
    <p:sldId xmlns:r="http://schemas.openxmlformats.org/officeDocument/2006/relationships" id="266" r:id="R92912e81938a4d59"/>
    <p:sldId xmlns:r="http://schemas.openxmlformats.org/officeDocument/2006/relationships" id="267" r:id="R26ecc91b583b4c5b"/>
    <p:sldId xmlns:r="http://schemas.openxmlformats.org/officeDocument/2006/relationships" id="268" r:id="R21a93b1d99bf4265"/>
    <p:sldId xmlns:r="http://schemas.openxmlformats.org/officeDocument/2006/relationships" id="269" r:id="R45beaeb3d6bf4937"/>
    <p:sldId xmlns:r="http://schemas.openxmlformats.org/officeDocument/2006/relationships" id="270" r:id="R5e2e18e6e28b41ca"/>
    <p:sldId xmlns:r="http://schemas.openxmlformats.org/officeDocument/2006/relationships" id="271" r:id="R48f319a140e0469a"/>
    <p:sldId xmlns:r="http://schemas.openxmlformats.org/officeDocument/2006/relationships" id="272" r:id="R437a02e18ef348d0"/>
    <p:sldId xmlns:r="http://schemas.openxmlformats.org/officeDocument/2006/relationships" id="273" r:id="R709000c0bf95441c"/>
    <p:sldId xmlns:r="http://schemas.openxmlformats.org/officeDocument/2006/relationships" id="274" r:id="Rf78ed1d65f094ca7"/>
    <p:sldId xmlns:r="http://schemas.openxmlformats.org/officeDocument/2006/relationships" id="275" r:id="R43e80cead7a445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4b7c81509a748c0" Type="http://schemas.openxmlformats.org/officeDocument/2006/relationships/slide" Target="slides/slide6.xml"/><Relationship Id="R21a93b1d99bf4265" Type="http://schemas.openxmlformats.org/officeDocument/2006/relationships/slide" Target="slides/slide13.xml"/><Relationship Id="R26ecc91b583b4c5b" Type="http://schemas.openxmlformats.org/officeDocument/2006/relationships/slide" Target="slides/slide12.xml"/><Relationship Id="R2949b36baa8b4135" Type="http://schemas.openxmlformats.org/officeDocument/2006/relationships/slide" Target="slides/slide2.xml"/><Relationship Id="R2a3d06a948c24bb0" Type="http://schemas.openxmlformats.org/officeDocument/2006/relationships/slide" Target="slides/slide8.xml"/><Relationship Id="R437a02e18ef348d0" Type="http://schemas.openxmlformats.org/officeDocument/2006/relationships/slide" Target="slides/slide17.xml"/><Relationship Id="R43e80cead7a445d4" Type="http://schemas.openxmlformats.org/officeDocument/2006/relationships/slide" Target="slides/slide20.xml"/><Relationship Id="R45beaeb3d6bf4937" Type="http://schemas.openxmlformats.org/officeDocument/2006/relationships/slide" Target="slides/slide14.xml"/><Relationship Id="R46b5022bb35f4601" Type="http://schemas.openxmlformats.org/officeDocument/2006/relationships/slide" Target="slides/slide1.xml"/><Relationship Id="R48f319a140e0469a" Type="http://schemas.openxmlformats.org/officeDocument/2006/relationships/slide" Target="slides/slide16.xml"/><Relationship Id="R49a53a9222024776" Type="http://schemas.openxmlformats.org/officeDocument/2006/relationships/slide" Target="slides/slide3.xml"/><Relationship Id="R5e2e18e6e28b41ca" Type="http://schemas.openxmlformats.org/officeDocument/2006/relationships/slide" Target="slides/slide15.xml"/><Relationship Id="R5f67438129cd4df2" Type="http://schemas.openxmlformats.org/officeDocument/2006/relationships/theme" Target="theme/theme1.xml"/><Relationship Id="R688859b64b804610" Type="http://schemas.openxmlformats.org/officeDocument/2006/relationships/slide" Target="slides/slide7.xml"/><Relationship Id="R709000c0bf95441c" Type="http://schemas.openxmlformats.org/officeDocument/2006/relationships/slide" Target="slides/slide18.xml"/><Relationship Id="R8649935969b748e4" Type="http://schemas.openxmlformats.org/officeDocument/2006/relationships/slide" Target="slides/slide4.xml"/><Relationship Id="R92912e81938a4d59" Type="http://schemas.openxmlformats.org/officeDocument/2006/relationships/slide" Target="slides/slide11.xml"/><Relationship Id="R98548312db434bab" Type="http://schemas.openxmlformats.org/officeDocument/2006/relationships/tableStyles" Target="tableStyles.xml"/><Relationship Id="R9fd6511d111a4f0b" Type="http://schemas.openxmlformats.org/officeDocument/2006/relationships/slide" Target="slides/slide5.xml"/><Relationship Id="Rc0e7bd0d50b8442c" Type="http://schemas.openxmlformats.org/officeDocument/2006/relationships/slide" Target="slides/slide9.xml"/><Relationship Id="Rd2030962631541b7" Type="http://schemas.openxmlformats.org/officeDocument/2006/relationships/slideMaster" Target="slideMasters/slideMaster1.xml"/><Relationship Id="Rda268d6df3b445fc" Type="http://schemas.openxmlformats.org/officeDocument/2006/relationships/slide" Target="slides/slide10.xml"/><Relationship Id="Rdf619c500e364d9b" Type="http://schemas.openxmlformats.org/officeDocument/2006/relationships/notesMaster" Target="notesMasters/notesMaster1.xml"/><Relationship Id="Rf352e8eca1bc45c2" Type="http://schemas.openxmlformats.org/officeDocument/2006/relationships/presProps" Target="presProps.xml"/><Relationship Id="Rf78ed1d65f094ca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c8c629017b1045c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9f9a7533ef24eed" Type="http://schemas.openxmlformats.org/officeDocument/2006/relationships/notesMaster" Target="../notesMasters/notesMaster1.xml"/><Relationship Id="R67b74e7377014ec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8dcac5e078c4629" Type="http://schemas.openxmlformats.org/officeDocument/2006/relationships/notesMaster" Target="../notesMasters/notesMaster1.xml"/><Relationship Id="Rfd0621c649e64f4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41ef4f1452b496b" Type="http://schemas.openxmlformats.org/officeDocument/2006/relationships/slide" Target="../slides/slide3.xml"/><Relationship Id="Rb230c1508599442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076161999674c43" Type="http://schemas.openxmlformats.org/officeDocument/2006/relationships/slide" Target="../slides/slide4.xml"/><Relationship Id="R98573cc63a31451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fd56bc3c9d448ea" Type="http://schemas.openxmlformats.org/officeDocument/2006/relationships/notesMaster" Target="../notesMasters/notesMaster1.xml"/><Relationship Id="R54623363a76f4028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863e7b05c2ed4732" Type="http://schemas.openxmlformats.org/officeDocument/2006/relationships/notesMaster" Target="../notesMasters/notesMaster1.xml"/><Relationship Id="Rcba34e8d06f64176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065704b9c7e4e86" Type="http://schemas.openxmlformats.org/officeDocument/2006/relationships/notesMaster" Target="../notesMasters/notesMaster1.xml"/><Relationship Id="Rcbe04c8d417a471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4e35ddbba8844ea" Type="http://schemas.openxmlformats.org/officeDocument/2006/relationships/notesMaster" Target="../notesMasters/notesMaster1.xml"/><Relationship Id="R892bc3c3a35646f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e2f2ef9049924e59" Type="http://schemas.openxmlformats.org/officeDocument/2006/relationships/slide" Target="../slides/slide9.xml"/><Relationship Id="Rec03dcac7860453c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a9c1dd30a8842a5" Type="http://schemas.openxmlformats.org/officeDocument/2006/relationships/notesMaster" Target="../notesMasters/notesMaster1.xml"/><Relationship Id="Rd4f824397d684ac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1d9fe8b7a630437f" Type="http://schemas.openxmlformats.org/officeDocument/2006/relationships/notesMaster" Target="../notesMasters/notesMaster1.xml"/><Relationship Id="R57a7807bf4204d88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b6113e5bb934889" Type="http://schemas.openxmlformats.org/officeDocument/2006/relationships/notesMaster" Target="../notesMasters/notesMaster1.xml"/><Relationship Id="Rf54bd232ce5e4fc4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ac1d4279465546b6" Type="http://schemas.openxmlformats.org/officeDocument/2006/relationships/slide" Target="../slides/slide13.xml"/><Relationship Id="Rc1b115cf83ec450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c043614607ef40a2" Type="http://schemas.openxmlformats.org/officeDocument/2006/relationships/notesMaster" Target="../notesMasters/notesMaster1.xml"/><Relationship Id="Rc5ca2575c4554450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ce2e549d18a42fb" Type="http://schemas.openxmlformats.org/officeDocument/2006/relationships/notesMaster" Target="../notesMasters/notesMaster1.xml"/><Relationship Id="Rf342160b016c48b9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85f158b4e867471b" Type="http://schemas.openxmlformats.org/officeDocument/2006/relationships/notesMaster" Target="../notesMasters/notesMaster1.xml"/><Relationship Id="Rcce41ed0abcb458c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4cce597a9c9a47da" Type="http://schemas.openxmlformats.org/officeDocument/2006/relationships/notesMaster" Target="../notesMasters/notesMaster1.xml"/><Relationship Id="Rce043302db2d449a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18a622b419a4c8f" Type="http://schemas.openxmlformats.org/officeDocument/2006/relationships/slide" Target="../slides/slide18.xml"/><Relationship Id="Raa3bef2888664d37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633c03ac48e14bd3" Type="http://schemas.openxmlformats.org/officeDocument/2006/relationships/slide" Target="../slides/slide19.xml"/><Relationship Id="Rcade72a92caf49db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03ec60be7d2498d" Type="http://schemas.openxmlformats.org/officeDocument/2006/relationships/notesMaster" Target="../notesMasters/notesMaster1.xml"/><Relationship Id="R777b494f35714a75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fairness means giving people a fair chance and meeting needs.</a:t>
            </a:r>
          </a:p>
          <a:p xmlns:a="http://schemas.openxmlformats.org/drawingml/2006/main">
            <a:r>
              <a:t>Use the reminder strip or talk it through with an adult. Answer: Giving people a fair chance and meeting needs</a:t>
            </a:r>
          </a:p>
          <a:p xmlns:a="http://schemas.openxmlformats.org/drawingml/2006/main">
            <a:r>
              <a:t>Choose: Giving people a fair chance and meeting needs OR Acting to help with a need. Answer: Giving people a fair chance and meeting needs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The Samaritan.</a:t>
            </a:r>
          </a:p>
          <a:p xmlns:a="http://schemas.openxmlformats.org/drawingml/2006/main">
            <a:r>
              <a:t>Give a reason when ready. Answer: The traveller receives care and arrangements for further help.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Read the easy-read Good Samaritan retelling. Say or show what helped you decide.</a:t>
            </a:r>
          </a:p>
          <a:p xmlns:a="http://schemas.openxmlformats.org/drawingml/2006/main">
            <a:r>
              <a:t>Explain how the story could inform a new fictional situation without assuming everyone shares the belief.</a:t>
            </a:r>
          </a:p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traveller needs help — 1 — The need comes first.</a:t>
            </a:r>
          </a:p>
          <a:p xmlns:a="http://schemas.openxmlformats.org/drawingml/2006/main">
            <a:r>
              <a:t>A Samaritan stops and cares — 2 — This is the caring choice.</a:t>
            </a:r>
          </a:p>
          <a:p xmlns:a="http://schemas.openxmlformats.org/drawingml/2006/main">
            <a:r>
              <a:t>More help is arranged — 3 — This is an effect of the choice.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The traveller needs ___. The Samaritan ___. This helps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traveller needs ___. The Samaritan ___. This helps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the story could inform a new fictional situation without assuming everyone shares the belief.</a:t>
            </a:r>
          </a:p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Samaritan.</a:t>
            </a:r>
          </a:p>
          <a:p xmlns:a="http://schemas.openxmlformats.org/drawingml/2006/main">
            <a:r>
              <a:t>The traveller receives care and arrangements for further help.</a:t>
            </a:r>
          </a:p>
          <a:p xmlns:a="http://schemas.openxmlformats.org/drawingml/2006/main">
            <a:r>
              <a:t>Support: The traveller needs ___. The Samaritan ___. This helps because ___.</a:t>
            </a:r>
          </a:p>
          <a:p xmlns:a="http://schemas.openxmlformats.org/drawingml/2006/main">
            <a:r>
              <a:t>Extension: Explain how the story could inform a new fictional situation without assuming everyone shares the belief.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story response and one recorded check.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6fbc22781eb4b8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08f47db9bc4300" Type="http://schemas.openxmlformats.org/officeDocument/2006/relationships/theme" Target="theme/theme2.xml"/><Relationship Id="Re8cf903e5dba415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f903e5dba41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257b7b60e594937" Type="http://schemas.openxmlformats.org/officeDocument/2006/relationships/notesSlide" Target="../notesSlides/notesSlide1.xml"/><Relationship Id="R6cc33743c96d414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79aae88c42014943" Type="http://schemas.openxmlformats.org/officeDocument/2006/relationships/notesSlide" Target="../notesSlides/notesSlide2.xml"/><Relationship Id="Rd441515db76b4b0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8a9ea5038ba94c8c" Type="http://schemas.openxmlformats.org/officeDocument/2006/relationships/slideLayout" Target="../slideLayouts/slideLayout1.xml"/><Relationship Id="Rd77bd9bc502a4da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2afe2ecd58d49ba" Type="http://schemas.openxmlformats.org/officeDocument/2006/relationships/slideLayout" Target="../slideLayouts/slideLayout1.xml"/><Relationship Id="R2fee3c36674c460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e63ffa40ffb4637" Type="http://schemas.openxmlformats.org/officeDocument/2006/relationships/image" Target="../media/image.png"/><Relationship Id="R6de8037641434b1b" Type="http://schemas.openxmlformats.org/officeDocument/2006/relationships/slideLayout" Target="../slideLayouts/slideLayout1.xml"/><Relationship Id="Rbb19e28f0ac34d0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27e578ba399a4469" Type="http://schemas.openxmlformats.org/officeDocument/2006/relationships/notesSlide" Target="../notesSlides/notesSlide6.xml"/><Relationship Id="Rf0304fc36109470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acdf142e0904db7" Type="http://schemas.openxmlformats.org/officeDocument/2006/relationships/slideLayout" Target="../slideLayouts/slideLayout1.xml"/><Relationship Id="R7026eaaa818a4f7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94260846886642d6" Type="http://schemas.openxmlformats.org/officeDocument/2006/relationships/notesSlide" Target="../notesSlides/notesSlide8.xml"/><Relationship Id="Reb872ef8546c443a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dea277180b54479" Type="http://schemas.openxmlformats.org/officeDocument/2006/relationships/notesSlide" Target="../notesSlides/notesSlide9.xml"/><Relationship Id="Rd99d867650cc4337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1742ddec939434c" Type="http://schemas.openxmlformats.org/officeDocument/2006/relationships/notesSlide" Target="../notesSlides/notesSlide10.xml"/><Relationship Id="R55c019feea7f482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925889182a0844f3" Type="http://schemas.openxmlformats.org/officeDocument/2006/relationships/notesSlide" Target="../notesSlides/notesSlide11.xml"/><Relationship Id="Rb4846f2ae4b44c60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82e31bf379e4bbc" Type="http://schemas.openxmlformats.org/officeDocument/2006/relationships/notesSlide" Target="../notesSlides/notesSlide12.xml"/><Relationship Id="R104888474a6a4add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7ae793514714df3" Type="http://schemas.openxmlformats.org/officeDocument/2006/relationships/notesSlide" Target="../notesSlides/notesSlide13.xml"/><Relationship Id="Ree648e0d037a4070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4f19a5de697d47b9" Type="http://schemas.openxmlformats.org/officeDocument/2006/relationships/slideLayout" Target="../slideLayouts/slideLayout1.xml"/><Relationship Id="R85c1e7bb62fa4c5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96c04e9cb3704898" Type="http://schemas.openxmlformats.org/officeDocument/2006/relationships/slideLayout" Target="../slideLayouts/slideLayout1.xml"/><Relationship Id="R987d06d04f3942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9a786457d8624dda" Type="http://schemas.openxmlformats.org/officeDocument/2006/relationships/slideLayout" Target="../slideLayouts/slideLayout1.xml"/><Relationship Id="Rd347bc8b6dee40ad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76ca5bae11fa4aa1" Type="http://schemas.openxmlformats.org/officeDocument/2006/relationships/notesSlide" Target="../notesSlides/notesSlide17.xml"/><Relationship Id="Rcb8e1bb0bdff4e4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43bdb7cc21f8426c" Type="http://schemas.openxmlformats.org/officeDocument/2006/relationships/notesSlide" Target="../notesSlides/notesSlide18.xml"/><Relationship Id="Rb26a5f4e3cc34c2c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d294d5842f484d" Type="http://schemas.openxmlformats.org/officeDocument/2006/relationships/slideLayout" Target="../slideLayouts/slideLayout1.xml"/><Relationship Id="R92dd3a90232e459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582efb324dd24fc5" Type="http://schemas.openxmlformats.org/officeDocument/2006/relationships/notesSlide" Target="../notesSlides/notesSlide20.xml"/><Relationship Id="Rb8d4ca878bf746c9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9E946-7F41-4037-912B-BE49929F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 story about fairness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CB62E-C7AE-4906-82D4-72B009B5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F40EB-1DCE-4577-B878-B2B9E0D5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an easy-read story that teaches fairness.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B81A8-B34B-4A28-8677-D4E4279C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FC4DC-353B-4F4E-95E5-F45E7580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2085915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F77C27-EE51-4574-AA58-2E444944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6E9EF-548B-4CC1-BF19-3ECBA09D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88628-BC5B-439B-89B9-4EF4DDA6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fairness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5EB12-B6E5-4DCA-85E6-7ADC02E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fairness?</a:t>
            </a:r>
          </a:p>
        </p:txBody>
      </p:sp>
    </p:spTree>
    <p:extLst>
      <p:ext uri="{BB962C8B-B14F-4D97-AF65-F5344CB8AC3E}">
        <p14:creationId xmlns:p14="http://schemas.microsoft.com/office/powerpoint/2010/main" val="1670620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60684-A683-413F-A333-E4148C1B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9DCF1-2A23-4A82-92D1-DACA1819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B3C1B-7A1A-4ED1-A30B-795491FA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Who stops to help in the retelling?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49F28-22D1-45D0-9FED-8DD47322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is the effect of his choice?</a:t>
            </a:r>
          </a:p>
        </p:txBody>
      </p:sp>
    </p:spTree>
    <p:extLst>
      <p:ext uri="{BB962C8B-B14F-4D97-AF65-F5344CB8AC3E}">
        <p14:creationId xmlns:p14="http://schemas.microsoft.com/office/powerpoint/2010/main" val="1820464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45D85-A341-465C-A9F0-0681FBD4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D7E0A-A363-4783-AEC2-697002DB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FDD9A-06BD-4C1D-ACD2-AA07A774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fairness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Giving people a fair chance and meeting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C633B-6E77-4549-B0A9-3AF4ADA7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Acting to help with a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A0AA8-102C-4310-B6CC-8E7B726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basic entitlement held by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CD50F-27AC-4A4B-9489-53A63771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responsibility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we should take care to do</a:t>
            </a:r>
          </a:p>
        </p:txBody>
      </p:sp>
    </p:spTree>
    <p:extLst>
      <p:ext uri="{BB962C8B-B14F-4D97-AF65-F5344CB8AC3E}">
        <p14:creationId xmlns:p14="http://schemas.microsoft.com/office/powerpoint/2010/main" val="687006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5215A-AC59-4424-83BE-0CCD0908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46D94-E1C7-4450-9232-755594C5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3ffa40ffb4637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613AA-DC80-4EB9-8890-9424BFDF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easy-read Good Samaritan retelling.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2A119-A0B5-418F-B3F3-EA3B9B20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16A42-EFB7-42AB-8B30-6DC749F0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3912668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4E117-786F-4EC8-AEBE-6DEFA0C4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EE858-3F21-440E-B2C4-F96330D1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DCD5-FFD2-4014-9672-13BB654F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Who stops to help in the retelling?</a:t>
            </a:r>
          </a:p>
        </p:txBody>
      </p:sp>
    </p:spTree>
    <p:extLst>
      <p:ext uri="{BB962C8B-B14F-4D97-AF65-F5344CB8AC3E}">
        <p14:creationId xmlns:p14="http://schemas.microsoft.com/office/powerpoint/2010/main" val="1949474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13AF2-6E32-4340-A629-6C257257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6B2BD-528D-4716-82D3-B86C8A2D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DBACA-0F1E-4C01-8465-71C8730E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The Good Samaritan: Easy-read retelling of the Christian parable in Luke 10: A traveller needs help. Two people pass by. A Samaritan stops, cares for him and arranges more help. The story asks what it means to be a neighbour.</a:t>
            </a:r>
          </a:p>
        </p:txBody>
      </p:sp>
    </p:spTree>
    <p:extLst>
      <p:ext uri="{BB962C8B-B14F-4D97-AF65-F5344CB8AC3E}">
        <p14:creationId xmlns:p14="http://schemas.microsoft.com/office/powerpoint/2010/main" val="425898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E8DEA-FC53-407E-AD75-A8634EDE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CA86D-D2E6-473B-8478-789A320C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DE7BA-6E72-43D8-B6E2-B7AB108D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The Samaritan.</a:t>
            </a:r>
          </a:p>
        </p:txBody>
      </p:sp>
    </p:spTree>
    <p:extLst>
      <p:ext uri="{BB962C8B-B14F-4D97-AF65-F5344CB8AC3E}">
        <p14:creationId xmlns:p14="http://schemas.microsoft.com/office/powerpoint/2010/main" val="768278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3D655-162F-492C-8234-6E088450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6C365-F0CE-4B4C-A586-4D3A8FE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04155-C8D2-4882-9533-A826DE94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is the effect of his choice? The traveller receives care and arrangements for further help.</a:t>
            </a:r>
          </a:p>
        </p:txBody>
      </p:sp>
    </p:spTree>
    <p:extLst>
      <p:ext uri="{BB962C8B-B14F-4D97-AF65-F5344CB8AC3E}">
        <p14:creationId xmlns:p14="http://schemas.microsoft.com/office/powerpoint/2010/main" val="1114087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8072F-951F-4F87-8CA9-6F05950F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E8E9B-C843-4B02-BC3A-B49E5AE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74F72-0C73-4FAF-BA82-9796C547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easy-read Good Samaritan retelling.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FE414-5AB9-4C45-A636-9B6D3097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the need, the choice and its effect.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5C226-48F4-42FE-B488-3C82CBE0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53741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17BB8-B145-4A2A-8709-484BB78F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F3C49-F6EB-4792-ACBE-C986DDCE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7ECC6-D85B-4030-9EF9-796C5033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traveller needs help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78F88-C450-4E22-B005-91CCBE06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Samaritan stops and cares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589C9-4542-4EA3-BEC9-030E59C6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More help is arranged</a:t>
            </a:r>
          </a:p>
        </p:txBody>
      </p:sp>
    </p:spTree>
    <p:extLst>
      <p:ext uri="{BB962C8B-B14F-4D97-AF65-F5344CB8AC3E}">
        <p14:creationId xmlns:p14="http://schemas.microsoft.com/office/powerpoint/2010/main" val="1249984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0D93E-CCD8-43D4-AD8D-A527B7C0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CB438-B541-441E-A1E3-20F042D8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E2312-BD41-4FEE-B1D3-C51803C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three-part storyboard of the need, caring choice and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F96F7-5862-4432-BE62-1F2C192D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one fair action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EB3A9-F8E3-458F-8AF6-7E83D3E5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the action helps, using the story.</a:t>
            </a:r>
          </a:p>
        </p:txBody>
      </p:sp>
    </p:spTree>
    <p:extLst>
      <p:ext uri="{BB962C8B-B14F-4D97-AF65-F5344CB8AC3E}">
        <p14:creationId xmlns:p14="http://schemas.microsoft.com/office/powerpoint/2010/main" val="518719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75B09-19B1-4CBE-9BE7-E25DC311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40AD2-7569-426B-ADE1-64BF15D6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DA588-6C56-40F5-B9B8-F7B46412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three-part storyboard of the need, caring choice and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600F0-B059-4B12-B3CA-DAC1B6D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one fair action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239DC-D36F-4B6A-91A7-FC751CBF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the action helps, using the story.</a:t>
            </a:r>
          </a:p>
        </p:txBody>
      </p:sp>
    </p:spTree>
    <p:extLst>
      <p:ext uri="{BB962C8B-B14F-4D97-AF65-F5344CB8AC3E}">
        <p14:creationId xmlns:p14="http://schemas.microsoft.com/office/powerpoint/2010/main" val="17400902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B98A8-A068-4D08-9E38-20E06449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2E37D-75EA-49E2-9CBD-CD32CE82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EC185-9B63-4205-9FBE-2F13407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three-part storyboard of the need, caring choice and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FA070-6BD0-4C44-BEC9-CC83810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one fair action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76D27-2304-435C-A130-D261B5BD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the action helps, using the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29E4F-819F-44E2-906B-3F69354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the story could inform a new fictional situation without assuming everyone shares the belief.</a:t>
            </a:r>
          </a:p>
        </p:txBody>
      </p:sp>
    </p:spTree>
    <p:extLst>
      <p:ext uri="{BB962C8B-B14F-4D97-AF65-F5344CB8AC3E}">
        <p14:creationId xmlns:p14="http://schemas.microsoft.com/office/powerpoint/2010/main" val="1752463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7CB18-BEA0-49A6-8E4A-6B24CC86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2AB54-4324-4C06-A339-3887A711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0FFA8-E654-49AD-8169-3E6B15DD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story response and one recorded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CCA18-F1C3-43E0-AD59-339E8182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4267A-D091-47DD-8F33-A1E92C84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3395373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11859-3AAB-46F7-BAD3-64918052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36E47-81B6-464A-ADA4-F214FB99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A1A56-FD88-4C2C-8916-E43BE88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stops to help in the retelling?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81497-4E1C-4885-9D39-8D40526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the effect of his choice?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777A5-BE39-4E12-BAF0-D13B24D4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257958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CE0E0-9BB7-4A55-A67E-E62528B3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Good Samaritan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32127-066E-43D1-B432-51955DFC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5027D-A43D-43D7-B0D0-25D8181A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Easy-read retelling of the Christian parable in Luke 10: A traveller needs help. Two people pass by. A Samaritan stops, cares for him and arranges more help. The story asks what it means to be a neighbour.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113F1-97E3-44A1-B79B-CCB7078D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Luke 10:25–37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4DDC3-A220-4434-AD9F-E951972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religious story teaches an idea; this retelling is not a quotation or a historical record.</a:t>
            </a:r>
          </a:p>
        </p:txBody>
      </p:sp>
    </p:spTree>
    <p:extLst>
      <p:ext uri="{BB962C8B-B14F-4D97-AF65-F5344CB8AC3E}">
        <p14:creationId xmlns:p14="http://schemas.microsoft.com/office/powerpoint/2010/main" val="6503960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E0F01-AC70-47C7-8A94-B93F5201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fair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02661-17C0-4FF6-8C5A-42F7C29B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26236-C9FE-4868-9C48-C89C08A7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three pupils share one tablet. Jo needs text read aloud. The group can agree turns and switch on speech support. Equal dignity does not always mean identical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F1BFF-05C8-4851-8B30-E8C4320B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A0C5F-6B97-4E5B-862D-B585C00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1160967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0E473-17BA-42FE-A2CD-9F408926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caring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EC670-82F2-4B17-A637-6CF17678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EA37D-A222-4614-A1E4-E4A0BDFB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new student cannot find the reading resources. A clear shelf label and a choice of formats could help. Ask what is useful before deciding.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AF1F7-DCEF-448D-9723-E7150455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0FF2C-68FA-4444-A805-CF5720E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5323842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1807A-918D-4756-821A-48D933A0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M Malala Yousafzai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057C6-5D22-4ECD-9959-1980B556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3E900-FF4A-463E-B449-09F5918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Malala campaigns for children’s education, especially girls’ education. She shared the 2014 Nobel Peace Prize with Kailash Satyarthi.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337C8-6063-48BB-BE2A-47D05F0A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Nobel Prize, Malala Yousafzai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E4DB2-62C6-43DE-B8AF-87E6B150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An award recognises work; it does not prove that unequal access to education has ended.</a:t>
            </a:r>
          </a:p>
        </p:txBody>
      </p:sp>
    </p:spTree>
    <p:extLst>
      <p:ext uri="{BB962C8B-B14F-4D97-AF65-F5344CB8AC3E}">
        <p14:creationId xmlns:p14="http://schemas.microsoft.com/office/powerpoint/2010/main" val="337404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2026-09-19T18:35:37.6210000Z</dcterms:created>
  <dcterms:modified xsi:type="dcterms:W3CDTF">2026-09-19T18:35:37.6210000Z</dcterms:modified>
</coreProperties>
</file>