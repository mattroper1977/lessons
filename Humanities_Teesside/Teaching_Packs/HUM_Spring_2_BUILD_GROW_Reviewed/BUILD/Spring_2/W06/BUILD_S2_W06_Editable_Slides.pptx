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cbb4dbbbce74e89" Type="http://schemas.openxmlformats.org/officeDocument/2006/relationships/extended-properties" Target="docProps/app.xml"/><Relationship Id="R2b685a43dbe646d7" Type="http://schemas.openxmlformats.org/package/2006/relationships/metadata/core-properties" Target="docProps/core.xml"/><Relationship Id="Re2125501fb0145d6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0e4866e9604eee"/>
  </p:sldMasterIdLst>
  <p:notesMasterIdLst>
    <p:notesMasterId xmlns:r="http://schemas.openxmlformats.org/officeDocument/2006/relationships" r:id="R40004d48f6c24718"/>
  </p:notesMasterIdLst>
  <p:sldIdLst>
    <p:sldId xmlns:r="http://schemas.openxmlformats.org/officeDocument/2006/relationships" id="256" r:id="R948031636046460d"/>
    <p:sldId xmlns:r="http://schemas.openxmlformats.org/officeDocument/2006/relationships" id="257" r:id="Rd0eab98360de4097"/>
    <p:sldId xmlns:r="http://schemas.openxmlformats.org/officeDocument/2006/relationships" id="258" r:id="R8de4c5cf4ca145df"/>
    <p:sldId xmlns:r="http://schemas.openxmlformats.org/officeDocument/2006/relationships" id="259" r:id="Rc804fdb5f4694885"/>
    <p:sldId xmlns:r="http://schemas.openxmlformats.org/officeDocument/2006/relationships" id="260" r:id="R3f32187047584afe"/>
    <p:sldId xmlns:r="http://schemas.openxmlformats.org/officeDocument/2006/relationships" id="261" r:id="R6704a3391caf4ad2"/>
    <p:sldId xmlns:r="http://schemas.openxmlformats.org/officeDocument/2006/relationships" id="262" r:id="Rdc2115c3af9e4232"/>
    <p:sldId xmlns:r="http://schemas.openxmlformats.org/officeDocument/2006/relationships" id="263" r:id="R7a7dcdb6864a4d30"/>
    <p:sldId xmlns:r="http://schemas.openxmlformats.org/officeDocument/2006/relationships" id="264" r:id="R636f3403c49b40fd"/>
    <p:sldId xmlns:r="http://schemas.openxmlformats.org/officeDocument/2006/relationships" id="265" r:id="R83b378678cbb4dc6"/>
    <p:sldId xmlns:r="http://schemas.openxmlformats.org/officeDocument/2006/relationships" id="266" r:id="R58168d4df44e46e1"/>
    <p:sldId xmlns:r="http://schemas.openxmlformats.org/officeDocument/2006/relationships" id="267" r:id="R7eeb253fba0842f1"/>
    <p:sldId xmlns:r="http://schemas.openxmlformats.org/officeDocument/2006/relationships" id="268" r:id="Rb4d5f689353540f1"/>
    <p:sldId xmlns:r="http://schemas.openxmlformats.org/officeDocument/2006/relationships" id="269" r:id="R1240cae198f74b62"/>
    <p:sldId xmlns:r="http://schemas.openxmlformats.org/officeDocument/2006/relationships" id="270" r:id="R6aae34a4b48b41b4"/>
    <p:sldId xmlns:r="http://schemas.openxmlformats.org/officeDocument/2006/relationships" id="271" r:id="R7dfe15f62c6c487b"/>
    <p:sldId xmlns:r="http://schemas.openxmlformats.org/officeDocument/2006/relationships" id="272" r:id="Ra2d6739496404cea"/>
    <p:sldId xmlns:r="http://schemas.openxmlformats.org/officeDocument/2006/relationships" id="273" r:id="Rd69b74313208445f"/>
    <p:sldId xmlns:r="http://schemas.openxmlformats.org/officeDocument/2006/relationships" id="274" r:id="R63fb57e7e4724ca9"/>
    <p:sldId xmlns:r="http://schemas.openxmlformats.org/officeDocument/2006/relationships" id="275" r:id="R263fdb8bf8ef4c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240cae198f74b62" Type="http://schemas.openxmlformats.org/officeDocument/2006/relationships/slide" Target="slides/slide14.xml"/><Relationship Id="R1d0e4866e9604eee" Type="http://schemas.openxmlformats.org/officeDocument/2006/relationships/slideMaster" Target="slideMasters/slideMaster1.xml"/><Relationship Id="R263fdb8bf8ef4c9a" Type="http://schemas.openxmlformats.org/officeDocument/2006/relationships/slide" Target="slides/slide20.xml"/><Relationship Id="R3f32187047584afe" Type="http://schemas.openxmlformats.org/officeDocument/2006/relationships/slide" Target="slides/slide5.xml"/><Relationship Id="R40004d48f6c24718" Type="http://schemas.openxmlformats.org/officeDocument/2006/relationships/notesMaster" Target="notesMasters/notesMaster1.xml"/><Relationship Id="R56f6f3af24314f6e" Type="http://schemas.openxmlformats.org/officeDocument/2006/relationships/theme" Target="theme/theme1.xml"/><Relationship Id="R58168d4df44e46e1" Type="http://schemas.openxmlformats.org/officeDocument/2006/relationships/slide" Target="slides/slide11.xml"/><Relationship Id="R636f3403c49b40fd" Type="http://schemas.openxmlformats.org/officeDocument/2006/relationships/slide" Target="slides/slide9.xml"/><Relationship Id="R63fb57e7e4724ca9" Type="http://schemas.openxmlformats.org/officeDocument/2006/relationships/slide" Target="slides/slide19.xml"/><Relationship Id="R6704a3391caf4ad2" Type="http://schemas.openxmlformats.org/officeDocument/2006/relationships/slide" Target="slides/slide6.xml"/><Relationship Id="R6aae34a4b48b41b4" Type="http://schemas.openxmlformats.org/officeDocument/2006/relationships/slide" Target="slides/slide15.xml"/><Relationship Id="R7a7dcdb6864a4d30" Type="http://schemas.openxmlformats.org/officeDocument/2006/relationships/slide" Target="slides/slide8.xml"/><Relationship Id="R7dfe15f62c6c487b" Type="http://schemas.openxmlformats.org/officeDocument/2006/relationships/slide" Target="slides/slide16.xml"/><Relationship Id="R7eeb253fba0842f1" Type="http://schemas.openxmlformats.org/officeDocument/2006/relationships/slide" Target="slides/slide12.xml"/><Relationship Id="R83b378678cbb4dc6" Type="http://schemas.openxmlformats.org/officeDocument/2006/relationships/slide" Target="slides/slide10.xml"/><Relationship Id="R8de4c5cf4ca145df" Type="http://schemas.openxmlformats.org/officeDocument/2006/relationships/slide" Target="slides/slide3.xml"/><Relationship Id="R948031636046460d" Type="http://schemas.openxmlformats.org/officeDocument/2006/relationships/slide" Target="slides/slide1.xml"/><Relationship Id="Ra2d6739496404cea" Type="http://schemas.openxmlformats.org/officeDocument/2006/relationships/slide" Target="slides/slide17.xml"/><Relationship Id="Rb2b4cce7c7ae483e" Type="http://schemas.openxmlformats.org/officeDocument/2006/relationships/tableStyles" Target="tableStyles.xml"/><Relationship Id="Rb4d5f689353540f1" Type="http://schemas.openxmlformats.org/officeDocument/2006/relationships/slide" Target="slides/slide13.xml"/><Relationship Id="Rc804fdb5f4694885" Type="http://schemas.openxmlformats.org/officeDocument/2006/relationships/slide" Target="slides/slide4.xml"/><Relationship Id="Rd0eab98360de4097" Type="http://schemas.openxmlformats.org/officeDocument/2006/relationships/slide" Target="slides/slide2.xml"/><Relationship Id="Rd2f6a715ada847a6" Type="http://schemas.openxmlformats.org/officeDocument/2006/relationships/presProps" Target="presProps.xml"/><Relationship Id="Rd69b74313208445f" Type="http://schemas.openxmlformats.org/officeDocument/2006/relationships/slide" Target="slides/slide18.xml"/><Relationship Id="Rdc2115c3af9e4232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c003a5bf4f7b4bd9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f370263ed6d492a" Type="http://schemas.openxmlformats.org/officeDocument/2006/relationships/notesMaster" Target="../notesMasters/notesMaster1.xml"/><Relationship Id="R6671e3248ee045a5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6c11020c6f1c4aba" Type="http://schemas.openxmlformats.org/officeDocument/2006/relationships/notesMaster" Target="../notesMasters/notesMaster1.xml"/><Relationship Id="Rcab35287f0824646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220944b097284c8e" Type="http://schemas.openxmlformats.org/officeDocument/2006/relationships/notesMaster" Target="../notesMasters/notesMaster1.xml"/><Relationship Id="Rc881f932e4a44eef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452b1fff1cd64554" Type="http://schemas.openxmlformats.org/officeDocument/2006/relationships/notesMaster" Target="../notesMasters/notesMaster1.xml"/><Relationship Id="R8055724cca814481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d59c5109446d483d" Type="http://schemas.openxmlformats.org/officeDocument/2006/relationships/slide" Target="../slides/slide5.xml"/><Relationship Id="Re2f141103bab48d4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43d09184a60e4d5b" Type="http://schemas.openxmlformats.org/officeDocument/2006/relationships/notesMaster" Target="../notesMasters/notesMaster1.xml"/><Relationship Id="Rbb36e4725a84486d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47b2ba90d0c74827" Type="http://schemas.openxmlformats.org/officeDocument/2006/relationships/slide" Target="../slides/slide7.xml"/><Relationship Id="R567893c49bba431f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334efe33dbd943ec" Type="http://schemas.openxmlformats.org/officeDocument/2006/relationships/notesMaster" Target="../notesMasters/notesMaster1.xml"/><Relationship Id="Rb844ebd1a40347a4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647e9ac8d337413f" Type="http://schemas.openxmlformats.org/officeDocument/2006/relationships/notesMaster" Target="../notesMasters/notesMaster1.xml"/><Relationship Id="Rfd23813088a24661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0546a7a6cc8d4a21" Type="http://schemas.openxmlformats.org/officeDocument/2006/relationships/notesMaster" Target="../notesMasters/notesMaster1.xml"/><Relationship Id="R56c916f55f534ddc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829948ca68a34369" Type="http://schemas.openxmlformats.org/officeDocument/2006/relationships/slide" Target="../slides/slide11.xml"/><Relationship Id="Ra73a4e61c3f8418f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48c04fc7036941c7" Type="http://schemas.openxmlformats.org/officeDocument/2006/relationships/slide" Target="../slides/slide12.xml"/><Relationship Id="Rb8b514a15b294e93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a062552625c0493d" Type="http://schemas.openxmlformats.org/officeDocument/2006/relationships/slide" Target="../slides/slide13.xml"/><Relationship Id="Ra87c34f99a33435e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95e97bd95ebd4cec" Type="http://schemas.openxmlformats.org/officeDocument/2006/relationships/slide" Target="../slides/slide14.xml"/><Relationship Id="Re0e0fa839ee44f2b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cc55555009ed46c7" Type="http://schemas.openxmlformats.org/officeDocument/2006/relationships/notesMaster" Target="../notesMasters/notesMaster1.xml"/><Relationship Id="Rf7732d5f9a1c4d60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815e848ffc354774" Type="http://schemas.openxmlformats.org/officeDocument/2006/relationships/slide" Target="../slides/slide16.xml"/><Relationship Id="Ra455fe17dd674d74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040b757f26ef422d" Type="http://schemas.openxmlformats.org/officeDocument/2006/relationships/slide" Target="../slides/slide17.xml"/><Relationship Id="R2a777de1f9474c65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7c31b60dfb1044ec" Type="http://schemas.openxmlformats.org/officeDocument/2006/relationships/notesMaster" Target="../notesMasters/notesMaster1.xml"/><Relationship Id="R871f7210faf44cfa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6bf4bb0e924549f5" Type="http://schemas.openxmlformats.org/officeDocument/2006/relationships/slide" Target="../slides/slide19.xml"/><Relationship Id="R9ba605bd417545ff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2a99aae043de4920" Type="http://schemas.openxmlformats.org/officeDocument/2006/relationships/slide" Target="../slides/slide20.xml"/><Relationship Id="Rc997c710eb7f4144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review and relevant skills evidence for UAS.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A dated observation, the created item or an exact recorded account of your contribution.</a:t>
            </a:r>
          </a:p>
          <a:p xmlns:a="http://schemas.openxmlformats.org/drawingml/2006/main">
            <a:r>
              <a:t>Choose: Giving people a fair chance and meeting needs OR Acting to help with a need. Answer: Giving people a fair chance and meeting needs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C or read one relevant card together. Answer: An audio, enlarged or clearly structured version, chosen according to need.</a:t>
            </a:r>
          </a:p>
          <a:p xmlns:a="http://schemas.openxmlformats.org/drawingml/2006/main">
            <a:r>
              <a:t>Give a reason when ready. Answer: No. The centre must match it to the exact selected unit and criteria.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review and relevant skills evidence for UAS.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half-term review and relevant skills evidence for UAS.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half-term review and relevant skills evidence for UAS.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half-term review and relevant skills evidence for UAS.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half-term review and relevant skills evidence for UAS.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</a:t>
            </a:r>
          </a:p>
          <a:p xmlns:a="http://schemas.openxmlformats.org/drawingml/2006/main">
            <a:r>
              <a:t>Review a new scenario: a club member cannot use the printed timetable. Say or show what helped you decide.</a:t>
            </a:r>
          </a:p>
          <a:p xmlns:a="http://schemas.openxmlformats.org/drawingml/2006/main">
            <a:r>
              <a:t>Explain how your improvement would make participation fairer and how you could check it.</a:t>
            </a:r>
          </a:p>
          <a:p xmlns:a="http://schemas.openxmlformats.org/drawingml/2006/main">
            <a:r>
              <a:t>S: half-term review and relevant skills evidence for UAS.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visual or evidence appendix alongside this slide. Review a new scenario: a club member cannot use the printed timetable. Choose evidence of care, rights and responsibility from the unit.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 Complete the organiser one space at a time. I would ___ because ___. This work shows ___. My improvement is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S: half-term review and relevant skills evidence for UAS.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would ___ because ___. This work shows ___. My improvement is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S: half-term review and relevant skills evidence for UAS.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how your improvement would make participation fairer and how you could check it.</a:t>
            </a:r>
          </a:p>
          <a:p xmlns:a="http://schemas.openxmlformats.org/drawingml/2006/main">
            <a:r>
              <a:t>S: half-term review and relevant skills evidence for UAS.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review and relevant skills evidence for UAS.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audio, enlarged or clearly structured version, chosen according to need.</a:t>
            </a:r>
          </a:p>
          <a:p xmlns:a="http://schemas.openxmlformats.org/drawingml/2006/main">
            <a:r>
              <a:t>No. The centre must match it to the exact selected unit and criteria.</a:t>
            </a:r>
          </a:p>
          <a:p xmlns:a="http://schemas.openxmlformats.org/drawingml/2006/main">
            <a:r>
              <a:t>Support: I would ___ because ___. This work shows ___. My improvement is ___.</a:t>
            </a:r>
          </a:p>
          <a:p xmlns:a="http://schemas.openxmlformats.org/drawingml/2006/main">
            <a:r>
              <a:t>Extension: Explain how your improvement would make participation fairer and how you could check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review and relevant skills evidence for UAS.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review and relevant skills evidence for UAS.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review and relevant skills evidence for UAS.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review and relevant skills evidence for UAS.</a:t>
            </a:r>
          </a:p>
          <a:p xmlns:a="http://schemas.openxmlformats.org/drawingml/2006/main">
            <a:r>
              <a:t>Use one-step instructions, symbols and a model first. Offer talk, point, draw, type or write. Reduce the number of choices; extend by asking for a reason or a second example. Adults prompt the first response then fade support.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Luke 10 in the King James Version: https://www.biblegateway.com/passage/?search=Luke%2010%3A25-37&amp;version=KJV</a:t>
            </a:r>
          </a:p>
          <a:p xmlns:a="http://schemas.openxmlformats.org/drawingml/2006/main">
            <a:r>
              <a:t>Nobel Prize Malala facts: https://www.nobelprize.org/prizes/peace/2014/yousafzai/facts/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b76df53bb0a94462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1afd567db913499b" Type="http://schemas.openxmlformats.org/officeDocument/2006/relationships/theme" Target="theme/theme2.xml"/><Relationship Id="R9d9cafa60b3d4473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9cafa60b3d44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7a66d590e44b43e5" Type="http://schemas.openxmlformats.org/officeDocument/2006/relationships/notesSlide" Target="../notesSlides/notesSlide1.xml"/><Relationship Id="Rcb3c80850a3b44ab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cf676c012c304b36" Type="http://schemas.openxmlformats.org/officeDocument/2006/relationships/notesSlide" Target="../notesSlides/notesSlide2.xml"/><Relationship Id="Rddc8647662554316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2eed7d8ced9e4261" Type="http://schemas.openxmlformats.org/officeDocument/2006/relationships/notesSlide" Target="../notesSlides/notesSlide3.xml"/><Relationship Id="R3a763cbc8b2b4cb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d41cdd2055a443b7" Type="http://schemas.openxmlformats.org/officeDocument/2006/relationships/slideLayout" Target="../slideLayouts/slideLayout1.xml"/><Relationship Id="Re2ca2f6af4c6441e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13bddb73ec444b2c" Type="http://schemas.openxmlformats.org/officeDocument/2006/relationships/slideLayout" Target="../slideLayouts/slideLayout1.xml"/><Relationship Id="R7150cfc7105f4c6a" Type="http://schemas.openxmlformats.org/officeDocument/2006/relationships/image" Target="../media/image.png"/><Relationship Id="Reaa501ca13d64e9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4ec49680989b49da" Type="http://schemas.openxmlformats.org/officeDocument/2006/relationships/slideLayout" Target="../slideLayouts/slideLayout1.xml"/><Relationship Id="Re5e06cc2ca894d2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4b3a8efd4a804d3f" Type="http://schemas.openxmlformats.org/officeDocument/2006/relationships/slideLayout" Target="../slideLayouts/slideLayout1.xml"/><Relationship Id="R56ec55616431418d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7de5b5825b5e437b" Type="http://schemas.openxmlformats.org/officeDocument/2006/relationships/slideLayout" Target="../slideLayouts/slideLayout1.xml"/><Relationship Id="Ra705676248184f3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56eb77b766474a7b" Type="http://schemas.openxmlformats.org/officeDocument/2006/relationships/slideLayout" Target="../slideLayouts/slideLayout1.xml"/><Relationship Id="Rb6edc032b5b54ee1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d5308ca3c9014d42" Type="http://schemas.openxmlformats.org/officeDocument/2006/relationships/slideLayout" Target="../slideLayouts/slideLayout1.xml"/><Relationship Id="Rf943d8f0c15a4cec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0ccaafa463b349fa" Type="http://schemas.openxmlformats.org/officeDocument/2006/relationships/slideLayout" Target="../slideLayouts/slideLayout1.xml"/><Relationship Id="R562f9a5f2e2f4f3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2cc48d67b5254ba8" Type="http://schemas.openxmlformats.org/officeDocument/2006/relationships/notesSlide" Target="../notesSlides/notesSlide12.xml"/><Relationship Id="Rc40e3594b431445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23219afab2b84ed3" Type="http://schemas.openxmlformats.org/officeDocument/2006/relationships/notesSlide" Target="../notesSlides/notesSlide13.xml"/><Relationship Id="R7a9f564134184ed9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08c905adb6414299" Type="http://schemas.openxmlformats.org/officeDocument/2006/relationships/slideLayout" Target="../slideLayouts/slideLayout1.xml"/><Relationship Id="R31fcf728c00848a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084122b2827245e1" Type="http://schemas.openxmlformats.org/officeDocument/2006/relationships/slideLayout" Target="../slideLayouts/slideLayout1.xml"/><Relationship Id="R8723aab7bfbf48e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5924e60f84e74978" Type="http://schemas.openxmlformats.org/officeDocument/2006/relationships/slideLayout" Target="../slideLayouts/slideLayout1.xml"/><Relationship Id="Rb60de3ab692c456f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a7e1e69cc99743f6" Type="http://schemas.openxmlformats.org/officeDocument/2006/relationships/notesSlide" Target="../notesSlides/notesSlide17.xml"/><Relationship Id="Rccbf7d57e67d4473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60424dde68b2494f" Type="http://schemas.openxmlformats.org/officeDocument/2006/relationships/slideLayout" Target="../slideLayouts/slideLayout1.xml"/><Relationship Id="Rd6dc077abda0471d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190e8cbe30ea46f4" Type="http://schemas.openxmlformats.org/officeDocument/2006/relationships/slideLayout" Target="../slideLayouts/slideLayout1.xml"/><Relationship Id="R6da0ac423f434951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be6a80c250ec4ca8" Type="http://schemas.openxmlformats.org/officeDocument/2006/relationships/slideLayout" Target="../slideLayouts/slideLayout1.xml"/><Relationship Id="Rf4c53e675bb24b8e" Type="http://schemas.openxmlformats.org/officeDocument/2006/relationships/notesSlide" Target="../notesSlides/notesSlide2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5B645-C5FD-4D52-955E-65169A07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Fairness evidence and reflection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7E3F6-8461-4169-A2B7-6F72F427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W6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90852-9570-466A-8912-D586E966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Reflect on fairness and evidence skills for UAS.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16EA2-DA29-43EA-81CF-82464795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/ Humanities / Spring 2 / Week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DA0279-0A6E-470E-B8AF-AB9D2381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6734994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557AE-C26C-4267-858A-BA34DAB7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58A28-25C0-4F5B-92C8-3856BD1A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W6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9E7D4-4F91-42ED-9118-9D3EABAC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is evidence that you took part?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CB4CD-EB8C-4BB5-B042-C34172D2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fairness?</a:t>
            </a:r>
          </a:p>
        </p:txBody>
      </p:sp>
    </p:spTree>
    <p:extLst>
      <p:ext uri="{BB962C8B-B14F-4D97-AF65-F5344CB8AC3E}">
        <p14:creationId xmlns:p14="http://schemas.microsoft.com/office/powerpoint/2010/main" val="7273589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AAD30-3998-4862-9C7B-74CC762A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96FC21-6966-4ABB-8AB0-DEB06725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W6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5FE76-D8B7-4008-A5C6-E43EDB6E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could make the timetable accessible?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A9804-07A3-40E8-A8F8-4215C217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Does collecting work automatically meet a UAS unit?</a:t>
            </a:r>
          </a:p>
        </p:txBody>
      </p:sp>
    </p:spTree>
    <p:extLst>
      <p:ext uri="{BB962C8B-B14F-4D97-AF65-F5344CB8AC3E}">
        <p14:creationId xmlns:p14="http://schemas.microsoft.com/office/powerpoint/2010/main" val="3772096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133C1-F27A-4AEC-80CB-DBACD584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11C35-FD7F-4B38-B00C-8E1522CF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W6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50FCB-05C9-419C-B0F9-4CAE0038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fairness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Giving people a fair chance and meeting needs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9320F-1A5A-4BCB-822C-9940DAED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care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Acting to help with a need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81848-1525-4642-87EF-8A735750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right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basic entitlement held by people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8ABF3E-C21A-409C-AD92-95641D9E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responsibility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we should take care to do</a:t>
            </a:r>
          </a:p>
        </p:txBody>
      </p:sp>
    </p:spTree>
    <p:extLst>
      <p:ext uri="{BB962C8B-B14F-4D97-AF65-F5344CB8AC3E}">
        <p14:creationId xmlns:p14="http://schemas.microsoft.com/office/powerpoint/2010/main" val="16503768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F89E8C-8BF2-49E7-92A7-956C0FCB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468D85-0B1A-4AE5-BD46-22BF19DE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W6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50cfc7105f4c6a"/>
          <a:stretch xmlns:a="http://schemas.openxmlformats.org/drawingml/2006/main"/>
        </p:blipFill>
        <p:spPr>
          <a:xfrm xmlns:a="http://schemas.openxmlformats.org/drawingml/2006/main">
            <a:off x="1199324" y="3286125"/>
            <a:ext cx="9793351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AE92C-4500-4DB4-9E89-C7F2F252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Review a new scenario: a club member cannot use the printed timetable.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5079F-81F9-4185-80D0-98C1AA37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3BBD8-3B6E-4B08-BADA-C775D9B5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two choices. Read one short instruction. Point, match or say a word, then add a reason when ready.</a:t>
            </a:r>
          </a:p>
        </p:txBody>
      </p:sp>
    </p:spTree>
    <p:extLst>
      <p:ext uri="{BB962C8B-B14F-4D97-AF65-F5344CB8AC3E}">
        <p14:creationId xmlns:p14="http://schemas.microsoft.com/office/powerpoint/2010/main" val="1061316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86EE3-D7BF-47EC-AB23-E172F0D8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909E2-86AE-472D-9C3A-DBC93302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W6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A9018-8B4F-4F46-99BA-C65BA425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What could make the timetable accessible?</a:t>
            </a:r>
          </a:p>
        </p:txBody>
      </p:sp>
    </p:spTree>
    <p:extLst>
      <p:ext uri="{BB962C8B-B14F-4D97-AF65-F5344CB8AC3E}">
        <p14:creationId xmlns:p14="http://schemas.microsoft.com/office/powerpoint/2010/main" val="9619749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9B72FE-8156-4EC9-A558-9F85E25A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ACDC6-487F-43D8-AB29-E76451F1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W6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AA445-AA69-44BF-833C-B79F26D3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C A caring action: Fictional case: a new student cannot find the reading resources. A clear shelf label and a choice of formats could help. Ask what is useful before deciding.</a:t>
            </a:r>
          </a:p>
        </p:txBody>
      </p:sp>
    </p:spTree>
    <p:extLst>
      <p:ext uri="{BB962C8B-B14F-4D97-AF65-F5344CB8AC3E}">
        <p14:creationId xmlns:p14="http://schemas.microsoft.com/office/powerpoint/2010/main" val="18303146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03BC2-FB78-44B6-9774-FE9D0CCB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1B926-3612-47CF-8D9A-EF0153C6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W6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C898D-B281-4F69-B716-2E0962BD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An audio, enlarged or clearly structured version, chosen according to need.</a:t>
            </a:r>
          </a:p>
        </p:txBody>
      </p:sp>
    </p:spTree>
    <p:extLst>
      <p:ext uri="{BB962C8B-B14F-4D97-AF65-F5344CB8AC3E}">
        <p14:creationId xmlns:p14="http://schemas.microsoft.com/office/powerpoint/2010/main" val="19295071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74539-1D3F-4274-8EEE-A3EF8DAD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4A741-FB4C-4A8F-8FB7-57E0CEFE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W6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74315-71FD-4FF0-9D8E-50624CD9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Does collecting work automatically meet a UAS unit? No. The centre must match it to the exact selected unit and criteria.</a:t>
            </a:r>
          </a:p>
        </p:txBody>
      </p:sp>
    </p:spTree>
    <p:extLst>
      <p:ext uri="{BB962C8B-B14F-4D97-AF65-F5344CB8AC3E}">
        <p14:creationId xmlns:p14="http://schemas.microsoft.com/office/powerpoint/2010/main" val="8001721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E69864-67B8-4A66-B489-EE1B88F9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D757B-C799-4BFB-B5B5-F10878C5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W6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380030-A41A-4F62-895C-7036E622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Review a new scenario: a club member cannot use the printed timetable.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39C67-AF87-49C9-9555-F2604EC8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evidence of care, rights and responsibility from the unit.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897B1-34F0-430E-AA75-92E5635B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54909952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DA530C-26D2-4A33-A163-CEFE8C7B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Shared investigation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39C8F7-F501-4161-AA96-C711447A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W6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99715-3EFA-40D8-8988-0299CC9A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answer to the assessment enquiry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96541-20DA-4BB7-BB26-BFF2444B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evidence and 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EFE3A-5028-4B95-B90A-0C77229F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explanation or comparison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812D2-1EA2-4AE5-B57B-E9C54F0B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conclusion and what the evidence does not show</a:t>
            </a:r>
          </a:p>
        </p:txBody>
      </p:sp>
    </p:spTree>
    <p:extLst>
      <p:ext uri="{BB962C8B-B14F-4D97-AF65-F5344CB8AC3E}">
        <p14:creationId xmlns:p14="http://schemas.microsoft.com/office/powerpoint/2010/main" val="4999331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9769FD-DC02-47BB-BAAE-6E4FB815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4420F-E1D7-4545-95D6-2C2B2ED9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W6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A3C85-99A4-4FE6-BD53-021AA757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Respond independently to the timetable scenario with an action and reason.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5A360-2B49-4ED1-A7F7-475C7202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Select two pieces of your unit work and explain what they show.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E348A-47E2-47F6-A82C-6BDFF6A1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one improvement and the support used.</a:t>
            </a:r>
          </a:p>
        </p:txBody>
      </p:sp>
    </p:spTree>
    <p:extLst>
      <p:ext uri="{BB962C8B-B14F-4D97-AF65-F5344CB8AC3E}">
        <p14:creationId xmlns:p14="http://schemas.microsoft.com/office/powerpoint/2010/main" val="17705559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B020B-3225-458B-94F9-2329C65E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B9232-ABEE-4774-A40C-FF4C8A25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W6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2364D-ACC8-4A86-862B-F4F506AA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Respond independently to the timetable scenario with an action and reason.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EEBDD-61D2-49A0-9470-3BC15E34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Select two pieces of your unit work and explain what they show.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7C9D9-583F-4F36-98E7-02BCFD21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one improvement and the support used.</a:t>
            </a:r>
          </a:p>
        </p:txBody>
      </p:sp>
    </p:spTree>
    <p:extLst>
      <p:ext uri="{BB962C8B-B14F-4D97-AF65-F5344CB8AC3E}">
        <p14:creationId xmlns:p14="http://schemas.microsoft.com/office/powerpoint/2010/main" val="1587222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4352CF-6249-4099-B416-10630502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8A805-FC3E-45B1-9C93-5AB833BC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W6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A6C33-ABB4-4CC4-A073-454614BB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Respond independently to the timetable scenario with an action and reason.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8BD17-A35C-4F5F-B0AB-9ED117A1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Select two pieces of your unit work and explain what they show.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308FF-B2A8-4317-AB64-ED70F4E7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Record one improvement and the support used.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F75F7-E250-41A3-842A-62A26CBE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how your improvement would make participation fairer and how you could check it.</a:t>
            </a:r>
          </a:p>
        </p:txBody>
      </p:sp>
    </p:spTree>
    <p:extLst>
      <p:ext uri="{BB962C8B-B14F-4D97-AF65-F5344CB8AC3E}">
        <p14:creationId xmlns:p14="http://schemas.microsoft.com/office/powerpoint/2010/main" val="14517479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FFD040-8DC6-46AA-B096-C92E680D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91A75-B042-40BA-A146-D20CCFC3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W6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24C52-1EE4-4512-B94C-4233E96E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half-term review and relevant skills evidence for UAS.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15BCF-C1F2-4E26-B80F-121FF8A4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FA455-4056-43EF-9AB3-591DEF87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20473818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89B9B-F090-47E2-B4E2-C0F438D9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1256D-60A7-4DD7-8C32-A3A6CBC2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W6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5F6F3-7EC2-4835-A6C4-F3514E37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could make the timetable accessible?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B4E7B-B9B7-4210-A7CA-676D510E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Does collecting work automatically meet a UAS unit?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9F225-31FF-49E7-9EF9-9A475382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7462203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8418A-F3F3-4DA9-8CA7-1CA67FF6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A The Good Samaritan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469A7-282A-4F2E-B1FE-F8BBA2BA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W6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3B0EFC-D6D0-416C-B2F1-819BAAE2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Easy-read retelling of the Christian parable in Luke 10: A traveller needs help. Two people pass by. A Samaritan stops, cares for him and arranges more help. The story asks what it means to be a neighbour.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13F5E-F055-4A87-BFC2-C39C586D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retelling of Luke 10:25–37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57FA45-C9A7-4E2F-9394-A3430429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religious story teaches an idea; this retelling is not a quotation or a historical record.</a:t>
            </a:r>
          </a:p>
        </p:txBody>
      </p:sp>
    </p:spTree>
    <p:extLst>
      <p:ext uri="{BB962C8B-B14F-4D97-AF65-F5344CB8AC3E}">
        <p14:creationId xmlns:p14="http://schemas.microsoft.com/office/powerpoint/2010/main" val="17034860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A1595-B122-4C92-BFCF-63AEE320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B A fair turn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16E46-DF0E-46D2-B89B-9192AF91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W6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E9FB0-FCE8-4A77-A4C0-3F5A3E2D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case: three pupils share one tablet. Jo needs text read aloud. The group can agree turns and switch on speech support. Equal dignity does not always mean identical support.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40BB7-130D-410F-8984-FCA353F5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E8BFF-85F5-44BB-B8B2-DFB4990F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12133220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45A9E0-F094-48C7-AB32-69F6FA35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C A caring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61DA7-97D6-4744-A111-817678AB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W6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22026-9263-4E01-92B1-9AB0EB6B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case: a new student cannot find the reading resources. A clear shelf label and a choice of formats could help. Ask what is useful before deciding.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634EE1-F6B8-4E5F-BFFD-9E02C596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54BAF-B760-4048-8FCA-AE9BC350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example does not describe every person or place.</a:t>
            </a:r>
          </a:p>
        </p:txBody>
      </p:sp>
    </p:spTree>
    <p:extLst>
      <p:ext uri="{BB962C8B-B14F-4D97-AF65-F5344CB8AC3E}">
        <p14:creationId xmlns:p14="http://schemas.microsoft.com/office/powerpoint/2010/main" val="186462784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839DD-B896-4015-B437-1FD8AE88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M Malala Yousafzai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3B9BD-0EE9-435D-BDF5-028B0BD9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Humanities  Spring 2  W6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683CD-F0C2-4417-9088-6CFEAA20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Malala campaigns for children’s education, especially girls’ education. She shared the 2014 Nobel Peace Prize with Kailash Satyarthi.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C16F2A-6E0E-44C4-A583-AE7E5C3B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Nobel Prize, Malala Yousafzai facts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B3711B-6550-4670-BF34-4A4F974D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An award recognises work; it does not prove that unequal access to education has ended.</a:t>
            </a:r>
          </a:p>
        </p:txBody>
      </p:sp>
    </p:spTree>
    <p:extLst>
      <p:ext uri="{BB962C8B-B14F-4D97-AF65-F5344CB8AC3E}">
        <p14:creationId xmlns:p14="http://schemas.microsoft.com/office/powerpoint/2010/main" val="4756278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2026-09-19T18:35:34.0970000Z</dcterms:created>
  <dcterms:modified xsi:type="dcterms:W3CDTF">2026-09-19T18:35:34.0970000Z</dcterms:modified>
</coreProperties>
</file>