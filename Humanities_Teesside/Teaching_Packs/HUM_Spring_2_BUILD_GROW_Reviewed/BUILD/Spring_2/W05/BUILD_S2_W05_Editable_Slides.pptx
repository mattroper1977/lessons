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cdfc0b857774062" Type="http://schemas.openxmlformats.org/officeDocument/2006/relationships/extended-properties" Target="docProps/app.xml"/><Relationship Id="R907af221cd454cc9" Type="http://schemas.openxmlformats.org/package/2006/relationships/metadata/core-properties" Target="docProps/core.xml"/><Relationship Id="Red4e45638b594db2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91953da414191"/>
  </p:sldMasterIdLst>
  <p:notesMasterIdLst>
    <p:notesMasterId xmlns:r="http://schemas.openxmlformats.org/officeDocument/2006/relationships" r:id="Re39c201e49964228"/>
  </p:notesMasterIdLst>
  <p:sldIdLst>
    <p:sldId xmlns:r="http://schemas.openxmlformats.org/officeDocument/2006/relationships" id="256" r:id="R6070658aaa3c487b"/>
    <p:sldId xmlns:r="http://schemas.openxmlformats.org/officeDocument/2006/relationships" id="257" r:id="R90fb67f4b2df4743"/>
    <p:sldId xmlns:r="http://schemas.openxmlformats.org/officeDocument/2006/relationships" id="258" r:id="R3d99446330d64131"/>
    <p:sldId xmlns:r="http://schemas.openxmlformats.org/officeDocument/2006/relationships" id="259" r:id="Rad597a3c15bc40b5"/>
    <p:sldId xmlns:r="http://schemas.openxmlformats.org/officeDocument/2006/relationships" id="260" r:id="R22b876a486c8470d"/>
    <p:sldId xmlns:r="http://schemas.openxmlformats.org/officeDocument/2006/relationships" id="261" r:id="Rb982a15acb084713"/>
    <p:sldId xmlns:r="http://schemas.openxmlformats.org/officeDocument/2006/relationships" id="262" r:id="Rfbaf759f8946402d"/>
    <p:sldId xmlns:r="http://schemas.openxmlformats.org/officeDocument/2006/relationships" id="263" r:id="R30d2cb7b627749d9"/>
    <p:sldId xmlns:r="http://schemas.openxmlformats.org/officeDocument/2006/relationships" id="264" r:id="R8688eca7ceb4452c"/>
    <p:sldId xmlns:r="http://schemas.openxmlformats.org/officeDocument/2006/relationships" id="265" r:id="Rd81419c1bcfc4093"/>
    <p:sldId xmlns:r="http://schemas.openxmlformats.org/officeDocument/2006/relationships" id="266" r:id="Ra968a78df2204215"/>
    <p:sldId xmlns:r="http://schemas.openxmlformats.org/officeDocument/2006/relationships" id="267" r:id="Rf03d5a1afdf44dd6"/>
    <p:sldId xmlns:r="http://schemas.openxmlformats.org/officeDocument/2006/relationships" id="268" r:id="R4fcbe2090b914015"/>
    <p:sldId xmlns:r="http://schemas.openxmlformats.org/officeDocument/2006/relationships" id="269" r:id="R65f552326bf04c74"/>
    <p:sldId xmlns:r="http://schemas.openxmlformats.org/officeDocument/2006/relationships" id="270" r:id="R585e4a0c588048dd"/>
    <p:sldId xmlns:r="http://schemas.openxmlformats.org/officeDocument/2006/relationships" id="271" r:id="Rf19da281b5b44240"/>
    <p:sldId xmlns:r="http://schemas.openxmlformats.org/officeDocument/2006/relationships" id="272" r:id="R7d977274bc3a48fb"/>
    <p:sldId xmlns:r="http://schemas.openxmlformats.org/officeDocument/2006/relationships" id="273" r:id="Rc3f4977543d24a68"/>
    <p:sldId xmlns:r="http://schemas.openxmlformats.org/officeDocument/2006/relationships" id="274" r:id="Rc5d8b2499940451c"/>
    <p:sldId xmlns:r="http://schemas.openxmlformats.org/officeDocument/2006/relationships" id="275" r:id="R41aff826a63a42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2b876a486c8470d" Type="http://schemas.openxmlformats.org/officeDocument/2006/relationships/slide" Target="slides/slide5.xml"/><Relationship Id="R30d2cb7b627749d9" Type="http://schemas.openxmlformats.org/officeDocument/2006/relationships/slide" Target="slides/slide8.xml"/><Relationship Id="R3d99446330d64131" Type="http://schemas.openxmlformats.org/officeDocument/2006/relationships/slide" Target="slides/slide3.xml"/><Relationship Id="R41aff826a63a4224" Type="http://schemas.openxmlformats.org/officeDocument/2006/relationships/slide" Target="slides/slide20.xml"/><Relationship Id="R4fcbe2090b914015" Type="http://schemas.openxmlformats.org/officeDocument/2006/relationships/slide" Target="slides/slide13.xml"/><Relationship Id="R585e4a0c588048dd" Type="http://schemas.openxmlformats.org/officeDocument/2006/relationships/slide" Target="slides/slide15.xml"/><Relationship Id="R6070658aaa3c487b" Type="http://schemas.openxmlformats.org/officeDocument/2006/relationships/slide" Target="slides/slide1.xml"/><Relationship Id="R65f552326bf04c74" Type="http://schemas.openxmlformats.org/officeDocument/2006/relationships/slide" Target="slides/slide14.xml"/><Relationship Id="R6d8324589f994d28" Type="http://schemas.openxmlformats.org/officeDocument/2006/relationships/tableStyles" Target="tableStyles.xml"/><Relationship Id="R70c5cb90adf34e12" Type="http://schemas.openxmlformats.org/officeDocument/2006/relationships/theme" Target="theme/theme1.xml"/><Relationship Id="R7d977274bc3a48fb" Type="http://schemas.openxmlformats.org/officeDocument/2006/relationships/slide" Target="slides/slide17.xml"/><Relationship Id="R8688eca7ceb4452c" Type="http://schemas.openxmlformats.org/officeDocument/2006/relationships/slide" Target="slides/slide9.xml"/><Relationship Id="R87191953da414191" Type="http://schemas.openxmlformats.org/officeDocument/2006/relationships/slideMaster" Target="slideMasters/slideMaster1.xml"/><Relationship Id="R90fb67f4b2df4743" Type="http://schemas.openxmlformats.org/officeDocument/2006/relationships/slide" Target="slides/slide2.xml"/><Relationship Id="R99dd63f709b24f22" Type="http://schemas.openxmlformats.org/officeDocument/2006/relationships/presProps" Target="presProps.xml"/><Relationship Id="Ra968a78df2204215" Type="http://schemas.openxmlformats.org/officeDocument/2006/relationships/slide" Target="slides/slide11.xml"/><Relationship Id="Rad597a3c15bc40b5" Type="http://schemas.openxmlformats.org/officeDocument/2006/relationships/slide" Target="slides/slide4.xml"/><Relationship Id="Rb982a15acb084713" Type="http://schemas.openxmlformats.org/officeDocument/2006/relationships/slide" Target="slides/slide6.xml"/><Relationship Id="Rc3f4977543d24a68" Type="http://schemas.openxmlformats.org/officeDocument/2006/relationships/slide" Target="slides/slide18.xml"/><Relationship Id="Rc5d8b2499940451c" Type="http://schemas.openxmlformats.org/officeDocument/2006/relationships/slide" Target="slides/slide19.xml"/><Relationship Id="Rd81419c1bcfc4093" Type="http://schemas.openxmlformats.org/officeDocument/2006/relationships/slide" Target="slides/slide10.xml"/><Relationship Id="Re39c201e49964228" Type="http://schemas.openxmlformats.org/officeDocument/2006/relationships/notesMaster" Target="notesMasters/notesMaster1.xml"/><Relationship Id="Rf03d5a1afdf44dd6" Type="http://schemas.openxmlformats.org/officeDocument/2006/relationships/slide" Target="slides/slide12.xml"/><Relationship Id="Rf19da281b5b44240" Type="http://schemas.openxmlformats.org/officeDocument/2006/relationships/slide" Target="slides/slide16.xml"/><Relationship Id="Rfbaf759f8946402d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a3cf64cf087d404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4da289a35534883" Type="http://schemas.openxmlformats.org/officeDocument/2006/relationships/notesMaster" Target="../notesMasters/notesMaster1.xml"/><Relationship Id="Rf9d7cc5642214e0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83a3d63a42848bc" Type="http://schemas.openxmlformats.org/officeDocument/2006/relationships/slide" Target="../slides/slide2.xml"/><Relationship Id="R7b09471113214df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04d5ab700d941f0" Type="http://schemas.openxmlformats.org/officeDocument/2006/relationships/slide" Target="../slides/slide3.xml"/><Relationship Id="Rd69ba642ab1c4cd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b7b6e081c044281" Type="http://schemas.openxmlformats.org/officeDocument/2006/relationships/slide" Target="../slides/slide4.xml"/><Relationship Id="R9ef537073d4f433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f8a22a597714250" Type="http://schemas.openxmlformats.org/officeDocument/2006/relationships/slide" Target="../slides/slide5.xml"/><Relationship Id="R93521eea756c423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56d87270a524bdd" Type="http://schemas.openxmlformats.org/officeDocument/2006/relationships/slide" Target="../slides/slide6.xml"/><Relationship Id="Re054742073704da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3871925da47423c" Type="http://schemas.openxmlformats.org/officeDocument/2006/relationships/notesMaster" Target="../notesMasters/notesMaster1.xml"/><Relationship Id="Ra3a22a2ec52848b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9c56e8a432694e69" Type="http://schemas.openxmlformats.org/officeDocument/2006/relationships/notesMaster" Target="../notesMasters/notesMaster1.xml"/><Relationship Id="Rb5ae9862d137468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d041a4a26a646af" Type="http://schemas.openxmlformats.org/officeDocument/2006/relationships/notesMaster" Target="../notesMasters/notesMaster1.xml"/><Relationship Id="Rd7114aaa016c4e7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5f253f857994ecb" Type="http://schemas.openxmlformats.org/officeDocument/2006/relationships/slide" Target="../slides/slide10.xml"/><Relationship Id="R6e36b6867f364d1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8754f9e60f147d8" Type="http://schemas.openxmlformats.org/officeDocument/2006/relationships/notesMaster" Target="../notesMasters/notesMaster1.xml"/><Relationship Id="Rce31f90c60cd4cd3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3f4732a42974ab2" Type="http://schemas.openxmlformats.org/officeDocument/2006/relationships/notesMaster" Target="../notesMasters/notesMaster1.xml"/><Relationship Id="Rb9c3666e7b3c455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774b26936cae48e2" Type="http://schemas.openxmlformats.org/officeDocument/2006/relationships/slide" Target="../slides/slide13.xml"/><Relationship Id="R80db2dcc8c3e437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a3084c2074e4c98" Type="http://schemas.openxmlformats.org/officeDocument/2006/relationships/slide" Target="../slides/slide14.xml"/><Relationship Id="R8cc29e3818a44806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6bd9280492e54402" Type="http://schemas.openxmlformats.org/officeDocument/2006/relationships/slide" Target="../slides/slide15.xml"/><Relationship Id="Rdc83ae46ee9d4f7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e3f5a4149944802" Type="http://schemas.openxmlformats.org/officeDocument/2006/relationships/slide" Target="../slides/slide16.xml"/><Relationship Id="R7ac742330368456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7a8d2389d8d4a18" Type="http://schemas.openxmlformats.org/officeDocument/2006/relationships/slide" Target="../slides/slide17.xml"/><Relationship Id="Re2108f6a1ad5414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03dc3ac24fdb4eb5" Type="http://schemas.openxmlformats.org/officeDocument/2006/relationships/notesMaster" Target="../notesMasters/notesMaster1.xml"/><Relationship Id="R9974b6be5a464717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b059ad384a01441c" Type="http://schemas.openxmlformats.org/officeDocument/2006/relationships/notesMaster" Target="../notesMasters/notesMaster1.xml"/><Relationship Id="Rb5c86004fd21411c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0d808e65fc04f42" Type="http://schemas.openxmlformats.org/officeDocument/2006/relationships/slide" Target="../slides/slide20.xml"/><Relationship Id="R794bc4c5791d455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Children’s education, especially girls’ education.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A dated observation, the created item or an exact recorded account of your contribution.</a:t>
            </a:r>
          </a:p>
          <a:p xmlns:a="http://schemas.openxmlformats.org/drawingml/2006/main">
            <a:r>
              <a:t>Give a reason when ready. Answer: No. Retain evidence of what was actually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Choose one manageable class action, such as clearer resource labels. Say or show what helped you decide.</a:t>
            </a:r>
          </a:p>
          <a:p xmlns:a="http://schemas.openxmlformats.org/drawingml/2006/main">
            <a:r>
              <a:t>Explain a change you would make after feedback and why.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Choose one manageable class action, such as clearer resource labels. Agree the need, roles and how to notice an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My role was ___. I did ___. The feedback or observation was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role was ___. I did ___. The feedback or observation was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a change you would make after feedback and why.</a:t>
            </a:r>
          </a:p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dated observation, the created item or an exact recorded account of your contribution.</a:t>
            </a:r>
          </a:p>
          <a:p xmlns:a="http://schemas.openxmlformats.org/drawingml/2006/main">
            <a:r>
              <a:t>No. Retain evidence of what was actually done.</a:t>
            </a:r>
          </a:p>
          <a:p xmlns:a="http://schemas.openxmlformats.org/drawingml/2006/main">
            <a:r>
              <a:t>Support: My role was ___. I did ___. The feedback or observation was ___.</a:t>
            </a:r>
          </a:p>
          <a:p xmlns:a="http://schemas.openxmlformats.org/drawingml/2006/main">
            <a:r>
              <a:t>Extension: Explain a change you would make after feedback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participation observation and recorded reflection.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c11335cbbf44ff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1fb875493a34700" Type="http://schemas.openxmlformats.org/officeDocument/2006/relationships/theme" Target="theme/theme2.xml"/><Relationship Id="R274b6a1b949f4878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4b6a1b949f48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04d8c7544f84b03" Type="http://schemas.openxmlformats.org/officeDocument/2006/relationships/slideLayout" Target="../slideLayouts/slideLayout1.xml"/><Relationship Id="Red7e81bd01cf410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4b969c73ac74556" Type="http://schemas.openxmlformats.org/officeDocument/2006/relationships/notesSlide" Target="../notesSlides/notesSlide2.xml"/><Relationship Id="Raf0cad93141f4fc8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afd6302bfd124693" Type="http://schemas.openxmlformats.org/officeDocument/2006/relationships/slideLayout" Target="../slideLayouts/slideLayout1.xml"/><Relationship Id="Rc762486b0308433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45943402fcb4053" Type="http://schemas.openxmlformats.org/officeDocument/2006/relationships/slideLayout" Target="../slideLayouts/slideLayout1.xml"/><Relationship Id="Rf30fcfb3344d439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a865d6e2f74a4d8b" Type="http://schemas.openxmlformats.org/officeDocument/2006/relationships/notesSlide" Target="../notesSlides/notesSlide5.xml"/><Relationship Id="Rac7e2404766047fa" Type="http://schemas.openxmlformats.org/officeDocument/2006/relationships/slideLayout" Target="../slideLayouts/slideLayout1.xml"/><Relationship Id="Rc545c8b1e719417c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92101cb49b1f432d" Type="http://schemas.openxmlformats.org/officeDocument/2006/relationships/slideLayout" Target="../slideLayouts/slideLayout1.xml"/><Relationship Id="Rf5124b9a41b8496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91320cf1a954184" Type="http://schemas.openxmlformats.org/officeDocument/2006/relationships/notesSlide" Target="../notesSlides/notesSlide7.xml"/><Relationship Id="Rc4978003ada24cb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7b43e075bbf4705" Type="http://schemas.openxmlformats.org/officeDocument/2006/relationships/notesSlide" Target="../notesSlides/notesSlide8.xml"/><Relationship Id="Rf0e49ee9733e45e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8e56c0783bed4231" Type="http://schemas.openxmlformats.org/officeDocument/2006/relationships/slideLayout" Target="../slideLayouts/slideLayout1.xml"/><Relationship Id="R92bba6cbd235481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bd559af1fad4353" Type="http://schemas.openxmlformats.org/officeDocument/2006/relationships/notesSlide" Target="../notesSlides/notesSlide10.xml"/><Relationship Id="R71aebbe892154a0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b899d7b63b2e476d" Type="http://schemas.openxmlformats.org/officeDocument/2006/relationships/slideLayout" Target="../slideLayouts/slideLayout1.xml"/><Relationship Id="Re84446597ce8478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fdba155e60948fb" Type="http://schemas.openxmlformats.org/officeDocument/2006/relationships/notesSlide" Target="../notesSlides/notesSlide12.xml"/><Relationship Id="Rf437240593d8492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1c06781fc784a83" Type="http://schemas.openxmlformats.org/officeDocument/2006/relationships/notesSlide" Target="../notesSlides/notesSlide13.xml"/><Relationship Id="Rde44ab3de94d4ab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b51964c946a4821" Type="http://schemas.openxmlformats.org/officeDocument/2006/relationships/notesSlide" Target="../notesSlides/notesSlide14.xml"/><Relationship Id="Rdd1ce7f31458424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33ce92a3e1a4d2d" Type="http://schemas.openxmlformats.org/officeDocument/2006/relationships/notesSlide" Target="../notesSlides/notesSlide15.xml"/><Relationship Id="R78ad37676d32432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7f5769e60444d48" Type="http://schemas.openxmlformats.org/officeDocument/2006/relationships/slideLayout" Target="../slideLayouts/slideLayout1.xml"/><Relationship Id="Re43566aa4f174eeb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6ca3ad67dad40ca" Type="http://schemas.openxmlformats.org/officeDocument/2006/relationships/notesSlide" Target="../notesSlides/notesSlide17.xml"/><Relationship Id="R8794a83a51ea443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94ee1943ca941d4" Type="http://schemas.openxmlformats.org/officeDocument/2006/relationships/slideLayout" Target="../slideLayouts/slideLayout1.xml"/><Relationship Id="Ra46fd84da891441c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d6deff9b4234554" Type="http://schemas.openxmlformats.org/officeDocument/2006/relationships/notesSlide" Target="../notesSlides/notesSlide19.xml"/><Relationship Id="Rba25cca3391a421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2c5a34ee3014d11" Type="http://schemas.openxmlformats.org/officeDocument/2006/relationships/slideLayout" Target="../slideLayouts/slideLayout1.xml"/><Relationship Id="R74e429052a634df6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4A52F-C678-45BD-AD46-C9D1FD81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class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9930C-275B-4DE7-B8B5-8CB0E8E2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F7F46-A6DC-4277-A171-C2EC94B7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Take part in a class caring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79CCB-88B6-4229-887C-3CBDA2A3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18F30-25A2-4930-9F60-2FFAC0C2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78250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0C8FD-DBBA-47CF-8D1B-F80C19F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2111F-6C79-43E8-8BF9-82E87831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3D374-FA2F-4526-9093-D40CE3F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Malala campaign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0C662-21F3-4147-9667-7816D65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387231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8A3C9-6DC9-4DF5-9A15-DC1EDE90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78642-E47A-4BBF-8EF4-E3A1C0D6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09896-D174-486F-9C24-BE1A64E3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is evidence that you took part?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E970B-2459-4BEE-96A8-199EEBCC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a plan alone prove the action happened?</a:t>
            </a:r>
          </a:p>
        </p:txBody>
      </p:sp>
    </p:spTree>
    <p:extLst>
      <p:ext uri="{BB962C8B-B14F-4D97-AF65-F5344CB8AC3E}">
        <p14:creationId xmlns:p14="http://schemas.microsoft.com/office/powerpoint/2010/main" val="1044258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0E5BB-289B-4DFF-9652-4E48EF4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E36DE-2670-463F-8952-0981CD6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D7078-7549-4368-AAB3-5602E46A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5A4B2-8F90-4F39-AD70-BC936CE6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59E74-BF69-4AE6-AC36-39FF3DA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98B4B-E075-4E5A-A963-902C08FD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162420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5C856-6F4E-4110-8086-83344C3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9F4C9-5046-4E3C-B37B-8FC1A5A1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5c8b1e719417c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0D24B-210E-41F6-92D2-A3637301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manageable class action, such as clearer resource labels.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D4AEB-1A36-4491-B21B-0048845F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276D0-2B9A-4E04-A048-7F66F79B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407663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AD88B-CCA7-4726-8C09-AD752F1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37F5A-DC4D-4992-96B3-7079BB8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A4CAF-2771-4AB5-9484-D9E3A94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Record a real contribution to the class action.</a:t>
            </a:r>
          </a:p>
        </p:txBody>
      </p:sp>
    </p:spTree>
    <p:extLst>
      <p:ext uri="{BB962C8B-B14F-4D97-AF65-F5344CB8AC3E}">
        <p14:creationId xmlns:p14="http://schemas.microsoft.com/office/powerpoint/2010/main" val="385042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58EE0-4DA1-48A4-AC81-E418614B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35B1-BE1C-4F37-B7F6-B5FED6DE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AB36F-A04E-4EBC-A27B-CC98D21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 caring action: Fictional case: a new student cannot find the reading resources. A clear shelf label and a choice of formats could help. Ask what is useful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631199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B4BB-E29C-42BD-A507-96CCB06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B615A-5DEA-4596-9FB9-87F5A907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A8CFD-BBF5-4407-8166-AD8FFD4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After I make or test a label, I record what I did and the feedback I received. A plan alone cannot show that I took part.</a:t>
            </a:r>
          </a:p>
        </p:txBody>
      </p:sp>
    </p:spTree>
    <p:extLst>
      <p:ext uri="{BB962C8B-B14F-4D97-AF65-F5344CB8AC3E}">
        <p14:creationId xmlns:p14="http://schemas.microsoft.com/office/powerpoint/2010/main" val="676018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33BF-7485-47BC-BC4A-C8F296F7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22475-E083-4758-9FEE-0E934D6E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0155E-0AEA-40D0-B324-85665D8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a plan alone prove the action happened? No. Retain evidence of what was actually done.</a:t>
            </a:r>
          </a:p>
        </p:txBody>
      </p:sp>
    </p:spTree>
    <p:extLst>
      <p:ext uri="{BB962C8B-B14F-4D97-AF65-F5344CB8AC3E}">
        <p14:creationId xmlns:p14="http://schemas.microsoft.com/office/powerpoint/2010/main" val="231235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0F0C3-2744-4E03-B800-0FA98480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1046D-4EB0-4758-8D82-084A0B70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F3F15-413A-4B17-AA79-F174E76B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manageable class action, such as clearer resource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F087A-DA6A-445F-B1F2-602A25D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Agree the need, roles and how to notice an effect.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4CF2C-4D38-47E8-80FB-B40D6AD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331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B5EF3-BBEC-42EB-AFA5-058D560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184B4-6AB0-450E-911B-C0321FEC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248A5-6D03-4D3D-ABF1-9658DC7A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 or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FF381-283E-4412-BCCB-D89C877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 actually did and where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BACE0-32B3-4E71-A8D4-BBC2807C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Observation count or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3A603-3F09-49DB-B160-54AC112A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evidence shows and one limit</a:t>
            </a:r>
          </a:p>
        </p:txBody>
      </p:sp>
    </p:spTree>
    <p:extLst>
      <p:ext uri="{BB962C8B-B14F-4D97-AF65-F5344CB8AC3E}">
        <p14:creationId xmlns:p14="http://schemas.microsoft.com/office/powerpoint/2010/main" val="14192314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455D9-32D8-4E7E-BB5B-28E36BB8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240BC-8749-478F-86C6-0B73BBD0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3EA8A-9A71-4EBA-8B36-301CF460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Carry out one agreed contribution: make a label, check its readability or organise an accessible resource option.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EF326-6E16-4EA1-BC8E-97D9835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what you actually did.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6E3E8-CCEC-4656-A032-6FFA4E7B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for feedback and reflect on its effect.</a:t>
            </a:r>
          </a:p>
        </p:txBody>
      </p:sp>
    </p:spTree>
    <p:extLst>
      <p:ext uri="{BB962C8B-B14F-4D97-AF65-F5344CB8AC3E}">
        <p14:creationId xmlns:p14="http://schemas.microsoft.com/office/powerpoint/2010/main" val="19226079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4AB77-EBF2-46C7-A53D-BF38495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7B511-B3D9-40D1-86A1-2DC3E533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986B3-3415-4B02-8D00-D455FEC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Carry out one agreed contribution: make a label, check its readability or organise an accessible resource option.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5F30-FBAE-40E1-B308-6E334800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what you actually did.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3A11C-79A6-4A49-AB82-FF39D82F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for feedback and reflect on its effect.</a:t>
            </a:r>
          </a:p>
        </p:txBody>
      </p:sp>
    </p:spTree>
    <p:extLst>
      <p:ext uri="{BB962C8B-B14F-4D97-AF65-F5344CB8AC3E}">
        <p14:creationId xmlns:p14="http://schemas.microsoft.com/office/powerpoint/2010/main" val="7507264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1C3F2-1C40-401F-82B4-FBD22424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EE195-C995-44BD-B535-C0C521FB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5E6B1-834C-4335-9BDE-23CE0F34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Carry out one agreed contribution: make a label, check its readability or organise an accessible resource option.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EE94-1716-4CDB-8F30-30D204A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what you actually did.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82617-7D9F-4F8A-819D-0B9A048D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for feedback and reflect on its effect.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12CBD-687C-41C7-AA85-E87ADA7F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change you would make after feedback and why.</a:t>
            </a:r>
          </a:p>
        </p:txBody>
      </p:sp>
    </p:spTree>
    <p:extLst>
      <p:ext uri="{BB962C8B-B14F-4D97-AF65-F5344CB8AC3E}">
        <p14:creationId xmlns:p14="http://schemas.microsoft.com/office/powerpoint/2010/main" val="315433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4952B-6CDC-498A-A80F-091A137A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9FD6D-C0CA-495B-BC2F-5931BC15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4A174-1C52-4CC5-9895-F13922C4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participation observation and recorded reflection.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20575-ECA1-4260-A0A2-0A97C77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6B28-410A-40F4-91DD-7BC7D35B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838998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35FCE-DD2E-4B5E-9FCD-448CDD75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313AE-C6C9-40A3-A996-CE4B7149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0C7D4-3F98-4141-9B94-E6698EF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evidence that you took part?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9D91-9B12-482C-89D9-B32558D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a plan alone prove the action happened?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3E071-747A-407C-B7C6-A3EE4B7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8171599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C7CDB-68E1-4393-B09D-66C6B107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C94D2-CA44-456A-9188-2C4C1A3A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D46A-F01F-4BF5-8857-3615DE05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44030-7D6A-4A7D-A0D0-59023AA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B5B81-A1E3-46FA-BA23-540A348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3911008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193B7-5579-4213-BFCD-7446A76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63D5B-4549-4E10-A36F-2FBB44EE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34931-78D3-4F08-AE5A-49E4598F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9FA10-BAC8-40A6-A758-69E64BB2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8E6A0-0B15-4618-9832-7055B96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771809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86A23-B6FD-48E4-9E23-7050C3A2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1C8A5-78E2-41EF-9DE3-CB933A76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6F8A4-2AC3-424E-B0E7-E307C1C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327E0-228D-424C-B233-1B198F25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0F2A-B94B-4D28-AC6B-FA4E0B7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090694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66ACE-1A18-4BFE-A9B4-1BA02352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94A8F-68F0-4D06-ACCA-FAFBF4C3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466BA-CC74-43C2-A4EB-63F428C3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51D22-D5D1-40A8-88EF-6555DB0E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037B5-4C5E-4287-82A9-1EB76E56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181037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2026-09-19T18:35:29.8160000Z</dcterms:created>
  <dcterms:modified xsi:type="dcterms:W3CDTF">2026-09-19T18:35:29.8160000Z</dcterms:modified>
</coreProperties>
</file>