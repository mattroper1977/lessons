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dfcdc5e3f374855" Type="http://schemas.openxmlformats.org/package/2006/relationships/metadata/core-properties" Target="docProps/core.xml"/><Relationship Id="R7237fa5387d2422f" Type="http://schemas.openxmlformats.org/officeDocument/2006/relationships/extended-properties" Target="docProps/app.xml"/><Relationship Id="Re1b17d2ba7d849b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23728307f403f"/>
  </p:sldMasterIdLst>
  <p:notesMasterIdLst>
    <p:notesMasterId xmlns:r="http://schemas.openxmlformats.org/officeDocument/2006/relationships" r:id="Rb351a4adfc604d27"/>
  </p:notesMasterIdLst>
  <p:sldIdLst>
    <p:sldId xmlns:r="http://schemas.openxmlformats.org/officeDocument/2006/relationships" id="256" r:id="Re4d38e976d1f4ab6"/>
    <p:sldId xmlns:r="http://schemas.openxmlformats.org/officeDocument/2006/relationships" id="257" r:id="R638c18706dde4d06"/>
    <p:sldId xmlns:r="http://schemas.openxmlformats.org/officeDocument/2006/relationships" id="258" r:id="Ra815ea4338324107"/>
    <p:sldId xmlns:r="http://schemas.openxmlformats.org/officeDocument/2006/relationships" id="259" r:id="R6e4a85cbca1b477c"/>
    <p:sldId xmlns:r="http://schemas.openxmlformats.org/officeDocument/2006/relationships" id="260" r:id="R8aa506d26d404ad7"/>
    <p:sldId xmlns:r="http://schemas.openxmlformats.org/officeDocument/2006/relationships" id="261" r:id="R1038089854f843b5"/>
    <p:sldId xmlns:r="http://schemas.openxmlformats.org/officeDocument/2006/relationships" id="262" r:id="Rfd386a27fd9944f4"/>
    <p:sldId xmlns:r="http://schemas.openxmlformats.org/officeDocument/2006/relationships" id="263" r:id="R780a82064cc84ba9"/>
    <p:sldId xmlns:r="http://schemas.openxmlformats.org/officeDocument/2006/relationships" id="264" r:id="R6024008f31004775"/>
    <p:sldId xmlns:r="http://schemas.openxmlformats.org/officeDocument/2006/relationships" id="265" r:id="R5ad20a189c7f4e02"/>
    <p:sldId xmlns:r="http://schemas.openxmlformats.org/officeDocument/2006/relationships" id="266" r:id="R9478587fab4f45d3"/>
    <p:sldId xmlns:r="http://schemas.openxmlformats.org/officeDocument/2006/relationships" id="267" r:id="R8507baa605e34f1d"/>
    <p:sldId xmlns:r="http://schemas.openxmlformats.org/officeDocument/2006/relationships" id="268" r:id="Ra2e4c41067744b5f"/>
    <p:sldId xmlns:r="http://schemas.openxmlformats.org/officeDocument/2006/relationships" id="269" r:id="Rdd4991932a29473c"/>
    <p:sldId xmlns:r="http://schemas.openxmlformats.org/officeDocument/2006/relationships" id="270" r:id="Reb0d1f88036648df"/>
    <p:sldId xmlns:r="http://schemas.openxmlformats.org/officeDocument/2006/relationships" id="271" r:id="R856d2e1bfe92488b"/>
    <p:sldId xmlns:r="http://schemas.openxmlformats.org/officeDocument/2006/relationships" id="272" r:id="R2ae3eae7b20a4385"/>
    <p:sldId xmlns:r="http://schemas.openxmlformats.org/officeDocument/2006/relationships" id="273" r:id="R0ca1eca88a0e4d4b"/>
    <p:sldId xmlns:r="http://schemas.openxmlformats.org/officeDocument/2006/relationships" id="274" r:id="R51ed576a1a154d15"/>
    <p:sldId xmlns:r="http://schemas.openxmlformats.org/officeDocument/2006/relationships" id="275" r:id="R85cfd3a7aad94c2d"/>
    <p:sldId xmlns:r="http://schemas.openxmlformats.org/officeDocument/2006/relationships" id="276" r:id="Rd053eb81396e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a1eca88a0e4d4b" Type="http://schemas.openxmlformats.org/officeDocument/2006/relationships/slide" Target="slides/slide18.xml"/><Relationship Id="R1038089854f843b5" Type="http://schemas.openxmlformats.org/officeDocument/2006/relationships/slide" Target="slides/slide6.xml"/><Relationship Id="R18623728307f403f" Type="http://schemas.openxmlformats.org/officeDocument/2006/relationships/slideMaster" Target="slideMasters/slideMaster1.xml"/><Relationship Id="R2ae3eae7b20a4385" Type="http://schemas.openxmlformats.org/officeDocument/2006/relationships/slide" Target="slides/slide17.xml"/><Relationship Id="R51ed576a1a154d15" Type="http://schemas.openxmlformats.org/officeDocument/2006/relationships/slide" Target="slides/slide19.xml"/><Relationship Id="R5ad20a189c7f4e02" Type="http://schemas.openxmlformats.org/officeDocument/2006/relationships/slide" Target="slides/slide10.xml"/><Relationship Id="R6024008f31004775" Type="http://schemas.openxmlformats.org/officeDocument/2006/relationships/slide" Target="slides/slide9.xml"/><Relationship Id="R638c18706dde4d06" Type="http://schemas.openxmlformats.org/officeDocument/2006/relationships/slide" Target="slides/slide2.xml"/><Relationship Id="R67484e31196848ea" Type="http://schemas.openxmlformats.org/officeDocument/2006/relationships/theme" Target="theme/theme1.xml"/><Relationship Id="R6a054db2a973423f" Type="http://schemas.openxmlformats.org/officeDocument/2006/relationships/tableStyles" Target="tableStyles.xml"/><Relationship Id="R6e4a85cbca1b477c" Type="http://schemas.openxmlformats.org/officeDocument/2006/relationships/slide" Target="slides/slide4.xml"/><Relationship Id="R780a82064cc84ba9" Type="http://schemas.openxmlformats.org/officeDocument/2006/relationships/slide" Target="slides/slide8.xml"/><Relationship Id="R8507baa605e34f1d" Type="http://schemas.openxmlformats.org/officeDocument/2006/relationships/slide" Target="slides/slide12.xml"/><Relationship Id="R856d2e1bfe92488b" Type="http://schemas.openxmlformats.org/officeDocument/2006/relationships/slide" Target="slides/slide16.xml"/><Relationship Id="R85cfd3a7aad94c2d" Type="http://schemas.openxmlformats.org/officeDocument/2006/relationships/slide" Target="slides/slide20.xml"/><Relationship Id="R8aa506d26d404ad7" Type="http://schemas.openxmlformats.org/officeDocument/2006/relationships/slide" Target="slides/slide5.xml"/><Relationship Id="R9478587fab4f45d3" Type="http://schemas.openxmlformats.org/officeDocument/2006/relationships/slide" Target="slides/slide11.xml"/><Relationship Id="Ra2e4c41067744b5f" Type="http://schemas.openxmlformats.org/officeDocument/2006/relationships/slide" Target="slides/slide13.xml"/><Relationship Id="Ra815ea4338324107" Type="http://schemas.openxmlformats.org/officeDocument/2006/relationships/slide" Target="slides/slide3.xml"/><Relationship Id="Rb351a4adfc604d27" Type="http://schemas.openxmlformats.org/officeDocument/2006/relationships/notesMaster" Target="notesMasters/notesMaster1.xml"/><Relationship Id="Rc55b1c52f6594e78" Type="http://schemas.openxmlformats.org/officeDocument/2006/relationships/presProps" Target="presProps.xml"/><Relationship Id="Rd053eb81396e4c56" Type="http://schemas.openxmlformats.org/officeDocument/2006/relationships/slide" Target="slides/slide21.xml"/><Relationship Id="Rdd4991932a29473c" Type="http://schemas.openxmlformats.org/officeDocument/2006/relationships/slide" Target="slides/slide14.xml"/><Relationship Id="Re4d38e976d1f4ab6" Type="http://schemas.openxmlformats.org/officeDocument/2006/relationships/slide" Target="slides/slide1.xml"/><Relationship Id="Reb0d1f88036648df" Type="http://schemas.openxmlformats.org/officeDocument/2006/relationships/slide" Target="slides/slide15.xml"/><Relationship Id="Rfd386a27fd9944f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c93c6e6e8fb34d8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f5fa7609b154075" Type="http://schemas.openxmlformats.org/officeDocument/2006/relationships/slide" Target="../slides/slide1.xml"/><Relationship Id="Red7124e1084849f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9cbe6f111cf44e0" Type="http://schemas.openxmlformats.org/officeDocument/2006/relationships/notesMaster" Target="../notesMasters/notesMaster1.xml"/><Relationship Id="Rae577f78f5df4cd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829724265114102" Type="http://schemas.openxmlformats.org/officeDocument/2006/relationships/notesMaster" Target="../notesMasters/notesMaster1.xml"/><Relationship Id="Rd2e85272674040d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0ef8e2ad62a4983" Type="http://schemas.openxmlformats.org/officeDocument/2006/relationships/slide" Target="../slides/slide4.xml"/><Relationship Id="R83faa928c4fe425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b3791aea7dc949c5" Type="http://schemas.openxmlformats.org/officeDocument/2006/relationships/notesMaster" Target="../notesMasters/notesMaster1.xml"/><Relationship Id="Rcb8ab0e105104ab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ea8d3367d834eb6" Type="http://schemas.openxmlformats.org/officeDocument/2006/relationships/slide" Target="../slides/slide6.xml"/><Relationship Id="Rf7c43f5c57cc485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773c1a5af144a7a" Type="http://schemas.openxmlformats.org/officeDocument/2006/relationships/notesMaster" Target="../notesMasters/notesMaster1.xml"/><Relationship Id="R922fa06a56a84884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0b31153179041d6" Type="http://schemas.openxmlformats.org/officeDocument/2006/relationships/slide" Target="../slides/slide8.xml"/><Relationship Id="Ref51dfa68e8a49e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839287df97d4df5" Type="http://schemas.openxmlformats.org/officeDocument/2006/relationships/slide" Target="../slides/slide9.xml"/><Relationship Id="R78ae4f40fac24ed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d21fd5d877f4bc3" Type="http://schemas.openxmlformats.org/officeDocument/2006/relationships/notesMaster" Target="../notesMasters/notesMaster1.xml"/><Relationship Id="Ref1270de61e14f2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2326252900a4613" Type="http://schemas.openxmlformats.org/officeDocument/2006/relationships/slide" Target="../slides/slide11.xml"/><Relationship Id="R457fb51280984ce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29ff4660eb54a6a" Type="http://schemas.openxmlformats.org/officeDocument/2006/relationships/slide" Target="../slides/slide12.xml"/><Relationship Id="R6f5fef0e4d50460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e4d099b8aa04ea8" Type="http://schemas.openxmlformats.org/officeDocument/2006/relationships/slide" Target="../slides/slide13.xml"/><Relationship Id="Rc25c452202774c0d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703580ad80e547f0" Type="http://schemas.openxmlformats.org/officeDocument/2006/relationships/notesMaster" Target="../notesMasters/notesMaster1.xml"/><Relationship Id="Ra3cb8462c3424e06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1b14e3db7e24070" Type="http://schemas.openxmlformats.org/officeDocument/2006/relationships/slide" Target="../slides/slide15.xml"/><Relationship Id="R8ed01c9c44da4dd0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5ed7245eca340a0" Type="http://schemas.openxmlformats.org/officeDocument/2006/relationships/slide" Target="../slides/slide16.xml"/><Relationship Id="Ra02e7c46f2f8449e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80ad5aa2dd74ef2" Type="http://schemas.openxmlformats.org/officeDocument/2006/relationships/slide" Target="../slides/slide17.xml"/><Relationship Id="Re7e7a7b4c01c4e5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0d278c15bb2454e" Type="http://schemas.openxmlformats.org/officeDocument/2006/relationships/notesMaster" Target="../notesMasters/notesMaster1.xml"/><Relationship Id="Ra4c925e01f6d4a66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6518020f9c834b8a" Type="http://schemas.openxmlformats.org/officeDocument/2006/relationships/slide" Target="../slides/slide19.xml"/><Relationship Id="Rdb1ce0c3af1f49c8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8a09db83bdbc4c5e" Type="http://schemas.openxmlformats.org/officeDocument/2006/relationships/slide" Target="../slides/slide20.xml"/><Relationship Id="R8ba60a0fb5394e04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8aeb4098508d4990" Type="http://schemas.openxmlformats.org/officeDocument/2006/relationships/notesMaster" Target="../notesMasters/notesMaster1.xml"/><Relationship Id="R9423f5acc7f84d32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Carbon dioxide is added to the atmosphere, strengthening the warming influence.</a:t>
            </a:r>
          </a:p>
          <a:p xmlns:a="http://schemas.openxmlformats.org/drawingml/2006/main">
            <a:r>
              <a:t>Choose: Weather patterns over a long period OR A process or event with potential to cause harm. Answer: Weather patterns over a long period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Yes. The accounts give different motivations for actions intended to reduce heat harm.</a:t>
            </a:r>
          </a:p>
          <a:p xmlns:a="http://schemas.openxmlformats.org/drawingml/2006/main">
            <a:r>
              <a:t>Give a reason when ready. Answer: No. They are authored examples, not representative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Both ___. Account 1 gives ___ as a reason; account 2 gives ___.</a:t>
            </a:r>
          </a:p>
          <a:p xmlns:a="http://schemas.openxmlformats.org/drawingml/2006/main">
            <a:r>
              <a:t>Read the two fictional community accounts and their stated values. Explain using a named detail.</a:t>
            </a:r>
          </a:p>
          <a:p xmlns:a="http://schemas.openxmlformats.org/drawingml/2006/main">
            <a:r>
              <a:t>Explain what additional evidence would be needed about a real community’s impact.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Read the two fictional community accounts and their stated values. Compare action and motivation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Both ___. Account 1 gives ___ as a reason; account 2 gives ___. Complete the organiser one space at a time. Both ___. Account 1 gives ___ as a reason; account 2 gives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___. Account 1 gives ___ as a reason; account 2 gives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what additional evidence would be needed about a real community’s impact.</a:t>
            </a:r>
          </a:p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Yes. The accounts give different motivations for actions intended to reduce heat harm.</a:t>
            </a:r>
          </a:p>
          <a:p xmlns:a="http://schemas.openxmlformats.org/drawingml/2006/main">
            <a:r>
              <a:t>No. They are authored examples, not representative findings.</a:t>
            </a:r>
          </a:p>
          <a:p xmlns:a="http://schemas.openxmlformats.org/drawingml/2006/main">
            <a:r>
              <a:t>Support: Both ___. Account 1 gives ___ as a reason; account 2 gives ___.</a:t>
            </a:r>
          </a:p>
          <a:p xmlns:a="http://schemas.openxmlformats.org/drawingml/2006/main">
            <a:r>
              <a:t>Extension: Explain what additional evidence would be needed about a real community’s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response,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36de6813a3e488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fde964928b241b6" Type="http://schemas.openxmlformats.org/officeDocument/2006/relationships/theme" Target="theme/theme2.xml"/><Relationship Id="Rea5a3476270841c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5a3476270841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27b750c2e7641eb" Type="http://schemas.openxmlformats.org/officeDocument/2006/relationships/notesSlide" Target="../notesSlides/notesSlide1.xml"/><Relationship Id="Rbd74dd63808545e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ee1b1d7ab654456" Type="http://schemas.openxmlformats.org/officeDocument/2006/relationships/slideLayout" Target="../slideLayouts/slideLayout1.xml"/><Relationship Id="Rdd3c864f25a8441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bf98572542f4e64" Type="http://schemas.openxmlformats.org/officeDocument/2006/relationships/slideLayout" Target="../slideLayouts/slideLayout1.xml"/><Relationship Id="R549e0ece15254ab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11fe52f07c1467a" Type="http://schemas.openxmlformats.org/officeDocument/2006/relationships/notesSlide" Target="../notesSlides/notesSlide4.xml"/><Relationship Id="R5a251d876dda470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61a4041f80d48a0" Type="http://schemas.openxmlformats.org/officeDocument/2006/relationships/slideLayout" Target="../slideLayouts/slideLayout1.xml"/><Relationship Id="R9a57a26d86b845d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a9c9a0258ae4fdf" Type="http://schemas.openxmlformats.org/officeDocument/2006/relationships/slideLayout" Target="../slideLayouts/slideLayout1.xml"/><Relationship Id="Rbf03468941ee407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df5b52cb79f4315" Type="http://schemas.openxmlformats.org/officeDocument/2006/relationships/slideLayout" Target="../slideLayouts/slideLayout1.xml"/><Relationship Id="Rbdaa7960130e486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3d9492f2bd440f4" Type="http://schemas.openxmlformats.org/officeDocument/2006/relationships/slideLayout" Target="../slideLayouts/slideLayout1.xml"/><Relationship Id="R7bea62856119490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78b3bebe0ac47b2" Type="http://schemas.openxmlformats.org/officeDocument/2006/relationships/notesSlide" Target="../notesSlides/notesSlide9.xml"/><Relationship Id="R61368834dbb5477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84cce6f15e64614" Type="http://schemas.openxmlformats.org/officeDocument/2006/relationships/slideLayout" Target="../slideLayouts/slideLayout1.xml"/><Relationship Id="R212619430840431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3bc957070c141b7" Type="http://schemas.openxmlformats.org/officeDocument/2006/relationships/notesSlide" Target="../notesSlides/notesSlide11.xml"/><Relationship Id="R8e33c1f0af8b44d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82a86a53c996457a" Type="http://schemas.openxmlformats.org/officeDocument/2006/relationships/notesSlide" Target="../notesSlides/notesSlide12.xml"/><Relationship Id="Rf8f15862b1704e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8bb283dc302e4903" Type="http://schemas.openxmlformats.org/officeDocument/2006/relationships/notesSlide" Target="../notesSlides/notesSlide13.xml"/><Relationship Id="Ra68c9da57bd04d5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7a623ce73884c20" Type="http://schemas.openxmlformats.org/officeDocument/2006/relationships/notesSlide" Target="../notesSlides/notesSlide14.xml"/><Relationship Id="R86e1291ef2c049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80924a39b26747c9" Type="http://schemas.openxmlformats.org/officeDocument/2006/relationships/slideLayout" Target="../slideLayouts/slideLayout1.xml"/><Relationship Id="Rda420e12e1d648bb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7b9cbe621ba4427c" Type="http://schemas.openxmlformats.org/officeDocument/2006/relationships/slideLayout" Target="../slideLayouts/slideLayout1.xml"/><Relationship Id="Rd25a1a4d2d734bb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2996a5310b14792" Type="http://schemas.openxmlformats.org/officeDocument/2006/relationships/notesSlide" Target="../notesSlides/notesSlide17.xml"/><Relationship Id="R7fbf2ecb654647e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1ff43230d56404d" Type="http://schemas.openxmlformats.org/officeDocument/2006/relationships/notesSlide" Target="../notesSlides/notesSlide18.xml"/><Relationship Id="R9a9262f51ee8490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a31099b48664de8" Type="http://schemas.openxmlformats.org/officeDocument/2006/relationships/slideLayout" Target="../slideLayouts/slideLayout1.xml"/><Relationship Id="Re1bc887766fd40cd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1c15790c30bf40b5" Type="http://schemas.openxmlformats.org/officeDocument/2006/relationships/slideLayout" Target="../slideLayouts/slideLayout1.xml"/><Relationship Id="Rfa9af3181562407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6486adb53f34c80" Type="http://schemas.openxmlformats.org/officeDocument/2006/relationships/image" Target="../media/image.png"/><Relationship Id="R3960c8ee13df4cfa" Type="http://schemas.openxmlformats.org/officeDocument/2006/relationships/notesSlide" Target="../notesSlides/notesSlide21.xml"/><Relationship Id="R88080cf23d04480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AB32E-0FE5-423B-A2C1-E65168C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Worldviews and responses to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8D18D-31EF-47C7-962E-73B54C48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9FBEE-A0ED-4D70-B9C8-1765DA6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how different communities respond to change with an RE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8E056-65C7-42E4-ABD5-AABE920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C63CB-384F-4F51-8A9F-FFBF581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637386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80A53-D3FB-4B7E-AD30-308216F0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120B7-86B4-4E47-83F7-34C596A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1402-1EA5-451E-8E6B-92E99A7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happens when fossil fuels are burned?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B81E4-8F56-4A0F-B4D4-195E933D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climate?</a:t>
            </a:r>
          </a:p>
        </p:txBody>
      </p:sp>
    </p:spTree>
    <p:extLst>
      <p:ext uri="{BB962C8B-B14F-4D97-AF65-F5344CB8AC3E}">
        <p14:creationId xmlns:p14="http://schemas.microsoft.com/office/powerpoint/2010/main" val="1047630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678E3-E619-4323-8AB3-1F4B22C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6C40-9724-4D5B-8DAD-5D5D786F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6FD71-9CB1-40F8-BDB1-CF50064F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Can different stated values lead to caring actions?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9DF7A-DC61-44AD-92B9-F17199F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these fictional accounts describe all faith or non-religious groups?</a:t>
            </a:r>
          </a:p>
        </p:txBody>
      </p:sp>
    </p:spTree>
    <p:extLst>
      <p:ext uri="{BB962C8B-B14F-4D97-AF65-F5344CB8AC3E}">
        <p14:creationId xmlns:p14="http://schemas.microsoft.com/office/powerpoint/2010/main" val="2138113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B047C-C857-4A47-A1AF-6627AA4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46EA9-D7B3-46CA-93DB-5E480C33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FD768-8F08-46D3-9EE9-C508B90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climate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Weather patterns over a long period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F63BE-9CE0-4DE2-A930-6F3327D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hazard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process or event with potential to cause harm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1A85-7369-432D-BDDB-A1374D2A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effect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1A4F7-74E5-4287-A2FE-313A5B9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taken because of a situation</a:t>
            </a:r>
          </a:p>
        </p:txBody>
      </p:sp>
    </p:spTree>
    <p:extLst>
      <p:ext uri="{BB962C8B-B14F-4D97-AF65-F5344CB8AC3E}">
        <p14:creationId xmlns:p14="http://schemas.microsoft.com/office/powerpoint/2010/main" val="2014604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3D4BA-D61A-474C-B439-4D242E20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0C041-5B6A-4B0E-8649-2624CA20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41A27-1EA9-4A38-AB5F-1EF109F9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two fictional community accounts and their stated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0E4B7-BB20-467B-9A0F-EFE650B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CE90C-7D27-43C9-9D00-F44C536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Both ___. Account 1 gives ___ as a reason; account 2 gives ___.</a:t>
            </a:r>
          </a:p>
        </p:txBody>
      </p:sp>
    </p:spTree>
    <p:extLst>
      <p:ext uri="{BB962C8B-B14F-4D97-AF65-F5344CB8AC3E}">
        <p14:creationId xmlns:p14="http://schemas.microsoft.com/office/powerpoint/2010/main" val="1877335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4E41D-89B9-46CC-BA71-FAA648B3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1394D-5A77-41D6-A596-43A1A67E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34D2E-48E8-4FAD-B014-917B8954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Can different stated values lead to caring actions?</a:t>
            </a:r>
          </a:p>
        </p:txBody>
      </p:sp>
    </p:spTree>
    <p:extLst>
      <p:ext uri="{BB962C8B-B14F-4D97-AF65-F5344CB8AC3E}">
        <p14:creationId xmlns:p14="http://schemas.microsoft.com/office/powerpoint/2010/main" val="246013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98A07-73A8-4C5D-8FB5-9200DF40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7507B-7E4D-4096-93F7-F575376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EE090-2912-4528-BA5A-C545A037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Community accounts: Fictional account 1: a faith group explains caring for creation as its reason for planting shade trees. Fictional account 2: a non-religious residents’ group gives human wellbeing as its reason for a cool-room project.</a:t>
            </a:r>
          </a:p>
        </p:txBody>
      </p:sp>
    </p:spTree>
    <p:extLst>
      <p:ext uri="{BB962C8B-B14F-4D97-AF65-F5344CB8AC3E}">
        <p14:creationId xmlns:p14="http://schemas.microsoft.com/office/powerpoint/2010/main" val="189205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DBE0F-08CB-4520-8033-DA2D0D16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7C8A7-F4F9-474C-B9FC-6A411EE5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43ED5-1209-4050-ADFD-18D3910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Yes. The accounts give different motivations for actions intended to reduce heat harm.</a:t>
            </a:r>
          </a:p>
        </p:txBody>
      </p:sp>
    </p:spTree>
    <p:extLst>
      <p:ext uri="{BB962C8B-B14F-4D97-AF65-F5344CB8AC3E}">
        <p14:creationId xmlns:p14="http://schemas.microsoft.com/office/powerpoint/2010/main" val="584822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73D3A-52A3-498F-8B2F-442AFD18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2F3B9-3B6C-4C45-80E6-5D6250B7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70128-EC46-4E12-A6C4-A90D15FB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these fictional accounts describe all faith or non-religious groups? No. They are authored examples, not representative findings.</a:t>
            </a:r>
          </a:p>
        </p:txBody>
      </p:sp>
    </p:spTree>
    <p:extLst>
      <p:ext uri="{BB962C8B-B14F-4D97-AF65-F5344CB8AC3E}">
        <p14:creationId xmlns:p14="http://schemas.microsoft.com/office/powerpoint/2010/main" val="652914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A5E2D-D0FE-466B-A30E-389597C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F5983-090C-4D34-BBAD-914964E0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B0D18-620A-4EEC-967F-BAB6CBA7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two fictional community accounts and their stated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5513A-4BA7-4EF3-ACA0-10E891C4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action and motivation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14321-A13E-4B20-BED0-85AB40F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16859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B2FB9-A983-473F-A807-4FF9FFE9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19C7E-905F-49F8-8B0B-4987D69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ADA28-A4A4-4E48-B985-CFF4FA7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first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81B87-ECB5-4A4D-945F-6D5F483F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second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B8E70-2656-4303-8A18-29F0B227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similarity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F1461-BD67-472F-9C9F-19F31DE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difference or change</a:t>
            </a:r>
          </a:p>
        </p:txBody>
      </p:sp>
    </p:spTree>
    <p:extLst>
      <p:ext uri="{BB962C8B-B14F-4D97-AF65-F5344CB8AC3E}">
        <p14:creationId xmlns:p14="http://schemas.microsoft.com/office/powerpoint/2010/main" val="1920416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A8A86-F232-483E-BABC-B3A9D0A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BD9AC-F512-4965-ABA9-AD647D4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6D00A-8C6C-4566-A418-10E78D0A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grid comparing the faith group and non-religious residents’ group.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E01E9-AB69-4182-9D1E-5F0ED39C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 using their stated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01A8B-0C0D-44F5-A7CC-A9C03C78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Avoid generalising either account to everyone in a community.</a:t>
            </a:r>
          </a:p>
        </p:txBody>
      </p:sp>
    </p:spTree>
    <p:extLst>
      <p:ext uri="{BB962C8B-B14F-4D97-AF65-F5344CB8AC3E}">
        <p14:creationId xmlns:p14="http://schemas.microsoft.com/office/powerpoint/2010/main" val="11195178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F549D-BAC0-4716-BE19-0A2A218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C3FED-D5F3-4946-B774-4B52678C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DC813-9E51-4561-9AC9-BAA91C9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grid comparing the faith group and non-religious residents’ group.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D84EA-3D7E-44B5-B552-DB2A3F9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 using their stated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CC061-D4FE-43EE-B35E-DD67C0D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Avoid generalising either account to everyone in a community.</a:t>
            </a:r>
          </a:p>
        </p:txBody>
      </p:sp>
    </p:spTree>
    <p:extLst>
      <p:ext uri="{BB962C8B-B14F-4D97-AF65-F5344CB8AC3E}">
        <p14:creationId xmlns:p14="http://schemas.microsoft.com/office/powerpoint/2010/main" val="17441652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9F94D-5872-4B56-9153-1CFE8B6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92DA0-241F-4DE4-9761-D5969B2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DEF15-3CD7-47C1-BDA5-9D91832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grid comparing the faith group and non-religious residents’ group.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92797-2835-49EB-A7F1-0FEAEDF1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 using their stated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0BE92-219E-49E1-8901-120EBCF8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Avoid generalising either account to everyone in a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52258-2CBC-40CE-AE88-4C67097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additional evidence would be needed about a real community’s impact.</a:t>
            </a:r>
          </a:p>
        </p:txBody>
      </p:sp>
    </p:spTree>
    <p:extLst>
      <p:ext uri="{BB962C8B-B14F-4D97-AF65-F5344CB8AC3E}">
        <p14:creationId xmlns:p14="http://schemas.microsoft.com/office/powerpoint/2010/main" val="1164913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17B2C-4529-41C8-9BFF-86015BDA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22701-EFDE-4040-A419-008A0C8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0BE01-0AE3-4FE5-8460-76CF39F7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comparison response, questioning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7B552-B9CE-482C-AB22-552823CB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1B86B-23B0-4E42-BE42-5C27EE3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0032906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FE83E-8956-4E3E-B645-C795C3C1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BFEF0-F3EE-4435-9775-C79FAB19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0849D-3D01-4CF9-A8F7-9A1D06B9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different stated values lead to caring actions?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1FA2E-BFEA-49D2-AD3A-3A3B61CF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these fictional accounts describe all faith or non-religious groups?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AA0A5-DC6F-4321-9FAE-35F426E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7983692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E55ED-1D1E-489E-B8EE-98AA400A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Zones and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8A5BD-5AE9-4E1E-AD0F-6DBFBAD5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81747-3AE9-4A96-A9D5-3B1C3DCD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Broad temperature zones relate to latitude. Near the equator is generally warmer; high latitudes are generally colder. Local climate also depends on altitude and other factors. Earthquakes relate mainly to plate boundaries, not climate zones.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05E3A-96CC-4E97-BEAA-EA58449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map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698CC-1893-4F20-9622-D8B6EFB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Broad bands simplify climate; they are not a detailed climate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544845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B90F1-5549-4129-8F42-7F748E0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Human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7FA77-AD36-4EB8-B9AF-E7FAB267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16AF7-D27A-40C8-9BF2-AB776FD5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Burning fossil fuels adds carbon dioxide. Greenhouse gases slow heat loss to space. Human activity is the main cause of recent global warming.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9D26A-999E-4A57-AB3C-780E5499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NASA Causes of climate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2366-BE2E-450D-9D5A-DF46F0E5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local hot or cold day does not establish the global trend.</a:t>
            </a:r>
          </a:p>
        </p:txBody>
      </p:sp>
    </p:spTree>
    <p:extLst>
      <p:ext uri="{BB962C8B-B14F-4D97-AF65-F5344CB8AC3E}">
        <p14:creationId xmlns:p14="http://schemas.microsoft.com/office/powerpoint/2010/main" val="1034609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C0384-2725-4B7E-B743-8F36EB03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Two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D4E05-4B6D-43A2-A603-B516D60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56640-99A8-4C20-9F5E-90DC362F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Reducing fossil-fuel use tackles a cause of warming. Shade, water access and cooler buildings can reduce harm during heat. These responses do different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95593-BEE8-4F2B-BE9C-EEA940E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examples based on climate 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51411-D64F-4018-9997-C8D407A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Their suitability depends on the place and the needs of people there.</a:t>
            </a:r>
          </a:p>
        </p:txBody>
      </p:sp>
    </p:spTree>
    <p:extLst>
      <p:ext uri="{BB962C8B-B14F-4D97-AF65-F5344CB8AC3E}">
        <p14:creationId xmlns:p14="http://schemas.microsoft.com/office/powerpoint/2010/main" val="1898327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235D3-191E-4475-8AE6-02AD4D1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Community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41E41-39C4-400A-AEA2-7D19B73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FB20A-1EE9-4764-8C90-354CAAD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account 1: a faith group explains caring for creation as its reason for planting shade trees. Fictional account 2: a non-religious residents’ group gives human wellbeing as its reason for a cool-room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55F08-8F3C-44C6-9A55-AA65A5AC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Two authored teaching accounts with explicitly stated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8DE94-51A9-43A9-8300-7B4A153F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not reports of real organisations and do not represent every religious or non-religious person.</a:t>
            </a:r>
          </a:p>
        </p:txBody>
      </p:sp>
    </p:spTree>
    <p:extLst>
      <p:ext uri="{BB962C8B-B14F-4D97-AF65-F5344CB8AC3E}">
        <p14:creationId xmlns:p14="http://schemas.microsoft.com/office/powerpoint/2010/main" val="7204346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1A73C-1983-4765-9654-6F0E8CA9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C2B0-9AB7-4350-B5C6-58CF9BC5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W4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86adb53f34c80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60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2026-09-19T18:35:42.9830000Z</dcterms:created>
  <dcterms:modified xsi:type="dcterms:W3CDTF">2026-09-19T18:35:42.9830000Z</dcterms:modified>
</coreProperties>
</file>